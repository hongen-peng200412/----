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1_E04F3CE8.xml" ContentType="application/vnd.ms-powerpoint.comments+xml"/>
  <Override PartName="/ppt/notesSlides/notesSlide2.xml" ContentType="application/vnd.openxmlformats-officedocument.presentationml.notesSlide+xml"/>
  <Override PartName="/ppt/comments/modernComment_102_E04F3CE8.xml" ContentType="application/vnd.ms-powerpoint.comments+xml"/>
  <Override PartName="/ppt/notesSlides/notesSlide3.xml" ContentType="application/vnd.openxmlformats-officedocument.presentationml.notesSlide+xml"/>
  <Override PartName="/ppt/comments/modernComment_103_E04F3CE8.xml" ContentType="application/vnd.ms-powerpoint.comments+xml"/>
  <Override PartName="/ppt/notesSlides/notesSlide4.xml" ContentType="application/vnd.openxmlformats-officedocument.presentationml.notesSlide+xml"/>
  <Override PartName="/ppt/comments/modernComment_100_E04F3CE8.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sldIdLst>
    <p:sldId id="257" r:id="rId2"/>
    <p:sldId id="258" r:id="rId3"/>
    <p:sldId id="259" r:id="rId4"/>
    <p:sldId id="256" r:id="rId5"/>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D5CCB8"/>
    <a:srgbClr val="B8A9D9"/>
    <a:srgbClr val="4083B4"/>
    <a:srgbClr val="C3D4E6"/>
    <a:srgbClr val="EDE7F5"/>
    <a:srgbClr val="EDF3FA"/>
    <a:srgbClr val="D8A95A"/>
    <a:srgbClr val="FAF1DE"/>
    <a:srgbClr val="15608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146" autoAdjust="0"/>
  </p:normalViewPr>
  <p:slideViewPr>
    <p:cSldViewPr snapToGrid="0">
      <p:cViewPr varScale="1">
        <p:scale>
          <a:sx n="137" d="100"/>
          <a:sy n="137" d="100"/>
        </p:scale>
        <p:origin x="468" y="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8/10/relationships/authors" Target="authors.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omments/modernComment_100_E04F3CE8.xml><?xml version="1.0" encoding="utf-8"?>
<p188:cmLst xmlns:a="http://schemas.openxmlformats.org/drawingml/2006/main" xmlns:r="http://schemas.openxmlformats.org/officeDocument/2006/relationships" xmlns:p188="http://schemas.microsoft.com/office/powerpoint/2018/8/main">
  <p188:cm id="{8E7938EA-5369-4EDF-8742-6BC1D724451B}" authorId="{D3F71A66-0C34-DF1A-5236-FECDBC820DCB}" created="2026-10-22T02:42:32.147">
    <pc:sldMkLst xmlns:pc="http://schemas.microsoft.com/office/powerpoint/2013/main/command">
      <pc:docMk/>
      <pc:sldMk cId="3763289320" sldId="256"/>
    </pc:sldMkLst>
    <p188:txBody>
      <a:bodyPr/>
      <a:lstStyle/>
      <a:p>
        <a:r>
          <a:t>@@fig-method-v9</a:t>
        </a:r>
      </a:p>
    </p188:txBody>
  </p188:cm>
  <p188:cm id="{7AA102D2-F700-4FF5-AB3B-402CA5D4531E}" authorId="{D3F71A66-0C34-DF1A-5236-FECDBC820DCB}" created="2026-10-26T07:11:39.638Z">
    <pc:sldMkLst xmlns:pc="http://schemas.microsoft.com/office/powerpoint/2013/main/command">
      <pc:docMk/>
      <pc:sldMk cId="3763289320" sldId="256"/>
    </pc:sldMkLst>
    <p188:txBody>
      <a:bodyPr/>
      <a:lstStyle/>
      <a:p>
        <a:r>
          <a:t>PROVENANCE v1</a:t>
        </a:r>
      </a:p>
      <a:p>
        <a:r>
          <a:t>id: fig-method-v9</a:t>
        </a:r>
      </a:p>
      <a:p>
        <a:r>
          <a:t>source: 画图/画图代码/e2e/visualization/图表追溯.md</a:t>
        </a:r>
      </a:p>
      <a:p>
        <a:r>
          <a:t/>
        </a:r>
      </a:p>
      <a:p>
        <a:r>
          <a:t>## fig-method-v9｜网络架构：text</a:t>
        </a:r>
      </a:p>
      <a:p>
        <a:r>
          <a:t/>
        </a:r>
      </a:p>
      <a:p>
        <a:r>
          <a:t>**共享关系与本页选择。** 本图与`@@fig-overview_v3`、`@@fig-overview_v3-original`、`@@fig-overview_v3-unified`、`@@fig-overview_v3-components`、`@@fig-method-v9-original`、`@@fig-method-v9-unified`、`@@fig-method-v9-components`共用 `画图/画图代码/e2e/visualization/fig12-revision`。`variant_manifest.json` 按稳定图名选择 `画图/Method总图.pptx` 第1页，配色为 `text`。前三页只切换配色，Pocket固定为2B；第四页提供独立组件，不与配色做交叉总图。共享的是坐标渲染与原生对象装配，不共同计算新的模型结果。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直接复用作者的路径、节点、字体及媒体。保留原 embedding 邻域图、受体到体素/点云的输入拓扑、U-Net、PTv3和Match网络。只替换获认可的 density bank 图示。预处理、网络和输出平移分摊间距，Match整块平移；a/b左右边界及c上下边界对齐。Find三幅预览使用相同组件框。Build输入相同SMILES、圈出Cc1ccccc1并留上下间距；默认DG-PocketXMol及其他工具列表保留。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p188:txBody>
  </p188:cm>
</p188:cmLst>
</file>

<file path=ppt/comments/modernComment_101_E04F3CE8.xml><?xml version="1.0" encoding="utf-8"?>
<p188:cmLst xmlns:a="http://schemas.openxmlformats.org/drawingml/2006/main" xmlns:r="http://schemas.openxmlformats.org/officeDocument/2006/relationships" xmlns:p188="http://schemas.microsoft.com/office/powerpoint/2018/8/main">
  <p188:cm id="{4FFC1CBE-DB23-4F99-9FE8-4D1FAE5B4192}" authorId="{D3F71A66-0C34-DF1A-5236-FECDBC820DCB}" created="2026-10-22T02:42:32.147">
    <pc:sldMkLst xmlns:pc="http://schemas.microsoft.com/office/powerpoint/2013/main/command">
      <pc:docMk/>
      <pc:sldMk cId="0" sldId="257"/>
    </pc:sldMkLst>
    <p188:txBody>
      <a:bodyPr/>
      <a:lstStyle/>
      <a:p>
        <a:r>
          <a:t>@@fig-method-v9-original</a:t>
        </a:r>
      </a:p>
    </p188:txBody>
  </p188:cm>
  <p188:cm id="{9B2AC575-5328-4A75-8DBD-A0A7A5CE1B5F}" authorId="{D3F71A66-0C34-DF1A-5236-FECDBC820DCB}" created="2026-10-26T07:11:39.638Z">
    <pc:sldMkLst xmlns:pc="http://schemas.microsoft.com/office/powerpoint/2013/main/command">
      <pc:docMk/>
      <pc:sldMk cId="0" sldId="257"/>
    </pc:sldMkLst>
    <p188:txBody>
      <a:bodyPr/>
      <a:lstStyle/>
      <a:p>
        <a:r>
          <a:t>PROVENANCE v1</a:t>
        </a:r>
      </a:p>
      <a:p>
        <a:r>
          <a:t>id: fig-method-v9-original</a:t>
        </a:r>
      </a:p>
      <a:p>
        <a:r>
          <a:t>source: 画图/画图代码/e2e/visualization/图表追溯.md</a:t>
        </a:r>
      </a:p>
      <a:p>
        <a:r>
          <a:t/>
        </a:r>
      </a:p>
      <a:p>
        <a:r>
          <a:t>## fig-method-v9-original｜网络架构：original</a:t>
        </a:r>
      </a:p>
      <a:p>
        <a:r>
          <a:t/>
        </a:r>
      </a:p>
      <a:p>
        <a:r>
          <a:t>**共享关系与本页选择。** 本图与`@@fig-overview_v3`、`@@fig-overview_v3-original`、`@@fig-overview_v3-unified`、`@@fig-overview_v3-components`、`@@fig-method-v9`、`@@fig-method-v9-unified`、`@@fig-method-v9-components`共用 `画图/画图代码/e2e/visualization/fig12-revision`。`variant_manifest.json` 按稳定图名选择 `画图/Method总图.pptx` 第2页，配色为 `original`。前三页只切换配色，Pocket固定为2B；第四页提供独立组件，不与配色做交叉总图。共享的是坐标渲染与原生对象装配，不共同计算新的模型结果。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直接复用作者的路径、节点、字体及媒体。保留原 embedding 邻域图、受体到体素/点云的输入拓扑、U-Net、PTv3和Match网络。只替换获认可的 density bank 图示。预处理、网络和输出平移分摊间距，Match整块平移；a/b左右边界及c上下边界对齐。Find三幅预览使用相同组件框。Build输入相同SMILES、圈出Cc1ccccc1并留上下间距；默认DG-PocketXMol及其他工具列表保留。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fig-method-v9-original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p188:txBody>
  </p188:cm>
</p188:cmLst>
</file>

<file path=ppt/comments/modernComment_102_E04F3CE8.xml><?xml version="1.0" encoding="utf-8"?>
<p188:cmLst xmlns:a="http://schemas.openxmlformats.org/drawingml/2006/main" xmlns:r="http://schemas.openxmlformats.org/officeDocument/2006/relationships" xmlns:p188="http://schemas.microsoft.com/office/powerpoint/2018/8/main">
  <p188:cm id="{1D7A1043-CC2C-4CF5-B34E-88EDAC39683F}" authorId="{D3F71A66-0C34-DF1A-5236-FECDBC820DCB}" created="2026-10-22T02:42:32.147">
    <pc:sldMkLst xmlns:pc="http://schemas.microsoft.com/office/powerpoint/2013/main/command">
      <pc:docMk/>
      <pc:sldMk cId="0" sldId="258"/>
    </pc:sldMkLst>
    <p188:txBody>
      <a:bodyPr/>
      <a:lstStyle/>
      <a:p>
        <a:r>
          <a:t>@@fig-method-v9-unified</a:t>
        </a:r>
      </a:p>
    </p188:txBody>
  </p188:cm>
  <p188:cm id="{0FAB8D85-4B1E-4E16-A11E-F70F4196C1B4}" authorId="{D3F71A66-0C34-DF1A-5236-FECDBC820DCB}" created="2026-10-26T07:11:39.638Z">
    <pc:sldMkLst xmlns:pc="http://schemas.microsoft.com/office/powerpoint/2013/main/command">
      <pc:docMk/>
      <pc:sldMk cId="0" sldId="258"/>
    </pc:sldMkLst>
    <p188:txBody>
      <a:bodyPr/>
      <a:lstStyle/>
      <a:p>
        <a:r>
          <a:t>PROVENANCE v1</a:t>
        </a:r>
      </a:p>
      <a:p>
        <a:r>
          <a:t>id: fig-method-v9-unified</a:t>
        </a:r>
      </a:p>
      <a:p>
        <a:r>
          <a:t>source: 画图/画图代码/e2e/visualization/图表追溯.md</a:t>
        </a:r>
      </a:p>
      <a:p>
        <a:r>
          <a:t/>
        </a:r>
      </a:p>
      <a:p>
        <a:r>
          <a:t>## fig-method-v9-unified｜网络架构：unified</a:t>
        </a:r>
      </a:p>
      <a:p>
        <a:r>
          <a:t/>
        </a:r>
      </a:p>
      <a:p>
        <a:r>
          <a:t>**共享关系与本页选择。** 本图与`@@fig-overview_v3`、`@@fig-overview_v3-original`、`@@fig-overview_v3-unified`、`@@fig-overview_v3-components`、`@@fig-method-v9`、`@@fig-method-v9-original`、`@@fig-method-v9-components`共用 `画图/画图代码/e2e/visualization/fig12-revision`。`variant_manifest.json` 按稳定图名选择 `画图/Method总图.pptx` 第3页，配色为 `unified`。前三页只切换配色，Pocket固定为2B；第四页提供独立组件，不与配色做交叉总图。共享的是坐标渲染与原生对象装配，不共同计算新的模型结果。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直接复用作者的路径、节点、字体及媒体。保留原 embedding 邻域图、受体到体素/点云的输入拓扑、U-Net、PTv3和Match网络。只替换获认可的 density bank 图示。预处理、网络和输出平移分摊间距，Match整块平移；a/b左右边界及c上下边界对齐。Find三幅预览使用相同组件框。Build输入相同SMILES、圈出Cc1ccccc1并留上下间距；默认DG-PocketXMol及其他工具列表保留。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fig-method-v9-unified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p188:txBody>
  </p188:cm>
</p188:cmLst>
</file>

<file path=ppt/comments/modernComment_103_E04F3CE8.xml><?xml version="1.0" encoding="utf-8"?>
<p188:cmLst xmlns:a="http://schemas.openxmlformats.org/drawingml/2006/main" xmlns:r="http://schemas.openxmlformats.org/officeDocument/2006/relationships" xmlns:p188="http://schemas.microsoft.com/office/powerpoint/2018/8/main">
  <p188:cm id="{07B5D1C8-B455-4BF8-9309-0D7EEEF59D54}" authorId="{D3F71A66-0C34-DF1A-5236-FECDBC820DCB}" created="2026-10-22T02:42:32.147">
    <pc:sldMkLst xmlns:pc="http://schemas.microsoft.com/office/powerpoint/2013/main/command">
      <pc:docMk/>
      <pc:sldMk cId="0" sldId="259"/>
    </pc:sldMkLst>
    <p188:txBody>
      <a:bodyPr/>
      <a:lstStyle/>
      <a:p>
        <a:r>
          <a:t>@@fig-method-v9-components</a:t>
        </a:r>
      </a:p>
    </p188:txBody>
  </p188:cm>
  <p188:cm id="{33885467-775C-4B27-B5D2-4E09C826A294}" authorId="{D3F71A66-0C34-DF1A-5236-FECDBC820DCB}" created="2026-10-26T07:11:39.638Z">
    <pc:sldMkLst xmlns:pc="http://schemas.microsoft.com/office/powerpoint/2013/main/command">
      <pc:docMk/>
      <pc:sldMk cId="0" sldId="259"/>
    </pc:sldMkLst>
    <p188:txBody>
      <a:bodyPr/>
      <a:lstStyle/>
      <a:p>
        <a:r>
          <a:t>PROVENANCE v1</a:t>
        </a:r>
      </a:p>
      <a:p>
        <a:r>
          <a:t>id: fig-method-v9-components</a:t>
        </a:r>
      </a:p>
      <a:p>
        <a:r>
          <a:t>source: 画图/画图代码/e2e/visualization/图表追溯.md</a:t>
        </a:r>
      </a:p>
      <a:p>
        <a:r>
          <a:t/>
        </a:r>
      </a:p>
      <a:p>
        <a:r>
          <a:t>## fig-method-v9-components｜网络架构：components</a:t>
        </a:r>
      </a:p>
      <a:p>
        <a:r>
          <a:t/>
        </a:r>
      </a:p>
      <a:p>
        <a:r>
          <a:t>**共享关系与本页选择。** 本图与`@@fig-overview_v3`、`@@fig-overview_v3-original`、`@@fig-overview_v3-unified`、`@@fig-overview_v3-components`、`@@fig-method-v9`、`@@fig-method-v9-original`、`@@fig-method-v9-unified`共用 `画图/画图代码/e2e/visualization/fig12-revision`。`variant_manifest.json` 按稳定图名选择 `画图/Method总图.pptx` 第4页，配色为 `components`。前三页只切换配色，Pocket固定为2B；第四页提供独立组件，不与配色做交叉总图。共享的是坐标渲染与原生对象装配，不共同计算新的模型结果。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直接复用作者的路径、节点、字体及媒体。本页集中保留16个真实 pose，绿色框对应总览采用的四例；两处 Pocket 各含 surface、atoms、cartoon 三种表示。每个组件独立成组，两份PPT的备选页内容、大小和样式一致。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fig-method-v9-components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t>LigandSeek 的网络架构与信息流。框架的三个阶段 LigandSeek-Find、LigandSeek-Match 和 LigandSeek-Build 分别简称 Find、Match 和 Build。a，Find 在局部80³体素块中联合编码密度和受体原子。四个基础密度场、两种归一化表示和七种空间变换构成56通道密度库。受体嵌入头提供原子特征；3D U-Net 与 Point Transformer V3 通过多尺度融合和迭代回收连接。全局密度图与局部 blob 的形状对应，辅助特征传递给 Match。b，Match 的候选编码器结合48³体素块、口袋原子、blob 与辅助特征。池化、交叉注意力和特征线性调制（FiLM）整合辅助输入。身份编码器融合 SMI-TED、由图神经网络（GNN）编码的分子图及同一复合物中的其他身份。前景头与余弦评分分别输出前景概率和身份匹配分数。c，Build 接收位点、匹配的 SMILES、口袋和密度，默认引擎为密度引导的 PocketXMol（DG-PocketXMol），同时保留其他工具接口。两处 Pocket 显示受体局部折叠和口袋原子，配体隐藏。Build 输出示例为9BJJ中ATP（B:901）的模型首选构象。列表中的 Cc1ccccc1 高亮表示身份选择；该列表和全局 blob 为架构示意。</a:t>
            </a:r>
          </a:p>
          <a:p>
            <a:r>
              <a:t>ENGLISH:</a:t>
            </a:r>
          </a:p>
          <a:p>
            <a:r>
              <a:t>Network architecture and information flow of LigandSeek. The framework comprises LigandSeek-Find (Find), LigandSeek-Match (Match) and LigandSeek-Build (Build). a, Find jointly encodes density and receptor atoms within local 80³ voxel crops. Four base density fields, two normalisations and seven spatial transforms form a 56-channel density bank. A receptor embedding head supplies atom features. A 3D U-Net and Point Transformer V3 are connected through multiscale fusion and recycling. Corresponding blob shapes link the global map to local candidates, and auxiliary features pass to Match. b, The candidate encoder combines a 48³ voxel crop, pocket atoms, blob features and auxiliary features. Pooling, cross-attention and feature-wise linear modulation (FiLM) integrate auxiliary inputs. The identity encoder integrates SMI-TED representations, molecular graphs encoded by a graph neural network (GNN), and other identities in the same complex. A foreground head and cosine scoring yield foreground probabilities and identity-matching scores, respectively. c, Build receives the site, matched SMILES, pocket and density. The default engine is density-guided PocketXMol (DG-PocketXMol), with interfaces to other docking tools. Pocket views show local receptor folds and atoms with the ligand hidden. The output illustrates the model-ranked top-1 ATP pose in 9BJJ (B:901). Highlighted Cc1ccccc1 illustrates identity selection; the identity list and global blobs are architectural schematics.</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1882321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t>LigandSeek 的网络架构与信息流。框架的三个阶段 LigandSeek-Find、LigandSeek-Match 和 LigandSeek-Build 分别简称 Find、Match 和 Build。a，Find 在局部80³体素块中联合编码密度和受体原子。四个基础密度场、两种归一化表示和七种空间变换构成56通道密度库。受体嵌入头提供原子特征；3D U-Net 与 Point Transformer V3 通过多尺度融合和迭代回收连接。全局密度图与局部 blob 的形状对应，辅助特征传递给 Match。b，Match 的候选编码器结合48³体素块、口袋原子、blob 与辅助特征。池化、交叉注意力和特征线性调制（FiLM）整合辅助输入。身份编码器融合 SMI-TED、由图神经网络（GNN）编码的分子图及同一复合物中的其他身份。前景头与余弦评分分别输出前景概率和身份匹配分数。c，Build 接收位点、匹配的 SMILES、口袋和密度，默认引擎为密度引导的 PocketXMol（DG-PocketXMol），同时保留其他工具接口。两处 Pocket 显示受体局部折叠和口袋原子，配体隐藏。Build 输出示例为9BJJ中ATP（B:901）的模型首选构象。列表中的 Cc1ccccc1 高亮表示身份选择；该列表和全局 blob 为架构示意。</a:t>
            </a:r>
          </a:p>
          <a:p>
            <a:r>
              <a:t>ENGLISH:</a:t>
            </a:r>
          </a:p>
          <a:p>
            <a:r>
              <a:t>Network architecture and information flow of LigandSeek. The framework comprises LigandSeek-Find (Find), LigandSeek-Match (Match) and LigandSeek-Build (Build). a, Find jointly encodes density and receptor atoms within local 80³ voxel crops. Four base density fields, two normalisations and seven spatial transforms form a 56-channel density bank. A receptor embedding head supplies atom features. A 3D U-Net and Point Transformer V3 are connected through multiscale fusion and recycling. Corresponding blob shapes link the global map to local candidates, and auxiliary features pass to Match. b, The candidate encoder combines a 48³ voxel crop, pocket atoms, blob features and auxiliary features. Pooling, cross-attention and feature-wise linear modulation (FiLM) integrate auxiliary inputs. The identity encoder integrates SMI-TED representations, molecular graphs encoded by a graph neural network (GNN), and other identities in the same complex. A foreground head and cosine scoring yield foreground probabilities and identity-matching scores, respectively. c, Build receives the site, matched SMILES, pocket and density. The default engine is density-guided PocketXMol (DG-PocketXMol), with interfaces to other docking tools. Pocket views show local receptor folds and atoms with the ligand hidden. The output illustrates the model-ranked top-1 ATP pose in 9BJJ (B:901). Highlighted Cc1ccccc1 illustrates identity selection; the identity list and global blobs are architectural schematics.</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1882321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t>Fig1 与 Fig2 共用的组件与备选。左侧为16个冻结的模型首选构象，绿色框标出主图采用的四例。右侧依次提供 Match、Build 的方案1、2B及仅隐藏输出配体的 cartoon 版；所有 Pocket 使用同一相机及裁剪，不改变各阶段原子定义。SMILES 组件可独立复制，配色选择与局部组件方案相互独立。</a:t>
            </a:r>
          </a:p>
          <a:p>
            <a:r>
              <a:t>ENGLISH:</a:t>
            </a:r>
          </a:p>
          <a:p>
            <a:r>
              <a:t>Shared component alternatives for Figs. 1 and 2. Sixteen frozen model-ranked top-1 poses are shown; green frames mark the four examples used in the overview. Match and Build Pocket alternatives include schemes 1 and 2B and a cartoon-only view with the output ligand hidden. Pocket variants share the camera and crop while retaining the stage-specific atom definitions. SMILES components can be copied independently of the figure colour scheme.</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1882321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t>LigandSeek 的网络架构与信息流。框架的三个阶段 LigandSeek-Find、LigandSeek-Match 和 LigandSeek-Build 分别简称 Find、Match 和 Build。a，Find 在局部80³体素块中联合编码密度和受体原子。四个基础密度场、两种归一化表示和七种空间变换构成56通道密度库。受体嵌入头提供原子特征；3D U-Net 与 Point Transformer V3 通过多尺度融合和迭代回收连接。全局密度图与局部 blob 的形状对应，辅助特征传递给 Match。b，Match 的候选编码器结合48³体素块、口袋原子、blob 与辅助特征。池化、交叉注意力和特征线性调制（FiLM）整合辅助输入。身份编码器融合 SMI-TED、由图神经网络（GNN）编码的分子图及同一复合物中的其他身份。前景头与余弦评分分别输出前景概率和身份匹配分数。c，Build 接收位点、匹配的 SMILES、口袋和密度，默认引擎为密度引导的 PocketXMol（DG-PocketXMol），同时保留其他工具接口。两处 Pocket 显示受体局部折叠和口袋原子，配体隐藏。Build 输出示例为9BJJ中ATP（B:901）的模型首选构象。列表中的 Cc1ccccc1 高亮表示身份选择；该列表和全局 blob 为架构示意。</a:t>
            </a:r>
          </a:p>
          <a:p>
            <a:r>
              <a:t>ENGLISH:</a:t>
            </a:r>
          </a:p>
          <a:p>
            <a:r>
              <a:t>Network architecture and information flow of LigandSeek. The framework comprises LigandSeek-Find (Find), LigandSeek-Match (Match) and LigandSeek-Build (Build). a, Find jointly encodes density and receptor atoms within local 80³ voxel crops. Four base density fields, two normalisations and seven spatial transforms form a 56-channel density bank. A receptor embedding head supplies atom features. A 3D U-Net and Point Transformer V3 are connected through multiscale fusion and recycling. Corresponding blob shapes link the global map to local candidates, and auxiliary features pass to Match. b, The candidate encoder combines a 48³ voxel crop, pocket atoms, blob features and auxiliary features. Pooling, cross-attention and feature-wise linear modulation (FiLM) integrate auxiliary inputs. The identity encoder integrates SMI-TED representations, molecular graphs encoded by a graph neural network (GNN), and other identities in the same complex. A foreground head and cosine scoring yield foreground probabilities and identity-matching scores, respectively. c, Build receives the site, matched SMILES, pocket and density. The default engine is density-guided PocketXMol (DG-PocketXMol), with interfaces to other docking tools. Pocket views show local receptor folds and atoms with the ligand hidden. The output illustrates the model-ranked top-1 ATP pose in 9BJJ (B:901). Highlighted Cc1ccccc1 illustrates identity selection; the identity list and global blobs are architectural schematics.</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1882321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0"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1_E04F3CE8.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2_E04F3CE8.xml"/><Relationship Id="rId7"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18" Type="http://schemas.openxmlformats.org/officeDocument/2006/relationships/image" Target="../media/image22.png"/><Relationship Id="rId3" Type="http://schemas.microsoft.com/office/2018/10/relationships/comments" Target="../comments/modernComment_103_E04F3CE8.xml"/><Relationship Id="rId21" Type="http://schemas.openxmlformats.org/officeDocument/2006/relationships/image" Target="../media/image25.png"/><Relationship Id="rId7" Type="http://schemas.openxmlformats.org/officeDocument/2006/relationships/image" Target="../media/image11.png"/><Relationship Id="rId12" Type="http://schemas.openxmlformats.org/officeDocument/2006/relationships/image" Target="../media/image16.png"/><Relationship Id="rId17" Type="http://schemas.openxmlformats.org/officeDocument/2006/relationships/image" Target="../media/image21.png"/><Relationship Id="rId2" Type="http://schemas.openxmlformats.org/officeDocument/2006/relationships/notesSlide" Target="../notesSlides/notesSlide3.xml"/><Relationship Id="rId16" Type="http://schemas.openxmlformats.org/officeDocument/2006/relationships/image" Target="../media/image20.png"/><Relationship Id="rId20"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10.png"/><Relationship Id="rId11" Type="http://schemas.openxmlformats.org/officeDocument/2006/relationships/image" Target="../media/image15.png"/><Relationship Id="rId24" Type="http://schemas.openxmlformats.org/officeDocument/2006/relationships/image" Target="../media/image26.png"/><Relationship Id="rId5" Type="http://schemas.openxmlformats.org/officeDocument/2006/relationships/image" Target="../media/image9.png"/><Relationship Id="rId15" Type="http://schemas.openxmlformats.org/officeDocument/2006/relationships/image" Target="../media/image19.png"/><Relationship Id="rId23" Type="http://schemas.openxmlformats.org/officeDocument/2006/relationships/image" Target="../media/image6.png"/><Relationship Id="rId10" Type="http://schemas.openxmlformats.org/officeDocument/2006/relationships/image" Target="../media/image14.png"/><Relationship Id="rId19" Type="http://schemas.openxmlformats.org/officeDocument/2006/relationships/image" Target="../media/image23.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 Id="rId22"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0_E04F3CE8.xml"/><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method / original">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5589"/>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5270"/>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4" name="Panel | Build background">
            <a:extLst>
              <a:ext uri="{FF2B5EF4-FFF2-40B4-BE49-F238E27FC236}">
                <a16:creationId xmlns:a16="http://schemas.microsoft.com/office/drawing/2014/main" id="{ED204BA4-647E-6284-03F8-632FC35FBD82}"/>
              </a:ext>
            </a:extLst>
          </p:cNvPr>
          <p:cNvSpPr/>
          <p:nvPr/>
        </p:nvSpPr>
        <p:spPr>
          <a:xfrm>
            <a:off x="4868797" y="85630"/>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58284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1E293B"/>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0127"/>
            <a:ext cx="2531320" cy="123624"/>
          </a:xfrm>
          <a:prstGeom prst="rect">
            <a:avLst/>
          </a:prstGeom>
          <a:noFill/>
        </p:spPr>
        <p:txBody>
          <a:bodyPr wrap="square" lIns="0" tIns="0" rIns="0" bIns="0" anchor="ctr">
            <a:spAutoFit/>
          </a:bodyPr>
          <a:lstStyle/>
          <a:p>
            <a:pPr algn="l">
              <a:lnSpc>
                <a:spcPct val="105000"/>
              </a:lnSpc>
            </a:pPr>
            <a:r>
              <a:rPr sz="822">
                <a:solidFill>
                  <a:srgbClr val="1E293B"/>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1E293B"/>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1E293B"/>
                </a:solidFill>
                <a:latin typeface="Arial"/>
              </a:rPr>
              <a:t>Match: candidate-to-identity assignment</a:t>
            </a:r>
          </a:p>
        </p:txBody>
      </p:sp>
      <p:sp>
        <p:nvSpPr>
          <p:cNvPr id="11" name="TextBox 8">
            <a:extLst>
              <a:ext uri="{FF2B5EF4-FFF2-40B4-BE49-F238E27FC236}">
                <a16:creationId xmlns:a16="http://schemas.microsoft.com/office/drawing/2014/main" id="{C99C17F0-6544-6BC0-1417-555389742DB7}"/>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1E293B"/>
                </a:solidFill>
                <a:latin typeface="Arial"/>
              </a:rPr>
              <a:t>c</a:t>
            </a:r>
          </a:p>
        </p:txBody>
      </p:sp>
      <p:sp>
        <p:nvSpPr>
          <p:cNvPr id="12" name="TextBox 9">
            <a:extLst>
              <a:ext uri="{FF2B5EF4-FFF2-40B4-BE49-F238E27FC236}">
                <a16:creationId xmlns:a16="http://schemas.microsoft.com/office/drawing/2014/main" id="{7A43A7E7-A060-03F0-5B05-9A1425584A8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1E293B"/>
                </a:solidFill>
                <a:latin typeface="Arial"/>
              </a:rPr>
              <a:t>Build: downstream</a:t>
            </a:r>
          </a:p>
          <a:p>
            <a:pPr algn="l">
              <a:lnSpc>
                <a:spcPct val="98000"/>
              </a:lnSpc>
            </a:pPr>
            <a:r>
              <a:rPr sz="795" dirty="0">
                <a:solidFill>
                  <a:srgbClr val="1E293B"/>
                </a:solidFill>
                <a:latin typeface="Arial"/>
              </a:rPr>
              <a:t>pose reconstruction</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469817"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02592" y="318294"/>
            <a:ext cx="664471" cy="101503"/>
          </a:xfrm>
          <a:prstGeom prst="rect">
            <a:avLst/>
          </a:prstGeom>
          <a:noFill/>
        </p:spPr>
        <p:txBody>
          <a:bodyPr wrap="square" lIns="0" tIns="0" rIns="0" bIns="0" anchor="ctr">
            <a:spAutoFit/>
          </a:bodyPr>
          <a:lstStyle/>
          <a:p>
            <a:pPr algn="ctr">
              <a:lnSpc>
                <a:spcPct val="105000"/>
              </a:lnSpc>
            </a:pPr>
            <a:r>
              <a:rPr sz="675" dirty="0">
                <a:solidFill>
                  <a:srgbClr val="1E293B"/>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469816"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376366" y="1053973"/>
            <a:ext cx="664471" cy="101503"/>
          </a:xfrm>
          <a:prstGeom prst="rect">
            <a:avLst/>
          </a:prstGeom>
          <a:noFill/>
        </p:spPr>
        <p:txBody>
          <a:bodyPr wrap="square" lIns="0" tIns="0" rIns="0" bIns="0" anchor="ctr">
            <a:spAutoFit/>
          </a:bodyPr>
          <a:lstStyle/>
          <a:p>
            <a:pPr algn="ctr">
              <a:lnSpc>
                <a:spcPct val="105000"/>
              </a:lnSpc>
            </a:pPr>
            <a:r>
              <a:rPr sz="675" dirty="0">
                <a:solidFill>
                  <a:srgbClr val="1E293B"/>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62711" y="284774"/>
            <a:ext cx="2183263" cy="743575"/>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62711" y="310561"/>
            <a:ext cx="2183263" cy="106632"/>
          </a:xfrm>
          <a:prstGeom prst="rect">
            <a:avLst/>
          </a:prstGeom>
          <a:noFill/>
        </p:spPr>
        <p:txBody>
          <a:bodyPr wrap="square" lIns="0" tIns="0" rIns="0" bIns="0" anchor="ctr">
            <a:spAutoFit/>
          </a:bodyPr>
          <a:lstStyle/>
          <a:p>
            <a:pPr algn="ctr">
              <a:lnSpc>
                <a:spcPct val="105000"/>
              </a:lnSpc>
            </a:pPr>
            <a:r>
              <a:rPr sz="709">
                <a:solidFill>
                  <a:srgbClr val="1E293B"/>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62566" y="415407"/>
            <a:ext cx="2183414" cy="84510"/>
          </a:xfrm>
          <a:prstGeom prst="rect">
            <a:avLst/>
          </a:prstGeom>
          <a:noFill/>
        </p:spPr>
        <p:txBody>
          <a:bodyPr wrap="square" lIns="0" tIns="0" rIns="0" bIns="0" anchor="ctr">
            <a:spAutoFit/>
          </a:bodyPr>
          <a:lstStyle/>
          <a:p>
            <a:pPr algn="ctr">
              <a:lnSpc>
                <a:spcPct val="105000"/>
              </a:lnSpc>
            </a:pPr>
            <a:r>
              <a:rPr sz="562" dirty="0">
                <a:solidFill>
                  <a:srgbClr val="5A6B7C"/>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128828" y="905035"/>
            <a:ext cx="553726" cy="88422"/>
          </a:xfrm>
          <a:prstGeom prst="rect">
            <a:avLst/>
          </a:prstGeom>
          <a:noFill/>
        </p:spPr>
        <p:txBody>
          <a:bodyPr wrap="square" lIns="0" tIns="0" rIns="0" bIns="0" anchor="ctr">
            <a:spAutoFit/>
          </a:bodyPr>
          <a:lstStyle/>
          <a:p>
            <a:pPr algn="ctr">
              <a:lnSpc>
                <a:spcPct val="105000"/>
              </a:lnSpc>
            </a:pPr>
            <a:r>
              <a:rPr sz="588">
                <a:solidFill>
                  <a:srgbClr val="3B78A8"/>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77479" y="905035"/>
            <a:ext cx="553726" cy="88422"/>
          </a:xfrm>
          <a:prstGeom prst="rect">
            <a:avLst/>
          </a:prstGeom>
          <a:noFill/>
        </p:spPr>
        <p:txBody>
          <a:bodyPr wrap="square" lIns="0" tIns="0" rIns="0" bIns="0" anchor="ctr">
            <a:spAutoFit/>
          </a:bodyPr>
          <a:lstStyle/>
          <a:p>
            <a:pPr algn="ctr">
              <a:lnSpc>
                <a:spcPct val="105000"/>
              </a:lnSpc>
            </a:pPr>
            <a:r>
              <a:rPr sz="588">
                <a:solidFill>
                  <a:srgbClr val="7E63A8"/>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426130" y="905035"/>
            <a:ext cx="553726" cy="88422"/>
          </a:xfrm>
          <a:prstGeom prst="rect">
            <a:avLst/>
          </a:prstGeom>
          <a:noFill/>
        </p:spPr>
        <p:txBody>
          <a:bodyPr wrap="square" lIns="0" tIns="0" rIns="0" bIns="0" anchor="ctr">
            <a:spAutoFit/>
          </a:bodyPr>
          <a:lstStyle/>
          <a:p>
            <a:pPr algn="ctr">
              <a:lnSpc>
                <a:spcPct val="105000"/>
              </a:lnSpc>
            </a:pPr>
            <a:r>
              <a:rPr sz="588">
                <a:solidFill>
                  <a:srgbClr val="368274"/>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62711" y="1170736"/>
            <a:ext cx="2183263" cy="585368"/>
          </a:xfrm>
          <a:prstGeom prst="roundRect">
            <a:avLst>
              <a:gd name="adj" fmla="val 5000"/>
            </a:avLst>
          </a:prstGeom>
          <a:solidFill>
            <a:srgbClr val="F2EEF8"/>
          </a:solidFill>
          <a:ln w="7290">
            <a:solidFill>
              <a:srgbClr val="D3CE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53680"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BEAED5"/>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84443"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BEAED5"/>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32283"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BEAED5"/>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54586"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BEAED5"/>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78141"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BEAED5"/>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sp>
        <p:nvSpPr>
          <p:cNvPr id="295" name="Rectangle 12150">
            <a:extLst>
              <a:ext uri="{FF2B5EF4-FFF2-40B4-BE49-F238E27FC236}">
                <a16:creationId xmlns:a16="http://schemas.microsoft.com/office/drawing/2014/main" id="{8BB2EAEF-8D89-55B5-F883-4E54E99BD78E}"/>
              </a:ext>
            </a:extLst>
          </p:cNvPr>
          <p:cNvSpPr/>
          <p:nvPr/>
        </p:nvSpPr>
        <p:spPr>
          <a:xfrm>
            <a:off x="2848673" y="1487151"/>
            <a:ext cx="411339" cy="102835"/>
          </a:xfrm>
          <a:prstGeom prst="rect">
            <a:avLst/>
          </a:prstGeom>
          <a:solidFill>
            <a:srgbClr val="F2EE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96" name="TextBox 12151">
            <a:extLst>
              <a:ext uri="{FF2B5EF4-FFF2-40B4-BE49-F238E27FC236}">
                <a16:creationId xmlns:a16="http://schemas.microsoft.com/office/drawing/2014/main" id="{EF55ECE2-C6C0-8216-6F8B-11F814326338}"/>
              </a:ext>
            </a:extLst>
          </p:cNvPr>
          <p:cNvSpPr txBox="1"/>
          <p:nvPr/>
        </p:nvSpPr>
        <p:spPr>
          <a:xfrm>
            <a:off x="2832852" y="1495608"/>
            <a:ext cx="442981" cy="85921"/>
          </a:xfrm>
          <a:prstGeom prst="rect">
            <a:avLst/>
          </a:prstGeom>
          <a:noFill/>
        </p:spPr>
        <p:txBody>
          <a:bodyPr wrap="square" lIns="0" tIns="0" rIns="0" bIns="0" anchor="ctr">
            <a:spAutoFit/>
          </a:bodyPr>
          <a:lstStyle/>
          <a:p>
            <a:pPr algn="ctr">
              <a:lnSpc>
                <a:spcPct val="105000"/>
              </a:lnSpc>
            </a:pPr>
            <a:r>
              <a:rPr sz="571" i="1">
                <a:solidFill>
                  <a:srgbClr val="3B7DB5"/>
                </a:solidFill>
                <a:latin typeface="Arial"/>
              </a:rPr>
              <a:t>Recycle</a:t>
            </a:r>
          </a:p>
        </p:txBody>
      </p:sp>
      <p:sp>
        <p:nvSpPr>
          <p:cNvPr id="297" name="TextBox 12152">
            <a:extLst>
              <a:ext uri="{FF2B5EF4-FFF2-40B4-BE49-F238E27FC236}">
                <a16:creationId xmlns:a16="http://schemas.microsoft.com/office/drawing/2014/main" id="{DA95DC65-9861-CC7E-7EFC-4B9E07722C91}"/>
              </a:ext>
            </a:extLst>
          </p:cNvPr>
          <p:cNvSpPr txBox="1"/>
          <p:nvPr/>
        </p:nvSpPr>
        <p:spPr>
          <a:xfrm>
            <a:off x="1962711" y="1615773"/>
            <a:ext cx="2183263" cy="106632"/>
          </a:xfrm>
          <a:prstGeom prst="rect">
            <a:avLst/>
          </a:prstGeom>
          <a:noFill/>
        </p:spPr>
        <p:txBody>
          <a:bodyPr wrap="square" lIns="0" tIns="0" rIns="0" bIns="0" anchor="ctr">
            <a:spAutoFit/>
          </a:bodyPr>
          <a:lstStyle/>
          <a:p>
            <a:pPr algn="ctr">
              <a:lnSpc>
                <a:spcPct val="105000"/>
              </a:lnSpc>
            </a:pPr>
            <a:r>
              <a:rPr sz="709">
                <a:solidFill>
                  <a:srgbClr val="1E293B"/>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809120"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B6CB0"/>
                </a:solidFill>
                <a:latin typeface="Arial"/>
              </a:rPr>
              <a:t>F</a:t>
            </a:r>
            <a:r>
              <a:rPr sz="588" dirty="0">
                <a:solidFill>
                  <a:srgbClr val="2B6CB0"/>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29930"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206267" y="307007"/>
            <a:ext cx="696113" cy="111954"/>
          </a:xfrm>
          <a:prstGeom prst="rect">
            <a:avLst/>
          </a:prstGeom>
          <a:noFill/>
        </p:spPr>
        <p:txBody>
          <a:bodyPr wrap="square" lIns="0" tIns="0" rIns="0" bIns="0" anchor="ctr">
            <a:spAutoFit/>
          </a:bodyPr>
          <a:lstStyle/>
          <a:p>
            <a:pPr algn="ctr">
              <a:lnSpc>
                <a:spcPct val="105000"/>
              </a:lnSpc>
            </a:pPr>
            <a:r>
              <a:rPr sz="744" dirty="0">
                <a:solidFill>
                  <a:srgbClr val="1E293B"/>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77751" y="2090304"/>
            <a:ext cx="1186556" cy="107978"/>
          </a:xfrm>
          <a:prstGeom prst="rect">
            <a:avLst/>
          </a:prstGeom>
          <a:noFill/>
        </p:spPr>
        <p:txBody>
          <a:bodyPr wrap="square" lIns="0" tIns="0" rIns="0" bIns="0" anchor="ctr">
            <a:spAutoFit/>
          </a:bodyPr>
          <a:lstStyle/>
          <a:p>
            <a:pPr algn="l">
              <a:lnSpc>
                <a:spcPct val="105000"/>
              </a:lnSpc>
            </a:pPr>
            <a:r>
              <a:rPr sz="718" dirty="0">
                <a:solidFill>
                  <a:srgbClr val="1E293B"/>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06672" y="2090304"/>
            <a:ext cx="1186556" cy="107978"/>
          </a:xfrm>
          <a:prstGeom prst="rect">
            <a:avLst/>
          </a:prstGeom>
          <a:noFill/>
        </p:spPr>
        <p:txBody>
          <a:bodyPr wrap="square" lIns="0" tIns="0" rIns="0" bIns="0" anchor="ctr">
            <a:spAutoFit/>
          </a:bodyPr>
          <a:lstStyle/>
          <a:p>
            <a:pPr algn="l">
              <a:lnSpc>
                <a:spcPct val="105000"/>
              </a:lnSpc>
            </a:pPr>
            <a:r>
              <a:rPr sz="718" dirty="0">
                <a:solidFill>
                  <a:srgbClr val="1E293B"/>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69841" y="2270869"/>
            <a:ext cx="442981" cy="93744"/>
          </a:xfrm>
          <a:prstGeom prst="rect">
            <a:avLst/>
          </a:prstGeom>
          <a:noFill/>
        </p:spPr>
        <p:txBody>
          <a:bodyPr wrap="square" lIns="0" tIns="0" rIns="0" bIns="0" anchor="ctr">
            <a:spAutoFit/>
          </a:bodyPr>
          <a:lstStyle/>
          <a:p>
            <a:pPr algn="ctr">
              <a:lnSpc>
                <a:spcPct val="105000"/>
              </a:lnSpc>
            </a:pPr>
            <a:r>
              <a:rPr sz="623">
                <a:solidFill>
                  <a:srgbClr val="1E293B"/>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152374" y="2270869"/>
            <a:ext cx="442981" cy="93744"/>
          </a:xfrm>
          <a:prstGeom prst="rect">
            <a:avLst/>
          </a:prstGeom>
          <a:noFill/>
        </p:spPr>
        <p:txBody>
          <a:bodyPr wrap="square" lIns="0" tIns="0" rIns="0" bIns="0" anchor="ctr">
            <a:spAutoFit/>
          </a:bodyPr>
          <a:lstStyle/>
          <a:p>
            <a:pPr algn="ctr">
              <a:lnSpc>
                <a:spcPct val="105000"/>
              </a:lnSpc>
            </a:pPr>
            <a:r>
              <a:rPr sz="623" dirty="0">
                <a:solidFill>
                  <a:srgbClr val="1E293B"/>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99858"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709890" y="2851277"/>
            <a:ext cx="340209" cy="97203"/>
          </a:xfrm>
          <a:prstGeom prst="rect">
            <a:avLst/>
          </a:prstGeom>
          <a:noFill/>
        </p:spPr>
        <p:txBody>
          <a:bodyPr wrap="square" lIns="0" tIns="0" rIns="0" bIns="0" anchor="ctr">
            <a:spAutoFit/>
          </a:bodyPr>
          <a:lstStyle/>
          <a:p>
            <a:pPr algn="ctr">
              <a:lnSpc>
                <a:spcPct val="105000"/>
              </a:lnSpc>
            </a:pPr>
            <a:r>
              <a:rPr sz="623">
                <a:solidFill>
                  <a:srgbClr val="1E293B"/>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159452" y="2851277"/>
            <a:ext cx="340209" cy="97203"/>
          </a:xfrm>
          <a:prstGeom prst="rect">
            <a:avLst/>
          </a:prstGeom>
          <a:noFill/>
        </p:spPr>
        <p:txBody>
          <a:bodyPr wrap="square" lIns="0" tIns="0" rIns="0" bIns="0" anchor="ctr">
            <a:spAutoFit/>
          </a:bodyPr>
          <a:lstStyle/>
          <a:p>
            <a:pPr algn="ctr">
              <a:lnSpc>
                <a:spcPct val="105000"/>
              </a:lnSpc>
            </a:pPr>
            <a:r>
              <a:rPr sz="623">
                <a:solidFill>
                  <a:srgbClr val="1E293B"/>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87803" y="3041632"/>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701262" y="2259965"/>
            <a:ext cx="286938" cy="92333"/>
          </a:xfrm>
          <a:prstGeom prst="rect">
            <a:avLst/>
          </a:prstGeom>
          <a:noFill/>
        </p:spPr>
        <p:txBody>
          <a:bodyPr wrap="none" lIns="0" tIns="0" rIns="0" bIns="0" anchor="ctr">
            <a:spAutoFit/>
          </a:bodyPr>
          <a:lstStyle/>
          <a:p>
            <a:pPr algn="ctr">
              <a:lnSpc>
                <a:spcPct val="105000"/>
              </a:lnSpc>
            </a:pPr>
            <a:r>
              <a:rPr sz="614">
                <a:solidFill>
                  <a:srgbClr val="27364B"/>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718368"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81144"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824075"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659904" y="2614551"/>
            <a:ext cx="328616" cy="92333"/>
          </a:xfrm>
          <a:prstGeom prst="rect">
            <a:avLst/>
          </a:prstGeom>
          <a:noFill/>
        </p:spPr>
        <p:txBody>
          <a:bodyPr wrap="none" lIns="0" tIns="0" rIns="0" bIns="0" anchor="ctr">
            <a:spAutoFit/>
          </a:bodyPr>
          <a:lstStyle/>
          <a:p>
            <a:pPr algn="ctr">
              <a:lnSpc>
                <a:spcPct val="105000"/>
              </a:lnSpc>
            </a:pPr>
            <a:r>
              <a:rPr sz="614" dirty="0">
                <a:solidFill>
                  <a:srgbClr val="2B6CB0"/>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77123"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1E293B"/>
                </a:solidFill>
                <a:latin typeface="Arial"/>
              </a:rPr>
              <a:t>B</a:t>
            </a:r>
            <a:r>
              <a:rPr lang="en-US" altLang="zh-CN" sz="600" dirty="0">
                <a:solidFill>
                  <a:srgbClr val="1E293B"/>
                </a:solidFill>
                <a:latin typeface="Arial"/>
              </a:rPr>
              <a:t>ase s</a:t>
            </a:r>
            <a:r>
              <a:rPr sz="600" dirty="0">
                <a:solidFill>
                  <a:srgbClr val="1E293B"/>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252881" y="2371206"/>
            <a:ext cx="169918" cy="126509"/>
          </a:xfrm>
          <a:prstGeom prst="rect">
            <a:avLst/>
          </a:prstGeom>
          <a:noFill/>
        </p:spPr>
        <p:txBody>
          <a:bodyPr wrap="none" lIns="0" tIns="0" rIns="0" bIns="0" anchor="ctr">
            <a:spAutoFit/>
          </a:bodyPr>
          <a:lstStyle/>
          <a:p>
            <a:pPr algn="ctr"/>
            <a:r>
              <a:rPr sz="855" i="1">
                <a:solidFill>
                  <a:srgbClr val="1E293B"/>
                </a:solidFill>
                <a:latin typeface="Times New Roman"/>
              </a:rPr>
              <a:t>h</a:t>
            </a:r>
            <a:r>
              <a:rPr sz="780" i="1" baseline="-28000">
                <a:solidFill>
                  <a:srgbClr val="1E293B"/>
                </a:solidFill>
                <a:latin typeface="Times New Roman"/>
              </a:rPr>
              <a:t>j</a:t>
            </a:r>
            <a:r>
              <a:rPr sz="780" baseline="32000">
                <a:solidFill>
                  <a:srgbClr val="1E293B"/>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156411"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204438"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252465"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300493"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348521"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96548"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444575"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69841"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65954"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735251" y="3370950"/>
            <a:ext cx="134652" cy="80599"/>
          </a:xfrm>
          <a:prstGeom prst="rect">
            <a:avLst/>
          </a:prstGeom>
          <a:noFill/>
        </p:spPr>
        <p:txBody>
          <a:bodyPr wrap="none" lIns="0" tIns="0" rIns="0" bIns="0" anchor="ctr">
            <a:spAutoFit/>
          </a:bodyPr>
          <a:lstStyle/>
          <a:p>
            <a:pPr algn="l">
              <a:lnSpc>
                <a:spcPct val="105000"/>
              </a:lnSpc>
            </a:pPr>
            <a:r>
              <a:rPr sz="536" dirty="0">
                <a:solidFill>
                  <a:srgbClr val="1D6D5E"/>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156994"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4E3D73"/>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97664" y="3430400"/>
            <a:ext cx="126566" cy="84510"/>
          </a:xfrm>
          <a:prstGeom prst="rect">
            <a:avLst/>
          </a:prstGeom>
          <a:noFill/>
        </p:spPr>
        <p:txBody>
          <a:bodyPr wrap="square" lIns="0" tIns="0" rIns="0" bIns="0" anchor="ctr">
            <a:spAutoFit/>
          </a:bodyPr>
          <a:lstStyle/>
          <a:p>
            <a:pPr algn="ctr">
              <a:lnSpc>
                <a:spcPct val="105000"/>
              </a:lnSpc>
            </a:pPr>
            <a:r>
              <a:rPr sz="562">
                <a:solidFill>
                  <a:srgbClr val="3B7DB5"/>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160262"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141171"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89198"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237225"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85253"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333281"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81308"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429335"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2026801" y="3947306"/>
            <a:ext cx="70532" cy="126509"/>
          </a:xfrm>
          <a:prstGeom prst="rect">
            <a:avLst/>
          </a:prstGeom>
          <a:noFill/>
        </p:spPr>
        <p:txBody>
          <a:bodyPr wrap="none" lIns="0" tIns="0" rIns="0" bIns="0" anchor="ctr">
            <a:spAutoFit/>
          </a:bodyPr>
          <a:lstStyle/>
          <a:p>
            <a:pPr algn="ctr"/>
            <a:r>
              <a:rPr sz="855" i="1">
                <a:solidFill>
                  <a:srgbClr val="1E293B"/>
                </a:solidFill>
                <a:latin typeface="Times New Roman"/>
              </a:rPr>
              <a:t>h</a:t>
            </a:r>
            <a:r>
              <a:rPr sz="780" i="1" baseline="-28000">
                <a:solidFill>
                  <a:srgbClr val="1E293B"/>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756855"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758300" y="4176444"/>
            <a:ext cx="121828" cy="122341"/>
          </a:xfrm>
          <a:prstGeom prst="rect">
            <a:avLst/>
          </a:prstGeom>
          <a:noFill/>
        </p:spPr>
        <p:txBody>
          <a:bodyPr wrap="none" lIns="0" tIns="0" rIns="0" bIns="0" anchor="ctr">
            <a:spAutoFit/>
          </a:bodyPr>
          <a:lstStyle/>
          <a:p>
            <a:pPr algn="ctr"/>
            <a:r>
              <a:rPr sz="827" i="1" dirty="0" err="1">
                <a:solidFill>
                  <a:srgbClr val="1E293B"/>
                </a:solidFill>
                <a:latin typeface="Times New Roman"/>
              </a:rPr>
              <a:t>p</a:t>
            </a:r>
            <a:r>
              <a:rPr sz="780" i="1" baseline="-28000" dirty="0" err="1">
                <a:solidFill>
                  <a:srgbClr val="1E293B"/>
                </a:solidFill>
                <a:latin typeface="Times New Roman"/>
              </a:rPr>
              <a:t>j</a:t>
            </a:r>
            <a:r>
              <a:rPr sz="780" baseline="32000" dirty="0" err="1">
                <a:solidFill>
                  <a:srgbClr val="1E293B"/>
                </a:solidFill>
                <a:latin typeface="Arial"/>
              </a:rPr>
              <a:t>fg</a:t>
            </a:r>
            <a:endParaRPr sz="780" baseline="32000" dirty="0">
              <a:solidFill>
                <a:srgbClr val="1E293B"/>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89562" y="4310121"/>
            <a:ext cx="666849" cy="79445"/>
          </a:xfrm>
          <a:prstGeom prst="rect">
            <a:avLst/>
          </a:prstGeom>
          <a:noFill/>
        </p:spPr>
        <p:txBody>
          <a:bodyPr wrap="none" lIns="0" tIns="0" rIns="0" bIns="0" anchor="ctr">
            <a:spAutoFit/>
          </a:bodyPr>
          <a:lstStyle/>
          <a:p>
            <a:pPr algn="l">
              <a:lnSpc>
                <a:spcPct val="105000"/>
              </a:lnSpc>
            </a:pPr>
            <a:r>
              <a:rPr sz="528" dirty="0">
                <a:solidFill>
                  <a:srgbClr val="5A6B7C"/>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26355" y="2206291"/>
            <a:ext cx="1195840" cy="88422"/>
          </a:xfrm>
          <a:prstGeom prst="rect">
            <a:avLst/>
          </a:prstGeom>
          <a:noFill/>
        </p:spPr>
        <p:txBody>
          <a:bodyPr wrap="none" lIns="0" tIns="0" rIns="0" bIns="0" anchor="ctr">
            <a:spAutoFit/>
          </a:bodyPr>
          <a:lstStyle/>
          <a:p>
            <a:pPr algn="ctr">
              <a:lnSpc>
                <a:spcPct val="105000"/>
              </a:lnSpc>
            </a:pPr>
            <a:r>
              <a:rPr sz="588">
                <a:solidFill>
                  <a:srgbClr val="5A6B7C"/>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05025" y="2309830"/>
            <a:ext cx="838500" cy="512745"/>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260398" y="2338063"/>
            <a:ext cx="727754" cy="85921"/>
          </a:xfrm>
          <a:prstGeom prst="rect">
            <a:avLst/>
          </a:prstGeom>
          <a:noFill/>
        </p:spPr>
        <p:txBody>
          <a:bodyPr wrap="square" lIns="0" tIns="0" rIns="0" bIns="0" anchor="ctr">
            <a:spAutoFit/>
          </a:bodyPr>
          <a:lstStyle/>
          <a:p>
            <a:pPr algn="l">
              <a:lnSpc>
                <a:spcPct val="105000"/>
              </a:lnSpc>
            </a:pPr>
            <a:r>
              <a:rPr sz="571" dirty="0">
                <a:solidFill>
                  <a:srgbClr val="4E739E"/>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260398" y="2440897"/>
            <a:ext cx="727754" cy="85921"/>
          </a:xfrm>
          <a:prstGeom prst="rect">
            <a:avLst/>
          </a:prstGeom>
          <a:noFill/>
        </p:spPr>
        <p:txBody>
          <a:bodyPr wrap="square" lIns="0" tIns="0" rIns="0" bIns="0" anchor="ctr">
            <a:spAutoFit/>
          </a:bodyPr>
          <a:lstStyle/>
          <a:p>
            <a:pPr algn="l">
              <a:lnSpc>
                <a:spcPct val="105000"/>
              </a:lnSpc>
            </a:pPr>
            <a:r>
              <a:rPr sz="571" dirty="0">
                <a:solidFill>
                  <a:srgbClr val="8E6B3E"/>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36667"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268308" y="2585570"/>
            <a:ext cx="711934" cy="85921"/>
          </a:xfrm>
          <a:prstGeom prst="rect">
            <a:avLst/>
          </a:prstGeom>
          <a:noFill/>
        </p:spPr>
        <p:txBody>
          <a:bodyPr wrap="square" lIns="0" tIns="0" rIns="0" bIns="0" anchor="ctr">
            <a:spAutoFit/>
          </a:bodyPr>
          <a:lstStyle/>
          <a:p>
            <a:pPr algn="l">
              <a:lnSpc>
                <a:spcPct val="105000"/>
              </a:lnSpc>
            </a:pPr>
            <a:r>
              <a:rPr sz="571" dirty="0">
                <a:solidFill>
                  <a:srgbClr val="14532D"/>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260398" y="2714369"/>
            <a:ext cx="727754" cy="85921"/>
          </a:xfrm>
          <a:prstGeom prst="rect">
            <a:avLst/>
          </a:prstGeom>
          <a:noFill/>
        </p:spPr>
        <p:txBody>
          <a:bodyPr wrap="square" lIns="0" tIns="0" rIns="0" bIns="0" anchor="ctr">
            <a:spAutoFit/>
          </a:bodyPr>
          <a:lstStyle/>
          <a:p>
            <a:pPr algn="l">
              <a:lnSpc>
                <a:spcPct val="105000"/>
              </a:lnSpc>
            </a:pPr>
            <a:r>
              <a:rPr sz="571" dirty="0">
                <a:solidFill>
                  <a:srgbClr val="6D5B97"/>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41172" y="2643822"/>
            <a:ext cx="181140" cy="80599"/>
          </a:xfrm>
          <a:prstGeom prst="rect">
            <a:avLst/>
          </a:prstGeom>
          <a:noFill/>
        </p:spPr>
        <p:txBody>
          <a:bodyPr wrap="none" lIns="0" tIns="0" rIns="0" bIns="0" anchor="ctr">
            <a:spAutoFit/>
          </a:bodyPr>
          <a:lstStyle/>
          <a:p>
            <a:pPr algn="l">
              <a:lnSpc>
                <a:spcPct val="105000"/>
              </a:lnSpc>
            </a:pPr>
            <a:r>
              <a:rPr sz="536" dirty="0" err="1">
                <a:solidFill>
                  <a:srgbClr val="5A6B7C"/>
                </a:solidFill>
                <a:latin typeface="Arial"/>
              </a:rPr>
              <a:t>RDKit</a:t>
            </a:r>
            <a:endParaRPr sz="536" dirty="0">
              <a:solidFill>
                <a:srgbClr val="5A6B7C"/>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17417"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791488" y="3080344"/>
            <a:ext cx="336631" cy="80599"/>
          </a:xfrm>
          <a:prstGeom prst="rect">
            <a:avLst/>
          </a:prstGeom>
          <a:noFill/>
        </p:spPr>
        <p:txBody>
          <a:bodyPr wrap="none" lIns="0" tIns="0" rIns="0" bIns="0" anchor="ctr">
            <a:spAutoFit/>
          </a:bodyPr>
          <a:lstStyle/>
          <a:p>
            <a:pPr algn="ctr">
              <a:lnSpc>
                <a:spcPct val="105000"/>
              </a:lnSpc>
            </a:pPr>
            <a:r>
              <a:rPr sz="536">
                <a:solidFill>
                  <a:srgbClr val="5A6B7C"/>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777865"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2991445" y="3388848"/>
            <a:ext cx="134652" cy="80599"/>
          </a:xfrm>
          <a:prstGeom prst="rect">
            <a:avLst/>
          </a:prstGeom>
          <a:noFill/>
        </p:spPr>
        <p:txBody>
          <a:bodyPr wrap="none" lIns="0" tIns="0" rIns="0" bIns="0" anchor="ctr">
            <a:spAutoFit/>
          </a:bodyPr>
          <a:lstStyle/>
          <a:p>
            <a:pPr algn="l">
              <a:lnSpc>
                <a:spcPct val="105000"/>
              </a:lnSpc>
            </a:pPr>
            <a:r>
              <a:rPr sz="536" dirty="0">
                <a:solidFill>
                  <a:srgbClr val="1D6D5E"/>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51299"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Graph</a:t>
            </a:r>
            <a:r>
              <a:rPr sz="580" dirty="0">
                <a:solidFill>
                  <a:srgbClr val="1D6D5E"/>
                </a:solidFill>
                <a:latin typeface="Arial"/>
              </a:rPr>
              <a:t> </a:t>
            </a:r>
            <a:r>
              <a:rPr sz="588" dirty="0">
                <a:solidFill>
                  <a:srgbClr val="1D6D5E"/>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13848"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481889"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23136"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564383"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05630"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46877"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688124"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29371"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07860" y="3475189"/>
            <a:ext cx="126566" cy="81946"/>
          </a:xfrm>
          <a:prstGeom prst="rect">
            <a:avLst/>
          </a:prstGeom>
          <a:noFill/>
        </p:spPr>
        <p:txBody>
          <a:bodyPr wrap="square" lIns="0" tIns="0" rIns="0" bIns="0" anchor="ctr">
            <a:spAutoFit/>
          </a:bodyPr>
          <a:lstStyle/>
          <a:p>
            <a:pPr algn="ctr">
              <a:lnSpc>
                <a:spcPct val="105000"/>
              </a:lnSpc>
            </a:pPr>
            <a:r>
              <a:rPr sz="545" dirty="0">
                <a:solidFill>
                  <a:srgbClr val="1D6D5E"/>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14124" y="3475189"/>
            <a:ext cx="126566" cy="81946"/>
          </a:xfrm>
          <a:prstGeom prst="rect">
            <a:avLst/>
          </a:prstGeom>
          <a:noFill/>
        </p:spPr>
        <p:txBody>
          <a:bodyPr wrap="square" lIns="0" tIns="0" rIns="0" bIns="0" anchor="ctr">
            <a:spAutoFit/>
          </a:bodyPr>
          <a:lstStyle/>
          <a:p>
            <a:pPr algn="ctr">
              <a:lnSpc>
                <a:spcPct val="105000"/>
              </a:lnSpc>
            </a:pPr>
            <a:r>
              <a:rPr sz="545">
                <a:solidFill>
                  <a:srgbClr val="1D6D5E"/>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28298"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5A6B7C"/>
                </a:solidFill>
                <a:latin typeface="Arial"/>
              </a:rPr>
              <a:t>  </a:t>
            </a:r>
            <a:r>
              <a:rPr sz="519" dirty="0">
                <a:solidFill>
                  <a:srgbClr val="5A6B7C"/>
                </a:solidFill>
                <a:latin typeface="Arial"/>
              </a:rPr>
              <a:t>Other</a:t>
            </a:r>
          </a:p>
          <a:p>
            <a:pPr algn="l">
              <a:lnSpc>
                <a:spcPct val="95000"/>
              </a:lnSpc>
            </a:pPr>
            <a:r>
              <a:rPr sz="519" dirty="0">
                <a:solidFill>
                  <a:srgbClr val="5A6B7C"/>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095413"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083077" y="3197919"/>
            <a:ext cx="79104" cy="67711"/>
          </a:xfrm>
          <a:prstGeom prst="rect">
            <a:avLst/>
          </a:prstGeom>
          <a:noFill/>
        </p:spPr>
        <p:txBody>
          <a:bodyPr wrap="square" lIns="0" tIns="0" rIns="0" bIns="0" anchor="ctr">
            <a:spAutoFit/>
          </a:bodyPr>
          <a:lstStyle/>
          <a:p>
            <a:pPr algn="ctr">
              <a:lnSpc>
                <a:spcPct val="105000"/>
              </a:lnSpc>
            </a:pPr>
            <a:r>
              <a:rPr sz="522" dirty="0">
                <a:solidFill>
                  <a:srgbClr val="4E739E"/>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178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26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274244"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22366"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370487"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18609"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083077" y="3270220"/>
            <a:ext cx="79104" cy="67711"/>
          </a:xfrm>
          <a:prstGeom prst="rect">
            <a:avLst/>
          </a:prstGeom>
          <a:noFill/>
        </p:spPr>
        <p:txBody>
          <a:bodyPr wrap="square" lIns="0" tIns="0" rIns="0" bIns="0" anchor="ctr">
            <a:spAutoFit/>
          </a:bodyPr>
          <a:lstStyle/>
          <a:p>
            <a:pPr algn="ctr">
              <a:lnSpc>
                <a:spcPct val="105000"/>
              </a:lnSpc>
            </a:pPr>
            <a:r>
              <a:rPr sz="522" dirty="0">
                <a:solidFill>
                  <a:srgbClr val="8E6B3E"/>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178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26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274244"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22366"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370487"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18609"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083077" y="3342522"/>
            <a:ext cx="79104" cy="67711"/>
          </a:xfrm>
          <a:prstGeom prst="rect">
            <a:avLst/>
          </a:prstGeom>
          <a:noFill/>
        </p:spPr>
        <p:txBody>
          <a:bodyPr wrap="square" lIns="0" tIns="0" rIns="0" bIns="0" anchor="ctr">
            <a:spAutoFit/>
          </a:bodyPr>
          <a:lstStyle/>
          <a:p>
            <a:pPr algn="ctr">
              <a:lnSpc>
                <a:spcPct val="105000"/>
              </a:lnSpc>
            </a:pPr>
            <a:r>
              <a:rPr sz="522" dirty="0">
                <a:solidFill>
                  <a:srgbClr val="6D5B97"/>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178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26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274244"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22366"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370487"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18609"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36209" y="3400472"/>
            <a:ext cx="134652" cy="80599"/>
          </a:xfrm>
          <a:prstGeom prst="rect">
            <a:avLst/>
          </a:prstGeom>
          <a:noFill/>
        </p:spPr>
        <p:txBody>
          <a:bodyPr wrap="none" lIns="0" tIns="0" rIns="0" bIns="0" anchor="ctr">
            <a:spAutoFit/>
          </a:bodyPr>
          <a:lstStyle/>
          <a:p>
            <a:pPr algn="l">
              <a:lnSpc>
                <a:spcPct val="105000"/>
              </a:lnSpc>
            </a:pPr>
            <a:r>
              <a:rPr sz="536" dirty="0">
                <a:solidFill>
                  <a:srgbClr val="1D6D5E"/>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3980242"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Context</a:t>
            </a:r>
            <a:r>
              <a:rPr sz="580" dirty="0">
                <a:solidFill>
                  <a:srgbClr val="1D6D5E"/>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34426" y="3733697"/>
            <a:ext cx="379698" cy="14238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458158"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06185"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54212"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02239"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50267"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698294"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46321"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27018" y="3947306"/>
            <a:ext cx="84960" cy="126509"/>
          </a:xfrm>
          <a:prstGeom prst="rect">
            <a:avLst/>
          </a:prstGeom>
          <a:noFill/>
        </p:spPr>
        <p:txBody>
          <a:bodyPr wrap="none" lIns="0" tIns="0" rIns="0" bIns="0" anchor="ctr">
            <a:spAutoFit/>
          </a:bodyPr>
          <a:lstStyle/>
          <a:p>
            <a:pPr algn="ctr"/>
            <a:r>
              <a:rPr sz="855" i="1">
                <a:solidFill>
                  <a:srgbClr val="1E293B"/>
                </a:solidFill>
                <a:latin typeface="Times New Roman"/>
              </a:rPr>
              <a:t>g</a:t>
            </a:r>
            <a:r>
              <a:rPr sz="780" i="1" baseline="-28000">
                <a:solidFill>
                  <a:srgbClr val="1E293B"/>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28756" y="4164813"/>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a:solidFill>
                  <a:srgbClr val="1D6D5E"/>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29878" y="4326634"/>
            <a:ext cx="585097" cy="79445"/>
          </a:xfrm>
          <a:prstGeom prst="rect">
            <a:avLst/>
          </a:prstGeom>
          <a:noFill/>
        </p:spPr>
        <p:txBody>
          <a:bodyPr wrap="none" lIns="0" tIns="0" rIns="0" bIns="0" anchor="ctr">
            <a:spAutoFit/>
          </a:bodyPr>
          <a:lstStyle/>
          <a:p>
            <a:pPr algn="ctr">
              <a:lnSpc>
                <a:spcPct val="105000"/>
              </a:lnSpc>
            </a:pPr>
            <a:r>
              <a:rPr sz="528" dirty="0">
                <a:solidFill>
                  <a:srgbClr val="5A6B7C"/>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884649" y="4086560"/>
            <a:ext cx="104196" cy="117083"/>
          </a:xfrm>
          <a:prstGeom prst="rect">
            <a:avLst/>
          </a:prstGeom>
          <a:noFill/>
        </p:spPr>
        <p:txBody>
          <a:bodyPr wrap="none" lIns="0" tIns="0" rIns="0" bIns="0" anchor="ctr">
            <a:spAutoFit/>
          </a:bodyPr>
          <a:lstStyle/>
          <a:p>
            <a:pPr algn="ctr"/>
            <a:r>
              <a:rPr sz="791" i="1" dirty="0" err="1">
                <a:solidFill>
                  <a:srgbClr val="1E293B"/>
                </a:solidFill>
                <a:latin typeface="Times New Roman"/>
              </a:rPr>
              <a:t>s</a:t>
            </a:r>
            <a:r>
              <a:rPr sz="780" i="1" baseline="-28000" dirty="0" err="1">
                <a:solidFill>
                  <a:srgbClr val="1E293B"/>
                </a:solidFill>
                <a:latin typeface="Times New Roman"/>
              </a:rPr>
              <a:t>j,k</a:t>
            </a:r>
            <a:endParaRPr sz="780" i="1" baseline="-28000" dirty="0">
              <a:solidFill>
                <a:srgbClr val="1E293B"/>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44023" y="3931330"/>
            <a:ext cx="479297" cy="87268"/>
          </a:xfrm>
          <a:prstGeom prst="rect">
            <a:avLst/>
          </a:prstGeom>
          <a:noFill/>
        </p:spPr>
        <p:txBody>
          <a:bodyPr wrap="none" lIns="0" tIns="0" rIns="0" bIns="0" anchor="ctr">
            <a:spAutoFit/>
          </a:bodyPr>
          <a:lstStyle/>
          <a:p>
            <a:pPr algn="ctr">
              <a:lnSpc>
                <a:spcPct val="105000"/>
              </a:lnSpc>
            </a:pPr>
            <a:r>
              <a:rPr sz="580">
                <a:solidFill>
                  <a:srgbClr val="1E293B"/>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382527" y="4018471"/>
            <a:ext cx="102835" cy="85921"/>
          </a:xfrm>
          <a:prstGeom prst="rect">
            <a:avLst/>
          </a:prstGeom>
          <a:noFill/>
        </p:spPr>
        <p:txBody>
          <a:bodyPr wrap="square" lIns="0" tIns="0" rIns="0" bIns="0" anchor="ctr">
            <a:spAutoFit/>
          </a:bodyPr>
          <a:lstStyle/>
          <a:p>
            <a:pPr algn="ctr">
              <a:lnSpc>
                <a:spcPct val="105000"/>
              </a:lnSpc>
            </a:pPr>
            <a:r>
              <a:rPr sz="571" dirty="0">
                <a:solidFill>
                  <a:srgbClr val="1D6D5E"/>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083077" y="4169314"/>
            <a:ext cx="87014" cy="85921"/>
          </a:xfrm>
          <a:prstGeom prst="rect">
            <a:avLst/>
          </a:prstGeom>
          <a:noFill/>
        </p:spPr>
        <p:txBody>
          <a:bodyPr wrap="square" lIns="0" tIns="0" rIns="0" bIns="0" anchor="ctr">
            <a:spAutoFit/>
          </a:bodyPr>
          <a:lstStyle/>
          <a:p>
            <a:pPr algn="ctr">
              <a:lnSpc>
                <a:spcPct val="105000"/>
              </a:lnSpc>
            </a:pPr>
            <a:r>
              <a:rPr sz="571">
                <a:solidFill>
                  <a:srgbClr val="1D6D5E"/>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17800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28083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38367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48650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178001"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28083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383671"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48650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17800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28083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38367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48650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178002" y="4312989"/>
            <a:ext cx="411339" cy="82587"/>
          </a:xfrm>
          <a:prstGeom prst="rect">
            <a:avLst/>
          </a:prstGeom>
          <a:noFill/>
        </p:spPr>
        <p:txBody>
          <a:bodyPr wrap="square" lIns="0" tIns="0" rIns="0" bIns="0" anchor="ctr">
            <a:spAutoFit/>
          </a:bodyPr>
          <a:lstStyle/>
          <a:p>
            <a:pPr algn="ctr">
              <a:lnSpc>
                <a:spcPct val="105000"/>
              </a:lnSpc>
            </a:pPr>
            <a:r>
              <a:rPr sz="536">
                <a:solidFill>
                  <a:srgbClr val="5A6B7C"/>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67869"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589586" y="1155648"/>
            <a:ext cx="150375" cy="102721"/>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66446" y="1024437"/>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a:off x="4374195" y="1164655"/>
            <a:ext cx="152150" cy="82991"/>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45824" y="1518303"/>
            <a:ext cx="433362" cy="157954"/>
          </a:xfrm>
          <a:prstGeom prst="rect">
            <a:avLst/>
          </a:prstGeom>
          <a:noFill/>
          <a:ln w="6885">
            <a:noFill/>
            <a:prstDash val="solid"/>
          </a:ln>
        </p:spPr>
        <p:txBody>
          <a:bodyPr lIns="0" tIns="0" rIns="0" bIns="0" anchor="ctr"/>
          <a:lstStyle>
            <a:defPPr algn="ctr">
              <a:defRPr sz="590" b="0">
                <a:solidFill>
                  <a:srgbClr val="71808C"/>
                </a:solidFill>
                <a:latin typeface="Arial"/>
                <a:ea typeface="Arial"/>
                <a:cs typeface="Arial"/>
              </a:defRPr>
            </a:defPPr>
            <a:lvl1pPr algn="ctr">
              <a:defRPr sz="590" b="0">
                <a:solidFill>
                  <a:srgbClr val="71808C"/>
                </a:solidFill>
                <a:latin typeface="Arial"/>
                <a:ea typeface="Arial"/>
                <a:cs typeface="Arial"/>
              </a:defRPr>
            </a:lvl1pPr>
            <a:lvl2pPr algn="ctr">
              <a:defRPr sz="590" b="0">
                <a:solidFill>
                  <a:srgbClr val="71808C"/>
                </a:solidFill>
                <a:latin typeface="Arial"/>
                <a:ea typeface="Arial"/>
                <a:cs typeface="Arial"/>
              </a:defRPr>
            </a:lvl2pPr>
            <a:lvl3pPr algn="ctr">
              <a:defRPr sz="590" b="0">
                <a:solidFill>
                  <a:srgbClr val="71808C"/>
                </a:solidFill>
                <a:latin typeface="Arial"/>
                <a:ea typeface="Arial"/>
                <a:cs typeface="Arial"/>
              </a:defRPr>
            </a:lvl3pPr>
            <a:lvl4pPr algn="ctr">
              <a:defRPr sz="590" b="0">
                <a:solidFill>
                  <a:srgbClr val="71808C"/>
                </a:solidFill>
                <a:latin typeface="Arial"/>
                <a:ea typeface="Arial"/>
                <a:cs typeface="Arial"/>
              </a:defRPr>
            </a:lvl4pPr>
            <a:lvl5pPr algn="ctr">
              <a:defRPr sz="590" b="0">
                <a:solidFill>
                  <a:srgbClr val="71808C"/>
                </a:solidFill>
                <a:latin typeface="Arial"/>
                <a:ea typeface="Arial"/>
                <a:cs typeface="Arial"/>
              </a:defRPr>
            </a:lvl5pPr>
            <a:lvl6pPr algn="ctr">
              <a:defRPr sz="590" b="0">
                <a:solidFill>
                  <a:srgbClr val="71808C"/>
                </a:solidFill>
                <a:latin typeface="Arial"/>
                <a:ea typeface="Arial"/>
                <a:cs typeface="Arial"/>
              </a:defRPr>
            </a:lvl6pPr>
            <a:lvl7pPr algn="ctr">
              <a:defRPr sz="590" b="0">
                <a:solidFill>
                  <a:srgbClr val="71808C"/>
                </a:solidFill>
                <a:latin typeface="Arial"/>
                <a:ea typeface="Arial"/>
                <a:cs typeface="Arial"/>
              </a:defRPr>
            </a:lvl7pPr>
            <a:lvl8pPr algn="ctr">
              <a:defRPr sz="590" b="0">
                <a:solidFill>
                  <a:srgbClr val="71808C"/>
                </a:solidFill>
                <a:latin typeface="Arial"/>
                <a:ea typeface="Arial"/>
                <a:cs typeface="Arial"/>
              </a:defRPr>
            </a:lvl8pPr>
            <a:lvl9pPr algn="ctr">
              <a:defRPr sz="590" b="0">
                <a:solidFill>
                  <a:srgbClr val="71808C"/>
                </a:solidFill>
                <a:latin typeface="Arial"/>
                <a:ea typeface="Arial"/>
                <a:cs typeface="Arial"/>
              </a:defRPr>
            </a:lvl9pPr>
          </a:lstStyle>
          <a:p>
            <a:pPr algn="ctr">
              <a:defRPr sz="590" b="0">
                <a:solidFill>
                  <a:srgbClr val="71808C"/>
                </a:solidFill>
                <a:latin typeface="Arial"/>
                <a:ea typeface="Arial"/>
                <a:cs typeface="Arial"/>
              </a:defRPr>
            </a:pPr>
            <a:r>
              <a:rPr sz="590" dirty="0">
                <a:solidFill>
                  <a:srgbClr val="71808C"/>
                </a:solidFill>
                <a:latin typeface="Arial"/>
                <a:ea typeface="Arial"/>
                <a:cs typeface="Arial"/>
              </a:rPr>
              <a:t>Auxiliary</a:t>
            </a:r>
          </a:p>
          <a:p>
            <a:pPr algn="ctr">
              <a:defRPr sz="590" b="0">
                <a:solidFill>
                  <a:srgbClr val="71808C"/>
                </a:solidFill>
                <a:latin typeface="Arial"/>
                <a:ea typeface="Arial"/>
                <a:cs typeface="Arial"/>
              </a:defRPr>
            </a:pPr>
            <a:r>
              <a:rPr sz="590" dirty="0">
                <a:solidFill>
                  <a:srgbClr val="71808C"/>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600039" y="2843177"/>
            <a:ext cx="405011" cy="174155"/>
          </a:xfrm>
          <a:prstGeom prst="rect">
            <a:avLst/>
          </a:prstGeom>
          <a:noFill/>
          <a:ln w="6885">
            <a:noFill/>
            <a:prstDash val="solid"/>
          </a:ln>
        </p:spPr>
        <p:txBody>
          <a:bodyPr lIns="0" tIns="0" rIns="0" bIns="0" anchor="ctr"/>
          <a:lstStyle>
            <a:defPPr algn="ctr">
              <a:defRPr sz="590" b="1">
                <a:solidFill>
                  <a:srgbClr val="1E293B"/>
                </a:solidFill>
                <a:latin typeface="Arial"/>
                <a:ea typeface="Arial"/>
                <a:cs typeface="Arial"/>
              </a:defRPr>
            </a:defPPr>
            <a:lvl1pPr algn="ctr">
              <a:defRPr sz="590" b="1">
                <a:solidFill>
                  <a:srgbClr val="1E293B"/>
                </a:solidFill>
                <a:latin typeface="Arial"/>
                <a:ea typeface="Arial"/>
                <a:cs typeface="Arial"/>
              </a:defRPr>
            </a:lvl1pPr>
            <a:lvl2pPr algn="ctr">
              <a:defRPr sz="590" b="1">
                <a:solidFill>
                  <a:srgbClr val="1E293B"/>
                </a:solidFill>
                <a:latin typeface="Arial"/>
                <a:ea typeface="Arial"/>
                <a:cs typeface="Arial"/>
              </a:defRPr>
            </a:lvl2pPr>
            <a:lvl3pPr algn="ctr">
              <a:defRPr sz="590" b="1">
                <a:solidFill>
                  <a:srgbClr val="1E293B"/>
                </a:solidFill>
                <a:latin typeface="Arial"/>
                <a:ea typeface="Arial"/>
                <a:cs typeface="Arial"/>
              </a:defRPr>
            </a:lvl3pPr>
            <a:lvl4pPr algn="ctr">
              <a:defRPr sz="590" b="1">
                <a:solidFill>
                  <a:srgbClr val="1E293B"/>
                </a:solidFill>
                <a:latin typeface="Arial"/>
                <a:ea typeface="Arial"/>
                <a:cs typeface="Arial"/>
              </a:defRPr>
            </a:lvl4pPr>
            <a:lvl5pPr algn="ctr">
              <a:defRPr sz="590" b="1">
                <a:solidFill>
                  <a:srgbClr val="1E293B"/>
                </a:solidFill>
                <a:latin typeface="Arial"/>
                <a:ea typeface="Arial"/>
                <a:cs typeface="Arial"/>
              </a:defRPr>
            </a:lvl5pPr>
            <a:lvl6pPr algn="ctr">
              <a:defRPr sz="590" b="1">
                <a:solidFill>
                  <a:srgbClr val="1E293B"/>
                </a:solidFill>
                <a:latin typeface="Arial"/>
                <a:ea typeface="Arial"/>
                <a:cs typeface="Arial"/>
              </a:defRPr>
            </a:lvl6pPr>
            <a:lvl7pPr algn="ctr">
              <a:defRPr sz="590" b="1">
                <a:solidFill>
                  <a:srgbClr val="1E293B"/>
                </a:solidFill>
                <a:latin typeface="Arial"/>
                <a:ea typeface="Arial"/>
                <a:cs typeface="Arial"/>
              </a:defRPr>
            </a:lvl7pPr>
            <a:lvl8pPr algn="ctr">
              <a:defRPr sz="590" b="1">
                <a:solidFill>
                  <a:srgbClr val="1E293B"/>
                </a:solidFill>
                <a:latin typeface="Arial"/>
                <a:ea typeface="Arial"/>
                <a:cs typeface="Arial"/>
              </a:defRPr>
            </a:lvl8pPr>
            <a:lvl9pPr algn="ctr">
              <a:defRPr sz="590" b="1">
                <a:solidFill>
                  <a:srgbClr val="1E293B"/>
                </a:solidFill>
                <a:latin typeface="Arial"/>
                <a:ea typeface="Arial"/>
                <a:cs typeface="Arial"/>
              </a:defRPr>
            </a:lvl9pPr>
          </a:lstStyle>
          <a:p>
            <a:pPr algn="ctr">
              <a:defRPr sz="590" b="1">
                <a:solidFill>
                  <a:srgbClr val="1E293B"/>
                </a:solidFill>
                <a:latin typeface="Arial"/>
                <a:ea typeface="Arial"/>
                <a:cs typeface="Arial"/>
              </a:defRPr>
            </a:pPr>
            <a:r>
              <a:rPr sz="590" b="0" dirty="0">
                <a:solidFill>
                  <a:srgbClr val="1E293B"/>
                </a:solidFill>
                <a:latin typeface="Arial"/>
                <a:ea typeface="Arial"/>
                <a:cs typeface="Arial"/>
              </a:rPr>
              <a:t>Auxiliary</a:t>
            </a:r>
          </a:p>
          <a:p>
            <a:pPr algn="ctr">
              <a:defRPr sz="590" b="1">
                <a:solidFill>
                  <a:srgbClr val="1E293B"/>
                </a:solidFill>
                <a:latin typeface="Arial"/>
                <a:ea typeface="Arial"/>
                <a:cs typeface="Arial"/>
              </a:defRPr>
            </a:pPr>
            <a:r>
              <a:rPr sz="590" b="0" dirty="0">
                <a:solidFill>
                  <a:srgbClr val="1E293B"/>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202945" y="3608830"/>
            <a:ext cx="259207" cy="81002"/>
          </a:xfrm>
          <a:prstGeom prst="rect">
            <a:avLst/>
          </a:prstGeom>
          <a:noFill/>
          <a:ln w="6885">
            <a:noFill/>
            <a:prstDash val="solid"/>
          </a:ln>
        </p:spPr>
        <p:txBody>
          <a:bodyPr lIns="0" tIns="0" rIns="0" bIns="0" anchor="ctr"/>
          <a:lstStyle>
            <a:defPPr algn="ctr">
              <a:defRPr sz="568" b="0">
                <a:solidFill>
                  <a:srgbClr val="71808C"/>
                </a:solidFill>
                <a:latin typeface="Arial"/>
                <a:ea typeface="Arial"/>
                <a:cs typeface="Arial"/>
              </a:defRPr>
            </a:defPPr>
            <a:lvl1pPr algn="ctr">
              <a:defRPr sz="568" b="0">
                <a:solidFill>
                  <a:srgbClr val="71808C"/>
                </a:solidFill>
                <a:latin typeface="Arial"/>
                <a:ea typeface="Arial"/>
                <a:cs typeface="Arial"/>
              </a:defRPr>
            </a:lvl1pPr>
            <a:lvl2pPr algn="ctr">
              <a:defRPr sz="568" b="0">
                <a:solidFill>
                  <a:srgbClr val="71808C"/>
                </a:solidFill>
                <a:latin typeface="Arial"/>
                <a:ea typeface="Arial"/>
                <a:cs typeface="Arial"/>
              </a:defRPr>
            </a:lvl2pPr>
            <a:lvl3pPr algn="ctr">
              <a:defRPr sz="568" b="0">
                <a:solidFill>
                  <a:srgbClr val="71808C"/>
                </a:solidFill>
                <a:latin typeface="Arial"/>
                <a:ea typeface="Arial"/>
                <a:cs typeface="Arial"/>
              </a:defRPr>
            </a:lvl3pPr>
            <a:lvl4pPr algn="ctr">
              <a:defRPr sz="568" b="0">
                <a:solidFill>
                  <a:srgbClr val="71808C"/>
                </a:solidFill>
                <a:latin typeface="Arial"/>
                <a:ea typeface="Arial"/>
                <a:cs typeface="Arial"/>
              </a:defRPr>
            </a:lvl4pPr>
            <a:lvl5pPr algn="ctr">
              <a:defRPr sz="568" b="0">
                <a:solidFill>
                  <a:srgbClr val="71808C"/>
                </a:solidFill>
                <a:latin typeface="Arial"/>
                <a:ea typeface="Arial"/>
                <a:cs typeface="Arial"/>
              </a:defRPr>
            </a:lvl5pPr>
            <a:lvl6pPr algn="ctr">
              <a:defRPr sz="568" b="0">
                <a:solidFill>
                  <a:srgbClr val="71808C"/>
                </a:solidFill>
                <a:latin typeface="Arial"/>
                <a:ea typeface="Arial"/>
                <a:cs typeface="Arial"/>
              </a:defRPr>
            </a:lvl6pPr>
            <a:lvl7pPr algn="ctr">
              <a:defRPr sz="568" b="0">
                <a:solidFill>
                  <a:srgbClr val="71808C"/>
                </a:solidFill>
                <a:latin typeface="Arial"/>
                <a:ea typeface="Arial"/>
                <a:cs typeface="Arial"/>
              </a:defRPr>
            </a:lvl7pPr>
            <a:lvl8pPr algn="ctr">
              <a:defRPr sz="568" b="0">
                <a:solidFill>
                  <a:srgbClr val="71808C"/>
                </a:solidFill>
                <a:latin typeface="Arial"/>
                <a:ea typeface="Arial"/>
                <a:cs typeface="Arial"/>
              </a:defRPr>
            </a:lvl8pPr>
            <a:lvl9pPr algn="ctr">
              <a:defRPr sz="568" b="0">
                <a:solidFill>
                  <a:srgbClr val="71808C"/>
                </a:solidFill>
                <a:latin typeface="Arial"/>
                <a:ea typeface="Arial"/>
                <a:cs typeface="Arial"/>
              </a:defRPr>
            </a:lvl9pPr>
          </a:lstStyle>
          <a:p>
            <a:pPr algn="ctr">
              <a:defRPr sz="568" b="0">
                <a:solidFill>
                  <a:srgbClr val="71808C"/>
                </a:solidFill>
                <a:latin typeface="Arial"/>
                <a:ea typeface="Arial"/>
                <a:cs typeface="Arial"/>
              </a:defRPr>
            </a:pPr>
            <a:r>
              <a:rPr sz="568" dirty="0" err="1">
                <a:solidFill>
                  <a:srgbClr val="71808C"/>
                </a:solidFill>
                <a:latin typeface="Arial"/>
                <a:ea typeface="Arial"/>
                <a:cs typeface="Arial"/>
              </a:rPr>
              <a:t>Concat</a:t>
            </a:r>
            <a:endParaRPr sz="568" dirty="0">
              <a:solidFill>
                <a:srgbClr val="71808C"/>
              </a:solidFill>
              <a:latin typeface="Arial"/>
              <a:ea typeface="Arial"/>
              <a:cs typeface="Arial"/>
            </a:endParaRPr>
          </a:p>
        </p:txBody>
      </p:sp>
      <p:sp>
        <p:nvSpPr>
          <p:cNvPr id="768" name="Build four inputs">
            <a:extLst>
              <a:ext uri="{FF2B5EF4-FFF2-40B4-BE49-F238E27FC236}">
                <a16:creationId xmlns:a16="http://schemas.microsoft.com/office/drawing/2014/main" id="{2C9F1979-7AE8-613B-79C6-EE0F3BBB1431}"/>
              </a:ext>
            </a:extLst>
          </p:cNvPr>
          <p:cNvSpPr>
            <a:spLocks noGrp="1"/>
          </p:cNvSpPr>
          <p:nvPr/>
        </p:nvSpPr>
        <p:spPr>
          <a:xfrm>
            <a:off x="4963973" y="415407"/>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73F4F6C8-22C1-E29B-D64D-362A1F82C0D7}"/>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1E293B"/>
                </a:solidFill>
                <a:latin typeface="Arial"/>
                <a:ea typeface="Arial"/>
                <a:cs typeface="Arial"/>
              </a:defRPr>
            </a:defPPr>
            <a:lvl1pPr algn="ctr">
              <a:defRPr sz="695" b="1">
                <a:solidFill>
                  <a:srgbClr val="1E293B"/>
                </a:solidFill>
                <a:latin typeface="Arial"/>
                <a:ea typeface="Arial"/>
                <a:cs typeface="Arial"/>
              </a:defRPr>
            </a:lvl1pPr>
            <a:lvl2pPr algn="ctr">
              <a:defRPr sz="695" b="1">
                <a:solidFill>
                  <a:srgbClr val="1E293B"/>
                </a:solidFill>
                <a:latin typeface="Arial"/>
                <a:ea typeface="Arial"/>
                <a:cs typeface="Arial"/>
              </a:defRPr>
            </a:lvl2pPr>
            <a:lvl3pPr algn="ctr">
              <a:defRPr sz="695" b="1">
                <a:solidFill>
                  <a:srgbClr val="1E293B"/>
                </a:solidFill>
                <a:latin typeface="Arial"/>
                <a:ea typeface="Arial"/>
                <a:cs typeface="Arial"/>
              </a:defRPr>
            </a:lvl3pPr>
            <a:lvl4pPr algn="ctr">
              <a:defRPr sz="695" b="1">
                <a:solidFill>
                  <a:srgbClr val="1E293B"/>
                </a:solidFill>
                <a:latin typeface="Arial"/>
                <a:ea typeface="Arial"/>
                <a:cs typeface="Arial"/>
              </a:defRPr>
            </a:lvl4pPr>
            <a:lvl5pPr algn="ctr">
              <a:defRPr sz="695" b="1">
                <a:solidFill>
                  <a:srgbClr val="1E293B"/>
                </a:solidFill>
                <a:latin typeface="Arial"/>
                <a:ea typeface="Arial"/>
                <a:cs typeface="Arial"/>
              </a:defRPr>
            </a:lvl5pPr>
            <a:lvl6pPr algn="ctr">
              <a:defRPr sz="695" b="1">
                <a:solidFill>
                  <a:srgbClr val="1E293B"/>
                </a:solidFill>
                <a:latin typeface="Arial"/>
                <a:ea typeface="Arial"/>
                <a:cs typeface="Arial"/>
              </a:defRPr>
            </a:lvl6pPr>
            <a:lvl7pPr algn="ctr">
              <a:defRPr sz="695" b="1">
                <a:solidFill>
                  <a:srgbClr val="1E293B"/>
                </a:solidFill>
                <a:latin typeface="Arial"/>
                <a:ea typeface="Arial"/>
                <a:cs typeface="Arial"/>
              </a:defRPr>
            </a:lvl7pPr>
            <a:lvl8pPr algn="ctr">
              <a:defRPr sz="695" b="1">
                <a:solidFill>
                  <a:srgbClr val="1E293B"/>
                </a:solidFill>
                <a:latin typeface="Arial"/>
                <a:ea typeface="Arial"/>
                <a:cs typeface="Arial"/>
              </a:defRPr>
            </a:lvl8pPr>
            <a:lvl9pPr algn="ctr">
              <a:defRPr sz="695" b="1">
                <a:solidFill>
                  <a:srgbClr val="1E293B"/>
                </a:solidFill>
                <a:latin typeface="Arial"/>
                <a:ea typeface="Arial"/>
                <a:cs typeface="Arial"/>
              </a:defRPr>
            </a:lvl9pPr>
          </a:lstStyle>
          <a:p>
            <a:pPr algn="ctr">
              <a:defRPr sz="695" b="1">
                <a:solidFill>
                  <a:srgbClr val="1E293B"/>
                </a:solidFill>
                <a:latin typeface="Arial"/>
                <a:ea typeface="Arial"/>
                <a:cs typeface="Arial"/>
              </a:defRPr>
            </a:pPr>
            <a:r>
              <a:rPr sz="695" b="0" dirty="0">
                <a:solidFill>
                  <a:srgbClr val="1E293B"/>
                </a:solidFill>
                <a:latin typeface="Arial"/>
                <a:ea typeface="Arial"/>
                <a:cs typeface="Arial"/>
              </a:rPr>
              <a:t>Site</a:t>
            </a:r>
          </a:p>
        </p:txBody>
      </p:sp>
      <p:sp>
        <p:nvSpPr>
          <p:cNvPr id="770" name="Site provenance">
            <a:extLst>
              <a:ext uri="{FF2B5EF4-FFF2-40B4-BE49-F238E27FC236}">
                <a16:creationId xmlns:a16="http://schemas.microsoft.com/office/drawing/2014/main" id="{216E0115-FC9F-C0B3-73C6-B6C82BB2F0A8}"/>
              </a:ext>
            </a:extLst>
          </p:cNvPr>
          <p:cNvSpPr>
            <a:spLocks noGrp="1"/>
          </p:cNvSpPr>
          <p:nvPr/>
        </p:nvSpPr>
        <p:spPr>
          <a:xfrm>
            <a:off x="4999032" y="935387"/>
            <a:ext cx="514364" cy="85052"/>
          </a:xfrm>
          <a:prstGeom prst="rect">
            <a:avLst/>
          </a:prstGeom>
          <a:noFill/>
          <a:ln w="6885">
            <a:noFill/>
            <a:prstDash val="solid"/>
          </a:ln>
        </p:spPr>
        <p:txBody>
          <a:bodyPr lIns="0" tIns="0" rIns="0" bIns="0" anchor="ctr"/>
          <a:lstStyle>
            <a:defPPr algn="ctr">
              <a:defRPr sz="590" b="0">
                <a:solidFill>
                  <a:srgbClr val="71808C"/>
                </a:solidFill>
                <a:latin typeface="Arial"/>
                <a:ea typeface="Arial"/>
                <a:cs typeface="Arial"/>
              </a:defRPr>
            </a:defPPr>
            <a:lvl1pPr algn="ctr">
              <a:defRPr sz="590" b="0">
                <a:solidFill>
                  <a:srgbClr val="71808C"/>
                </a:solidFill>
                <a:latin typeface="Arial"/>
                <a:ea typeface="Arial"/>
                <a:cs typeface="Arial"/>
              </a:defRPr>
            </a:lvl1pPr>
            <a:lvl2pPr algn="ctr">
              <a:defRPr sz="590" b="0">
                <a:solidFill>
                  <a:srgbClr val="71808C"/>
                </a:solidFill>
                <a:latin typeface="Arial"/>
                <a:ea typeface="Arial"/>
                <a:cs typeface="Arial"/>
              </a:defRPr>
            </a:lvl2pPr>
            <a:lvl3pPr algn="ctr">
              <a:defRPr sz="590" b="0">
                <a:solidFill>
                  <a:srgbClr val="71808C"/>
                </a:solidFill>
                <a:latin typeface="Arial"/>
                <a:ea typeface="Arial"/>
                <a:cs typeface="Arial"/>
              </a:defRPr>
            </a:lvl3pPr>
            <a:lvl4pPr algn="ctr">
              <a:defRPr sz="590" b="0">
                <a:solidFill>
                  <a:srgbClr val="71808C"/>
                </a:solidFill>
                <a:latin typeface="Arial"/>
                <a:ea typeface="Arial"/>
                <a:cs typeface="Arial"/>
              </a:defRPr>
            </a:lvl4pPr>
            <a:lvl5pPr algn="ctr">
              <a:defRPr sz="590" b="0">
                <a:solidFill>
                  <a:srgbClr val="71808C"/>
                </a:solidFill>
                <a:latin typeface="Arial"/>
                <a:ea typeface="Arial"/>
                <a:cs typeface="Arial"/>
              </a:defRPr>
            </a:lvl5pPr>
            <a:lvl6pPr algn="ctr">
              <a:defRPr sz="590" b="0">
                <a:solidFill>
                  <a:srgbClr val="71808C"/>
                </a:solidFill>
                <a:latin typeface="Arial"/>
                <a:ea typeface="Arial"/>
                <a:cs typeface="Arial"/>
              </a:defRPr>
            </a:lvl6pPr>
            <a:lvl7pPr algn="ctr">
              <a:defRPr sz="590" b="0">
                <a:solidFill>
                  <a:srgbClr val="71808C"/>
                </a:solidFill>
                <a:latin typeface="Arial"/>
                <a:ea typeface="Arial"/>
                <a:cs typeface="Arial"/>
              </a:defRPr>
            </a:lvl7pPr>
            <a:lvl8pPr algn="ctr">
              <a:defRPr sz="590" b="0">
                <a:solidFill>
                  <a:srgbClr val="71808C"/>
                </a:solidFill>
                <a:latin typeface="Arial"/>
                <a:ea typeface="Arial"/>
                <a:cs typeface="Arial"/>
              </a:defRPr>
            </a:lvl8pPr>
            <a:lvl9pPr algn="ctr">
              <a:defRPr sz="590" b="0">
                <a:solidFill>
                  <a:srgbClr val="71808C"/>
                </a:solidFill>
                <a:latin typeface="Arial"/>
                <a:ea typeface="Arial"/>
                <a:cs typeface="Arial"/>
              </a:defRPr>
            </a:lvl9pPr>
          </a:lstStyle>
          <a:p>
            <a:pPr algn="ctr">
              <a:defRPr sz="590" b="0">
                <a:solidFill>
                  <a:srgbClr val="71808C"/>
                </a:solidFill>
                <a:latin typeface="Arial"/>
                <a:ea typeface="Arial"/>
                <a:cs typeface="Arial"/>
              </a:defRPr>
            </a:pPr>
            <a:r>
              <a:rPr sz="590" dirty="0">
                <a:solidFill>
                  <a:srgbClr val="71808C"/>
                </a:solidFill>
                <a:latin typeface="Arial"/>
                <a:ea typeface="Arial"/>
                <a:cs typeface="Arial"/>
              </a:rPr>
              <a:t>from Find</a:t>
            </a:r>
          </a:p>
        </p:txBody>
      </p:sp>
      <p:sp>
        <p:nvSpPr>
          <p:cNvPr id="771" name="Pocket label">
            <a:extLst>
              <a:ext uri="{FF2B5EF4-FFF2-40B4-BE49-F238E27FC236}">
                <a16:creationId xmlns:a16="http://schemas.microsoft.com/office/drawing/2014/main" id="{198C300B-4031-D0E7-49A9-F255C1B29665}"/>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1E293B"/>
                </a:solidFill>
                <a:latin typeface="Arial"/>
                <a:ea typeface="Arial"/>
                <a:cs typeface="Arial"/>
              </a:defRPr>
            </a:defPPr>
            <a:lvl1pPr algn="ctr">
              <a:defRPr sz="695" b="1">
                <a:solidFill>
                  <a:srgbClr val="1E293B"/>
                </a:solidFill>
                <a:latin typeface="Arial"/>
                <a:ea typeface="Arial"/>
                <a:cs typeface="Arial"/>
              </a:defRPr>
            </a:lvl1pPr>
            <a:lvl2pPr algn="ctr">
              <a:defRPr sz="695" b="1">
                <a:solidFill>
                  <a:srgbClr val="1E293B"/>
                </a:solidFill>
                <a:latin typeface="Arial"/>
                <a:ea typeface="Arial"/>
                <a:cs typeface="Arial"/>
              </a:defRPr>
            </a:lvl2pPr>
            <a:lvl3pPr algn="ctr">
              <a:defRPr sz="695" b="1">
                <a:solidFill>
                  <a:srgbClr val="1E293B"/>
                </a:solidFill>
                <a:latin typeface="Arial"/>
                <a:ea typeface="Arial"/>
                <a:cs typeface="Arial"/>
              </a:defRPr>
            </a:lvl3pPr>
            <a:lvl4pPr algn="ctr">
              <a:defRPr sz="695" b="1">
                <a:solidFill>
                  <a:srgbClr val="1E293B"/>
                </a:solidFill>
                <a:latin typeface="Arial"/>
                <a:ea typeface="Arial"/>
                <a:cs typeface="Arial"/>
              </a:defRPr>
            </a:lvl4pPr>
            <a:lvl5pPr algn="ctr">
              <a:defRPr sz="695" b="1">
                <a:solidFill>
                  <a:srgbClr val="1E293B"/>
                </a:solidFill>
                <a:latin typeface="Arial"/>
                <a:ea typeface="Arial"/>
                <a:cs typeface="Arial"/>
              </a:defRPr>
            </a:lvl5pPr>
            <a:lvl6pPr algn="ctr">
              <a:defRPr sz="695" b="1">
                <a:solidFill>
                  <a:srgbClr val="1E293B"/>
                </a:solidFill>
                <a:latin typeface="Arial"/>
                <a:ea typeface="Arial"/>
                <a:cs typeface="Arial"/>
              </a:defRPr>
            </a:lvl6pPr>
            <a:lvl7pPr algn="ctr">
              <a:defRPr sz="695" b="1">
                <a:solidFill>
                  <a:srgbClr val="1E293B"/>
                </a:solidFill>
                <a:latin typeface="Arial"/>
                <a:ea typeface="Arial"/>
                <a:cs typeface="Arial"/>
              </a:defRPr>
            </a:lvl7pPr>
            <a:lvl8pPr algn="ctr">
              <a:defRPr sz="695" b="1">
                <a:solidFill>
                  <a:srgbClr val="1E293B"/>
                </a:solidFill>
                <a:latin typeface="Arial"/>
                <a:ea typeface="Arial"/>
                <a:cs typeface="Arial"/>
              </a:defRPr>
            </a:lvl8pPr>
            <a:lvl9pPr algn="ctr">
              <a:defRPr sz="695" b="1">
                <a:solidFill>
                  <a:srgbClr val="1E293B"/>
                </a:solidFill>
                <a:latin typeface="Arial"/>
                <a:ea typeface="Arial"/>
                <a:cs typeface="Arial"/>
              </a:defRPr>
            </a:lvl9pPr>
          </a:lstStyle>
          <a:p>
            <a:pPr algn="ctr">
              <a:defRPr sz="695" b="1">
                <a:solidFill>
                  <a:srgbClr val="1E293B"/>
                </a:solidFill>
                <a:latin typeface="Arial"/>
                <a:ea typeface="Arial"/>
                <a:cs typeface="Arial"/>
              </a:defRPr>
            </a:pPr>
            <a:r>
              <a:rPr sz="695" b="0" dirty="0">
                <a:solidFill>
                  <a:srgbClr val="1E293B"/>
                </a:solidFill>
                <a:latin typeface="Arial"/>
                <a:ea typeface="Arial"/>
                <a:cs typeface="Arial"/>
              </a:rPr>
              <a:t>Pocket</a:t>
            </a:r>
          </a:p>
        </p:txBody>
      </p:sp>
      <p:sp>
        <p:nvSpPr>
          <p:cNvPr id="773" name="SMILES label">
            <a:extLst>
              <a:ext uri="{FF2B5EF4-FFF2-40B4-BE49-F238E27FC236}">
                <a16:creationId xmlns:a16="http://schemas.microsoft.com/office/drawing/2014/main" id="{B948AB68-3B7B-785F-B6BB-80D92D824C67}"/>
              </a:ext>
            </a:extLst>
          </p:cNvPr>
          <p:cNvSpPr>
            <a:spLocks noGrp="1"/>
          </p:cNvSpPr>
          <p:nvPr/>
        </p:nvSpPr>
        <p:spPr>
          <a:xfrm>
            <a:off x="4999664" y="1471438"/>
            <a:ext cx="514364" cy="101253"/>
          </a:xfrm>
          <a:prstGeom prst="rect">
            <a:avLst/>
          </a:prstGeom>
          <a:noFill/>
          <a:ln w="6885">
            <a:noFill/>
            <a:prstDash val="solid"/>
          </a:ln>
        </p:spPr>
        <p:txBody>
          <a:bodyPr lIns="0" tIns="0" rIns="0" bIns="0" anchor="ctr"/>
          <a:lstStyle>
            <a:defPPr algn="ctr">
              <a:defRPr sz="695" b="1">
                <a:solidFill>
                  <a:srgbClr val="1E293B"/>
                </a:solidFill>
                <a:latin typeface="Arial"/>
                <a:ea typeface="Arial"/>
                <a:cs typeface="Arial"/>
              </a:defRPr>
            </a:defPPr>
            <a:lvl1pPr algn="ctr">
              <a:defRPr sz="695" b="1">
                <a:solidFill>
                  <a:srgbClr val="1E293B"/>
                </a:solidFill>
                <a:latin typeface="Arial"/>
                <a:ea typeface="Arial"/>
                <a:cs typeface="Arial"/>
              </a:defRPr>
            </a:lvl1pPr>
            <a:lvl2pPr algn="ctr">
              <a:defRPr sz="695" b="1">
                <a:solidFill>
                  <a:srgbClr val="1E293B"/>
                </a:solidFill>
                <a:latin typeface="Arial"/>
                <a:ea typeface="Arial"/>
                <a:cs typeface="Arial"/>
              </a:defRPr>
            </a:lvl2pPr>
            <a:lvl3pPr algn="ctr">
              <a:defRPr sz="695" b="1">
                <a:solidFill>
                  <a:srgbClr val="1E293B"/>
                </a:solidFill>
                <a:latin typeface="Arial"/>
                <a:ea typeface="Arial"/>
                <a:cs typeface="Arial"/>
              </a:defRPr>
            </a:lvl3pPr>
            <a:lvl4pPr algn="ctr">
              <a:defRPr sz="695" b="1">
                <a:solidFill>
                  <a:srgbClr val="1E293B"/>
                </a:solidFill>
                <a:latin typeface="Arial"/>
                <a:ea typeface="Arial"/>
                <a:cs typeface="Arial"/>
              </a:defRPr>
            </a:lvl4pPr>
            <a:lvl5pPr algn="ctr">
              <a:defRPr sz="695" b="1">
                <a:solidFill>
                  <a:srgbClr val="1E293B"/>
                </a:solidFill>
                <a:latin typeface="Arial"/>
                <a:ea typeface="Arial"/>
                <a:cs typeface="Arial"/>
              </a:defRPr>
            </a:lvl5pPr>
            <a:lvl6pPr algn="ctr">
              <a:defRPr sz="695" b="1">
                <a:solidFill>
                  <a:srgbClr val="1E293B"/>
                </a:solidFill>
                <a:latin typeface="Arial"/>
                <a:ea typeface="Arial"/>
                <a:cs typeface="Arial"/>
              </a:defRPr>
            </a:lvl6pPr>
            <a:lvl7pPr algn="ctr">
              <a:defRPr sz="695" b="1">
                <a:solidFill>
                  <a:srgbClr val="1E293B"/>
                </a:solidFill>
                <a:latin typeface="Arial"/>
                <a:ea typeface="Arial"/>
                <a:cs typeface="Arial"/>
              </a:defRPr>
            </a:lvl7pPr>
            <a:lvl8pPr algn="ctr">
              <a:defRPr sz="695" b="1">
                <a:solidFill>
                  <a:srgbClr val="1E293B"/>
                </a:solidFill>
                <a:latin typeface="Arial"/>
                <a:ea typeface="Arial"/>
                <a:cs typeface="Arial"/>
              </a:defRPr>
            </a:lvl8pPr>
            <a:lvl9pPr algn="ctr">
              <a:defRPr sz="695" b="1">
                <a:solidFill>
                  <a:srgbClr val="1E293B"/>
                </a:solidFill>
                <a:latin typeface="Arial"/>
                <a:ea typeface="Arial"/>
                <a:cs typeface="Arial"/>
              </a:defRPr>
            </a:lvl9pPr>
          </a:lstStyle>
          <a:p>
            <a:pPr algn="ctr">
              <a:defRPr sz="695" b="1">
                <a:solidFill>
                  <a:srgbClr val="1E293B"/>
                </a:solidFill>
                <a:latin typeface="Arial"/>
                <a:ea typeface="Arial"/>
                <a:cs typeface="Arial"/>
              </a:defRPr>
            </a:pPr>
            <a:r>
              <a:rPr sz="695" b="0" dirty="0">
                <a:solidFill>
                  <a:srgbClr val="1E293B"/>
                </a:solidFill>
                <a:latin typeface="Arial"/>
                <a:ea typeface="Arial"/>
                <a:cs typeface="Arial"/>
              </a:rPr>
              <a:t>SMILES</a:t>
            </a:r>
          </a:p>
        </p:txBody>
      </p:sp>
      <p:sp>
        <p:nvSpPr>
          <p:cNvPr id="774" name="SMILES provenance">
            <a:extLst>
              <a:ext uri="{FF2B5EF4-FFF2-40B4-BE49-F238E27FC236}">
                <a16:creationId xmlns:a16="http://schemas.microsoft.com/office/drawing/2014/main" id="{56FEBA1E-DDE0-4487-53DB-DA17479C3D9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71808C"/>
                </a:solidFill>
                <a:latin typeface="Arial"/>
                <a:ea typeface="Arial"/>
                <a:cs typeface="Arial"/>
              </a:defRPr>
            </a:defPPr>
            <a:lvl1pPr algn="ctr">
              <a:defRPr sz="590" b="0">
                <a:solidFill>
                  <a:srgbClr val="71808C"/>
                </a:solidFill>
                <a:latin typeface="Arial"/>
                <a:ea typeface="Arial"/>
                <a:cs typeface="Arial"/>
              </a:defRPr>
            </a:lvl1pPr>
            <a:lvl2pPr algn="ctr">
              <a:defRPr sz="590" b="0">
                <a:solidFill>
                  <a:srgbClr val="71808C"/>
                </a:solidFill>
                <a:latin typeface="Arial"/>
                <a:ea typeface="Arial"/>
                <a:cs typeface="Arial"/>
              </a:defRPr>
            </a:lvl2pPr>
            <a:lvl3pPr algn="ctr">
              <a:defRPr sz="590" b="0">
                <a:solidFill>
                  <a:srgbClr val="71808C"/>
                </a:solidFill>
                <a:latin typeface="Arial"/>
                <a:ea typeface="Arial"/>
                <a:cs typeface="Arial"/>
              </a:defRPr>
            </a:lvl3pPr>
            <a:lvl4pPr algn="ctr">
              <a:defRPr sz="590" b="0">
                <a:solidFill>
                  <a:srgbClr val="71808C"/>
                </a:solidFill>
                <a:latin typeface="Arial"/>
                <a:ea typeface="Arial"/>
                <a:cs typeface="Arial"/>
              </a:defRPr>
            </a:lvl4pPr>
            <a:lvl5pPr algn="ctr">
              <a:defRPr sz="590" b="0">
                <a:solidFill>
                  <a:srgbClr val="71808C"/>
                </a:solidFill>
                <a:latin typeface="Arial"/>
                <a:ea typeface="Arial"/>
                <a:cs typeface="Arial"/>
              </a:defRPr>
            </a:lvl5pPr>
            <a:lvl6pPr algn="ctr">
              <a:defRPr sz="590" b="0">
                <a:solidFill>
                  <a:srgbClr val="71808C"/>
                </a:solidFill>
                <a:latin typeface="Arial"/>
                <a:ea typeface="Arial"/>
                <a:cs typeface="Arial"/>
              </a:defRPr>
            </a:lvl6pPr>
            <a:lvl7pPr algn="ctr">
              <a:defRPr sz="590" b="0">
                <a:solidFill>
                  <a:srgbClr val="71808C"/>
                </a:solidFill>
                <a:latin typeface="Arial"/>
                <a:ea typeface="Arial"/>
                <a:cs typeface="Arial"/>
              </a:defRPr>
            </a:lvl7pPr>
            <a:lvl8pPr algn="ctr">
              <a:defRPr sz="590" b="0">
                <a:solidFill>
                  <a:srgbClr val="71808C"/>
                </a:solidFill>
                <a:latin typeface="Arial"/>
                <a:ea typeface="Arial"/>
                <a:cs typeface="Arial"/>
              </a:defRPr>
            </a:lvl8pPr>
            <a:lvl9pPr algn="ctr">
              <a:defRPr sz="590" b="0">
                <a:solidFill>
                  <a:srgbClr val="71808C"/>
                </a:solidFill>
                <a:latin typeface="Arial"/>
                <a:ea typeface="Arial"/>
                <a:cs typeface="Arial"/>
              </a:defRPr>
            </a:lvl9pPr>
          </a:lstStyle>
          <a:p>
            <a:pPr algn="ctr">
              <a:defRPr sz="590" b="0">
                <a:solidFill>
                  <a:srgbClr val="71808C"/>
                </a:solidFill>
                <a:latin typeface="Arial"/>
                <a:ea typeface="Arial"/>
                <a:cs typeface="Arial"/>
              </a:defRPr>
            </a:pPr>
            <a:r>
              <a:rPr sz="590" dirty="0">
                <a:solidFill>
                  <a:srgbClr val="71808C"/>
                </a:solidFill>
                <a:latin typeface="Arial"/>
                <a:ea typeface="Arial"/>
                <a:cs typeface="Arial"/>
              </a:rPr>
              <a:t>from Match</a:t>
            </a:r>
          </a:p>
        </p:txBody>
      </p:sp>
      <p:sp>
        <p:nvSpPr>
          <p:cNvPr id="775" name="Density input label">
            <a:extLst>
              <a:ext uri="{FF2B5EF4-FFF2-40B4-BE49-F238E27FC236}">
                <a16:creationId xmlns:a16="http://schemas.microsoft.com/office/drawing/2014/main" id="{E5A68BBB-3BB4-4F45-D8ED-99022E728E69}"/>
              </a:ext>
            </a:extLst>
          </p:cNvPr>
          <p:cNvSpPr>
            <a:spLocks noGrp="1"/>
          </p:cNvSpPr>
          <p:nvPr/>
        </p:nvSpPr>
        <p:spPr>
          <a:xfrm>
            <a:off x="5574918" y="1471422"/>
            <a:ext cx="514364" cy="101253"/>
          </a:xfrm>
          <a:prstGeom prst="rect">
            <a:avLst/>
          </a:prstGeom>
          <a:noFill/>
          <a:ln w="6885">
            <a:noFill/>
            <a:prstDash val="solid"/>
          </a:ln>
        </p:spPr>
        <p:txBody>
          <a:bodyPr lIns="0" tIns="0" rIns="0" bIns="0" anchor="ctr"/>
          <a:lstStyle>
            <a:defPPr algn="ctr">
              <a:defRPr sz="695" b="1">
                <a:solidFill>
                  <a:srgbClr val="1E293B"/>
                </a:solidFill>
                <a:latin typeface="Arial"/>
                <a:ea typeface="Arial"/>
                <a:cs typeface="Arial"/>
              </a:defRPr>
            </a:defPPr>
            <a:lvl1pPr algn="ctr">
              <a:defRPr sz="695" b="1">
                <a:solidFill>
                  <a:srgbClr val="1E293B"/>
                </a:solidFill>
                <a:latin typeface="Arial"/>
                <a:ea typeface="Arial"/>
                <a:cs typeface="Arial"/>
              </a:defRPr>
            </a:lvl1pPr>
            <a:lvl2pPr algn="ctr">
              <a:defRPr sz="695" b="1">
                <a:solidFill>
                  <a:srgbClr val="1E293B"/>
                </a:solidFill>
                <a:latin typeface="Arial"/>
                <a:ea typeface="Arial"/>
                <a:cs typeface="Arial"/>
              </a:defRPr>
            </a:lvl2pPr>
            <a:lvl3pPr algn="ctr">
              <a:defRPr sz="695" b="1">
                <a:solidFill>
                  <a:srgbClr val="1E293B"/>
                </a:solidFill>
                <a:latin typeface="Arial"/>
                <a:ea typeface="Arial"/>
                <a:cs typeface="Arial"/>
              </a:defRPr>
            </a:lvl3pPr>
            <a:lvl4pPr algn="ctr">
              <a:defRPr sz="695" b="1">
                <a:solidFill>
                  <a:srgbClr val="1E293B"/>
                </a:solidFill>
                <a:latin typeface="Arial"/>
                <a:ea typeface="Arial"/>
                <a:cs typeface="Arial"/>
              </a:defRPr>
            </a:lvl4pPr>
            <a:lvl5pPr algn="ctr">
              <a:defRPr sz="695" b="1">
                <a:solidFill>
                  <a:srgbClr val="1E293B"/>
                </a:solidFill>
                <a:latin typeface="Arial"/>
                <a:ea typeface="Arial"/>
                <a:cs typeface="Arial"/>
              </a:defRPr>
            </a:lvl5pPr>
            <a:lvl6pPr algn="ctr">
              <a:defRPr sz="695" b="1">
                <a:solidFill>
                  <a:srgbClr val="1E293B"/>
                </a:solidFill>
                <a:latin typeface="Arial"/>
                <a:ea typeface="Arial"/>
                <a:cs typeface="Arial"/>
              </a:defRPr>
            </a:lvl6pPr>
            <a:lvl7pPr algn="ctr">
              <a:defRPr sz="695" b="1">
                <a:solidFill>
                  <a:srgbClr val="1E293B"/>
                </a:solidFill>
                <a:latin typeface="Arial"/>
                <a:ea typeface="Arial"/>
                <a:cs typeface="Arial"/>
              </a:defRPr>
            </a:lvl7pPr>
            <a:lvl8pPr algn="ctr">
              <a:defRPr sz="695" b="1">
                <a:solidFill>
                  <a:srgbClr val="1E293B"/>
                </a:solidFill>
                <a:latin typeface="Arial"/>
                <a:ea typeface="Arial"/>
                <a:cs typeface="Arial"/>
              </a:defRPr>
            </a:lvl8pPr>
            <a:lvl9pPr algn="ctr">
              <a:defRPr sz="695" b="1">
                <a:solidFill>
                  <a:srgbClr val="1E293B"/>
                </a:solidFill>
                <a:latin typeface="Arial"/>
                <a:ea typeface="Arial"/>
                <a:cs typeface="Arial"/>
              </a:defRPr>
            </a:lvl9pPr>
          </a:lstStyle>
          <a:p>
            <a:pPr algn="ctr">
              <a:defRPr sz="695" b="1">
                <a:solidFill>
                  <a:srgbClr val="1E293B"/>
                </a:solidFill>
                <a:latin typeface="Arial"/>
                <a:ea typeface="Arial"/>
                <a:cs typeface="Arial"/>
              </a:defRPr>
            </a:pPr>
            <a:r>
              <a:rPr sz="695" b="0" dirty="0">
                <a:solidFill>
                  <a:srgbClr val="1E293B"/>
                </a:solidFill>
                <a:latin typeface="Arial"/>
                <a:ea typeface="Arial"/>
                <a:cs typeface="Arial"/>
              </a:rPr>
              <a:t>Density</a:t>
            </a:r>
          </a:p>
        </p:txBody>
      </p:sp>
      <p:sp>
        <p:nvSpPr>
          <p:cNvPr id="776" name="Docking tools title">
            <a:extLst>
              <a:ext uri="{FF2B5EF4-FFF2-40B4-BE49-F238E27FC236}">
                <a16:creationId xmlns:a16="http://schemas.microsoft.com/office/drawing/2014/main" id="{27E4029E-E39E-E596-2ECC-8620239CB25F}"/>
              </a:ext>
            </a:extLst>
          </p:cNvPr>
          <p:cNvSpPr>
            <a:spLocks noGrp="1"/>
          </p:cNvSpPr>
          <p:nvPr/>
        </p:nvSpPr>
        <p:spPr>
          <a:xfrm>
            <a:off x="5047760" y="1867770"/>
            <a:ext cx="1101630" cy="117453"/>
          </a:xfrm>
          <a:prstGeom prst="rect">
            <a:avLst/>
          </a:prstGeom>
          <a:noFill/>
          <a:ln w="6885">
            <a:noFill/>
            <a:prstDash val="solid"/>
          </a:ln>
        </p:spPr>
        <p:txBody>
          <a:bodyPr lIns="0" tIns="0" rIns="0" bIns="0" anchor="ctr"/>
          <a:lstStyle>
            <a:defPPr algn="ctr">
              <a:defRPr sz="702" b="1">
                <a:solidFill>
                  <a:srgbClr val="1E293B"/>
                </a:solidFill>
                <a:latin typeface="Arial"/>
                <a:ea typeface="Arial"/>
                <a:cs typeface="Arial"/>
              </a:defRPr>
            </a:defPPr>
            <a:lvl1pPr algn="ctr">
              <a:defRPr sz="702" b="1">
                <a:solidFill>
                  <a:srgbClr val="1E293B"/>
                </a:solidFill>
                <a:latin typeface="Arial"/>
                <a:ea typeface="Arial"/>
                <a:cs typeface="Arial"/>
              </a:defRPr>
            </a:lvl1pPr>
            <a:lvl2pPr algn="ctr">
              <a:defRPr sz="702" b="1">
                <a:solidFill>
                  <a:srgbClr val="1E293B"/>
                </a:solidFill>
                <a:latin typeface="Arial"/>
                <a:ea typeface="Arial"/>
                <a:cs typeface="Arial"/>
              </a:defRPr>
            </a:lvl2pPr>
            <a:lvl3pPr algn="ctr">
              <a:defRPr sz="702" b="1">
                <a:solidFill>
                  <a:srgbClr val="1E293B"/>
                </a:solidFill>
                <a:latin typeface="Arial"/>
                <a:ea typeface="Arial"/>
                <a:cs typeface="Arial"/>
              </a:defRPr>
            </a:lvl3pPr>
            <a:lvl4pPr algn="ctr">
              <a:defRPr sz="702" b="1">
                <a:solidFill>
                  <a:srgbClr val="1E293B"/>
                </a:solidFill>
                <a:latin typeface="Arial"/>
                <a:ea typeface="Arial"/>
                <a:cs typeface="Arial"/>
              </a:defRPr>
            </a:lvl4pPr>
            <a:lvl5pPr algn="ctr">
              <a:defRPr sz="702" b="1">
                <a:solidFill>
                  <a:srgbClr val="1E293B"/>
                </a:solidFill>
                <a:latin typeface="Arial"/>
                <a:ea typeface="Arial"/>
                <a:cs typeface="Arial"/>
              </a:defRPr>
            </a:lvl5pPr>
            <a:lvl6pPr algn="ctr">
              <a:defRPr sz="702" b="1">
                <a:solidFill>
                  <a:srgbClr val="1E293B"/>
                </a:solidFill>
                <a:latin typeface="Arial"/>
                <a:ea typeface="Arial"/>
                <a:cs typeface="Arial"/>
              </a:defRPr>
            </a:lvl6pPr>
            <a:lvl7pPr algn="ctr">
              <a:defRPr sz="702" b="1">
                <a:solidFill>
                  <a:srgbClr val="1E293B"/>
                </a:solidFill>
                <a:latin typeface="Arial"/>
                <a:ea typeface="Arial"/>
                <a:cs typeface="Arial"/>
              </a:defRPr>
            </a:lvl7pPr>
            <a:lvl8pPr algn="ctr">
              <a:defRPr sz="702" b="1">
                <a:solidFill>
                  <a:srgbClr val="1E293B"/>
                </a:solidFill>
                <a:latin typeface="Arial"/>
                <a:ea typeface="Arial"/>
                <a:cs typeface="Arial"/>
              </a:defRPr>
            </a:lvl8pPr>
            <a:lvl9pPr algn="ctr">
              <a:defRPr sz="702" b="1">
                <a:solidFill>
                  <a:srgbClr val="1E293B"/>
                </a:solidFill>
                <a:latin typeface="Arial"/>
                <a:ea typeface="Arial"/>
                <a:cs typeface="Arial"/>
              </a:defRPr>
            </a:lvl9pPr>
          </a:lstStyle>
          <a:p>
            <a:pPr algn="ctr">
              <a:defRPr sz="702" b="1">
                <a:solidFill>
                  <a:srgbClr val="1E293B"/>
                </a:solidFill>
                <a:latin typeface="Arial"/>
                <a:ea typeface="Arial"/>
                <a:cs typeface="Arial"/>
              </a:defRPr>
            </a:pPr>
            <a:r>
              <a:rPr lang="en-US" sz="702" b="0" dirty="0">
                <a:solidFill>
                  <a:srgbClr val="1E293B"/>
                </a:solidFill>
                <a:latin typeface="Arial"/>
                <a:ea typeface="Arial"/>
                <a:cs typeface="Arial"/>
              </a:rPr>
              <a:t>Downstream </a:t>
            </a:r>
            <a:r>
              <a:rPr lang="en-US" b="0" dirty="0"/>
              <a:t>d</a:t>
            </a:r>
            <a:r>
              <a:rPr sz="702" b="0" dirty="0">
                <a:solidFill>
                  <a:srgbClr val="1E293B"/>
                </a:solidFill>
                <a:latin typeface="Arial"/>
                <a:ea typeface="Arial"/>
                <a:cs typeface="Arial"/>
              </a:rPr>
              <a:t>ocking tools</a:t>
            </a:r>
          </a:p>
        </p:txBody>
      </p:sp>
      <p:sp>
        <p:nvSpPr>
          <p:cNvPr id="777" name="Build pose output">
            <a:extLst>
              <a:ext uri="{FF2B5EF4-FFF2-40B4-BE49-F238E27FC236}">
                <a16:creationId xmlns:a16="http://schemas.microsoft.com/office/drawing/2014/main" id="{0B218F6B-7A76-F3B6-A0A5-E42AE4C10B80}"/>
              </a:ext>
            </a:extLst>
          </p:cNvPr>
          <p:cNvSpPr>
            <a:spLocks noGrp="1"/>
          </p:cNvSpPr>
          <p:nvPr/>
        </p:nvSpPr>
        <p:spPr>
          <a:xfrm>
            <a:off x="4992811" y="3400604"/>
            <a:ext cx="1106489" cy="941449"/>
          </a:xfrm>
          <a:prstGeom prst="roundRect">
            <a:avLst>
              <a:gd name="adj" fmla="val 5395"/>
            </a:avLst>
          </a:prstGeom>
          <a:solidFill>
            <a:srgbClr val="FFFFFF"/>
          </a:solidFill>
          <a:ln w="7290">
            <a:solidFill>
              <a:srgbClr val="DFD6C3"/>
            </a:solidFill>
            <a:prstDash val="solid"/>
          </a:ln>
        </p:spPr>
      </p:sp>
      <p:sp>
        <p:nvSpPr>
          <p:cNvPr id="778" name="All atom pose label">
            <a:extLst>
              <a:ext uri="{FF2B5EF4-FFF2-40B4-BE49-F238E27FC236}">
                <a16:creationId xmlns:a16="http://schemas.microsoft.com/office/drawing/2014/main" id="{8FE77D82-0F62-5049-84A0-FD0D56FCE044}"/>
              </a:ext>
            </a:extLst>
          </p:cNvPr>
          <p:cNvSpPr>
            <a:spLocks noGrp="1"/>
          </p:cNvSpPr>
          <p:nvPr/>
        </p:nvSpPr>
        <p:spPr>
          <a:xfrm>
            <a:off x="4979784" y="4176444"/>
            <a:ext cx="1231233" cy="117453"/>
          </a:xfrm>
          <a:prstGeom prst="rect">
            <a:avLst/>
          </a:prstGeom>
          <a:noFill/>
          <a:ln w="6885">
            <a:noFill/>
            <a:prstDash val="solid"/>
          </a:ln>
        </p:spPr>
        <p:txBody>
          <a:bodyPr lIns="0" tIns="0" rIns="0" bIns="0" anchor="ctr"/>
          <a:lstStyle>
            <a:defPPr algn="ctr">
              <a:defRPr sz="695" b="1">
                <a:solidFill>
                  <a:srgbClr val="1E293B"/>
                </a:solidFill>
                <a:latin typeface="Arial"/>
                <a:ea typeface="Arial"/>
                <a:cs typeface="Arial"/>
              </a:defRPr>
            </a:defPPr>
            <a:lvl1pPr algn="ctr">
              <a:defRPr sz="695" b="1">
                <a:solidFill>
                  <a:srgbClr val="1E293B"/>
                </a:solidFill>
                <a:latin typeface="Arial"/>
                <a:ea typeface="Arial"/>
                <a:cs typeface="Arial"/>
              </a:defRPr>
            </a:lvl1pPr>
            <a:lvl2pPr algn="ctr">
              <a:defRPr sz="695" b="1">
                <a:solidFill>
                  <a:srgbClr val="1E293B"/>
                </a:solidFill>
                <a:latin typeface="Arial"/>
                <a:ea typeface="Arial"/>
                <a:cs typeface="Arial"/>
              </a:defRPr>
            </a:lvl2pPr>
            <a:lvl3pPr algn="ctr">
              <a:defRPr sz="695" b="1">
                <a:solidFill>
                  <a:srgbClr val="1E293B"/>
                </a:solidFill>
                <a:latin typeface="Arial"/>
                <a:ea typeface="Arial"/>
                <a:cs typeface="Arial"/>
              </a:defRPr>
            </a:lvl3pPr>
            <a:lvl4pPr algn="ctr">
              <a:defRPr sz="695" b="1">
                <a:solidFill>
                  <a:srgbClr val="1E293B"/>
                </a:solidFill>
                <a:latin typeface="Arial"/>
                <a:ea typeface="Arial"/>
                <a:cs typeface="Arial"/>
              </a:defRPr>
            </a:lvl4pPr>
            <a:lvl5pPr algn="ctr">
              <a:defRPr sz="695" b="1">
                <a:solidFill>
                  <a:srgbClr val="1E293B"/>
                </a:solidFill>
                <a:latin typeface="Arial"/>
                <a:ea typeface="Arial"/>
                <a:cs typeface="Arial"/>
              </a:defRPr>
            </a:lvl5pPr>
            <a:lvl6pPr algn="ctr">
              <a:defRPr sz="695" b="1">
                <a:solidFill>
                  <a:srgbClr val="1E293B"/>
                </a:solidFill>
                <a:latin typeface="Arial"/>
                <a:ea typeface="Arial"/>
                <a:cs typeface="Arial"/>
              </a:defRPr>
            </a:lvl6pPr>
            <a:lvl7pPr algn="ctr">
              <a:defRPr sz="695" b="1">
                <a:solidFill>
                  <a:srgbClr val="1E293B"/>
                </a:solidFill>
                <a:latin typeface="Arial"/>
                <a:ea typeface="Arial"/>
                <a:cs typeface="Arial"/>
              </a:defRPr>
            </a:lvl7pPr>
            <a:lvl8pPr algn="ctr">
              <a:defRPr sz="695" b="1">
                <a:solidFill>
                  <a:srgbClr val="1E293B"/>
                </a:solidFill>
                <a:latin typeface="Arial"/>
                <a:ea typeface="Arial"/>
                <a:cs typeface="Arial"/>
              </a:defRPr>
            </a:lvl8pPr>
            <a:lvl9pPr algn="ctr">
              <a:defRPr sz="695" b="1">
                <a:solidFill>
                  <a:srgbClr val="1E293B"/>
                </a:solidFill>
                <a:latin typeface="Arial"/>
                <a:ea typeface="Arial"/>
                <a:cs typeface="Arial"/>
              </a:defRPr>
            </a:lvl9pPr>
          </a:lstStyle>
          <a:p>
            <a:pPr algn="ctr">
              <a:defRPr sz="695" b="1">
                <a:solidFill>
                  <a:srgbClr val="1E293B"/>
                </a:solidFill>
                <a:latin typeface="Arial"/>
                <a:ea typeface="Arial"/>
                <a:cs typeface="Arial"/>
              </a:defRPr>
            </a:pPr>
            <a:r>
              <a:rPr sz="695" b="0" dirty="0">
                <a:solidFill>
                  <a:srgbClr val="1E293B"/>
                </a:solidFill>
                <a:latin typeface="Arial"/>
                <a:ea typeface="Arial"/>
                <a:cs typeface="Arial"/>
              </a:rPr>
              <a:t>All-atom ligand pose</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59E3DA4F-BD1F-6AD8-81F5-856ECED60067}"/>
              </a:ext>
            </a:extLst>
          </p:cNvPr>
          <p:cNvPicPr/>
          <p:nvPr/>
        </p:nvPicPr>
        <p:blipFill>
          <a:blip r:embed="rId4"/>
          <a:stretch>
            <a:fillRect/>
          </a:stretch>
        </p:blipFill>
        <p:spPr>
          <a:xfrm>
            <a:off x="5657542" y="1104265"/>
            <a:ext cx="361766" cy="345440"/>
          </a:xfrm>
          <a:prstGeom prst="rect">
            <a:avLst/>
          </a:prstGeom>
        </p:spPr>
      </p:pic>
      <p:sp>
        <p:nvSpPr>
          <p:cNvPr id="1187" name="Build | Engines frame">
            <a:extLst>
              <a:ext uri="{FF2B5EF4-FFF2-40B4-BE49-F238E27FC236}">
                <a16:creationId xmlns:a16="http://schemas.microsoft.com/office/drawing/2014/main" id="{79AD4C70-DD41-BB84-7331-69D7E3080E11}"/>
              </a:ext>
            </a:extLst>
          </p:cNvPr>
          <p:cNvSpPr/>
          <p:nvPr/>
        </p:nvSpPr>
        <p:spPr>
          <a:xfrm>
            <a:off x="4938821" y="2032000"/>
            <a:ext cx="1202377" cy="1172634"/>
          </a:xfrm>
          <a:prstGeom prst="roundRect">
            <a:avLst>
              <a:gd name="adj" fmla="val 5000"/>
            </a:avLst>
          </a:prstGeom>
          <a:solidFill>
            <a:srgbClr val="FFFFFF">
              <a:alpha val="50000"/>
            </a:srgbClr>
          </a:solidFill>
          <a:ln w="7290">
            <a:solidFill>
              <a:srgbClr val="D5CC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88" name="Build | Default PocketXMol card">
            <a:extLst>
              <a:ext uri="{FF2B5EF4-FFF2-40B4-BE49-F238E27FC236}">
                <a16:creationId xmlns:a16="http://schemas.microsoft.com/office/drawing/2014/main" id="{65696164-FF6C-2E64-A27D-E0452D5A76E9}"/>
              </a:ext>
            </a:extLst>
          </p:cNvPr>
          <p:cNvSpPr/>
          <p:nvPr/>
        </p:nvSpPr>
        <p:spPr>
          <a:xfrm>
            <a:off x="4992811" y="2089570"/>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189" name="Build | Density cube icon">
            <a:extLst>
              <a:ext uri="{FF2B5EF4-FFF2-40B4-BE49-F238E27FC236}">
                <a16:creationId xmlns:a16="http://schemas.microsoft.com/office/drawing/2014/main" id="{68B5FCE4-2F36-CAD0-B100-A4A97D0F3451}"/>
              </a:ext>
            </a:extLst>
          </p:cNvPr>
          <p:cNvGrpSpPr/>
          <p:nvPr/>
        </p:nvGrpSpPr>
        <p:grpSpPr>
          <a:xfrm>
            <a:off x="5024943" y="2171534"/>
            <a:ext cx="213580" cy="227238"/>
            <a:chOff x="2187720" y="5635440"/>
            <a:chExt cx="154440" cy="131400"/>
          </a:xfrm>
        </p:grpSpPr>
        <p:sp>
          <p:nvSpPr>
            <p:cNvPr id="1190" name="asset_3169_0">
              <a:extLst>
                <a:ext uri="{FF2B5EF4-FFF2-40B4-BE49-F238E27FC236}">
                  <a16:creationId xmlns:a16="http://schemas.microsoft.com/office/drawing/2014/main" id="{5FFB8783-18B8-9E3F-DF3D-D39890A83D04}"/>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191" name="asset_3169_1">
              <a:extLst>
                <a:ext uri="{FF2B5EF4-FFF2-40B4-BE49-F238E27FC236}">
                  <a16:creationId xmlns:a16="http://schemas.microsoft.com/office/drawing/2014/main" id="{1EA12B72-72E8-2312-8F32-52AE6B165E9D}"/>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192" name="asset_3169_2">
              <a:extLst>
                <a:ext uri="{FF2B5EF4-FFF2-40B4-BE49-F238E27FC236}">
                  <a16:creationId xmlns:a16="http://schemas.microsoft.com/office/drawing/2014/main" id="{EDE3B5A8-D8FA-9133-41C2-DB6E1E75A6F9}"/>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193" name="asset_3169_3">
              <a:extLst>
                <a:ext uri="{FF2B5EF4-FFF2-40B4-BE49-F238E27FC236}">
                  <a16:creationId xmlns:a16="http://schemas.microsoft.com/office/drawing/2014/main" id="{120BF363-735F-F584-10A8-02A0DD55EE7B}"/>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194" name="asset_3169_4">
              <a:extLst>
                <a:ext uri="{FF2B5EF4-FFF2-40B4-BE49-F238E27FC236}">
                  <a16:creationId xmlns:a16="http://schemas.microsoft.com/office/drawing/2014/main" id="{E2829B7F-C588-BE5B-8D54-FBE1EBF2B8E5}"/>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1195" name="asset_3169_5">
              <a:extLst>
                <a:ext uri="{FF2B5EF4-FFF2-40B4-BE49-F238E27FC236}">
                  <a16:creationId xmlns:a16="http://schemas.microsoft.com/office/drawing/2014/main" id="{3DBA365A-AC44-C9B3-7E08-985ECB6E5232}"/>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1196" name="asset_3169_6">
              <a:extLst>
                <a:ext uri="{FF2B5EF4-FFF2-40B4-BE49-F238E27FC236}">
                  <a16:creationId xmlns:a16="http://schemas.microsoft.com/office/drawing/2014/main" id="{9F12D1AD-2ED4-77AF-F2EC-E76A62AE9C53}"/>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1197" name="asset_3169_7">
              <a:extLst>
                <a:ext uri="{FF2B5EF4-FFF2-40B4-BE49-F238E27FC236}">
                  <a16:creationId xmlns:a16="http://schemas.microsoft.com/office/drawing/2014/main" id="{530FF9D0-E22B-4C58-F523-2AC53D327A6E}"/>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1198" name="asset_3169_8">
              <a:extLst>
                <a:ext uri="{FF2B5EF4-FFF2-40B4-BE49-F238E27FC236}">
                  <a16:creationId xmlns:a16="http://schemas.microsoft.com/office/drawing/2014/main" id="{1E307AA0-A6C4-946A-18FD-30858587578A}"/>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1199" name="asset_3169_9">
              <a:extLst>
                <a:ext uri="{FF2B5EF4-FFF2-40B4-BE49-F238E27FC236}">
                  <a16:creationId xmlns:a16="http://schemas.microsoft.com/office/drawing/2014/main" id="{2C70D4C3-CC8E-18A5-188C-FB73FB31079A}"/>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0" name="asset_3169_10">
              <a:extLst>
                <a:ext uri="{FF2B5EF4-FFF2-40B4-BE49-F238E27FC236}">
                  <a16:creationId xmlns:a16="http://schemas.microsoft.com/office/drawing/2014/main" id="{9530488D-317A-3063-82AF-05EB1F0CA8B9}"/>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1" name="asset_3169_11">
              <a:extLst>
                <a:ext uri="{FF2B5EF4-FFF2-40B4-BE49-F238E27FC236}">
                  <a16:creationId xmlns:a16="http://schemas.microsoft.com/office/drawing/2014/main" id="{48323ECB-3BE3-307E-E823-C51C380A8650}"/>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2" name="asset_3169_12">
              <a:extLst>
                <a:ext uri="{FF2B5EF4-FFF2-40B4-BE49-F238E27FC236}">
                  <a16:creationId xmlns:a16="http://schemas.microsoft.com/office/drawing/2014/main" id="{C0C8C16B-9DED-677C-6432-EE50B45E7418}"/>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3" name="asset_3169_13">
              <a:extLst>
                <a:ext uri="{FF2B5EF4-FFF2-40B4-BE49-F238E27FC236}">
                  <a16:creationId xmlns:a16="http://schemas.microsoft.com/office/drawing/2014/main" id="{060B66F2-4388-65F4-6206-749CACAB0290}"/>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4" name="asset_3169_14">
              <a:extLst>
                <a:ext uri="{FF2B5EF4-FFF2-40B4-BE49-F238E27FC236}">
                  <a16:creationId xmlns:a16="http://schemas.microsoft.com/office/drawing/2014/main" id="{13E2CBA3-7C02-4027-03E6-A698CD2EB714}"/>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5" name="asset_3169_15">
              <a:extLst>
                <a:ext uri="{FF2B5EF4-FFF2-40B4-BE49-F238E27FC236}">
                  <a16:creationId xmlns:a16="http://schemas.microsoft.com/office/drawing/2014/main" id="{D52AE182-CED9-F191-684F-C02E656634F9}"/>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6" name="asset_3169_16">
              <a:extLst>
                <a:ext uri="{FF2B5EF4-FFF2-40B4-BE49-F238E27FC236}">
                  <a16:creationId xmlns:a16="http://schemas.microsoft.com/office/drawing/2014/main" id="{89F2F434-5A13-55C5-50E0-3A863DFD674D}"/>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7" name="asset_3169_17">
              <a:extLst>
                <a:ext uri="{FF2B5EF4-FFF2-40B4-BE49-F238E27FC236}">
                  <a16:creationId xmlns:a16="http://schemas.microsoft.com/office/drawing/2014/main" id="{6F30CB2F-3FFE-E2E6-12A8-0C6F6E9862D8}"/>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8" name="asset_3169_18">
              <a:extLst>
                <a:ext uri="{FF2B5EF4-FFF2-40B4-BE49-F238E27FC236}">
                  <a16:creationId xmlns:a16="http://schemas.microsoft.com/office/drawing/2014/main" id="{688E0702-ABAA-1F53-2FEE-C044E75816FE}"/>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9" name="asset_3169_19">
              <a:extLst>
                <a:ext uri="{FF2B5EF4-FFF2-40B4-BE49-F238E27FC236}">
                  <a16:creationId xmlns:a16="http://schemas.microsoft.com/office/drawing/2014/main" id="{872FD139-9635-FDD4-0722-4E5EEB72AC26}"/>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0" name="asset_3169_20">
              <a:extLst>
                <a:ext uri="{FF2B5EF4-FFF2-40B4-BE49-F238E27FC236}">
                  <a16:creationId xmlns:a16="http://schemas.microsoft.com/office/drawing/2014/main" id="{2F589805-2015-0C9E-B861-49E63A36CA16}"/>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1" name="asset_3169_21">
              <a:extLst>
                <a:ext uri="{FF2B5EF4-FFF2-40B4-BE49-F238E27FC236}">
                  <a16:creationId xmlns:a16="http://schemas.microsoft.com/office/drawing/2014/main" id="{0ACA986A-AF7E-C441-DA61-138FBBAA71F8}"/>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2" name="asset_3169_22">
              <a:extLst>
                <a:ext uri="{FF2B5EF4-FFF2-40B4-BE49-F238E27FC236}">
                  <a16:creationId xmlns:a16="http://schemas.microsoft.com/office/drawing/2014/main" id="{2D9591FC-2B85-F680-E4CA-E6BD7F3D89C9}"/>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3" name="asset_3169_23">
              <a:extLst>
                <a:ext uri="{FF2B5EF4-FFF2-40B4-BE49-F238E27FC236}">
                  <a16:creationId xmlns:a16="http://schemas.microsoft.com/office/drawing/2014/main" id="{891DB7BF-9124-5E80-DEA3-AF849690228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4" name="asset_3169_24">
              <a:extLst>
                <a:ext uri="{FF2B5EF4-FFF2-40B4-BE49-F238E27FC236}">
                  <a16:creationId xmlns:a16="http://schemas.microsoft.com/office/drawing/2014/main" id="{DE52E28A-6354-BE95-3C9A-A2C66025A871}"/>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5" name="asset_3169_25">
              <a:extLst>
                <a:ext uri="{FF2B5EF4-FFF2-40B4-BE49-F238E27FC236}">
                  <a16:creationId xmlns:a16="http://schemas.microsoft.com/office/drawing/2014/main" id="{7988D7F5-9FD3-DE02-AC43-2C9102A603D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6" name="asset_3169_26">
              <a:extLst>
                <a:ext uri="{FF2B5EF4-FFF2-40B4-BE49-F238E27FC236}">
                  <a16:creationId xmlns:a16="http://schemas.microsoft.com/office/drawing/2014/main" id="{C7CB8EF7-313A-8E8C-6DD1-7BDC7D92CCB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7" name="asset_3169_27">
              <a:extLst>
                <a:ext uri="{FF2B5EF4-FFF2-40B4-BE49-F238E27FC236}">
                  <a16:creationId xmlns:a16="http://schemas.microsoft.com/office/drawing/2014/main" id="{73BCC20B-1FDA-F412-4DD8-A25B3302BB21}"/>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8" name="asset_3169_28">
              <a:extLst>
                <a:ext uri="{FF2B5EF4-FFF2-40B4-BE49-F238E27FC236}">
                  <a16:creationId xmlns:a16="http://schemas.microsoft.com/office/drawing/2014/main" id="{AF33B019-3B06-5B18-D90B-E00C3F3EDB2C}"/>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9" name="asset_3169_29">
              <a:extLst>
                <a:ext uri="{FF2B5EF4-FFF2-40B4-BE49-F238E27FC236}">
                  <a16:creationId xmlns:a16="http://schemas.microsoft.com/office/drawing/2014/main" id="{0FB4133A-9D97-E251-1B43-C62FA8130666}"/>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0" name="asset_3169_30">
              <a:extLst>
                <a:ext uri="{FF2B5EF4-FFF2-40B4-BE49-F238E27FC236}">
                  <a16:creationId xmlns:a16="http://schemas.microsoft.com/office/drawing/2014/main" id="{69D50226-8CEE-09CA-92F4-EA747B547FF4}"/>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1" name="asset_3169_31">
              <a:extLst>
                <a:ext uri="{FF2B5EF4-FFF2-40B4-BE49-F238E27FC236}">
                  <a16:creationId xmlns:a16="http://schemas.microsoft.com/office/drawing/2014/main" id="{8D9ECD96-25F9-4FC6-1C5E-5B500507A23C}"/>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2" name="asset_3169_32">
              <a:extLst>
                <a:ext uri="{FF2B5EF4-FFF2-40B4-BE49-F238E27FC236}">
                  <a16:creationId xmlns:a16="http://schemas.microsoft.com/office/drawing/2014/main" id="{791FDFAC-6025-C51A-7F75-7437ACC6E354}"/>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3" name="asset_3169_33">
              <a:extLst>
                <a:ext uri="{FF2B5EF4-FFF2-40B4-BE49-F238E27FC236}">
                  <a16:creationId xmlns:a16="http://schemas.microsoft.com/office/drawing/2014/main" id="{DA973672-CCD0-6C59-1B34-7C6CC5E48F20}"/>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4" name="asset_3169_34">
              <a:extLst>
                <a:ext uri="{FF2B5EF4-FFF2-40B4-BE49-F238E27FC236}">
                  <a16:creationId xmlns:a16="http://schemas.microsoft.com/office/drawing/2014/main" id="{43DD86C8-6E09-99CE-6266-42DC4FA64456}"/>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5" name="asset_3169_35">
              <a:extLst>
                <a:ext uri="{FF2B5EF4-FFF2-40B4-BE49-F238E27FC236}">
                  <a16:creationId xmlns:a16="http://schemas.microsoft.com/office/drawing/2014/main" id="{D769467D-EEAF-B1AF-7AC6-68CC2D0F1288}"/>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6" name="asset_3169_36">
              <a:extLst>
                <a:ext uri="{FF2B5EF4-FFF2-40B4-BE49-F238E27FC236}">
                  <a16:creationId xmlns:a16="http://schemas.microsoft.com/office/drawing/2014/main" id="{445AF884-4EC3-E477-DB0C-E7BACF22251A}"/>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7" name="asset_3169_37">
              <a:extLst>
                <a:ext uri="{FF2B5EF4-FFF2-40B4-BE49-F238E27FC236}">
                  <a16:creationId xmlns:a16="http://schemas.microsoft.com/office/drawing/2014/main" id="{8548860C-336A-E8E6-C08F-A2EC53A5F6C5}"/>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8" name="asset_3169_38">
              <a:extLst>
                <a:ext uri="{FF2B5EF4-FFF2-40B4-BE49-F238E27FC236}">
                  <a16:creationId xmlns:a16="http://schemas.microsoft.com/office/drawing/2014/main" id="{648DC38E-0310-9E0E-37D3-5E74B6EF35F1}"/>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9" name="asset_3169_39">
              <a:extLst>
                <a:ext uri="{FF2B5EF4-FFF2-40B4-BE49-F238E27FC236}">
                  <a16:creationId xmlns:a16="http://schemas.microsoft.com/office/drawing/2014/main" id="{ACB0B137-A9B7-8555-0594-4839D4EE1AF5}"/>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0" name="asset_3169_40">
              <a:extLst>
                <a:ext uri="{FF2B5EF4-FFF2-40B4-BE49-F238E27FC236}">
                  <a16:creationId xmlns:a16="http://schemas.microsoft.com/office/drawing/2014/main" id="{CB82A286-4EA7-C723-174F-A005964CF56B}"/>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1" name="asset_3169_41">
              <a:extLst>
                <a:ext uri="{FF2B5EF4-FFF2-40B4-BE49-F238E27FC236}">
                  <a16:creationId xmlns:a16="http://schemas.microsoft.com/office/drawing/2014/main" id="{1E67FB97-244C-14BD-73A9-CA2F9B1E24BA}"/>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2" name="asset_3169_42">
              <a:extLst>
                <a:ext uri="{FF2B5EF4-FFF2-40B4-BE49-F238E27FC236}">
                  <a16:creationId xmlns:a16="http://schemas.microsoft.com/office/drawing/2014/main" id="{417A6C45-6CB7-5380-B441-87E54399F7F7}"/>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3" name="asset_3169_43">
              <a:extLst>
                <a:ext uri="{FF2B5EF4-FFF2-40B4-BE49-F238E27FC236}">
                  <a16:creationId xmlns:a16="http://schemas.microsoft.com/office/drawing/2014/main" id="{5A16B6AC-2250-FE07-B0D3-1B193E4DFACB}"/>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4" name="asset_3169_44">
              <a:extLst>
                <a:ext uri="{FF2B5EF4-FFF2-40B4-BE49-F238E27FC236}">
                  <a16:creationId xmlns:a16="http://schemas.microsoft.com/office/drawing/2014/main" id="{081C5E26-7488-869A-618E-1092033F59C2}"/>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5" name="asset_3169_45">
              <a:extLst>
                <a:ext uri="{FF2B5EF4-FFF2-40B4-BE49-F238E27FC236}">
                  <a16:creationId xmlns:a16="http://schemas.microsoft.com/office/drawing/2014/main" id="{41A170EA-8B41-0DF1-E7EA-2AB990478A77}"/>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6" name="asset_3169_46">
              <a:extLst>
                <a:ext uri="{FF2B5EF4-FFF2-40B4-BE49-F238E27FC236}">
                  <a16:creationId xmlns:a16="http://schemas.microsoft.com/office/drawing/2014/main" id="{32D1B9BF-5325-26AF-BAA9-BBD6B30B328F}"/>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7" name="asset_3169_47">
              <a:extLst>
                <a:ext uri="{FF2B5EF4-FFF2-40B4-BE49-F238E27FC236}">
                  <a16:creationId xmlns:a16="http://schemas.microsoft.com/office/drawing/2014/main" id="{19954402-7CDC-A852-CA61-629A3E0C394F}"/>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8" name="asset_3169_48">
              <a:extLst>
                <a:ext uri="{FF2B5EF4-FFF2-40B4-BE49-F238E27FC236}">
                  <a16:creationId xmlns:a16="http://schemas.microsoft.com/office/drawing/2014/main" id="{41D1840A-7225-0A6F-EB5F-EF20E870D9CF}"/>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9" name="asset_3169_49">
              <a:extLst>
                <a:ext uri="{FF2B5EF4-FFF2-40B4-BE49-F238E27FC236}">
                  <a16:creationId xmlns:a16="http://schemas.microsoft.com/office/drawing/2014/main" id="{FB9EBEA7-2F90-78C6-B9FF-085239FF7530}"/>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0" name="asset_3169_50">
              <a:extLst>
                <a:ext uri="{FF2B5EF4-FFF2-40B4-BE49-F238E27FC236}">
                  <a16:creationId xmlns:a16="http://schemas.microsoft.com/office/drawing/2014/main" id="{7ED9E287-6110-2BD8-91C3-3424DDB48479}"/>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1" name="asset_3169_51">
              <a:extLst>
                <a:ext uri="{FF2B5EF4-FFF2-40B4-BE49-F238E27FC236}">
                  <a16:creationId xmlns:a16="http://schemas.microsoft.com/office/drawing/2014/main" id="{0A5D16C0-E9EB-7A6D-D123-3915E88A78A9}"/>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1242" name="TextBox 12306">
            <a:extLst>
              <a:ext uri="{FF2B5EF4-FFF2-40B4-BE49-F238E27FC236}">
                <a16:creationId xmlns:a16="http://schemas.microsoft.com/office/drawing/2014/main" id="{B61D0A30-984F-5F1D-C0E3-4ED5D4539DF2}"/>
              </a:ext>
            </a:extLst>
          </p:cNvPr>
          <p:cNvSpPr txBox="1"/>
          <p:nvPr/>
        </p:nvSpPr>
        <p:spPr>
          <a:xfrm>
            <a:off x="5270490" y="2150246"/>
            <a:ext cx="819150" cy="93744"/>
          </a:xfrm>
          <a:prstGeom prst="rect">
            <a:avLst/>
          </a:prstGeom>
          <a:noFill/>
        </p:spPr>
        <p:txBody>
          <a:bodyPr wrap="square" lIns="0" tIns="0" rIns="0" bIns="0" anchor="ctr">
            <a:spAutoFit/>
          </a:bodyPr>
          <a:lstStyle/>
          <a:p>
            <a:pPr algn="l">
              <a:lnSpc>
                <a:spcPct val="105000"/>
              </a:lnSpc>
            </a:pPr>
            <a:r>
              <a:rPr sz="623" b="1" dirty="0" err="1">
                <a:solidFill>
                  <a:srgbClr val="8C5818"/>
                </a:solidFill>
                <a:latin typeface="Arial"/>
              </a:rPr>
              <a:t>DG-PocketXMol</a:t>
            </a:r>
            <a:endParaRPr sz="623" b="1" dirty="0">
              <a:solidFill>
                <a:srgbClr val="8C5818"/>
              </a:solidFill>
              <a:latin typeface="Arial"/>
            </a:endParaRPr>
          </a:p>
        </p:txBody>
      </p:sp>
      <p:sp>
        <p:nvSpPr>
          <p:cNvPr id="1243" name="TextBox 12307">
            <a:extLst>
              <a:ext uri="{FF2B5EF4-FFF2-40B4-BE49-F238E27FC236}">
                <a16:creationId xmlns:a16="http://schemas.microsoft.com/office/drawing/2014/main" id="{50E4F9BE-39D5-3572-2B27-7015D0FE756B}"/>
              </a:ext>
            </a:extLst>
          </p:cNvPr>
          <p:cNvSpPr txBox="1"/>
          <p:nvPr/>
        </p:nvSpPr>
        <p:spPr>
          <a:xfrm>
            <a:off x="5270983" y="2305119"/>
            <a:ext cx="819150" cy="163763"/>
          </a:xfrm>
          <a:prstGeom prst="rect">
            <a:avLst/>
          </a:prstGeom>
          <a:noFill/>
        </p:spPr>
        <p:txBody>
          <a:bodyPr wrap="square" lIns="0" tIns="0" rIns="0" bIns="0" anchor="ctr">
            <a:spAutoFit/>
          </a:bodyPr>
          <a:lstStyle/>
          <a:p>
            <a:pPr algn="l">
              <a:lnSpc>
                <a:spcPct val="96000"/>
              </a:lnSpc>
            </a:pPr>
            <a:r>
              <a:rPr sz="554" dirty="0">
                <a:solidFill>
                  <a:srgbClr val="5A6B7C"/>
                </a:solidFill>
                <a:latin typeface="Arial"/>
              </a:rPr>
              <a:t>Density-conditioned</a:t>
            </a:r>
            <a:endParaRPr lang="en-US" sz="554" dirty="0">
              <a:solidFill>
                <a:srgbClr val="5A6B7C"/>
              </a:solidFill>
              <a:latin typeface="Arial"/>
            </a:endParaRPr>
          </a:p>
          <a:p>
            <a:pPr algn="l">
              <a:lnSpc>
                <a:spcPct val="96000"/>
              </a:lnSpc>
            </a:pPr>
            <a:r>
              <a:rPr sz="554" dirty="0">
                <a:solidFill>
                  <a:srgbClr val="5A6B7C"/>
                </a:solidFill>
                <a:latin typeface="Arial"/>
              </a:rPr>
              <a:t>fine-tuning</a:t>
            </a:r>
          </a:p>
        </p:txBody>
      </p:sp>
      <p:sp>
        <p:nvSpPr>
          <p:cNvPr id="1244" name="Build | Docking tools card">
            <a:extLst>
              <a:ext uri="{FF2B5EF4-FFF2-40B4-BE49-F238E27FC236}">
                <a16:creationId xmlns:a16="http://schemas.microsoft.com/office/drawing/2014/main" id="{D8820DAD-C856-C828-BB1A-D380253AF157}"/>
              </a:ext>
            </a:extLst>
          </p:cNvPr>
          <p:cNvSpPr/>
          <p:nvPr/>
        </p:nvSpPr>
        <p:spPr>
          <a:xfrm>
            <a:off x="4992811" y="2608447"/>
            <a:ext cx="1106489" cy="516618"/>
          </a:xfrm>
          <a:prstGeom prst="roundRect">
            <a:avLst>
              <a:gd name="adj" fmla="val 8000"/>
            </a:avLst>
          </a:prstGeom>
          <a:solidFill>
            <a:srgbClr val="EFF2F8"/>
          </a:solidFill>
          <a:ln w="7290">
            <a:solidFill>
              <a:srgbClr val="B8C4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245" name="TextBox 12309">
            <a:extLst>
              <a:ext uri="{FF2B5EF4-FFF2-40B4-BE49-F238E27FC236}">
                <a16:creationId xmlns:a16="http://schemas.microsoft.com/office/drawing/2014/main" id="{E61A4066-788B-5B12-50A8-1419E47F2E66}"/>
              </a:ext>
            </a:extLst>
          </p:cNvPr>
          <p:cNvSpPr txBox="1"/>
          <p:nvPr/>
        </p:nvSpPr>
        <p:spPr>
          <a:xfrm>
            <a:off x="5044453" y="2647450"/>
            <a:ext cx="1047750" cy="101936"/>
          </a:xfrm>
          <a:prstGeom prst="rect">
            <a:avLst/>
          </a:prstGeom>
          <a:noFill/>
        </p:spPr>
        <p:txBody>
          <a:bodyPr wrap="square" lIns="0" tIns="0" rIns="0" bIns="0" anchor="ctr">
            <a:spAutoFit/>
          </a:bodyPr>
          <a:lstStyle/>
          <a:p>
            <a:pPr algn="l">
              <a:lnSpc>
                <a:spcPct val="105000"/>
              </a:lnSpc>
            </a:pPr>
            <a:r>
              <a:rPr lang="en-US" sz="640" b="1" dirty="0">
                <a:solidFill>
                  <a:srgbClr val="1E293B"/>
                </a:solidFill>
                <a:latin typeface="Arial"/>
              </a:rPr>
              <a:t>O</a:t>
            </a:r>
            <a:r>
              <a:rPr lang="en-US" altLang="zh-CN" sz="640" b="1" dirty="0">
                <a:solidFill>
                  <a:srgbClr val="1E293B"/>
                </a:solidFill>
                <a:latin typeface="Arial"/>
              </a:rPr>
              <a:t>ther d</a:t>
            </a:r>
            <a:r>
              <a:rPr sz="640" b="1" dirty="0">
                <a:solidFill>
                  <a:srgbClr val="1E293B"/>
                </a:solidFill>
                <a:latin typeface="Arial"/>
              </a:rPr>
              <a:t>ocking tools</a:t>
            </a:r>
          </a:p>
        </p:txBody>
      </p:sp>
      <p:sp>
        <p:nvSpPr>
          <p:cNvPr id="1246" name="TextBox 12310">
            <a:extLst>
              <a:ext uri="{FF2B5EF4-FFF2-40B4-BE49-F238E27FC236}">
                <a16:creationId xmlns:a16="http://schemas.microsoft.com/office/drawing/2014/main" id="{C9F46158-59CF-34E8-D872-FBF180C8ECC1}"/>
              </a:ext>
            </a:extLst>
          </p:cNvPr>
          <p:cNvSpPr txBox="1"/>
          <p:nvPr/>
        </p:nvSpPr>
        <p:spPr>
          <a:xfrm>
            <a:off x="5041329" y="2752162"/>
            <a:ext cx="389530" cy="372902"/>
          </a:xfrm>
          <a:prstGeom prst="rect">
            <a:avLst/>
          </a:prstGeom>
          <a:noFill/>
        </p:spPr>
        <p:txBody>
          <a:bodyPr wrap="none" lIns="0" tIns="0" rIns="0" bIns="0" anchor="ctr">
            <a:spAutoFit/>
          </a:bodyPr>
          <a:lstStyle/>
          <a:p>
            <a:pPr>
              <a:lnSpc>
                <a:spcPct val="105000"/>
              </a:lnSpc>
            </a:pPr>
            <a:r>
              <a:rPr lang="en-US" altLang="zh-CN" sz="554" dirty="0">
                <a:solidFill>
                  <a:srgbClr val="5A6B7C"/>
                </a:solidFill>
                <a:latin typeface="Arial"/>
              </a:rPr>
              <a:t>· </a:t>
            </a:r>
            <a:r>
              <a:rPr sz="554" dirty="0">
                <a:solidFill>
                  <a:srgbClr val="5A6B7C"/>
                </a:solidFill>
                <a:latin typeface="Arial"/>
              </a:rPr>
              <a:t>Vina </a:t>
            </a:r>
            <a:endParaRPr lang="en-US" sz="554" dirty="0">
              <a:solidFill>
                <a:srgbClr val="5A6B7C"/>
              </a:solidFill>
              <a:latin typeface="Arial"/>
            </a:endParaRPr>
          </a:p>
          <a:p>
            <a:pPr>
              <a:lnSpc>
                <a:spcPct val="105000"/>
              </a:lnSpc>
            </a:pPr>
            <a:r>
              <a:rPr sz="554" dirty="0">
                <a:solidFill>
                  <a:srgbClr val="5A6B7C"/>
                </a:solidFill>
                <a:latin typeface="Arial"/>
              </a:rPr>
              <a:t>· </a:t>
            </a:r>
            <a:r>
              <a:rPr sz="554" dirty="0" err="1">
                <a:solidFill>
                  <a:srgbClr val="5A6B7C"/>
                </a:solidFill>
                <a:latin typeface="Arial"/>
              </a:rPr>
              <a:t>DiffDock</a:t>
            </a:r>
            <a:r>
              <a:rPr sz="554" dirty="0">
                <a:solidFill>
                  <a:srgbClr val="5A6B7C"/>
                </a:solidFill>
                <a:latin typeface="Arial"/>
              </a:rPr>
              <a:t> </a:t>
            </a:r>
            <a:endParaRPr lang="en-US" sz="554" dirty="0">
              <a:solidFill>
                <a:srgbClr val="5A6B7C"/>
              </a:solidFill>
              <a:latin typeface="Arial"/>
            </a:endParaRPr>
          </a:p>
          <a:p>
            <a:pPr>
              <a:lnSpc>
                <a:spcPct val="105000"/>
              </a:lnSpc>
            </a:pPr>
            <a:r>
              <a:rPr sz="554" dirty="0">
                <a:solidFill>
                  <a:srgbClr val="5A6B7C"/>
                </a:solidFill>
                <a:latin typeface="Arial"/>
              </a:rPr>
              <a:t>· EMERALD</a:t>
            </a:r>
            <a:endParaRPr lang="en-US" sz="554" dirty="0">
              <a:solidFill>
                <a:srgbClr val="5A6B7C"/>
              </a:solidFill>
              <a:latin typeface="Arial"/>
            </a:endParaRPr>
          </a:p>
          <a:p>
            <a:pPr>
              <a:lnSpc>
                <a:spcPct val="105000"/>
              </a:lnSpc>
            </a:pPr>
            <a:r>
              <a:rPr lang="en-US" altLang="zh-CN" sz="554" dirty="0">
                <a:solidFill>
                  <a:srgbClr val="5A6B7C"/>
                </a:solidFill>
                <a:latin typeface="Arial"/>
              </a:rPr>
              <a:t>·</a:t>
            </a:r>
            <a:r>
              <a:rPr lang="zh-CN" altLang="en-US" sz="554" dirty="0">
                <a:solidFill>
                  <a:srgbClr val="5A6B7C"/>
                </a:solidFill>
                <a:latin typeface="Arial"/>
              </a:rPr>
              <a:t> </a:t>
            </a:r>
            <a:r>
              <a:rPr lang="en-US" altLang="zh-CN" sz="554" dirty="0">
                <a:solidFill>
                  <a:srgbClr val="5A6B7C"/>
                </a:solidFill>
                <a:latin typeface="Arial"/>
              </a:rPr>
              <a:t>·</a:t>
            </a:r>
            <a:r>
              <a:rPr lang="zh-CN" altLang="en-US" sz="554" dirty="0">
                <a:solidFill>
                  <a:srgbClr val="5A6B7C"/>
                </a:solidFill>
                <a:latin typeface="Arial"/>
              </a:rPr>
              <a:t> </a:t>
            </a:r>
            <a:r>
              <a:rPr lang="en-US" altLang="zh-CN" sz="554" dirty="0">
                <a:solidFill>
                  <a:srgbClr val="5A6B7C"/>
                </a:solidFill>
                <a:latin typeface="Arial"/>
              </a:rPr>
              <a:t>·</a:t>
            </a:r>
            <a:endParaRPr sz="554" dirty="0">
              <a:solidFill>
                <a:srgbClr val="5A6B7C"/>
              </a:solidFill>
              <a:latin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823347" y="284723"/>
            <a:ext cx="3605650" cy="3967446"/>
            <a:chOff x="1936337" y="669608"/>
            <a:chExt cx="8479727"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72901" y="669608"/>
              <a:ext cx="1028700"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26944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81873" y="760105"/>
              <a:ext cx="990599" cy="457199"/>
            </a:xfrm>
            <a:prstGeom prst="rect">
              <a:avLst/>
            </a:prstGeom>
            <a:noFill/>
            <a:ln w="7290">
              <a:noFill/>
            </a:ln>
          </p:spPr>
          <p:txBody>
            <a:bodyPr lIns="0" tIns="0" rIns="0" bIns="0" anchor="ctr"/>
            <a:lstStyle>
              <a:defPPr algn="ctr">
                <a:defRPr sz="612">
                  <a:solidFill>
                    <a:srgbClr val="1E293B"/>
                  </a:solidFill>
                  <a:latin typeface="Arial"/>
                  <a:ea typeface="Arial"/>
                  <a:cs typeface="Arial"/>
                </a:defRPr>
              </a:defPPr>
              <a:lvl1pPr algn="ctr">
                <a:defRPr sz="612">
                  <a:solidFill>
                    <a:srgbClr val="1E293B"/>
                  </a:solidFill>
                  <a:latin typeface="Arial"/>
                  <a:ea typeface="Arial"/>
                  <a:cs typeface="Arial"/>
                </a:defRPr>
              </a:lvl1pPr>
              <a:lvl2pPr algn="ctr">
                <a:defRPr sz="612">
                  <a:solidFill>
                    <a:srgbClr val="1E293B"/>
                  </a:solidFill>
                  <a:latin typeface="Arial"/>
                  <a:ea typeface="Arial"/>
                  <a:cs typeface="Arial"/>
                </a:defRPr>
              </a:lvl2pPr>
              <a:lvl3pPr algn="ctr">
                <a:defRPr sz="612">
                  <a:solidFill>
                    <a:srgbClr val="1E293B"/>
                  </a:solidFill>
                  <a:latin typeface="Arial"/>
                  <a:ea typeface="Arial"/>
                  <a:cs typeface="Arial"/>
                </a:defRPr>
              </a:lvl3pPr>
              <a:lvl4pPr algn="ctr">
                <a:defRPr sz="612">
                  <a:solidFill>
                    <a:srgbClr val="1E293B"/>
                  </a:solidFill>
                  <a:latin typeface="Arial"/>
                  <a:ea typeface="Arial"/>
                  <a:cs typeface="Arial"/>
                </a:defRPr>
              </a:lvl4pPr>
              <a:lvl5pPr algn="ctr">
                <a:defRPr sz="612">
                  <a:solidFill>
                    <a:srgbClr val="1E293B"/>
                  </a:solidFill>
                  <a:latin typeface="Arial"/>
                  <a:ea typeface="Arial"/>
                  <a:cs typeface="Arial"/>
                </a:defRPr>
              </a:lvl5pPr>
              <a:lvl6pPr algn="ctr">
                <a:defRPr sz="612">
                  <a:solidFill>
                    <a:srgbClr val="1E293B"/>
                  </a:solidFill>
                  <a:latin typeface="Arial"/>
                  <a:ea typeface="Arial"/>
                  <a:cs typeface="Arial"/>
                </a:defRPr>
              </a:lvl6pPr>
              <a:lvl7pPr algn="ctr">
                <a:defRPr sz="612">
                  <a:solidFill>
                    <a:srgbClr val="1E293B"/>
                  </a:solidFill>
                  <a:latin typeface="Arial"/>
                  <a:ea typeface="Arial"/>
                  <a:cs typeface="Arial"/>
                </a:defRPr>
              </a:lvl7pPr>
              <a:lvl8pPr algn="ctr">
                <a:defRPr sz="612">
                  <a:solidFill>
                    <a:srgbClr val="1E293B"/>
                  </a:solidFill>
                  <a:latin typeface="Arial"/>
                  <a:ea typeface="Arial"/>
                  <a:cs typeface="Arial"/>
                </a:defRPr>
              </a:lvl8pPr>
              <a:lvl9pPr algn="ctr">
                <a:defRPr sz="612">
                  <a:solidFill>
                    <a:srgbClr val="1E293B"/>
                  </a:solidFill>
                  <a:latin typeface="Arial"/>
                  <a:ea typeface="Arial"/>
                  <a:cs typeface="Arial"/>
                </a:defRPr>
              </a:lvl9pPr>
            </a:lstStyle>
            <a:p>
              <a:pPr algn="ctr">
                <a:defRPr sz="612">
                  <a:solidFill>
                    <a:srgbClr val="1E293B"/>
                  </a:solidFill>
                  <a:latin typeface="Arial"/>
                  <a:ea typeface="Arial"/>
                  <a:cs typeface="Arial"/>
                </a:defRPr>
              </a:pPr>
              <a:r>
                <a:rPr sz="550" dirty="0">
                  <a:solidFill>
                    <a:srgbClr val="1E293B"/>
                  </a:solidFill>
                  <a:latin typeface="Arial"/>
                  <a:ea typeface="Arial"/>
                  <a:cs typeface="Arial"/>
                </a:rPr>
                <a:t>Density</a:t>
              </a:r>
            </a:p>
            <a:p>
              <a:pPr algn="ctr">
                <a:defRPr sz="612">
                  <a:solidFill>
                    <a:srgbClr val="1E293B"/>
                  </a:solidFill>
                  <a:latin typeface="Arial"/>
                  <a:ea typeface="Arial"/>
                  <a:cs typeface="Arial"/>
                </a:defRPr>
              </a:pPr>
              <a:r>
                <a:rPr lang="en-US" sz="550" dirty="0">
                  <a:solidFill>
                    <a:srgbClr val="1E293B"/>
                  </a:solidFill>
                  <a:latin typeface="Arial"/>
                  <a:ea typeface="Arial"/>
                  <a:cs typeface="Arial"/>
                </a:rPr>
                <a:t>B</a:t>
              </a:r>
              <a:r>
                <a:rPr sz="550" dirty="0">
                  <a:solidFill>
                    <a:srgbClr val="1E293B"/>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92663" y="2542570"/>
              <a:ext cx="990599" cy="457199"/>
            </a:xfrm>
            <a:prstGeom prst="rect">
              <a:avLst/>
            </a:prstGeom>
            <a:noFill/>
            <a:ln w="7290">
              <a:noFill/>
            </a:ln>
          </p:spPr>
          <p:txBody>
            <a:bodyPr lIns="0" tIns="0" rIns="0" bIns="0" anchor="ctr"/>
            <a:lstStyle>
              <a:defPPr algn="ctr">
                <a:defRPr sz="612">
                  <a:solidFill>
                    <a:srgbClr val="1E293B"/>
                  </a:solidFill>
                  <a:latin typeface="Arial"/>
                  <a:ea typeface="Arial"/>
                  <a:cs typeface="Arial"/>
                </a:defRPr>
              </a:defPPr>
              <a:lvl1pPr algn="ctr">
                <a:defRPr sz="612">
                  <a:solidFill>
                    <a:srgbClr val="1E293B"/>
                  </a:solidFill>
                  <a:latin typeface="Arial"/>
                  <a:ea typeface="Arial"/>
                  <a:cs typeface="Arial"/>
                </a:defRPr>
              </a:lvl1pPr>
              <a:lvl2pPr algn="ctr">
                <a:defRPr sz="612">
                  <a:solidFill>
                    <a:srgbClr val="1E293B"/>
                  </a:solidFill>
                  <a:latin typeface="Arial"/>
                  <a:ea typeface="Arial"/>
                  <a:cs typeface="Arial"/>
                </a:defRPr>
              </a:lvl2pPr>
              <a:lvl3pPr algn="ctr">
                <a:defRPr sz="612">
                  <a:solidFill>
                    <a:srgbClr val="1E293B"/>
                  </a:solidFill>
                  <a:latin typeface="Arial"/>
                  <a:ea typeface="Arial"/>
                  <a:cs typeface="Arial"/>
                </a:defRPr>
              </a:lvl3pPr>
              <a:lvl4pPr algn="ctr">
                <a:defRPr sz="612">
                  <a:solidFill>
                    <a:srgbClr val="1E293B"/>
                  </a:solidFill>
                  <a:latin typeface="Arial"/>
                  <a:ea typeface="Arial"/>
                  <a:cs typeface="Arial"/>
                </a:defRPr>
              </a:lvl4pPr>
              <a:lvl5pPr algn="ctr">
                <a:defRPr sz="612">
                  <a:solidFill>
                    <a:srgbClr val="1E293B"/>
                  </a:solidFill>
                  <a:latin typeface="Arial"/>
                  <a:ea typeface="Arial"/>
                  <a:cs typeface="Arial"/>
                </a:defRPr>
              </a:lvl5pPr>
              <a:lvl6pPr algn="ctr">
                <a:defRPr sz="612">
                  <a:solidFill>
                    <a:srgbClr val="1E293B"/>
                  </a:solidFill>
                  <a:latin typeface="Arial"/>
                  <a:ea typeface="Arial"/>
                  <a:cs typeface="Arial"/>
                </a:defRPr>
              </a:lvl6pPr>
              <a:lvl7pPr algn="ctr">
                <a:defRPr sz="612">
                  <a:solidFill>
                    <a:srgbClr val="1E293B"/>
                  </a:solidFill>
                  <a:latin typeface="Arial"/>
                  <a:ea typeface="Arial"/>
                  <a:cs typeface="Arial"/>
                </a:defRPr>
              </a:lvl7pPr>
              <a:lvl8pPr algn="ctr">
                <a:defRPr sz="612">
                  <a:solidFill>
                    <a:srgbClr val="1E293B"/>
                  </a:solidFill>
                  <a:latin typeface="Arial"/>
                  <a:ea typeface="Arial"/>
                  <a:cs typeface="Arial"/>
                </a:defRPr>
              </a:lvl8pPr>
              <a:lvl9pPr algn="ctr">
                <a:defRPr sz="612">
                  <a:solidFill>
                    <a:srgbClr val="1E293B"/>
                  </a:solidFill>
                  <a:latin typeface="Arial"/>
                  <a:ea typeface="Arial"/>
                  <a:cs typeface="Arial"/>
                </a:defRPr>
              </a:lvl9pPr>
            </a:lstStyle>
            <a:p>
              <a:pPr algn="ctr">
                <a:defRPr sz="612">
                  <a:solidFill>
                    <a:srgbClr val="1E293B"/>
                  </a:solidFill>
                  <a:latin typeface="Arial"/>
                  <a:ea typeface="Arial"/>
                  <a:cs typeface="Arial"/>
                </a:defRPr>
              </a:pPr>
              <a:r>
                <a:rPr lang="en-US" sz="550" dirty="0">
                  <a:solidFill>
                    <a:srgbClr val="1E293B"/>
                  </a:solidFill>
                  <a:latin typeface="Arial"/>
                  <a:ea typeface="Arial"/>
                  <a:cs typeface="Arial"/>
                </a:rPr>
                <a:t>Atom embeddings</a:t>
              </a:r>
              <a:endParaRPr sz="550" dirty="0">
                <a:solidFill>
                  <a:srgbClr val="1E293B"/>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32561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42145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51730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61314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70899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80483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90068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9652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32561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42145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51730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61314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70899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80483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90068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9652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32561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42145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51730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61314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70899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80483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90068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9652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32561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42145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51730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61314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70899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80483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90068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9652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860262"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953131"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4046000"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4138868"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231737"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324606"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417475"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510343"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860262"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953131"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4046000"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4138868"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231737"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324606"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417475"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510343"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860262"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953131"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4046000"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4138868"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231737"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324606"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417475"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510343"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860262"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953131"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4046000"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4138868"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231737"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324606"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417475"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510343"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003637"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060787"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117937"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003637"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060787"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117937"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a:off x="2334020" y="1518479"/>
              <a:ext cx="842366" cy="190"/>
            </a:xfrm>
            <a:custGeom>
              <a:avLst/>
              <a:gdLst/>
              <a:ahLst/>
              <a:cxnLst/>
              <a:rect l="0" t="0" r="0" b="0"/>
              <a:pathLst>
                <a:path w="125540" h="191">
                  <a:moveTo>
                    <a:pt x="0" y="0"/>
                  </a:moveTo>
                  <a:lnTo>
                    <a:pt x="125540" y="0"/>
                  </a:lnTo>
                </a:path>
              </a:pathLst>
            </a:custGeom>
            <a:noFill/>
            <a:ln w="8505">
              <a:solidFill>
                <a:srgbClr val="4083B4"/>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123088" y="1489808"/>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334020" y="3260557"/>
              <a:ext cx="842366" cy="190"/>
            </a:xfrm>
            <a:custGeom>
              <a:avLst/>
              <a:gdLst/>
              <a:ahLst/>
              <a:cxnLst/>
              <a:rect l="0" t="0" r="0" b="0"/>
              <a:pathLst>
                <a:path w="125540" h="191">
                  <a:moveTo>
                    <a:pt x="0" y="0"/>
                  </a:moveTo>
                  <a:lnTo>
                    <a:pt x="125540" y="0"/>
                  </a:lnTo>
                </a:path>
              </a:pathLst>
            </a:custGeom>
            <a:noFill/>
            <a:ln w="8505">
              <a:solidFill>
                <a:srgbClr val="9481B1"/>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123088" y="3231886"/>
              <a:ext cx="66676" cy="57339"/>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750468" y="1544003"/>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116443" y="1515332"/>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750468" y="3107055"/>
              <a:ext cx="409314" cy="191"/>
            </a:xfrm>
            <a:custGeom>
              <a:avLst/>
              <a:gdLst/>
              <a:ahLst/>
              <a:cxnLst/>
              <a:rect l="0" t="0" r="0" b="0"/>
              <a:pathLst>
                <a:path w="252508" h="191">
                  <a:moveTo>
                    <a:pt x="0" y="0"/>
                  </a:moveTo>
                  <a:lnTo>
                    <a:pt x="252508" y="0"/>
                  </a:lnTo>
                </a:path>
              </a:pathLst>
            </a:custGeom>
            <a:noFill/>
            <a:ln w="8505">
              <a:solidFill>
                <a:srgbClr val="9481B1"/>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116443" y="3078385"/>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9963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444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856838" y="1943100"/>
              <a:ext cx="61865" cy="191"/>
            </a:xfrm>
            <a:custGeom>
              <a:avLst/>
              <a:gdLst/>
              <a:ahLst/>
              <a:cxnLst/>
              <a:rect l="0" t="0" r="0" b="0"/>
              <a:pathLst>
                <a:path w="61865" h="191">
                  <a:moveTo>
                    <a:pt x="0" y="0"/>
                  </a:moveTo>
                  <a:lnTo>
                    <a:pt x="61865" y="0"/>
                  </a:lnTo>
                </a:path>
              </a:pathLst>
            </a:custGeom>
            <a:noFill/>
            <a:ln w="6480">
              <a:solidFill>
                <a:srgbClr val="4083B4"/>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92081"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428338" y="1943100"/>
              <a:ext cx="185690" cy="191"/>
            </a:xfrm>
            <a:custGeom>
              <a:avLst/>
              <a:gdLst/>
              <a:ahLst/>
              <a:cxnLst/>
              <a:rect l="0" t="0" r="0" b="0"/>
              <a:pathLst>
                <a:path w="185690" h="191">
                  <a:moveTo>
                    <a:pt x="0" y="0"/>
                  </a:moveTo>
                  <a:lnTo>
                    <a:pt x="185690" y="0"/>
                  </a:lnTo>
                </a:path>
              </a:pathLst>
            </a:custGeom>
            <a:noFill/>
            <a:ln w="6480">
              <a:solidFill>
                <a:srgbClr val="4083B4"/>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87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704688" y="1943100"/>
              <a:ext cx="204740" cy="191"/>
            </a:xfrm>
            <a:custGeom>
              <a:avLst/>
              <a:gdLst/>
              <a:ahLst/>
              <a:cxnLst/>
              <a:rect l="0" t="0" r="0" b="0"/>
              <a:pathLst>
                <a:path w="204740" h="191">
                  <a:moveTo>
                    <a:pt x="0" y="0"/>
                  </a:moveTo>
                  <a:lnTo>
                    <a:pt x="204740" y="0"/>
                  </a:lnTo>
                </a:path>
              </a:pathLst>
            </a:custGeom>
            <a:noFill/>
            <a:ln w="6480">
              <a:solidFill>
                <a:srgbClr val="4083B4"/>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828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42858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733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866738" y="1943100"/>
              <a:ext cx="90440" cy="191"/>
            </a:xfrm>
            <a:custGeom>
              <a:avLst/>
              <a:gdLst/>
              <a:ahLst/>
              <a:cxnLst/>
              <a:rect l="0" t="0" r="0" b="0"/>
              <a:pathLst>
                <a:path w="90440" h="191">
                  <a:moveTo>
                    <a:pt x="0" y="0"/>
                  </a:moveTo>
                  <a:lnTo>
                    <a:pt x="90440" y="0"/>
                  </a:lnTo>
                </a:path>
              </a:pathLst>
            </a:custGeom>
            <a:noFill/>
            <a:ln w="6480">
              <a:solidFill>
                <a:srgbClr val="4083B4"/>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9305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9006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85AFCB"/>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305507" y="138588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62823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85AFCB"/>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76857" y="151923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15211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85AFCB"/>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133932" y="1662113"/>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518129" y="3106769"/>
              <a:ext cx="255746" cy="191"/>
            </a:xfrm>
            <a:custGeom>
              <a:avLst/>
              <a:gdLst/>
              <a:ahLst/>
              <a:cxnLst/>
              <a:rect l="0" t="0" r="0" b="0"/>
              <a:pathLst>
                <a:path w="255746" h="191">
                  <a:moveTo>
                    <a:pt x="0" y="0"/>
                  </a:moveTo>
                  <a:lnTo>
                    <a:pt x="255746" y="0"/>
                  </a:lnTo>
                </a:path>
              </a:pathLst>
            </a:custGeom>
            <a:noFill/>
            <a:ln w="8505">
              <a:solidFill>
                <a:srgbClr val="9481B1"/>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730537"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522731" y="3106769"/>
              <a:ext cx="311563" cy="191"/>
            </a:xfrm>
            <a:custGeom>
              <a:avLst/>
              <a:gdLst/>
              <a:ahLst/>
              <a:cxnLst/>
              <a:rect l="0" t="0" r="0" b="0"/>
              <a:pathLst>
                <a:path w="311563" h="191">
                  <a:moveTo>
                    <a:pt x="0" y="0"/>
                  </a:moveTo>
                  <a:lnTo>
                    <a:pt x="311563" y="0"/>
                  </a:lnTo>
                </a:path>
              </a:pathLst>
            </a:custGeom>
            <a:noFill/>
            <a:ln w="8505">
              <a:solidFill>
                <a:srgbClr val="9481B1"/>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90955"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508759" y="3106769"/>
              <a:ext cx="311563" cy="191"/>
            </a:xfrm>
            <a:custGeom>
              <a:avLst/>
              <a:gdLst/>
              <a:ahLst/>
              <a:cxnLst/>
              <a:rect l="0" t="0" r="0" b="0"/>
              <a:pathLst>
                <a:path w="311563" h="191">
                  <a:moveTo>
                    <a:pt x="0" y="0"/>
                  </a:moveTo>
                  <a:lnTo>
                    <a:pt x="311563" y="0"/>
                  </a:lnTo>
                </a:path>
              </a:pathLst>
            </a:custGeom>
            <a:noFill/>
            <a:ln w="8505">
              <a:solidFill>
                <a:srgbClr val="9481B1"/>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76983"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569082" y="3106769"/>
              <a:ext cx="255746" cy="191"/>
            </a:xfrm>
            <a:custGeom>
              <a:avLst/>
              <a:gdLst/>
              <a:ahLst/>
              <a:cxnLst/>
              <a:rect l="0" t="0" r="0" b="0"/>
              <a:pathLst>
                <a:path w="255746" h="191">
                  <a:moveTo>
                    <a:pt x="0" y="0"/>
                  </a:moveTo>
                  <a:lnTo>
                    <a:pt x="255746" y="0"/>
                  </a:lnTo>
                </a:path>
              </a:pathLst>
            </a:custGeom>
            <a:noFill/>
            <a:ln w="8505">
              <a:solidFill>
                <a:srgbClr val="9481B1"/>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81489"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155417"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126747"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83194"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154524"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210972"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82301"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66687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4083B4"/>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15541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4083B4"/>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126747" y="3385852"/>
              <a:ext cx="57340" cy="66675"/>
            </a:xfrm>
            <a:custGeom>
              <a:avLst/>
              <a:gdLst/>
              <a:ahLst/>
              <a:cxnLst/>
              <a:rect l="0" t="0" r="0" b="0"/>
              <a:pathLst>
                <a:path w="57340" h="66675">
                  <a:moveTo>
                    <a:pt x="28670" y="0"/>
                  </a:moveTo>
                  <a:lnTo>
                    <a:pt x="0" y="66675"/>
                  </a:lnTo>
                  <a:lnTo>
                    <a:pt x="57340" y="66675"/>
                  </a:lnTo>
                  <a:close/>
                </a:path>
              </a:pathLst>
            </a:custGeom>
            <a:solidFill>
              <a:srgbClr val="4083B4"/>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807779" y="6064758"/>
              <a:ext cx="1148715" cy="191"/>
            </a:xfrm>
            <a:custGeom>
              <a:avLst/>
              <a:gdLst/>
              <a:ahLst/>
              <a:cxnLst/>
              <a:rect l="0" t="0" r="0" b="0"/>
              <a:pathLst>
                <a:path w="1148715" h="191">
                  <a:moveTo>
                    <a:pt x="0" y="0"/>
                  </a:moveTo>
                  <a:lnTo>
                    <a:pt x="1148715" y="0"/>
                  </a:lnTo>
                </a:path>
              </a:pathLst>
            </a:custGeom>
            <a:noFill/>
            <a:ln w="8505">
              <a:solidFill>
                <a:srgbClr val="4083B4"/>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913156" y="6036088"/>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301020"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3B8C80"/>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3147792" y="7953375"/>
              <a:ext cx="827723" cy="191"/>
            </a:xfrm>
            <a:custGeom>
              <a:avLst/>
              <a:gdLst/>
              <a:ahLst/>
              <a:cxnLst/>
              <a:rect l="0" t="0" r="0" b="0"/>
              <a:pathLst>
                <a:path w="827723" h="191">
                  <a:moveTo>
                    <a:pt x="0" y="0"/>
                  </a:moveTo>
                  <a:lnTo>
                    <a:pt x="827723" y="0"/>
                  </a:lnTo>
                </a:path>
              </a:pathLst>
            </a:custGeom>
            <a:noFill/>
            <a:ln w="8505">
              <a:solidFill>
                <a:srgbClr val="3B8C80"/>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301020"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272349"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975515"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946844"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546890" y="8968264"/>
              <a:ext cx="1502569" cy="191"/>
            </a:xfrm>
            <a:custGeom>
              <a:avLst/>
              <a:gdLst/>
              <a:ahLst/>
              <a:cxnLst/>
              <a:rect l="0" t="0" r="0" b="0"/>
              <a:pathLst>
                <a:path w="1502569" h="191">
                  <a:moveTo>
                    <a:pt x="0" y="0"/>
                  </a:moveTo>
                  <a:lnTo>
                    <a:pt x="1502569" y="0"/>
                  </a:lnTo>
                </a:path>
              </a:pathLst>
            </a:custGeom>
            <a:noFill/>
            <a:ln w="8505">
              <a:solidFill>
                <a:srgbClr val="3B8C80"/>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5006120" y="8939594"/>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426172" y="6400800"/>
              <a:ext cx="191" cy="2367439"/>
            </a:xfrm>
            <a:custGeom>
              <a:avLst/>
              <a:gdLst/>
              <a:ahLst/>
              <a:cxnLst/>
              <a:rect l="0" t="0" r="0" b="0"/>
              <a:pathLst>
                <a:path w="191" h="2367439">
                  <a:moveTo>
                    <a:pt x="0" y="0"/>
                  </a:moveTo>
                  <a:lnTo>
                    <a:pt x="0" y="2367439"/>
                  </a:lnTo>
                </a:path>
              </a:pathLst>
            </a:custGeom>
            <a:noFill/>
            <a:ln w="8505">
              <a:solidFill>
                <a:srgbClr val="4083B4"/>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397502" y="8724900"/>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761327" y="8297132"/>
              <a:ext cx="664845" cy="191"/>
            </a:xfrm>
            <a:custGeom>
              <a:avLst/>
              <a:gdLst/>
              <a:ahLst/>
              <a:cxnLst/>
              <a:rect l="0" t="0" r="0" b="0"/>
              <a:pathLst>
                <a:path w="664845" h="191">
                  <a:moveTo>
                    <a:pt x="664845" y="0"/>
                  </a:moveTo>
                  <a:lnTo>
                    <a:pt x="0" y="0"/>
                  </a:lnTo>
                </a:path>
              </a:pathLst>
            </a:custGeom>
            <a:noFill/>
            <a:ln w="8505">
              <a:solidFill>
                <a:srgbClr val="4083B4"/>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737991" y="8268462"/>
              <a:ext cx="66675" cy="57340"/>
            </a:xfrm>
            <a:custGeom>
              <a:avLst/>
              <a:gdLst/>
              <a:ahLst/>
              <a:cxnLst/>
              <a:rect l="0" t="0" r="0" b="0"/>
              <a:pathLst>
                <a:path w="66675" h="57340">
                  <a:moveTo>
                    <a:pt x="0" y="28670"/>
                  </a:moveTo>
                  <a:lnTo>
                    <a:pt x="66675" y="57340"/>
                  </a:lnTo>
                  <a:lnTo>
                    <a:pt x="66675" y="0"/>
                  </a:lnTo>
                  <a:close/>
                </a:path>
              </a:pathLst>
            </a:custGeom>
            <a:solidFill>
              <a:srgbClr val="4083B4"/>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426172" y="9144953"/>
              <a:ext cx="191" cy="215360"/>
            </a:xfrm>
            <a:custGeom>
              <a:avLst/>
              <a:gdLst/>
              <a:ahLst/>
              <a:cxnLst/>
              <a:rect l="0" t="0" r="0" b="0"/>
              <a:pathLst>
                <a:path w="191" h="215360">
                  <a:moveTo>
                    <a:pt x="0" y="0"/>
                  </a:moveTo>
                  <a:lnTo>
                    <a:pt x="0" y="215360"/>
                  </a:lnTo>
                </a:path>
              </a:pathLst>
            </a:custGeom>
            <a:noFill/>
            <a:ln w="8505">
              <a:solidFill>
                <a:srgbClr val="3B8C80"/>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397502"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617154"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3B8C80"/>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588484" y="976836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417159" y="9971532"/>
              <a:ext cx="600742" cy="191"/>
            </a:xfrm>
            <a:custGeom>
              <a:avLst/>
              <a:gdLst/>
              <a:ahLst/>
              <a:cxnLst/>
              <a:rect l="0" t="0" r="0" b="0"/>
              <a:pathLst>
                <a:path w="600742" h="191">
                  <a:moveTo>
                    <a:pt x="0" y="0"/>
                  </a:moveTo>
                  <a:lnTo>
                    <a:pt x="600742" y="0"/>
                  </a:lnTo>
                </a:path>
              </a:pathLst>
            </a:custGeom>
            <a:noFill/>
            <a:ln w="8505">
              <a:solidFill>
                <a:srgbClr val="3B8C80"/>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974562"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426172" y="9525000"/>
              <a:ext cx="2143887" cy="446532"/>
            </a:xfrm>
            <a:custGeom>
              <a:avLst/>
              <a:gdLst/>
              <a:ahLst/>
              <a:cxnLst/>
              <a:rect l="0" t="0" r="0" b="0"/>
              <a:pathLst>
                <a:path w="2143887" h="446532">
                  <a:moveTo>
                    <a:pt x="0" y="0"/>
                  </a:moveTo>
                  <a:lnTo>
                    <a:pt x="0" y="446532"/>
                  </a:lnTo>
                  <a:lnTo>
                    <a:pt x="2143887" y="446532"/>
                  </a:lnTo>
                </a:path>
              </a:pathLst>
            </a:custGeom>
            <a:noFill/>
            <a:ln w="8505">
              <a:solidFill>
                <a:srgbClr val="3B8C80"/>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526720"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6960840" y="6134481"/>
              <a:ext cx="651129" cy="595217"/>
            </a:xfrm>
            <a:custGeom>
              <a:avLst/>
              <a:gdLst/>
              <a:ahLst/>
              <a:cxnLst/>
              <a:rect l="0" t="0" r="0" b="0"/>
              <a:pathLst>
                <a:path w="651129" h="595217">
                  <a:moveTo>
                    <a:pt x="651129" y="0"/>
                  </a:moveTo>
                  <a:lnTo>
                    <a:pt x="0" y="0"/>
                  </a:lnTo>
                  <a:lnTo>
                    <a:pt x="0" y="595217"/>
                  </a:lnTo>
                </a:path>
              </a:pathLst>
            </a:custGeom>
            <a:noFill/>
            <a:ln w="8505">
              <a:solidFill>
                <a:srgbClr val="3B8C80"/>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6932170" y="668636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6960840" y="7441406"/>
              <a:ext cx="191" cy="153448"/>
            </a:xfrm>
            <a:custGeom>
              <a:avLst/>
              <a:gdLst/>
              <a:ahLst/>
              <a:cxnLst/>
              <a:rect l="0" t="0" r="0" b="0"/>
              <a:pathLst>
                <a:path w="191" h="153448">
                  <a:moveTo>
                    <a:pt x="0" y="0"/>
                  </a:moveTo>
                  <a:lnTo>
                    <a:pt x="0" y="153448"/>
                  </a:lnTo>
                </a:path>
              </a:pathLst>
            </a:custGeom>
            <a:noFill/>
            <a:ln w="8505">
              <a:solidFill>
                <a:srgbClr val="3B8C80"/>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6932170" y="755151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6960840" y="7934420"/>
              <a:ext cx="191" cy="274320"/>
            </a:xfrm>
            <a:custGeom>
              <a:avLst/>
              <a:gdLst/>
              <a:ahLst/>
              <a:cxnLst/>
              <a:rect l="0" t="0" r="0" b="0"/>
              <a:pathLst>
                <a:path w="191" h="274320">
                  <a:moveTo>
                    <a:pt x="0" y="0"/>
                  </a:moveTo>
                  <a:lnTo>
                    <a:pt x="0" y="274320"/>
                  </a:lnTo>
                </a:path>
              </a:pathLst>
            </a:custGeom>
            <a:noFill/>
            <a:ln w="8505">
              <a:solidFill>
                <a:srgbClr val="3B8C80"/>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6932170"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530941" y="6638068"/>
              <a:ext cx="191" cy="326993"/>
            </a:xfrm>
            <a:custGeom>
              <a:avLst/>
              <a:gdLst/>
              <a:ahLst/>
              <a:cxnLst/>
              <a:rect l="0" t="0" r="0" b="0"/>
              <a:pathLst>
                <a:path w="191" h="326993">
                  <a:moveTo>
                    <a:pt x="0" y="0"/>
                  </a:moveTo>
                  <a:lnTo>
                    <a:pt x="0" y="326993"/>
                  </a:lnTo>
                </a:path>
              </a:pathLst>
            </a:custGeom>
            <a:noFill/>
            <a:ln w="8505">
              <a:solidFill>
                <a:srgbClr val="3B8C80"/>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502271" y="692172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530941" y="7304627"/>
              <a:ext cx="191" cy="1013841"/>
            </a:xfrm>
            <a:custGeom>
              <a:avLst/>
              <a:gdLst/>
              <a:ahLst/>
              <a:cxnLst/>
              <a:rect l="0" t="0" r="0" b="0"/>
              <a:pathLst>
                <a:path w="191" h="1013841">
                  <a:moveTo>
                    <a:pt x="0" y="0"/>
                  </a:moveTo>
                  <a:lnTo>
                    <a:pt x="0" y="1013841"/>
                  </a:lnTo>
                </a:path>
              </a:pathLst>
            </a:custGeom>
            <a:noFill/>
            <a:ln w="8505">
              <a:solidFill>
                <a:srgbClr val="3B8C80"/>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502271" y="827513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509540"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3B8C80"/>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094756" y="6911531"/>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509540" y="5851112"/>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509540" y="6533293"/>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133903" y="7294436"/>
              <a:ext cx="191" cy="264128"/>
            </a:xfrm>
            <a:custGeom>
              <a:avLst/>
              <a:gdLst/>
              <a:ahLst/>
              <a:cxnLst/>
              <a:rect l="0" t="0" r="0" b="0"/>
              <a:pathLst>
                <a:path w="191" h="264128">
                  <a:moveTo>
                    <a:pt x="0" y="0"/>
                  </a:moveTo>
                  <a:lnTo>
                    <a:pt x="0" y="264128"/>
                  </a:lnTo>
                </a:path>
              </a:pathLst>
            </a:custGeom>
            <a:noFill/>
            <a:ln w="8505">
              <a:solidFill>
                <a:srgbClr val="3B8C80"/>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105233" y="751522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123426" y="7958995"/>
              <a:ext cx="191" cy="249745"/>
            </a:xfrm>
            <a:custGeom>
              <a:avLst/>
              <a:gdLst/>
              <a:ahLst/>
              <a:cxnLst/>
              <a:rect l="0" t="0" r="0" b="0"/>
              <a:pathLst>
                <a:path w="191" h="249745">
                  <a:moveTo>
                    <a:pt x="0" y="0"/>
                  </a:moveTo>
                  <a:lnTo>
                    <a:pt x="0" y="249745"/>
                  </a:lnTo>
                </a:path>
              </a:pathLst>
            </a:custGeom>
            <a:noFill/>
            <a:ln w="8505">
              <a:solidFill>
                <a:srgbClr val="3B8C80"/>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094756"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709696" y="8408765"/>
              <a:ext cx="479012" cy="191"/>
            </a:xfrm>
            <a:custGeom>
              <a:avLst/>
              <a:gdLst/>
              <a:ahLst/>
              <a:cxnLst/>
              <a:rect l="0" t="0" r="0" b="0"/>
              <a:pathLst>
                <a:path w="479012" h="191">
                  <a:moveTo>
                    <a:pt x="479012" y="0"/>
                  </a:moveTo>
                  <a:lnTo>
                    <a:pt x="0" y="0"/>
                  </a:lnTo>
                </a:path>
              </a:pathLst>
            </a:custGeom>
            <a:noFill/>
            <a:ln w="8505">
              <a:solidFill>
                <a:srgbClr val="3B8C80"/>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686359" y="8380095"/>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858411" y="8408765"/>
              <a:ext cx="478917" cy="191"/>
            </a:xfrm>
            <a:custGeom>
              <a:avLst/>
              <a:gdLst/>
              <a:ahLst/>
              <a:cxnLst/>
              <a:rect l="0" t="0" r="0" b="0"/>
              <a:pathLst>
                <a:path w="478917" h="191">
                  <a:moveTo>
                    <a:pt x="0" y="0"/>
                  </a:moveTo>
                  <a:lnTo>
                    <a:pt x="478917" y="0"/>
                  </a:lnTo>
                </a:path>
              </a:pathLst>
            </a:custGeom>
            <a:noFill/>
            <a:ln w="8505">
              <a:solidFill>
                <a:srgbClr val="3B8C80"/>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293989" y="8380095"/>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523512" y="8475726"/>
              <a:ext cx="191" cy="281845"/>
            </a:xfrm>
            <a:custGeom>
              <a:avLst/>
              <a:gdLst/>
              <a:ahLst/>
              <a:cxnLst/>
              <a:rect l="0" t="0" r="0" b="0"/>
              <a:pathLst>
                <a:path w="191" h="281845">
                  <a:moveTo>
                    <a:pt x="0" y="0"/>
                  </a:moveTo>
                  <a:lnTo>
                    <a:pt x="0" y="281845"/>
                  </a:lnTo>
                </a:path>
              </a:pathLst>
            </a:custGeom>
            <a:noFill/>
            <a:ln w="8505">
              <a:solidFill>
                <a:srgbClr val="3B8C80"/>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494841" y="871423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6960840"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3B8C80"/>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010400" y="8919686"/>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8993380"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3B8C80"/>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8970044" y="8919686"/>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523512" y="9115806"/>
              <a:ext cx="191" cy="244507"/>
            </a:xfrm>
            <a:custGeom>
              <a:avLst/>
              <a:gdLst/>
              <a:ahLst/>
              <a:cxnLst/>
              <a:rect l="0" t="0" r="0" b="0"/>
              <a:pathLst>
                <a:path w="191" h="244507">
                  <a:moveTo>
                    <a:pt x="0" y="0"/>
                  </a:moveTo>
                  <a:lnTo>
                    <a:pt x="0" y="244507"/>
                  </a:lnTo>
                </a:path>
              </a:pathLst>
            </a:custGeom>
            <a:noFill/>
            <a:ln w="8505">
              <a:solidFill>
                <a:srgbClr val="3B8C80"/>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494841"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523512" y="9517571"/>
              <a:ext cx="191" cy="253841"/>
            </a:xfrm>
            <a:custGeom>
              <a:avLst/>
              <a:gdLst/>
              <a:ahLst/>
              <a:cxnLst/>
              <a:rect l="0" t="0" r="0" b="0"/>
              <a:pathLst>
                <a:path w="191" h="253841">
                  <a:moveTo>
                    <a:pt x="0" y="0"/>
                  </a:moveTo>
                  <a:lnTo>
                    <a:pt x="0" y="253841"/>
                  </a:lnTo>
                </a:path>
              </a:pathLst>
            </a:custGeom>
            <a:noFill/>
            <a:ln w="8505">
              <a:solidFill>
                <a:srgbClr val="3B8C80"/>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494841" y="9728073"/>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8932896" y="9971532"/>
              <a:ext cx="619030" cy="191"/>
            </a:xfrm>
            <a:custGeom>
              <a:avLst/>
              <a:gdLst/>
              <a:ahLst/>
              <a:cxnLst/>
              <a:rect l="0" t="0" r="0" b="0"/>
              <a:pathLst>
                <a:path w="619030" h="191">
                  <a:moveTo>
                    <a:pt x="0" y="0"/>
                  </a:moveTo>
                  <a:lnTo>
                    <a:pt x="619030" y="0"/>
                  </a:lnTo>
                </a:path>
              </a:pathLst>
            </a:custGeom>
            <a:noFill/>
            <a:ln w="8505">
              <a:solidFill>
                <a:srgbClr val="3B8C80"/>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508587"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725281"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90027" y="775016"/>
            <a:ext cx="559769" cy="176972"/>
          </a:xfrm>
          <a:prstGeom prst="rect">
            <a:avLst/>
          </a:prstGeom>
          <a:noFill/>
        </p:spPr>
        <p:txBody>
          <a:bodyPr wrap="none" rtlCol="0">
            <a:spAutoFit/>
          </a:bodyPr>
          <a:lstStyle/>
          <a:p>
            <a:r>
              <a:rPr lang="en-US" altLang="zh-CN" sz="550" dirty="0">
                <a:solidFill>
                  <a:srgbClr val="71808C"/>
                </a:solidFill>
                <a:latin typeface="Arial"/>
                <a:cs typeface="Arial"/>
              </a:rPr>
              <a:t>56 channels</a:t>
            </a:r>
            <a:endParaRPr lang="zh-CN" altLang="en-US" sz="550" dirty="0">
              <a:solidFill>
                <a:srgbClr val="71808C"/>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81760" y="1305560"/>
            <a:ext cx="386080" cy="417830"/>
          </a:xfrm>
          <a:prstGeom prst="roundRect">
            <a:avLst>
              <a:gd name="adj" fmla="val 6579"/>
            </a:avLst>
          </a:prstGeom>
          <a:solidFill>
            <a:srgbClr val="F8FAFC"/>
          </a:solidFill>
          <a:ln w="6096" cap="rnd">
            <a:solidFill>
              <a:srgbClr val="C5BDD5"/>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37942" y="1388677"/>
            <a:ext cx="84338" cy="113635"/>
          </a:xfrm>
          <a:custGeom>
            <a:avLst/>
            <a:gdLst/>
            <a:ahLst/>
            <a:cxnLst/>
            <a:rect l="l" t="t" r="r" b="b"/>
            <a:pathLst>
              <a:path w="84338" h="113635">
                <a:moveTo>
                  <a:pt x="0" y="0"/>
                </a:moveTo>
                <a:lnTo>
                  <a:pt x="84338" y="113635"/>
                </a:lnTo>
              </a:path>
            </a:pathLst>
          </a:custGeom>
          <a:noFill/>
          <a:ln w="5842" cap="rnd">
            <a:solidFill>
              <a:srgbClr val="9481B1"/>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508689" y="1488319"/>
            <a:ext cx="18870" cy="21105"/>
          </a:xfrm>
          <a:custGeom>
            <a:avLst/>
            <a:gdLst/>
            <a:ahLst/>
            <a:cxnLst/>
            <a:rect l="l" t="t" r="r" b="b"/>
            <a:pathLst>
              <a:path w="18870" h="21105">
                <a:moveTo>
                  <a:pt x="18870" y="21105"/>
                </a:moveTo>
                <a:lnTo>
                  <a:pt x="14277" y="0"/>
                </a:lnTo>
                <a:lnTo>
                  <a:pt x="0" y="10596"/>
                </a:lnTo>
                <a:close/>
              </a:path>
            </a:pathLst>
          </a:custGeom>
          <a:solidFill>
            <a:srgbClr val="9481B1"/>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411922" y="1358582"/>
            <a:ext cx="28575" cy="28575"/>
          </a:xfrm>
          <a:prstGeom prst="ellipse">
            <a:avLst/>
          </a:prstGeom>
          <a:noFill/>
          <a:ln w="7112" cap="rnd">
            <a:solidFill>
              <a:srgbClr val="9481B1"/>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67842" y="1384737"/>
            <a:ext cx="68064" cy="115185"/>
          </a:xfrm>
          <a:custGeom>
            <a:avLst/>
            <a:gdLst/>
            <a:ahLst/>
            <a:cxnLst/>
            <a:rect l="l" t="t" r="r" b="b"/>
            <a:pathLst>
              <a:path w="68064" h="115185">
                <a:moveTo>
                  <a:pt x="68064" y="0"/>
                </a:moveTo>
                <a:lnTo>
                  <a:pt x="0" y="115185"/>
                </a:lnTo>
              </a:path>
            </a:pathLst>
          </a:custGeom>
          <a:noFill/>
          <a:ln w="5842" cap="rnd">
            <a:solidFill>
              <a:srgbClr val="9481B1"/>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63335" y="1486079"/>
            <a:ext cx="17668" cy="21470"/>
          </a:xfrm>
          <a:custGeom>
            <a:avLst/>
            <a:gdLst/>
            <a:ahLst/>
            <a:cxnLst/>
            <a:rect l="l" t="t" r="r" b="b"/>
            <a:pathLst>
              <a:path w="17668" h="21470">
                <a:moveTo>
                  <a:pt x="0" y="21470"/>
                </a:moveTo>
                <a:lnTo>
                  <a:pt x="17668" y="9045"/>
                </a:lnTo>
                <a:lnTo>
                  <a:pt x="2361" y="0"/>
                </a:lnTo>
                <a:close/>
              </a:path>
            </a:pathLst>
          </a:custGeom>
          <a:solidFill>
            <a:srgbClr val="9481B1"/>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30362" y="1352232"/>
            <a:ext cx="31115" cy="31115"/>
          </a:xfrm>
          <a:prstGeom prst="ellipse">
            <a:avLst/>
          </a:prstGeom>
          <a:noFill/>
          <a:ln w="7112" cap="rnd">
            <a:solidFill>
              <a:srgbClr val="9481B1"/>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81150"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9481B1"/>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72439"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64640" y="1490330"/>
            <a:ext cx="21547" cy="17160"/>
          </a:xfrm>
          <a:custGeom>
            <a:avLst/>
            <a:gdLst/>
            <a:ahLst/>
            <a:cxnLst/>
            <a:rect l="l" t="t" r="r" b="b"/>
            <a:pathLst>
              <a:path w="21547" h="17160">
                <a:moveTo>
                  <a:pt x="0" y="17160"/>
                </a:moveTo>
                <a:lnTo>
                  <a:pt x="21547" y="15655"/>
                </a:lnTo>
                <a:lnTo>
                  <a:pt x="13117" y="0"/>
                </a:lnTo>
                <a:close/>
              </a:path>
            </a:pathLst>
          </a:custGeom>
          <a:solidFill>
            <a:srgbClr val="9481B1"/>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703070" y="1426210"/>
            <a:ext cx="27940" cy="27940"/>
          </a:xfrm>
          <a:prstGeom prst="ellipse">
            <a:avLst/>
          </a:prstGeom>
          <a:noFill/>
          <a:ln w="7112" cap="rnd">
            <a:solidFill>
              <a:srgbClr val="9481B1"/>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422400"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9481B1"/>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99870"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89978" y="1504405"/>
            <a:ext cx="25132" cy="19595"/>
          </a:xfrm>
          <a:custGeom>
            <a:avLst/>
            <a:gdLst/>
            <a:ahLst/>
            <a:cxnLst/>
            <a:rect l="l" t="t" r="r" b="b"/>
            <a:pathLst>
              <a:path w="25132" h="19595">
                <a:moveTo>
                  <a:pt x="25132" y="19595"/>
                </a:moveTo>
                <a:lnTo>
                  <a:pt x="9371" y="0"/>
                </a:lnTo>
                <a:lnTo>
                  <a:pt x="0" y="18743"/>
                </a:lnTo>
                <a:close/>
              </a:path>
            </a:pathLst>
          </a:custGeom>
          <a:solidFill>
            <a:srgbClr val="9481B1"/>
          </a:solidFill>
          <a:ln w="0" cap="rnd">
            <a:no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407795" y="1607185"/>
            <a:ext cx="31750" cy="31750"/>
          </a:xfrm>
          <a:prstGeom prst="ellipse">
            <a:avLst/>
          </a:prstGeom>
          <a:noFill/>
          <a:ln w="7112" cap="rnd">
            <a:solidFill>
              <a:srgbClr val="9481B1"/>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38090" y="1576570"/>
            <a:ext cx="5857" cy="82734"/>
          </a:xfrm>
          <a:custGeom>
            <a:avLst/>
            <a:gdLst/>
            <a:ahLst/>
            <a:cxnLst/>
            <a:rect l="l" t="t" r="r" b="b"/>
            <a:pathLst>
              <a:path w="5857" h="82734">
                <a:moveTo>
                  <a:pt x="0" y="82734"/>
                </a:moveTo>
                <a:lnTo>
                  <a:pt x="5857" y="0"/>
                </a:lnTo>
              </a:path>
            </a:pathLst>
          </a:custGeom>
          <a:noFill/>
          <a:ln w="5842" cap="rnd">
            <a:solidFill>
              <a:srgbClr val="9481B1"/>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34315" y="1567734"/>
            <a:ext cx="17736" cy="20264"/>
          </a:xfrm>
          <a:custGeom>
            <a:avLst/>
            <a:gdLst/>
            <a:ahLst/>
            <a:cxnLst/>
            <a:rect l="l" t="t" r="r" b="b"/>
            <a:pathLst>
              <a:path w="17736" h="20264">
                <a:moveTo>
                  <a:pt x="10258" y="0"/>
                </a:moveTo>
                <a:lnTo>
                  <a:pt x="0" y="19008"/>
                </a:lnTo>
                <a:lnTo>
                  <a:pt x="17736" y="20264"/>
                </a:lnTo>
                <a:close/>
              </a:path>
            </a:pathLst>
          </a:custGeom>
          <a:solidFill>
            <a:srgbClr val="9481B1"/>
          </a:solidFill>
          <a:ln w="0" cap="rnd">
            <a:no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522095" y="1664335"/>
            <a:ext cx="29210" cy="29210"/>
          </a:xfrm>
          <a:prstGeom prst="ellipse">
            <a:avLst/>
          </a:prstGeom>
          <a:noFill/>
          <a:ln w="7112" cap="rnd">
            <a:solidFill>
              <a:srgbClr val="9481B1"/>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524635"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78610"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98295"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617980"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37665"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57350"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77035"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96720"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716405"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92289" y="1489896"/>
            <a:ext cx="162207" cy="45719"/>
          </a:xfrm>
          <a:custGeom>
            <a:avLst/>
            <a:gdLst/>
            <a:ahLst/>
            <a:cxnLst/>
            <a:rect l="l" t="t" r="r" b="b"/>
            <a:pathLst>
              <a:path w="63379" h="1">
                <a:moveTo>
                  <a:pt x="0" y="0"/>
                </a:moveTo>
                <a:lnTo>
                  <a:pt x="63379" y="0"/>
                </a:lnTo>
              </a:path>
            </a:pathLst>
          </a:custGeom>
          <a:noFill/>
          <a:ln w="8509" cap="rnd">
            <a:solidFill>
              <a:srgbClr val="9481B1"/>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38919" y="1523745"/>
            <a:ext cx="28321" cy="24384"/>
          </a:xfrm>
          <a:custGeom>
            <a:avLst/>
            <a:gdLst/>
            <a:ahLst/>
            <a:cxnLst/>
            <a:rect l="l" t="t" r="r" b="b"/>
            <a:pathLst>
              <a:path w="28321" h="24384">
                <a:moveTo>
                  <a:pt x="28321" y="12192"/>
                </a:moveTo>
                <a:lnTo>
                  <a:pt x="0" y="0"/>
                </a:lnTo>
                <a:lnTo>
                  <a:pt x="0" y="24384"/>
                </a:lnTo>
                <a:close/>
              </a:path>
            </a:pathLst>
          </a:custGeom>
          <a:solidFill>
            <a:srgbClr val="9481B1"/>
          </a:solidFill>
          <a:ln w="0" cap="rnd">
            <a:no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a:off x="1819910" y="669271"/>
            <a:ext cx="1" cy="866159"/>
          </a:xfrm>
          <a:custGeom>
            <a:avLst/>
            <a:gdLst/>
            <a:ahLst/>
            <a:cxnLst/>
            <a:rect l="l" t="t" r="r" b="b"/>
            <a:pathLst>
              <a:path w="1" h="866159">
                <a:moveTo>
                  <a:pt x="0" y="866159"/>
                </a:moveTo>
                <a:lnTo>
                  <a:pt x="0" y="0"/>
                </a:lnTo>
              </a:path>
            </a:pathLst>
          </a:custGeom>
          <a:noFill/>
          <a:ln w="8509" cap="rnd">
            <a:solidFill>
              <a:srgbClr val="9481B1"/>
            </a:solidFill>
            <a:prstDash val="solid"/>
            <a:round/>
          </a:ln>
        </p:spPr>
      </p:sp>
      <p:sp>
        <p:nvSpPr>
          <p:cNvPr id="1474" name="V8 embedding to voxel branch head">
            <a:extLst>
              <a:ext uri="{FF2B5EF4-FFF2-40B4-BE49-F238E27FC236}">
                <a16:creationId xmlns:a16="http://schemas.microsoft.com/office/drawing/2014/main" id="{BAE99500-F0C6-FF9E-5ADA-696300A3926E}"/>
              </a:ext>
            </a:extLst>
          </p:cNvPr>
          <p:cNvSpPr/>
          <p:nvPr/>
        </p:nvSpPr>
        <p:spPr>
          <a:xfrm>
            <a:off x="1807718" y="656526"/>
            <a:ext cx="24384" cy="28321"/>
          </a:xfrm>
          <a:custGeom>
            <a:avLst/>
            <a:gdLst/>
            <a:ahLst/>
            <a:cxnLst/>
            <a:rect l="l" t="t" r="r" b="b"/>
            <a:pathLst>
              <a:path w="24384" h="28321">
                <a:moveTo>
                  <a:pt x="12192" y="0"/>
                </a:moveTo>
                <a:lnTo>
                  <a:pt x="0" y="28321"/>
                </a:lnTo>
                <a:lnTo>
                  <a:pt x="24384" y="28321"/>
                </a:lnTo>
                <a:close/>
              </a:path>
            </a:pathLst>
          </a:custGeom>
          <a:solidFill>
            <a:srgbClr val="9481B1"/>
          </a:solidFill>
          <a:ln w="0" cap="rnd">
            <a:noFill/>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a:off x="1786560" y="656526"/>
            <a:ext cx="163405" cy="1"/>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34388" y="644334"/>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1477" name="V8 voxel input junction">
            <a:extLst>
              <a:ext uri="{FF2B5EF4-FFF2-40B4-BE49-F238E27FC236}">
                <a16:creationId xmlns:a16="http://schemas.microsoft.com/office/drawing/2014/main" id="{93F36DE0-10B5-E2A2-60B2-341BCDB28517}"/>
              </a:ext>
            </a:extLst>
          </p:cNvPr>
          <p:cNvSpPr/>
          <p:nvPr/>
        </p:nvSpPr>
        <p:spPr>
          <a:xfrm>
            <a:off x="1811973" y="648589"/>
            <a:ext cx="15875" cy="15875"/>
          </a:xfrm>
          <a:prstGeom prst="ellipse">
            <a:avLst/>
          </a:prstGeom>
          <a:solidFill>
            <a:srgbClr val="4083B4"/>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673037"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78338"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3B8C80"/>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334211"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3B8C80"/>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334211" y="3703320"/>
            <a:ext cx="1" cy="22181"/>
          </a:xfrm>
          <a:custGeom>
            <a:avLst/>
            <a:gdLst/>
            <a:ahLst/>
            <a:cxnLst/>
            <a:rect l="l" t="t" r="r" b="b"/>
            <a:pathLst>
              <a:path w="1" h="22181">
                <a:moveTo>
                  <a:pt x="0" y="0"/>
                </a:moveTo>
                <a:lnTo>
                  <a:pt x="0" y="22181"/>
                </a:lnTo>
              </a:path>
            </a:pathLst>
          </a:custGeom>
          <a:noFill/>
          <a:ln w="8509" cap="rnd">
            <a:solidFill>
              <a:srgbClr val="3B8C80"/>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322019" y="3709924"/>
            <a:ext cx="24384" cy="28321"/>
          </a:xfrm>
          <a:custGeom>
            <a:avLst/>
            <a:gdLst/>
            <a:ahLst/>
            <a:cxnLst/>
            <a:rect l="l" t="t" r="r" b="b"/>
            <a:pathLst>
              <a:path w="24384" h="28321">
                <a:moveTo>
                  <a:pt x="12192" y="28321"/>
                </a:moveTo>
                <a:lnTo>
                  <a:pt x="24384" y="0"/>
                </a:lnTo>
                <a:lnTo>
                  <a:pt x="0" y="0"/>
                </a:lnTo>
                <a:close/>
              </a:path>
            </a:pathLst>
          </a:custGeom>
          <a:solidFill>
            <a:srgbClr val="3B8C80"/>
          </a:solidFill>
          <a:ln w="0" cap="rnd">
            <a:noFill/>
          </a:ln>
        </p:spPr>
      </p:sp>
      <p:sp>
        <p:nvSpPr>
          <p:cNvPr id="1484" name="V8 Build site and identity frame">
            <a:extLst>
              <a:ext uri="{FF2B5EF4-FFF2-40B4-BE49-F238E27FC236}">
                <a16:creationId xmlns:a16="http://schemas.microsoft.com/office/drawing/2014/main" id="{B0159410-81AF-A0CB-FD15-D731C54E54D4}"/>
              </a:ext>
            </a:extLst>
          </p:cNvPr>
          <p:cNvSpPr/>
          <p:nvPr/>
        </p:nvSpPr>
        <p:spPr>
          <a:xfrm>
            <a:off x="4998402" y="452120"/>
            <a:ext cx="519754" cy="1228090"/>
          </a:xfrm>
          <a:prstGeom prst="roundRect">
            <a:avLst>
              <a:gd name="adj" fmla="val 5556"/>
            </a:avLst>
          </a:prstGeom>
          <a:noFill/>
          <a:ln w="6985" cap="rnd">
            <a:solidFill>
              <a:srgbClr val="9BB4C8"/>
            </a:solidFill>
            <a:prstDash val="dash"/>
            <a:round/>
          </a:ln>
        </p:spPr>
      </p:sp>
      <p:sp>
        <p:nvSpPr>
          <p:cNvPr id="1485" name="V8 Build pocket and density frame">
            <a:extLst>
              <a:ext uri="{FF2B5EF4-FFF2-40B4-BE49-F238E27FC236}">
                <a16:creationId xmlns:a16="http://schemas.microsoft.com/office/drawing/2014/main" id="{FF6F6920-E776-E473-D444-477FCB823104}"/>
              </a:ext>
            </a:extLst>
          </p:cNvPr>
          <p:cNvSpPr/>
          <p:nvPr/>
        </p:nvSpPr>
        <p:spPr>
          <a:xfrm>
            <a:off x="5564187" y="452120"/>
            <a:ext cx="527685" cy="1228090"/>
          </a:xfrm>
          <a:prstGeom prst="roundRect">
            <a:avLst>
              <a:gd name="adj" fmla="val 6477"/>
            </a:avLst>
          </a:prstGeom>
          <a:noFill/>
          <a:ln w="6985" cap="rnd">
            <a:solidFill>
              <a:srgbClr val="9BB4C8"/>
            </a:solidFill>
            <a:prstDash val="dash"/>
            <a:round/>
          </a:ln>
        </p:spPr>
      </p:sp>
      <p:sp>
        <p:nvSpPr>
          <p:cNvPr id="1486" name="V8 Build inputs to docking">
            <a:extLst>
              <a:ext uri="{FF2B5EF4-FFF2-40B4-BE49-F238E27FC236}">
                <a16:creationId xmlns:a16="http://schemas.microsoft.com/office/drawing/2014/main" id="{25F81FEB-7923-B705-D48C-4F1FE2423027}"/>
              </a:ext>
            </a:extLst>
          </p:cNvPr>
          <p:cNvSpPr/>
          <p:nvPr/>
        </p:nvSpPr>
        <p:spPr>
          <a:xfrm>
            <a:off x="5546090" y="1765305"/>
            <a:ext cx="1" cy="5622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7" name="V8 Build inputs to docking head">
            <a:extLst>
              <a:ext uri="{FF2B5EF4-FFF2-40B4-BE49-F238E27FC236}">
                <a16:creationId xmlns:a16="http://schemas.microsoft.com/office/drawing/2014/main" id="{B51CEB37-F359-D8DB-EED0-BF0289DBA9C3}"/>
              </a:ext>
            </a:extLst>
          </p:cNvPr>
          <p:cNvSpPr/>
          <p:nvPr/>
        </p:nvSpPr>
        <p:spPr>
          <a:xfrm>
            <a:off x="5524182" y="1800230"/>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sp>
        <p:nvSpPr>
          <p:cNvPr id="1488" name="V8 Build docking to pose">
            <a:extLst>
              <a:ext uri="{FF2B5EF4-FFF2-40B4-BE49-F238E27FC236}">
                <a16:creationId xmlns:a16="http://schemas.microsoft.com/office/drawing/2014/main" id="{A8390C7D-F4E0-5D67-9352-7A11942FB4C0}"/>
              </a:ext>
            </a:extLst>
          </p:cNvPr>
          <p:cNvSpPr/>
          <p:nvPr/>
        </p:nvSpPr>
        <p:spPr>
          <a:xfrm>
            <a:off x="5546090" y="3237230"/>
            <a:ext cx="1" cy="11337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9" name="V8 Build docking to pose head">
            <a:extLst>
              <a:ext uri="{FF2B5EF4-FFF2-40B4-BE49-F238E27FC236}">
                <a16:creationId xmlns:a16="http://schemas.microsoft.com/office/drawing/2014/main" id="{CB9E0D49-EB6F-EF7F-8A0E-43482900F10A}"/>
              </a:ext>
            </a:extLst>
          </p:cNvPr>
          <p:cNvSpPr/>
          <p:nvPr/>
        </p:nvSpPr>
        <p:spPr>
          <a:xfrm>
            <a:off x="5524182" y="3329305"/>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96570" y="1029390"/>
            <a:ext cx="168602" cy="95394"/>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22" name="Match | Blob contour">
            <a:extLst>
              <a:ext uri="{FF2B5EF4-FFF2-40B4-BE49-F238E27FC236}">
                <a16:creationId xmlns:a16="http://schemas.microsoft.com/office/drawing/2014/main" id="{014BB78B-D7B6-7233-4454-F31E0FFFF761}"/>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A11312CB-4342-9A48-D209-5BB49581DECC}"/>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A5E3448F-A32E-D77A-4110-EC1F991AAB0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FDC707AA-314A-7AA2-186D-A8D0C4B2CC82}"/>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50508" name="F2-bank-channel">
            <a:extLst>
              <a:ext uri="{FF2B5EF4-FFF2-40B4-BE49-F238E27FC236}">
                <a16:creationId xmlns:a16="http://schemas.microsoft.com/office/drawing/2014/main" id="{E8F7522B-3B27-4338-8014-8A4EEE25C15E}"/>
              </a:ext>
            </a:extLst>
          </p:cNvPr>
          <p:cNvSpPr>
            <a:spLocks noGrp="1"/>
          </p:cNvSpPr>
          <p:nvPr/>
        </p:nvSpPr>
        <p:spPr>
          <a:xfrm>
            <a:off x="1432560" y="508635"/>
            <a:ext cx="257175" cy="190500"/>
          </a:xfrm>
          <a:prstGeom prst="rect">
            <a:avLst/>
          </a:prstGeom>
          <a:solidFill>
            <a:srgbClr val="EBF7FC"/>
          </a:solidFill>
          <a:ln w="4286">
            <a:solidFill>
              <a:srgbClr val="A6C5DF"/>
            </a:solidFill>
          </a:ln>
        </p:spPr>
      </p:sp>
      <p:sp>
        <p:nvSpPr>
          <p:cNvPr id="50509" name="F2-bank-channel">
            <a:extLst>
              <a:ext uri="{FF2B5EF4-FFF2-40B4-BE49-F238E27FC236}">
                <a16:creationId xmlns:a16="http://schemas.microsoft.com/office/drawing/2014/main" id="{44CA542A-604D-4AA5-B11D-B6617579A677}"/>
              </a:ext>
            </a:extLst>
          </p:cNvPr>
          <p:cNvSpPr>
            <a:spLocks noGrp="1"/>
          </p:cNvSpPr>
          <p:nvPr/>
        </p:nvSpPr>
        <p:spPr>
          <a:xfrm>
            <a:off x="1424940" y="515303"/>
            <a:ext cx="257175" cy="190500"/>
          </a:xfrm>
          <a:prstGeom prst="rect">
            <a:avLst/>
          </a:prstGeom>
          <a:solidFill>
            <a:srgbClr val="EBF7FC"/>
          </a:solidFill>
          <a:ln w="4286">
            <a:solidFill>
              <a:srgbClr val="A6C5DF"/>
            </a:solidFill>
          </a:ln>
        </p:spPr>
      </p:sp>
      <p:sp>
        <p:nvSpPr>
          <p:cNvPr id="50510" name="F2-bank-channel">
            <a:extLst>
              <a:ext uri="{FF2B5EF4-FFF2-40B4-BE49-F238E27FC236}">
                <a16:creationId xmlns:a16="http://schemas.microsoft.com/office/drawing/2014/main" id="{94C83CC1-C6DF-4DC5-87DF-BCD87221CF3B}"/>
              </a:ext>
            </a:extLst>
          </p:cNvPr>
          <p:cNvSpPr>
            <a:spLocks noGrp="1"/>
          </p:cNvSpPr>
          <p:nvPr/>
        </p:nvSpPr>
        <p:spPr>
          <a:xfrm>
            <a:off x="1417320" y="521970"/>
            <a:ext cx="257175" cy="190500"/>
          </a:xfrm>
          <a:prstGeom prst="rect">
            <a:avLst/>
          </a:prstGeom>
          <a:solidFill>
            <a:srgbClr val="EBF7FC"/>
          </a:solidFill>
          <a:ln w="4286">
            <a:solidFill>
              <a:srgbClr val="A6C5DF"/>
            </a:solidFill>
          </a:ln>
        </p:spPr>
      </p:sp>
      <p:sp>
        <p:nvSpPr>
          <p:cNvPr id="50511" name="F2-bank-channel">
            <a:extLst>
              <a:ext uri="{FF2B5EF4-FFF2-40B4-BE49-F238E27FC236}">
                <a16:creationId xmlns:a16="http://schemas.microsoft.com/office/drawing/2014/main" id="{1ABD8E71-8A8E-4A01-9656-5F57A7EAD863}"/>
              </a:ext>
            </a:extLst>
          </p:cNvPr>
          <p:cNvSpPr>
            <a:spLocks noGrp="1"/>
          </p:cNvSpPr>
          <p:nvPr/>
        </p:nvSpPr>
        <p:spPr>
          <a:xfrm>
            <a:off x="1409700" y="528638"/>
            <a:ext cx="257175" cy="190500"/>
          </a:xfrm>
          <a:prstGeom prst="rect">
            <a:avLst/>
          </a:prstGeom>
          <a:solidFill>
            <a:srgbClr val="EBF7FC"/>
          </a:solidFill>
          <a:ln w="4286">
            <a:solidFill>
              <a:srgbClr val="A6C5DF"/>
            </a:solidFill>
          </a:ln>
        </p:spPr>
      </p:sp>
      <p:sp>
        <p:nvSpPr>
          <p:cNvPr id="50512" name="F2-bank-channel">
            <a:extLst>
              <a:ext uri="{FF2B5EF4-FFF2-40B4-BE49-F238E27FC236}">
                <a16:creationId xmlns:a16="http://schemas.microsoft.com/office/drawing/2014/main" id="{A1E78B7C-AF8B-46CF-BE9A-7739D3A000CC}"/>
              </a:ext>
            </a:extLst>
          </p:cNvPr>
          <p:cNvSpPr>
            <a:spLocks noGrp="1"/>
          </p:cNvSpPr>
          <p:nvPr/>
        </p:nvSpPr>
        <p:spPr>
          <a:xfrm>
            <a:off x="1402080" y="535305"/>
            <a:ext cx="257175" cy="190500"/>
          </a:xfrm>
          <a:prstGeom prst="rect">
            <a:avLst/>
          </a:prstGeom>
          <a:solidFill>
            <a:srgbClr val="EBF7FC"/>
          </a:solidFill>
          <a:ln w="4286">
            <a:solidFill>
              <a:srgbClr val="A6C5DF"/>
            </a:solidFill>
          </a:ln>
        </p:spPr>
      </p:sp>
      <p:sp>
        <p:nvSpPr>
          <p:cNvPr id="50513" name="F2-bank-channel">
            <a:extLst>
              <a:ext uri="{FF2B5EF4-FFF2-40B4-BE49-F238E27FC236}">
                <a16:creationId xmlns:a16="http://schemas.microsoft.com/office/drawing/2014/main" id="{F902D412-512B-42B7-B05D-EDD9258097DC}"/>
              </a:ext>
            </a:extLst>
          </p:cNvPr>
          <p:cNvSpPr>
            <a:spLocks noGrp="1"/>
          </p:cNvSpPr>
          <p:nvPr/>
        </p:nvSpPr>
        <p:spPr>
          <a:xfrm>
            <a:off x="1394460" y="541973"/>
            <a:ext cx="257175" cy="190500"/>
          </a:xfrm>
          <a:prstGeom prst="rect">
            <a:avLst/>
          </a:prstGeom>
          <a:solidFill>
            <a:srgbClr val="EBF7FC"/>
          </a:solidFill>
          <a:ln w="4286">
            <a:solidFill>
              <a:srgbClr val="A6C5DF"/>
            </a:solidFill>
          </a:ln>
        </p:spPr>
      </p:sp>
      <p:sp>
        <p:nvSpPr>
          <p:cNvPr id="50514" name="F2-bank-channel">
            <a:extLst>
              <a:ext uri="{FF2B5EF4-FFF2-40B4-BE49-F238E27FC236}">
                <a16:creationId xmlns:a16="http://schemas.microsoft.com/office/drawing/2014/main" id="{CA6824A1-9C37-4EE2-8CF4-7C88BCE1DBE6}"/>
              </a:ext>
            </a:extLst>
          </p:cNvPr>
          <p:cNvSpPr>
            <a:spLocks noGrp="1"/>
          </p:cNvSpPr>
          <p:nvPr/>
        </p:nvSpPr>
        <p:spPr>
          <a:xfrm>
            <a:off x="1386840" y="548640"/>
            <a:ext cx="257175" cy="190500"/>
          </a:xfrm>
          <a:prstGeom prst="rect">
            <a:avLst/>
          </a:prstGeom>
          <a:solidFill>
            <a:srgbClr val="EBF7FC"/>
          </a:solidFill>
          <a:ln w="4286">
            <a:solidFill>
              <a:srgbClr val="A6C5DF"/>
            </a:solidFill>
          </a:ln>
        </p:spPr>
      </p:sp>
      <p:sp>
        <p:nvSpPr>
          <p:cNvPr id="50515" name="F2-bank-channel">
            <a:extLst>
              <a:ext uri="{FF2B5EF4-FFF2-40B4-BE49-F238E27FC236}">
                <a16:creationId xmlns:a16="http://schemas.microsoft.com/office/drawing/2014/main" id="{2705DA7A-40F9-48D2-946C-8019421C16B7}"/>
              </a:ext>
            </a:extLst>
          </p:cNvPr>
          <p:cNvSpPr>
            <a:spLocks noGrp="1"/>
          </p:cNvSpPr>
          <p:nvPr/>
        </p:nvSpPr>
        <p:spPr>
          <a:xfrm>
            <a:off x="1379220" y="555308"/>
            <a:ext cx="257175" cy="190500"/>
          </a:xfrm>
          <a:prstGeom prst="rect">
            <a:avLst/>
          </a:prstGeom>
          <a:solidFill>
            <a:srgbClr val="EBF7FC"/>
          </a:solidFill>
          <a:ln w="4286">
            <a:solidFill>
              <a:srgbClr val="A6C5DF"/>
            </a:solidFill>
          </a:ln>
        </p:spPr>
      </p:sp>
      <p:sp>
        <p:nvSpPr>
          <p:cNvPr id="50516" name="F2-bank-channel">
            <a:extLst>
              <a:ext uri="{FF2B5EF4-FFF2-40B4-BE49-F238E27FC236}">
                <a16:creationId xmlns:a16="http://schemas.microsoft.com/office/drawing/2014/main" id="{E1B9C475-D32F-4E88-9AAA-6701AFC1AC14}"/>
              </a:ext>
            </a:extLst>
          </p:cNvPr>
          <p:cNvSpPr>
            <a:spLocks noGrp="1"/>
          </p:cNvSpPr>
          <p:nvPr/>
        </p:nvSpPr>
        <p:spPr>
          <a:xfrm>
            <a:off x="1371600" y="561975"/>
            <a:ext cx="257175" cy="190500"/>
          </a:xfrm>
          <a:prstGeom prst="rect">
            <a:avLst/>
          </a:prstGeom>
          <a:solidFill>
            <a:srgbClr val="EBF7FC"/>
          </a:solidFill>
          <a:ln w="4286">
            <a:solidFill>
              <a:srgbClr val="A6C5DF"/>
            </a:solidFill>
          </a:ln>
        </p:spPr>
      </p:sp>
      <p:sp>
        <p:nvSpPr>
          <p:cNvPr id="50517" name="F2-density-voxel">
            <a:extLst>
              <a:ext uri="{FF2B5EF4-FFF2-40B4-BE49-F238E27FC236}">
                <a16:creationId xmlns:a16="http://schemas.microsoft.com/office/drawing/2014/main" id="{A49953DB-68D8-42EB-963F-DD42F453137D}"/>
              </a:ext>
            </a:extLst>
          </p:cNvPr>
          <p:cNvSpPr>
            <a:spLocks noGrp="1"/>
          </p:cNvSpPr>
          <p:nvPr/>
        </p:nvSpPr>
        <p:spPr>
          <a:xfrm>
            <a:off x="1390650" y="571500"/>
            <a:ext cx="52388" cy="42863"/>
          </a:xfrm>
          <a:prstGeom prst="rect">
            <a:avLst/>
          </a:prstGeom>
          <a:solidFill>
            <a:srgbClr val="CCE5EE"/>
          </a:solidFill>
          <a:ln w="0">
            <a:noFill/>
          </a:ln>
        </p:spPr>
      </p:sp>
      <p:sp>
        <p:nvSpPr>
          <p:cNvPr id="50518" name="F2-density-voxel">
            <a:extLst>
              <a:ext uri="{FF2B5EF4-FFF2-40B4-BE49-F238E27FC236}">
                <a16:creationId xmlns:a16="http://schemas.microsoft.com/office/drawing/2014/main" id="{ECECDED8-7BB6-465D-90CE-1566D913C0F0}"/>
              </a:ext>
            </a:extLst>
          </p:cNvPr>
          <p:cNvSpPr>
            <a:spLocks noGrp="1"/>
          </p:cNvSpPr>
          <p:nvPr/>
        </p:nvSpPr>
        <p:spPr>
          <a:xfrm>
            <a:off x="1443038" y="571500"/>
            <a:ext cx="52388" cy="42863"/>
          </a:xfrm>
          <a:prstGeom prst="rect">
            <a:avLst/>
          </a:prstGeom>
          <a:solidFill>
            <a:srgbClr val="86C0D7"/>
          </a:solidFill>
          <a:ln w="0">
            <a:noFill/>
          </a:ln>
        </p:spPr>
      </p:sp>
      <p:sp>
        <p:nvSpPr>
          <p:cNvPr id="50519" name="F2-density-voxel">
            <a:extLst>
              <a:ext uri="{FF2B5EF4-FFF2-40B4-BE49-F238E27FC236}">
                <a16:creationId xmlns:a16="http://schemas.microsoft.com/office/drawing/2014/main" id="{49E89024-8821-43E6-B830-D5D2C6143679}"/>
              </a:ext>
            </a:extLst>
          </p:cNvPr>
          <p:cNvSpPr>
            <a:spLocks noGrp="1"/>
          </p:cNvSpPr>
          <p:nvPr/>
        </p:nvSpPr>
        <p:spPr>
          <a:xfrm>
            <a:off x="1495425" y="571500"/>
            <a:ext cx="52388" cy="42863"/>
          </a:xfrm>
          <a:prstGeom prst="rect">
            <a:avLst/>
          </a:prstGeom>
          <a:solidFill>
            <a:srgbClr val="4D9ABB"/>
          </a:solidFill>
          <a:ln w="0">
            <a:noFill/>
          </a:ln>
        </p:spPr>
      </p:sp>
      <p:sp>
        <p:nvSpPr>
          <p:cNvPr id="50520" name="F2-density-voxel">
            <a:extLst>
              <a:ext uri="{FF2B5EF4-FFF2-40B4-BE49-F238E27FC236}">
                <a16:creationId xmlns:a16="http://schemas.microsoft.com/office/drawing/2014/main" id="{3A635687-B1F5-496B-9A49-461D8BC35087}"/>
              </a:ext>
            </a:extLst>
          </p:cNvPr>
          <p:cNvSpPr>
            <a:spLocks noGrp="1"/>
          </p:cNvSpPr>
          <p:nvPr/>
        </p:nvSpPr>
        <p:spPr>
          <a:xfrm>
            <a:off x="1547813" y="571500"/>
            <a:ext cx="52388" cy="42863"/>
          </a:xfrm>
          <a:prstGeom prst="rect">
            <a:avLst/>
          </a:prstGeom>
          <a:solidFill>
            <a:srgbClr val="B6DDE7"/>
          </a:solidFill>
          <a:ln w="0">
            <a:noFill/>
          </a:ln>
        </p:spPr>
      </p:sp>
      <p:sp>
        <p:nvSpPr>
          <p:cNvPr id="50521" name="F2-density-voxel">
            <a:extLst>
              <a:ext uri="{FF2B5EF4-FFF2-40B4-BE49-F238E27FC236}">
                <a16:creationId xmlns:a16="http://schemas.microsoft.com/office/drawing/2014/main" id="{FEC54E9C-643D-4824-B955-66BA7E401A0E}"/>
              </a:ext>
            </a:extLst>
          </p:cNvPr>
          <p:cNvSpPr>
            <a:spLocks noGrp="1"/>
          </p:cNvSpPr>
          <p:nvPr/>
        </p:nvSpPr>
        <p:spPr>
          <a:xfrm>
            <a:off x="1390650" y="614363"/>
            <a:ext cx="52388" cy="42863"/>
          </a:xfrm>
          <a:prstGeom prst="rect">
            <a:avLst/>
          </a:prstGeom>
          <a:solidFill>
            <a:srgbClr val="86C0D7"/>
          </a:solidFill>
          <a:ln w="0">
            <a:noFill/>
          </a:ln>
        </p:spPr>
      </p:sp>
      <p:sp>
        <p:nvSpPr>
          <p:cNvPr id="50522" name="F2-density-voxel">
            <a:extLst>
              <a:ext uri="{FF2B5EF4-FFF2-40B4-BE49-F238E27FC236}">
                <a16:creationId xmlns:a16="http://schemas.microsoft.com/office/drawing/2014/main" id="{ED2290E5-D29A-42C8-863E-1A0B5A093DAF}"/>
              </a:ext>
            </a:extLst>
          </p:cNvPr>
          <p:cNvSpPr>
            <a:spLocks noGrp="1"/>
          </p:cNvSpPr>
          <p:nvPr/>
        </p:nvSpPr>
        <p:spPr>
          <a:xfrm>
            <a:off x="1443038" y="614363"/>
            <a:ext cx="52388" cy="42863"/>
          </a:xfrm>
          <a:prstGeom prst="rect">
            <a:avLst/>
          </a:prstGeom>
          <a:solidFill>
            <a:srgbClr val="4D9ABB"/>
          </a:solidFill>
          <a:ln w="0">
            <a:noFill/>
          </a:ln>
        </p:spPr>
      </p:sp>
      <p:sp>
        <p:nvSpPr>
          <p:cNvPr id="50523" name="F2-density-voxel">
            <a:extLst>
              <a:ext uri="{FF2B5EF4-FFF2-40B4-BE49-F238E27FC236}">
                <a16:creationId xmlns:a16="http://schemas.microsoft.com/office/drawing/2014/main" id="{C030A993-BA02-4CBF-A526-9AF795928873}"/>
              </a:ext>
            </a:extLst>
          </p:cNvPr>
          <p:cNvSpPr>
            <a:spLocks noGrp="1"/>
          </p:cNvSpPr>
          <p:nvPr/>
        </p:nvSpPr>
        <p:spPr>
          <a:xfrm>
            <a:off x="1495425" y="614363"/>
            <a:ext cx="52388" cy="42863"/>
          </a:xfrm>
          <a:prstGeom prst="rect">
            <a:avLst/>
          </a:prstGeom>
          <a:solidFill>
            <a:srgbClr val="B6DDE7"/>
          </a:solidFill>
          <a:ln w="0">
            <a:noFill/>
          </a:ln>
        </p:spPr>
      </p:sp>
      <p:sp>
        <p:nvSpPr>
          <p:cNvPr id="50524" name="F2-density-voxel">
            <a:extLst>
              <a:ext uri="{FF2B5EF4-FFF2-40B4-BE49-F238E27FC236}">
                <a16:creationId xmlns:a16="http://schemas.microsoft.com/office/drawing/2014/main" id="{EC212EF2-C0F1-41AF-B3CE-D957D17932A0}"/>
              </a:ext>
            </a:extLst>
          </p:cNvPr>
          <p:cNvSpPr>
            <a:spLocks noGrp="1"/>
          </p:cNvSpPr>
          <p:nvPr/>
        </p:nvSpPr>
        <p:spPr>
          <a:xfrm>
            <a:off x="1547813" y="614363"/>
            <a:ext cx="52388" cy="42863"/>
          </a:xfrm>
          <a:prstGeom prst="rect">
            <a:avLst/>
          </a:prstGeom>
          <a:solidFill>
            <a:srgbClr val="CCE5EE"/>
          </a:solidFill>
          <a:ln w="0">
            <a:noFill/>
          </a:ln>
        </p:spPr>
      </p:sp>
      <p:sp>
        <p:nvSpPr>
          <p:cNvPr id="50525" name="F2-density-voxel">
            <a:extLst>
              <a:ext uri="{FF2B5EF4-FFF2-40B4-BE49-F238E27FC236}">
                <a16:creationId xmlns:a16="http://schemas.microsoft.com/office/drawing/2014/main" id="{8E8D1CD2-DC81-4A69-849C-F21783FD798D}"/>
              </a:ext>
            </a:extLst>
          </p:cNvPr>
          <p:cNvSpPr>
            <a:spLocks noGrp="1"/>
          </p:cNvSpPr>
          <p:nvPr/>
        </p:nvSpPr>
        <p:spPr>
          <a:xfrm>
            <a:off x="1390650" y="657225"/>
            <a:ext cx="52388" cy="42863"/>
          </a:xfrm>
          <a:prstGeom prst="rect">
            <a:avLst/>
          </a:prstGeom>
          <a:solidFill>
            <a:srgbClr val="4D9ABB"/>
          </a:solidFill>
          <a:ln w="0">
            <a:noFill/>
          </a:ln>
        </p:spPr>
      </p:sp>
      <p:sp>
        <p:nvSpPr>
          <p:cNvPr id="50526" name="F2-density-voxel">
            <a:extLst>
              <a:ext uri="{FF2B5EF4-FFF2-40B4-BE49-F238E27FC236}">
                <a16:creationId xmlns:a16="http://schemas.microsoft.com/office/drawing/2014/main" id="{CEA7FE12-330D-4160-8BE6-769BF6A26577}"/>
              </a:ext>
            </a:extLst>
          </p:cNvPr>
          <p:cNvSpPr>
            <a:spLocks noGrp="1"/>
          </p:cNvSpPr>
          <p:nvPr/>
        </p:nvSpPr>
        <p:spPr>
          <a:xfrm>
            <a:off x="1443038" y="657225"/>
            <a:ext cx="52388" cy="42863"/>
          </a:xfrm>
          <a:prstGeom prst="rect">
            <a:avLst/>
          </a:prstGeom>
          <a:solidFill>
            <a:srgbClr val="B6DDE7"/>
          </a:solidFill>
          <a:ln w="0">
            <a:noFill/>
          </a:ln>
        </p:spPr>
      </p:sp>
      <p:sp>
        <p:nvSpPr>
          <p:cNvPr id="50527" name="F2-density-voxel">
            <a:extLst>
              <a:ext uri="{FF2B5EF4-FFF2-40B4-BE49-F238E27FC236}">
                <a16:creationId xmlns:a16="http://schemas.microsoft.com/office/drawing/2014/main" id="{BE225EBF-D266-4631-9D7E-1B21643503B4}"/>
              </a:ext>
            </a:extLst>
          </p:cNvPr>
          <p:cNvSpPr>
            <a:spLocks noGrp="1"/>
          </p:cNvSpPr>
          <p:nvPr/>
        </p:nvSpPr>
        <p:spPr>
          <a:xfrm>
            <a:off x="1495425" y="657225"/>
            <a:ext cx="52388" cy="42863"/>
          </a:xfrm>
          <a:prstGeom prst="rect">
            <a:avLst/>
          </a:prstGeom>
          <a:solidFill>
            <a:srgbClr val="CCE5EE"/>
          </a:solidFill>
          <a:ln w="0">
            <a:noFill/>
          </a:ln>
        </p:spPr>
      </p:sp>
      <p:sp>
        <p:nvSpPr>
          <p:cNvPr id="50528" name="F2-density-voxel">
            <a:extLst>
              <a:ext uri="{FF2B5EF4-FFF2-40B4-BE49-F238E27FC236}">
                <a16:creationId xmlns:a16="http://schemas.microsoft.com/office/drawing/2014/main" id="{D56EA4DF-3429-4429-A2AA-6D7C9D33B341}"/>
              </a:ext>
            </a:extLst>
          </p:cNvPr>
          <p:cNvSpPr>
            <a:spLocks noGrp="1"/>
          </p:cNvSpPr>
          <p:nvPr/>
        </p:nvSpPr>
        <p:spPr>
          <a:xfrm>
            <a:off x="1547813" y="657225"/>
            <a:ext cx="52388" cy="42863"/>
          </a:xfrm>
          <a:prstGeom prst="rect">
            <a:avLst/>
          </a:prstGeom>
          <a:solidFill>
            <a:srgbClr val="86C0D7"/>
          </a:solidFill>
          <a:ln w="0">
            <a:noFill/>
          </a:ln>
        </p:spPr>
      </p:sp>
      <p:sp>
        <p:nvSpPr>
          <p:cNvPr id="50529" name="F2-density-voxel">
            <a:extLst>
              <a:ext uri="{FF2B5EF4-FFF2-40B4-BE49-F238E27FC236}">
                <a16:creationId xmlns:a16="http://schemas.microsoft.com/office/drawing/2014/main" id="{F4CB67F8-3427-42E0-B222-3C4C5B421A28}"/>
              </a:ext>
            </a:extLst>
          </p:cNvPr>
          <p:cNvSpPr>
            <a:spLocks noGrp="1"/>
          </p:cNvSpPr>
          <p:nvPr/>
        </p:nvSpPr>
        <p:spPr>
          <a:xfrm>
            <a:off x="1390650" y="700088"/>
            <a:ext cx="52388" cy="42863"/>
          </a:xfrm>
          <a:prstGeom prst="rect">
            <a:avLst/>
          </a:prstGeom>
          <a:solidFill>
            <a:srgbClr val="B6DDE7"/>
          </a:solidFill>
          <a:ln w="0">
            <a:noFill/>
          </a:ln>
        </p:spPr>
      </p:sp>
      <p:sp>
        <p:nvSpPr>
          <p:cNvPr id="50530" name="F2-density-voxel">
            <a:extLst>
              <a:ext uri="{FF2B5EF4-FFF2-40B4-BE49-F238E27FC236}">
                <a16:creationId xmlns:a16="http://schemas.microsoft.com/office/drawing/2014/main" id="{E62F2DC6-612B-4891-B2B7-8020312C0678}"/>
              </a:ext>
            </a:extLst>
          </p:cNvPr>
          <p:cNvSpPr>
            <a:spLocks noGrp="1"/>
          </p:cNvSpPr>
          <p:nvPr/>
        </p:nvSpPr>
        <p:spPr>
          <a:xfrm>
            <a:off x="1443038" y="700088"/>
            <a:ext cx="52388" cy="42863"/>
          </a:xfrm>
          <a:prstGeom prst="rect">
            <a:avLst/>
          </a:prstGeom>
          <a:solidFill>
            <a:srgbClr val="CCE5EE"/>
          </a:solidFill>
          <a:ln w="0">
            <a:noFill/>
          </a:ln>
        </p:spPr>
      </p:sp>
      <p:sp>
        <p:nvSpPr>
          <p:cNvPr id="50531" name="F2-density-voxel">
            <a:extLst>
              <a:ext uri="{FF2B5EF4-FFF2-40B4-BE49-F238E27FC236}">
                <a16:creationId xmlns:a16="http://schemas.microsoft.com/office/drawing/2014/main" id="{3D79F01F-5243-4E3C-8AA7-EE2C8B8C7E29}"/>
              </a:ext>
            </a:extLst>
          </p:cNvPr>
          <p:cNvSpPr>
            <a:spLocks noGrp="1"/>
          </p:cNvSpPr>
          <p:nvPr/>
        </p:nvSpPr>
        <p:spPr>
          <a:xfrm>
            <a:off x="1495425" y="700088"/>
            <a:ext cx="52388" cy="42863"/>
          </a:xfrm>
          <a:prstGeom prst="rect">
            <a:avLst/>
          </a:prstGeom>
          <a:solidFill>
            <a:srgbClr val="86C0D7"/>
          </a:solidFill>
          <a:ln w="0">
            <a:noFill/>
          </a:ln>
        </p:spPr>
      </p:sp>
      <p:sp>
        <p:nvSpPr>
          <p:cNvPr id="50532" name="F2-density-voxel">
            <a:extLst>
              <a:ext uri="{FF2B5EF4-FFF2-40B4-BE49-F238E27FC236}">
                <a16:creationId xmlns:a16="http://schemas.microsoft.com/office/drawing/2014/main" id="{7F5BC88D-76D1-4A24-B998-8BD41F9AADDB}"/>
              </a:ext>
            </a:extLst>
          </p:cNvPr>
          <p:cNvSpPr>
            <a:spLocks noGrp="1"/>
          </p:cNvSpPr>
          <p:nvPr/>
        </p:nvSpPr>
        <p:spPr>
          <a:xfrm>
            <a:off x="1547813" y="700088"/>
            <a:ext cx="52388" cy="42863"/>
          </a:xfrm>
          <a:prstGeom prst="rect">
            <a:avLst/>
          </a:prstGeom>
          <a:solidFill>
            <a:srgbClr val="4D9ABB"/>
          </a:solidFill>
          <a:ln w="0">
            <a:noFill/>
          </a:ln>
        </p:spPr>
      </p:sp>
      <p:sp>
        <p:nvSpPr>
          <p:cNvPr id="50533" name="F2-spatial-transform">
            <a:extLst>
              <a:ext uri="{FF2B5EF4-FFF2-40B4-BE49-F238E27FC236}">
                <a16:creationId xmlns:a16="http://schemas.microsoft.com/office/drawing/2014/main" id="{A85283F8-9FE2-48A1-8429-5356F2D370E2}"/>
              </a:ext>
            </a:extLst>
          </p:cNvPr>
          <p:cNvSpPr>
            <a:spLocks noGrp="1"/>
          </p:cNvSpPr>
          <p:nvPr/>
        </p:nvSpPr>
        <p:spPr>
          <a:xfrm>
            <a:off x="966788" y="438150"/>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540" b="0">
                <a:solidFill>
                  <a:srgbClr val="263442"/>
                </a:solidFill>
                <a:latin typeface="Arial"/>
                <a:ea typeface="Arial"/>
                <a:cs typeface="Arial"/>
              </a:rPr>
              <a:t>Spatial</a:t>
            </a:r>
          </a:p>
          <a:p>
            <a:pPr algn="ctr">
              <a:defRPr sz="540" b="0">
                <a:solidFill>
                  <a:srgbClr val="263442"/>
                </a:solidFill>
                <a:latin typeface="Arial"/>
                <a:ea typeface="Arial"/>
                <a:cs typeface="Arial"/>
              </a:defRPr>
            </a:pPr>
            <a:r>
              <a:rPr sz="540" b="0">
                <a:solidFill>
                  <a:srgbClr val="263442"/>
                </a:solidFill>
                <a:latin typeface="Arial"/>
                <a:ea typeface="Arial"/>
                <a:cs typeface="Arial"/>
              </a:rPr>
              <a:t>transform</a:t>
            </a:r>
          </a:p>
        </p:txBody>
      </p:sp>
      <p:sp>
        <p:nvSpPr>
          <p:cNvPr id="50534" name="F2-atom-embeddings-input">
            <a:extLst>
              <a:ext uri="{FF2B5EF4-FFF2-40B4-BE49-F238E27FC236}">
                <a16:creationId xmlns:a16="http://schemas.microsoft.com/office/drawing/2014/main" id="{0B4B93C5-B055-4ECE-8D5F-9FD8F9F29D6A}"/>
              </a:ext>
            </a:extLst>
          </p:cNvPr>
          <p:cNvSpPr>
            <a:spLocks noGrp="1"/>
          </p:cNvSpPr>
          <p:nvPr/>
        </p:nvSpPr>
        <p:spPr>
          <a:xfrm>
            <a:off x="966788" y="1171575"/>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540" b="0">
                <a:solidFill>
                  <a:srgbClr val="263442"/>
                </a:solidFill>
                <a:latin typeface="Arial"/>
                <a:ea typeface="Arial"/>
                <a:cs typeface="Arial"/>
              </a:rPr>
              <a:t>Atom</a:t>
            </a:r>
          </a:p>
          <a:p>
            <a:pPr algn="ctr">
              <a:defRPr sz="540" b="0">
                <a:solidFill>
                  <a:srgbClr val="263442"/>
                </a:solidFill>
                <a:latin typeface="Arial"/>
                <a:ea typeface="Arial"/>
                <a:cs typeface="Arial"/>
              </a:defRPr>
            </a:pPr>
            <a:r>
              <a:rPr sz="540" b="0">
                <a:solidFill>
                  <a:srgbClr val="263442"/>
                </a:solidFill>
                <a:latin typeface="Arial"/>
                <a:ea typeface="Arial"/>
                <a:cs typeface="Arial"/>
              </a:rPr>
              <a:t>embeddings</a:t>
            </a:r>
          </a:p>
        </p:txBody>
      </p:sp>
      <p:pic>
        <p:nvPicPr>
          <p:cNvPr id="50541" name="图片 50540">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83208" y="2971800"/>
            <a:ext cx="414760" cy="342900"/>
          </a:xfrm>
          <a:prstGeom prst="rect">
            <a:avLst/>
          </a:prstGeom>
        </p:spPr>
      </p:pic>
      <p:pic>
        <p:nvPicPr>
          <p:cNvPr id="50542" name="图片 50541">
            <a:extLst>
              <a:ext uri="{FF2B5EF4-FFF2-40B4-BE49-F238E27FC236}">
                <a16:creationId xmlns:a16="http://schemas.microsoft.com/office/drawing/2014/main" id="{438EEB95-3CA6-4E7A-A194-3246AD95375E}"/>
              </a:ext>
            </a:extLst>
          </p:cNvPr>
          <p:cNvPicPr>
            <a:picLocks noChangeAspect="1"/>
          </p:cNvPicPr>
          <p:nvPr/>
        </p:nvPicPr>
        <p:blipFill>
          <a:blip r:embed="rId9"/>
          <a:stretch/>
        </p:blipFill>
        <p:spPr>
          <a:xfrm>
            <a:off x="5631445" y="485775"/>
            <a:ext cx="414760" cy="342900"/>
          </a:xfrm>
          <a:prstGeom prst="rect">
            <a:avLst/>
          </a:prstGeom>
        </p:spPr>
      </p:pic>
      <p:sp>
        <p:nvSpPr>
          <p:cNvPr id="50543" name="F2-Build-selected">
            <a:extLst>
              <a:ext uri="{FF2B5EF4-FFF2-40B4-BE49-F238E27FC236}">
                <a16:creationId xmlns:a16="http://schemas.microsoft.com/office/drawing/2014/main" id="{DE962B78-B7D5-48B9-87F8-2B7091442BBC}"/>
              </a:ext>
            </a:extLst>
          </p:cNvPr>
          <p:cNvSpPr>
            <a:spLocks noGrp="1"/>
          </p:cNvSpPr>
          <p:nvPr/>
        </p:nvSpPr>
        <p:spPr>
          <a:xfrm>
            <a:off x="5048250" y="1268730"/>
            <a:ext cx="390525" cy="81915"/>
          </a:xfrm>
          <a:prstGeom prst="roundRect">
            <a:avLst>
              <a:gd name="adj" fmla="val 50000"/>
            </a:avLst>
          </a:prstGeom>
          <a:solidFill>
            <a:srgbClr val="DCF8EB"/>
          </a:solidFill>
          <a:ln w="7144">
            <a:solidFill>
              <a:srgbClr val="499D86"/>
            </a:solidFill>
          </a:ln>
        </p:spPr>
      </p:sp>
      <p:sp>
        <p:nvSpPr>
          <p:cNvPr id="50544" name="F2-Build-SMILES-0">
            <a:extLst>
              <a:ext uri="{FF2B5EF4-FFF2-40B4-BE49-F238E27FC236}">
                <a16:creationId xmlns:a16="http://schemas.microsoft.com/office/drawing/2014/main" id="{78E3ED61-275F-4084-A0ED-58027336CEDD}"/>
              </a:ext>
            </a:extLst>
          </p:cNvPr>
          <p:cNvSpPr>
            <a:spLocks noGrp="1"/>
          </p:cNvSpPr>
          <p:nvPr/>
        </p:nvSpPr>
        <p:spPr>
          <a:xfrm>
            <a:off x="5067300" y="108585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540" b="0">
                <a:solidFill>
                  <a:srgbClr val="263442"/>
                </a:solidFill>
                <a:latin typeface="Arial"/>
                <a:ea typeface="Arial"/>
                <a:cs typeface="Arial"/>
              </a:rPr>
              <a:t>CCO</a:t>
            </a:r>
          </a:p>
        </p:txBody>
      </p:sp>
      <p:sp>
        <p:nvSpPr>
          <p:cNvPr id="50545" name="F2-Build-SMILES-7.8">
            <a:extLst>
              <a:ext uri="{FF2B5EF4-FFF2-40B4-BE49-F238E27FC236}">
                <a16:creationId xmlns:a16="http://schemas.microsoft.com/office/drawing/2014/main" id="{D4F86145-7D8F-43EC-916E-D3D9668CBA5D}"/>
              </a:ext>
            </a:extLst>
          </p:cNvPr>
          <p:cNvSpPr>
            <a:spLocks noGrp="1"/>
          </p:cNvSpPr>
          <p:nvPr/>
        </p:nvSpPr>
        <p:spPr>
          <a:xfrm>
            <a:off x="5067300" y="1160145"/>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540" b="0">
                <a:solidFill>
                  <a:srgbClr val="263442"/>
                </a:solidFill>
                <a:latin typeface="Arial"/>
                <a:ea typeface="Arial"/>
                <a:cs typeface="Arial"/>
              </a:rPr>
              <a:t>CC(=O)O</a:t>
            </a:r>
          </a:p>
        </p:txBody>
      </p:sp>
      <p:sp>
        <p:nvSpPr>
          <p:cNvPr id="50546" name="F2-Build-continuation">
            <a:extLst>
              <a:ext uri="{FF2B5EF4-FFF2-40B4-BE49-F238E27FC236}">
                <a16:creationId xmlns:a16="http://schemas.microsoft.com/office/drawing/2014/main" id="{69E4AF15-4441-4953-BC21-A9A09B8807EC}"/>
              </a:ext>
            </a:extLst>
          </p:cNvPr>
          <p:cNvSpPr>
            <a:spLocks noGrp="1"/>
          </p:cNvSpPr>
          <p:nvPr/>
        </p:nvSpPr>
        <p:spPr>
          <a:xfrm>
            <a:off x="5067300" y="1254443"/>
            <a:ext cx="6668" cy="6668"/>
          </a:xfrm>
          <a:prstGeom prst="ellipse">
            <a:avLst/>
          </a:prstGeom>
          <a:solidFill>
            <a:srgbClr val="687780"/>
          </a:solidFill>
          <a:ln w="0">
            <a:noFill/>
          </a:ln>
        </p:spPr>
      </p:sp>
      <p:sp>
        <p:nvSpPr>
          <p:cNvPr id="50547" name="F2-Build-continuation">
            <a:extLst>
              <a:ext uri="{FF2B5EF4-FFF2-40B4-BE49-F238E27FC236}">
                <a16:creationId xmlns:a16="http://schemas.microsoft.com/office/drawing/2014/main" id="{A73B5841-5DC8-4503-BDE2-815DBBEFE500}"/>
              </a:ext>
            </a:extLst>
          </p:cNvPr>
          <p:cNvSpPr>
            <a:spLocks noGrp="1"/>
          </p:cNvSpPr>
          <p:nvPr/>
        </p:nvSpPr>
        <p:spPr>
          <a:xfrm>
            <a:off x="5087303" y="1254443"/>
            <a:ext cx="6668" cy="6668"/>
          </a:xfrm>
          <a:prstGeom prst="ellipse">
            <a:avLst/>
          </a:prstGeom>
          <a:solidFill>
            <a:srgbClr val="687780"/>
          </a:solidFill>
          <a:ln w="0">
            <a:noFill/>
          </a:ln>
        </p:spPr>
      </p:sp>
      <p:sp>
        <p:nvSpPr>
          <p:cNvPr id="50548" name="F2-Build-continuation">
            <a:extLst>
              <a:ext uri="{FF2B5EF4-FFF2-40B4-BE49-F238E27FC236}">
                <a16:creationId xmlns:a16="http://schemas.microsoft.com/office/drawing/2014/main" id="{2CD955D9-21C2-4AE5-9635-C9F55AC072BD}"/>
              </a:ext>
            </a:extLst>
          </p:cNvPr>
          <p:cNvSpPr>
            <a:spLocks noGrp="1"/>
          </p:cNvSpPr>
          <p:nvPr/>
        </p:nvSpPr>
        <p:spPr>
          <a:xfrm>
            <a:off x="5107305" y="1254443"/>
            <a:ext cx="6668" cy="6668"/>
          </a:xfrm>
          <a:prstGeom prst="ellipse">
            <a:avLst/>
          </a:prstGeom>
          <a:solidFill>
            <a:srgbClr val="687780"/>
          </a:solidFill>
          <a:ln w="0">
            <a:noFill/>
          </a:ln>
        </p:spPr>
      </p:sp>
      <p:sp>
        <p:nvSpPr>
          <p:cNvPr id="50549" name="F2-Build-SMILES-19.8">
            <a:extLst>
              <a:ext uri="{FF2B5EF4-FFF2-40B4-BE49-F238E27FC236}">
                <a16:creationId xmlns:a16="http://schemas.microsoft.com/office/drawing/2014/main" id="{F825F396-DC00-4D1F-95F0-5208E2576D2C}"/>
              </a:ext>
            </a:extLst>
          </p:cNvPr>
          <p:cNvSpPr>
            <a:spLocks noGrp="1"/>
          </p:cNvSpPr>
          <p:nvPr/>
        </p:nvSpPr>
        <p:spPr>
          <a:xfrm>
            <a:off x="5067300" y="1274445"/>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lgn="l">
              <a:defRPr sz="540" b="0">
                <a:solidFill>
                  <a:srgbClr val="24634E"/>
                </a:solidFill>
                <a:latin typeface="Arial"/>
                <a:ea typeface="Arial"/>
                <a:cs typeface="Arial"/>
              </a:defRPr>
            </a:pPr>
            <a:r>
              <a:rPr sz="540" b="0">
                <a:solidFill>
                  <a:srgbClr val="24634E"/>
                </a:solidFill>
                <a:latin typeface="Arial"/>
                <a:ea typeface="Arial"/>
                <a:cs typeface="Arial"/>
              </a:rPr>
              <a:t>Cc1ccccc1</a:t>
            </a:r>
          </a:p>
        </p:txBody>
      </p:sp>
      <p:sp>
        <p:nvSpPr>
          <p:cNvPr id="50550" name="F2-Build-SMILES-27.599999999999998">
            <a:extLst>
              <a:ext uri="{FF2B5EF4-FFF2-40B4-BE49-F238E27FC236}">
                <a16:creationId xmlns:a16="http://schemas.microsoft.com/office/drawing/2014/main" id="{42E599AD-9784-4B26-ADAB-718990C44186}"/>
              </a:ext>
            </a:extLst>
          </p:cNvPr>
          <p:cNvSpPr>
            <a:spLocks noGrp="1"/>
          </p:cNvSpPr>
          <p:nvPr/>
        </p:nvSpPr>
        <p:spPr>
          <a:xfrm>
            <a:off x="5067300" y="134874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540" b="0">
                <a:solidFill>
                  <a:srgbClr val="263442"/>
                </a:solidFill>
                <a:latin typeface="Arial"/>
                <a:ea typeface="Arial"/>
                <a:cs typeface="Arial"/>
              </a:rPr>
              <a:t>CC(N)=O</a:t>
            </a:r>
          </a:p>
        </p:txBody>
      </p:sp>
      <p:pic>
        <p:nvPicPr>
          <p:cNvPr id="50551" name="图片 50550">
            <a:extLst>
              <a:ext uri="{FF2B5EF4-FFF2-40B4-BE49-F238E27FC236}">
                <a16:creationId xmlns:a16="http://schemas.microsoft.com/office/drawing/2014/main" id="{788E8304-A748-4BB4-8B4F-8A9E612C0891}"/>
              </a:ext>
            </a:extLst>
          </p:cNvPr>
          <p:cNvPicPr>
            <a:picLocks noChangeAspect="1"/>
          </p:cNvPicPr>
          <p:nvPr/>
        </p:nvPicPr>
        <p:blipFill>
          <a:blip r:embed="rId10"/>
          <a:stretch/>
        </p:blipFill>
        <p:spPr>
          <a:xfrm>
            <a:off x="5149836" y="3476625"/>
            <a:ext cx="806478" cy="666750"/>
          </a:xfrm>
          <a:prstGeom prst="rect">
            <a:avLst/>
          </a:prstGeom>
        </p:spPr>
      </p:pic>
      <p:grpSp>
        <p:nvGrpSpPr>
          <p:cNvPr id="50552" name="Find preview 15"/>
          <p:cNvGrpSpPr/>
          <p:nvPr/>
        </p:nvGrpSpPr>
        <p:grpSpPr>
          <a:xfrm>
            <a:off x="511635"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535"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536"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537"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553" name="Find preview 1435"/>
          <p:cNvGrpSpPr/>
          <p:nvPr/>
        </p:nvGrpSpPr>
        <p:grpSpPr>
          <a:xfrm>
            <a:off x="511635"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538"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539"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540"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554" name="Find preview 25"/>
          <p:cNvGrpSpPr/>
          <p:nvPr/>
        </p:nvGrpSpPr>
        <p:grpSpPr>
          <a:xfrm>
            <a:off x="4349067" y="495300"/>
            <a:ext cx="404812" cy="395288"/>
            <a:chOff x="4349067" y="495300"/>
            <a:chExt cx="404812" cy="395288"/>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96" name="Global copy of blob 758">
              <a:extLst>
                <a:ext uri="{FF2B5EF4-FFF2-40B4-BE49-F238E27FC236}">
                  <a16:creationId xmlns:a16="http://schemas.microsoft.com/office/drawing/2014/main" id="{00C0C92B-D4C8-0994-E860-1581EB873D86}"/>
                </a:ext>
              </a:extLst>
            </p:cNvPr>
            <p:cNvGrpSpPr/>
            <p:nvPr/>
          </p:nvGrpSpPr>
          <p:grpSpPr>
            <a:xfrm>
              <a:off x="4435335" y="623158"/>
              <a:ext cx="42515" cy="24054"/>
              <a:chOff x="1928706" y="3559489"/>
              <a:chExt cx="227897" cy="155682"/>
            </a:xfrm>
          </p:grpSpPr>
          <p:sp>
            <p:nvSpPr>
              <p:cNvPr id="50497"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98"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499" name="Global copy of blob 6">
              <a:extLst>
                <a:ext uri="{FF2B5EF4-FFF2-40B4-BE49-F238E27FC236}">
                  <a16:creationId xmlns:a16="http://schemas.microsoft.com/office/drawing/2014/main" id="{52582F41-8562-EDCF-D547-FEE06D78B091}"/>
                </a:ext>
              </a:extLst>
            </p:cNvPr>
            <p:cNvGrpSpPr/>
            <p:nvPr/>
          </p:nvGrpSpPr>
          <p:grpSpPr>
            <a:xfrm rot="3197729">
              <a:off x="4592894" y="646215"/>
              <a:ext cx="42515" cy="24054"/>
              <a:chOff x="1928706" y="3559489"/>
              <a:chExt cx="227897" cy="155682"/>
            </a:xfrm>
          </p:grpSpPr>
          <p:sp>
            <p:nvSpPr>
              <p:cNvPr id="50500"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01"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502" name="Global copy of blob 761">
              <a:extLst>
                <a:ext uri="{FF2B5EF4-FFF2-40B4-BE49-F238E27FC236}">
                  <a16:creationId xmlns:a16="http://schemas.microsoft.com/office/drawing/2014/main" id="{D7299A48-8BF0-7050-EF56-14DA3F495CB7}"/>
                </a:ext>
              </a:extLst>
            </p:cNvPr>
            <p:cNvGrpSpPr/>
            <p:nvPr/>
          </p:nvGrpSpPr>
          <p:grpSpPr>
            <a:xfrm>
              <a:off x="4422037" y="755380"/>
              <a:ext cx="38366" cy="20927"/>
              <a:chOff x="1928706" y="3559489"/>
              <a:chExt cx="227897" cy="155682"/>
            </a:xfrm>
          </p:grpSpPr>
          <p:sp>
            <p:nvSpPr>
              <p:cNvPr id="50503"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04"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505" name="Global copy of blob 755">
              <a:extLst>
                <a:ext uri="{FF2B5EF4-FFF2-40B4-BE49-F238E27FC236}">
                  <a16:creationId xmlns:a16="http://schemas.microsoft.com/office/drawing/2014/main" id="{3B821B97-56A6-DCED-E85F-DBF945F3EA13}"/>
                </a:ext>
              </a:extLst>
            </p:cNvPr>
            <p:cNvGrpSpPr/>
            <p:nvPr/>
          </p:nvGrpSpPr>
          <p:grpSpPr>
            <a:xfrm>
              <a:off x="4533706" y="791322"/>
              <a:ext cx="37919" cy="25902"/>
              <a:chOff x="1928706" y="3559489"/>
              <a:chExt cx="227897" cy="155682"/>
            </a:xfrm>
          </p:grpSpPr>
          <p:sp>
            <p:nvSpPr>
              <p:cNvPr id="5050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0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spTree>
    <p:extLst>
      <p:ext uri="{BB962C8B-B14F-4D97-AF65-F5344CB8AC3E}">
        <p14:creationId xmlns:p14="http://schemas.microsoft.com/office/powerpoint/2010/main" val="3763289320"/>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name="method / unifie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5589"/>
            <a:ext cx="4381930" cy="1756103"/>
          </a:xfrm>
          <a:prstGeom prst="roundRect">
            <a:avLst>
              <a:gd name="adj" fmla="val 2000"/>
            </a:avLst>
          </a:prstGeom>
          <a:solidFill>
            <a:srgbClr val="F1F4F5"/>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5270"/>
            <a:ext cx="4381930" cy="2532204"/>
          </a:xfrm>
          <a:prstGeom prst="roundRect">
            <a:avLst>
              <a:gd name="adj" fmla="val 2000"/>
            </a:avLst>
          </a:prstGeom>
          <a:solidFill>
            <a:srgbClr val="F1F4F5"/>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4" name="Panel | Build background">
            <a:extLst>
              <a:ext uri="{FF2B5EF4-FFF2-40B4-BE49-F238E27FC236}">
                <a16:creationId xmlns:a16="http://schemas.microsoft.com/office/drawing/2014/main" id="{ED204BA4-647E-6284-03F8-632FC35FBD82}"/>
              </a:ext>
            </a:extLst>
          </p:cNvPr>
          <p:cNvSpPr/>
          <p:nvPr/>
        </p:nvSpPr>
        <p:spPr>
          <a:xfrm>
            <a:off x="4868797" y="85630"/>
            <a:ext cx="1354615" cy="4331875"/>
          </a:xfrm>
          <a:prstGeom prst="roundRect">
            <a:avLst>
              <a:gd name="adj" fmla="val 2000"/>
            </a:avLst>
          </a:prstGeom>
          <a:solidFill>
            <a:srgbClr val="F1F4F5"/>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58284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01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1" name="TextBox 8">
            <a:extLst>
              <a:ext uri="{FF2B5EF4-FFF2-40B4-BE49-F238E27FC236}">
                <a16:creationId xmlns:a16="http://schemas.microsoft.com/office/drawing/2014/main" id="{C99C17F0-6544-6BC0-1417-555389742DB7}"/>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7A43A7E7-A060-03F0-5B05-9A1425584A8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469817"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02592"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469816"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376366"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62711" y="284774"/>
            <a:ext cx="2183263" cy="743575"/>
          </a:xfrm>
          <a:prstGeom prst="roundRect">
            <a:avLst>
              <a:gd name="adj" fmla="val 5000"/>
            </a:avLst>
          </a:prstGeom>
          <a:solidFill>
            <a:srgbClr val="F1F4F5"/>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62711"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62566" y="415407"/>
            <a:ext cx="2183414"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12882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77479"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426130"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62711" y="1170736"/>
            <a:ext cx="2183263" cy="585368"/>
          </a:xfrm>
          <a:prstGeom prst="roundRect">
            <a:avLst>
              <a:gd name="adj" fmla="val 5000"/>
            </a:avLst>
          </a:prstGeom>
          <a:solidFill>
            <a:srgbClr val="F1F4F5"/>
          </a:solidFill>
          <a:ln w="7290">
            <a:solidFill>
              <a:srgbClr val="D3CE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53680"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BEAED5"/>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84443"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BEAED5"/>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32283"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BEAED5"/>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54586"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BEAED5"/>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78141"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BEAED5"/>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sp>
        <p:nvSpPr>
          <p:cNvPr id="295" name="Rectangle 12150">
            <a:extLst>
              <a:ext uri="{FF2B5EF4-FFF2-40B4-BE49-F238E27FC236}">
                <a16:creationId xmlns:a16="http://schemas.microsoft.com/office/drawing/2014/main" id="{8BB2EAEF-8D89-55B5-F883-4E54E99BD78E}"/>
              </a:ext>
            </a:extLst>
          </p:cNvPr>
          <p:cNvSpPr/>
          <p:nvPr/>
        </p:nvSpPr>
        <p:spPr>
          <a:xfrm>
            <a:off x="2848673" y="1487151"/>
            <a:ext cx="411339" cy="102835"/>
          </a:xfrm>
          <a:prstGeom prst="rect">
            <a:avLst/>
          </a:prstGeom>
          <a:solidFill>
            <a:srgbClr val="F2EE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96" name="TextBox 12151">
            <a:extLst>
              <a:ext uri="{FF2B5EF4-FFF2-40B4-BE49-F238E27FC236}">
                <a16:creationId xmlns:a16="http://schemas.microsoft.com/office/drawing/2014/main" id="{EF55ECE2-C6C0-8216-6F8B-11F814326338}"/>
              </a:ext>
            </a:extLst>
          </p:cNvPr>
          <p:cNvSpPr txBox="1"/>
          <p:nvPr/>
        </p:nvSpPr>
        <p:spPr>
          <a:xfrm>
            <a:off x="2832852" y="1495608"/>
            <a:ext cx="442981" cy="85921"/>
          </a:xfrm>
          <a:prstGeom prst="rect">
            <a:avLst/>
          </a:prstGeom>
          <a:noFill/>
        </p:spPr>
        <p:txBody>
          <a:bodyPr wrap="square" lIns="0" tIns="0" rIns="0" bIns="0" anchor="ctr">
            <a:spAutoFit/>
          </a:bodyPr>
          <a:lstStyle/>
          <a:p>
            <a:pPr algn="ctr">
              <a:lnSpc>
                <a:spcPct val="105000"/>
              </a:lnSpc>
            </a:pPr>
            <a:r>
              <a:rPr sz="571" i="1">
                <a:solidFill>
                  <a:srgbClr val="263442"/>
                </a:solidFill>
                <a:latin typeface="Arial"/>
              </a:rPr>
              <a:t>Recycle</a:t>
            </a:r>
          </a:p>
        </p:txBody>
      </p:sp>
      <p:sp>
        <p:nvSpPr>
          <p:cNvPr id="297" name="TextBox 12152">
            <a:extLst>
              <a:ext uri="{FF2B5EF4-FFF2-40B4-BE49-F238E27FC236}">
                <a16:creationId xmlns:a16="http://schemas.microsoft.com/office/drawing/2014/main" id="{DA95DC65-9861-CC7E-7EFC-4B9E07722C91}"/>
              </a:ext>
            </a:extLst>
          </p:cNvPr>
          <p:cNvSpPr txBox="1"/>
          <p:nvPr/>
        </p:nvSpPr>
        <p:spPr>
          <a:xfrm>
            <a:off x="1962711"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809120"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29930"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206267"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77751"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06672"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69841"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152374"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99858"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709890"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159452"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87803" y="3041632"/>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701262"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718368"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81144"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824075"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659904"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77123"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252881"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156411"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204438"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252465"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300493"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348521"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96548"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444575"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69841"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65954"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735251"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156994"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97664" y="3430400"/>
            <a:ext cx="126566" cy="84510"/>
          </a:xfrm>
          <a:prstGeom prst="rect">
            <a:avLst/>
          </a:prstGeom>
          <a:noFill/>
        </p:spPr>
        <p:txBody>
          <a:bodyPr wrap="square" lIns="0" tIns="0" rIns="0" bIns="0" anchor="ctr">
            <a:spAutoFit/>
          </a:bodyPr>
          <a:lstStyle/>
          <a:p>
            <a:pPr algn="ctr">
              <a:lnSpc>
                <a:spcPct val="105000"/>
              </a:lnSpc>
            </a:pPr>
            <a:r>
              <a:rPr sz="562">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160262"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141171"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89198"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237225"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85253"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333281"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81308"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429335"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2026801" y="3947306"/>
            <a:ext cx="70532"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756855"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758300"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89562"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26355"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05025" y="2309830"/>
            <a:ext cx="838500" cy="512745"/>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260398"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260398"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36667"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268308"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260398"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41172"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17417"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791488"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777865"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2991445"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51299"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13848"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481889"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23136"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564383"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05630"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46877"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688124"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29371"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07860"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14124"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28298"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095413"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083077"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178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26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274244"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22366"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370487"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18609"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083077"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178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26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274244"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22366"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370487"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18609"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083077"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178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26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274244"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22366"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370487"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18609"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36209"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3980242"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34426" y="3733697"/>
            <a:ext cx="379698" cy="14238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458158"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06185"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54212"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02239"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50267"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698294"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46321"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27018"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28756" y="4164813"/>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29878"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884649"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44023"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382527"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083077"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17800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28083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38367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48650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178001"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28083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383671"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48650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17800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28083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38367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48650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178002"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67869"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589586" y="1155648"/>
            <a:ext cx="150375" cy="102721"/>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66446" y="1024437"/>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a:off x="4374195" y="1164655"/>
            <a:ext cx="152150" cy="82991"/>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45824"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600039"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202945"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sp>
        <p:nvSpPr>
          <p:cNvPr id="768" name="Build four inputs">
            <a:extLst>
              <a:ext uri="{FF2B5EF4-FFF2-40B4-BE49-F238E27FC236}">
                <a16:creationId xmlns:a16="http://schemas.microsoft.com/office/drawing/2014/main" id="{2C9F1979-7AE8-613B-79C6-EE0F3BBB1431}"/>
              </a:ext>
            </a:extLst>
          </p:cNvPr>
          <p:cNvSpPr>
            <a:spLocks noGrp="1"/>
          </p:cNvSpPr>
          <p:nvPr/>
        </p:nvSpPr>
        <p:spPr>
          <a:xfrm>
            <a:off x="4963973" y="415407"/>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73F4F6C8-22C1-E29B-D64D-362A1F82C0D7}"/>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216E0115-FC9F-C0B3-73C6-B6C82BB2F0A8}"/>
              </a:ext>
            </a:extLst>
          </p:cNvPr>
          <p:cNvSpPr>
            <a:spLocks noGrp="1"/>
          </p:cNvSpPr>
          <p:nvPr/>
        </p:nvSpPr>
        <p:spPr>
          <a:xfrm>
            <a:off x="4999032" y="935387"/>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198C300B-4031-D0E7-49A9-F255C1B29665}"/>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B948AB68-3B7B-785F-B6BB-80D92D824C67}"/>
              </a:ext>
            </a:extLst>
          </p:cNvPr>
          <p:cNvSpPr>
            <a:spLocks noGrp="1"/>
          </p:cNvSpPr>
          <p:nvPr/>
        </p:nvSpPr>
        <p:spPr>
          <a:xfrm>
            <a:off x="4999664" y="147143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56FEBA1E-DDE0-4487-53DB-DA17479C3D9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E5A68BBB-3BB4-4F45-D8ED-99022E728E69}"/>
              </a:ext>
            </a:extLst>
          </p:cNvPr>
          <p:cNvSpPr>
            <a:spLocks noGrp="1"/>
          </p:cNvSpPr>
          <p:nvPr/>
        </p:nvSpPr>
        <p:spPr>
          <a:xfrm>
            <a:off x="5574918" y="14714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sp>
        <p:nvSpPr>
          <p:cNvPr id="776" name="Docking tools title">
            <a:extLst>
              <a:ext uri="{FF2B5EF4-FFF2-40B4-BE49-F238E27FC236}">
                <a16:creationId xmlns:a16="http://schemas.microsoft.com/office/drawing/2014/main" id="{27E4029E-E39E-E596-2ECC-8620239CB25F}"/>
              </a:ext>
            </a:extLst>
          </p:cNvPr>
          <p:cNvSpPr>
            <a:spLocks noGrp="1"/>
          </p:cNvSpPr>
          <p:nvPr/>
        </p:nvSpPr>
        <p:spPr>
          <a:xfrm>
            <a:off x="5047760" y="1867770"/>
            <a:ext cx="1101630" cy="117453"/>
          </a:xfrm>
          <a:prstGeom prst="rect">
            <a:avLst/>
          </a:prstGeom>
          <a:noFill/>
          <a:ln w="6885">
            <a:noFill/>
            <a:prstDash val="solid"/>
          </a:ln>
        </p:spPr>
        <p:txBody>
          <a:bodyPr lIns="0" tIns="0" rIns="0" bIns="0" anchor="ctr"/>
          <a:lstStyle>
            <a:defPPr algn="ctr">
              <a:defRPr sz="702" b="1">
                <a:solidFill>
                  <a:srgbClr val="263442"/>
                </a:solidFill>
                <a:latin typeface="Arial"/>
                <a:ea typeface="Arial"/>
                <a:cs typeface="Arial"/>
              </a:defRPr>
            </a:defPPr>
            <a:lvl1pPr algn="ctr">
              <a:defRPr sz="702" b="1">
                <a:solidFill>
                  <a:srgbClr val="263442"/>
                </a:solidFill>
                <a:latin typeface="Arial"/>
                <a:ea typeface="Arial"/>
                <a:cs typeface="Arial"/>
              </a:defRPr>
            </a:lvl1pPr>
            <a:lvl2pPr algn="ctr">
              <a:defRPr sz="702" b="1">
                <a:solidFill>
                  <a:srgbClr val="263442"/>
                </a:solidFill>
                <a:latin typeface="Arial"/>
                <a:ea typeface="Arial"/>
                <a:cs typeface="Arial"/>
              </a:defRPr>
            </a:lvl2pPr>
            <a:lvl3pPr algn="ctr">
              <a:defRPr sz="702" b="1">
                <a:solidFill>
                  <a:srgbClr val="263442"/>
                </a:solidFill>
                <a:latin typeface="Arial"/>
                <a:ea typeface="Arial"/>
                <a:cs typeface="Arial"/>
              </a:defRPr>
            </a:lvl3pPr>
            <a:lvl4pPr algn="ctr">
              <a:defRPr sz="702" b="1">
                <a:solidFill>
                  <a:srgbClr val="263442"/>
                </a:solidFill>
                <a:latin typeface="Arial"/>
                <a:ea typeface="Arial"/>
                <a:cs typeface="Arial"/>
              </a:defRPr>
            </a:lvl4pPr>
            <a:lvl5pPr algn="ctr">
              <a:defRPr sz="702" b="1">
                <a:solidFill>
                  <a:srgbClr val="263442"/>
                </a:solidFill>
                <a:latin typeface="Arial"/>
                <a:ea typeface="Arial"/>
                <a:cs typeface="Arial"/>
              </a:defRPr>
            </a:lvl5pPr>
            <a:lvl6pPr algn="ctr">
              <a:defRPr sz="702" b="1">
                <a:solidFill>
                  <a:srgbClr val="263442"/>
                </a:solidFill>
                <a:latin typeface="Arial"/>
                <a:ea typeface="Arial"/>
                <a:cs typeface="Arial"/>
              </a:defRPr>
            </a:lvl6pPr>
            <a:lvl7pPr algn="ctr">
              <a:defRPr sz="702" b="1">
                <a:solidFill>
                  <a:srgbClr val="263442"/>
                </a:solidFill>
                <a:latin typeface="Arial"/>
                <a:ea typeface="Arial"/>
                <a:cs typeface="Arial"/>
              </a:defRPr>
            </a:lvl7pPr>
            <a:lvl8pPr algn="ctr">
              <a:defRPr sz="702" b="1">
                <a:solidFill>
                  <a:srgbClr val="263442"/>
                </a:solidFill>
                <a:latin typeface="Arial"/>
                <a:ea typeface="Arial"/>
                <a:cs typeface="Arial"/>
              </a:defRPr>
            </a:lvl8pPr>
            <a:lvl9pPr algn="ctr">
              <a:defRPr sz="702" b="1">
                <a:solidFill>
                  <a:srgbClr val="263442"/>
                </a:solidFill>
                <a:latin typeface="Arial"/>
                <a:ea typeface="Arial"/>
                <a:cs typeface="Arial"/>
              </a:defRPr>
            </a:lvl9pPr>
          </a:lstStyle>
          <a:p>
            <a:pPr algn="ctr">
              <a:defRPr sz="702" b="1">
                <a:solidFill>
                  <a:srgbClr val="263442"/>
                </a:solidFill>
                <a:latin typeface="Arial"/>
                <a:ea typeface="Arial"/>
                <a:cs typeface="Arial"/>
              </a:defRPr>
            </a:pPr>
            <a:r>
              <a:rPr lang="en-US" sz="702" b="0" dirty="0">
                <a:solidFill>
                  <a:srgbClr val="263442"/>
                </a:solidFill>
                <a:latin typeface="Arial"/>
                <a:ea typeface="Arial"/>
                <a:cs typeface="Arial"/>
              </a:rPr>
              <a:t>Downstream </a:t>
            </a:r>
            <a:r>
              <a:rPr lang="en-US" b="0" dirty="0"/>
              <a:t>d</a:t>
            </a:r>
            <a:r>
              <a:rPr sz="702" b="0" dirty="0">
                <a:solidFill>
                  <a:srgbClr val="263442"/>
                </a:solidFill>
                <a:latin typeface="Arial"/>
                <a:ea typeface="Arial"/>
                <a:cs typeface="Arial"/>
              </a:rPr>
              <a:t>ocking tools</a:t>
            </a:r>
          </a:p>
        </p:txBody>
      </p:sp>
      <p:sp>
        <p:nvSpPr>
          <p:cNvPr id="777" name="Build pose output">
            <a:extLst>
              <a:ext uri="{FF2B5EF4-FFF2-40B4-BE49-F238E27FC236}">
                <a16:creationId xmlns:a16="http://schemas.microsoft.com/office/drawing/2014/main" id="{0B218F6B-7A76-F3B6-A0A5-E42AE4C10B80}"/>
              </a:ext>
            </a:extLst>
          </p:cNvPr>
          <p:cNvSpPr>
            <a:spLocks noGrp="1"/>
          </p:cNvSpPr>
          <p:nvPr/>
        </p:nvSpPr>
        <p:spPr>
          <a:xfrm>
            <a:off x="4992811" y="3400604"/>
            <a:ext cx="1106489" cy="941449"/>
          </a:xfrm>
          <a:prstGeom prst="roundRect">
            <a:avLst>
              <a:gd name="adj" fmla="val 5395"/>
            </a:avLst>
          </a:prstGeom>
          <a:solidFill>
            <a:srgbClr val="FFFFFF"/>
          </a:solidFill>
          <a:ln w="7290">
            <a:solidFill>
              <a:srgbClr val="DFD6C3"/>
            </a:solidFill>
            <a:prstDash val="solid"/>
          </a:ln>
        </p:spPr>
      </p:sp>
      <p:sp>
        <p:nvSpPr>
          <p:cNvPr id="778" name="All atom pose label">
            <a:extLst>
              <a:ext uri="{FF2B5EF4-FFF2-40B4-BE49-F238E27FC236}">
                <a16:creationId xmlns:a16="http://schemas.microsoft.com/office/drawing/2014/main" id="{8FE77D82-0F62-5049-84A0-FD0D56FCE044}"/>
              </a:ext>
            </a:extLst>
          </p:cNvPr>
          <p:cNvSpPr>
            <a:spLocks noGrp="1"/>
          </p:cNvSpPr>
          <p:nvPr/>
        </p:nvSpPr>
        <p:spPr>
          <a:xfrm>
            <a:off x="4979784" y="4176444"/>
            <a:ext cx="1231233" cy="1174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All-atom ligand pose</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59E3DA4F-BD1F-6AD8-81F5-856ECED60067}"/>
              </a:ext>
            </a:extLst>
          </p:cNvPr>
          <p:cNvPicPr/>
          <p:nvPr/>
        </p:nvPicPr>
        <p:blipFill>
          <a:blip r:embed="rId4"/>
          <a:stretch>
            <a:fillRect/>
          </a:stretch>
        </p:blipFill>
        <p:spPr>
          <a:xfrm>
            <a:off x="5657542" y="1104265"/>
            <a:ext cx="361766" cy="345440"/>
          </a:xfrm>
          <a:prstGeom prst="rect">
            <a:avLst/>
          </a:prstGeom>
        </p:spPr>
      </p:pic>
      <p:sp>
        <p:nvSpPr>
          <p:cNvPr id="1187" name="Build | Engines frame">
            <a:extLst>
              <a:ext uri="{FF2B5EF4-FFF2-40B4-BE49-F238E27FC236}">
                <a16:creationId xmlns:a16="http://schemas.microsoft.com/office/drawing/2014/main" id="{79AD4C70-DD41-BB84-7331-69D7E3080E11}"/>
              </a:ext>
            </a:extLst>
          </p:cNvPr>
          <p:cNvSpPr/>
          <p:nvPr/>
        </p:nvSpPr>
        <p:spPr>
          <a:xfrm>
            <a:off x="4938821" y="2032000"/>
            <a:ext cx="1202377" cy="1172634"/>
          </a:xfrm>
          <a:prstGeom prst="roundRect">
            <a:avLst>
              <a:gd name="adj" fmla="val 5000"/>
            </a:avLst>
          </a:prstGeom>
          <a:solidFill>
            <a:srgbClr val="FFFFFF">
              <a:alpha val="50000"/>
            </a:srgbClr>
          </a:solidFill>
          <a:ln w="7290">
            <a:solidFill>
              <a:srgbClr val="D5CC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88" name="Build | Default PocketXMol card">
            <a:extLst>
              <a:ext uri="{FF2B5EF4-FFF2-40B4-BE49-F238E27FC236}">
                <a16:creationId xmlns:a16="http://schemas.microsoft.com/office/drawing/2014/main" id="{65696164-FF6C-2E64-A27D-E0452D5A76E9}"/>
              </a:ext>
            </a:extLst>
          </p:cNvPr>
          <p:cNvSpPr/>
          <p:nvPr/>
        </p:nvSpPr>
        <p:spPr>
          <a:xfrm>
            <a:off x="4992811" y="2089570"/>
            <a:ext cx="1106490" cy="456341"/>
          </a:xfrm>
          <a:prstGeom prst="roundRect">
            <a:avLst>
              <a:gd name="adj" fmla="val 8000"/>
            </a:avLst>
          </a:prstGeom>
          <a:solidFill>
            <a:srgbClr val="F1F4F5"/>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189" name="Build | Density cube icon">
            <a:extLst>
              <a:ext uri="{FF2B5EF4-FFF2-40B4-BE49-F238E27FC236}">
                <a16:creationId xmlns:a16="http://schemas.microsoft.com/office/drawing/2014/main" id="{68B5FCE4-2F36-CAD0-B100-A4A97D0F3451}"/>
              </a:ext>
            </a:extLst>
          </p:cNvPr>
          <p:cNvGrpSpPr/>
          <p:nvPr/>
        </p:nvGrpSpPr>
        <p:grpSpPr>
          <a:xfrm>
            <a:off x="5024943" y="2171534"/>
            <a:ext cx="213580" cy="227238"/>
            <a:chOff x="2187720" y="5635440"/>
            <a:chExt cx="154440" cy="131400"/>
          </a:xfrm>
        </p:grpSpPr>
        <p:sp>
          <p:nvSpPr>
            <p:cNvPr id="1190" name="asset_3169_0">
              <a:extLst>
                <a:ext uri="{FF2B5EF4-FFF2-40B4-BE49-F238E27FC236}">
                  <a16:creationId xmlns:a16="http://schemas.microsoft.com/office/drawing/2014/main" id="{5FFB8783-18B8-9E3F-DF3D-D39890A83D04}"/>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191" name="asset_3169_1">
              <a:extLst>
                <a:ext uri="{FF2B5EF4-FFF2-40B4-BE49-F238E27FC236}">
                  <a16:creationId xmlns:a16="http://schemas.microsoft.com/office/drawing/2014/main" id="{1EA12B72-72E8-2312-8F32-52AE6B165E9D}"/>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192" name="asset_3169_2">
              <a:extLst>
                <a:ext uri="{FF2B5EF4-FFF2-40B4-BE49-F238E27FC236}">
                  <a16:creationId xmlns:a16="http://schemas.microsoft.com/office/drawing/2014/main" id="{EDE3B5A8-D8FA-9133-41C2-DB6E1E75A6F9}"/>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193" name="asset_3169_3">
              <a:extLst>
                <a:ext uri="{FF2B5EF4-FFF2-40B4-BE49-F238E27FC236}">
                  <a16:creationId xmlns:a16="http://schemas.microsoft.com/office/drawing/2014/main" id="{120BF363-735F-F584-10A8-02A0DD55EE7B}"/>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194" name="asset_3169_4">
              <a:extLst>
                <a:ext uri="{FF2B5EF4-FFF2-40B4-BE49-F238E27FC236}">
                  <a16:creationId xmlns:a16="http://schemas.microsoft.com/office/drawing/2014/main" id="{E2829B7F-C588-BE5B-8D54-FBE1EBF2B8E5}"/>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1195" name="asset_3169_5">
              <a:extLst>
                <a:ext uri="{FF2B5EF4-FFF2-40B4-BE49-F238E27FC236}">
                  <a16:creationId xmlns:a16="http://schemas.microsoft.com/office/drawing/2014/main" id="{3DBA365A-AC44-C9B3-7E08-985ECB6E5232}"/>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1196" name="asset_3169_6">
              <a:extLst>
                <a:ext uri="{FF2B5EF4-FFF2-40B4-BE49-F238E27FC236}">
                  <a16:creationId xmlns:a16="http://schemas.microsoft.com/office/drawing/2014/main" id="{9F12D1AD-2ED4-77AF-F2EC-E76A62AE9C53}"/>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1197" name="asset_3169_7">
              <a:extLst>
                <a:ext uri="{FF2B5EF4-FFF2-40B4-BE49-F238E27FC236}">
                  <a16:creationId xmlns:a16="http://schemas.microsoft.com/office/drawing/2014/main" id="{530FF9D0-E22B-4C58-F523-2AC53D327A6E}"/>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1198" name="asset_3169_8">
              <a:extLst>
                <a:ext uri="{FF2B5EF4-FFF2-40B4-BE49-F238E27FC236}">
                  <a16:creationId xmlns:a16="http://schemas.microsoft.com/office/drawing/2014/main" id="{1E307AA0-A6C4-946A-18FD-30858587578A}"/>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1199" name="asset_3169_9">
              <a:extLst>
                <a:ext uri="{FF2B5EF4-FFF2-40B4-BE49-F238E27FC236}">
                  <a16:creationId xmlns:a16="http://schemas.microsoft.com/office/drawing/2014/main" id="{2C70D4C3-CC8E-18A5-188C-FB73FB31079A}"/>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0" name="asset_3169_10">
              <a:extLst>
                <a:ext uri="{FF2B5EF4-FFF2-40B4-BE49-F238E27FC236}">
                  <a16:creationId xmlns:a16="http://schemas.microsoft.com/office/drawing/2014/main" id="{9530488D-317A-3063-82AF-05EB1F0CA8B9}"/>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1" name="asset_3169_11">
              <a:extLst>
                <a:ext uri="{FF2B5EF4-FFF2-40B4-BE49-F238E27FC236}">
                  <a16:creationId xmlns:a16="http://schemas.microsoft.com/office/drawing/2014/main" id="{48323ECB-3BE3-307E-E823-C51C380A8650}"/>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2" name="asset_3169_12">
              <a:extLst>
                <a:ext uri="{FF2B5EF4-FFF2-40B4-BE49-F238E27FC236}">
                  <a16:creationId xmlns:a16="http://schemas.microsoft.com/office/drawing/2014/main" id="{C0C8C16B-9DED-677C-6432-EE50B45E7418}"/>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3" name="asset_3169_13">
              <a:extLst>
                <a:ext uri="{FF2B5EF4-FFF2-40B4-BE49-F238E27FC236}">
                  <a16:creationId xmlns:a16="http://schemas.microsoft.com/office/drawing/2014/main" id="{060B66F2-4388-65F4-6206-749CACAB0290}"/>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4" name="asset_3169_14">
              <a:extLst>
                <a:ext uri="{FF2B5EF4-FFF2-40B4-BE49-F238E27FC236}">
                  <a16:creationId xmlns:a16="http://schemas.microsoft.com/office/drawing/2014/main" id="{13E2CBA3-7C02-4027-03E6-A698CD2EB714}"/>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5" name="asset_3169_15">
              <a:extLst>
                <a:ext uri="{FF2B5EF4-FFF2-40B4-BE49-F238E27FC236}">
                  <a16:creationId xmlns:a16="http://schemas.microsoft.com/office/drawing/2014/main" id="{D52AE182-CED9-F191-684F-C02E656634F9}"/>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6" name="asset_3169_16">
              <a:extLst>
                <a:ext uri="{FF2B5EF4-FFF2-40B4-BE49-F238E27FC236}">
                  <a16:creationId xmlns:a16="http://schemas.microsoft.com/office/drawing/2014/main" id="{89F2F434-5A13-55C5-50E0-3A863DFD674D}"/>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7" name="asset_3169_17">
              <a:extLst>
                <a:ext uri="{FF2B5EF4-FFF2-40B4-BE49-F238E27FC236}">
                  <a16:creationId xmlns:a16="http://schemas.microsoft.com/office/drawing/2014/main" id="{6F30CB2F-3FFE-E2E6-12A8-0C6F6E9862D8}"/>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8" name="asset_3169_18">
              <a:extLst>
                <a:ext uri="{FF2B5EF4-FFF2-40B4-BE49-F238E27FC236}">
                  <a16:creationId xmlns:a16="http://schemas.microsoft.com/office/drawing/2014/main" id="{688E0702-ABAA-1F53-2FEE-C044E75816FE}"/>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9" name="asset_3169_19">
              <a:extLst>
                <a:ext uri="{FF2B5EF4-FFF2-40B4-BE49-F238E27FC236}">
                  <a16:creationId xmlns:a16="http://schemas.microsoft.com/office/drawing/2014/main" id="{872FD139-9635-FDD4-0722-4E5EEB72AC26}"/>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0" name="asset_3169_20">
              <a:extLst>
                <a:ext uri="{FF2B5EF4-FFF2-40B4-BE49-F238E27FC236}">
                  <a16:creationId xmlns:a16="http://schemas.microsoft.com/office/drawing/2014/main" id="{2F589805-2015-0C9E-B861-49E63A36CA16}"/>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1" name="asset_3169_21">
              <a:extLst>
                <a:ext uri="{FF2B5EF4-FFF2-40B4-BE49-F238E27FC236}">
                  <a16:creationId xmlns:a16="http://schemas.microsoft.com/office/drawing/2014/main" id="{0ACA986A-AF7E-C441-DA61-138FBBAA71F8}"/>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2" name="asset_3169_22">
              <a:extLst>
                <a:ext uri="{FF2B5EF4-FFF2-40B4-BE49-F238E27FC236}">
                  <a16:creationId xmlns:a16="http://schemas.microsoft.com/office/drawing/2014/main" id="{2D9591FC-2B85-F680-E4CA-E6BD7F3D89C9}"/>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3" name="asset_3169_23">
              <a:extLst>
                <a:ext uri="{FF2B5EF4-FFF2-40B4-BE49-F238E27FC236}">
                  <a16:creationId xmlns:a16="http://schemas.microsoft.com/office/drawing/2014/main" id="{891DB7BF-9124-5E80-DEA3-AF849690228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4" name="asset_3169_24">
              <a:extLst>
                <a:ext uri="{FF2B5EF4-FFF2-40B4-BE49-F238E27FC236}">
                  <a16:creationId xmlns:a16="http://schemas.microsoft.com/office/drawing/2014/main" id="{DE52E28A-6354-BE95-3C9A-A2C66025A871}"/>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5" name="asset_3169_25">
              <a:extLst>
                <a:ext uri="{FF2B5EF4-FFF2-40B4-BE49-F238E27FC236}">
                  <a16:creationId xmlns:a16="http://schemas.microsoft.com/office/drawing/2014/main" id="{7988D7F5-9FD3-DE02-AC43-2C9102A603D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6" name="asset_3169_26">
              <a:extLst>
                <a:ext uri="{FF2B5EF4-FFF2-40B4-BE49-F238E27FC236}">
                  <a16:creationId xmlns:a16="http://schemas.microsoft.com/office/drawing/2014/main" id="{C7CB8EF7-313A-8E8C-6DD1-7BDC7D92CCB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7" name="asset_3169_27">
              <a:extLst>
                <a:ext uri="{FF2B5EF4-FFF2-40B4-BE49-F238E27FC236}">
                  <a16:creationId xmlns:a16="http://schemas.microsoft.com/office/drawing/2014/main" id="{73BCC20B-1FDA-F412-4DD8-A25B3302BB21}"/>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8" name="asset_3169_28">
              <a:extLst>
                <a:ext uri="{FF2B5EF4-FFF2-40B4-BE49-F238E27FC236}">
                  <a16:creationId xmlns:a16="http://schemas.microsoft.com/office/drawing/2014/main" id="{AF33B019-3B06-5B18-D90B-E00C3F3EDB2C}"/>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9" name="asset_3169_29">
              <a:extLst>
                <a:ext uri="{FF2B5EF4-FFF2-40B4-BE49-F238E27FC236}">
                  <a16:creationId xmlns:a16="http://schemas.microsoft.com/office/drawing/2014/main" id="{0FB4133A-9D97-E251-1B43-C62FA8130666}"/>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0" name="asset_3169_30">
              <a:extLst>
                <a:ext uri="{FF2B5EF4-FFF2-40B4-BE49-F238E27FC236}">
                  <a16:creationId xmlns:a16="http://schemas.microsoft.com/office/drawing/2014/main" id="{69D50226-8CEE-09CA-92F4-EA747B547FF4}"/>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1" name="asset_3169_31">
              <a:extLst>
                <a:ext uri="{FF2B5EF4-FFF2-40B4-BE49-F238E27FC236}">
                  <a16:creationId xmlns:a16="http://schemas.microsoft.com/office/drawing/2014/main" id="{8D9ECD96-25F9-4FC6-1C5E-5B500507A23C}"/>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2" name="asset_3169_32">
              <a:extLst>
                <a:ext uri="{FF2B5EF4-FFF2-40B4-BE49-F238E27FC236}">
                  <a16:creationId xmlns:a16="http://schemas.microsoft.com/office/drawing/2014/main" id="{791FDFAC-6025-C51A-7F75-7437ACC6E354}"/>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3" name="asset_3169_33">
              <a:extLst>
                <a:ext uri="{FF2B5EF4-FFF2-40B4-BE49-F238E27FC236}">
                  <a16:creationId xmlns:a16="http://schemas.microsoft.com/office/drawing/2014/main" id="{DA973672-CCD0-6C59-1B34-7C6CC5E48F20}"/>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4" name="asset_3169_34">
              <a:extLst>
                <a:ext uri="{FF2B5EF4-FFF2-40B4-BE49-F238E27FC236}">
                  <a16:creationId xmlns:a16="http://schemas.microsoft.com/office/drawing/2014/main" id="{43DD86C8-6E09-99CE-6266-42DC4FA64456}"/>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5" name="asset_3169_35">
              <a:extLst>
                <a:ext uri="{FF2B5EF4-FFF2-40B4-BE49-F238E27FC236}">
                  <a16:creationId xmlns:a16="http://schemas.microsoft.com/office/drawing/2014/main" id="{D769467D-EEAF-B1AF-7AC6-68CC2D0F1288}"/>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6" name="asset_3169_36">
              <a:extLst>
                <a:ext uri="{FF2B5EF4-FFF2-40B4-BE49-F238E27FC236}">
                  <a16:creationId xmlns:a16="http://schemas.microsoft.com/office/drawing/2014/main" id="{445AF884-4EC3-E477-DB0C-E7BACF22251A}"/>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7" name="asset_3169_37">
              <a:extLst>
                <a:ext uri="{FF2B5EF4-FFF2-40B4-BE49-F238E27FC236}">
                  <a16:creationId xmlns:a16="http://schemas.microsoft.com/office/drawing/2014/main" id="{8548860C-336A-E8E6-C08F-A2EC53A5F6C5}"/>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8" name="asset_3169_38">
              <a:extLst>
                <a:ext uri="{FF2B5EF4-FFF2-40B4-BE49-F238E27FC236}">
                  <a16:creationId xmlns:a16="http://schemas.microsoft.com/office/drawing/2014/main" id="{648DC38E-0310-9E0E-37D3-5E74B6EF35F1}"/>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9" name="asset_3169_39">
              <a:extLst>
                <a:ext uri="{FF2B5EF4-FFF2-40B4-BE49-F238E27FC236}">
                  <a16:creationId xmlns:a16="http://schemas.microsoft.com/office/drawing/2014/main" id="{ACB0B137-A9B7-8555-0594-4839D4EE1AF5}"/>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0" name="asset_3169_40">
              <a:extLst>
                <a:ext uri="{FF2B5EF4-FFF2-40B4-BE49-F238E27FC236}">
                  <a16:creationId xmlns:a16="http://schemas.microsoft.com/office/drawing/2014/main" id="{CB82A286-4EA7-C723-174F-A005964CF56B}"/>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1" name="asset_3169_41">
              <a:extLst>
                <a:ext uri="{FF2B5EF4-FFF2-40B4-BE49-F238E27FC236}">
                  <a16:creationId xmlns:a16="http://schemas.microsoft.com/office/drawing/2014/main" id="{1E67FB97-244C-14BD-73A9-CA2F9B1E24BA}"/>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2" name="asset_3169_42">
              <a:extLst>
                <a:ext uri="{FF2B5EF4-FFF2-40B4-BE49-F238E27FC236}">
                  <a16:creationId xmlns:a16="http://schemas.microsoft.com/office/drawing/2014/main" id="{417A6C45-6CB7-5380-B441-87E54399F7F7}"/>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3" name="asset_3169_43">
              <a:extLst>
                <a:ext uri="{FF2B5EF4-FFF2-40B4-BE49-F238E27FC236}">
                  <a16:creationId xmlns:a16="http://schemas.microsoft.com/office/drawing/2014/main" id="{5A16B6AC-2250-FE07-B0D3-1B193E4DFACB}"/>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4" name="asset_3169_44">
              <a:extLst>
                <a:ext uri="{FF2B5EF4-FFF2-40B4-BE49-F238E27FC236}">
                  <a16:creationId xmlns:a16="http://schemas.microsoft.com/office/drawing/2014/main" id="{081C5E26-7488-869A-618E-1092033F59C2}"/>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5" name="asset_3169_45">
              <a:extLst>
                <a:ext uri="{FF2B5EF4-FFF2-40B4-BE49-F238E27FC236}">
                  <a16:creationId xmlns:a16="http://schemas.microsoft.com/office/drawing/2014/main" id="{41A170EA-8B41-0DF1-E7EA-2AB990478A77}"/>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6" name="asset_3169_46">
              <a:extLst>
                <a:ext uri="{FF2B5EF4-FFF2-40B4-BE49-F238E27FC236}">
                  <a16:creationId xmlns:a16="http://schemas.microsoft.com/office/drawing/2014/main" id="{32D1B9BF-5325-26AF-BAA9-BBD6B30B328F}"/>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7" name="asset_3169_47">
              <a:extLst>
                <a:ext uri="{FF2B5EF4-FFF2-40B4-BE49-F238E27FC236}">
                  <a16:creationId xmlns:a16="http://schemas.microsoft.com/office/drawing/2014/main" id="{19954402-7CDC-A852-CA61-629A3E0C394F}"/>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8" name="asset_3169_48">
              <a:extLst>
                <a:ext uri="{FF2B5EF4-FFF2-40B4-BE49-F238E27FC236}">
                  <a16:creationId xmlns:a16="http://schemas.microsoft.com/office/drawing/2014/main" id="{41D1840A-7225-0A6F-EB5F-EF20E870D9CF}"/>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9" name="asset_3169_49">
              <a:extLst>
                <a:ext uri="{FF2B5EF4-FFF2-40B4-BE49-F238E27FC236}">
                  <a16:creationId xmlns:a16="http://schemas.microsoft.com/office/drawing/2014/main" id="{FB9EBEA7-2F90-78C6-B9FF-085239FF7530}"/>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0" name="asset_3169_50">
              <a:extLst>
                <a:ext uri="{FF2B5EF4-FFF2-40B4-BE49-F238E27FC236}">
                  <a16:creationId xmlns:a16="http://schemas.microsoft.com/office/drawing/2014/main" id="{7ED9E287-6110-2BD8-91C3-3424DDB48479}"/>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1" name="asset_3169_51">
              <a:extLst>
                <a:ext uri="{FF2B5EF4-FFF2-40B4-BE49-F238E27FC236}">
                  <a16:creationId xmlns:a16="http://schemas.microsoft.com/office/drawing/2014/main" id="{0A5D16C0-E9EB-7A6D-D123-3915E88A78A9}"/>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1242" name="TextBox 12306">
            <a:extLst>
              <a:ext uri="{FF2B5EF4-FFF2-40B4-BE49-F238E27FC236}">
                <a16:creationId xmlns:a16="http://schemas.microsoft.com/office/drawing/2014/main" id="{B61D0A30-984F-5F1D-C0E3-4ED5D4539DF2}"/>
              </a:ext>
            </a:extLst>
          </p:cNvPr>
          <p:cNvSpPr txBox="1"/>
          <p:nvPr/>
        </p:nvSpPr>
        <p:spPr>
          <a:xfrm>
            <a:off x="5270490" y="2150246"/>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1243" name="TextBox 12307">
            <a:extLst>
              <a:ext uri="{FF2B5EF4-FFF2-40B4-BE49-F238E27FC236}">
                <a16:creationId xmlns:a16="http://schemas.microsoft.com/office/drawing/2014/main" id="{50E4F9BE-39D5-3572-2B27-7015D0FE756B}"/>
              </a:ext>
            </a:extLst>
          </p:cNvPr>
          <p:cNvSpPr txBox="1"/>
          <p:nvPr/>
        </p:nvSpPr>
        <p:spPr>
          <a:xfrm>
            <a:off x="5270983" y="2305119"/>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1244" name="Build | Docking tools card">
            <a:extLst>
              <a:ext uri="{FF2B5EF4-FFF2-40B4-BE49-F238E27FC236}">
                <a16:creationId xmlns:a16="http://schemas.microsoft.com/office/drawing/2014/main" id="{D8820DAD-C856-C828-BB1A-D380253AF157}"/>
              </a:ext>
            </a:extLst>
          </p:cNvPr>
          <p:cNvSpPr/>
          <p:nvPr/>
        </p:nvSpPr>
        <p:spPr>
          <a:xfrm>
            <a:off x="4992811" y="2608447"/>
            <a:ext cx="1106489" cy="516618"/>
          </a:xfrm>
          <a:prstGeom prst="roundRect">
            <a:avLst>
              <a:gd name="adj" fmla="val 8000"/>
            </a:avLst>
          </a:prstGeom>
          <a:solidFill>
            <a:srgbClr val="F1F4F5"/>
          </a:solidFill>
          <a:ln w="7290">
            <a:solidFill>
              <a:srgbClr val="B8C4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245" name="TextBox 12309">
            <a:extLst>
              <a:ext uri="{FF2B5EF4-FFF2-40B4-BE49-F238E27FC236}">
                <a16:creationId xmlns:a16="http://schemas.microsoft.com/office/drawing/2014/main" id="{E61A4066-788B-5B12-50A8-1419E47F2E66}"/>
              </a:ext>
            </a:extLst>
          </p:cNvPr>
          <p:cNvSpPr txBox="1"/>
          <p:nvPr/>
        </p:nvSpPr>
        <p:spPr>
          <a:xfrm>
            <a:off x="5044453" y="2647450"/>
            <a:ext cx="1047750" cy="101936"/>
          </a:xfrm>
          <a:prstGeom prst="rect">
            <a:avLst/>
          </a:prstGeom>
          <a:noFill/>
        </p:spPr>
        <p:txBody>
          <a:bodyPr wrap="square" lIns="0" tIns="0" rIns="0" bIns="0" anchor="ctr">
            <a:spAutoFit/>
          </a:bodyPr>
          <a:lstStyle/>
          <a:p>
            <a:pPr algn="l">
              <a:lnSpc>
                <a:spcPct val="105000"/>
              </a:lnSpc>
            </a:pPr>
            <a:r>
              <a:rPr lang="en-US" sz="640" b="1" dirty="0">
                <a:solidFill>
                  <a:srgbClr val="263442"/>
                </a:solidFill>
                <a:latin typeface="Arial"/>
              </a:rPr>
              <a:t>O</a:t>
            </a:r>
            <a:r>
              <a:rPr lang="en-US" altLang="zh-CN" sz="640" b="1" dirty="0">
                <a:solidFill>
                  <a:srgbClr val="263442"/>
                </a:solidFill>
                <a:latin typeface="Arial"/>
              </a:rPr>
              <a:t>ther d</a:t>
            </a:r>
            <a:r>
              <a:rPr sz="640" b="1" dirty="0">
                <a:solidFill>
                  <a:srgbClr val="263442"/>
                </a:solidFill>
                <a:latin typeface="Arial"/>
              </a:rPr>
              <a:t>ocking tools</a:t>
            </a:r>
          </a:p>
        </p:txBody>
      </p:sp>
      <p:sp>
        <p:nvSpPr>
          <p:cNvPr id="1246" name="TextBox 12310">
            <a:extLst>
              <a:ext uri="{FF2B5EF4-FFF2-40B4-BE49-F238E27FC236}">
                <a16:creationId xmlns:a16="http://schemas.microsoft.com/office/drawing/2014/main" id="{C9F46158-59CF-34E8-D872-FBF180C8ECC1}"/>
              </a:ext>
            </a:extLst>
          </p:cNvPr>
          <p:cNvSpPr txBox="1"/>
          <p:nvPr/>
        </p:nvSpPr>
        <p:spPr>
          <a:xfrm>
            <a:off x="5041329" y="2752162"/>
            <a:ext cx="389530" cy="372902"/>
          </a:xfrm>
          <a:prstGeom prst="rect">
            <a:avLst/>
          </a:prstGeom>
          <a:noFill/>
        </p:spPr>
        <p:txBody>
          <a:bodyPr wrap="none" lIns="0" tIns="0" rIns="0" bIns="0" anchor="ctr">
            <a:spAutoFit/>
          </a:bodyPr>
          <a:lstStyle/>
          <a:p>
            <a:pPr>
              <a:lnSpc>
                <a:spcPct val="105000"/>
              </a:lnSpc>
            </a:pPr>
            <a:r>
              <a:rPr lang="en-US" altLang="zh-CN" sz="554" dirty="0">
                <a:solidFill>
                  <a:srgbClr val="263442"/>
                </a:solidFill>
                <a:latin typeface="Arial"/>
              </a:rPr>
              <a:t>· </a:t>
            </a:r>
            <a:r>
              <a:rPr sz="554" dirty="0">
                <a:solidFill>
                  <a:srgbClr val="263442"/>
                </a:solidFill>
                <a:latin typeface="Arial"/>
              </a:rPr>
              <a:t>Vina </a:t>
            </a:r>
            <a:endParaRPr lang="en-US" sz="554" dirty="0">
              <a:solidFill>
                <a:srgbClr val="263442"/>
              </a:solidFill>
              <a:latin typeface="Arial"/>
            </a:endParaRPr>
          </a:p>
          <a:p>
            <a:pPr>
              <a:lnSpc>
                <a:spcPct val="105000"/>
              </a:lnSpc>
            </a:pPr>
            <a:r>
              <a:rPr sz="554" dirty="0">
                <a:solidFill>
                  <a:srgbClr val="263442"/>
                </a:solidFill>
                <a:latin typeface="Arial"/>
              </a:rPr>
              <a:t>· </a:t>
            </a:r>
            <a:r>
              <a:rPr sz="554" dirty="0" err="1">
                <a:solidFill>
                  <a:srgbClr val="263442"/>
                </a:solidFill>
                <a:latin typeface="Arial"/>
              </a:rPr>
              <a:t>DiffDock</a:t>
            </a:r>
            <a:r>
              <a:rPr sz="554" dirty="0">
                <a:solidFill>
                  <a:srgbClr val="263442"/>
                </a:solidFill>
                <a:latin typeface="Arial"/>
              </a:rPr>
              <a:t> </a:t>
            </a:r>
            <a:endParaRPr lang="en-US" sz="554" dirty="0">
              <a:solidFill>
                <a:srgbClr val="263442"/>
              </a:solidFill>
              <a:latin typeface="Arial"/>
            </a:endParaRPr>
          </a:p>
          <a:p>
            <a:pPr>
              <a:lnSpc>
                <a:spcPct val="105000"/>
              </a:lnSpc>
            </a:pPr>
            <a:r>
              <a:rPr sz="554" dirty="0">
                <a:solidFill>
                  <a:srgbClr val="263442"/>
                </a:solidFill>
                <a:latin typeface="Arial"/>
              </a:rPr>
              <a:t>· EMERALD</a:t>
            </a:r>
            <a:endParaRPr lang="en-US" sz="554" dirty="0">
              <a:solidFill>
                <a:srgbClr val="263442"/>
              </a:solidFill>
              <a:latin typeface="Arial"/>
            </a:endParaRPr>
          </a:p>
          <a:p>
            <a:pPr>
              <a:lnSpc>
                <a:spcPct val="105000"/>
              </a:lnSpc>
            </a:pPr>
            <a:r>
              <a:rPr lang="en-US" altLang="zh-CN" sz="554" dirty="0">
                <a:solidFill>
                  <a:srgbClr val="263442"/>
                </a:solidFill>
                <a:latin typeface="Arial"/>
              </a:rPr>
              <a:t>·</a:t>
            </a:r>
            <a:r>
              <a:rPr lang="zh-CN" altLang="en-US" sz="554" dirty="0">
                <a:solidFill>
                  <a:srgbClr val="263442"/>
                </a:solidFill>
                <a:latin typeface="Arial"/>
              </a:rPr>
              <a:t> </a:t>
            </a:r>
            <a:r>
              <a:rPr lang="en-US" altLang="zh-CN" sz="554" dirty="0">
                <a:solidFill>
                  <a:srgbClr val="263442"/>
                </a:solidFill>
                <a:latin typeface="Arial"/>
              </a:rPr>
              <a:t>·</a:t>
            </a:r>
            <a:r>
              <a:rPr lang="zh-CN" altLang="en-US" sz="554" dirty="0">
                <a:solidFill>
                  <a:srgbClr val="263442"/>
                </a:solidFill>
                <a:latin typeface="Arial"/>
              </a:rPr>
              <a:t> </a:t>
            </a:r>
            <a:r>
              <a:rPr lang="en-US" altLang="zh-CN" sz="554" dirty="0">
                <a:solidFill>
                  <a:srgbClr val="263442"/>
                </a:solidFill>
                <a:latin typeface="Arial"/>
              </a:rPr>
              <a:t>·</a:t>
            </a:r>
            <a:endParaRPr sz="554" dirty="0">
              <a:solidFill>
                <a:srgbClr val="263442"/>
              </a:solidFill>
              <a:latin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823347" y="284723"/>
            <a:ext cx="3605650" cy="3967446"/>
            <a:chOff x="1936337" y="669608"/>
            <a:chExt cx="8479727"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72901" y="669608"/>
              <a:ext cx="1028700"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26944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81873" y="760105"/>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9266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32561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42145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51730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61314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70899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80483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90068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9652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32561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42145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51730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61314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70899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80483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90068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9652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32561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42145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51730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61314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70899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80483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90068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9652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32561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42145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51730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61314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70899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80483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90068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9652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860262"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953131"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4046000"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4138868"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231737"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324606"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417475"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510343"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860262"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953131"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4046000"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4138868"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231737"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324606"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417475"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510343"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860262"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953131"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4046000"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4138868"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231737"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324606"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417475"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510343"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860262"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953131"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4046000"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4138868"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231737"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324606"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417475"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510343"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003637"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060787"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117937"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003637"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060787"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117937"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a:off x="2334020" y="1518479"/>
              <a:ext cx="842366" cy="190"/>
            </a:xfrm>
            <a:custGeom>
              <a:avLst/>
              <a:gdLst/>
              <a:ahLst/>
              <a:cxnLst/>
              <a:rect l="0" t="0" r="0" b="0"/>
              <a:pathLst>
                <a:path w="125540" h="191">
                  <a:moveTo>
                    <a:pt x="0" y="0"/>
                  </a:moveTo>
                  <a:lnTo>
                    <a:pt x="125540" y="0"/>
                  </a:lnTo>
                </a:path>
              </a:pathLst>
            </a:custGeom>
            <a:noFill/>
            <a:ln w="8505">
              <a:solidFill>
                <a:srgbClr val="4083B4"/>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123088" y="1489808"/>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334020" y="3260557"/>
              <a:ext cx="842366" cy="190"/>
            </a:xfrm>
            <a:custGeom>
              <a:avLst/>
              <a:gdLst/>
              <a:ahLst/>
              <a:cxnLst/>
              <a:rect l="0" t="0" r="0" b="0"/>
              <a:pathLst>
                <a:path w="125540" h="191">
                  <a:moveTo>
                    <a:pt x="0" y="0"/>
                  </a:moveTo>
                  <a:lnTo>
                    <a:pt x="125540" y="0"/>
                  </a:lnTo>
                </a:path>
              </a:pathLst>
            </a:custGeom>
            <a:noFill/>
            <a:ln w="8505">
              <a:solidFill>
                <a:srgbClr val="9481B1"/>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123088" y="3231886"/>
              <a:ext cx="66676" cy="57339"/>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750468" y="1544003"/>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116443" y="1515332"/>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750468" y="3107055"/>
              <a:ext cx="409314" cy="191"/>
            </a:xfrm>
            <a:custGeom>
              <a:avLst/>
              <a:gdLst/>
              <a:ahLst/>
              <a:cxnLst/>
              <a:rect l="0" t="0" r="0" b="0"/>
              <a:pathLst>
                <a:path w="252508" h="191">
                  <a:moveTo>
                    <a:pt x="0" y="0"/>
                  </a:moveTo>
                  <a:lnTo>
                    <a:pt x="252508" y="0"/>
                  </a:lnTo>
                </a:path>
              </a:pathLst>
            </a:custGeom>
            <a:noFill/>
            <a:ln w="8505">
              <a:solidFill>
                <a:srgbClr val="9481B1"/>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116443" y="3078385"/>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9963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444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856838" y="1943100"/>
              <a:ext cx="61865" cy="191"/>
            </a:xfrm>
            <a:custGeom>
              <a:avLst/>
              <a:gdLst/>
              <a:ahLst/>
              <a:cxnLst/>
              <a:rect l="0" t="0" r="0" b="0"/>
              <a:pathLst>
                <a:path w="61865" h="191">
                  <a:moveTo>
                    <a:pt x="0" y="0"/>
                  </a:moveTo>
                  <a:lnTo>
                    <a:pt x="61865" y="0"/>
                  </a:lnTo>
                </a:path>
              </a:pathLst>
            </a:custGeom>
            <a:noFill/>
            <a:ln w="6480">
              <a:solidFill>
                <a:srgbClr val="4083B4"/>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92081"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428338" y="1943100"/>
              <a:ext cx="185690" cy="191"/>
            </a:xfrm>
            <a:custGeom>
              <a:avLst/>
              <a:gdLst/>
              <a:ahLst/>
              <a:cxnLst/>
              <a:rect l="0" t="0" r="0" b="0"/>
              <a:pathLst>
                <a:path w="185690" h="191">
                  <a:moveTo>
                    <a:pt x="0" y="0"/>
                  </a:moveTo>
                  <a:lnTo>
                    <a:pt x="185690" y="0"/>
                  </a:lnTo>
                </a:path>
              </a:pathLst>
            </a:custGeom>
            <a:noFill/>
            <a:ln w="6480">
              <a:solidFill>
                <a:srgbClr val="4083B4"/>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87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704688" y="1943100"/>
              <a:ext cx="204740" cy="191"/>
            </a:xfrm>
            <a:custGeom>
              <a:avLst/>
              <a:gdLst/>
              <a:ahLst/>
              <a:cxnLst/>
              <a:rect l="0" t="0" r="0" b="0"/>
              <a:pathLst>
                <a:path w="204740" h="191">
                  <a:moveTo>
                    <a:pt x="0" y="0"/>
                  </a:moveTo>
                  <a:lnTo>
                    <a:pt x="204740" y="0"/>
                  </a:lnTo>
                </a:path>
              </a:pathLst>
            </a:custGeom>
            <a:noFill/>
            <a:ln w="6480">
              <a:solidFill>
                <a:srgbClr val="4083B4"/>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828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42858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733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866738" y="1943100"/>
              <a:ext cx="90440" cy="191"/>
            </a:xfrm>
            <a:custGeom>
              <a:avLst/>
              <a:gdLst/>
              <a:ahLst/>
              <a:cxnLst/>
              <a:rect l="0" t="0" r="0" b="0"/>
              <a:pathLst>
                <a:path w="90440" h="191">
                  <a:moveTo>
                    <a:pt x="0" y="0"/>
                  </a:moveTo>
                  <a:lnTo>
                    <a:pt x="90440" y="0"/>
                  </a:lnTo>
                </a:path>
              </a:pathLst>
            </a:custGeom>
            <a:noFill/>
            <a:ln w="6480">
              <a:solidFill>
                <a:srgbClr val="4083B4"/>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9305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9006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85AFCB"/>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305507" y="138588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62823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85AFCB"/>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76857" y="151923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15211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85AFCB"/>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133932" y="1662113"/>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518129" y="3106769"/>
              <a:ext cx="255746" cy="191"/>
            </a:xfrm>
            <a:custGeom>
              <a:avLst/>
              <a:gdLst/>
              <a:ahLst/>
              <a:cxnLst/>
              <a:rect l="0" t="0" r="0" b="0"/>
              <a:pathLst>
                <a:path w="255746" h="191">
                  <a:moveTo>
                    <a:pt x="0" y="0"/>
                  </a:moveTo>
                  <a:lnTo>
                    <a:pt x="255746" y="0"/>
                  </a:lnTo>
                </a:path>
              </a:pathLst>
            </a:custGeom>
            <a:noFill/>
            <a:ln w="8505">
              <a:solidFill>
                <a:srgbClr val="9481B1"/>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730537"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522731" y="3106769"/>
              <a:ext cx="311563" cy="191"/>
            </a:xfrm>
            <a:custGeom>
              <a:avLst/>
              <a:gdLst/>
              <a:ahLst/>
              <a:cxnLst/>
              <a:rect l="0" t="0" r="0" b="0"/>
              <a:pathLst>
                <a:path w="311563" h="191">
                  <a:moveTo>
                    <a:pt x="0" y="0"/>
                  </a:moveTo>
                  <a:lnTo>
                    <a:pt x="311563" y="0"/>
                  </a:lnTo>
                </a:path>
              </a:pathLst>
            </a:custGeom>
            <a:noFill/>
            <a:ln w="8505">
              <a:solidFill>
                <a:srgbClr val="9481B1"/>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90955"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508759" y="3106769"/>
              <a:ext cx="311563" cy="191"/>
            </a:xfrm>
            <a:custGeom>
              <a:avLst/>
              <a:gdLst/>
              <a:ahLst/>
              <a:cxnLst/>
              <a:rect l="0" t="0" r="0" b="0"/>
              <a:pathLst>
                <a:path w="311563" h="191">
                  <a:moveTo>
                    <a:pt x="0" y="0"/>
                  </a:moveTo>
                  <a:lnTo>
                    <a:pt x="311563" y="0"/>
                  </a:lnTo>
                </a:path>
              </a:pathLst>
            </a:custGeom>
            <a:noFill/>
            <a:ln w="8505">
              <a:solidFill>
                <a:srgbClr val="9481B1"/>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76983"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569082" y="3106769"/>
              <a:ext cx="255746" cy="191"/>
            </a:xfrm>
            <a:custGeom>
              <a:avLst/>
              <a:gdLst/>
              <a:ahLst/>
              <a:cxnLst/>
              <a:rect l="0" t="0" r="0" b="0"/>
              <a:pathLst>
                <a:path w="255746" h="191">
                  <a:moveTo>
                    <a:pt x="0" y="0"/>
                  </a:moveTo>
                  <a:lnTo>
                    <a:pt x="255746" y="0"/>
                  </a:lnTo>
                </a:path>
              </a:pathLst>
            </a:custGeom>
            <a:noFill/>
            <a:ln w="8505">
              <a:solidFill>
                <a:srgbClr val="9481B1"/>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81489"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155417"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126747"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83194"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154524"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210972"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82301"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66687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4083B4"/>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15541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4083B4"/>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126747" y="3385852"/>
              <a:ext cx="57340" cy="66675"/>
            </a:xfrm>
            <a:custGeom>
              <a:avLst/>
              <a:gdLst/>
              <a:ahLst/>
              <a:cxnLst/>
              <a:rect l="0" t="0" r="0" b="0"/>
              <a:pathLst>
                <a:path w="57340" h="66675">
                  <a:moveTo>
                    <a:pt x="28670" y="0"/>
                  </a:moveTo>
                  <a:lnTo>
                    <a:pt x="0" y="66675"/>
                  </a:lnTo>
                  <a:lnTo>
                    <a:pt x="57340" y="66675"/>
                  </a:lnTo>
                  <a:close/>
                </a:path>
              </a:pathLst>
            </a:custGeom>
            <a:solidFill>
              <a:srgbClr val="4083B4"/>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807779" y="6064758"/>
              <a:ext cx="1148715" cy="191"/>
            </a:xfrm>
            <a:custGeom>
              <a:avLst/>
              <a:gdLst/>
              <a:ahLst/>
              <a:cxnLst/>
              <a:rect l="0" t="0" r="0" b="0"/>
              <a:pathLst>
                <a:path w="1148715" h="191">
                  <a:moveTo>
                    <a:pt x="0" y="0"/>
                  </a:moveTo>
                  <a:lnTo>
                    <a:pt x="1148715" y="0"/>
                  </a:lnTo>
                </a:path>
              </a:pathLst>
            </a:custGeom>
            <a:noFill/>
            <a:ln w="8505">
              <a:solidFill>
                <a:srgbClr val="4083B4"/>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913156" y="6036088"/>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301020"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3B8C80"/>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3147792" y="7953375"/>
              <a:ext cx="827723" cy="191"/>
            </a:xfrm>
            <a:custGeom>
              <a:avLst/>
              <a:gdLst/>
              <a:ahLst/>
              <a:cxnLst/>
              <a:rect l="0" t="0" r="0" b="0"/>
              <a:pathLst>
                <a:path w="827723" h="191">
                  <a:moveTo>
                    <a:pt x="0" y="0"/>
                  </a:moveTo>
                  <a:lnTo>
                    <a:pt x="827723" y="0"/>
                  </a:lnTo>
                </a:path>
              </a:pathLst>
            </a:custGeom>
            <a:noFill/>
            <a:ln w="8505">
              <a:solidFill>
                <a:srgbClr val="3B8C80"/>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301020"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272349"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975515"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946844"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546890" y="8968264"/>
              <a:ext cx="1502569" cy="191"/>
            </a:xfrm>
            <a:custGeom>
              <a:avLst/>
              <a:gdLst/>
              <a:ahLst/>
              <a:cxnLst/>
              <a:rect l="0" t="0" r="0" b="0"/>
              <a:pathLst>
                <a:path w="1502569" h="191">
                  <a:moveTo>
                    <a:pt x="0" y="0"/>
                  </a:moveTo>
                  <a:lnTo>
                    <a:pt x="1502569" y="0"/>
                  </a:lnTo>
                </a:path>
              </a:pathLst>
            </a:custGeom>
            <a:noFill/>
            <a:ln w="8505">
              <a:solidFill>
                <a:srgbClr val="3B8C80"/>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5006120" y="8939594"/>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426172" y="6400800"/>
              <a:ext cx="191" cy="2367439"/>
            </a:xfrm>
            <a:custGeom>
              <a:avLst/>
              <a:gdLst/>
              <a:ahLst/>
              <a:cxnLst/>
              <a:rect l="0" t="0" r="0" b="0"/>
              <a:pathLst>
                <a:path w="191" h="2367439">
                  <a:moveTo>
                    <a:pt x="0" y="0"/>
                  </a:moveTo>
                  <a:lnTo>
                    <a:pt x="0" y="2367439"/>
                  </a:lnTo>
                </a:path>
              </a:pathLst>
            </a:custGeom>
            <a:noFill/>
            <a:ln w="8505">
              <a:solidFill>
                <a:srgbClr val="4083B4"/>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397502" y="8724900"/>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761327" y="8297132"/>
              <a:ext cx="664845" cy="191"/>
            </a:xfrm>
            <a:custGeom>
              <a:avLst/>
              <a:gdLst/>
              <a:ahLst/>
              <a:cxnLst/>
              <a:rect l="0" t="0" r="0" b="0"/>
              <a:pathLst>
                <a:path w="664845" h="191">
                  <a:moveTo>
                    <a:pt x="664845" y="0"/>
                  </a:moveTo>
                  <a:lnTo>
                    <a:pt x="0" y="0"/>
                  </a:lnTo>
                </a:path>
              </a:pathLst>
            </a:custGeom>
            <a:noFill/>
            <a:ln w="8505">
              <a:solidFill>
                <a:srgbClr val="4083B4"/>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737991" y="8268462"/>
              <a:ext cx="66675" cy="57340"/>
            </a:xfrm>
            <a:custGeom>
              <a:avLst/>
              <a:gdLst/>
              <a:ahLst/>
              <a:cxnLst/>
              <a:rect l="0" t="0" r="0" b="0"/>
              <a:pathLst>
                <a:path w="66675" h="57340">
                  <a:moveTo>
                    <a:pt x="0" y="28670"/>
                  </a:moveTo>
                  <a:lnTo>
                    <a:pt x="66675" y="57340"/>
                  </a:lnTo>
                  <a:lnTo>
                    <a:pt x="66675" y="0"/>
                  </a:lnTo>
                  <a:close/>
                </a:path>
              </a:pathLst>
            </a:custGeom>
            <a:solidFill>
              <a:srgbClr val="4083B4"/>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426172" y="9144953"/>
              <a:ext cx="191" cy="215360"/>
            </a:xfrm>
            <a:custGeom>
              <a:avLst/>
              <a:gdLst/>
              <a:ahLst/>
              <a:cxnLst/>
              <a:rect l="0" t="0" r="0" b="0"/>
              <a:pathLst>
                <a:path w="191" h="215360">
                  <a:moveTo>
                    <a:pt x="0" y="0"/>
                  </a:moveTo>
                  <a:lnTo>
                    <a:pt x="0" y="215360"/>
                  </a:lnTo>
                </a:path>
              </a:pathLst>
            </a:custGeom>
            <a:noFill/>
            <a:ln w="8505">
              <a:solidFill>
                <a:srgbClr val="3B8C80"/>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397502"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617154"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3B8C80"/>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588484" y="976836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417159" y="9971532"/>
              <a:ext cx="600742" cy="191"/>
            </a:xfrm>
            <a:custGeom>
              <a:avLst/>
              <a:gdLst/>
              <a:ahLst/>
              <a:cxnLst/>
              <a:rect l="0" t="0" r="0" b="0"/>
              <a:pathLst>
                <a:path w="600742" h="191">
                  <a:moveTo>
                    <a:pt x="0" y="0"/>
                  </a:moveTo>
                  <a:lnTo>
                    <a:pt x="600742" y="0"/>
                  </a:lnTo>
                </a:path>
              </a:pathLst>
            </a:custGeom>
            <a:noFill/>
            <a:ln w="8505">
              <a:solidFill>
                <a:srgbClr val="3B8C80"/>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974562"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426172" y="9525000"/>
              <a:ext cx="2143887" cy="446532"/>
            </a:xfrm>
            <a:custGeom>
              <a:avLst/>
              <a:gdLst/>
              <a:ahLst/>
              <a:cxnLst/>
              <a:rect l="0" t="0" r="0" b="0"/>
              <a:pathLst>
                <a:path w="2143887" h="446532">
                  <a:moveTo>
                    <a:pt x="0" y="0"/>
                  </a:moveTo>
                  <a:lnTo>
                    <a:pt x="0" y="446532"/>
                  </a:lnTo>
                  <a:lnTo>
                    <a:pt x="2143887" y="446532"/>
                  </a:lnTo>
                </a:path>
              </a:pathLst>
            </a:custGeom>
            <a:noFill/>
            <a:ln w="8505">
              <a:solidFill>
                <a:srgbClr val="3B8C80"/>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526720"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6960840" y="6134481"/>
              <a:ext cx="651129" cy="595217"/>
            </a:xfrm>
            <a:custGeom>
              <a:avLst/>
              <a:gdLst/>
              <a:ahLst/>
              <a:cxnLst/>
              <a:rect l="0" t="0" r="0" b="0"/>
              <a:pathLst>
                <a:path w="651129" h="595217">
                  <a:moveTo>
                    <a:pt x="651129" y="0"/>
                  </a:moveTo>
                  <a:lnTo>
                    <a:pt x="0" y="0"/>
                  </a:lnTo>
                  <a:lnTo>
                    <a:pt x="0" y="595217"/>
                  </a:lnTo>
                </a:path>
              </a:pathLst>
            </a:custGeom>
            <a:noFill/>
            <a:ln w="8505">
              <a:solidFill>
                <a:srgbClr val="3B8C80"/>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6932170" y="668636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6960840" y="7441406"/>
              <a:ext cx="191" cy="153448"/>
            </a:xfrm>
            <a:custGeom>
              <a:avLst/>
              <a:gdLst/>
              <a:ahLst/>
              <a:cxnLst/>
              <a:rect l="0" t="0" r="0" b="0"/>
              <a:pathLst>
                <a:path w="191" h="153448">
                  <a:moveTo>
                    <a:pt x="0" y="0"/>
                  </a:moveTo>
                  <a:lnTo>
                    <a:pt x="0" y="153448"/>
                  </a:lnTo>
                </a:path>
              </a:pathLst>
            </a:custGeom>
            <a:noFill/>
            <a:ln w="8505">
              <a:solidFill>
                <a:srgbClr val="3B8C80"/>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6932170" y="755151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6960840" y="7934420"/>
              <a:ext cx="191" cy="274320"/>
            </a:xfrm>
            <a:custGeom>
              <a:avLst/>
              <a:gdLst/>
              <a:ahLst/>
              <a:cxnLst/>
              <a:rect l="0" t="0" r="0" b="0"/>
              <a:pathLst>
                <a:path w="191" h="274320">
                  <a:moveTo>
                    <a:pt x="0" y="0"/>
                  </a:moveTo>
                  <a:lnTo>
                    <a:pt x="0" y="274320"/>
                  </a:lnTo>
                </a:path>
              </a:pathLst>
            </a:custGeom>
            <a:noFill/>
            <a:ln w="8505">
              <a:solidFill>
                <a:srgbClr val="3B8C80"/>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6932170"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530941" y="6638068"/>
              <a:ext cx="191" cy="326993"/>
            </a:xfrm>
            <a:custGeom>
              <a:avLst/>
              <a:gdLst/>
              <a:ahLst/>
              <a:cxnLst/>
              <a:rect l="0" t="0" r="0" b="0"/>
              <a:pathLst>
                <a:path w="191" h="326993">
                  <a:moveTo>
                    <a:pt x="0" y="0"/>
                  </a:moveTo>
                  <a:lnTo>
                    <a:pt x="0" y="326993"/>
                  </a:lnTo>
                </a:path>
              </a:pathLst>
            </a:custGeom>
            <a:noFill/>
            <a:ln w="8505">
              <a:solidFill>
                <a:srgbClr val="3B8C80"/>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502271" y="692172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530941" y="7304627"/>
              <a:ext cx="191" cy="1013841"/>
            </a:xfrm>
            <a:custGeom>
              <a:avLst/>
              <a:gdLst/>
              <a:ahLst/>
              <a:cxnLst/>
              <a:rect l="0" t="0" r="0" b="0"/>
              <a:pathLst>
                <a:path w="191" h="1013841">
                  <a:moveTo>
                    <a:pt x="0" y="0"/>
                  </a:moveTo>
                  <a:lnTo>
                    <a:pt x="0" y="1013841"/>
                  </a:lnTo>
                </a:path>
              </a:pathLst>
            </a:custGeom>
            <a:noFill/>
            <a:ln w="8505">
              <a:solidFill>
                <a:srgbClr val="3B8C80"/>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502271" y="827513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509540"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3B8C80"/>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094756" y="6911531"/>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509540" y="5851112"/>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509540" y="6533293"/>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133903" y="7294436"/>
              <a:ext cx="191" cy="264128"/>
            </a:xfrm>
            <a:custGeom>
              <a:avLst/>
              <a:gdLst/>
              <a:ahLst/>
              <a:cxnLst/>
              <a:rect l="0" t="0" r="0" b="0"/>
              <a:pathLst>
                <a:path w="191" h="264128">
                  <a:moveTo>
                    <a:pt x="0" y="0"/>
                  </a:moveTo>
                  <a:lnTo>
                    <a:pt x="0" y="264128"/>
                  </a:lnTo>
                </a:path>
              </a:pathLst>
            </a:custGeom>
            <a:noFill/>
            <a:ln w="8505">
              <a:solidFill>
                <a:srgbClr val="3B8C80"/>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105233" y="751522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123426" y="7958995"/>
              <a:ext cx="191" cy="249745"/>
            </a:xfrm>
            <a:custGeom>
              <a:avLst/>
              <a:gdLst/>
              <a:ahLst/>
              <a:cxnLst/>
              <a:rect l="0" t="0" r="0" b="0"/>
              <a:pathLst>
                <a:path w="191" h="249745">
                  <a:moveTo>
                    <a:pt x="0" y="0"/>
                  </a:moveTo>
                  <a:lnTo>
                    <a:pt x="0" y="249745"/>
                  </a:lnTo>
                </a:path>
              </a:pathLst>
            </a:custGeom>
            <a:noFill/>
            <a:ln w="8505">
              <a:solidFill>
                <a:srgbClr val="3B8C80"/>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094756"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709696" y="8408765"/>
              <a:ext cx="479012" cy="191"/>
            </a:xfrm>
            <a:custGeom>
              <a:avLst/>
              <a:gdLst/>
              <a:ahLst/>
              <a:cxnLst/>
              <a:rect l="0" t="0" r="0" b="0"/>
              <a:pathLst>
                <a:path w="479012" h="191">
                  <a:moveTo>
                    <a:pt x="479012" y="0"/>
                  </a:moveTo>
                  <a:lnTo>
                    <a:pt x="0" y="0"/>
                  </a:lnTo>
                </a:path>
              </a:pathLst>
            </a:custGeom>
            <a:noFill/>
            <a:ln w="8505">
              <a:solidFill>
                <a:srgbClr val="3B8C80"/>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686359" y="8380095"/>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858411" y="8408765"/>
              <a:ext cx="478917" cy="191"/>
            </a:xfrm>
            <a:custGeom>
              <a:avLst/>
              <a:gdLst/>
              <a:ahLst/>
              <a:cxnLst/>
              <a:rect l="0" t="0" r="0" b="0"/>
              <a:pathLst>
                <a:path w="478917" h="191">
                  <a:moveTo>
                    <a:pt x="0" y="0"/>
                  </a:moveTo>
                  <a:lnTo>
                    <a:pt x="478917" y="0"/>
                  </a:lnTo>
                </a:path>
              </a:pathLst>
            </a:custGeom>
            <a:noFill/>
            <a:ln w="8505">
              <a:solidFill>
                <a:srgbClr val="3B8C80"/>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293989" y="8380095"/>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523512" y="8475726"/>
              <a:ext cx="191" cy="281845"/>
            </a:xfrm>
            <a:custGeom>
              <a:avLst/>
              <a:gdLst/>
              <a:ahLst/>
              <a:cxnLst/>
              <a:rect l="0" t="0" r="0" b="0"/>
              <a:pathLst>
                <a:path w="191" h="281845">
                  <a:moveTo>
                    <a:pt x="0" y="0"/>
                  </a:moveTo>
                  <a:lnTo>
                    <a:pt x="0" y="281845"/>
                  </a:lnTo>
                </a:path>
              </a:pathLst>
            </a:custGeom>
            <a:noFill/>
            <a:ln w="8505">
              <a:solidFill>
                <a:srgbClr val="3B8C80"/>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494841" y="871423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6960840"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3B8C80"/>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010400" y="8919686"/>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8993380"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3B8C80"/>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8970044" y="8919686"/>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523512" y="9115806"/>
              <a:ext cx="191" cy="244507"/>
            </a:xfrm>
            <a:custGeom>
              <a:avLst/>
              <a:gdLst/>
              <a:ahLst/>
              <a:cxnLst/>
              <a:rect l="0" t="0" r="0" b="0"/>
              <a:pathLst>
                <a:path w="191" h="244507">
                  <a:moveTo>
                    <a:pt x="0" y="0"/>
                  </a:moveTo>
                  <a:lnTo>
                    <a:pt x="0" y="244507"/>
                  </a:lnTo>
                </a:path>
              </a:pathLst>
            </a:custGeom>
            <a:noFill/>
            <a:ln w="8505">
              <a:solidFill>
                <a:srgbClr val="3B8C80"/>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494841"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523512" y="9517571"/>
              <a:ext cx="191" cy="253841"/>
            </a:xfrm>
            <a:custGeom>
              <a:avLst/>
              <a:gdLst/>
              <a:ahLst/>
              <a:cxnLst/>
              <a:rect l="0" t="0" r="0" b="0"/>
              <a:pathLst>
                <a:path w="191" h="253841">
                  <a:moveTo>
                    <a:pt x="0" y="0"/>
                  </a:moveTo>
                  <a:lnTo>
                    <a:pt x="0" y="253841"/>
                  </a:lnTo>
                </a:path>
              </a:pathLst>
            </a:custGeom>
            <a:noFill/>
            <a:ln w="8505">
              <a:solidFill>
                <a:srgbClr val="3B8C80"/>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494841" y="9728073"/>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8932896" y="9971532"/>
              <a:ext cx="619030" cy="191"/>
            </a:xfrm>
            <a:custGeom>
              <a:avLst/>
              <a:gdLst/>
              <a:ahLst/>
              <a:cxnLst/>
              <a:rect l="0" t="0" r="0" b="0"/>
              <a:pathLst>
                <a:path w="619030" h="191">
                  <a:moveTo>
                    <a:pt x="0" y="0"/>
                  </a:moveTo>
                  <a:lnTo>
                    <a:pt x="619030" y="0"/>
                  </a:lnTo>
                </a:path>
              </a:pathLst>
            </a:custGeom>
            <a:noFill/>
            <a:ln w="8505">
              <a:solidFill>
                <a:srgbClr val="3B8C80"/>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508587"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725281"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90027"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81760" y="1305560"/>
            <a:ext cx="386080" cy="417830"/>
          </a:xfrm>
          <a:prstGeom prst="roundRect">
            <a:avLst>
              <a:gd name="adj" fmla="val 6579"/>
            </a:avLst>
          </a:prstGeom>
          <a:solidFill>
            <a:srgbClr val="F8FAFC"/>
          </a:solidFill>
          <a:ln w="6096" cap="rnd">
            <a:solidFill>
              <a:srgbClr val="C5BDD5"/>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37942" y="1388677"/>
            <a:ext cx="84338" cy="113635"/>
          </a:xfrm>
          <a:custGeom>
            <a:avLst/>
            <a:gdLst/>
            <a:ahLst/>
            <a:cxnLst/>
            <a:rect l="l" t="t" r="r" b="b"/>
            <a:pathLst>
              <a:path w="84338" h="113635">
                <a:moveTo>
                  <a:pt x="0" y="0"/>
                </a:moveTo>
                <a:lnTo>
                  <a:pt x="84338" y="113635"/>
                </a:lnTo>
              </a:path>
            </a:pathLst>
          </a:custGeom>
          <a:noFill/>
          <a:ln w="5842" cap="rnd">
            <a:solidFill>
              <a:srgbClr val="9481B1"/>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508689" y="1488319"/>
            <a:ext cx="18870" cy="21105"/>
          </a:xfrm>
          <a:custGeom>
            <a:avLst/>
            <a:gdLst/>
            <a:ahLst/>
            <a:cxnLst/>
            <a:rect l="l" t="t" r="r" b="b"/>
            <a:pathLst>
              <a:path w="18870" h="21105">
                <a:moveTo>
                  <a:pt x="18870" y="21105"/>
                </a:moveTo>
                <a:lnTo>
                  <a:pt x="14277" y="0"/>
                </a:lnTo>
                <a:lnTo>
                  <a:pt x="0" y="10596"/>
                </a:lnTo>
                <a:close/>
              </a:path>
            </a:pathLst>
          </a:custGeom>
          <a:solidFill>
            <a:srgbClr val="9481B1"/>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411922" y="1358582"/>
            <a:ext cx="28575" cy="28575"/>
          </a:xfrm>
          <a:prstGeom prst="ellipse">
            <a:avLst/>
          </a:prstGeom>
          <a:noFill/>
          <a:ln w="7112" cap="rnd">
            <a:solidFill>
              <a:srgbClr val="9481B1"/>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67842" y="1384737"/>
            <a:ext cx="68064" cy="115185"/>
          </a:xfrm>
          <a:custGeom>
            <a:avLst/>
            <a:gdLst/>
            <a:ahLst/>
            <a:cxnLst/>
            <a:rect l="l" t="t" r="r" b="b"/>
            <a:pathLst>
              <a:path w="68064" h="115185">
                <a:moveTo>
                  <a:pt x="68064" y="0"/>
                </a:moveTo>
                <a:lnTo>
                  <a:pt x="0" y="115185"/>
                </a:lnTo>
              </a:path>
            </a:pathLst>
          </a:custGeom>
          <a:noFill/>
          <a:ln w="5842" cap="rnd">
            <a:solidFill>
              <a:srgbClr val="9481B1"/>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63335" y="1486079"/>
            <a:ext cx="17668" cy="21470"/>
          </a:xfrm>
          <a:custGeom>
            <a:avLst/>
            <a:gdLst/>
            <a:ahLst/>
            <a:cxnLst/>
            <a:rect l="l" t="t" r="r" b="b"/>
            <a:pathLst>
              <a:path w="17668" h="21470">
                <a:moveTo>
                  <a:pt x="0" y="21470"/>
                </a:moveTo>
                <a:lnTo>
                  <a:pt x="17668" y="9045"/>
                </a:lnTo>
                <a:lnTo>
                  <a:pt x="2361" y="0"/>
                </a:lnTo>
                <a:close/>
              </a:path>
            </a:pathLst>
          </a:custGeom>
          <a:solidFill>
            <a:srgbClr val="9481B1"/>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30362" y="1352232"/>
            <a:ext cx="31115" cy="31115"/>
          </a:xfrm>
          <a:prstGeom prst="ellipse">
            <a:avLst/>
          </a:prstGeom>
          <a:noFill/>
          <a:ln w="7112" cap="rnd">
            <a:solidFill>
              <a:srgbClr val="9481B1"/>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81150"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9481B1"/>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72439"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64640" y="1490330"/>
            <a:ext cx="21547" cy="17160"/>
          </a:xfrm>
          <a:custGeom>
            <a:avLst/>
            <a:gdLst/>
            <a:ahLst/>
            <a:cxnLst/>
            <a:rect l="l" t="t" r="r" b="b"/>
            <a:pathLst>
              <a:path w="21547" h="17160">
                <a:moveTo>
                  <a:pt x="0" y="17160"/>
                </a:moveTo>
                <a:lnTo>
                  <a:pt x="21547" y="15655"/>
                </a:lnTo>
                <a:lnTo>
                  <a:pt x="13117" y="0"/>
                </a:lnTo>
                <a:close/>
              </a:path>
            </a:pathLst>
          </a:custGeom>
          <a:solidFill>
            <a:srgbClr val="9481B1"/>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703070" y="1426210"/>
            <a:ext cx="27940" cy="27940"/>
          </a:xfrm>
          <a:prstGeom prst="ellipse">
            <a:avLst/>
          </a:prstGeom>
          <a:noFill/>
          <a:ln w="7112" cap="rnd">
            <a:solidFill>
              <a:srgbClr val="9481B1"/>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422400"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9481B1"/>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99870"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89978" y="1504405"/>
            <a:ext cx="25132" cy="19595"/>
          </a:xfrm>
          <a:custGeom>
            <a:avLst/>
            <a:gdLst/>
            <a:ahLst/>
            <a:cxnLst/>
            <a:rect l="l" t="t" r="r" b="b"/>
            <a:pathLst>
              <a:path w="25132" h="19595">
                <a:moveTo>
                  <a:pt x="25132" y="19595"/>
                </a:moveTo>
                <a:lnTo>
                  <a:pt x="9371" y="0"/>
                </a:lnTo>
                <a:lnTo>
                  <a:pt x="0" y="18743"/>
                </a:lnTo>
                <a:close/>
              </a:path>
            </a:pathLst>
          </a:custGeom>
          <a:solidFill>
            <a:srgbClr val="9481B1"/>
          </a:solidFill>
          <a:ln w="0" cap="rnd">
            <a:no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407795" y="1607185"/>
            <a:ext cx="31750" cy="31750"/>
          </a:xfrm>
          <a:prstGeom prst="ellipse">
            <a:avLst/>
          </a:prstGeom>
          <a:noFill/>
          <a:ln w="7112" cap="rnd">
            <a:solidFill>
              <a:srgbClr val="9481B1"/>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38090" y="1576570"/>
            <a:ext cx="5857" cy="82734"/>
          </a:xfrm>
          <a:custGeom>
            <a:avLst/>
            <a:gdLst/>
            <a:ahLst/>
            <a:cxnLst/>
            <a:rect l="l" t="t" r="r" b="b"/>
            <a:pathLst>
              <a:path w="5857" h="82734">
                <a:moveTo>
                  <a:pt x="0" y="82734"/>
                </a:moveTo>
                <a:lnTo>
                  <a:pt x="5857" y="0"/>
                </a:lnTo>
              </a:path>
            </a:pathLst>
          </a:custGeom>
          <a:noFill/>
          <a:ln w="5842" cap="rnd">
            <a:solidFill>
              <a:srgbClr val="9481B1"/>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34315" y="1567734"/>
            <a:ext cx="17736" cy="20264"/>
          </a:xfrm>
          <a:custGeom>
            <a:avLst/>
            <a:gdLst/>
            <a:ahLst/>
            <a:cxnLst/>
            <a:rect l="l" t="t" r="r" b="b"/>
            <a:pathLst>
              <a:path w="17736" h="20264">
                <a:moveTo>
                  <a:pt x="10258" y="0"/>
                </a:moveTo>
                <a:lnTo>
                  <a:pt x="0" y="19008"/>
                </a:lnTo>
                <a:lnTo>
                  <a:pt x="17736" y="20264"/>
                </a:lnTo>
                <a:close/>
              </a:path>
            </a:pathLst>
          </a:custGeom>
          <a:solidFill>
            <a:srgbClr val="9481B1"/>
          </a:solidFill>
          <a:ln w="0" cap="rnd">
            <a:no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522095" y="1664335"/>
            <a:ext cx="29210" cy="29210"/>
          </a:xfrm>
          <a:prstGeom prst="ellipse">
            <a:avLst/>
          </a:prstGeom>
          <a:noFill/>
          <a:ln w="7112" cap="rnd">
            <a:solidFill>
              <a:srgbClr val="9481B1"/>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524635"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78610"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98295"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617980"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37665"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57350"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77035"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96720"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716405"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92289" y="1489896"/>
            <a:ext cx="162207" cy="45719"/>
          </a:xfrm>
          <a:custGeom>
            <a:avLst/>
            <a:gdLst/>
            <a:ahLst/>
            <a:cxnLst/>
            <a:rect l="l" t="t" r="r" b="b"/>
            <a:pathLst>
              <a:path w="63379" h="1">
                <a:moveTo>
                  <a:pt x="0" y="0"/>
                </a:moveTo>
                <a:lnTo>
                  <a:pt x="63379" y="0"/>
                </a:lnTo>
              </a:path>
            </a:pathLst>
          </a:custGeom>
          <a:noFill/>
          <a:ln w="8509" cap="rnd">
            <a:solidFill>
              <a:srgbClr val="9481B1"/>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38919" y="1523745"/>
            <a:ext cx="28321" cy="24384"/>
          </a:xfrm>
          <a:custGeom>
            <a:avLst/>
            <a:gdLst/>
            <a:ahLst/>
            <a:cxnLst/>
            <a:rect l="l" t="t" r="r" b="b"/>
            <a:pathLst>
              <a:path w="28321" h="24384">
                <a:moveTo>
                  <a:pt x="28321" y="12192"/>
                </a:moveTo>
                <a:lnTo>
                  <a:pt x="0" y="0"/>
                </a:lnTo>
                <a:lnTo>
                  <a:pt x="0" y="24384"/>
                </a:lnTo>
                <a:close/>
              </a:path>
            </a:pathLst>
          </a:custGeom>
          <a:solidFill>
            <a:srgbClr val="9481B1"/>
          </a:solidFill>
          <a:ln w="0" cap="rnd">
            <a:no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a:off x="1819910" y="669271"/>
            <a:ext cx="1" cy="866159"/>
          </a:xfrm>
          <a:custGeom>
            <a:avLst/>
            <a:gdLst/>
            <a:ahLst/>
            <a:cxnLst/>
            <a:rect l="l" t="t" r="r" b="b"/>
            <a:pathLst>
              <a:path w="1" h="866159">
                <a:moveTo>
                  <a:pt x="0" y="866159"/>
                </a:moveTo>
                <a:lnTo>
                  <a:pt x="0" y="0"/>
                </a:lnTo>
              </a:path>
            </a:pathLst>
          </a:custGeom>
          <a:noFill/>
          <a:ln w="8509" cap="rnd">
            <a:solidFill>
              <a:srgbClr val="9481B1"/>
            </a:solidFill>
            <a:prstDash val="solid"/>
            <a:round/>
          </a:ln>
        </p:spPr>
      </p:sp>
      <p:sp>
        <p:nvSpPr>
          <p:cNvPr id="1474" name="V8 embedding to voxel branch head">
            <a:extLst>
              <a:ext uri="{FF2B5EF4-FFF2-40B4-BE49-F238E27FC236}">
                <a16:creationId xmlns:a16="http://schemas.microsoft.com/office/drawing/2014/main" id="{BAE99500-F0C6-FF9E-5ADA-696300A3926E}"/>
              </a:ext>
            </a:extLst>
          </p:cNvPr>
          <p:cNvSpPr/>
          <p:nvPr/>
        </p:nvSpPr>
        <p:spPr>
          <a:xfrm>
            <a:off x="1807718" y="656526"/>
            <a:ext cx="24384" cy="28321"/>
          </a:xfrm>
          <a:custGeom>
            <a:avLst/>
            <a:gdLst/>
            <a:ahLst/>
            <a:cxnLst/>
            <a:rect l="l" t="t" r="r" b="b"/>
            <a:pathLst>
              <a:path w="24384" h="28321">
                <a:moveTo>
                  <a:pt x="12192" y="0"/>
                </a:moveTo>
                <a:lnTo>
                  <a:pt x="0" y="28321"/>
                </a:lnTo>
                <a:lnTo>
                  <a:pt x="24384" y="28321"/>
                </a:lnTo>
                <a:close/>
              </a:path>
            </a:pathLst>
          </a:custGeom>
          <a:solidFill>
            <a:srgbClr val="9481B1"/>
          </a:solidFill>
          <a:ln w="0" cap="rnd">
            <a:noFill/>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a:off x="1786560" y="656526"/>
            <a:ext cx="163405" cy="1"/>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34388" y="644334"/>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1477" name="V8 voxel input junction">
            <a:extLst>
              <a:ext uri="{FF2B5EF4-FFF2-40B4-BE49-F238E27FC236}">
                <a16:creationId xmlns:a16="http://schemas.microsoft.com/office/drawing/2014/main" id="{93F36DE0-10B5-E2A2-60B2-341BCDB28517}"/>
              </a:ext>
            </a:extLst>
          </p:cNvPr>
          <p:cNvSpPr/>
          <p:nvPr/>
        </p:nvSpPr>
        <p:spPr>
          <a:xfrm>
            <a:off x="1811973" y="648589"/>
            <a:ext cx="15875" cy="15875"/>
          </a:xfrm>
          <a:prstGeom prst="ellipse">
            <a:avLst/>
          </a:prstGeom>
          <a:solidFill>
            <a:srgbClr val="4083B4"/>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673037"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78338"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3B8C80"/>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334211"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3B8C80"/>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334211" y="3703320"/>
            <a:ext cx="1" cy="22181"/>
          </a:xfrm>
          <a:custGeom>
            <a:avLst/>
            <a:gdLst/>
            <a:ahLst/>
            <a:cxnLst/>
            <a:rect l="l" t="t" r="r" b="b"/>
            <a:pathLst>
              <a:path w="1" h="22181">
                <a:moveTo>
                  <a:pt x="0" y="0"/>
                </a:moveTo>
                <a:lnTo>
                  <a:pt x="0" y="22181"/>
                </a:lnTo>
              </a:path>
            </a:pathLst>
          </a:custGeom>
          <a:noFill/>
          <a:ln w="8509" cap="rnd">
            <a:solidFill>
              <a:srgbClr val="3B8C80"/>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322019" y="3709924"/>
            <a:ext cx="24384" cy="28321"/>
          </a:xfrm>
          <a:custGeom>
            <a:avLst/>
            <a:gdLst/>
            <a:ahLst/>
            <a:cxnLst/>
            <a:rect l="l" t="t" r="r" b="b"/>
            <a:pathLst>
              <a:path w="24384" h="28321">
                <a:moveTo>
                  <a:pt x="12192" y="28321"/>
                </a:moveTo>
                <a:lnTo>
                  <a:pt x="24384" y="0"/>
                </a:lnTo>
                <a:lnTo>
                  <a:pt x="0" y="0"/>
                </a:lnTo>
                <a:close/>
              </a:path>
            </a:pathLst>
          </a:custGeom>
          <a:solidFill>
            <a:srgbClr val="3B8C80"/>
          </a:solidFill>
          <a:ln w="0" cap="rnd">
            <a:noFill/>
          </a:ln>
        </p:spPr>
      </p:sp>
      <p:sp>
        <p:nvSpPr>
          <p:cNvPr id="1484" name="V8 Build site and identity frame">
            <a:extLst>
              <a:ext uri="{FF2B5EF4-FFF2-40B4-BE49-F238E27FC236}">
                <a16:creationId xmlns:a16="http://schemas.microsoft.com/office/drawing/2014/main" id="{B0159410-81AF-A0CB-FD15-D731C54E54D4}"/>
              </a:ext>
            </a:extLst>
          </p:cNvPr>
          <p:cNvSpPr/>
          <p:nvPr/>
        </p:nvSpPr>
        <p:spPr>
          <a:xfrm>
            <a:off x="4998402" y="452120"/>
            <a:ext cx="519754" cy="1228090"/>
          </a:xfrm>
          <a:prstGeom prst="roundRect">
            <a:avLst>
              <a:gd name="adj" fmla="val 5556"/>
            </a:avLst>
          </a:prstGeom>
          <a:noFill/>
          <a:ln w="6985" cap="rnd">
            <a:solidFill>
              <a:srgbClr val="9BB4C8"/>
            </a:solidFill>
            <a:prstDash val="dash"/>
            <a:round/>
          </a:ln>
        </p:spPr>
      </p:sp>
      <p:sp>
        <p:nvSpPr>
          <p:cNvPr id="1485" name="V8 Build pocket and density frame">
            <a:extLst>
              <a:ext uri="{FF2B5EF4-FFF2-40B4-BE49-F238E27FC236}">
                <a16:creationId xmlns:a16="http://schemas.microsoft.com/office/drawing/2014/main" id="{FF6F6920-E776-E473-D444-477FCB823104}"/>
              </a:ext>
            </a:extLst>
          </p:cNvPr>
          <p:cNvSpPr/>
          <p:nvPr/>
        </p:nvSpPr>
        <p:spPr>
          <a:xfrm>
            <a:off x="5564187" y="452120"/>
            <a:ext cx="527685" cy="1228090"/>
          </a:xfrm>
          <a:prstGeom prst="roundRect">
            <a:avLst>
              <a:gd name="adj" fmla="val 6477"/>
            </a:avLst>
          </a:prstGeom>
          <a:noFill/>
          <a:ln w="6985" cap="rnd">
            <a:solidFill>
              <a:srgbClr val="9BB4C8"/>
            </a:solidFill>
            <a:prstDash val="dash"/>
            <a:round/>
          </a:ln>
        </p:spPr>
      </p:sp>
      <p:sp>
        <p:nvSpPr>
          <p:cNvPr id="1486" name="V8 Build inputs to docking">
            <a:extLst>
              <a:ext uri="{FF2B5EF4-FFF2-40B4-BE49-F238E27FC236}">
                <a16:creationId xmlns:a16="http://schemas.microsoft.com/office/drawing/2014/main" id="{25F81FEB-7923-B705-D48C-4F1FE2423027}"/>
              </a:ext>
            </a:extLst>
          </p:cNvPr>
          <p:cNvSpPr/>
          <p:nvPr/>
        </p:nvSpPr>
        <p:spPr>
          <a:xfrm>
            <a:off x="5546090" y="1765305"/>
            <a:ext cx="1" cy="5622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7" name="V8 Build inputs to docking head">
            <a:extLst>
              <a:ext uri="{FF2B5EF4-FFF2-40B4-BE49-F238E27FC236}">
                <a16:creationId xmlns:a16="http://schemas.microsoft.com/office/drawing/2014/main" id="{B51CEB37-F359-D8DB-EED0-BF0289DBA9C3}"/>
              </a:ext>
            </a:extLst>
          </p:cNvPr>
          <p:cNvSpPr/>
          <p:nvPr/>
        </p:nvSpPr>
        <p:spPr>
          <a:xfrm>
            <a:off x="5524182" y="1800230"/>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sp>
        <p:nvSpPr>
          <p:cNvPr id="1488" name="V8 Build docking to pose">
            <a:extLst>
              <a:ext uri="{FF2B5EF4-FFF2-40B4-BE49-F238E27FC236}">
                <a16:creationId xmlns:a16="http://schemas.microsoft.com/office/drawing/2014/main" id="{A8390C7D-F4E0-5D67-9352-7A11942FB4C0}"/>
              </a:ext>
            </a:extLst>
          </p:cNvPr>
          <p:cNvSpPr/>
          <p:nvPr/>
        </p:nvSpPr>
        <p:spPr>
          <a:xfrm>
            <a:off x="5546090" y="3237230"/>
            <a:ext cx="1" cy="11337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9" name="V8 Build docking to pose head">
            <a:extLst>
              <a:ext uri="{FF2B5EF4-FFF2-40B4-BE49-F238E27FC236}">
                <a16:creationId xmlns:a16="http://schemas.microsoft.com/office/drawing/2014/main" id="{CB9E0D49-EB6F-EF7F-8A0E-43482900F10A}"/>
              </a:ext>
            </a:extLst>
          </p:cNvPr>
          <p:cNvSpPr/>
          <p:nvPr/>
        </p:nvSpPr>
        <p:spPr>
          <a:xfrm>
            <a:off x="5524182" y="3329305"/>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96570" y="1029390"/>
            <a:ext cx="168602" cy="95394"/>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22" name="Match | Blob contour">
            <a:extLst>
              <a:ext uri="{FF2B5EF4-FFF2-40B4-BE49-F238E27FC236}">
                <a16:creationId xmlns:a16="http://schemas.microsoft.com/office/drawing/2014/main" id="{014BB78B-D7B6-7233-4454-F31E0FFFF761}"/>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A11312CB-4342-9A48-D209-5BB49581DECC}"/>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A5E3448F-A32E-D77A-4110-EC1F991AAB0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FDC707AA-314A-7AA2-186D-A8D0C4B2CC82}"/>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50567" name="F2-bank-channel">
            <a:extLst>
              <a:ext uri="{FF2B5EF4-FFF2-40B4-BE49-F238E27FC236}">
                <a16:creationId xmlns:a16="http://schemas.microsoft.com/office/drawing/2014/main" id="{E8F7522B-3B27-4338-8014-8A4EEE25C15E}"/>
              </a:ext>
            </a:extLst>
          </p:cNvPr>
          <p:cNvSpPr>
            <a:spLocks noGrp="1"/>
          </p:cNvSpPr>
          <p:nvPr/>
        </p:nvSpPr>
        <p:spPr>
          <a:xfrm>
            <a:off x="1432560" y="508635"/>
            <a:ext cx="257175" cy="190500"/>
          </a:xfrm>
          <a:prstGeom prst="rect">
            <a:avLst/>
          </a:prstGeom>
          <a:solidFill>
            <a:srgbClr val="EBF7FC"/>
          </a:solidFill>
          <a:ln w="4286">
            <a:solidFill>
              <a:srgbClr val="A6C5DF"/>
            </a:solidFill>
          </a:ln>
        </p:spPr>
      </p:sp>
      <p:sp>
        <p:nvSpPr>
          <p:cNvPr id="50568" name="F2-bank-channel">
            <a:extLst>
              <a:ext uri="{FF2B5EF4-FFF2-40B4-BE49-F238E27FC236}">
                <a16:creationId xmlns:a16="http://schemas.microsoft.com/office/drawing/2014/main" id="{44CA542A-604D-4AA5-B11D-B6617579A677}"/>
              </a:ext>
            </a:extLst>
          </p:cNvPr>
          <p:cNvSpPr>
            <a:spLocks noGrp="1"/>
          </p:cNvSpPr>
          <p:nvPr/>
        </p:nvSpPr>
        <p:spPr>
          <a:xfrm>
            <a:off x="1424940" y="515303"/>
            <a:ext cx="257175" cy="190500"/>
          </a:xfrm>
          <a:prstGeom prst="rect">
            <a:avLst/>
          </a:prstGeom>
          <a:solidFill>
            <a:srgbClr val="EBF7FC"/>
          </a:solidFill>
          <a:ln w="4286">
            <a:solidFill>
              <a:srgbClr val="A6C5DF"/>
            </a:solidFill>
          </a:ln>
        </p:spPr>
      </p:sp>
      <p:sp>
        <p:nvSpPr>
          <p:cNvPr id="50569" name="F2-bank-channel">
            <a:extLst>
              <a:ext uri="{FF2B5EF4-FFF2-40B4-BE49-F238E27FC236}">
                <a16:creationId xmlns:a16="http://schemas.microsoft.com/office/drawing/2014/main" id="{94C83CC1-C6DF-4DC5-87DF-BCD87221CF3B}"/>
              </a:ext>
            </a:extLst>
          </p:cNvPr>
          <p:cNvSpPr>
            <a:spLocks noGrp="1"/>
          </p:cNvSpPr>
          <p:nvPr/>
        </p:nvSpPr>
        <p:spPr>
          <a:xfrm>
            <a:off x="1417320" y="521970"/>
            <a:ext cx="257175" cy="190500"/>
          </a:xfrm>
          <a:prstGeom prst="rect">
            <a:avLst/>
          </a:prstGeom>
          <a:solidFill>
            <a:srgbClr val="EBF7FC"/>
          </a:solidFill>
          <a:ln w="4286">
            <a:solidFill>
              <a:srgbClr val="A6C5DF"/>
            </a:solidFill>
          </a:ln>
        </p:spPr>
      </p:sp>
      <p:sp>
        <p:nvSpPr>
          <p:cNvPr id="50570" name="F2-bank-channel">
            <a:extLst>
              <a:ext uri="{FF2B5EF4-FFF2-40B4-BE49-F238E27FC236}">
                <a16:creationId xmlns:a16="http://schemas.microsoft.com/office/drawing/2014/main" id="{1ABD8E71-8A8E-4A01-9656-5F57A7EAD863}"/>
              </a:ext>
            </a:extLst>
          </p:cNvPr>
          <p:cNvSpPr>
            <a:spLocks noGrp="1"/>
          </p:cNvSpPr>
          <p:nvPr/>
        </p:nvSpPr>
        <p:spPr>
          <a:xfrm>
            <a:off x="1409700" y="528638"/>
            <a:ext cx="257175" cy="190500"/>
          </a:xfrm>
          <a:prstGeom prst="rect">
            <a:avLst/>
          </a:prstGeom>
          <a:solidFill>
            <a:srgbClr val="EBF7FC"/>
          </a:solidFill>
          <a:ln w="4286">
            <a:solidFill>
              <a:srgbClr val="A6C5DF"/>
            </a:solidFill>
          </a:ln>
        </p:spPr>
      </p:sp>
      <p:sp>
        <p:nvSpPr>
          <p:cNvPr id="50571" name="F2-bank-channel">
            <a:extLst>
              <a:ext uri="{FF2B5EF4-FFF2-40B4-BE49-F238E27FC236}">
                <a16:creationId xmlns:a16="http://schemas.microsoft.com/office/drawing/2014/main" id="{A1E78B7C-AF8B-46CF-BE9A-7739D3A000CC}"/>
              </a:ext>
            </a:extLst>
          </p:cNvPr>
          <p:cNvSpPr>
            <a:spLocks noGrp="1"/>
          </p:cNvSpPr>
          <p:nvPr/>
        </p:nvSpPr>
        <p:spPr>
          <a:xfrm>
            <a:off x="1402080" y="535305"/>
            <a:ext cx="257175" cy="190500"/>
          </a:xfrm>
          <a:prstGeom prst="rect">
            <a:avLst/>
          </a:prstGeom>
          <a:solidFill>
            <a:srgbClr val="EBF7FC"/>
          </a:solidFill>
          <a:ln w="4286">
            <a:solidFill>
              <a:srgbClr val="A6C5DF"/>
            </a:solidFill>
          </a:ln>
        </p:spPr>
      </p:sp>
      <p:sp>
        <p:nvSpPr>
          <p:cNvPr id="50572" name="F2-bank-channel">
            <a:extLst>
              <a:ext uri="{FF2B5EF4-FFF2-40B4-BE49-F238E27FC236}">
                <a16:creationId xmlns:a16="http://schemas.microsoft.com/office/drawing/2014/main" id="{F902D412-512B-42B7-B05D-EDD9258097DC}"/>
              </a:ext>
            </a:extLst>
          </p:cNvPr>
          <p:cNvSpPr>
            <a:spLocks noGrp="1"/>
          </p:cNvSpPr>
          <p:nvPr/>
        </p:nvSpPr>
        <p:spPr>
          <a:xfrm>
            <a:off x="1394460" y="541973"/>
            <a:ext cx="257175" cy="190500"/>
          </a:xfrm>
          <a:prstGeom prst="rect">
            <a:avLst/>
          </a:prstGeom>
          <a:solidFill>
            <a:srgbClr val="EBF7FC"/>
          </a:solidFill>
          <a:ln w="4286">
            <a:solidFill>
              <a:srgbClr val="A6C5DF"/>
            </a:solidFill>
          </a:ln>
        </p:spPr>
      </p:sp>
      <p:sp>
        <p:nvSpPr>
          <p:cNvPr id="50573" name="F2-bank-channel">
            <a:extLst>
              <a:ext uri="{FF2B5EF4-FFF2-40B4-BE49-F238E27FC236}">
                <a16:creationId xmlns:a16="http://schemas.microsoft.com/office/drawing/2014/main" id="{CA6824A1-9C37-4EE2-8CF4-7C88BCE1DBE6}"/>
              </a:ext>
            </a:extLst>
          </p:cNvPr>
          <p:cNvSpPr>
            <a:spLocks noGrp="1"/>
          </p:cNvSpPr>
          <p:nvPr/>
        </p:nvSpPr>
        <p:spPr>
          <a:xfrm>
            <a:off x="1386840" y="548640"/>
            <a:ext cx="257175" cy="190500"/>
          </a:xfrm>
          <a:prstGeom prst="rect">
            <a:avLst/>
          </a:prstGeom>
          <a:solidFill>
            <a:srgbClr val="EBF7FC"/>
          </a:solidFill>
          <a:ln w="4286">
            <a:solidFill>
              <a:srgbClr val="A6C5DF"/>
            </a:solidFill>
          </a:ln>
        </p:spPr>
      </p:sp>
      <p:sp>
        <p:nvSpPr>
          <p:cNvPr id="50574" name="F2-bank-channel">
            <a:extLst>
              <a:ext uri="{FF2B5EF4-FFF2-40B4-BE49-F238E27FC236}">
                <a16:creationId xmlns:a16="http://schemas.microsoft.com/office/drawing/2014/main" id="{2705DA7A-40F9-48D2-946C-8019421C16B7}"/>
              </a:ext>
            </a:extLst>
          </p:cNvPr>
          <p:cNvSpPr>
            <a:spLocks noGrp="1"/>
          </p:cNvSpPr>
          <p:nvPr/>
        </p:nvSpPr>
        <p:spPr>
          <a:xfrm>
            <a:off x="1379220" y="555308"/>
            <a:ext cx="257175" cy="190500"/>
          </a:xfrm>
          <a:prstGeom prst="rect">
            <a:avLst/>
          </a:prstGeom>
          <a:solidFill>
            <a:srgbClr val="EBF7FC"/>
          </a:solidFill>
          <a:ln w="4286">
            <a:solidFill>
              <a:srgbClr val="A6C5DF"/>
            </a:solidFill>
          </a:ln>
        </p:spPr>
      </p:sp>
      <p:sp>
        <p:nvSpPr>
          <p:cNvPr id="50575" name="F2-bank-channel">
            <a:extLst>
              <a:ext uri="{FF2B5EF4-FFF2-40B4-BE49-F238E27FC236}">
                <a16:creationId xmlns:a16="http://schemas.microsoft.com/office/drawing/2014/main" id="{E1B9C475-D32F-4E88-9AAA-6701AFC1AC14}"/>
              </a:ext>
            </a:extLst>
          </p:cNvPr>
          <p:cNvSpPr>
            <a:spLocks noGrp="1"/>
          </p:cNvSpPr>
          <p:nvPr/>
        </p:nvSpPr>
        <p:spPr>
          <a:xfrm>
            <a:off x="1371600" y="561975"/>
            <a:ext cx="257175" cy="190500"/>
          </a:xfrm>
          <a:prstGeom prst="rect">
            <a:avLst/>
          </a:prstGeom>
          <a:solidFill>
            <a:srgbClr val="EBF7FC"/>
          </a:solidFill>
          <a:ln w="4286">
            <a:solidFill>
              <a:srgbClr val="A6C5DF"/>
            </a:solidFill>
          </a:ln>
        </p:spPr>
      </p:sp>
      <p:sp>
        <p:nvSpPr>
          <p:cNvPr id="50576" name="F2-density-voxel">
            <a:extLst>
              <a:ext uri="{FF2B5EF4-FFF2-40B4-BE49-F238E27FC236}">
                <a16:creationId xmlns:a16="http://schemas.microsoft.com/office/drawing/2014/main" id="{A49953DB-68D8-42EB-963F-DD42F453137D}"/>
              </a:ext>
            </a:extLst>
          </p:cNvPr>
          <p:cNvSpPr>
            <a:spLocks noGrp="1"/>
          </p:cNvSpPr>
          <p:nvPr/>
        </p:nvSpPr>
        <p:spPr>
          <a:xfrm>
            <a:off x="1390650" y="571500"/>
            <a:ext cx="52388" cy="42863"/>
          </a:xfrm>
          <a:prstGeom prst="rect">
            <a:avLst/>
          </a:prstGeom>
          <a:solidFill>
            <a:srgbClr val="CCE5EE"/>
          </a:solidFill>
          <a:ln w="0">
            <a:noFill/>
          </a:ln>
        </p:spPr>
      </p:sp>
      <p:sp>
        <p:nvSpPr>
          <p:cNvPr id="50577" name="F2-density-voxel">
            <a:extLst>
              <a:ext uri="{FF2B5EF4-FFF2-40B4-BE49-F238E27FC236}">
                <a16:creationId xmlns:a16="http://schemas.microsoft.com/office/drawing/2014/main" id="{ECECDED8-7BB6-465D-90CE-1566D913C0F0}"/>
              </a:ext>
            </a:extLst>
          </p:cNvPr>
          <p:cNvSpPr>
            <a:spLocks noGrp="1"/>
          </p:cNvSpPr>
          <p:nvPr/>
        </p:nvSpPr>
        <p:spPr>
          <a:xfrm>
            <a:off x="1443038" y="571500"/>
            <a:ext cx="52388" cy="42863"/>
          </a:xfrm>
          <a:prstGeom prst="rect">
            <a:avLst/>
          </a:prstGeom>
          <a:solidFill>
            <a:srgbClr val="86C0D7"/>
          </a:solidFill>
          <a:ln w="0">
            <a:noFill/>
          </a:ln>
        </p:spPr>
      </p:sp>
      <p:sp>
        <p:nvSpPr>
          <p:cNvPr id="50578" name="F2-density-voxel">
            <a:extLst>
              <a:ext uri="{FF2B5EF4-FFF2-40B4-BE49-F238E27FC236}">
                <a16:creationId xmlns:a16="http://schemas.microsoft.com/office/drawing/2014/main" id="{49E89024-8821-43E6-B830-D5D2C6143679}"/>
              </a:ext>
            </a:extLst>
          </p:cNvPr>
          <p:cNvSpPr>
            <a:spLocks noGrp="1"/>
          </p:cNvSpPr>
          <p:nvPr/>
        </p:nvSpPr>
        <p:spPr>
          <a:xfrm>
            <a:off x="1495425" y="571500"/>
            <a:ext cx="52388" cy="42863"/>
          </a:xfrm>
          <a:prstGeom prst="rect">
            <a:avLst/>
          </a:prstGeom>
          <a:solidFill>
            <a:srgbClr val="4D9ABB"/>
          </a:solidFill>
          <a:ln w="0">
            <a:noFill/>
          </a:ln>
        </p:spPr>
      </p:sp>
      <p:sp>
        <p:nvSpPr>
          <p:cNvPr id="50579" name="F2-density-voxel">
            <a:extLst>
              <a:ext uri="{FF2B5EF4-FFF2-40B4-BE49-F238E27FC236}">
                <a16:creationId xmlns:a16="http://schemas.microsoft.com/office/drawing/2014/main" id="{3A635687-B1F5-496B-9A49-461D8BC35087}"/>
              </a:ext>
            </a:extLst>
          </p:cNvPr>
          <p:cNvSpPr>
            <a:spLocks noGrp="1"/>
          </p:cNvSpPr>
          <p:nvPr/>
        </p:nvSpPr>
        <p:spPr>
          <a:xfrm>
            <a:off x="1547813" y="571500"/>
            <a:ext cx="52388" cy="42863"/>
          </a:xfrm>
          <a:prstGeom prst="rect">
            <a:avLst/>
          </a:prstGeom>
          <a:solidFill>
            <a:srgbClr val="B6DDE7"/>
          </a:solidFill>
          <a:ln w="0">
            <a:noFill/>
          </a:ln>
        </p:spPr>
      </p:sp>
      <p:sp>
        <p:nvSpPr>
          <p:cNvPr id="50580" name="F2-density-voxel">
            <a:extLst>
              <a:ext uri="{FF2B5EF4-FFF2-40B4-BE49-F238E27FC236}">
                <a16:creationId xmlns:a16="http://schemas.microsoft.com/office/drawing/2014/main" id="{FEC54E9C-643D-4824-B955-66BA7E401A0E}"/>
              </a:ext>
            </a:extLst>
          </p:cNvPr>
          <p:cNvSpPr>
            <a:spLocks noGrp="1"/>
          </p:cNvSpPr>
          <p:nvPr/>
        </p:nvSpPr>
        <p:spPr>
          <a:xfrm>
            <a:off x="1390650" y="614363"/>
            <a:ext cx="52388" cy="42863"/>
          </a:xfrm>
          <a:prstGeom prst="rect">
            <a:avLst/>
          </a:prstGeom>
          <a:solidFill>
            <a:srgbClr val="86C0D7"/>
          </a:solidFill>
          <a:ln w="0">
            <a:noFill/>
          </a:ln>
        </p:spPr>
      </p:sp>
      <p:sp>
        <p:nvSpPr>
          <p:cNvPr id="50581" name="F2-density-voxel">
            <a:extLst>
              <a:ext uri="{FF2B5EF4-FFF2-40B4-BE49-F238E27FC236}">
                <a16:creationId xmlns:a16="http://schemas.microsoft.com/office/drawing/2014/main" id="{ED2290E5-D29A-42C8-863E-1A0B5A093DAF}"/>
              </a:ext>
            </a:extLst>
          </p:cNvPr>
          <p:cNvSpPr>
            <a:spLocks noGrp="1"/>
          </p:cNvSpPr>
          <p:nvPr/>
        </p:nvSpPr>
        <p:spPr>
          <a:xfrm>
            <a:off x="1443038" y="614363"/>
            <a:ext cx="52388" cy="42863"/>
          </a:xfrm>
          <a:prstGeom prst="rect">
            <a:avLst/>
          </a:prstGeom>
          <a:solidFill>
            <a:srgbClr val="4D9ABB"/>
          </a:solidFill>
          <a:ln w="0">
            <a:noFill/>
          </a:ln>
        </p:spPr>
      </p:sp>
      <p:sp>
        <p:nvSpPr>
          <p:cNvPr id="50582" name="F2-density-voxel">
            <a:extLst>
              <a:ext uri="{FF2B5EF4-FFF2-40B4-BE49-F238E27FC236}">
                <a16:creationId xmlns:a16="http://schemas.microsoft.com/office/drawing/2014/main" id="{C030A993-BA02-4CBF-A526-9AF795928873}"/>
              </a:ext>
            </a:extLst>
          </p:cNvPr>
          <p:cNvSpPr>
            <a:spLocks noGrp="1"/>
          </p:cNvSpPr>
          <p:nvPr/>
        </p:nvSpPr>
        <p:spPr>
          <a:xfrm>
            <a:off x="1495425" y="614363"/>
            <a:ext cx="52388" cy="42863"/>
          </a:xfrm>
          <a:prstGeom prst="rect">
            <a:avLst/>
          </a:prstGeom>
          <a:solidFill>
            <a:srgbClr val="B6DDE7"/>
          </a:solidFill>
          <a:ln w="0">
            <a:noFill/>
          </a:ln>
        </p:spPr>
      </p:sp>
      <p:sp>
        <p:nvSpPr>
          <p:cNvPr id="50583" name="F2-density-voxel">
            <a:extLst>
              <a:ext uri="{FF2B5EF4-FFF2-40B4-BE49-F238E27FC236}">
                <a16:creationId xmlns:a16="http://schemas.microsoft.com/office/drawing/2014/main" id="{EC212EF2-C0F1-41AF-B3CE-D957D17932A0}"/>
              </a:ext>
            </a:extLst>
          </p:cNvPr>
          <p:cNvSpPr>
            <a:spLocks noGrp="1"/>
          </p:cNvSpPr>
          <p:nvPr/>
        </p:nvSpPr>
        <p:spPr>
          <a:xfrm>
            <a:off x="1547813" y="614363"/>
            <a:ext cx="52388" cy="42863"/>
          </a:xfrm>
          <a:prstGeom prst="rect">
            <a:avLst/>
          </a:prstGeom>
          <a:solidFill>
            <a:srgbClr val="CCE5EE"/>
          </a:solidFill>
          <a:ln w="0">
            <a:noFill/>
          </a:ln>
        </p:spPr>
      </p:sp>
      <p:sp>
        <p:nvSpPr>
          <p:cNvPr id="50584" name="F2-density-voxel">
            <a:extLst>
              <a:ext uri="{FF2B5EF4-FFF2-40B4-BE49-F238E27FC236}">
                <a16:creationId xmlns:a16="http://schemas.microsoft.com/office/drawing/2014/main" id="{8E8D1CD2-DC81-4A69-849C-F21783FD798D}"/>
              </a:ext>
            </a:extLst>
          </p:cNvPr>
          <p:cNvSpPr>
            <a:spLocks noGrp="1"/>
          </p:cNvSpPr>
          <p:nvPr/>
        </p:nvSpPr>
        <p:spPr>
          <a:xfrm>
            <a:off x="1390650" y="657225"/>
            <a:ext cx="52388" cy="42863"/>
          </a:xfrm>
          <a:prstGeom prst="rect">
            <a:avLst/>
          </a:prstGeom>
          <a:solidFill>
            <a:srgbClr val="4D9ABB"/>
          </a:solidFill>
          <a:ln w="0">
            <a:noFill/>
          </a:ln>
        </p:spPr>
      </p:sp>
      <p:sp>
        <p:nvSpPr>
          <p:cNvPr id="50585" name="F2-density-voxel">
            <a:extLst>
              <a:ext uri="{FF2B5EF4-FFF2-40B4-BE49-F238E27FC236}">
                <a16:creationId xmlns:a16="http://schemas.microsoft.com/office/drawing/2014/main" id="{CEA7FE12-330D-4160-8BE6-769BF6A26577}"/>
              </a:ext>
            </a:extLst>
          </p:cNvPr>
          <p:cNvSpPr>
            <a:spLocks noGrp="1"/>
          </p:cNvSpPr>
          <p:nvPr/>
        </p:nvSpPr>
        <p:spPr>
          <a:xfrm>
            <a:off x="1443038" y="657225"/>
            <a:ext cx="52388" cy="42863"/>
          </a:xfrm>
          <a:prstGeom prst="rect">
            <a:avLst/>
          </a:prstGeom>
          <a:solidFill>
            <a:srgbClr val="B6DDE7"/>
          </a:solidFill>
          <a:ln w="0">
            <a:noFill/>
          </a:ln>
        </p:spPr>
      </p:sp>
      <p:sp>
        <p:nvSpPr>
          <p:cNvPr id="50586" name="F2-density-voxel">
            <a:extLst>
              <a:ext uri="{FF2B5EF4-FFF2-40B4-BE49-F238E27FC236}">
                <a16:creationId xmlns:a16="http://schemas.microsoft.com/office/drawing/2014/main" id="{BE225EBF-D266-4631-9D7E-1B21643503B4}"/>
              </a:ext>
            </a:extLst>
          </p:cNvPr>
          <p:cNvSpPr>
            <a:spLocks noGrp="1"/>
          </p:cNvSpPr>
          <p:nvPr/>
        </p:nvSpPr>
        <p:spPr>
          <a:xfrm>
            <a:off x="1495425" y="657225"/>
            <a:ext cx="52388" cy="42863"/>
          </a:xfrm>
          <a:prstGeom prst="rect">
            <a:avLst/>
          </a:prstGeom>
          <a:solidFill>
            <a:srgbClr val="CCE5EE"/>
          </a:solidFill>
          <a:ln w="0">
            <a:noFill/>
          </a:ln>
        </p:spPr>
      </p:sp>
      <p:sp>
        <p:nvSpPr>
          <p:cNvPr id="50587" name="F2-density-voxel">
            <a:extLst>
              <a:ext uri="{FF2B5EF4-FFF2-40B4-BE49-F238E27FC236}">
                <a16:creationId xmlns:a16="http://schemas.microsoft.com/office/drawing/2014/main" id="{D56EA4DF-3429-4429-A2AA-6D7C9D33B341}"/>
              </a:ext>
            </a:extLst>
          </p:cNvPr>
          <p:cNvSpPr>
            <a:spLocks noGrp="1"/>
          </p:cNvSpPr>
          <p:nvPr/>
        </p:nvSpPr>
        <p:spPr>
          <a:xfrm>
            <a:off x="1547813" y="657225"/>
            <a:ext cx="52388" cy="42863"/>
          </a:xfrm>
          <a:prstGeom prst="rect">
            <a:avLst/>
          </a:prstGeom>
          <a:solidFill>
            <a:srgbClr val="86C0D7"/>
          </a:solidFill>
          <a:ln w="0">
            <a:noFill/>
          </a:ln>
        </p:spPr>
      </p:sp>
      <p:sp>
        <p:nvSpPr>
          <p:cNvPr id="50588" name="F2-density-voxel">
            <a:extLst>
              <a:ext uri="{FF2B5EF4-FFF2-40B4-BE49-F238E27FC236}">
                <a16:creationId xmlns:a16="http://schemas.microsoft.com/office/drawing/2014/main" id="{F4CB67F8-3427-42E0-B222-3C4C5B421A28}"/>
              </a:ext>
            </a:extLst>
          </p:cNvPr>
          <p:cNvSpPr>
            <a:spLocks noGrp="1"/>
          </p:cNvSpPr>
          <p:nvPr/>
        </p:nvSpPr>
        <p:spPr>
          <a:xfrm>
            <a:off x="1390650" y="700088"/>
            <a:ext cx="52388" cy="42863"/>
          </a:xfrm>
          <a:prstGeom prst="rect">
            <a:avLst/>
          </a:prstGeom>
          <a:solidFill>
            <a:srgbClr val="B6DDE7"/>
          </a:solidFill>
          <a:ln w="0">
            <a:noFill/>
          </a:ln>
        </p:spPr>
      </p:sp>
      <p:sp>
        <p:nvSpPr>
          <p:cNvPr id="50589" name="F2-density-voxel">
            <a:extLst>
              <a:ext uri="{FF2B5EF4-FFF2-40B4-BE49-F238E27FC236}">
                <a16:creationId xmlns:a16="http://schemas.microsoft.com/office/drawing/2014/main" id="{E62F2DC6-612B-4891-B2B7-8020312C0678}"/>
              </a:ext>
            </a:extLst>
          </p:cNvPr>
          <p:cNvSpPr>
            <a:spLocks noGrp="1"/>
          </p:cNvSpPr>
          <p:nvPr/>
        </p:nvSpPr>
        <p:spPr>
          <a:xfrm>
            <a:off x="1443038" y="700088"/>
            <a:ext cx="52388" cy="42863"/>
          </a:xfrm>
          <a:prstGeom prst="rect">
            <a:avLst/>
          </a:prstGeom>
          <a:solidFill>
            <a:srgbClr val="CCE5EE"/>
          </a:solidFill>
          <a:ln w="0">
            <a:noFill/>
          </a:ln>
        </p:spPr>
      </p:sp>
      <p:sp>
        <p:nvSpPr>
          <p:cNvPr id="50590" name="F2-density-voxel">
            <a:extLst>
              <a:ext uri="{FF2B5EF4-FFF2-40B4-BE49-F238E27FC236}">
                <a16:creationId xmlns:a16="http://schemas.microsoft.com/office/drawing/2014/main" id="{3D79F01F-5243-4E3C-8AA7-EE2C8B8C7E29}"/>
              </a:ext>
            </a:extLst>
          </p:cNvPr>
          <p:cNvSpPr>
            <a:spLocks noGrp="1"/>
          </p:cNvSpPr>
          <p:nvPr/>
        </p:nvSpPr>
        <p:spPr>
          <a:xfrm>
            <a:off x="1495425" y="700088"/>
            <a:ext cx="52388" cy="42863"/>
          </a:xfrm>
          <a:prstGeom prst="rect">
            <a:avLst/>
          </a:prstGeom>
          <a:solidFill>
            <a:srgbClr val="86C0D7"/>
          </a:solidFill>
          <a:ln w="0">
            <a:noFill/>
          </a:ln>
        </p:spPr>
      </p:sp>
      <p:sp>
        <p:nvSpPr>
          <p:cNvPr id="50591" name="F2-density-voxel">
            <a:extLst>
              <a:ext uri="{FF2B5EF4-FFF2-40B4-BE49-F238E27FC236}">
                <a16:creationId xmlns:a16="http://schemas.microsoft.com/office/drawing/2014/main" id="{7F5BC88D-76D1-4A24-B998-8BD41F9AADDB}"/>
              </a:ext>
            </a:extLst>
          </p:cNvPr>
          <p:cNvSpPr>
            <a:spLocks noGrp="1"/>
          </p:cNvSpPr>
          <p:nvPr/>
        </p:nvSpPr>
        <p:spPr>
          <a:xfrm>
            <a:off x="1547813" y="700088"/>
            <a:ext cx="52388" cy="42863"/>
          </a:xfrm>
          <a:prstGeom prst="rect">
            <a:avLst/>
          </a:prstGeom>
          <a:solidFill>
            <a:srgbClr val="4D9ABB"/>
          </a:solidFill>
          <a:ln w="0">
            <a:noFill/>
          </a:ln>
        </p:spPr>
      </p:sp>
      <p:sp>
        <p:nvSpPr>
          <p:cNvPr id="50592" name="F2-spatial-transform">
            <a:extLst>
              <a:ext uri="{FF2B5EF4-FFF2-40B4-BE49-F238E27FC236}">
                <a16:creationId xmlns:a16="http://schemas.microsoft.com/office/drawing/2014/main" id="{A85283F8-9FE2-48A1-8429-5356F2D370E2}"/>
              </a:ext>
            </a:extLst>
          </p:cNvPr>
          <p:cNvSpPr>
            <a:spLocks noGrp="1"/>
          </p:cNvSpPr>
          <p:nvPr/>
        </p:nvSpPr>
        <p:spPr>
          <a:xfrm>
            <a:off x="966788" y="438150"/>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540" b="0">
                <a:solidFill>
                  <a:srgbClr val="263442"/>
                </a:solidFill>
                <a:latin typeface="Arial"/>
                <a:ea typeface="Arial"/>
                <a:cs typeface="Arial"/>
              </a:rPr>
              <a:t>Spatial</a:t>
            </a:r>
          </a:p>
          <a:p>
            <a:pPr algn="ctr">
              <a:defRPr sz="540" b="0">
                <a:solidFill>
                  <a:srgbClr val="263442"/>
                </a:solidFill>
                <a:latin typeface="Arial"/>
                <a:ea typeface="Arial"/>
                <a:cs typeface="Arial"/>
              </a:defRPr>
            </a:pPr>
            <a:r>
              <a:rPr sz="540" b="0">
                <a:solidFill>
                  <a:srgbClr val="263442"/>
                </a:solidFill>
                <a:latin typeface="Arial"/>
                <a:ea typeface="Arial"/>
                <a:cs typeface="Arial"/>
              </a:rPr>
              <a:t>transform</a:t>
            </a:r>
          </a:p>
        </p:txBody>
      </p:sp>
      <p:sp>
        <p:nvSpPr>
          <p:cNvPr id="50593" name="F2-atom-embeddings-input">
            <a:extLst>
              <a:ext uri="{FF2B5EF4-FFF2-40B4-BE49-F238E27FC236}">
                <a16:creationId xmlns:a16="http://schemas.microsoft.com/office/drawing/2014/main" id="{0B4B93C5-B055-4ECE-8D5F-9FD8F9F29D6A}"/>
              </a:ext>
            </a:extLst>
          </p:cNvPr>
          <p:cNvSpPr>
            <a:spLocks noGrp="1"/>
          </p:cNvSpPr>
          <p:nvPr/>
        </p:nvSpPr>
        <p:spPr>
          <a:xfrm>
            <a:off x="966788" y="1171575"/>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540" b="0">
                <a:solidFill>
                  <a:srgbClr val="263442"/>
                </a:solidFill>
                <a:latin typeface="Arial"/>
                <a:ea typeface="Arial"/>
                <a:cs typeface="Arial"/>
              </a:rPr>
              <a:t>Atom</a:t>
            </a:r>
          </a:p>
          <a:p>
            <a:pPr algn="ctr">
              <a:defRPr sz="540" b="0">
                <a:solidFill>
                  <a:srgbClr val="263442"/>
                </a:solidFill>
                <a:latin typeface="Arial"/>
                <a:ea typeface="Arial"/>
                <a:cs typeface="Arial"/>
              </a:defRPr>
            </a:pPr>
            <a:r>
              <a:rPr sz="540" b="0">
                <a:solidFill>
                  <a:srgbClr val="263442"/>
                </a:solidFill>
                <a:latin typeface="Arial"/>
                <a:ea typeface="Arial"/>
                <a:cs typeface="Arial"/>
              </a:rPr>
              <a:t>embeddings</a:t>
            </a:r>
          </a:p>
        </p:txBody>
      </p:sp>
      <p:pic>
        <p:nvPicPr>
          <p:cNvPr id="50600" name="图片 50599">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83208" y="2971800"/>
            <a:ext cx="414760" cy="342900"/>
          </a:xfrm>
          <a:prstGeom prst="rect">
            <a:avLst/>
          </a:prstGeom>
        </p:spPr>
      </p:pic>
      <p:pic>
        <p:nvPicPr>
          <p:cNvPr id="50601" name="图片 50600">
            <a:extLst>
              <a:ext uri="{FF2B5EF4-FFF2-40B4-BE49-F238E27FC236}">
                <a16:creationId xmlns:a16="http://schemas.microsoft.com/office/drawing/2014/main" id="{438EEB95-3CA6-4E7A-A194-3246AD95375E}"/>
              </a:ext>
            </a:extLst>
          </p:cNvPr>
          <p:cNvPicPr>
            <a:picLocks noChangeAspect="1"/>
          </p:cNvPicPr>
          <p:nvPr/>
        </p:nvPicPr>
        <p:blipFill>
          <a:blip r:embed="rId9"/>
          <a:stretch/>
        </p:blipFill>
        <p:spPr>
          <a:xfrm>
            <a:off x="5631445" y="485775"/>
            <a:ext cx="414760" cy="342900"/>
          </a:xfrm>
          <a:prstGeom prst="rect">
            <a:avLst/>
          </a:prstGeom>
        </p:spPr>
      </p:pic>
      <p:sp>
        <p:nvSpPr>
          <p:cNvPr id="50602" name="F2-Build-selected">
            <a:extLst>
              <a:ext uri="{FF2B5EF4-FFF2-40B4-BE49-F238E27FC236}">
                <a16:creationId xmlns:a16="http://schemas.microsoft.com/office/drawing/2014/main" id="{DE962B78-B7D5-48B9-87F8-2B7091442BBC}"/>
              </a:ext>
            </a:extLst>
          </p:cNvPr>
          <p:cNvSpPr>
            <a:spLocks noGrp="1"/>
          </p:cNvSpPr>
          <p:nvPr/>
        </p:nvSpPr>
        <p:spPr>
          <a:xfrm>
            <a:off x="5048250" y="1268730"/>
            <a:ext cx="390525" cy="81915"/>
          </a:xfrm>
          <a:prstGeom prst="roundRect">
            <a:avLst>
              <a:gd name="adj" fmla="val 50000"/>
            </a:avLst>
          </a:prstGeom>
          <a:solidFill>
            <a:srgbClr val="DCF8EB"/>
          </a:solidFill>
          <a:ln w="7144">
            <a:solidFill>
              <a:srgbClr val="499D86"/>
            </a:solidFill>
          </a:ln>
        </p:spPr>
      </p:sp>
      <p:sp>
        <p:nvSpPr>
          <p:cNvPr id="50603" name="F2-Build-SMILES-0">
            <a:extLst>
              <a:ext uri="{FF2B5EF4-FFF2-40B4-BE49-F238E27FC236}">
                <a16:creationId xmlns:a16="http://schemas.microsoft.com/office/drawing/2014/main" id="{78E3ED61-275F-4084-A0ED-58027336CEDD}"/>
              </a:ext>
            </a:extLst>
          </p:cNvPr>
          <p:cNvSpPr>
            <a:spLocks noGrp="1"/>
          </p:cNvSpPr>
          <p:nvPr/>
        </p:nvSpPr>
        <p:spPr>
          <a:xfrm>
            <a:off x="5067300" y="108585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540" b="0">
                <a:solidFill>
                  <a:srgbClr val="263442"/>
                </a:solidFill>
                <a:latin typeface="Arial"/>
                <a:ea typeface="Arial"/>
                <a:cs typeface="Arial"/>
              </a:rPr>
              <a:t>CCO</a:t>
            </a:r>
          </a:p>
        </p:txBody>
      </p:sp>
      <p:sp>
        <p:nvSpPr>
          <p:cNvPr id="50604" name="F2-Build-SMILES-7.8">
            <a:extLst>
              <a:ext uri="{FF2B5EF4-FFF2-40B4-BE49-F238E27FC236}">
                <a16:creationId xmlns:a16="http://schemas.microsoft.com/office/drawing/2014/main" id="{D4F86145-7D8F-43EC-916E-D3D9668CBA5D}"/>
              </a:ext>
            </a:extLst>
          </p:cNvPr>
          <p:cNvSpPr>
            <a:spLocks noGrp="1"/>
          </p:cNvSpPr>
          <p:nvPr/>
        </p:nvSpPr>
        <p:spPr>
          <a:xfrm>
            <a:off x="5067300" y="1160145"/>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540" b="0">
                <a:solidFill>
                  <a:srgbClr val="263442"/>
                </a:solidFill>
                <a:latin typeface="Arial"/>
                <a:ea typeface="Arial"/>
                <a:cs typeface="Arial"/>
              </a:rPr>
              <a:t>CC(=O)O</a:t>
            </a:r>
          </a:p>
        </p:txBody>
      </p:sp>
      <p:sp>
        <p:nvSpPr>
          <p:cNvPr id="50605" name="F2-Build-continuation">
            <a:extLst>
              <a:ext uri="{FF2B5EF4-FFF2-40B4-BE49-F238E27FC236}">
                <a16:creationId xmlns:a16="http://schemas.microsoft.com/office/drawing/2014/main" id="{69E4AF15-4441-4953-BC21-A9A09B8807EC}"/>
              </a:ext>
            </a:extLst>
          </p:cNvPr>
          <p:cNvSpPr>
            <a:spLocks noGrp="1"/>
          </p:cNvSpPr>
          <p:nvPr/>
        </p:nvSpPr>
        <p:spPr>
          <a:xfrm>
            <a:off x="5067300" y="1254443"/>
            <a:ext cx="6668" cy="6668"/>
          </a:xfrm>
          <a:prstGeom prst="ellipse">
            <a:avLst/>
          </a:prstGeom>
          <a:solidFill>
            <a:srgbClr val="687780"/>
          </a:solidFill>
          <a:ln w="0">
            <a:noFill/>
          </a:ln>
        </p:spPr>
      </p:sp>
      <p:sp>
        <p:nvSpPr>
          <p:cNvPr id="50606" name="F2-Build-continuation">
            <a:extLst>
              <a:ext uri="{FF2B5EF4-FFF2-40B4-BE49-F238E27FC236}">
                <a16:creationId xmlns:a16="http://schemas.microsoft.com/office/drawing/2014/main" id="{A73B5841-5DC8-4503-BDE2-815DBBEFE500}"/>
              </a:ext>
            </a:extLst>
          </p:cNvPr>
          <p:cNvSpPr>
            <a:spLocks noGrp="1"/>
          </p:cNvSpPr>
          <p:nvPr/>
        </p:nvSpPr>
        <p:spPr>
          <a:xfrm>
            <a:off x="5087303" y="1254443"/>
            <a:ext cx="6668" cy="6668"/>
          </a:xfrm>
          <a:prstGeom prst="ellipse">
            <a:avLst/>
          </a:prstGeom>
          <a:solidFill>
            <a:srgbClr val="687780"/>
          </a:solidFill>
          <a:ln w="0">
            <a:noFill/>
          </a:ln>
        </p:spPr>
      </p:sp>
      <p:sp>
        <p:nvSpPr>
          <p:cNvPr id="50607" name="F2-Build-continuation">
            <a:extLst>
              <a:ext uri="{FF2B5EF4-FFF2-40B4-BE49-F238E27FC236}">
                <a16:creationId xmlns:a16="http://schemas.microsoft.com/office/drawing/2014/main" id="{2CD955D9-21C2-4AE5-9635-C9F55AC072BD}"/>
              </a:ext>
            </a:extLst>
          </p:cNvPr>
          <p:cNvSpPr>
            <a:spLocks noGrp="1"/>
          </p:cNvSpPr>
          <p:nvPr/>
        </p:nvSpPr>
        <p:spPr>
          <a:xfrm>
            <a:off x="5107305" y="1254443"/>
            <a:ext cx="6668" cy="6668"/>
          </a:xfrm>
          <a:prstGeom prst="ellipse">
            <a:avLst/>
          </a:prstGeom>
          <a:solidFill>
            <a:srgbClr val="687780"/>
          </a:solidFill>
          <a:ln w="0">
            <a:noFill/>
          </a:ln>
        </p:spPr>
      </p:sp>
      <p:sp>
        <p:nvSpPr>
          <p:cNvPr id="50608" name="F2-Build-SMILES-19.8">
            <a:extLst>
              <a:ext uri="{FF2B5EF4-FFF2-40B4-BE49-F238E27FC236}">
                <a16:creationId xmlns:a16="http://schemas.microsoft.com/office/drawing/2014/main" id="{F825F396-DC00-4D1F-95F0-5208E2576D2C}"/>
              </a:ext>
            </a:extLst>
          </p:cNvPr>
          <p:cNvSpPr>
            <a:spLocks noGrp="1"/>
          </p:cNvSpPr>
          <p:nvPr/>
        </p:nvSpPr>
        <p:spPr>
          <a:xfrm>
            <a:off x="5067300" y="1274445"/>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lgn="l">
              <a:defRPr sz="540" b="0">
                <a:solidFill>
                  <a:srgbClr val="24634E"/>
                </a:solidFill>
                <a:latin typeface="Arial"/>
                <a:ea typeface="Arial"/>
                <a:cs typeface="Arial"/>
              </a:defRPr>
            </a:pPr>
            <a:r>
              <a:rPr sz="540" b="0">
                <a:solidFill>
                  <a:srgbClr val="24634E"/>
                </a:solidFill>
                <a:latin typeface="Arial"/>
                <a:ea typeface="Arial"/>
                <a:cs typeface="Arial"/>
              </a:rPr>
              <a:t>Cc1ccccc1</a:t>
            </a:r>
          </a:p>
        </p:txBody>
      </p:sp>
      <p:sp>
        <p:nvSpPr>
          <p:cNvPr id="50609" name="F2-Build-SMILES-27.599999999999998">
            <a:extLst>
              <a:ext uri="{FF2B5EF4-FFF2-40B4-BE49-F238E27FC236}">
                <a16:creationId xmlns:a16="http://schemas.microsoft.com/office/drawing/2014/main" id="{42E599AD-9784-4B26-ADAB-718990C44186}"/>
              </a:ext>
            </a:extLst>
          </p:cNvPr>
          <p:cNvSpPr>
            <a:spLocks noGrp="1"/>
          </p:cNvSpPr>
          <p:nvPr/>
        </p:nvSpPr>
        <p:spPr>
          <a:xfrm>
            <a:off x="5067300" y="134874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540" b="0">
                <a:solidFill>
                  <a:srgbClr val="263442"/>
                </a:solidFill>
                <a:latin typeface="Arial"/>
                <a:ea typeface="Arial"/>
                <a:cs typeface="Arial"/>
              </a:rPr>
              <a:t>CC(N)=O</a:t>
            </a:r>
          </a:p>
        </p:txBody>
      </p:sp>
      <p:pic>
        <p:nvPicPr>
          <p:cNvPr id="50610" name="图片 50609">
            <a:extLst>
              <a:ext uri="{FF2B5EF4-FFF2-40B4-BE49-F238E27FC236}">
                <a16:creationId xmlns:a16="http://schemas.microsoft.com/office/drawing/2014/main" id="{788E8304-A748-4BB4-8B4F-8A9E612C0891}"/>
              </a:ext>
            </a:extLst>
          </p:cNvPr>
          <p:cNvPicPr>
            <a:picLocks noChangeAspect="1"/>
          </p:cNvPicPr>
          <p:nvPr/>
        </p:nvPicPr>
        <p:blipFill>
          <a:blip r:embed="rId10"/>
          <a:stretch/>
        </p:blipFill>
        <p:spPr>
          <a:xfrm>
            <a:off x="5149836" y="3476625"/>
            <a:ext cx="806478" cy="666750"/>
          </a:xfrm>
          <a:prstGeom prst="rect">
            <a:avLst/>
          </a:prstGeom>
        </p:spPr>
      </p:pic>
      <p:grpSp>
        <p:nvGrpSpPr>
          <p:cNvPr id="50611" name="Find preview 15"/>
          <p:cNvGrpSpPr/>
          <p:nvPr/>
        </p:nvGrpSpPr>
        <p:grpSpPr>
          <a:xfrm>
            <a:off x="511635"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594"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595"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596"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612" name="Find preview 1435"/>
          <p:cNvGrpSpPr/>
          <p:nvPr/>
        </p:nvGrpSpPr>
        <p:grpSpPr>
          <a:xfrm>
            <a:off x="511635"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597"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598"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599"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613" name="Find preview 25"/>
          <p:cNvGrpSpPr/>
          <p:nvPr/>
        </p:nvGrpSpPr>
        <p:grpSpPr>
          <a:xfrm>
            <a:off x="4349067" y="495300"/>
            <a:ext cx="404812" cy="395288"/>
            <a:chOff x="4349067" y="495300"/>
            <a:chExt cx="404812" cy="395288"/>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555" name="Global copy of blob 758">
              <a:extLst>
                <a:ext uri="{FF2B5EF4-FFF2-40B4-BE49-F238E27FC236}">
                  <a16:creationId xmlns:a16="http://schemas.microsoft.com/office/drawing/2014/main" id="{00C0C92B-D4C8-0994-E860-1581EB873D86}"/>
                </a:ext>
              </a:extLst>
            </p:cNvPr>
            <p:cNvGrpSpPr/>
            <p:nvPr/>
          </p:nvGrpSpPr>
          <p:grpSpPr>
            <a:xfrm>
              <a:off x="4435335" y="623158"/>
              <a:ext cx="42515" cy="24054"/>
              <a:chOff x="1928706" y="3559489"/>
              <a:chExt cx="227897" cy="155682"/>
            </a:xfrm>
          </p:grpSpPr>
          <p:sp>
            <p:nvSpPr>
              <p:cNvPr id="50556"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57"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558" name="Global copy of blob 6">
              <a:extLst>
                <a:ext uri="{FF2B5EF4-FFF2-40B4-BE49-F238E27FC236}">
                  <a16:creationId xmlns:a16="http://schemas.microsoft.com/office/drawing/2014/main" id="{52582F41-8562-EDCF-D547-FEE06D78B091}"/>
                </a:ext>
              </a:extLst>
            </p:cNvPr>
            <p:cNvGrpSpPr/>
            <p:nvPr/>
          </p:nvGrpSpPr>
          <p:grpSpPr>
            <a:xfrm rot="3197729">
              <a:off x="4592894" y="646215"/>
              <a:ext cx="42515" cy="24054"/>
              <a:chOff x="1928706" y="3559489"/>
              <a:chExt cx="227897" cy="155682"/>
            </a:xfrm>
          </p:grpSpPr>
          <p:sp>
            <p:nvSpPr>
              <p:cNvPr id="50559"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60"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561" name="Global copy of blob 761">
              <a:extLst>
                <a:ext uri="{FF2B5EF4-FFF2-40B4-BE49-F238E27FC236}">
                  <a16:creationId xmlns:a16="http://schemas.microsoft.com/office/drawing/2014/main" id="{D7299A48-8BF0-7050-EF56-14DA3F495CB7}"/>
                </a:ext>
              </a:extLst>
            </p:cNvPr>
            <p:cNvGrpSpPr/>
            <p:nvPr/>
          </p:nvGrpSpPr>
          <p:grpSpPr>
            <a:xfrm>
              <a:off x="4422037" y="755380"/>
              <a:ext cx="38366" cy="20927"/>
              <a:chOff x="1928706" y="3559489"/>
              <a:chExt cx="227897" cy="155682"/>
            </a:xfrm>
          </p:grpSpPr>
          <p:sp>
            <p:nvSpPr>
              <p:cNvPr id="505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564" name="Global copy of blob 755">
              <a:extLst>
                <a:ext uri="{FF2B5EF4-FFF2-40B4-BE49-F238E27FC236}">
                  <a16:creationId xmlns:a16="http://schemas.microsoft.com/office/drawing/2014/main" id="{3B821B97-56A6-DCED-E85F-DBF945F3EA13}"/>
                </a:ext>
              </a:extLst>
            </p:cNvPr>
            <p:cNvGrpSpPr/>
            <p:nvPr/>
          </p:nvGrpSpPr>
          <p:grpSpPr>
            <a:xfrm>
              <a:off x="4533706" y="791322"/>
              <a:ext cx="37919" cy="25902"/>
              <a:chOff x="1928706" y="3559489"/>
              <a:chExt cx="227897" cy="155682"/>
            </a:xfrm>
          </p:grpSpPr>
          <p:sp>
            <p:nvSpPr>
              <p:cNvPr id="50565"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66"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spTree>
    <p:extLst>
      <p:ext uri="{BB962C8B-B14F-4D97-AF65-F5344CB8AC3E}">
        <p14:creationId xmlns:p14="http://schemas.microsoft.com/office/powerpoint/2010/main" val="376328932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name="method / components">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50614" name="label">
            <a:extLst>
              <a:ext uri="{FF2B5EF4-FFF2-40B4-BE49-F238E27FC236}">
                <a16:creationId xmlns:a16="http://schemas.microsoft.com/office/drawing/2014/main" id="{8064D135-69B5-424B-A075-7CBFECEE7142}"/>
              </a:ext>
            </a:extLst>
          </p:cNvPr>
          <p:cNvSpPr>
            <a:spLocks noGrp="1"/>
          </p:cNvSpPr>
          <p:nvPr/>
        </p:nvSpPr>
        <p:spPr>
          <a:xfrm>
            <a:off x="133350" y="85725"/>
            <a:ext cx="6191250" cy="228600"/>
          </a:xfrm>
          <a:prstGeom prst="rect">
            <a:avLst/>
          </a:prstGeom>
          <a:noFill/>
          <a:ln w="0">
            <a:noFill/>
          </a:ln>
        </p:spPr>
        <p:txBody>
          <a:bodyPr wrap="none" lIns="0" tIns="0" rIns="0" bIns="0" anchor="ctr">
            <a:noAutofit/>
          </a:bodyPr>
          <a:lstStyle>
            <a:defPPr algn="l">
              <a:defRPr sz="1275" b="1">
                <a:solidFill>
                  <a:srgbClr val="263442"/>
                </a:solidFill>
                <a:latin typeface="Arial"/>
                <a:ea typeface="Arial"/>
                <a:cs typeface="Arial"/>
              </a:defRPr>
            </a:defPPr>
            <a:lvl1pPr algn="l">
              <a:defRPr sz="1275" b="1">
                <a:solidFill>
                  <a:srgbClr val="263442"/>
                </a:solidFill>
                <a:latin typeface="Arial"/>
                <a:ea typeface="Arial"/>
                <a:cs typeface="Arial"/>
              </a:defRPr>
            </a:lvl1pPr>
            <a:lvl2pPr algn="l">
              <a:defRPr sz="1275" b="1">
                <a:solidFill>
                  <a:srgbClr val="263442"/>
                </a:solidFill>
                <a:latin typeface="Arial"/>
                <a:ea typeface="Arial"/>
                <a:cs typeface="Arial"/>
              </a:defRPr>
            </a:lvl2pPr>
            <a:lvl3pPr algn="l">
              <a:defRPr sz="1275" b="1">
                <a:solidFill>
                  <a:srgbClr val="263442"/>
                </a:solidFill>
                <a:latin typeface="Arial"/>
                <a:ea typeface="Arial"/>
                <a:cs typeface="Arial"/>
              </a:defRPr>
            </a:lvl3pPr>
            <a:lvl4pPr algn="l">
              <a:defRPr sz="1275" b="1">
                <a:solidFill>
                  <a:srgbClr val="263442"/>
                </a:solidFill>
                <a:latin typeface="Arial"/>
                <a:ea typeface="Arial"/>
                <a:cs typeface="Arial"/>
              </a:defRPr>
            </a:lvl4pPr>
            <a:lvl5pPr algn="l">
              <a:defRPr sz="1275" b="1">
                <a:solidFill>
                  <a:srgbClr val="263442"/>
                </a:solidFill>
                <a:latin typeface="Arial"/>
                <a:ea typeface="Arial"/>
                <a:cs typeface="Arial"/>
              </a:defRPr>
            </a:lvl5pPr>
            <a:lvl6pPr algn="l">
              <a:defRPr sz="1275" b="1">
                <a:solidFill>
                  <a:srgbClr val="263442"/>
                </a:solidFill>
                <a:latin typeface="Arial"/>
                <a:ea typeface="Arial"/>
                <a:cs typeface="Arial"/>
              </a:defRPr>
            </a:lvl6pPr>
            <a:lvl7pPr algn="l">
              <a:defRPr sz="1275" b="1">
                <a:solidFill>
                  <a:srgbClr val="263442"/>
                </a:solidFill>
                <a:latin typeface="Arial"/>
                <a:ea typeface="Arial"/>
                <a:cs typeface="Arial"/>
              </a:defRPr>
            </a:lvl7pPr>
            <a:lvl8pPr algn="l">
              <a:defRPr sz="1275" b="1">
                <a:solidFill>
                  <a:srgbClr val="263442"/>
                </a:solidFill>
                <a:latin typeface="Arial"/>
                <a:ea typeface="Arial"/>
                <a:cs typeface="Arial"/>
              </a:defRPr>
            </a:lvl8pPr>
            <a:lvl9pPr algn="l">
              <a:defRPr sz="1275" b="1">
                <a:solidFill>
                  <a:srgbClr val="263442"/>
                </a:solidFill>
                <a:latin typeface="Arial"/>
                <a:ea typeface="Arial"/>
                <a:cs typeface="Arial"/>
              </a:defRPr>
            </a:lvl9pPr>
          </a:lstStyle>
          <a:p>
            <a:pPr algn="l">
              <a:defRPr sz="1275" b="1">
                <a:solidFill>
                  <a:srgbClr val="263442"/>
                </a:solidFill>
                <a:latin typeface="Arial"/>
                <a:ea typeface="Arial"/>
                <a:cs typeface="Arial"/>
              </a:defRPr>
            </a:pPr>
            <a:r>
              <a:rPr sz="1275" b="1">
                <a:solidFill>
                  <a:srgbClr val="263442"/>
                </a:solidFill>
                <a:latin typeface="Arial"/>
                <a:ea typeface="Arial"/>
                <a:cs typeface="Arial"/>
              </a:rPr>
              <a:t>Reusable components</a:t>
            </a:r>
          </a:p>
        </p:txBody>
      </p:sp>
      <p:sp>
        <p:nvSpPr>
          <p:cNvPr id="50615" name="label">
            <a:extLst>
              <a:ext uri="{FF2B5EF4-FFF2-40B4-BE49-F238E27FC236}">
                <a16:creationId xmlns:a16="http://schemas.microsoft.com/office/drawing/2014/main" id="{B3F238E2-39A1-4C84-91C6-1C38E2DE009A}"/>
              </a:ext>
            </a:extLst>
          </p:cNvPr>
          <p:cNvSpPr>
            <a:spLocks noGrp="1"/>
          </p:cNvSpPr>
          <p:nvPr/>
        </p:nvSpPr>
        <p:spPr>
          <a:xfrm>
            <a:off x="133350" y="352425"/>
            <a:ext cx="4000500" cy="152400"/>
          </a:xfrm>
          <a:prstGeom prst="rect">
            <a:avLst/>
          </a:prstGeom>
          <a:noFill/>
          <a:ln w="0">
            <a:noFill/>
          </a:ln>
        </p:spPr>
        <p:txBody>
          <a:bodyPr wrap="none" lIns="0" tIns="0" rIns="0" bIns="0" anchor="ctr">
            <a:noAutofit/>
          </a:bodyPr>
          <a:lstStyle>
            <a:defPPr algn="l">
              <a:defRPr sz="825" b="1">
                <a:solidFill>
                  <a:srgbClr val="263442"/>
                </a:solidFill>
                <a:latin typeface="Arial"/>
                <a:ea typeface="Arial"/>
                <a:cs typeface="Arial"/>
              </a:defRPr>
            </a:defPPr>
            <a:lvl1pPr algn="l">
              <a:defRPr sz="825" b="1">
                <a:solidFill>
                  <a:srgbClr val="263442"/>
                </a:solidFill>
                <a:latin typeface="Arial"/>
                <a:ea typeface="Arial"/>
                <a:cs typeface="Arial"/>
              </a:defRPr>
            </a:lvl1pPr>
            <a:lvl2pPr algn="l">
              <a:defRPr sz="825" b="1">
                <a:solidFill>
                  <a:srgbClr val="263442"/>
                </a:solidFill>
                <a:latin typeface="Arial"/>
                <a:ea typeface="Arial"/>
                <a:cs typeface="Arial"/>
              </a:defRPr>
            </a:lvl2pPr>
            <a:lvl3pPr algn="l">
              <a:defRPr sz="825" b="1">
                <a:solidFill>
                  <a:srgbClr val="263442"/>
                </a:solidFill>
                <a:latin typeface="Arial"/>
                <a:ea typeface="Arial"/>
                <a:cs typeface="Arial"/>
              </a:defRPr>
            </a:lvl3pPr>
            <a:lvl4pPr algn="l">
              <a:defRPr sz="825" b="1">
                <a:solidFill>
                  <a:srgbClr val="263442"/>
                </a:solidFill>
                <a:latin typeface="Arial"/>
                <a:ea typeface="Arial"/>
                <a:cs typeface="Arial"/>
              </a:defRPr>
            </a:lvl4pPr>
            <a:lvl5pPr algn="l">
              <a:defRPr sz="825" b="1">
                <a:solidFill>
                  <a:srgbClr val="263442"/>
                </a:solidFill>
                <a:latin typeface="Arial"/>
                <a:ea typeface="Arial"/>
                <a:cs typeface="Arial"/>
              </a:defRPr>
            </a:lvl5pPr>
            <a:lvl6pPr algn="l">
              <a:defRPr sz="825" b="1">
                <a:solidFill>
                  <a:srgbClr val="263442"/>
                </a:solidFill>
                <a:latin typeface="Arial"/>
                <a:ea typeface="Arial"/>
                <a:cs typeface="Arial"/>
              </a:defRPr>
            </a:lvl6pPr>
            <a:lvl7pPr algn="l">
              <a:defRPr sz="825" b="1">
                <a:solidFill>
                  <a:srgbClr val="263442"/>
                </a:solidFill>
                <a:latin typeface="Arial"/>
                <a:ea typeface="Arial"/>
                <a:cs typeface="Arial"/>
              </a:defRPr>
            </a:lvl7pPr>
            <a:lvl8pPr algn="l">
              <a:defRPr sz="825" b="1">
                <a:solidFill>
                  <a:srgbClr val="263442"/>
                </a:solidFill>
                <a:latin typeface="Arial"/>
                <a:ea typeface="Arial"/>
                <a:cs typeface="Arial"/>
              </a:defRPr>
            </a:lvl8pPr>
            <a:lvl9pPr algn="l">
              <a:defRPr sz="825" b="1">
                <a:solidFill>
                  <a:srgbClr val="263442"/>
                </a:solidFill>
                <a:latin typeface="Arial"/>
                <a:ea typeface="Arial"/>
                <a:cs typeface="Arial"/>
              </a:defRPr>
            </a:lvl9pPr>
          </a:lstStyle>
          <a:p>
            <a:pPr algn="l">
              <a:defRPr sz="825" b="1">
                <a:solidFill>
                  <a:srgbClr val="263442"/>
                </a:solidFill>
                <a:latin typeface="Arial"/>
                <a:ea typeface="Arial"/>
                <a:cs typeface="Arial"/>
              </a:defRPr>
            </a:pPr>
            <a:r>
              <a:rPr sz="825" b="1">
                <a:solidFill>
                  <a:srgbClr val="263442"/>
                </a:solidFill>
                <a:latin typeface="Arial"/>
                <a:ea typeface="Arial"/>
                <a:cs typeface="Arial"/>
              </a:rPr>
              <a:t>Pose candidates</a:t>
            </a:r>
          </a:p>
        </p:txBody>
      </p:sp>
      <p:sp>
        <p:nvSpPr>
          <p:cNvPr id="50616" name="label">
            <a:extLst>
              <a:ext uri="{FF2B5EF4-FFF2-40B4-BE49-F238E27FC236}">
                <a16:creationId xmlns:a16="http://schemas.microsoft.com/office/drawing/2014/main" id="{72C0561A-733E-4842-BBC7-B7855CEFCC3F}"/>
              </a:ext>
            </a:extLst>
          </p:cNvPr>
          <p:cNvSpPr>
            <a:spLocks noGrp="1"/>
          </p:cNvSpPr>
          <p:nvPr/>
        </p:nvSpPr>
        <p:spPr>
          <a:xfrm>
            <a:off x="4305300" y="352425"/>
            <a:ext cx="942975" cy="152400"/>
          </a:xfrm>
          <a:prstGeom prst="rect">
            <a:avLst/>
          </a:prstGeom>
          <a:noFill/>
          <a:ln w="0">
            <a:noFill/>
          </a:ln>
        </p:spPr>
        <p:txBody>
          <a:bodyPr wrap="none" lIns="0" tIns="0" rIns="0" bIns="0" anchor="ctr">
            <a:noAutofit/>
          </a:bodyPr>
          <a:lstStyle>
            <a:defPPr algn="ctr">
              <a:defRPr sz="750" b="1">
                <a:solidFill>
                  <a:srgbClr val="263442"/>
                </a:solidFill>
                <a:latin typeface="Arial"/>
                <a:ea typeface="Arial"/>
                <a:cs typeface="Arial"/>
              </a:defRPr>
            </a:defPPr>
            <a:lvl1pPr algn="ctr">
              <a:defRPr sz="750" b="1">
                <a:solidFill>
                  <a:srgbClr val="263442"/>
                </a:solidFill>
                <a:latin typeface="Arial"/>
                <a:ea typeface="Arial"/>
                <a:cs typeface="Arial"/>
              </a:defRPr>
            </a:lvl1pPr>
            <a:lvl2pPr algn="ctr">
              <a:defRPr sz="750" b="1">
                <a:solidFill>
                  <a:srgbClr val="263442"/>
                </a:solidFill>
                <a:latin typeface="Arial"/>
                <a:ea typeface="Arial"/>
                <a:cs typeface="Arial"/>
              </a:defRPr>
            </a:lvl2pPr>
            <a:lvl3pPr algn="ctr">
              <a:defRPr sz="750" b="1">
                <a:solidFill>
                  <a:srgbClr val="263442"/>
                </a:solidFill>
                <a:latin typeface="Arial"/>
                <a:ea typeface="Arial"/>
                <a:cs typeface="Arial"/>
              </a:defRPr>
            </a:lvl3pPr>
            <a:lvl4pPr algn="ctr">
              <a:defRPr sz="750" b="1">
                <a:solidFill>
                  <a:srgbClr val="263442"/>
                </a:solidFill>
                <a:latin typeface="Arial"/>
                <a:ea typeface="Arial"/>
                <a:cs typeface="Arial"/>
              </a:defRPr>
            </a:lvl4pPr>
            <a:lvl5pPr algn="ctr">
              <a:defRPr sz="750" b="1">
                <a:solidFill>
                  <a:srgbClr val="263442"/>
                </a:solidFill>
                <a:latin typeface="Arial"/>
                <a:ea typeface="Arial"/>
                <a:cs typeface="Arial"/>
              </a:defRPr>
            </a:lvl5pPr>
            <a:lvl6pPr algn="ctr">
              <a:defRPr sz="750" b="1">
                <a:solidFill>
                  <a:srgbClr val="263442"/>
                </a:solidFill>
                <a:latin typeface="Arial"/>
                <a:ea typeface="Arial"/>
                <a:cs typeface="Arial"/>
              </a:defRPr>
            </a:lvl6pPr>
            <a:lvl7pPr algn="ctr">
              <a:defRPr sz="750" b="1">
                <a:solidFill>
                  <a:srgbClr val="263442"/>
                </a:solidFill>
                <a:latin typeface="Arial"/>
                <a:ea typeface="Arial"/>
                <a:cs typeface="Arial"/>
              </a:defRPr>
            </a:lvl7pPr>
            <a:lvl8pPr algn="ctr">
              <a:defRPr sz="750" b="1">
                <a:solidFill>
                  <a:srgbClr val="263442"/>
                </a:solidFill>
                <a:latin typeface="Arial"/>
                <a:ea typeface="Arial"/>
                <a:cs typeface="Arial"/>
              </a:defRPr>
            </a:lvl8pPr>
            <a:lvl9pPr algn="ctr">
              <a:defRPr sz="750" b="1">
                <a:solidFill>
                  <a:srgbClr val="263442"/>
                </a:solidFill>
                <a:latin typeface="Arial"/>
                <a:ea typeface="Arial"/>
                <a:cs typeface="Arial"/>
              </a:defRPr>
            </a:lvl9pPr>
          </a:lstStyle>
          <a:p>
            <a:pPr algn="ctr">
              <a:defRPr sz="750" b="1">
                <a:solidFill>
                  <a:srgbClr val="263442"/>
                </a:solidFill>
                <a:latin typeface="Arial"/>
                <a:ea typeface="Arial"/>
                <a:cs typeface="Arial"/>
              </a:defRPr>
            </a:pPr>
            <a:r>
              <a:rPr sz="750" b="1">
                <a:solidFill>
                  <a:srgbClr val="263442"/>
                </a:solidFill>
                <a:latin typeface="Arial"/>
                <a:ea typeface="Arial"/>
                <a:cs typeface="Arial"/>
              </a:rPr>
              <a:t>Match Pocket</a:t>
            </a:r>
          </a:p>
        </p:txBody>
      </p:sp>
      <p:sp>
        <p:nvSpPr>
          <p:cNvPr id="50617" name="label">
            <a:extLst>
              <a:ext uri="{FF2B5EF4-FFF2-40B4-BE49-F238E27FC236}">
                <a16:creationId xmlns:a16="http://schemas.microsoft.com/office/drawing/2014/main" id="{C84AD0FD-F749-4245-A017-9CA5BC8B4F6B}"/>
              </a:ext>
            </a:extLst>
          </p:cNvPr>
          <p:cNvSpPr>
            <a:spLocks noGrp="1"/>
          </p:cNvSpPr>
          <p:nvPr/>
        </p:nvSpPr>
        <p:spPr>
          <a:xfrm>
            <a:off x="5353050" y="352425"/>
            <a:ext cx="942975" cy="152400"/>
          </a:xfrm>
          <a:prstGeom prst="rect">
            <a:avLst/>
          </a:prstGeom>
          <a:noFill/>
          <a:ln w="0">
            <a:noFill/>
          </a:ln>
        </p:spPr>
        <p:txBody>
          <a:bodyPr wrap="none" lIns="0" tIns="0" rIns="0" bIns="0" anchor="ctr">
            <a:noAutofit/>
          </a:bodyPr>
          <a:lstStyle>
            <a:defPPr algn="ctr">
              <a:defRPr sz="750" b="1">
                <a:solidFill>
                  <a:srgbClr val="263442"/>
                </a:solidFill>
                <a:latin typeface="Arial"/>
                <a:ea typeface="Arial"/>
                <a:cs typeface="Arial"/>
              </a:defRPr>
            </a:defPPr>
            <a:lvl1pPr algn="ctr">
              <a:defRPr sz="750" b="1">
                <a:solidFill>
                  <a:srgbClr val="263442"/>
                </a:solidFill>
                <a:latin typeface="Arial"/>
                <a:ea typeface="Arial"/>
                <a:cs typeface="Arial"/>
              </a:defRPr>
            </a:lvl1pPr>
            <a:lvl2pPr algn="ctr">
              <a:defRPr sz="750" b="1">
                <a:solidFill>
                  <a:srgbClr val="263442"/>
                </a:solidFill>
                <a:latin typeface="Arial"/>
                <a:ea typeface="Arial"/>
                <a:cs typeface="Arial"/>
              </a:defRPr>
            </a:lvl2pPr>
            <a:lvl3pPr algn="ctr">
              <a:defRPr sz="750" b="1">
                <a:solidFill>
                  <a:srgbClr val="263442"/>
                </a:solidFill>
                <a:latin typeface="Arial"/>
                <a:ea typeface="Arial"/>
                <a:cs typeface="Arial"/>
              </a:defRPr>
            </a:lvl3pPr>
            <a:lvl4pPr algn="ctr">
              <a:defRPr sz="750" b="1">
                <a:solidFill>
                  <a:srgbClr val="263442"/>
                </a:solidFill>
                <a:latin typeface="Arial"/>
                <a:ea typeface="Arial"/>
                <a:cs typeface="Arial"/>
              </a:defRPr>
            </a:lvl4pPr>
            <a:lvl5pPr algn="ctr">
              <a:defRPr sz="750" b="1">
                <a:solidFill>
                  <a:srgbClr val="263442"/>
                </a:solidFill>
                <a:latin typeface="Arial"/>
                <a:ea typeface="Arial"/>
                <a:cs typeface="Arial"/>
              </a:defRPr>
            </a:lvl5pPr>
            <a:lvl6pPr algn="ctr">
              <a:defRPr sz="750" b="1">
                <a:solidFill>
                  <a:srgbClr val="263442"/>
                </a:solidFill>
                <a:latin typeface="Arial"/>
                <a:ea typeface="Arial"/>
                <a:cs typeface="Arial"/>
              </a:defRPr>
            </a:lvl6pPr>
            <a:lvl7pPr algn="ctr">
              <a:defRPr sz="750" b="1">
                <a:solidFill>
                  <a:srgbClr val="263442"/>
                </a:solidFill>
                <a:latin typeface="Arial"/>
                <a:ea typeface="Arial"/>
                <a:cs typeface="Arial"/>
              </a:defRPr>
            </a:lvl7pPr>
            <a:lvl8pPr algn="ctr">
              <a:defRPr sz="750" b="1">
                <a:solidFill>
                  <a:srgbClr val="263442"/>
                </a:solidFill>
                <a:latin typeface="Arial"/>
                <a:ea typeface="Arial"/>
                <a:cs typeface="Arial"/>
              </a:defRPr>
            </a:lvl8pPr>
            <a:lvl9pPr algn="ctr">
              <a:defRPr sz="750" b="1">
                <a:solidFill>
                  <a:srgbClr val="263442"/>
                </a:solidFill>
                <a:latin typeface="Arial"/>
                <a:ea typeface="Arial"/>
                <a:cs typeface="Arial"/>
              </a:defRPr>
            </a:lvl9pPr>
          </a:lstStyle>
          <a:p>
            <a:pPr algn="ctr">
              <a:defRPr sz="750" b="1">
                <a:solidFill>
                  <a:srgbClr val="263442"/>
                </a:solidFill>
                <a:latin typeface="Arial"/>
                <a:ea typeface="Arial"/>
                <a:cs typeface="Arial"/>
              </a:defRPr>
            </a:pPr>
            <a:r>
              <a:rPr sz="750" b="1">
                <a:solidFill>
                  <a:srgbClr val="263442"/>
                </a:solidFill>
                <a:latin typeface="Arial"/>
                <a:ea typeface="Arial"/>
                <a:cs typeface="Arial"/>
              </a:rPr>
              <a:t>Build Pocket</a:t>
            </a:r>
          </a:p>
        </p:txBody>
      </p:sp>
      <p:sp>
        <p:nvSpPr>
          <p:cNvPr id="50700" name="label">
            <a:extLst>
              <a:ext uri="{FF2B5EF4-FFF2-40B4-BE49-F238E27FC236}">
                <a16:creationId xmlns:a16="http://schemas.microsoft.com/office/drawing/2014/main" id="{5BF79238-0123-489D-A7AE-84FA05BBBAC5}"/>
              </a:ext>
            </a:extLst>
          </p:cNvPr>
          <p:cNvSpPr>
            <a:spLocks noGrp="1"/>
          </p:cNvSpPr>
          <p:nvPr/>
        </p:nvSpPr>
        <p:spPr>
          <a:xfrm>
            <a:off x="4305300" y="2867025"/>
            <a:ext cx="942975" cy="152400"/>
          </a:xfrm>
          <a:prstGeom prst="rect">
            <a:avLst/>
          </a:prstGeom>
          <a:noFill/>
          <a:ln w="0">
            <a:noFill/>
          </a:ln>
        </p:spPr>
        <p:txBody>
          <a:bodyPr wrap="none" lIns="0" tIns="0" rIns="0" bIns="0" anchor="ctr">
            <a:noAutofit/>
          </a:bodyPr>
          <a:lstStyle>
            <a:defPPr algn="ctr">
              <a:defRPr sz="750" b="1">
                <a:solidFill>
                  <a:srgbClr val="263442"/>
                </a:solidFill>
                <a:latin typeface="Arial"/>
                <a:ea typeface="Arial"/>
                <a:cs typeface="Arial"/>
              </a:defRPr>
            </a:defPPr>
            <a:lvl1pPr algn="ctr">
              <a:defRPr sz="750" b="1">
                <a:solidFill>
                  <a:srgbClr val="263442"/>
                </a:solidFill>
                <a:latin typeface="Arial"/>
                <a:ea typeface="Arial"/>
                <a:cs typeface="Arial"/>
              </a:defRPr>
            </a:lvl1pPr>
            <a:lvl2pPr algn="ctr">
              <a:defRPr sz="750" b="1">
                <a:solidFill>
                  <a:srgbClr val="263442"/>
                </a:solidFill>
                <a:latin typeface="Arial"/>
                <a:ea typeface="Arial"/>
                <a:cs typeface="Arial"/>
              </a:defRPr>
            </a:lvl2pPr>
            <a:lvl3pPr algn="ctr">
              <a:defRPr sz="750" b="1">
                <a:solidFill>
                  <a:srgbClr val="263442"/>
                </a:solidFill>
                <a:latin typeface="Arial"/>
                <a:ea typeface="Arial"/>
                <a:cs typeface="Arial"/>
              </a:defRPr>
            </a:lvl3pPr>
            <a:lvl4pPr algn="ctr">
              <a:defRPr sz="750" b="1">
                <a:solidFill>
                  <a:srgbClr val="263442"/>
                </a:solidFill>
                <a:latin typeface="Arial"/>
                <a:ea typeface="Arial"/>
                <a:cs typeface="Arial"/>
              </a:defRPr>
            </a:lvl4pPr>
            <a:lvl5pPr algn="ctr">
              <a:defRPr sz="750" b="1">
                <a:solidFill>
                  <a:srgbClr val="263442"/>
                </a:solidFill>
                <a:latin typeface="Arial"/>
                <a:ea typeface="Arial"/>
                <a:cs typeface="Arial"/>
              </a:defRPr>
            </a:lvl5pPr>
            <a:lvl6pPr algn="ctr">
              <a:defRPr sz="750" b="1">
                <a:solidFill>
                  <a:srgbClr val="263442"/>
                </a:solidFill>
                <a:latin typeface="Arial"/>
                <a:ea typeface="Arial"/>
                <a:cs typeface="Arial"/>
              </a:defRPr>
            </a:lvl6pPr>
            <a:lvl7pPr algn="ctr">
              <a:defRPr sz="750" b="1">
                <a:solidFill>
                  <a:srgbClr val="263442"/>
                </a:solidFill>
                <a:latin typeface="Arial"/>
                <a:ea typeface="Arial"/>
                <a:cs typeface="Arial"/>
              </a:defRPr>
            </a:lvl7pPr>
            <a:lvl8pPr algn="ctr">
              <a:defRPr sz="750" b="1">
                <a:solidFill>
                  <a:srgbClr val="263442"/>
                </a:solidFill>
                <a:latin typeface="Arial"/>
                <a:ea typeface="Arial"/>
                <a:cs typeface="Arial"/>
              </a:defRPr>
            </a:lvl8pPr>
            <a:lvl9pPr algn="ctr">
              <a:defRPr sz="750" b="1">
                <a:solidFill>
                  <a:srgbClr val="263442"/>
                </a:solidFill>
                <a:latin typeface="Arial"/>
                <a:ea typeface="Arial"/>
                <a:cs typeface="Arial"/>
              </a:defRPr>
            </a:lvl9pPr>
          </a:lstStyle>
          <a:p>
            <a:pPr algn="ctr">
              <a:defRPr sz="750" b="1">
                <a:solidFill>
                  <a:srgbClr val="263442"/>
                </a:solidFill>
                <a:latin typeface="Arial"/>
                <a:ea typeface="Arial"/>
                <a:cs typeface="Arial"/>
              </a:defRPr>
            </a:pPr>
            <a:r>
              <a:rPr sz="750" b="1">
                <a:solidFill>
                  <a:srgbClr val="263442"/>
                </a:solidFill>
                <a:latin typeface="Arial"/>
                <a:ea typeface="Arial"/>
                <a:cs typeface="Arial"/>
              </a:rPr>
              <a:t>SMILES input</a:t>
            </a:r>
          </a:p>
        </p:txBody>
      </p:sp>
      <p:sp>
        <p:nvSpPr>
          <p:cNvPr id="50701" name="label">
            <a:extLst>
              <a:ext uri="{FF2B5EF4-FFF2-40B4-BE49-F238E27FC236}">
                <a16:creationId xmlns:a16="http://schemas.microsoft.com/office/drawing/2014/main" id="{97FD9FFE-9773-4CBF-BB7A-C840B6735246}"/>
              </a:ext>
            </a:extLst>
          </p:cNvPr>
          <p:cNvSpPr>
            <a:spLocks noGrp="1"/>
          </p:cNvSpPr>
          <p:nvPr/>
        </p:nvSpPr>
        <p:spPr>
          <a:xfrm>
            <a:off x="5353050" y="2867025"/>
            <a:ext cx="942975" cy="152400"/>
          </a:xfrm>
          <a:prstGeom prst="rect">
            <a:avLst/>
          </a:prstGeom>
          <a:noFill/>
          <a:ln w="0">
            <a:noFill/>
          </a:ln>
        </p:spPr>
        <p:txBody>
          <a:bodyPr wrap="none" lIns="0" tIns="0" rIns="0" bIns="0" anchor="ctr">
            <a:noAutofit/>
          </a:bodyPr>
          <a:lstStyle>
            <a:defPPr algn="ctr">
              <a:defRPr sz="750" b="1">
                <a:solidFill>
                  <a:srgbClr val="263442"/>
                </a:solidFill>
                <a:latin typeface="Arial"/>
                <a:ea typeface="Arial"/>
                <a:cs typeface="Arial"/>
              </a:defRPr>
            </a:defPPr>
            <a:lvl1pPr algn="ctr">
              <a:defRPr sz="750" b="1">
                <a:solidFill>
                  <a:srgbClr val="263442"/>
                </a:solidFill>
                <a:latin typeface="Arial"/>
                <a:ea typeface="Arial"/>
                <a:cs typeface="Arial"/>
              </a:defRPr>
            </a:lvl1pPr>
            <a:lvl2pPr algn="ctr">
              <a:defRPr sz="750" b="1">
                <a:solidFill>
                  <a:srgbClr val="263442"/>
                </a:solidFill>
                <a:latin typeface="Arial"/>
                <a:ea typeface="Arial"/>
                <a:cs typeface="Arial"/>
              </a:defRPr>
            </a:lvl2pPr>
            <a:lvl3pPr algn="ctr">
              <a:defRPr sz="750" b="1">
                <a:solidFill>
                  <a:srgbClr val="263442"/>
                </a:solidFill>
                <a:latin typeface="Arial"/>
                <a:ea typeface="Arial"/>
                <a:cs typeface="Arial"/>
              </a:defRPr>
            </a:lvl3pPr>
            <a:lvl4pPr algn="ctr">
              <a:defRPr sz="750" b="1">
                <a:solidFill>
                  <a:srgbClr val="263442"/>
                </a:solidFill>
                <a:latin typeface="Arial"/>
                <a:ea typeface="Arial"/>
                <a:cs typeface="Arial"/>
              </a:defRPr>
            </a:lvl4pPr>
            <a:lvl5pPr algn="ctr">
              <a:defRPr sz="750" b="1">
                <a:solidFill>
                  <a:srgbClr val="263442"/>
                </a:solidFill>
                <a:latin typeface="Arial"/>
                <a:ea typeface="Arial"/>
                <a:cs typeface="Arial"/>
              </a:defRPr>
            </a:lvl5pPr>
            <a:lvl6pPr algn="ctr">
              <a:defRPr sz="750" b="1">
                <a:solidFill>
                  <a:srgbClr val="263442"/>
                </a:solidFill>
                <a:latin typeface="Arial"/>
                <a:ea typeface="Arial"/>
                <a:cs typeface="Arial"/>
              </a:defRPr>
            </a:lvl6pPr>
            <a:lvl7pPr algn="ctr">
              <a:defRPr sz="750" b="1">
                <a:solidFill>
                  <a:srgbClr val="263442"/>
                </a:solidFill>
                <a:latin typeface="Arial"/>
                <a:ea typeface="Arial"/>
                <a:cs typeface="Arial"/>
              </a:defRPr>
            </a:lvl7pPr>
            <a:lvl8pPr algn="ctr">
              <a:defRPr sz="750" b="1">
                <a:solidFill>
                  <a:srgbClr val="263442"/>
                </a:solidFill>
                <a:latin typeface="Arial"/>
                <a:ea typeface="Arial"/>
                <a:cs typeface="Arial"/>
              </a:defRPr>
            </a:lvl8pPr>
            <a:lvl9pPr algn="ctr">
              <a:defRPr sz="750" b="1">
                <a:solidFill>
                  <a:srgbClr val="263442"/>
                </a:solidFill>
                <a:latin typeface="Arial"/>
                <a:ea typeface="Arial"/>
                <a:cs typeface="Arial"/>
              </a:defRPr>
            </a:lvl9pPr>
          </a:lstStyle>
          <a:p>
            <a:pPr algn="ctr">
              <a:defRPr sz="750" b="1">
                <a:solidFill>
                  <a:srgbClr val="263442"/>
                </a:solidFill>
                <a:latin typeface="Arial"/>
                <a:ea typeface="Arial"/>
                <a:cs typeface="Arial"/>
              </a:defRPr>
            </a:pPr>
            <a:r>
              <a:rPr sz="750" b="1">
                <a:solidFill>
                  <a:srgbClr val="263442"/>
                </a:solidFill>
                <a:latin typeface="Arial"/>
                <a:ea typeface="Arial"/>
                <a:cs typeface="Arial"/>
              </a:rPr>
              <a:t>Build SMILES</a:t>
            </a:r>
          </a:p>
        </p:txBody>
      </p:sp>
      <p:sp>
        <p:nvSpPr>
          <p:cNvPr id="50718" name="label">
            <a:extLst>
              <a:ext uri="{FF2B5EF4-FFF2-40B4-BE49-F238E27FC236}">
                <a16:creationId xmlns:a16="http://schemas.microsoft.com/office/drawing/2014/main" id="{5F0AF74F-C4FF-4A06-8F12-E014FED39506}"/>
              </a:ext>
            </a:extLst>
          </p:cNvPr>
          <p:cNvSpPr>
            <a:spLocks noGrp="1"/>
          </p:cNvSpPr>
          <p:nvPr/>
        </p:nvSpPr>
        <p:spPr>
          <a:xfrm>
            <a:off x="4305300" y="4143375"/>
            <a:ext cx="1990725" cy="209550"/>
          </a:xfrm>
          <a:prstGeom prst="rect">
            <a:avLst/>
          </a:prstGeom>
          <a:noFill/>
          <a:ln w="0">
            <a:noFill/>
          </a:ln>
        </p:spPr>
        <p:txBody>
          <a:bodyPr wrap="none" lIns="0" tIns="0" rIns="0" bIns="0" anchor="ctr">
            <a:noAutofit/>
          </a:bodyPr>
          <a:lstStyle>
            <a:defPPr algn="l">
              <a:defRPr sz="623" b="0">
                <a:solidFill>
                  <a:srgbClr val="687780"/>
                </a:solidFill>
                <a:latin typeface="Arial"/>
                <a:ea typeface="Arial"/>
                <a:cs typeface="Arial"/>
              </a:defRPr>
            </a:defPPr>
            <a:lvl1pPr algn="l">
              <a:defRPr sz="623" b="0">
                <a:solidFill>
                  <a:srgbClr val="687780"/>
                </a:solidFill>
                <a:latin typeface="Arial"/>
                <a:ea typeface="Arial"/>
                <a:cs typeface="Arial"/>
              </a:defRPr>
            </a:lvl1pPr>
            <a:lvl2pPr algn="l">
              <a:defRPr sz="623" b="0">
                <a:solidFill>
                  <a:srgbClr val="687780"/>
                </a:solidFill>
                <a:latin typeface="Arial"/>
                <a:ea typeface="Arial"/>
                <a:cs typeface="Arial"/>
              </a:defRPr>
            </a:lvl2pPr>
            <a:lvl3pPr algn="l">
              <a:defRPr sz="623" b="0">
                <a:solidFill>
                  <a:srgbClr val="687780"/>
                </a:solidFill>
                <a:latin typeface="Arial"/>
                <a:ea typeface="Arial"/>
                <a:cs typeface="Arial"/>
              </a:defRPr>
            </a:lvl3pPr>
            <a:lvl4pPr algn="l">
              <a:defRPr sz="623" b="0">
                <a:solidFill>
                  <a:srgbClr val="687780"/>
                </a:solidFill>
                <a:latin typeface="Arial"/>
                <a:ea typeface="Arial"/>
                <a:cs typeface="Arial"/>
              </a:defRPr>
            </a:lvl4pPr>
            <a:lvl5pPr algn="l">
              <a:defRPr sz="623" b="0">
                <a:solidFill>
                  <a:srgbClr val="687780"/>
                </a:solidFill>
                <a:latin typeface="Arial"/>
                <a:ea typeface="Arial"/>
                <a:cs typeface="Arial"/>
              </a:defRPr>
            </a:lvl5pPr>
            <a:lvl6pPr algn="l">
              <a:defRPr sz="623" b="0">
                <a:solidFill>
                  <a:srgbClr val="687780"/>
                </a:solidFill>
                <a:latin typeface="Arial"/>
                <a:ea typeface="Arial"/>
                <a:cs typeface="Arial"/>
              </a:defRPr>
            </a:lvl6pPr>
            <a:lvl7pPr algn="l">
              <a:defRPr sz="623" b="0">
                <a:solidFill>
                  <a:srgbClr val="687780"/>
                </a:solidFill>
                <a:latin typeface="Arial"/>
                <a:ea typeface="Arial"/>
                <a:cs typeface="Arial"/>
              </a:defRPr>
            </a:lvl7pPr>
            <a:lvl8pPr algn="l">
              <a:defRPr sz="623" b="0">
                <a:solidFill>
                  <a:srgbClr val="687780"/>
                </a:solidFill>
                <a:latin typeface="Arial"/>
                <a:ea typeface="Arial"/>
                <a:cs typeface="Arial"/>
              </a:defRPr>
            </a:lvl8pPr>
            <a:lvl9pPr algn="l">
              <a:defRPr sz="623" b="0">
                <a:solidFill>
                  <a:srgbClr val="687780"/>
                </a:solidFill>
                <a:latin typeface="Arial"/>
                <a:ea typeface="Arial"/>
                <a:cs typeface="Arial"/>
              </a:defRPr>
            </a:lvl9pPr>
          </a:lstStyle>
          <a:p>
            <a:pPr algn="l">
              <a:defRPr sz="623" b="0">
                <a:solidFill>
                  <a:srgbClr val="687780"/>
                </a:solidFill>
                <a:latin typeface="Arial"/>
                <a:ea typeface="Arial"/>
                <a:cs typeface="Arial"/>
              </a:defRPr>
            </a:pPr>
            <a:r>
              <a:rPr sz="623" b="0">
                <a:solidFill>
                  <a:srgbClr val="687780"/>
                </a:solidFill>
                <a:latin typeface="Arial"/>
                <a:ea typeface="Arial"/>
                <a:cs typeface="Arial"/>
              </a:rPr>
              <a:t>Green frames mark the four examples used in Fig. 1.</a:t>
            </a:r>
          </a:p>
        </p:txBody>
      </p:sp>
      <p:grpSp>
        <p:nvGrpSpPr>
          <p:cNvPr id="50719" name="Pose candidate 11jb_30"/>
          <p:cNvGrpSpPr/>
          <p:nvPr/>
        </p:nvGrpSpPr>
        <p:grpSpPr>
          <a:xfrm>
            <a:off x="133350" y="542925"/>
            <a:ext cx="962025" cy="885825"/>
            <a:chOff x="133350" y="542925"/>
            <a:chExt cx="962025" cy="885825"/>
          </a:xfrm>
        </p:grpSpPr>
        <p:sp>
          <p:nvSpPr>
            <p:cNvPr id="50618" name="Candidate-11jb_30">
              <a:extLst>
                <a:ext uri="{FF2B5EF4-FFF2-40B4-BE49-F238E27FC236}">
                  <a16:creationId xmlns:a16="http://schemas.microsoft.com/office/drawing/2014/main" id="{F1B1C9FE-DD83-4F59-B49C-D787C8BCC21F}"/>
                </a:ext>
              </a:extLst>
            </p:cNvPr>
            <p:cNvSpPr>
              <a:spLocks noGrp="1"/>
            </p:cNvSpPr>
            <p:nvPr/>
          </p:nvSpPr>
          <p:spPr>
            <a:xfrm>
              <a:off x="133350" y="542925"/>
              <a:ext cx="962025" cy="885825"/>
            </a:xfrm>
            <a:prstGeom prst="rect">
              <a:avLst/>
            </a:prstGeom>
            <a:noFill/>
            <a:ln w="5239">
              <a:solidFill>
                <a:srgbClr val="DFE5E9"/>
              </a:solidFill>
            </a:ln>
          </p:spPr>
        </p:sp>
        <p:pic>
          <p:nvPicPr>
            <p:cNvPr id="50619" name="图片 50618">
              <a:extLst>
                <a:ext uri="{FF2B5EF4-FFF2-40B4-BE49-F238E27FC236}">
                  <a16:creationId xmlns:a16="http://schemas.microsoft.com/office/drawing/2014/main" id="{1E6BB66B-C25C-4CB2-8431-A10F1EE5DB51}"/>
                </a:ext>
              </a:extLst>
            </p:cNvPr>
            <p:cNvPicPr>
              <a:picLocks noChangeAspect="1"/>
            </p:cNvPicPr>
            <p:nvPr/>
          </p:nvPicPr>
          <p:blipFill>
            <a:blip r:embed="rId4"/>
            <a:stretch/>
          </p:blipFill>
          <p:spPr>
            <a:xfrm>
              <a:off x="247667" y="561975"/>
              <a:ext cx="733390" cy="647700"/>
            </a:xfrm>
            <a:prstGeom prst="rect">
              <a:avLst/>
            </a:prstGeom>
          </p:spPr>
        </p:pic>
        <p:sp>
          <p:nvSpPr>
            <p:cNvPr id="50620" name="Candidate-identity">
              <a:extLst>
                <a:ext uri="{FF2B5EF4-FFF2-40B4-BE49-F238E27FC236}">
                  <a16:creationId xmlns:a16="http://schemas.microsoft.com/office/drawing/2014/main" id="{9AF00514-D12A-4EB6-9138-ECF382BFAF75}"/>
                </a:ext>
              </a:extLst>
            </p:cNvPr>
            <p:cNvSpPr>
              <a:spLocks noGrp="1"/>
            </p:cNvSpPr>
            <p:nvPr/>
          </p:nvSpPr>
          <p:spPr>
            <a:xfrm>
              <a:off x="161925" y="1219200"/>
              <a:ext cx="904875" cy="104775"/>
            </a:xfrm>
            <a:prstGeom prst="rect">
              <a:avLst/>
            </a:prstGeom>
            <a:noFill/>
            <a:ln w="0">
              <a:noFill/>
            </a:ln>
          </p:spPr>
          <p:txBody>
            <a:bodyPr wrap="none" lIns="0" tIns="0" rIns="0" bIns="0" anchor="ctr">
              <a:noAutofit/>
            </a:bodyPr>
            <a:lstStyle>
              <a:defPPr algn="ctr">
                <a:defRPr sz="660" b="0">
                  <a:solidFill>
                    <a:srgbClr val="263442"/>
                  </a:solidFill>
                  <a:latin typeface="Arial"/>
                  <a:ea typeface="Arial"/>
                  <a:cs typeface="Arial"/>
                </a:defRPr>
              </a:defPPr>
              <a:lvl1pPr algn="ctr">
                <a:defRPr sz="660" b="0">
                  <a:solidFill>
                    <a:srgbClr val="263442"/>
                  </a:solidFill>
                  <a:latin typeface="Arial"/>
                  <a:ea typeface="Arial"/>
                  <a:cs typeface="Arial"/>
                </a:defRPr>
              </a:lvl1pPr>
              <a:lvl2pPr algn="ctr">
                <a:defRPr sz="660" b="0">
                  <a:solidFill>
                    <a:srgbClr val="263442"/>
                  </a:solidFill>
                  <a:latin typeface="Arial"/>
                  <a:ea typeface="Arial"/>
                  <a:cs typeface="Arial"/>
                </a:defRPr>
              </a:lvl2pPr>
              <a:lvl3pPr algn="ctr">
                <a:defRPr sz="660" b="0">
                  <a:solidFill>
                    <a:srgbClr val="263442"/>
                  </a:solidFill>
                  <a:latin typeface="Arial"/>
                  <a:ea typeface="Arial"/>
                  <a:cs typeface="Arial"/>
                </a:defRPr>
              </a:lvl3pPr>
              <a:lvl4pPr algn="ctr">
                <a:defRPr sz="660" b="0">
                  <a:solidFill>
                    <a:srgbClr val="263442"/>
                  </a:solidFill>
                  <a:latin typeface="Arial"/>
                  <a:ea typeface="Arial"/>
                  <a:cs typeface="Arial"/>
                </a:defRPr>
              </a:lvl4pPr>
              <a:lvl5pPr algn="ctr">
                <a:defRPr sz="660" b="0">
                  <a:solidFill>
                    <a:srgbClr val="263442"/>
                  </a:solidFill>
                  <a:latin typeface="Arial"/>
                  <a:ea typeface="Arial"/>
                  <a:cs typeface="Arial"/>
                </a:defRPr>
              </a:lvl5pPr>
              <a:lvl6pPr algn="ctr">
                <a:defRPr sz="660" b="0">
                  <a:solidFill>
                    <a:srgbClr val="263442"/>
                  </a:solidFill>
                  <a:latin typeface="Arial"/>
                  <a:ea typeface="Arial"/>
                  <a:cs typeface="Arial"/>
                </a:defRPr>
              </a:lvl6pPr>
              <a:lvl7pPr algn="ctr">
                <a:defRPr sz="660" b="0">
                  <a:solidFill>
                    <a:srgbClr val="263442"/>
                  </a:solidFill>
                  <a:latin typeface="Arial"/>
                  <a:ea typeface="Arial"/>
                  <a:cs typeface="Arial"/>
                </a:defRPr>
              </a:lvl7pPr>
              <a:lvl8pPr algn="ctr">
                <a:defRPr sz="660" b="0">
                  <a:solidFill>
                    <a:srgbClr val="263442"/>
                  </a:solidFill>
                  <a:latin typeface="Arial"/>
                  <a:ea typeface="Arial"/>
                  <a:cs typeface="Arial"/>
                </a:defRPr>
              </a:lvl8pPr>
              <a:lvl9pPr algn="ctr">
                <a:defRPr sz="660" b="0">
                  <a:solidFill>
                    <a:srgbClr val="263442"/>
                  </a:solidFill>
                  <a:latin typeface="Arial"/>
                  <a:ea typeface="Arial"/>
                  <a:cs typeface="Arial"/>
                </a:defRPr>
              </a:lvl9pPr>
            </a:lstStyle>
            <a:p>
              <a:pPr algn="ctr">
                <a:defRPr sz="660" b="0">
                  <a:solidFill>
                    <a:srgbClr val="263442"/>
                  </a:solidFill>
                  <a:latin typeface="Arial"/>
                  <a:ea typeface="Arial"/>
                  <a:cs typeface="Arial"/>
                </a:defRPr>
              </a:pPr>
              <a:r>
                <a:rPr sz="660" b="0">
                  <a:solidFill>
                    <a:srgbClr val="263442"/>
                  </a:solidFill>
                  <a:latin typeface="Arial"/>
                  <a:ea typeface="Arial"/>
                  <a:cs typeface="Arial"/>
                </a:rPr>
                <a:t>11JB · AR6</a:t>
              </a:r>
            </a:p>
          </p:txBody>
        </p:sp>
        <p:sp>
          <p:nvSpPr>
            <p:cNvPr id="50621" name="Candidate-instance">
              <a:extLst>
                <a:ext uri="{FF2B5EF4-FFF2-40B4-BE49-F238E27FC236}">
                  <a16:creationId xmlns:a16="http://schemas.microsoft.com/office/drawing/2014/main" id="{76604C83-0361-49F9-BFE6-97B82F6CB5AA}"/>
                </a:ext>
              </a:extLst>
            </p:cNvPr>
            <p:cNvSpPr>
              <a:spLocks noGrp="1"/>
            </p:cNvSpPr>
            <p:nvPr/>
          </p:nvSpPr>
          <p:spPr>
            <a:xfrm>
              <a:off x="161925" y="13239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K:2001</a:t>
              </a:r>
            </a:p>
          </p:txBody>
        </p:sp>
      </p:grpSp>
      <p:grpSp>
        <p:nvGrpSpPr>
          <p:cNvPr id="50720" name="Pose candidate 23xk_0"/>
          <p:cNvGrpSpPr/>
          <p:nvPr/>
        </p:nvGrpSpPr>
        <p:grpSpPr>
          <a:xfrm>
            <a:off x="1143000" y="542925"/>
            <a:ext cx="962025" cy="885825"/>
            <a:chOff x="1143000" y="542925"/>
            <a:chExt cx="962025" cy="885825"/>
          </a:xfrm>
        </p:grpSpPr>
        <p:sp>
          <p:nvSpPr>
            <p:cNvPr id="50622" name="Candidate-23xk_0">
              <a:extLst>
                <a:ext uri="{FF2B5EF4-FFF2-40B4-BE49-F238E27FC236}">
                  <a16:creationId xmlns:a16="http://schemas.microsoft.com/office/drawing/2014/main" id="{D9C8127A-5562-4640-9B6C-5C120BDC44A4}"/>
                </a:ext>
              </a:extLst>
            </p:cNvPr>
            <p:cNvSpPr>
              <a:spLocks noGrp="1"/>
            </p:cNvSpPr>
            <p:nvPr/>
          </p:nvSpPr>
          <p:spPr>
            <a:xfrm>
              <a:off x="1143000" y="542925"/>
              <a:ext cx="962025" cy="885825"/>
            </a:xfrm>
            <a:prstGeom prst="rect">
              <a:avLst/>
            </a:prstGeom>
            <a:noFill/>
            <a:ln w="5239">
              <a:solidFill>
                <a:srgbClr val="DFE5E9"/>
              </a:solidFill>
            </a:ln>
          </p:spPr>
        </p:sp>
        <p:pic>
          <p:nvPicPr>
            <p:cNvPr id="50623" name="图片 50622">
              <a:extLst>
                <a:ext uri="{FF2B5EF4-FFF2-40B4-BE49-F238E27FC236}">
                  <a16:creationId xmlns:a16="http://schemas.microsoft.com/office/drawing/2014/main" id="{AAA217B6-0118-4C94-9265-6BDE2D63E652}"/>
                </a:ext>
              </a:extLst>
            </p:cNvPr>
            <p:cNvPicPr>
              <a:picLocks noChangeAspect="1"/>
            </p:cNvPicPr>
            <p:nvPr/>
          </p:nvPicPr>
          <p:blipFill>
            <a:blip r:embed="rId5"/>
            <a:stretch/>
          </p:blipFill>
          <p:spPr>
            <a:xfrm>
              <a:off x="1287772" y="561975"/>
              <a:ext cx="672482" cy="647700"/>
            </a:xfrm>
            <a:prstGeom prst="rect">
              <a:avLst/>
            </a:prstGeom>
          </p:spPr>
        </p:pic>
        <p:sp>
          <p:nvSpPr>
            <p:cNvPr id="50624" name="Candidate-identity">
              <a:extLst>
                <a:ext uri="{FF2B5EF4-FFF2-40B4-BE49-F238E27FC236}">
                  <a16:creationId xmlns:a16="http://schemas.microsoft.com/office/drawing/2014/main" id="{0E5D5A71-186B-47C8-941D-7216772B29A2}"/>
                </a:ext>
              </a:extLst>
            </p:cNvPr>
            <p:cNvSpPr>
              <a:spLocks noGrp="1"/>
            </p:cNvSpPr>
            <p:nvPr/>
          </p:nvSpPr>
          <p:spPr>
            <a:xfrm>
              <a:off x="1171575" y="1219200"/>
              <a:ext cx="904875" cy="104775"/>
            </a:xfrm>
            <a:prstGeom prst="rect">
              <a:avLst/>
            </a:prstGeom>
            <a:noFill/>
            <a:ln w="0">
              <a:noFill/>
            </a:ln>
          </p:spPr>
          <p:txBody>
            <a:bodyPr wrap="none" lIns="0" tIns="0" rIns="0" bIns="0" anchor="ctr">
              <a:noAutofit/>
            </a:bodyPr>
            <a:lstStyle>
              <a:defPPr algn="ctr">
                <a:defRPr sz="660" b="0">
                  <a:solidFill>
                    <a:srgbClr val="263442"/>
                  </a:solidFill>
                  <a:latin typeface="Arial"/>
                  <a:ea typeface="Arial"/>
                  <a:cs typeface="Arial"/>
                </a:defRPr>
              </a:defPPr>
              <a:lvl1pPr algn="ctr">
                <a:defRPr sz="660" b="0">
                  <a:solidFill>
                    <a:srgbClr val="263442"/>
                  </a:solidFill>
                  <a:latin typeface="Arial"/>
                  <a:ea typeface="Arial"/>
                  <a:cs typeface="Arial"/>
                </a:defRPr>
              </a:lvl1pPr>
              <a:lvl2pPr algn="ctr">
                <a:defRPr sz="660" b="0">
                  <a:solidFill>
                    <a:srgbClr val="263442"/>
                  </a:solidFill>
                  <a:latin typeface="Arial"/>
                  <a:ea typeface="Arial"/>
                  <a:cs typeface="Arial"/>
                </a:defRPr>
              </a:lvl2pPr>
              <a:lvl3pPr algn="ctr">
                <a:defRPr sz="660" b="0">
                  <a:solidFill>
                    <a:srgbClr val="263442"/>
                  </a:solidFill>
                  <a:latin typeface="Arial"/>
                  <a:ea typeface="Arial"/>
                  <a:cs typeface="Arial"/>
                </a:defRPr>
              </a:lvl3pPr>
              <a:lvl4pPr algn="ctr">
                <a:defRPr sz="660" b="0">
                  <a:solidFill>
                    <a:srgbClr val="263442"/>
                  </a:solidFill>
                  <a:latin typeface="Arial"/>
                  <a:ea typeface="Arial"/>
                  <a:cs typeface="Arial"/>
                </a:defRPr>
              </a:lvl4pPr>
              <a:lvl5pPr algn="ctr">
                <a:defRPr sz="660" b="0">
                  <a:solidFill>
                    <a:srgbClr val="263442"/>
                  </a:solidFill>
                  <a:latin typeface="Arial"/>
                  <a:ea typeface="Arial"/>
                  <a:cs typeface="Arial"/>
                </a:defRPr>
              </a:lvl5pPr>
              <a:lvl6pPr algn="ctr">
                <a:defRPr sz="660" b="0">
                  <a:solidFill>
                    <a:srgbClr val="263442"/>
                  </a:solidFill>
                  <a:latin typeface="Arial"/>
                  <a:ea typeface="Arial"/>
                  <a:cs typeface="Arial"/>
                </a:defRPr>
              </a:lvl6pPr>
              <a:lvl7pPr algn="ctr">
                <a:defRPr sz="660" b="0">
                  <a:solidFill>
                    <a:srgbClr val="263442"/>
                  </a:solidFill>
                  <a:latin typeface="Arial"/>
                  <a:ea typeface="Arial"/>
                  <a:cs typeface="Arial"/>
                </a:defRPr>
              </a:lvl7pPr>
              <a:lvl8pPr algn="ctr">
                <a:defRPr sz="660" b="0">
                  <a:solidFill>
                    <a:srgbClr val="263442"/>
                  </a:solidFill>
                  <a:latin typeface="Arial"/>
                  <a:ea typeface="Arial"/>
                  <a:cs typeface="Arial"/>
                </a:defRPr>
              </a:lvl8pPr>
              <a:lvl9pPr algn="ctr">
                <a:defRPr sz="660" b="0">
                  <a:solidFill>
                    <a:srgbClr val="263442"/>
                  </a:solidFill>
                  <a:latin typeface="Arial"/>
                  <a:ea typeface="Arial"/>
                  <a:cs typeface="Arial"/>
                </a:defRPr>
              </a:lvl9pPr>
            </a:lstStyle>
            <a:p>
              <a:pPr algn="ctr">
                <a:defRPr sz="660" b="0">
                  <a:solidFill>
                    <a:srgbClr val="263442"/>
                  </a:solidFill>
                  <a:latin typeface="Arial"/>
                  <a:ea typeface="Arial"/>
                  <a:cs typeface="Arial"/>
                </a:defRPr>
              </a:pPr>
              <a:r>
                <a:rPr sz="660" b="0">
                  <a:solidFill>
                    <a:srgbClr val="263442"/>
                  </a:solidFill>
                  <a:latin typeface="Arial"/>
                  <a:ea typeface="Arial"/>
                  <a:cs typeface="Arial"/>
                </a:rPr>
                <a:t>23XK · HG0</a:t>
              </a:r>
            </a:p>
          </p:txBody>
        </p:sp>
        <p:sp>
          <p:nvSpPr>
            <p:cNvPr id="50625" name="Candidate-instance">
              <a:extLst>
                <a:ext uri="{FF2B5EF4-FFF2-40B4-BE49-F238E27FC236}">
                  <a16:creationId xmlns:a16="http://schemas.microsoft.com/office/drawing/2014/main" id="{DB2F72EC-EA28-4001-890A-3AD3D74A32BF}"/>
                </a:ext>
              </a:extLst>
            </p:cNvPr>
            <p:cNvSpPr>
              <a:spLocks noGrp="1"/>
            </p:cNvSpPr>
            <p:nvPr/>
          </p:nvSpPr>
          <p:spPr>
            <a:xfrm>
              <a:off x="1171575" y="13239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A:901</a:t>
              </a:r>
            </a:p>
          </p:txBody>
        </p:sp>
      </p:grpSp>
      <p:grpSp>
        <p:nvGrpSpPr>
          <p:cNvPr id="50721" name="Pose candidate 30ga_7"/>
          <p:cNvGrpSpPr/>
          <p:nvPr/>
        </p:nvGrpSpPr>
        <p:grpSpPr>
          <a:xfrm>
            <a:off x="2152650" y="542925"/>
            <a:ext cx="962025" cy="885825"/>
            <a:chOff x="2152650" y="542925"/>
            <a:chExt cx="962025" cy="885825"/>
          </a:xfrm>
        </p:grpSpPr>
        <p:sp>
          <p:nvSpPr>
            <p:cNvPr id="50626" name="Candidate-30ga_7">
              <a:extLst>
                <a:ext uri="{FF2B5EF4-FFF2-40B4-BE49-F238E27FC236}">
                  <a16:creationId xmlns:a16="http://schemas.microsoft.com/office/drawing/2014/main" id="{ACE1016E-C693-48DA-8FEC-936964FAF09A}"/>
                </a:ext>
              </a:extLst>
            </p:cNvPr>
            <p:cNvSpPr>
              <a:spLocks noGrp="1"/>
            </p:cNvSpPr>
            <p:nvPr/>
          </p:nvSpPr>
          <p:spPr>
            <a:xfrm>
              <a:off x="2152650" y="542925"/>
              <a:ext cx="962025" cy="885825"/>
            </a:xfrm>
            <a:prstGeom prst="rect">
              <a:avLst/>
            </a:prstGeom>
            <a:noFill/>
            <a:ln w="9525">
              <a:solidFill>
                <a:srgbClr val="499D86"/>
              </a:solidFill>
            </a:ln>
          </p:spPr>
        </p:sp>
        <p:pic>
          <p:nvPicPr>
            <p:cNvPr id="50627" name="图片 50626">
              <a:extLst>
                <a:ext uri="{FF2B5EF4-FFF2-40B4-BE49-F238E27FC236}">
                  <a16:creationId xmlns:a16="http://schemas.microsoft.com/office/drawing/2014/main" id="{7F727CF7-59D5-4B3C-9051-F960E421D045}"/>
                </a:ext>
              </a:extLst>
            </p:cNvPr>
            <p:cNvPicPr>
              <a:picLocks noChangeAspect="1"/>
            </p:cNvPicPr>
            <p:nvPr/>
          </p:nvPicPr>
          <p:blipFill>
            <a:blip r:embed="rId6"/>
            <a:stretch/>
          </p:blipFill>
          <p:spPr>
            <a:xfrm>
              <a:off x="2278086" y="561975"/>
              <a:ext cx="711153" cy="647700"/>
            </a:xfrm>
            <a:prstGeom prst="rect">
              <a:avLst/>
            </a:prstGeom>
          </p:spPr>
        </p:pic>
        <p:sp>
          <p:nvSpPr>
            <p:cNvPr id="50628" name="Candidate-identity">
              <a:extLst>
                <a:ext uri="{FF2B5EF4-FFF2-40B4-BE49-F238E27FC236}">
                  <a16:creationId xmlns:a16="http://schemas.microsoft.com/office/drawing/2014/main" id="{FA9E14C6-717D-4A1E-8D32-82C2F0CF054F}"/>
                </a:ext>
              </a:extLst>
            </p:cNvPr>
            <p:cNvSpPr>
              <a:spLocks noGrp="1"/>
            </p:cNvSpPr>
            <p:nvPr/>
          </p:nvSpPr>
          <p:spPr>
            <a:xfrm>
              <a:off x="2181225" y="1219200"/>
              <a:ext cx="904875" cy="104775"/>
            </a:xfrm>
            <a:prstGeom prst="rect">
              <a:avLst/>
            </a:prstGeom>
            <a:noFill/>
            <a:ln w="0">
              <a:noFill/>
            </a:ln>
          </p:spPr>
          <p:txBody>
            <a:bodyPr wrap="none" lIns="0" tIns="0" rIns="0" bIns="0" anchor="ctr">
              <a:noAutofit/>
            </a:bodyPr>
            <a:lstStyle>
              <a:defPPr algn="ctr">
                <a:defRPr sz="660" b="1">
                  <a:solidFill>
                    <a:srgbClr val="263442"/>
                  </a:solidFill>
                  <a:latin typeface="Arial"/>
                  <a:ea typeface="Arial"/>
                  <a:cs typeface="Arial"/>
                </a:defRPr>
              </a:defPPr>
              <a:lvl1pPr algn="ctr">
                <a:defRPr sz="660" b="1">
                  <a:solidFill>
                    <a:srgbClr val="263442"/>
                  </a:solidFill>
                  <a:latin typeface="Arial"/>
                  <a:ea typeface="Arial"/>
                  <a:cs typeface="Arial"/>
                </a:defRPr>
              </a:lvl1pPr>
              <a:lvl2pPr algn="ctr">
                <a:defRPr sz="660" b="1">
                  <a:solidFill>
                    <a:srgbClr val="263442"/>
                  </a:solidFill>
                  <a:latin typeface="Arial"/>
                  <a:ea typeface="Arial"/>
                  <a:cs typeface="Arial"/>
                </a:defRPr>
              </a:lvl2pPr>
              <a:lvl3pPr algn="ctr">
                <a:defRPr sz="660" b="1">
                  <a:solidFill>
                    <a:srgbClr val="263442"/>
                  </a:solidFill>
                  <a:latin typeface="Arial"/>
                  <a:ea typeface="Arial"/>
                  <a:cs typeface="Arial"/>
                </a:defRPr>
              </a:lvl3pPr>
              <a:lvl4pPr algn="ctr">
                <a:defRPr sz="660" b="1">
                  <a:solidFill>
                    <a:srgbClr val="263442"/>
                  </a:solidFill>
                  <a:latin typeface="Arial"/>
                  <a:ea typeface="Arial"/>
                  <a:cs typeface="Arial"/>
                </a:defRPr>
              </a:lvl4pPr>
              <a:lvl5pPr algn="ctr">
                <a:defRPr sz="660" b="1">
                  <a:solidFill>
                    <a:srgbClr val="263442"/>
                  </a:solidFill>
                  <a:latin typeface="Arial"/>
                  <a:ea typeface="Arial"/>
                  <a:cs typeface="Arial"/>
                </a:defRPr>
              </a:lvl5pPr>
              <a:lvl6pPr algn="ctr">
                <a:defRPr sz="660" b="1">
                  <a:solidFill>
                    <a:srgbClr val="263442"/>
                  </a:solidFill>
                  <a:latin typeface="Arial"/>
                  <a:ea typeface="Arial"/>
                  <a:cs typeface="Arial"/>
                </a:defRPr>
              </a:lvl6pPr>
              <a:lvl7pPr algn="ctr">
                <a:defRPr sz="660" b="1">
                  <a:solidFill>
                    <a:srgbClr val="263442"/>
                  </a:solidFill>
                  <a:latin typeface="Arial"/>
                  <a:ea typeface="Arial"/>
                  <a:cs typeface="Arial"/>
                </a:defRPr>
              </a:lvl7pPr>
              <a:lvl8pPr algn="ctr">
                <a:defRPr sz="660" b="1">
                  <a:solidFill>
                    <a:srgbClr val="263442"/>
                  </a:solidFill>
                  <a:latin typeface="Arial"/>
                  <a:ea typeface="Arial"/>
                  <a:cs typeface="Arial"/>
                </a:defRPr>
              </a:lvl8pPr>
              <a:lvl9pPr algn="ctr">
                <a:defRPr sz="660" b="1">
                  <a:solidFill>
                    <a:srgbClr val="263442"/>
                  </a:solidFill>
                  <a:latin typeface="Arial"/>
                  <a:ea typeface="Arial"/>
                  <a:cs typeface="Arial"/>
                </a:defRPr>
              </a:lvl9pPr>
            </a:lstStyle>
            <a:p>
              <a:pPr algn="ctr">
                <a:defRPr sz="660" b="1">
                  <a:solidFill>
                    <a:srgbClr val="263442"/>
                  </a:solidFill>
                  <a:latin typeface="Arial"/>
                  <a:ea typeface="Arial"/>
                  <a:cs typeface="Arial"/>
                </a:defRPr>
              </a:pPr>
              <a:r>
                <a:rPr sz="660" b="1">
                  <a:solidFill>
                    <a:srgbClr val="263442"/>
                  </a:solidFill>
                  <a:latin typeface="Arial"/>
                  <a:ea typeface="Arial"/>
                  <a:cs typeface="Arial"/>
                </a:rPr>
                <a:t>30GA · ATP</a:t>
              </a:r>
            </a:p>
          </p:txBody>
        </p:sp>
        <p:sp>
          <p:nvSpPr>
            <p:cNvPr id="50629" name="Candidate-instance">
              <a:extLst>
                <a:ext uri="{FF2B5EF4-FFF2-40B4-BE49-F238E27FC236}">
                  <a16:creationId xmlns:a16="http://schemas.microsoft.com/office/drawing/2014/main" id="{CBD9619C-1351-46F2-B5E9-5DAA5F1AF8B0}"/>
                </a:ext>
              </a:extLst>
            </p:cNvPr>
            <p:cNvSpPr>
              <a:spLocks noGrp="1"/>
            </p:cNvSpPr>
            <p:nvPr/>
          </p:nvSpPr>
          <p:spPr>
            <a:xfrm>
              <a:off x="2181225" y="13239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L:401</a:t>
              </a:r>
            </a:p>
          </p:txBody>
        </p:sp>
      </p:grpSp>
      <p:grpSp>
        <p:nvGrpSpPr>
          <p:cNvPr id="50722" name="Pose candidate 9bjj_16"/>
          <p:cNvGrpSpPr/>
          <p:nvPr/>
        </p:nvGrpSpPr>
        <p:grpSpPr>
          <a:xfrm>
            <a:off x="3162300" y="542925"/>
            <a:ext cx="962025" cy="885825"/>
            <a:chOff x="3162300" y="542925"/>
            <a:chExt cx="962025" cy="885825"/>
          </a:xfrm>
        </p:grpSpPr>
        <p:sp>
          <p:nvSpPr>
            <p:cNvPr id="50630" name="Candidate-9bjj_16">
              <a:extLst>
                <a:ext uri="{FF2B5EF4-FFF2-40B4-BE49-F238E27FC236}">
                  <a16:creationId xmlns:a16="http://schemas.microsoft.com/office/drawing/2014/main" id="{1A8D5DF4-9DF0-4514-96BE-B963DA779BFC}"/>
                </a:ext>
              </a:extLst>
            </p:cNvPr>
            <p:cNvSpPr>
              <a:spLocks noGrp="1"/>
            </p:cNvSpPr>
            <p:nvPr/>
          </p:nvSpPr>
          <p:spPr>
            <a:xfrm>
              <a:off x="3162300" y="542925"/>
              <a:ext cx="962025" cy="885825"/>
            </a:xfrm>
            <a:prstGeom prst="rect">
              <a:avLst/>
            </a:prstGeom>
            <a:noFill/>
            <a:ln w="9525">
              <a:solidFill>
                <a:srgbClr val="499D86"/>
              </a:solidFill>
            </a:ln>
          </p:spPr>
        </p:sp>
        <p:pic>
          <p:nvPicPr>
            <p:cNvPr id="50631" name="图片 50630">
              <a:extLst>
                <a:ext uri="{FF2B5EF4-FFF2-40B4-BE49-F238E27FC236}">
                  <a16:creationId xmlns:a16="http://schemas.microsoft.com/office/drawing/2014/main" id="{9A221BEE-D293-4CF4-8784-ED24211A8C4A}"/>
                </a:ext>
              </a:extLst>
            </p:cNvPr>
            <p:cNvPicPr>
              <a:picLocks noChangeAspect="1"/>
            </p:cNvPicPr>
            <p:nvPr/>
          </p:nvPicPr>
          <p:blipFill>
            <a:blip r:embed="rId7"/>
            <a:stretch/>
          </p:blipFill>
          <p:spPr>
            <a:xfrm>
              <a:off x="3374227" y="561975"/>
              <a:ext cx="538171" cy="647700"/>
            </a:xfrm>
            <a:prstGeom prst="rect">
              <a:avLst/>
            </a:prstGeom>
          </p:spPr>
        </p:pic>
        <p:sp>
          <p:nvSpPr>
            <p:cNvPr id="50632" name="Candidate-identity">
              <a:extLst>
                <a:ext uri="{FF2B5EF4-FFF2-40B4-BE49-F238E27FC236}">
                  <a16:creationId xmlns:a16="http://schemas.microsoft.com/office/drawing/2014/main" id="{83BF56DA-1B18-4F63-A8E7-EAAF091B41D9}"/>
                </a:ext>
              </a:extLst>
            </p:cNvPr>
            <p:cNvSpPr>
              <a:spLocks noGrp="1"/>
            </p:cNvSpPr>
            <p:nvPr/>
          </p:nvSpPr>
          <p:spPr>
            <a:xfrm>
              <a:off x="3190875" y="1219200"/>
              <a:ext cx="904875" cy="104775"/>
            </a:xfrm>
            <a:prstGeom prst="rect">
              <a:avLst/>
            </a:prstGeom>
            <a:noFill/>
            <a:ln w="0">
              <a:noFill/>
            </a:ln>
          </p:spPr>
          <p:txBody>
            <a:bodyPr wrap="none" lIns="0" tIns="0" rIns="0" bIns="0" anchor="ctr">
              <a:noAutofit/>
            </a:bodyPr>
            <a:lstStyle>
              <a:defPPr algn="ctr">
                <a:defRPr sz="660" b="1">
                  <a:solidFill>
                    <a:srgbClr val="263442"/>
                  </a:solidFill>
                  <a:latin typeface="Arial"/>
                  <a:ea typeface="Arial"/>
                  <a:cs typeface="Arial"/>
                </a:defRPr>
              </a:defPPr>
              <a:lvl1pPr algn="ctr">
                <a:defRPr sz="660" b="1">
                  <a:solidFill>
                    <a:srgbClr val="263442"/>
                  </a:solidFill>
                  <a:latin typeface="Arial"/>
                  <a:ea typeface="Arial"/>
                  <a:cs typeface="Arial"/>
                </a:defRPr>
              </a:lvl1pPr>
              <a:lvl2pPr algn="ctr">
                <a:defRPr sz="660" b="1">
                  <a:solidFill>
                    <a:srgbClr val="263442"/>
                  </a:solidFill>
                  <a:latin typeface="Arial"/>
                  <a:ea typeface="Arial"/>
                  <a:cs typeface="Arial"/>
                </a:defRPr>
              </a:lvl2pPr>
              <a:lvl3pPr algn="ctr">
                <a:defRPr sz="660" b="1">
                  <a:solidFill>
                    <a:srgbClr val="263442"/>
                  </a:solidFill>
                  <a:latin typeface="Arial"/>
                  <a:ea typeface="Arial"/>
                  <a:cs typeface="Arial"/>
                </a:defRPr>
              </a:lvl3pPr>
              <a:lvl4pPr algn="ctr">
                <a:defRPr sz="660" b="1">
                  <a:solidFill>
                    <a:srgbClr val="263442"/>
                  </a:solidFill>
                  <a:latin typeface="Arial"/>
                  <a:ea typeface="Arial"/>
                  <a:cs typeface="Arial"/>
                </a:defRPr>
              </a:lvl4pPr>
              <a:lvl5pPr algn="ctr">
                <a:defRPr sz="660" b="1">
                  <a:solidFill>
                    <a:srgbClr val="263442"/>
                  </a:solidFill>
                  <a:latin typeface="Arial"/>
                  <a:ea typeface="Arial"/>
                  <a:cs typeface="Arial"/>
                </a:defRPr>
              </a:lvl5pPr>
              <a:lvl6pPr algn="ctr">
                <a:defRPr sz="660" b="1">
                  <a:solidFill>
                    <a:srgbClr val="263442"/>
                  </a:solidFill>
                  <a:latin typeface="Arial"/>
                  <a:ea typeface="Arial"/>
                  <a:cs typeface="Arial"/>
                </a:defRPr>
              </a:lvl6pPr>
              <a:lvl7pPr algn="ctr">
                <a:defRPr sz="660" b="1">
                  <a:solidFill>
                    <a:srgbClr val="263442"/>
                  </a:solidFill>
                  <a:latin typeface="Arial"/>
                  <a:ea typeface="Arial"/>
                  <a:cs typeface="Arial"/>
                </a:defRPr>
              </a:lvl7pPr>
              <a:lvl8pPr algn="ctr">
                <a:defRPr sz="660" b="1">
                  <a:solidFill>
                    <a:srgbClr val="263442"/>
                  </a:solidFill>
                  <a:latin typeface="Arial"/>
                  <a:ea typeface="Arial"/>
                  <a:cs typeface="Arial"/>
                </a:defRPr>
              </a:lvl8pPr>
              <a:lvl9pPr algn="ctr">
                <a:defRPr sz="660" b="1">
                  <a:solidFill>
                    <a:srgbClr val="263442"/>
                  </a:solidFill>
                  <a:latin typeface="Arial"/>
                  <a:ea typeface="Arial"/>
                  <a:cs typeface="Arial"/>
                </a:defRPr>
              </a:lvl9pPr>
            </a:lstStyle>
            <a:p>
              <a:pPr algn="ctr">
                <a:defRPr sz="660" b="1">
                  <a:solidFill>
                    <a:srgbClr val="263442"/>
                  </a:solidFill>
                  <a:latin typeface="Arial"/>
                  <a:ea typeface="Arial"/>
                  <a:cs typeface="Arial"/>
                </a:defRPr>
              </a:pPr>
              <a:r>
                <a:rPr sz="660" b="1">
                  <a:solidFill>
                    <a:srgbClr val="263442"/>
                  </a:solidFill>
                  <a:latin typeface="Arial"/>
                  <a:ea typeface="Arial"/>
                  <a:cs typeface="Arial"/>
                </a:rPr>
                <a:t>9BJJ · A1AP0</a:t>
              </a:r>
            </a:p>
          </p:txBody>
        </p:sp>
        <p:sp>
          <p:nvSpPr>
            <p:cNvPr id="50633" name="Candidate-instance">
              <a:extLst>
                <a:ext uri="{FF2B5EF4-FFF2-40B4-BE49-F238E27FC236}">
                  <a16:creationId xmlns:a16="http://schemas.microsoft.com/office/drawing/2014/main" id="{E5B25775-2738-4CA0-965A-848856D0DA01}"/>
                </a:ext>
              </a:extLst>
            </p:cNvPr>
            <p:cNvSpPr>
              <a:spLocks noGrp="1"/>
            </p:cNvSpPr>
            <p:nvPr/>
          </p:nvSpPr>
          <p:spPr>
            <a:xfrm>
              <a:off x="3190875" y="13239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E:1001</a:t>
              </a:r>
            </a:p>
          </p:txBody>
        </p:sp>
      </p:grpSp>
      <p:grpSp>
        <p:nvGrpSpPr>
          <p:cNvPr id="50723" name="Pose candidate 9lfa_0"/>
          <p:cNvGrpSpPr/>
          <p:nvPr/>
        </p:nvGrpSpPr>
        <p:grpSpPr>
          <a:xfrm>
            <a:off x="133350" y="1495425"/>
            <a:ext cx="962025" cy="885825"/>
            <a:chOff x="133350" y="1495425"/>
            <a:chExt cx="962025" cy="885825"/>
          </a:xfrm>
        </p:grpSpPr>
        <p:sp>
          <p:nvSpPr>
            <p:cNvPr id="50634" name="Candidate-9lfa_0">
              <a:extLst>
                <a:ext uri="{FF2B5EF4-FFF2-40B4-BE49-F238E27FC236}">
                  <a16:creationId xmlns:a16="http://schemas.microsoft.com/office/drawing/2014/main" id="{CD297950-6A9A-4116-BDA6-8E3D7F559C7C}"/>
                </a:ext>
              </a:extLst>
            </p:cNvPr>
            <p:cNvSpPr>
              <a:spLocks noGrp="1"/>
            </p:cNvSpPr>
            <p:nvPr/>
          </p:nvSpPr>
          <p:spPr>
            <a:xfrm>
              <a:off x="133350" y="1495425"/>
              <a:ext cx="962025" cy="885825"/>
            </a:xfrm>
            <a:prstGeom prst="rect">
              <a:avLst/>
            </a:prstGeom>
            <a:noFill/>
            <a:ln w="5239">
              <a:solidFill>
                <a:srgbClr val="DFE5E9"/>
              </a:solidFill>
            </a:ln>
          </p:spPr>
        </p:sp>
        <p:pic>
          <p:nvPicPr>
            <p:cNvPr id="50635" name="图片 50634">
              <a:extLst>
                <a:ext uri="{FF2B5EF4-FFF2-40B4-BE49-F238E27FC236}">
                  <a16:creationId xmlns:a16="http://schemas.microsoft.com/office/drawing/2014/main" id="{218B7F17-654B-4C75-8664-B40F7FBDF418}"/>
                </a:ext>
              </a:extLst>
            </p:cNvPr>
            <p:cNvPicPr>
              <a:picLocks noChangeAspect="1"/>
            </p:cNvPicPr>
            <p:nvPr/>
          </p:nvPicPr>
          <p:blipFill>
            <a:blip r:embed="rId8"/>
            <a:stretch/>
          </p:blipFill>
          <p:spPr>
            <a:xfrm>
              <a:off x="209155" y="1514475"/>
              <a:ext cx="810415" cy="647700"/>
            </a:xfrm>
            <a:prstGeom prst="rect">
              <a:avLst/>
            </a:prstGeom>
          </p:spPr>
        </p:pic>
        <p:sp>
          <p:nvSpPr>
            <p:cNvPr id="50636" name="Candidate-identity">
              <a:extLst>
                <a:ext uri="{FF2B5EF4-FFF2-40B4-BE49-F238E27FC236}">
                  <a16:creationId xmlns:a16="http://schemas.microsoft.com/office/drawing/2014/main" id="{4560A351-1182-4725-A465-DBF323FE21CE}"/>
                </a:ext>
              </a:extLst>
            </p:cNvPr>
            <p:cNvSpPr>
              <a:spLocks noGrp="1"/>
            </p:cNvSpPr>
            <p:nvPr/>
          </p:nvSpPr>
          <p:spPr>
            <a:xfrm>
              <a:off x="161925" y="2171700"/>
              <a:ext cx="904875" cy="104775"/>
            </a:xfrm>
            <a:prstGeom prst="rect">
              <a:avLst/>
            </a:prstGeom>
            <a:noFill/>
            <a:ln w="0">
              <a:noFill/>
            </a:ln>
          </p:spPr>
          <p:txBody>
            <a:bodyPr wrap="none" lIns="0" tIns="0" rIns="0" bIns="0" anchor="ctr">
              <a:noAutofit/>
            </a:bodyPr>
            <a:lstStyle>
              <a:defPPr algn="ctr">
                <a:defRPr sz="660" b="0">
                  <a:solidFill>
                    <a:srgbClr val="263442"/>
                  </a:solidFill>
                  <a:latin typeface="Arial"/>
                  <a:ea typeface="Arial"/>
                  <a:cs typeface="Arial"/>
                </a:defRPr>
              </a:defPPr>
              <a:lvl1pPr algn="ctr">
                <a:defRPr sz="660" b="0">
                  <a:solidFill>
                    <a:srgbClr val="263442"/>
                  </a:solidFill>
                  <a:latin typeface="Arial"/>
                  <a:ea typeface="Arial"/>
                  <a:cs typeface="Arial"/>
                </a:defRPr>
              </a:lvl1pPr>
              <a:lvl2pPr algn="ctr">
                <a:defRPr sz="660" b="0">
                  <a:solidFill>
                    <a:srgbClr val="263442"/>
                  </a:solidFill>
                  <a:latin typeface="Arial"/>
                  <a:ea typeface="Arial"/>
                  <a:cs typeface="Arial"/>
                </a:defRPr>
              </a:lvl2pPr>
              <a:lvl3pPr algn="ctr">
                <a:defRPr sz="660" b="0">
                  <a:solidFill>
                    <a:srgbClr val="263442"/>
                  </a:solidFill>
                  <a:latin typeface="Arial"/>
                  <a:ea typeface="Arial"/>
                  <a:cs typeface="Arial"/>
                </a:defRPr>
              </a:lvl3pPr>
              <a:lvl4pPr algn="ctr">
                <a:defRPr sz="660" b="0">
                  <a:solidFill>
                    <a:srgbClr val="263442"/>
                  </a:solidFill>
                  <a:latin typeface="Arial"/>
                  <a:ea typeface="Arial"/>
                  <a:cs typeface="Arial"/>
                </a:defRPr>
              </a:lvl4pPr>
              <a:lvl5pPr algn="ctr">
                <a:defRPr sz="660" b="0">
                  <a:solidFill>
                    <a:srgbClr val="263442"/>
                  </a:solidFill>
                  <a:latin typeface="Arial"/>
                  <a:ea typeface="Arial"/>
                  <a:cs typeface="Arial"/>
                </a:defRPr>
              </a:lvl5pPr>
              <a:lvl6pPr algn="ctr">
                <a:defRPr sz="660" b="0">
                  <a:solidFill>
                    <a:srgbClr val="263442"/>
                  </a:solidFill>
                  <a:latin typeface="Arial"/>
                  <a:ea typeface="Arial"/>
                  <a:cs typeface="Arial"/>
                </a:defRPr>
              </a:lvl6pPr>
              <a:lvl7pPr algn="ctr">
                <a:defRPr sz="660" b="0">
                  <a:solidFill>
                    <a:srgbClr val="263442"/>
                  </a:solidFill>
                  <a:latin typeface="Arial"/>
                  <a:ea typeface="Arial"/>
                  <a:cs typeface="Arial"/>
                </a:defRPr>
              </a:lvl7pPr>
              <a:lvl8pPr algn="ctr">
                <a:defRPr sz="660" b="0">
                  <a:solidFill>
                    <a:srgbClr val="263442"/>
                  </a:solidFill>
                  <a:latin typeface="Arial"/>
                  <a:ea typeface="Arial"/>
                  <a:cs typeface="Arial"/>
                </a:defRPr>
              </a:lvl8pPr>
              <a:lvl9pPr algn="ctr">
                <a:defRPr sz="660" b="0">
                  <a:solidFill>
                    <a:srgbClr val="263442"/>
                  </a:solidFill>
                  <a:latin typeface="Arial"/>
                  <a:ea typeface="Arial"/>
                  <a:cs typeface="Arial"/>
                </a:defRPr>
              </a:lvl9pPr>
            </a:lstStyle>
            <a:p>
              <a:pPr algn="ctr">
                <a:defRPr sz="660" b="0">
                  <a:solidFill>
                    <a:srgbClr val="263442"/>
                  </a:solidFill>
                  <a:latin typeface="Arial"/>
                  <a:ea typeface="Arial"/>
                  <a:cs typeface="Arial"/>
                </a:defRPr>
              </a:pPr>
              <a:r>
                <a:rPr sz="660" b="0">
                  <a:solidFill>
                    <a:srgbClr val="263442"/>
                  </a:solidFill>
                  <a:latin typeface="Arial"/>
                  <a:ea typeface="Arial"/>
                  <a:cs typeface="Arial"/>
                </a:rPr>
                <a:t>9LFA · A1EJF</a:t>
              </a:r>
            </a:p>
          </p:txBody>
        </p:sp>
        <p:sp>
          <p:nvSpPr>
            <p:cNvPr id="50637" name="Candidate-instance">
              <a:extLst>
                <a:ext uri="{FF2B5EF4-FFF2-40B4-BE49-F238E27FC236}">
                  <a16:creationId xmlns:a16="http://schemas.microsoft.com/office/drawing/2014/main" id="{602CE5D9-480C-40E0-8260-074C23FACD8B}"/>
                </a:ext>
              </a:extLst>
            </p:cNvPr>
            <p:cNvSpPr>
              <a:spLocks noGrp="1"/>
            </p:cNvSpPr>
            <p:nvPr/>
          </p:nvSpPr>
          <p:spPr>
            <a:xfrm>
              <a:off x="161925" y="22764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A:401</a:t>
              </a:r>
            </a:p>
          </p:txBody>
        </p:sp>
      </p:grpSp>
      <p:grpSp>
        <p:nvGrpSpPr>
          <p:cNvPr id="50724" name="Pose candidate 9llg_2"/>
          <p:cNvGrpSpPr/>
          <p:nvPr/>
        </p:nvGrpSpPr>
        <p:grpSpPr>
          <a:xfrm>
            <a:off x="1143000" y="1495425"/>
            <a:ext cx="962025" cy="885825"/>
            <a:chOff x="1143000" y="1495425"/>
            <a:chExt cx="962025" cy="885825"/>
          </a:xfrm>
        </p:grpSpPr>
        <p:sp>
          <p:nvSpPr>
            <p:cNvPr id="50638" name="Candidate-9llg_2">
              <a:extLst>
                <a:ext uri="{FF2B5EF4-FFF2-40B4-BE49-F238E27FC236}">
                  <a16:creationId xmlns:a16="http://schemas.microsoft.com/office/drawing/2014/main" id="{42F75BB3-4D32-4FB3-8964-F41E6D7692C7}"/>
                </a:ext>
              </a:extLst>
            </p:cNvPr>
            <p:cNvSpPr>
              <a:spLocks noGrp="1"/>
            </p:cNvSpPr>
            <p:nvPr/>
          </p:nvSpPr>
          <p:spPr>
            <a:xfrm>
              <a:off x="1143000" y="1495425"/>
              <a:ext cx="962025" cy="885825"/>
            </a:xfrm>
            <a:prstGeom prst="rect">
              <a:avLst/>
            </a:prstGeom>
            <a:noFill/>
            <a:ln w="9525">
              <a:solidFill>
                <a:srgbClr val="499D86"/>
              </a:solidFill>
            </a:ln>
          </p:spPr>
        </p:sp>
        <p:pic>
          <p:nvPicPr>
            <p:cNvPr id="50639" name="图片 50638">
              <a:extLst>
                <a:ext uri="{FF2B5EF4-FFF2-40B4-BE49-F238E27FC236}">
                  <a16:creationId xmlns:a16="http://schemas.microsoft.com/office/drawing/2014/main" id="{3252235B-F83F-4A99-95BD-C37560AFFFF5}"/>
                </a:ext>
              </a:extLst>
            </p:cNvPr>
            <p:cNvPicPr>
              <a:picLocks noChangeAspect="1"/>
            </p:cNvPicPr>
            <p:nvPr/>
          </p:nvPicPr>
          <p:blipFill>
            <a:blip r:embed="rId9"/>
            <a:stretch/>
          </p:blipFill>
          <p:spPr>
            <a:xfrm>
              <a:off x="1186926" y="1514475"/>
              <a:ext cx="874174" cy="647700"/>
            </a:xfrm>
            <a:prstGeom prst="rect">
              <a:avLst/>
            </a:prstGeom>
          </p:spPr>
        </p:pic>
        <p:sp>
          <p:nvSpPr>
            <p:cNvPr id="50640" name="Candidate-identity">
              <a:extLst>
                <a:ext uri="{FF2B5EF4-FFF2-40B4-BE49-F238E27FC236}">
                  <a16:creationId xmlns:a16="http://schemas.microsoft.com/office/drawing/2014/main" id="{71406986-2D36-4622-83F4-E43FF303E74E}"/>
                </a:ext>
              </a:extLst>
            </p:cNvPr>
            <p:cNvSpPr>
              <a:spLocks noGrp="1"/>
            </p:cNvSpPr>
            <p:nvPr/>
          </p:nvSpPr>
          <p:spPr>
            <a:xfrm>
              <a:off x="1171575" y="2171700"/>
              <a:ext cx="904875" cy="104775"/>
            </a:xfrm>
            <a:prstGeom prst="rect">
              <a:avLst/>
            </a:prstGeom>
            <a:noFill/>
            <a:ln w="0">
              <a:noFill/>
            </a:ln>
          </p:spPr>
          <p:txBody>
            <a:bodyPr wrap="none" lIns="0" tIns="0" rIns="0" bIns="0" anchor="ctr">
              <a:noAutofit/>
            </a:bodyPr>
            <a:lstStyle>
              <a:defPPr algn="ctr">
                <a:defRPr sz="660" b="1">
                  <a:solidFill>
                    <a:srgbClr val="263442"/>
                  </a:solidFill>
                  <a:latin typeface="Arial"/>
                  <a:ea typeface="Arial"/>
                  <a:cs typeface="Arial"/>
                </a:defRPr>
              </a:defPPr>
              <a:lvl1pPr algn="ctr">
                <a:defRPr sz="660" b="1">
                  <a:solidFill>
                    <a:srgbClr val="263442"/>
                  </a:solidFill>
                  <a:latin typeface="Arial"/>
                  <a:ea typeface="Arial"/>
                  <a:cs typeface="Arial"/>
                </a:defRPr>
              </a:lvl1pPr>
              <a:lvl2pPr algn="ctr">
                <a:defRPr sz="660" b="1">
                  <a:solidFill>
                    <a:srgbClr val="263442"/>
                  </a:solidFill>
                  <a:latin typeface="Arial"/>
                  <a:ea typeface="Arial"/>
                  <a:cs typeface="Arial"/>
                </a:defRPr>
              </a:lvl2pPr>
              <a:lvl3pPr algn="ctr">
                <a:defRPr sz="660" b="1">
                  <a:solidFill>
                    <a:srgbClr val="263442"/>
                  </a:solidFill>
                  <a:latin typeface="Arial"/>
                  <a:ea typeface="Arial"/>
                  <a:cs typeface="Arial"/>
                </a:defRPr>
              </a:lvl3pPr>
              <a:lvl4pPr algn="ctr">
                <a:defRPr sz="660" b="1">
                  <a:solidFill>
                    <a:srgbClr val="263442"/>
                  </a:solidFill>
                  <a:latin typeface="Arial"/>
                  <a:ea typeface="Arial"/>
                  <a:cs typeface="Arial"/>
                </a:defRPr>
              </a:lvl4pPr>
              <a:lvl5pPr algn="ctr">
                <a:defRPr sz="660" b="1">
                  <a:solidFill>
                    <a:srgbClr val="263442"/>
                  </a:solidFill>
                  <a:latin typeface="Arial"/>
                  <a:ea typeface="Arial"/>
                  <a:cs typeface="Arial"/>
                </a:defRPr>
              </a:lvl5pPr>
              <a:lvl6pPr algn="ctr">
                <a:defRPr sz="660" b="1">
                  <a:solidFill>
                    <a:srgbClr val="263442"/>
                  </a:solidFill>
                  <a:latin typeface="Arial"/>
                  <a:ea typeface="Arial"/>
                  <a:cs typeface="Arial"/>
                </a:defRPr>
              </a:lvl6pPr>
              <a:lvl7pPr algn="ctr">
                <a:defRPr sz="660" b="1">
                  <a:solidFill>
                    <a:srgbClr val="263442"/>
                  </a:solidFill>
                  <a:latin typeface="Arial"/>
                  <a:ea typeface="Arial"/>
                  <a:cs typeface="Arial"/>
                </a:defRPr>
              </a:lvl7pPr>
              <a:lvl8pPr algn="ctr">
                <a:defRPr sz="660" b="1">
                  <a:solidFill>
                    <a:srgbClr val="263442"/>
                  </a:solidFill>
                  <a:latin typeface="Arial"/>
                  <a:ea typeface="Arial"/>
                  <a:cs typeface="Arial"/>
                </a:defRPr>
              </a:lvl8pPr>
              <a:lvl9pPr algn="ctr">
                <a:defRPr sz="660" b="1">
                  <a:solidFill>
                    <a:srgbClr val="263442"/>
                  </a:solidFill>
                  <a:latin typeface="Arial"/>
                  <a:ea typeface="Arial"/>
                  <a:cs typeface="Arial"/>
                </a:defRPr>
              </a:lvl9pPr>
            </a:lstStyle>
            <a:p>
              <a:pPr algn="ctr">
                <a:defRPr sz="660" b="1">
                  <a:solidFill>
                    <a:srgbClr val="263442"/>
                  </a:solidFill>
                  <a:latin typeface="Arial"/>
                  <a:ea typeface="Arial"/>
                  <a:cs typeface="Arial"/>
                </a:defRPr>
              </a:pPr>
              <a:r>
                <a:rPr sz="660" b="1">
                  <a:solidFill>
                    <a:srgbClr val="263442"/>
                  </a:solidFill>
                  <a:latin typeface="Arial"/>
                  <a:ea typeface="Arial"/>
                  <a:cs typeface="Arial"/>
                </a:rPr>
                <a:t>9LLG · CLR</a:t>
              </a:r>
            </a:p>
          </p:txBody>
        </p:sp>
        <p:sp>
          <p:nvSpPr>
            <p:cNvPr id="50641" name="Candidate-instance">
              <a:extLst>
                <a:ext uri="{FF2B5EF4-FFF2-40B4-BE49-F238E27FC236}">
                  <a16:creationId xmlns:a16="http://schemas.microsoft.com/office/drawing/2014/main" id="{9EF32413-A119-40EB-A518-1BEA934919EB}"/>
                </a:ext>
              </a:extLst>
            </p:cNvPr>
            <p:cNvSpPr>
              <a:spLocks noGrp="1"/>
            </p:cNvSpPr>
            <p:nvPr/>
          </p:nvSpPr>
          <p:spPr>
            <a:xfrm>
              <a:off x="1171575" y="22764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R:603</a:t>
              </a:r>
            </a:p>
          </p:txBody>
        </p:sp>
      </p:grpSp>
      <p:grpSp>
        <p:nvGrpSpPr>
          <p:cNvPr id="50725" name="Pose candidate 9nal_0"/>
          <p:cNvGrpSpPr/>
          <p:nvPr/>
        </p:nvGrpSpPr>
        <p:grpSpPr>
          <a:xfrm>
            <a:off x="2152650" y="1495425"/>
            <a:ext cx="962025" cy="885825"/>
            <a:chOff x="2152650" y="1495425"/>
            <a:chExt cx="962025" cy="885825"/>
          </a:xfrm>
        </p:grpSpPr>
        <p:sp>
          <p:nvSpPr>
            <p:cNvPr id="50642" name="Candidate-9nal_0">
              <a:extLst>
                <a:ext uri="{FF2B5EF4-FFF2-40B4-BE49-F238E27FC236}">
                  <a16:creationId xmlns:a16="http://schemas.microsoft.com/office/drawing/2014/main" id="{DE3F8462-A69C-47BE-913E-4F5B220775A0}"/>
                </a:ext>
              </a:extLst>
            </p:cNvPr>
            <p:cNvSpPr>
              <a:spLocks noGrp="1"/>
            </p:cNvSpPr>
            <p:nvPr/>
          </p:nvSpPr>
          <p:spPr>
            <a:xfrm>
              <a:off x="2152650" y="1495425"/>
              <a:ext cx="962025" cy="885825"/>
            </a:xfrm>
            <a:prstGeom prst="rect">
              <a:avLst/>
            </a:prstGeom>
            <a:noFill/>
            <a:ln w="5239">
              <a:solidFill>
                <a:srgbClr val="DFE5E9"/>
              </a:solidFill>
            </a:ln>
          </p:spPr>
        </p:sp>
        <p:pic>
          <p:nvPicPr>
            <p:cNvPr id="50643" name="图片 50642">
              <a:extLst>
                <a:ext uri="{FF2B5EF4-FFF2-40B4-BE49-F238E27FC236}">
                  <a16:creationId xmlns:a16="http://schemas.microsoft.com/office/drawing/2014/main" id="{0BB712EC-AC00-476C-9E4F-42C73C17B0B6}"/>
                </a:ext>
              </a:extLst>
            </p:cNvPr>
            <p:cNvPicPr>
              <a:picLocks noChangeAspect="1"/>
            </p:cNvPicPr>
            <p:nvPr/>
          </p:nvPicPr>
          <p:blipFill>
            <a:blip r:embed="rId10"/>
            <a:stretch/>
          </p:blipFill>
          <p:spPr>
            <a:xfrm>
              <a:off x="2261665" y="1514475"/>
              <a:ext cx="743995" cy="647700"/>
            </a:xfrm>
            <a:prstGeom prst="rect">
              <a:avLst/>
            </a:prstGeom>
          </p:spPr>
        </p:pic>
        <p:sp>
          <p:nvSpPr>
            <p:cNvPr id="50644" name="Candidate-identity">
              <a:extLst>
                <a:ext uri="{FF2B5EF4-FFF2-40B4-BE49-F238E27FC236}">
                  <a16:creationId xmlns:a16="http://schemas.microsoft.com/office/drawing/2014/main" id="{21743997-8460-42C3-A281-D80B41640AA2}"/>
                </a:ext>
              </a:extLst>
            </p:cNvPr>
            <p:cNvSpPr>
              <a:spLocks noGrp="1"/>
            </p:cNvSpPr>
            <p:nvPr/>
          </p:nvSpPr>
          <p:spPr>
            <a:xfrm>
              <a:off x="2181225" y="2171700"/>
              <a:ext cx="904875" cy="104775"/>
            </a:xfrm>
            <a:prstGeom prst="rect">
              <a:avLst/>
            </a:prstGeom>
            <a:noFill/>
            <a:ln w="0">
              <a:noFill/>
            </a:ln>
          </p:spPr>
          <p:txBody>
            <a:bodyPr wrap="none" lIns="0" tIns="0" rIns="0" bIns="0" anchor="ctr">
              <a:noAutofit/>
            </a:bodyPr>
            <a:lstStyle>
              <a:defPPr algn="ctr">
                <a:defRPr sz="660" b="0">
                  <a:solidFill>
                    <a:srgbClr val="263442"/>
                  </a:solidFill>
                  <a:latin typeface="Arial"/>
                  <a:ea typeface="Arial"/>
                  <a:cs typeface="Arial"/>
                </a:defRPr>
              </a:defPPr>
              <a:lvl1pPr algn="ctr">
                <a:defRPr sz="660" b="0">
                  <a:solidFill>
                    <a:srgbClr val="263442"/>
                  </a:solidFill>
                  <a:latin typeface="Arial"/>
                  <a:ea typeface="Arial"/>
                  <a:cs typeface="Arial"/>
                </a:defRPr>
              </a:lvl1pPr>
              <a:lvl2pPr algn="ctr">
                <a:defRPr sz="660" b="0">
                  <a:solidFill>
                    <a:srgbClr val="263442"/>
                  </a:solidFill>
                  <a:latin typeface="Arial"/>
                  <a:ea typeface="Arial"/>
                  <a:cs typeface="Arial"/>
                </a:defRPr>
              </a:lvl2pPr>
              <a:lvl3pPr algn="ctr">
                <a:defRPr sz="660" b="0">
                  <a:solidFill>
                    <a:srgbClr val="263442"/>
                  </a:solidFill>
                  <a:latin typeface="Arial"/>
                  <a:ea typeface="Arial"/>
                  <a:cs typeface="Arial"/>
                </a:defRPr>
              </a:lvl3pPr>
              <a:lvl4pPr algn="ctr">
                <a:defRPr sz="660" b="0">
                  <a:solidFill>
                    <a:srgbClr val="263442"/>
                  </a:solidFill>
                  <a:latin typeface="Arial"/>
                  <a:ea typeface="Arial"/>
                  <a:cs typeface="Arial"/>
                </a:defRPr>
              </a:lvl4pPr>
              <a:lvl5pPr algn="ctr">
                <a:defRPr sz="660" b="0">
                  <a:solidFill>
                    <a:srgbClr val="263442"/>
                  </a:solidFill>
                  <a:latin typeface="Arial"/>
                  <a:ea typeface="Arial"/>
                  <a:cs typeface="Arial"/>
                </a:defRPr>
              </a:lvl5pPr>
              <a:lvl6pPr algn="ctr">
                <a:defRPr sz="660" b="0">
                  <a:solidFill>
                    <a:srgbClr val="263442"/>
                  </a:solidFill>
                  <a:latin typeface="Arial"/>
                  <a:ea typeface="Arial"/>
                  <a:cs typeface="Arial"/>
                </a:defRPr>
              </a:lvl6pPr>
              <a:lvl7pPr algn="ctr">
                <a:defRPr sz="660" b="0">
                  <a:solidFill>
                    <a:srgbClr val="263442"/>
                  </a:solidFill>
                  <a:latin typeface="Arial"/>
                  <a:ea typeface="Arial"/>
                  <a:cs typeface="Arial"/>
                </a:defRPr>
              </a:lvl7pPr>
              <a:lvl8pPr algn="ctr">
                <a:defRPr sz="660" b="0">
                  <a:solidFill>
                    <a:srgbClr val="263442"/>
                  </a:solidFill>
                  <a:latin typeface="Arial"/>
                  <a:ea typeface="Arial"/>
                  <a:cs typeface="Arial"/>
                </a:defRPr>
              </a:lvl8pPr>
              <a:lvl9pPr algn="ctr">
                <a:defRPr sz="660" b="0">
                  <a:solidFill>
                    <a:srgbClr val="263442"/>
                  </a:solidFill>
                  <a:latin typeface="Arial"/>
                  <a:ea typeface="Arial"/>
                  <a:cs typeface="Arial"/>
                </a:defRPr>
              </a:lvl9pPr>
            </a:lstStyle>
            <a:p>
              <a:pPr algn="ctr">
                <a:defRPr sz="660" b="0">
                  <a:solidFill>
                    <a:srgbClr val="263442"/>
                  </a:solidFill>
                  <a:latin typeface="Arial"/>
                  <a:ea typeface="Arial"/>
                  <a:cs typeface="Arial"/>
                </a:defRPr>
              </a:pPr>
              <a:r>
                <a:rPr sz="660" b="0">
                  <a:solidFill>
                    <a:srgbClr val="263442"/>
                  </a:solidFill>
                  <a:latin typeface="Arial"/>
                  <a:ea typeface="Arial"/>
                  <a:cs typeface="Arial"/>
                </a:rPr>
                <a:t>9NAL · ADP</a:t>
              </a:r>
            </a:p>
          </p:txBody>
        </p:sp>
        <p:sp>
          <p:nvSpPr>
            <p:cNvPr id="50645" name="Candidate-instance">
              <a:extLst>
                <a:ext uri="{FF2B5EF4-FFF2-40B4-BE49-F238E27FC236}">
                  <a16:creationId xmlns:a16="http://schemas.microsoft.com/office/drawing/2014/main" id="{C6938248-ECEA-4E52-A672-8C7FFD607A6E}"/>
                </a:ext>
              </a:extLst>
            </p:cNvPr>
            <p:cNvSpPr>
              <a:spLocks noGrp="1"/>
            </p:cNvSpPr>
            <p:nvPr/>
          </p:nvSpPr>
          <p:spPr>
            <a:xfrm>
              <a:off x="2181225" y="22764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A:1401</a:t>
              </a:r>
            </a:p>
          </p:txBody>
        </p:sp>
      </p:grpSp>
      <p:grpSp>
        <p:nvGrpSpPr>
          <p:cNvPr id="50726" name="Pose candidate 9q16_0"/>
          <p:cNvGrpSpPr/>
          <p:nvPr/>
        </p:nvGrpSpPr>
        <p:grpSpPr>
          <a:xfrm>
            <a:off x="3162300" y="1495425"/>
            <a:ext cx="962025" cy="885825"/>
            <a:chOff x="3162300" y="1495425"/>
            <a:chExt cx="962025" cy="885825"/>
          </a:xfrm>
        </p:grpSpPr>
        <p:sp>
          <p:nvSpPr>
            <p:cNvPr id="50646" name="Candidate-9q16_0">
              <a:extLst>
                <a:ext uri="{FF2B5EF4-FFF2-40B4-BE49-F238E27FC236}">
                  <a16:creationId xmlns:a16="http://schemas.microsoft.com/office/drawing/2014/main" id="{99A1D0B7-2341-44ED-9DA5-CD455BFE4766}"/>
                </a:ext>
              </a:extLst>
            </p:cNvPr>
            <p:cNvSpPr>
              <a:spLocks noGrp="1"/>
            </p:cNvSpPr>
            <p:nvPr/>
          </p:nvSpPr>
          <p:spPr>
            <a:xfrm>
              <a:off x="3162300" y="1495425"/>
              <a:ext cx="962025" cy="885825"/>
            </a:xfrm>
            <a:prstGeom prst="rect">
              <a:avLst/>
            </a:prstGeom>
            <a:noFill/>
            <a:ln w="5239">
              <a:solidFill>
                <a:srgbClr val="DFE5E9"/>
              </a:solidFill>
            </a:ln>
          </p:spPr>
        </p:sp>
        <p:pic>
          <p:nvPicPr>
            <p:cNvPr id="50647" name="图片 50646">
              <a:extLst>
                <a:ext uri="{FF2B5EF4-FFF2-40B4-BE49-F238E27FC236}">
                  <a16:creationId xmlns:a16="http://schemas.microsoft.com/office/drawing/2014/main" id="{63E82E18-BDE2-472B-88F2-B7F9F034363E}"/>
                </a:ext>
              </a:extLst>
            </p:cNvPr>
            <p:cNvPicPr>
              <a:picLocks noChangeAspect="1"/>
            </p:cNvPicPr>
            <p:nvPr/>
          </p:nvPicPr>
          <p:blipFill>
            <a:blip r:embed="rId11"/>
            <a:stretch/>
          </p:blipFill>
          <p:spPr>
            <a:xfrm>
              <a:off x="3190875" y="1534213"/>
              <a:ext cx="904875" cy="608224"/>
            </a:xfrm>
            <a:prstGeom prst="rect">
              <a:avLst/>
            </a:prstGeom>
          </p:spPr>
        </p:pic>
        <p:sp>
          <p:nvSpPr>
            <p:cNvPr id="50648" name="Candidate-identity">
              <a:extLst>
                <a:ext uri="{FF2B5EF4-FFF2-40B4-BE49-F238E27FC236}">
                  <a16:creationId xmlns:a16="http://schemas.microsoft.com/office/drawing/2014/main" id="{81AC43AA-ABE1-424C-A241-A1A8C45F93DE}"/>
                </a:ext>
              </a:extLst>
            </p:cNvPr>
            <p:cNvSpPr>
              <a:spLocks noGrp="1"/>
            </p:cNvSpPr>
            <p:nvPr/>
          </p:nvSpPr>
          <p:spPr>
            <a:xfrm>
              <a:off x="3190875" y="2171700"/>
              <a:ext cx="904875" cy="104775"/>
            </a:xfrm>
            <a:prstGeom prst="rect">
              <a:avLst/>
            </a:prstGeom>
            <a:noFill/>
            <a:ln w="0">
              <a:noFill/>
            </a:ln>
          </p:spPr>
          <p:txBody>
            <a:bodyPr wrap="none" lIns="0" tIns="0" rIns="0" bIns="0" anchor="ctr">
              <a:noAutofit/>
            </a:bodyPr>
            <a:lstStyle>
              <a:defPPr algn="ctr">
                <a:defRPr sz="660" b="0">
                  <a:solidFill>
                    <a:srgbClr val="263442"/>
                  </a:solidFill>
                  <a:latin typeface="Arial"/>
                  <a:ea typeface="Arial"/>
                  <a:cs typeface="Arial"/>
                </a:defRPr>
              </a:defPPr>
              <a:lvl1pPr algn="ctr">
                <a:defRPr sz="660" b="0">
                  <a:solidFill>
                    <a:srgbClr val="263442"/>
                  </a:solidFill>
                  <a:latin typeface="Arial"/>
                  <a:ea typeface="Arial"/>
                  <a:cs typeface="Arial"/>
                </a:defRPr>
              </a:lvl1pPr>
              <a:lvl2pPr algn="ctr">
                <a:defRPr sz="660" b="0">
                  <a:solidFill>
                    <a:srgbClr val="263442"/>
                  </a:solidFill>
                  <a:latin typeface="Arial"/>
                  <a:ea typeface="Arial"/>
                  <a:cs typeface="Arial"/>
                </a:defRPr>
              </a:lvl2pPr>
              <a:lvl3pPr algn="ctr">
                <a:defRPr sz="660" b="0">
                  <a:solidFill>
                    <a:srgbClr val="263442"/>
                  </a:solidFill>
                  <a:latin typeface="Arial"/>
                  <a:ea typeface="Arial"/>
                  <a:cs typeface="Arial"/>
                </a:defRPr>
              </a:lvl3pPr>
              <a:lvl4pPr algn="ctr">
                <a:defRPr sz="660" b="0">
                  <a:solidFill>
                    <a:srgbClr val="263442"/>
                  </a:solidFill>
                  <a:latin typeface="Arial"/>
                  <a:ea typeface="Arial"/>
                  <a:cs typeface="Arial"/>
                </a:defRPr>
              </a:lvl4pPr>
              <a:lvl5pPr algn="ctr">
                <a:defRPr sz="660" b="0">
                  <a:solidFill>
                    <a:srgbClr val="263442"/>
                  </a:solidFill>
                  <a:latin typeface="Arial"/>
                  <a:ea typeface="Arial"/>
                  <a:cs typeface="Arial"/>
                </a:defRPr>
              </a:lvl5pPr>
              <a:lvl6pPr algn="ctr">
                <a:defRPr sz="660" b="0">
                  <a:solidFill>
                    <a:srgbClr val="263442"/>
                  </a:solidFill>
                  <a:latin typeface="Arial"/>
                  <a:ea typeface="Arial"/>
                  <a:cs typeface="Arial"/>
                </a:defRPr>
              </a:lvl6pPr>
              <a:lvl7pPr algn="ctr">
                <a:defRPr sz="660" b="0">
                  <a:solidFill>
                    <a:srgbClr val="263442"/>
                  </a:solidFill>
                  <a:latin typeface="Arial"/>
                  <a:ea typeface="Arial"/>
                  <a:cs typeface="Arial"/>
                </a:defRPr>
              </a:lvl7pPr>
              <a:lvl8pPr algn="ctr">
                <a:defRPr sz="660" b="0">
                  <a:solidFill>
                    <a:srgbClr val="263442"/>
                  </a:solidFill>
                  <a:latin typeface="Arial"/>
                  <a:ea typeface="Arial"/>
                  <a:cs typeface="Arial"/>
                </a:defRPr>
              </a:lvl8pPr>
              <a:lvl9pPr algn="ctr">
                <a:defRPr sz="660" b="0">
                  <a:solidFill>
                    <a:srgbClr val="263442"/>
                  </a:solidFill>
                  <a:latin typeface="Arial"/>
                  <a:ea typeface="Arial"/>
                  <a:cs typeface="Arial"/>
                </a:defRPr>
              </a:lvl9pPr>
            </a:lstStyle>
            <a:p>
              <a:pPr algn="ctr">
                <a:defRPr sz="660" b="0">
                  <a:solidFill>
                    <a:srgbClr val="263442"/>
                  </a:solidFill>
                  <a:latin typeface="Arial"/>
                  <a:ea typeface="Arial"/>
                  <a:cs typeface="Arial"/>
                </a:defRPr>
              </a:pPr>
              <a:r>
                <a:rPr sz="660" b="0">
                  <a:solidFill>
                    <a:srgbClr val="263442"/>
                  </a:solidFill>
                  <a:latin typeface="Arial"/>
                  <a:ea typeface="Arial"/>
                  <a:cs typeface="Arial"/>
                </a:rPr>
                <a:t>9Q16 · XG4</a:t>
              </a:r>
            </a:p>
          </p:txBody>
        </p:sp>
        <p:sp>
          <p:nvSpPr>
            <p:cNvPr id="50649" name="Candidate-instance">
              <a:extLst>
                <a:ext uri="{FF2B5EF4-FFF2-40B4-BE49-F238E27FC236}">
                  <a16:creationId xmlns:a16="http://schemas.microsoft.com/office/drawing/2014/main" id="{80B4AB17-AF34-47A6-A6EE-F0CBAE3B47B3}"/>
                </a:ext>
              </a:extLst>
            </p:cNvPr>
            <p:cNvSpPr>
              <a:spLocks noGrp="1"/>
            </p:cNvSpPr>
            <p:nvPr/>
          </p:nvSpPr>
          <p:spPr>
            <a:xfrm>
              <a:off x="3190875" y="22764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A:1201</a:t>
              </a:r>
            </a:p>
          </p:txBody>
        </p:sp>
      </p:grpSp>
      <p:grpSp>
        <p:nvGrpSpPr>
          <p:cNvPr id="50727" name="Pose candidate 9qru_3"/>
          <p:cNvGrpSpPr/>
          <p:nvPr/>
        </p:nvGrpSpPr>
        <p:grpSpPr>
          <a:xfrm>
            <a:off x="133350" y="2447925"/>
            <a:ext cx="962025" cy="885825"/>
            <a:chOff x="133350" y="2447925"/>
            <a:chExt cx="962025" cy="885825"/>
          </a:xfrm>
        </p:grpSpPr>
        <p:sp>
          <p:nvSpPr>
            <p:cNvPr id="50650" name="Candidate-9qru_3">
              <a:extLst>
                <a:ext uri="{FF2B5EF4-FFF2-40B4-BE49-F238E27FC236}">
                  <a16:creationId xmlns:a16="http://schemas.microsoft.com/office/drawing/2014/main" id="{9156104A-BB9F-4D19-9B82-B1F2DCE64F29}"/>
                </a:ext>
              </a:extLst>
            </p:cNvPr>
            <p:cNvSpPr>
              <a:spLocks noGrp="1"/>
            </p:cNvSpPr>
            <p:nvPr/>
          </p:nvSpPr>
          <p:spPr>
            <a:xfrm>
              <a:off x="133350" y="2447925"/>
              <a:ext cx="962025" cy="885825"/>
            </a:xfrm>
            <a:prstGeom prst="rect">
              <a:avLst/>
            </a:prstGeom>
            <a:noFill/>
            <a:ln w="5239">
              <a:solidFill>
                <a:srgbClr val="DFE5E9"/>
              </a:solidFill>
            </a:ln>
          </p:spPr>
        </p:sp>
        <p:pic>
          <p:nvPicPr>
            <p:cNvPr id="50651" name="图片 50650">
              <a:extLst>
                <a:ext uri="{FF2B5EF4-FFF2-40B4-BE49-F238E27FC236}">
                  <a16:creationId xmlns:a16="http://schemas.microsoft.com/office/drawing/2014/main" id="{DFBA0548-DD00-42F5-8426-7FB3946F12CB}"/>
                </a:ext>
              </a:extLst>
            </p:cNvPr>
            <p:cNvPicPr>
              <a:picLocks noChangeAspect="1"/>
            </p:cNvPicPr>
            <p:nvPr/>
          </p:nvPicPr>
          <p:blipFill>
            <a:blip r:embed="rId12"/>
            <a:stretch/>
          </p:blipFill>
          <p:spPr>
            <a:xfrm>
              <a:off x="275839" y="2466975"/>
              <a:ext cx="677048" cy="647700"/>
            </a:xfrm>
            <a:prstGeom prst="rect">
              <a:avLst/>
            </a:prstGeom>
          </p:spPr>
        </p:pic>
        <p:sp>
          <p:nvSpPr>
            <p:cNvPr id="50652" name="Candidate-identity">
              <a:extLst>
                <a:ext uri="{FF2B5EF4-FFF2-40B4-BE49-F238E27FC236}">
                  <a16:creationId xmlns:a16="http://schemas.microsoft.com/office/drawing/2014/main" id="{70AEFE6A-5C4E-4CEB-A7D2-832880CD1EA6}"/>
                </a:ext>
              </a:extLst>
            </p:cNvPr>
            <p:cNvSpPr>
              <a:spLocks noGrp="1"/>
            </p:cNvSpPr>
            <p:nvPr/>
          </p:nvSpPr>
          <p:spPr>
            <a:xfrm>
              <a:off x="161925" y="3124200"/>
              <a:ext cx="904875" cy="104775"/>
            </a:xfrm>
            <a:prstGeom prst="rect">
              <a:avLst/>
            </a:prstGeom>
            <a:noFill/>
            <a:ln w="0">
              <a:noFill/>
            </a:ln>
          </p:spPr>
          <p:txBody>
            <a:bodyPr wrap="none" lIns="0" tIns="0" rIns="0" bIns="0" anchor="ctr">
              <a:noAutofit/>
            </a:bodyPr>
            <a:lstStyle>
              <a:defPPr algn="ctr">
                <a:defRPr sz="660" b="0">
                  <a:solidFill>
                    <a:srgbClr val="263442"/>
                  </a:solidFill>
                  <a:latin typeface="Arial"/>
                  <a:ea typeface="Arial"/>
                  <a:cs typeface="Arial"/>
                </a:defRPr>
              </a:defPPr>
              <a:lvl1pPr algn="ctr">
                <a:defRPr sz="660" b="0">
                  <a:solidFill>
                    <a:srgbClr val="263442"/>
                  </a:solidFill>
                  <a:latin typeface="Arial"/>
                  <a:ea typeface="Arial"/>
                  <a:cs typeface="Arial"/>
                </a:defRPr>
              </a:lvl1pPr>
              <a:lvl2pPr algn="ctr">
                <a:defRPr sz="660" b="0">
                  <a:solidFill>
                    <a:srgbClr val="263442"/>
                  </a:solidFill>
                  <a:latin typeface="Arial"/>
                  <a:ea typeface="Arial"/>
                  <a:cs typeface="Arial"/>
                </a:defRPr>
              </a:lvl2pPr>
              <a:lvl3pPr algn="ctr">
                <a:defRPr sz="660" b="0">
                  <a:solidFill>
                    <a:srgbClr val="263442"/>
                  </a:solidFill>
                  <a:latin typeface="Arial"/>
                  <a:ea typeface="Arial"/>
                  <a:cs typeface="Arial"/>
                </a:defRPr>
              </a:lvl3pPr>
              <a:lvl4pPr algn="ctr">
                <a:defRPr sz="660" b="0">
                  <a:solidFill>
                    <a:srgbClr val="263442"/>
                  </a:solidFill>
                  <a:latin typeface="Arial"/>
                  <a:ea typeface="Arial"/>
                  <a:cs typeface="Arial"/>
                </a:defRPr>
              </a:lvl4pPr>
              <a:lvl5pPr algn="ctr">
                <a:defRPr sz="660" b="0">
                  <a:solidFill>
                    <a:srgbClr val="263442"/>
                  </a:solidFill>
                  <a:latin typeface="Arial"/>
                  <a:ea typeface="Arial"/>
                  <a:cs typeface="Arial"/>
                </a:defRPr>
              </a:lvl5pPr>
              <a:lvl6pPr algn="ctr">
                <a:defRPr sz="660" b="0">
                  <a:solidFill>
                    <a:srgbClr val="263442"/>
                  </a:solidFill>
                  <a:latin typeface="Arial"/>
                  <a:ea typeface="Arial"/>
                  <a:cs typeface="Arial"/>
                </a:defRPr>
              </a:lvl6pPr>
              <a:lvl7pPr algn="ctr">
                <a:defRPr sz="660" b="0">
                  <a:solidFill>
                    <a:srgbClr val="263442"/>
                  </a:solidFill>
                  <a:latin typeface="Arial"/>
                  <a:ea typeface="Arial"/>
                  <a:cs typeface="Arial"/>
                </a:defRPr>
              </a:lvl7pPr>
              <a:lvl8pPr algn="ctr">
                <a:defRPr sz="660" b="0">
                  <a:solidFill>
                    <a:srgbClr val="263442"/>
                  </a:solidFill>
                  <a:latin typeface="Arial"/>
                  <a:ea typeface="Arial"/>
                  <a:cs typeface="Arial"/>
                </a:defRPr>
              </a:lvl8pPr>
              <a:lvl9pPr algn="ctr">
                <a:defRPr sz="660" b="0">
                  <a:solidFill>
                    <a:srgbClr val="263442"/>
                  </a:solidFill>
                  <a:latin typeface="Arial"/>
                  <a:ea typeface="Arial"/>
                  <a:cs typeface="Arial"/>
                </a:defRPr>
              </a:lvl9pPr>
            </a:lstStyle>
            <a:p>
              <a:pPr algn="ctr">
                <a:defRPr sz="660" b="0">
                  <a:solidFill>
                    <a:srgbClr val="263442"/>
                  </a:solidFill>
                  <a:latin typeface="Arial"/>
                  <a:ea typeface="Arial"/>
                  <a:cs typeface="Arial"/>
                </a:defRPr>
              </a:pPr>
              <a:r>
                <a:rPr sz="660" b="0">
                  <a:solidFill>
                    <a:srgbClr val="263442"/>
                  </a:solidFill>
                  <a:latin typeface="Arial"/>
                  <a:ea typeface="Arial"/>
                  <a:cs typeface="Arial"/>
                </a:rPr>
                <a:t>9QRU · A1JAX</a:t>
              </a:r>
            </a:p>
          </p:txBody>
        </p:sp>
        <p:sp>
          <p:nvSpPr>
            <p:cNvPr id="50653" name="Candidate-instance">
              <a:extLst>
                <a:ext uri="{FF2B5EF4-FFF2-40B4-BE49-F238E27FC236}">
                  <a16:creationId xmlns:a16="http://schemas.microsoft.com/office/drawing/2014/main" id="{73D8423B-411B-4F96-986B-88FA5A249F71}"/>
                </a:ext>
              </a:extLst>
            </p:cNvPr>
            <p:cNvSpPr>
              <a:spLocks noGrp="1"/>
            </p:cNvSpPr>
            <p:nvPr/>
          </p:nvSpPr>
          <p:spPr>
            <a:xfrm>
              <a:off x="161925" y="32289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B:2801</a:t>
              </a:r>
            </a:p>
          </p:txBody>
        </p:sp>
      </p:grpSp>
      <p:grpSp>
        <p:nvGrpSpPr>
          <p:cNvPr id="50728" name="Pose candidate 9r3d_0"/>
          <p:cNvGrpSpPr/>
          <p:nvPr/>
        </p:nvGrpSpPr>
        <p:grpSpPr>
          <a:xfrm>
            <a:off x="1143000" y="2447925"/>
            <a:ext cx="962025" cy="885825"/>
            <a:chOff x="1143000" y="2447925"/>
            <a:chExt cx="962025" cy="885825"/>
          </a:xfrm>
        </p:grpSpPr>
        <p:sp>
          <p:nvSpPr>
            <p:cNvPr id="50654" name="Candidate-9r3d_0">
              <a:extLst>
                <a:ext uri="{FF2B5EF4-FFF2-40B4-BE49-F238E27FC236}">
                  <a16:creationId xmlns:a16="http://schemas.microsoft.com/office/drawing/2014/main" id="{67927153-3A57-4AF0-ACEA-07283CCFFAE6}"/>
                </a:ext>
              </a:extLst>
            </p:cNvPr>
            <p:cNvSpPr>
              <a:spLocks noGrp="1"/>
            </p:cNvSpPr>
            <p:nvPr/>
          </p:nvSpPr>
          <p:spPr>
            <a:xfrm>
              <a:off x="1143000" y="2447925"/>
              <a:ext cx="962025" cy="885825"/>
            </a:xfrm>
            <a:prstGeom prst="rect">
              <a:avLst/>
            </a:prstGeom>
            <a:noFill/>
            <a:ln w="5239">
              <a:solidFill>
                <a:srgbClr val="DFE5E9"/>
              </a:solidFill>
            </a:ln>
          </p:spPr>
        </p:sp>
        <p:pic>
          <p:nvPicPr>
            <p:cNvPr id="50655" name="图片 50654">
              <a:extLst>
                <a:ext uri="{FF2B5EF4-FFF2-40B4-BE49-F238E27FC236}">
                  <a16:creationId xmlns:a16="http://schemas.microsoft.com/office/drawing/2014/main" id="{1F9995BA-FA8F-42F5-B38F-E7601A87A3AF}"/>
                </a:ext>
              </a:extLst>
            </p:cNvPr>
            <p:cNvPicPr>
              <a:picLocks noChangeAspect="1"/>
            </p:cNvPicPr>
            <p:nvPr/>
          </p:nvPicPr>
          <p:blipFill>
            <a:blip r:embed="rId13"/>
            <a:stretch/>
          </p:blipFill>
          <p:spPr>
            <a:xfrm>
              <a:off x="1212582" y="2466975"/>
              <a:ext cx="822861" cy="647700"/>
            </a:xfrm>
            <a:prstGeom prst="rect">
              <a:avLst/>
            </a:prstGeom>
          </p:spPr>
        </p:pic>
        <p:sp>
          <p:nvSpPr>
            <p:cNvPr id="50656" name="Candidate-identity">
              <a:extLst>
                <a:ext uri="{FF2B5EF4-FFF2-40B4-BE49-F238E27FC236}">
                  <a16:creationId xmlns:a16="http://schemas.microsoft.com/office/drawing/2014/main" id="{ED7E5E51-678E-4492-938D-BF463F00C708}"/>
                </a:ext>
              </a:extLst>
            </p:cNvPr>
            <p:cNvSpPr>
              <a:spLocks noGrp="1"/>
            </p:cNvSpPr>
            <p:nvPr/>
          </p:nvSpPr>
          <p:spPr>
            <a:xfrm>
              <a:off x="1171575" y="3124200"/>
              <a:ext cx="904875" cy="104775"/>
            </a:xfrm>
            <a:prstGeom prst="rect">
              <a:avLst/>
            </a:prstGeom>
            <a:noFill/>
            <a:ln w="0">
              <a:noFill/>
            </a:ln>
          </p:spPr>
          <p:txBody>
            <a:bodyPr wrap="none" lIns="0" tIns="0" rIns="0" bIns="0" anchor="ctr">
              <a:noAutofit/>
            </a:bodyPr>
            <a:lstStyle>
              <a:defPPr algn="ctr">
                <a:defRPr sz="660" b="0">
                  <a:solidFill>
                    <a:srgbClr val="263442"/>
                  </a:solidFill>
                  <a:latin typeface="Arial"/>
                  <a:ea typeface="Arial"/>
                  <a:cs typeface="Arial"/>
                </a:defRPr>
              </a:defPPr>
              <a:lvl1pPr algn="ctr">
                <a:defRPr sz="660" b="0">
                  <a:solidFill>
                    <a:srgbClr val="263442"/>
                  </a:solidFill>
                  <a:latin typeface="Arial"/>
                  <a:ea typeface="Arial"/>
                  <a:cs typeface="Arial"/>
                </a:defRPr>
              </a:lvl1pPr>
              <a:lvl2pPr algn="ctr">
                <a:defRPr sz="660" b="0">
                  <a:solidFill>
                    <a:srgbClr val="263442"/>
                  </a:solidFill>
                  <a:latin typeface="Arial"/>
                  <a:ea typeface="Arial"/>
                  <a:cs typeface="Arial"/>
                </a:defRPr>
              </a:lvl2pPr>
              <a:lvl3pPr algn="ctr">
                <a:defRPr sz="660" b="0">
                  <a:solidFill>
                    <a:srgbClr val="263442"/>
                  </a:solidFill>
                  <a:latin typeface="Arial"/>
                  <a:ea typeface="Arial"/>
                  <a:cs typeface="Arial"/>
                </a:defRPr>
              </a:lvl3pPr>
              <a:lvl4pPr algn="ctr">
                <a:defRPr sz="660" b="0">
                  <a:solidFill>
                    <a:srgbClr val="263442"/>
                  </a:solidFill>
                  <a:latin typeface="Arial"/>
                  <a:ea typeface="Arial"/>
                  <a:cs typeface="Arial"/>
                </a:defRPr>
              </a:lvl4pPr>
              <a:lvl5pPr algn="ctr">
                <a:defRPr sz="660" b="0">
                  <a:solidFill>
                    <a:srgbClr val="263442"/>
                  </a:solidFill>
                  <a:latin typeface="Arial"/>
                  <a:ea typeface="Arial"/>
                  <a:cs typeface="Arial"/>
                </a:defRPr>
              </a:lvl5pPr>
              <a:lvl6pPr algn="ctr">
                <a:defRPr sz="660" b="0">
                  <a:solidFill>
                    <a:srgbClr val="263442"/>
                  </a:solidFill>
                  <a:latin typeface="Arial"/>
                  <a:ea typeface="Arial"/>
                  <a:cs typeface="Arial"/>
                </a:defRPr>
              </a:lvl6pPr>
              <a:lvl7pPr algn="ctr">
                <a:defRPr sz="660" b="0">
                  <a:solidFill>
                    <a:srgbClr val="263442"/>
                  </a:solidFill>
                  <a:latin typeface="Arial"/>
                  <a:ea typeface="Arial"/>
                  <a:cs typeface="Arial"/>
                </a:defRPr>
              </a:lvl7pPr>
              <a:lvl8pPr algn="ctr">
                <a:defRPr sz="660" b="0">
                  <a:solidFill>
                    <a:srgbClr val="263442"/>
                  </a:solidFill>
                  <a:latin typeface="Arial"/>
                  <a:ea typeface="Arial"/>
                  <a:cs typeface="Arial"/>
                </a:defRPr>
              </a:lvl8pPr>
              <a:lvl9pPr algn="ctr">
                <a:defRPr sz="660" b="0">
                  <a:solidFill>
                    <a:srgbClr val="263442"/>
                  </a:solidFill>
                  <a:latin typeface="Arial"/>
                  <a:ea typeface="Arial"/>
                  <a:cs typeface="Arial"/>
                </a:defRPr>
              </a:lvl9pPr>
            </a:lstStyle>
            <a:p>
              <a:pPr algn="ctr">
                <a:defRPr sz="660" b="0">
                  <a:solidFill>
                    <a:srgbClr val="263442"/>
                  </a:solidFill>
                  <a:latin typeface="Arial"/>
                  <a:ea typeface="Arial"/>
                  <a:cs typeface="Arial"/>
                </a:defRPr>
              </a:pPr>
              <a:r>
                <a:rPr sz="660" b="0">
                  <a:solidFill>
                    <a:srgbClr val="263442"/>
                  </a:solidFill>
                  <a:latin typeface="Arial"/>
                  <a:ea typeface="Arial"/>
                  <a:cs typeface="Arial"/>
                </a:rPr>
                <a:t>9R3D · IHP</a:t>
              </a:r>
            </a:p>
          </p:txBody>
        </p:sp>
        <p:sp>
          <p:nvSpPr>
            <p:cNvPr id="50657" name="Candidate-instance">
              <a:extLst>
                <a:ext uri="{FF2B5EF4-FFF2-40B4-BE49-F238E27FC236}">
                  <a16:creationId xmlns:a16="http://schemas.microsoft.com/office/drawing/2014/main" id="{B5278109-C234-489A-B65D-842F974DA957}"/>
                </a:ext>
              </a:extLst>
            </p:cNvPr>
            <p:cNvSpPr>
              <a:spLocks noGrp="1"/>
            </p:cNvSpPr>
            <p:nvPr/>
          </p:nvSpPr>
          <p:spPr>
            <a:xfrm>
              <a:off x="1171575" y="32289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A:2401</a:t>
              </a:r>
            </a:p>
          </p:txBody>
        </p:sp>
      </p:grpSp>
      <p:grpSp>
        <p:nvGrpSpPr>
          <p:cNvPr id="50729" name="Pose candidate 9u7j_2"/>
          <p:cNvGrpSpPr/>
          <p:nvPr/>
        </p:nvGrpSpPr>
        <p:grpSpPr>
          <a:xfrm>
            <a:off x="2152650" y="2447925"/>
            <a:ext cx="962025" cy="885825"/>
            <a:chOff x="2152650" y="2447925"/>
            <a:chExt cx="962025" cy="885825"/>
          </a:xfrm>
        </p:grpSpPr>
        <p:sp>
          <p:nvSpPr>
            <p:cNvPr id="50658" name="Candidate-9u7j_2">
              <a:extLst>
                <a:ext uri="{FF2B5EF4-FFF2-40B4-BE49-F238E27FC236}">
                  <a16:creationId xmlns:a16="http://schemas.microsoft.com/office/drawing/2014/main" id="{4666D125-894F-456D-BCC9-84E91523DEF2}"/>
                </a:ext>
              </a:extLst>
            </p:cNvPr>
            <p:cNvSpPr>
              <a:spLocks noGrp="1"/>
            </p:cNvSpPr>
            <p:nvPr/>
          </p:nvSpPr>
          <p:spPr>
            <a:xfrm>
              <a:off x="2152650" y="2447925"/>
              <a:ext cx="962025" cy="885825"/>
            </a:xfrm>
            <a:prstGeom prst="rect">
              <a:avLst/>
            </a:prstGeom>
            <a:noFill/>
            <a:ln w="5239">
              <a:solidFill>
                <a:srgbClr val="DFE5E9"/>
              </a:solidFill>
            </a:ln>
          </p:spPr>
        </p:sp>
        <p:pic>
          <p:nvPicPr>
            <p:cNvPr id="50659" name="图片 50658">
              <a:extLst>
                <a:ext uri="{FF2B5EF4-FFF2-40B4-BE49-F238E27FC236}">
                  <a16:creationId xmlns:a16="http://schemas.microsoft.com/office/drawing/2014/main" id="{6EEF7001-3857-4D53-89A7-E667B8AAABFC}"/>
                </a:ext>
              </a:extLst>
            </p:cNvPr>
            <p:cNvPicPr>
              <a:picLocks noChangeAspect="1"/>
            </p:cNvPicPr>
            <p:nvPr/>
          </p:nvPicPr>
          <p:blipFill>
            <a:blip r:embed="rId14"/>
            <a:stretch/>
          </p:blipFill>
          <p:spPr>
            <a:xfrm>
              <a:off x="2307841" y="2466975"/>
              <a:ext cx="651643" cy="647700"/>
            </a:xfrm>
            <a:prstGeom prst="rect">
              <a:avLst/>
            </a:prstGeom>
          </p:spPr>
        </p:pic>
        <p:sp>
          <p:nvSpPr>
            <p:cNvPr id="50660" name="Candidate-identity">
              <a:extLst>
                <a:ext uri="{FF2B5EF4-FFF2-40B4-BE49-F238E27FC236}">
                  <a16:creationId xmlns:a16="http://schemas.microsoft.com/office/drawing/2014/main" id="{2FD81CA5-A5E6-410D-9BE3-DBF62390A4AE}"/>
                </a:ext>
              </a:extLst>
            </p:cNvPr>
            <p:cNvSpPr>
              <a:spLocks noGrp="1"/>
            </p:cNvSpPr>
            <p:nvPr/>
          </p:nvSpPr>
          <p:spPr>
            <a:xfrm>
              <a:off x="2181225" y="3124200"/>
              <a:ext cx="904875" cy="104775"/>
            </a:xfrm>
            <a:prstGeom prst="rect">
              <a:avLst/>
            </a:prstGeom>
            <a:noFill/>
            <a:ln w="0">
              <a:noFill/>
            </a:ln>
          </p:spPr>
          <p:txBody>
            <a:bodyPr wrap="none" lIns="0" tIns="0" rIns="0" bIns="0" anchor="ctr">
              <a:noAutofit/>
            </a:bodyPr>
            <a:lstStyle>
              <a:defPPr algn="ctr">
                <a:defRPr sz="660" b="0">
                  <a:solidFill>
                    <a:srgbClr val="263442"/>
                  </a:solidFill>
                  <a:latin typeface="Arial"/>
                  <a:ea typeface="Arial"/>
                  <a:cs typeface="Arial"/>
                </a:defRPr>
              </a:defPPr>
              <a:lvl1pPr algn="ctr">
                <a:defRPr sz="660" b="0">
                  <a:solidFill>
                    <a:srgbClr val="263442"/>
                  </a:solidFill>
                  <a:latin typeface="Arial"/>
                  <a:ea typeface="Arial"/>
                  <a:cs typeface="Arial"/>
                </a:defRPr>
              </a:lvl1pPr>
              <a:lvl2pPr algn="ctr">
                <a:defRPr sz="660" b="0">
                  <a:solidFill>
                    <a:srgbClr val="263442"/>
                  </a:solidFill>
                  <a:latin typeface="Arial"/>
                  <a:ea typeface="Arial"/>
                  <a:cs typeface="Arial"/>
                </a:defRPr>
              </a:lvl2pPr>
              <a:lvl3pPr algn="ctr">
                <a:defRPr sz="660" b="0">
                  <a:solidFill>
                    <a:srgbClr val="263442"/>
                  </a:solidFill>
                  <a:latin typeface="Arial"/>
                  <a:ea typeface="Arial"/>
                  <a:cs typeface="Arial"/>
                </a:defRPr>
              </a:lvl3pPr>
              <a:lvl4pPr algn="ctr">
                <a:defRPr sz="660" b="0">
                  <a:solidFill>
                    <a:srgbClr val="263442"/>
                  </a:solidFill>
                  <a:latin typeface="Arial"/>
                  <a:ea typeface="Arial"/>
                  <a:cs typeface="Arial"/>
                </a:defRPr>
              </a:lvl4pPr>
              <a:lvl5pPr algn="ctr">
                <a:defRPr sz="660" b="0">
                  <a:solidFill>
                    <a:srgbClr val="263442"/>
                  </a:solidFill>
                  <a:latin typeface="Arial"/>
                  <a:ea typeface="Arial"/>
                  <a:cs typeface="Arial"/>
                </a:defRPr>
              </a:lvl5pPr>
              <a:lvl6pPr algn="ctr">
                <a:defRPr sz="660" b="0">
                  <a:solidFill>
                    <a:srgbClr val="263442"/>
                  </a:solidFill>
                  <a:latin typeface="Arial"/>
                  <a:ea typeface="Arial"/>
                  <a:cs typeface="Arial"/>
                </a:defRPr>
              </a:lvl6pPr>
              <a:lvl7pPr algn="ctr">
                <a:defRPr sz="660" b="0">
                  <a:solidFill>
                    <a:srgbClr val="263442"/>
                  </a:solidFill>
                  <a:latin typeface="Arial"/>
                  <a:ea typeface="Arial"/>
                  <a:cs typeface="Arial"/>
                </a:defRPr>
              </a:lvl7pPr>
              <a:lvl8pPr algn="ctr">
                <a:defRPr sz="660" b="0">
                  <a:solidFill>
                    <a:srgbClr val="263442"/>
                  </a:solidFill>
                  <a:latin typeface="Arial"/>
                  <a:ea typeface="Arial"/>
                  <a:cs typeface="Arial"/>
                </a:defRPr>
              </a:lvl8pPr>
              <a:lvl9pPr algn="ctr">
                <a:defRPr sz="660" b="0">
                  <a:solidFill>
                    <a:srgbClr val="263442"/>
                  </a:solidFill>
                  <a:latin typeface="Arial"/>
                  <a:ea typeface="Arial"/>
                  <a:cs typeface="Arial"/>
                </a:defRPr>
              </a:lvl9pPr>
            </a:lstStyle>
            <a:p>
              <a:pPr algn="ctr">
                <a:defRPr sz="660" b="0">
                  <a:solidFill>
                    <a:srgbClr val="263442"/>
                  </a:solidFill>
                  <a:latin typeface="Arial"/>
                  <a:ea typeface="Arial"/>
                  <a:cs typeface="Arial"/>
                </a:defRPr>
              </a:pPr>
              <a:r>
                <a:rPr sz="660" b="0">
                  <a:solidFill>
                    <a:srgbClr val="263442"/>
                  </a:solidFill>
                  <a:latin typeface="Arial"/>
                  <a:ea typeface="Arial"/>
                  <a:cs typeface="Arial"/>
                </a:rPr>
                <a:t>9U7J · GDU</a:t>
              </a:r>
            </a:p>
          </p:txBody>
        </p:sp>
        <p:sp>
          <p:nvSpPr>
            <p:cNvPr id="50661" name="Candidate-instance">
              <a:extLst>
                <a:ext uri="{FF2B5EF4-FFF2-40B4-BE49-F238E27FC236}">
                  <a16:creationId xmlns:a16="http://schemas.microsoft.com/office/drawing/2014/main" id="{C520BD1A-8F93-4BC4-963E-5D8AB2E24AB4}"/>
                </a:ext>
              </a:extLst>
            </p:cNvPr>
            <p:cNvSpPr>
              <a:spLocks noGrp="1"/>
            </p:cNvSpPr>
            <p:nvPr/>
          </p:nvSpPr>
          <p:spPr>
            <a:xfrm>
              <a:off x="2181225" y="32289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A:801</a:t>
              </a:r>
            </a:p>
          </p:txBody>
        </p:sp>
      </p:grpSp>
      <p:grpSp>
        <p:nvGrpSpPr>
          <p:cNvPr id="50730" name="Pose candidate 9ub7_3"/>
          <p:cNvGrpSpPr/>
          <p:nvPr/>
        </p:nvGrpSpPr>
        <p:grpSpPr>
          <a:xfrm>
            <a:off x="3162300" y="2447925"/>
            <a:ext cx="962025" cy="885825"/>
            <a:chOff x="3162300" y="2447925"/>
            <a:chExt cx="962025" cy="885825"/>
          </a:xfrm>
        </p:grpSpPr>
        <p:sp>
          <p:nvSpPr>
            <p:cNvPr id="50662" name="Candidate-9ub7_3">
              <a:extLst>
                <a:ext uri="{FF2B5EF4-FFF2-40B4-BE49-F238E27FC236}">
                  <a16:creationId xmlns:a16="http://schemas.microsoft.com/office/drawing/2014/main" id="{CA692256-67D5-47D7-BDF5-A9B66A6F46A1}"/>
                </a:ext>
              </a:extLst>
            </p:cNvPr>
            <p:cNvSpPr>
              <a:spLocks noGrp="1"/>
            </p:cNvSpPr>
            <p:nvPr/>
          </p:nvSpPr>
          <p:spPr>
            <a:xfrm>
              <a:off x="3162300" y="2447925"/>
              <a:ext cx="962025" cy="885825"/>
            </a:xfrm>
            <a:prstGeom prst="rect">
              <a:avLst/>
            </a:prstGeom>
            <a:noFill/>
            <a:ln w="5239">
              <a:solidFill>
                <a:srgbClr val="DFE5E9"/>
              </a:solidFill>
            </a:ln>
          </p:spPr>
        </p:sp>
        <p:pic>
          <p:nvPicPr>
            <p:cNvPr id="50663" name="图片 50662">
              <a:extLst>
                <a:ext uri="{FF2B5EF4-FFF2-40B4-BE49-F238E27FC236}">
                  <a16:creationId xmlns:a16="http://schemas.microsoft.com/office/drawing/2014/main" id="{3D3ED332-611E-43C8-96EA-A36FC1EF1248}"/>
                </a:ext>
              </a:extLst>
            </p:cNvPr>
            <p:cNvPicPr>
              <a:picLocks noChangeAspect="1"/>
            </p:cNvPicPr>
            <p:nvPr/>
          </p:nvPicPr>
          <p:blipFill>
            <a:blip r:embed="rId15"/>
            <a:stretch/>
          </p:blipFill>
          <p:spPr>
            <a:xfrm>
              <a:off x="3201833" y="2466975"/>
              <a:ext cx="882960" cy="647700"/>
            </a:xfrm>
            <a:prstGeom prst="rect">
              <a:avLst/>
            </a:prstGeom>
          </p:spPr>
        </p:pic>
        <p:sp>
          <p:nvSpPr>
            <p:cNvPr id="50664" name="Candidate-identity">
              <a:extLst>
                <a:ext uri="{FF2B5EF4-FFF2-40B4-BE49-F238E27FC236}">
                  <a16:creationId xmlns:a16="http://schemas.microsoft.com/office/drawing/2014/main" id="{A6E0825F-FA00-468E-8647-898688643E90}"/>
                </a:ext>
              </a:extLst>
            </p:cNvPr>
            <p:cNvSpPr>
              <a:spLocks noGrp="1"/>
            </p:cNvSpPr>
            <p:nvPr/>
          </p:nvSpPr>
          <p:spPr>
            <a:xfrm>
              <a:off x="3190875" y="3124200"/>
              <a:ext cx="904875" cy="104775"/>
            </a:xfrm>
            <a:prstGeom prst="rect">
              <a:avLst/>
            </a:prstGeom>
            <a:noFill/>
            <a:ln w="0">
              <a:noFill/>
            </a:ln>
          </p:spPr>
          <p:txBody>
            <a:bodyPr wrap="none" lIns="0" tIns="0" rIns="0" bIns="0" anchor="ctr">
              <a:noAutofit/>
            </a:bodyPr>
            <a:lstStyle>
              <a:defPPr algn="ctr">
                <a:defRPr sz="660" b="0">
                  <a:solidFill>
                    <a:srgbClr val="263442"/>
                  </a:solidFill>
                  <a:latin typeface="Arial"/>
                  <a:ea typeface="Arial"/>
                  <a:cs typeface="Arial"/>
                </a:defRPr>
              </a:defPPr>
              <a:lvl1pPr algn="ctr">
                <a:defRPr sz="660" b="0">
                  <a:solidFill>
                    <a:srgbClr val="263442"/>
                  </a:solidFill>
                  <a:latin typeface="Arial"/>
                  <a:ea typeface="Arial"/>
                  <a:cs typeface="Arial"/>
                </a:defRPr>
              </a:lvl1pPr>
              <a:lvl2pPr algn="ctr">
                <a:defRPr sz="660" b="0">
                  <a:solidFill>
                    <a:srgbClr val="263442"/>
                  </a:solidFill>
                  <a:latin typeface="Arial"/>
                  <a:ea typeface="Arial"/>
                  <a:cs typeface="Arial"/>
                </a:defRPr>
              </a:lvl2pPr>
              <a:lvl3pPr algn="ctr">
                <a:defRPr sz="660" b="0">
                  <a:solidFill>
                    <a:srgbClr val="263442"/>
                  </a:solidFill>
                  <a:latin typeface="Arial"/>
                  <a:ea typeface="Arial"/>
                  <a:cs typeface="Arial"/>
                </a:defRPr>
              </a:lvl3pPr>
              <a:lvl4pPr algn="ctr">
                <a:defRPr sz="660" b="0">
                  <a:solidFill>
                    <a:srgbClr val="263442"/>
                  </a:solidFill>
                  <a:latin typeface="Arial"/>
                  <a:ea typeface="Arial"/>
                  <a:cs typeface="Arial"/>
                </a:defRPr>
              </a:lvl4pPr>
              <a:lvl5pPr algn="ctr">
                <a:defRPr sz="660" b="0">
                  <a:solidFill>
                    <a:srgbClr val="263442"/>
                  </a:solidFill>
                  <a:latin typeface="Arial"/>
                  <a:ea typeface="Arial"/>
                  <a:cs typeface="Arial"/>
                </a:defRPr>
              </a:lvl5pPr>
              <a:lvl6pPr algn="ctr">
                <a:defRPr sz="660" b="0">
                  <a:solidFill>
                    <a:srgbClr val="263442"/>
                  </a:solidFill>
                  <a:latin typeface="Arial"/>
                  <a:ea typeface="Arial"/>
                  <a:cs typeface="Arial"/>
                </a:defRPr>
              </a:lvl6pPr>
              <a:lvl7pPr algn="ctr">
                <a:defRPr sz="660" b="0">
                  <a:solidFill>
                    <a:srgbClr val="263442"/>
                  </a:solidFill>
                  <a:latin typeface="Arial"/>
                  <a:ea typeface="Arial"/>
                  <a:cs typeface="Arial"/>
                </a:defRPr>
              </a:lvl7pPr>
              <a:lvl8pPr algn="ctr">
                <a:defRPr sz="660" b="0">
                  <a:solidFill>
                    <a:srgbClr val="263442"/>
                  </a:solidFill>
                  <a:latin typeface="Arial"/>
                  <a:ea typeface="Arial"/>
                  <a:cs typeface="Arial"/>
                </a:defRPr>
              </a:lvl8pPr>
              <a:lvl9pPr algn="ctr">
                <a:defRPr sz="660" b="0">
                  <a:solidFill>
                    <a:srgbClr val="263442"/>
                  </a:solidFill>
                  <a:latin typeface="Arial"/>
                  <a:ea typeface="Arial"/>
                  <a:cs typeface="Arial"/>
                </a:defRPr>
              </a:lvl9pPr>
            </a:lstStyle>
            <a:p>
              <a:pPr algn="ctr">
                <a:defRPr sz="660" b="0">
                  <a:solidFill>
                    <a:srgbClr val="263442"/>
                  </a:solidFill>
                  <a:latin typeface="Arial"/>
                  <a:ea typeface="Arial"/>
                  <a:cs typeface="Arial"/>
                </a:defRPr>
              </a:pPr>
              <a:r>
                <a:rPr sz="660" b="0">
                  <a:solidFill>
                    <a:srgbClr val="263442"/>
                  </a:solidFill>
                  <a:latin typeface="Arial"/>
                  <a:ea typeface="Arial"/>
                  <a:cs typeface="Arial"/>
                </a:rPr>
                <a:t>9UB7 · Y01</a:t>
              </a:r>
            </a:p>
          </p:txBody>
        </p:sp>
        <p:sp>
          <p:nvSpPr>
            <p:cNvPr id="50665" name="Candidate-instance">
              <a:extLst>
                <a:ext uri="{FF2B5EF4-FFF2-40B4-BE49-F238E27FC236}">
                  <a16:creationId xmlns:a16="http://schemas.microsoft.com/office/drawing/2014/main" id="{2CC9F659-9E72-4DAF-B8E5-637F11006DDA}"/>
                </a:ext>
              </a:extLst>
            </p:cNvPr>
            <p:cNvSpPr>
              <a:spLocks noGrp="1"/>
            </p:cNvSpPr>
            <p:nvPr/>
          </p:nvSpPr>
          <p:spPr>
            <a:xfrm>
              <a:off x="3190875" y="32289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A:701</a:t>
              </a:r>
            </a:p>
          </p:txBody>
        </p:sp>
      </p:grpSp>
      <p:grpSp>
        <p:nvGrpSpPr>
          <p:cNvPr id="50731" name="Pose candidate 9ujf_9"/>
          <p:cNvGrpSpPr/>
          <p:nvPr/>
        </p:nvGrpSpPr>
        <p:grpSpPr>
          <a:xfrm>
            <a:off x="133350" y="3400425"/>
            <a:ext cx="962025" cy="885825"/>
            <a:chOff x="133350" y="3400425"/>
            <a:chExt cx="962025" cy="885825"/>
          </a:xfrm>
        </p:grpSpPr>
        <p:sp>
          <p:nvSpPr>
            <p:cNvPr id="50666" name="Candidate-9ujf_9">
              <a:extLst>
                <a:ext uri="{FF2B5EF4-FFF2-40B4-BE49-F238E27FC236}">
                  <a16:creationId xmlns:a16="http://schemas.microsoft.com/office/drawing/2014/main" id="{EBD7F4B1-EA9C-4498-AA54-DFB8BF6BDA76}"/>
                </a:ext>
              </a:extLst>
            </p:cNvPr>
            <p:cNvSpPr>
              <a:spLocks noGrp="1"/>
            </p:cNvSpPr>
            <p:nvPr/>
          </p:nvSpPr>
          <p:spPr>
            <a:xfrm>
              <a:off x="133350" y="3400425"/>
              <a:ext cx="962025" cy="885825"/>
            </a:xfrm>
            <a:prstGeom prst="rect">
              <a:avLst/>
            </a:prstGeom>
            <a:noFill/>
            <a:ln w="5239">
              <a:solidFill>
                <a:srgbClr val="DFE5E9"/>
              </a:solidFill>
            </a:ln>
          </p:spPr>
        </p:sp>
        <p:pic>
          <p:nvPicPr>
            <p:cNvPr id="50667" name="图片 50666">
              <a:extLst>
                <a:ext uri="{FF2B5EF4-FFF2-40B4-BE49-F238E27FC236}">
                  <a16:creationId xmlns:a16="http://schemas.microsoft.com/office/drawing/2014/main" id="{2E255BED-A03A-41A2-A1DC-B7168D1B03D8}"/>
                </a:ext>
              </a:extLst>
            </p:cNvPr>
            <p:cNvPicPr>
              <a:picLocks noChangeAspect="1"/>
            </p:cNvPicPr>
            <p:nvPr/>
          </p:nvPicPr>
          <p:blipFill>
            <a:blip r:embed="rId16"/>
            <a:stretch/>
          </p:blipFill>
          <p:spPr>
            <a:xfrm>
              <a:off x="287681" y="3419475"/>
              <a:ext cx="653363" cy="647700"/>
            </a:xfrm>
            <a:prstGeom prst="rect">
              <a:avLst/>
            </a:prstGeom>
          </p:spPr>
        </p:pic>
        <p:sp>
          <p:nvSpPr>
            <p:cNvPr id="50668" name="Candidate-identity">
              <a:extLst>
                <a:ext uri="{FF2B5EF4-FFF2-40B4-BE49-F238E27FC236}">
                  <a16:creationId xmlns:a16="http://schemas.microsoft.com/office/drawing/2014/main" id="{9FF84571-5275-464D-9AF3-5995A7AD98DC}"/>
                </a:ext>
              </a:extLst>
            </p:cNvPr>
            <p:cNvSpPr>
              <a:spLocks noGrp="1"/>
            </p:cNvSpPr>
            <p:nvPr/>
          </p:nvSpPr>
          <p:spPr>
            <a:xfrm>
              <a:off x="161925" y="4076700"/>
              <a:ext cx="904875" cy="104775"/>
            </a:xfrm>
            <a:prstGeom prst="rect">
              <a:avLst/>
            </a:prstGeom>
            <a:noFill/>
            <a:ln w="0">
              <a:noFill/>
            </a:ln>
          </p:spPr>
          <p:txBody>
            <a:bodyPr wrap="none" lIns="0" tIns="0" rIns="0" bIns="0" anchor="ctr">
              <a:noAutofit/>
            </a:bodyPr>
            <a:lstStyle>
              <a:defPPr algn="ctr">
                <a:defRPr sz="660" b="0">
                  <a:solidFill>
                    <a:srgbClr val="263442"/>
                  </a:solidFill>
                  <a:latin typeface="Arial"/>
                  <a:ea typeface="Arial"/>
                  <a:cs typeface="Arial"/>
                </a:defRPr>
              </a:defPPr>
              <a:lvl1pPr algn="ctr">
                <a:defRPr sz="660" b="0">
                  <a:solidFill>
                    <a:srgbClr val="263442"/>
                  </a:solidFill>
                  <a:latin typeface="Arial"/>
                  <a:ea typeface="Arial"/>
                  <a:cs typeface="Arial"/>
                </a:defRPr>
              </a:lvl1pPr>
              <a:lvl2pPr algn="ctr">
                <a:defRPr sz="660" b="0">
                  <a:solidFill>
                    <a:srgbClr val="263442"/>
                  </a:solidFill>
                  <a:latin typeface="Arial"/>
                  <a:ea typeface="Arial"/>
                  <a:cs typeface="Arial"/>
                </a:defRPr>
              </a:lvl2pPr>
              <a:lvl3pPr algn="ctr">
                <a:defRPr sz="660" b="0">
                  <a:solidFill>
                    <a:srgbClr val="263442"/>
                  </a:solidFill>
                  <a:latin typeface="Arial"/>
                  <a:ea typeface="Arial"/>
                  <a:cs typeface="Arial"/>
                </a:defRPr>
              </a:lvl3pPr>
              <a:lvl4pPr algn="ctr">
                <a:defRPr sz="660" b="0">
                  <a:solidFill>
                    <a:srgbClr val="263442"/>
                  </a:solidFill>
                  <a:latin typeface="Arial"/>
                  <a:ea typeface="Arial"/>
                  <a:cs typeface="Arial"/>
                </a:defRPr>
              </a:lvl4pPr>
              <a:lvl5pPr algn="ctr">
                <a:defRPr sz="660" b="0">
                  <a:solidFill>
                    <a:srgbClr val="263442"/>
                  </a:solidFill>
                  <a:latin typeface="Arial"/>
                  <a:ea typeface="Arial"/>
                  <a:cs typeface="Arial"/>
                </a:defRPr>
              </a:lvl5pPr>
              <a:lvl6pPr algn="ctr">
                <a:defRPr sz="660" b="0">
                  <a:solidFill>
                    <a:srgbClr val="263442"/>
                  </a:solidFill>
                  <a:latin typeface="Arial"/>
                  <a:ea typeface="Arial"/>
                  <a:cs typeface="Arial"/>
                </a:defRPr>
              </a:lvl6pPr>
              <a:lvl7pPr algn="ctr">
                <a:defRPr sz="660" b="0">
                  <a:solidFill>
                    <a:srgbClr val="263442"/>
                  </a:solidFill>
                  <a:latin typeface="Arial"/>
                  <a:ea typeface="Arial"/>
                  <a:cs typeface="Arial"/>
                </a:defRPr>
              </a:lvl7pPr>
              <a:lvl8pPr algn="ctr">
                <a:defRPr sz="660" b="0">
                  <a:solidFill>
                    <a:srgbClr val="263442"/>
                  </a:solidFill>
                  <a:latin typeface="Arial"/>
                  <a:ea typeface="Arial"/>
                  <a:cs typeface="Arial"/>
                </a:defRPr>
              </a:lvl8pPr>
              <a:lvl9pPr algn="ctr">
                <a:defRPr sz="660" b="0">
                  <a:solidFill>
                    <a:srgbClr val="263442"/>
                  </a:solidFill>
                  <a:latin typeface="Arial"/>
                  <a:ea typeface="Arial"/>
                  <a:cs typeface="Arial"/>
                </a:defRPr>
              </a:lvl9pPr>
            </a:lstStyle>
            <a:p>
              <a:pPr algn="ctr">
                <a:defRPr sz="660" b="0">
                  <a:solidFill>
                    <a:srgbClr val="263442"/>
                  </a:solidFill>
                  <a:latin typeface="Arial"/>
                  <a:ea typeface="Arial"/>
                  <a:cs typeface="Arial"/>
                </a:defRPr>
              </a:pPr>
              <a:r>
                <a:rPr sz="660" b="0">
                  <a:solidFill>
                    <a:srgbClr val="263442"/>
                  </a:solidFill>
                  <a:latin typeface="Arial"/>
                  <a:ea typeface="Arial"/>
                  <a:cs typeface="Arial"/>
                </a:rPr>
                <a:t>9UJF · GTP</a:t>
              </a:r>
            </a:p>
          </p:txBody>
        </p:sp>
        <p:sp>
          <p:nvSpPr>
            <p:cNvPr id="50669" name="Candidate-instance">
              <a:extLst>
                <a:ext uri="{FF2B5EF4-FFF2-40B4-BE49-F238E27FC236}">
                  <a16:creationId xmlns:a16="http://schemas.microsoft.com/office/drawing/2014/main" id="{32484DEA-3BF9-4B6D-9D5D-8AF36443F7EC}"/>
                </a:ext>
              </a:extLst>
            </p:cNvPr>
            <p:cNvSpPr>
              <a:spLocks noGrp="1"/>
            </p:cNvSpPr>
            <p:nvPr/>
          </p:nvSpPr>
          <p:spPr>
            <a:xfrm>
              <a:off x="161925" y="41814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D:201</a:t>
              </a:r>
            </a:p>
          </p:txBody>
        </p:sp>
      </p:grpSp>
      <p:grpSp>
        <p:nvGrpSpPr>
          <p:cNvPr id="50732" name="Pose candidate 9z2u_0"/>
          <p:cNvGrpSpPr/>
          <p:nvPr/>
        </p:nvGrpSpPr>
        <p:grpSpPr>
          <a:xfrm>
            <a:off x="1143000" y="3400425"/>
            <a:ext cx="962025" cy="885825"/>
            <a:chOff x="1143000" y="3400425"/>
            <a:chExt cx="962025" cy="885825"/>
          </a:xfrm>
        </p:grpSpPr>
        <p:sp>
          <p:nvSpPr>
            <p:cNvPr id="50670" name="Candidate-9z2u_0">
              <a:extLst>
                <a:ext uri="{FF2B5EF4-FFF2-40B4-BE49-F238E27FC236}">
                  <a16:creationId xmlns:a16="http://schemas.microsoft.com/office/drawing/2014/main" id="{7D9992F1-D503-4783-AC5D-3BF6D7BCEA86}"/>
                </a:ext>
              </a:extLst>
            </p:cNvPr>
            <p:cNvSpPr>
              <a:spLocks noGrp="1"/>
            </p:cNvSpPr>
            <p:nvPr/>
          </p:nvSpPr>
          <p:spPr>
            <a:xfrm>
              <a:off x="1143000" y="3400425"/>
              <a:ext cx="962025" cy="885825"/>
            </a:xfrm>
            <a:prstGeom prst="rect">
              <a:avLst/>
            </a:prstGeom>
            <a:noFill/>
            <a:ln w="5239">
              <a:solidFill>
                <a:srgbClr val="DFE5E9"/>
              </a:solidFill>
            </a:ln>
          </p:spPr>
        </p:sp>
        <p:pic>
          <p:nvPicPr>
            <p:cNvPr id="50671" name="图片 50670">
              <a:extLst>
                <a:ext uri="{FF2B5EF4-FFF2-40B4-BE49-F238E27FC236}">
                  <a16:creationId xmlns:a16="http://schemas.microsoft.com/office/drawing/2014/main" id="{BFE16B7A-AF1A-426D-933D-E658744F3AE1}"/>
                </a:ext>
              </a:extLst>
            </p:cNvPr>
            <p:cNvPicPr>
              <a:picLocks noChangeAspect="1"/>
            </p:cNvPicPr>
            <p:nvPr/>
          </p:nvPicPr>
          <p:blipFill>
            <a:blip r:embed="rId17"/>
            <a:stretch/>
          </p:blipFill>
          <p:spPr>
            <a:xfrm>
              <a:off x="1282421" y="3419475"/>
              <a:ext cx="683183" cy="647700"/>
            </a:xfrm>
            <a:prstGeom prst="rect">
              <a:avLst/>
            </a:prstGeom>
          </p:spPr>
        </p:pic>
        <p:sp>
          <p:nvSpPr>
            <p:cNvPr id="50672" name="Candidate-identity">
              <a:extLst>
                <a:ext uri="{FF2B5EF4-FFF2-40B4-BE49-F238E27FC236}">
                  <a16:creationId xmlns:a16="http://schemas.microsoft.com/office/drawing/2014/main" id="{85BC17BE-02C1-4437-8A56-0145FF39E9EF}"/>
                </a:ext>
              </a:extLst>
            </p:cNvPr>
            <p:cNvSpPr>
              <a:spLocks noGrp="1"/>
            </p:cNvSpPr>
            <p:nvPr/>
          </p:nvSpPr>
          <p:spPr>
            <a:xfrm>
              <a:off x="1171575" y="4076700"/>
              <a:ext cx="904875" cy="104775"/>
            </a:xfrm>
            <a:prstGeom prst="rect">
              <a:avLst/>
            </a:prstGeom>
            <a:noFill/>
            <a:ln w="0">
              <a:noFill/>
            </a:ln>
          </p:spPr>
          <p:txBody>
            <a:bodyPr wrap="none" lIns="0" tIns="0" rIns="0" bIns="0" anchor="ctr">
              <a:noAutofit/>
            </a:bodyPr>
            <a:lstStyle>
              <a:defPPr algn="ctr">
                <a:defRPr sz="660" b="0">
                  <a:solidFill>
                    <a:srgbClr val="263442"/>
                  </a:solidFill>
                  <a:latin typeface="Arial"/>
                  <a:ea typeface="Arial"/>
                  <a:cs typeface="Arial"/>
                </a:defRPr>
              </a:defPPr>
              <a:lvl1pPr algn="ctr">
                <a:defRPr sz="660" b="0">
                  <a:solidFill>
                    <a:srgbClr val="263442"/>
                  </a:solidFill>
                  <a:latin typeface="Arial"/>
                  <a:ea typeface="Arial"/>
                  <a:cs typeface="Arial"/>
                </a:defRPr>
              </a:lvl1pPr>
              <a:lvl2pPr algn="ctr">
                <a:defRPr sz="660" b="0">
                  <a:solidFill>
                    <a:srgbClr val="263442"/>
                  </a:solidFill>
                  <a:latin typeface="Arial"/>
                  <a:ea typeface="Arial"/>
                  <a:cs typeface="Arial"/>
                </a:defRPr>
              </a:lvl2pPr>
              <a:lvl3pPr algn="ctr">
                <a:defRPr sz="660" b="0">
                  <a:solidFill>
                    <a:srgbClr val="263442"/>
                  </a:solidFill>
                  <a:latin typeface="Arial"/>
                  <a:ea typeface="Arial"/>
                  <a:cs typeface="Arial"/>
                </a:defRPr>
              </a:lvl3pPr>
              <a:lvl4pPr algn="ctr">
                <a:defRPr sz="660" b="0">
                  <a:solidFill>
                    <a:srgbClr val="263442"/>
                  </a:solidFill>
                  <a:latin typeface="Arial"/>
                  <a:ea typeface="Arial"/>
                  <a:cs typeface="Arial"/>
                </a:defRPr>
              </a:lvl4pPr>
              <a:lvl5pPr algn="ctr">
                <a:defRPr sz="660" b="0">
                  <a:solidFill>
                    <a:srgbClr val="263442"/>
                  </a:solidFill>
                  <a:latin typeface="Arial"/>
                  <a:ea typeface="Arial"/>
                  <a:cs typeface="Arial"/>
                </a:defRPr>
              </a:lvl5pPr>
              <a:lvl6pPr algn="ctr">
                <a:defRPr sz="660" b="0">
                  <a:solidFill>
                    <a:srgbClr val="263442"/>
                  </a:solidFill>
                  <a:latin typeface="Arial"/>
                  <a:ea typeface="Arial"/>
                  <a:cs typeface="Arial"/>
                </a:defRPr>
              </a:lvl6pPr>
              <a:lvl7pPr algn="ctr">
                <a:defRPr sz="660" b="0">
                  <a:solidFill>
                    <a:srgbClr val="263442"/>
                  </a:solidFill>
                  <a:latin typeface="Arial"/>
                  <a:ea typeface="Arial"/>
                  <a:cs typeface="Arial"/>
                </a:defRPr>
              </a:lvl7pPr>
              <a:lvl8pPr algn="ctr">
                <a:defRPr sz="660" b="0">
                  <a:solidFill>
                    <a:srgbClr val="263442"/>
                  </a:solidFill>
                  <a:latin typeface="Arial"/>
                  <a:ea typeface="Arial"/>
                  <a:cs typeface="Arial"/>
                </a:defRPr>
              </a:lvl8pPr>
              <a:lvl9pPr algn="ctr">
                <a:defRPr sz="660" b="0">
                  <a:solidFill>
                    <a:srgbClr val="263442"/>
                  </a:solidFill>
                  <a:latin typeface="Arial"/>
                  <a:ea typeface="Arial"/>
                  <a:cs typeface="Arial"/>
                </a:defRPr>
              </a:lvl9pPr>
            </a:lstStyle>
            <a:p>
              <a:pPr algn="ctr">
                <a:defRPr sz="660" b="0">
                  <a:solidFill>
                    <a:srgbClr val="263442"/>
                  </a:solidFill>
                  <a:latin typeface="Arial"/>
                  <a:ea typeface="Arial"/>
                  <a:cs typeface="Arial"/>
                </a:defRPr>
              </a:pPr>
              <a:r>
                <a:rPr sz="660" b="0">
                  <a:solidFill>
                    <a:srgbClr val="263442"/>
                  </a:solidFill>
                  <a:latin typeface="Arial"/>
                  <a:ea typeface="Arial"/>
                  <a:cs typeface="Arial"/>
                </a:rPr>
                <a:t>9Z2U · SAH</a:t>
              </a:r>
            </a:p>
          </p:txBody>
        </p:sp>
        <p:sp>
          <p:nvSpPr>
            <p:cNvPr id="50673" name="Candidate-instance">
              <a:extLst>
                <a:ext uri="{FF2B5EF4-FFF2-40B4-BE49-F238E27FC236}">
                  <a16:creationId xmlns:a16="http://schemas.microsoft.com/office/drawing/2014/main" id="{0BC939AB-1905-44E6-BBD2-BDFE2B44579A}"/>
                </a:ext>
              </a:extLst>
            </p:cNvPr>
            <p:cNvSpPr>
              <a:spLocks noGrp="1"/>
            </p:cNvSpPr>
            <p:nvPr/>
          </p:nvSpPr>
          <p:spPr>
            <a:xfrm>
              <a:off x="1171575" y="41814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A:801</a:t>
              </a:r>
            </a:p>
          </p:txBody>
        </p:sp>
      </p:grpSp>
      <p:grpSp>
        <p:nvGrpSpPr>
          <p:cNvPr id="50733" name="Pose candidate 9wup_2"/>
          <p:cNvGrpSpPr/>
          <p:nvPr/>
        </p:nvGrpSpPr>
        <p:grpSpPr>
          <a:xfrm>
            <a:off x="2152650" y="3400425"/>
            <a:ext cx="962025" cy="885825"/>
            <a:chOff x="2152650" y="3400425"/>
            <a:chExt cx="962025" cy="885825"/>
          </a:xfrm>
        </p:grpSpPr>
        <p:sp>
          <p:nvSpPr>
            <p:cNvPr id="50674" name="Candidate-9wup_2">
              <a:extLst>
                <a:ext uri="{FF2B5EF4-FFF2-40B4-BE49-F238E27FC236}">
                  <a16:creationId xmlns:a16="http://schemas.microsoft.com/office/drawing/2014/main" id="{BA897851-EDF8-409C-B05C-592238EA4116}"/>
                </a:ext>
              </a:extLst>
            </p:cNvPr>
            <p:cNvSpPr>
              <a:spLocks noGrp="1"/>
            </p:cNvSpPr>
            <p:nvPr/>
          </p:nvSpPr>
          <p:spPr>
            <a:xfrm>
              <a:off x="2152650" y="3400425"/>
              <a:ext cx="962025" cy="885825"/>
            </a:xfrm>
            <a:prstGeom prst="rect">
              <a:avLst/>
            </a:prstGeom>
            <a:noFill/>
            <a:ln w="9525">
              <a:solidFill>
                <a:srgbClr val="499D86"/>
              </a:solidFill>
            </a:ln>
          </p:spPr>
        </p:sp>
        <p:pic>
          <p:nvPicPr>
            <p:cNvPr id="50675" name="图片 50674">
              <a:extLst>
                <a:ext uri="{FF2B5EF4-FFF2-40B4-BE49-F238E27FC236}">
                  <a16:creationId xmlns:a16="http://schemas.microsoft.com/office/drawing/2014/main" id="{FE010FFC-D1BD-4926-9A40-53345B158573}"/>
                </a:ext>
              </a:extLst>
            </p:cNvPr>
            <p:cNvPicPr>
              <a:picLocks noChangeAspect="1"/>
            </p:cNvPicPr>
            <p:nvPr/>
          </p:nvPicPr>
          <p:blipFill>
            <a:blip r:embed="rId18"/>
            <a:stretch/>
          </p:blipFill>
          <p:spPr>
            <a:xfrm>
              <a:off x="2181225" y="3505953"/>
              <a:ext cx="904875" cy="474743"/>
            </a:xfrm>
            <a:prstGeom prst="rect">
              <a:avLst/>
            </a:prstGeom>
          </p:spPr>
        </p:pic>
        <p:sp>
          <p:nvSpPr>
            <p:cNvPr id="50676" name="Candidate-identity">
              <a:extLst>
                <a:ext uri="{FF2B5EF4-FFF2-40B4-BE49-F238E27FC236}">
                  <a16:creationId xmlns:a16="http://schemas.microsoft.com/office/drawing/2014/main" id="{B6BA2DCE-5C92-46E8-9179-F01B011C0330}"/>
                </a:ext>
              </a:extLst>
            </p:cNvPr>
            <p:cNvSpPr>
              <a:spLocks noGrp="1"/>
            </p:cNvSpPr>
            <p:nvPr/>
          </p:nvSpPr>
          <p:spPr>
            <a:xfrm>
              <a:off x="2181225" y="4076700"/>
              <a:ext cx="904875" cy="104775"/>
            </a:xfrm>
            <a:prstGeom prst="rect">
              <a:avLst/>
            </a:prstGeom>
            <a:noFill/>
            <a:ln w="0">
              <a:noFill/>
            </a:ln>
          </p:spPr>
          <p:txBody>
            <a:bodyPr wrap="none" lIns="0" tIns="0" rIns="0" bIns="0" anchor="ctr">
              <a:noAutofit/>
            </a:bodyPr>
            <a:lstStyle>
              <a:defPPr algn="ctr">
                <a:defRPr sz="660" b="1">
                  <a:solidFill>
                    <a:srgbClr val="263442"/>
                  </a:solidFill>
                  <a:latin typeface="Arial"/>
                  <a:ea typeface="Arial"/>
                  <a:cs typeface="Arial"/>
                </a:defRPr>
              </a:defPPr>
              <a:lvl1pPr algn="ctr">
                <a:defRPr sz="660" b="1">
                  <a:solidFill>
                    <a:srgbClr val="263442"/>
                  </a:solidFill>
                  <a:latin typeface="Arial"/>
                  <a:ea typeface="Arial"/>
                  <a:cs typeface="Arial"/>
                </a:defRPr>
              </a:lvl1pPr>
              <a:lvl2pPr algn="ctr">
                <a:defRPr sz="660" b="1">
                  <a:solidFill>
                    <a:srgbClr val="263442"/>
                  </a:solidFill>
                  <a:latin typeface="Arial"/>
                  <a:ea typeface="Arial"/>
                  <a:cs typeface="Arial"/>
                </a:defRPr>
              </a:lvl2pPr>
              <a:lvl3pPr algn="ctr">
                <a:defRPr sz="660" b="1">
                  <a:solidFill>
                    <a:srgbClr val="263442"/>
                  </a:solidFill>
                  <a:latin typeface="Arial"/>
                  <a:ea typeface="Arial"/>
                  <a:cs typeface="Arial"/>
                </a:defRPr>
              </a:lvl3pPr>
              <a:lvl4pPr algn="ctr">
                <a:defRPr sz="660" b="1">
                  <a:solidFill>
                    <a:srgbClr val="263442"/>
                  </a:solidFill>
                  <a:latin typeface="Arial"/>
                  <a:ea typeface="Arial"/>
                  <a:cs typeface="Arial"/>
                </a:defRPr>
              </a:lvl4pPr>
              <a:lvl5pPr algn="ctr">
                <a:defRPr sz="660" b="1">
                  <a:solidFill>
                    <a:srgbClr val="263442"/>
                  </a:solidFill>
                  <a:latin typeface="Arial"/>
                  <a:ea typeface="Arial"/>
                  <a:cs typeface="Arial"/>
                </a:defRPr>
              </a:lvl5pPr>
              <a:lvl6pPr algn="ctr">
                <a:defRPr sz="660" b="1">
                  <a:solidFill>
                    <a:srgbClr val="263442"/>
                  </a:solidFill>
                  <a:latin typeface="Arial"/>
                  <a:ea typeface="Arial"/>
                  <a:cs typeface="Arial"/>
                </a:defRPr>
              </a:lvl6pPr>
              <a:lvl7pPr algn="ctr">
                <a:defRPr sz="660" b="1">
                  <a:solidFill>
                    <a:srgbClr val="263442"/>
                  </a:solidFill>
                  <a:latin typeface="Arial"/>
                  <a:ea typeface="Arial"/>
                  <a:cs typeface="Arial"/>
                </a:defRPr>
              </a:lvl7pPr>
              <a:lvl8pPr algn="ctr">
                <a:defRPr sz="660" b="1">
                  <a:solidFill>
                    <a:srgbClr val="263442"/>
                  </a:solidFill>
                  <a:latin typeface="Arial"/>
                  <a:ea typeface="Arial"/>
                  <a:cs typeface="Arial"/>
                </a:defRPr>
              </a:lvl8pPr>
              <a:lvl9pPr algn="ctr">
                <a:defRPr sz="660" b="1">
                  <a:solidFill>
                    <a:srgbClr val="263442"/>
                  </a:solidFill>
                  <a:latin typeface="Arial"/>
                  <a:ea typeface="Arial"/>
                  <a:cs typeface="Arial"/>
                </a:defRPr>
              </a:lvl9pPr>
            </a:lstStyle>
            <a:p>
              <a:pPr algn="ctr">
                <a:defRPr sz="660" b="1">
                  <a:solidFill>
                    <a:srgbClr val="263442"/>
                  </a:solidFill>
                  <a:latin typeface="Arial"/>
                  <a:ea typeface="Arial"/>
                  <a:cs typeface="Arial"/>
                </a:defRPr>
              </a:pPr>
              <a:r>
                <a:rPr sz="660" b="1">
                  <a:solidFill>
                    <a:srgbClr val="263442"/>
                  </a:solidFill>
                  <a:latin typeface="Arial"/>
                  <a:ea typeface="Arial"/>
                  <a:cs typeface="Arial"/>
                </a:rPr>
                <a:t>9WUP · FAD</a:t>
              </a:r>
            </a:p>
          </p:txBody>
        </p:sp>
        <p:sp>
          <p:nvSpPr>
            <p:cNvPr id="50677" name="Candidate-instance">
              <a:extLst>
                <a:ext uri="{FF2B5EF4-FFF2-40B4-BE49-F238E27FC236}">
                  <a16:creationId xmlns:a16="http://schemas.microsoft.com/office/drawing/2014/main" id="{0293600B-33EE-4D01-8E82-E68279C94506}"/>
                </a:ext>
              </a:extLst>
            </p:cNvPr>
            <p:cNvSpPr>
              <a:spLocks noGrp="1"/>
            </p:cNvSpPr>
            <p:nvPr/>
          </p:nvSpPr>
          <p:spPr>
            <a:xfrm>
              <a:off x="2181225" y="41814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A:1103</a:t>
              </a:r>
            </a:p>
          </p:txBody>
        </p:sp>
      </p:grpSp>
      <p:grpSp>
        <p:nvGrpSpPr>
          <p:cNvPr id="50734" name="Pose candidate 9x0x_9"/>
          <p:cNvGrpSpPr/>
          <p:nvPr/>
        </p:nvGrpSpPr>
        <p:grpSpPr>
          <a:xfrm>
            <a:off x="3162300" y="3400425"/>
            <a:ext cx="962025" cy="885825"/>
            <a:chOff x="3162300" y="3400425"/>
            <a:chExt cx="962025" cy="885825"/>
          </a:xfrm>
        </p:grpSpPr>
        <p:sp>
          <p:nvSpPr>
            <p:cNvPr id="50678" name="Candidate-9x0x_9">
              <a:extLst>
                <a:ext uri="{FF2B5EF4-FFF2-40B4-BE49-F238E27FC236}">
                  <a16:creationId xmlns:a16="http://schemas.microsoft.com/office/drawing/2014/main" id="{52E909A2-D199-40BC-9D16-92B29673794E}"/>
                </a:ext>
              </a:extLst>
            </p:cNvPr>
            <p:cNvSpPr>
              <a:spLocks noGrp="1"/>
            </p:cNvSpPr>
            <p:nvPr/>
          </p:nvSpPr>
          <p:spPr>
            <a:xfrm>
              <a:off x="3162300" y="3400425"/>
              <a:ext cx="962025" cy="885825"/>
            </a:xfrm>
            <a:prstGeom prst="rect">
              <a:avLst/>
            </a:prstGeom>
            <a:noFill/>
            <a:ln w="5239">
              <a:solidFill>
                <a:srgbClr val="DFE5E9"/>
              </a:solidFill>
            </a:ln>
          </p:spPr>
        </p:sp>
        <p:pic>
          <p:nvPicPr>
            <p:cNvPr id="50679" name="图片 50678">
              <a:extLst>
                <a:ext uri="{FF2B5EF4-FFF2-40B4-BE49-F238E27FC236}">
                  <a16:creationId xmlns:a16="http://schemas.microsoft.com/office/drawing/2014/main" id="{F8BC3DE4-957D-43B4-9A10-3723B7DB64A0}"/>
                </a:ext>
              </a:extLst>
            </p:cNvPr>
            <p:cNvPicPr>
              <a:picLocks noChangeAspect="1"/>
            </p:cNvPicPr>
            <p:nvPr/>
          </p:nvPicPr>
          <p:blipFill>
            <a:blip r:embed="rId19"/>
            <a:stretch/>
          </p:blipFill>
          <p:spPr>
            <a:xfrm>
              <a:off x="3282859" y="3419475"/>
              <a:ext cx="720907" cy="647700"/>
            </a:xfrm>
            <a:prstGeom prst="rect">
              <a:avLst/>
            </a:prstGeom>
          </p:spPr>
        </p:pic>
        <p:sp>
          <p:nvSpPr>
            <p:cNvPr id="50680" name="Candidate-identity">
              <a:extLst>
                <a:ext uri="{FF2B5EF4-FFF2-40B4-BE49-F238E27FC236}">
                  <a16:creationId xmlns:a16="http://schemas.microsoft.com/office/drawing/2014/main" id="{C736ECE8-0571-492F-9EBD-A6CB771298E3}"/>
                </a:ext>
              </a:extLst>
            </p:cNvPr>
            <p:cNvSpPr>
              <a:spLocks noGrp="1"/>
            </p:cNvSpPr>
            <p:nvPr/>
          </p:nvSpPr>
          <p:spPr>
            <a:xfrm>
              <a:off x="3190875" y="4076700"/>
              <a:ext cx="904875" cy="104775"/>
            </a:xfrm>
            <a:prstGeom prst="rect">
              <a:avLst/>
            </a:prstGeom>
            <a:noFill/>
            <a:ln w="0">
              <a:noFill/>
            </a:ln>
          </p:spPr>
          <p:txBody>
            <a:bodyPr wrap="none" lIns="0" tIns="0" rIns="0" bIns="0" anchor="ctr">
              <a:noAutofit/>
            </a:bodyPr>
            <a:lstStyle>
              <a:defPPr algn="ctr">
                <a:defRPr sz="660" b="0">
                  <a:solidFill>
                    <a:srgbClr val="263442"/>
                  </a:solidFill>
                  <a:latin typeface="Arial"/>
                  <a:ea typeface="Arial"/>
                  <a:cs typeface="Arial"/>
                </a:defRPr>
              </a:defPPr>
              <a:lvl1pPr algn="ctr">
                <a:defRPr sz="660" b="0">
                  <a:solidFill>
                    <a:srgbClr val="263442"/>
                  </a:solidFill>
                  <a:latin typeface="Arial"/>
                  <a:ea typeface="Arial"/>
                  <a:cs typeface="Arial"/>
                </a:defRPr>
              </a:lvl1pPr>
              <a:lvl2pPr algn="ctr">
                <a:defRPr sz="660" b="0">
                  <a:solidFill>
                    <a:srgbClr val="263442"/>
                  </a:solidFill>
                  <a:latin typeface="Arial"/>
                  <a:ea typeface="Arial"/>
                  <a:cs typeface="Arial"/>
                </a:defRPr>
              </a:lvl2pPr>
              <a:lvl3pPr algn="ctr">
                <a:defRPr sz="660" b="0">
                  <a:solidFill>
                    <a:srgbClr val="263442"/>
                  </a:solidFill>
                  <a:latin typeface="Arial"/>
                  <a:ea typeface="Arial"/>
                  <a:cs typeface="Arial"/>
                </a:defRPr>
              </a:lvl3pPr>
              <a:lvl4pPr algn="ctr">
                <a:defRPr sz="660" b="0">
                  <a:solidFill>
                    <a:srgbClr val="263442"/>
                  </a:solidFill>
                  <a:latin typeface="Arial"/>
                  <a:ea typeface="Arial"/>
                  <a:cs typeface="Arial"/>
                </a:defRPr>
              </a:lvl4pPr>
              <a:lvl5pPr algn="ctr">
                <a:defRPr sz="660" b="0">
                  <a:solidFill>
                    <a:srgbClr val="263442"/>
                  </a:solidFill>
                  <a:latin typeface="Arial"/>
                  <a:ea typeface="Arial"/>
                  <a:cs typeface="Arial"/>
                </a:defRPr>
              </a:lvl5pPr>
              <a:lvl6pPr algn="ctr">
                <a:defRPr sz="660" b="0">
                  <a:solidFill>
                    <a:srgbClr val="263442"/>
                  </a:solidFill>
                  <a:latin typeface="Arial"/>
                  <a:ea typeface="Arial"/>
                  <a:cs typeface="Arial"/>
                </a:defRPr>
              </a:lvl6pPr>
              <a:lvl7pPr algn="ctr">
                <a:defRPr sz="660" b="0">
                  <a:solidFill>
                    <a:srgbClr val="263442"/>
                  </a:solidFill>
                  <a:latin typeface="Arial"/>
                  <a:ea typeface="Arial"/>
                  <a:cs typeface="Arial"/>
                </a:defRPr>
              </a:lvl7pPr>
              <a:lvl8pPr algn="ctr">
                <a:defRPr sz="660" b="0">
                  <a:solidFill>
                    <a:srgbClr val="263442"/>
                  </a:solidFill>
                  <a:latin typeface="Arial"/>
                  <a:ea typeface="Arial"/>
                  <a:cs typeface="Arial"/>
                </a:defRPr>
              </a:lvl8pPr>
              <a:lvl9pPr algn="ctr">
                <a:defRPr sz="660" b="0">
                  <a:solidFill>
                    <a:srgbClr val="263442"/>
                  </a:solidFill>
                  <a:latin typeface="Arial"/>
                  <a:ea typeface="Arial"/>
                  <a:cs typeface="Arial"/>
                </a:defRPr>
              </a:lvl9pPr>
            </a:lstStyle>
            <a:p>
              <a:pPr algn="ctr">
                <a:defRPr sz="660" b="0">
                  <a:solidFill>
                    <a:srgbClr val="263442"/>
                  </a:solidFill>
                  <a:latin typeface="Arial"/>
                  <a:ea typeface="Arial"/>
                  <a:cs typeface="Arial"/>
                </a:defRPr>
              </a:pPr>
              <a:r>
                <a:rPr sz="660" b="0">
                  <a:solidFill>
                    <a:srgbClr val="263442"/>
                  </a:solidFill>
                  <a:latin typeface="Arial"/>
                  <a:ea typeface="Arial"/>
                  <a:cs typeface="Arial"/>
                </a:rPr>
                <a:t>9X0X · PTY</a:t>
              </a:r>
            </a:p>
          </p:txBody>
        </p:sp>
        <p:sp>
          <p:nvSpPr>
            <p:cNvPr id="50681" name="Candidate-instance">
              <a:extLst>
                <a:ext uri="{FF2B5EF4-FFF2-40B4-BE49-F238E27FC236}">
                  <a16:creationId xmlns:a16="http://schemas.microsoft.com/office/drawing/2014/main" id="{906A9DB3-7131-4F16-AEB9-C992C9D30E79}"/>
                </a:ext>
              </a:extLst>
            </p:cNvPr>
            <p:cNvSpPr>
              <a:spLocks noGrp="1"/>
            </p:cNvSpPr>
            <p:nvPr/>
          </p:nvSpPr>
          <p:spPr>
            <a:xfrm>
              <a:off x="3190875" y="4181475"/>
              <a:ext cx="904875" cy="85725"/>
            </a:xfrm>
            <a:prstGeom prst="rect">
              <a:avLst/>
            </a:prstGeom>
            <a:noFill/>
            <a:ln w="0">
              <a:noFill/>
            </a:ln>
          </p:spPr>
          <p:txBody>
            <a:bodyPr wrap="none" lIns="0" tIns="0" rIns="0" bIns="0" anchor="ctr">
              <a:noAutofit/>
            </a:bodyPr>
            <a:lstStyle>
              <a:defPPr algn="ctr">
                <a:defRPr sz="563" b="0">
                  <a:solidFill>
                    <a:srgbClr val="687780"/>
                  </a:solidFill>
                  <a:latin typeface="Arial"/>
                  <a:ea typeface="Arial"/>
                  <a:cs typeface="Arial"/>
                </a:defRPr>
              </a:defPPr>
              <a:lvl1pPr algn="ctr">
                <a:defRPr sz="563" b="0">
                  <a:solidFill>
                    <a:srgbClr val="687780"/>
                  </a:solidFill>
                  <a:latin typeface="Arial"/>
                  <a:ea typeface="Arial"/>
                  <a:cs typeface="Arial"/>
                </a:defRPr>
              </a:lvl1pPr>
              <a:lvl2pPr algn="ctr">
                <a:defRPr sz="563" b="0">
                  <a:solidFill>
                    <a:srgbClr val="687780"/>
                  </a:solidFill>
                  <a:latin typeface="Arial"/>
                  <a:ea typeface="Arial"/>
                  <a:cs typeface="Arial"/>
                </a:defRPr>
              </a:lvl2pPr>
              <a:lvl3pPr algn="ctr">
                <a:defRPr sz="563" b="0">
                  <a:solidFill>
                    <a:srgbClr val="687780"/>
                  </a:solidFill>
                  <a:latin typeface="Arial"/>
                  <a:ea typeface="Arial"/>
                  <a:cs typeface="Arial"/>
                </a:defRPr>
              </a:lvl3pPr>
              <a:lvl4pPr algn="ctr">
                <a:defRPr sz="563" b="0">
                  <a:solidFill>
                    <a:srgbClr val="687780"/>
                  </a:solidFill>
                  <a:latin typeface="Arial"/>
                  <a:ea typeface="Arial"/>
                  <a:cs typeface="Arial"/>
                </a:defRPr>
              </a:lvl4pPr>
              <a:lvl5pPr algn="ctr">
                <a:defRPr sz="563" b="0">
                  <a:solidFill>
                    <a:srgbClr val="687780"/>
                  </a:solidFill>
                  <a:latin typeface="Arial"/>
                  <a:ea typeface="Arial"/>
                  <a:cs typeface="Arial"/>
                </a:defRPr>
              </a:lvl5pPr>
              <a:lvl6pPr algn="ctr">
                <a:defRPr sz="563" b="0">
                  <a:solidFill>
                    <a:srgbClr val="687780"/>
                  </a:solidFill>
                  <a:latin typeface="Arial"/>
                  <a:ea typeface="Arial"/>
                  <a:cs typeface="Arial"/>
                </a:defRPr>
              </a:lvl6pPr>
              <a:lvl7pPr algn="ctr">
                <a:defRPr sz="563" b="0">
                  <a:solidFill>
                    <a:srgbClr val="687780"/>
                  </a:solidFill>
                  <a:latin typeface="Arial"/>
                  <a:ea typeface="Arial"/>
                  <a:cs typeface="Arial"/>
                </a:defRPr>
              </a:lvl7pPr>
              <a:lvl8pPr algn="ctr">
                <a:defRPr sz="563" b="0">
                  <a:solidFill>
                    <a:srgbClr val="687780"/>
                  </a:solidFill>
                  <a:latin typeface="Arial"/>
                  <a:ea typeface="Arial"/>
                  <a:cs typeface="Arial"/>
                </a:defRPr>
              </a:lvl8pPr>
              <a:lvl9pPr algn="ctr">
                <a:defRPr sz="563" b="0">
                  <a:solidFill>
                    <a:srgbClr val="687780"/>
                  </a:solidFill>
                  <a:latin typeface="Arial"/>
                  <a:ea typeface="Arial"/>
                  <a:cs typeface="Arial"/>
                </a:defRPr>
              </a:lvl9pPr>
            </a:lstStyle>
            <a:p>
              <a:pPr algn="ctr">
                <a:defRPr sz="563" b="0">
                  <a:solidFill>
                    <a:srgbClr val="687780"/>
                  </a:solidFill>
                  <a:latin typeface="Arial"/>
                  <a:ea typeface="Arial"/>
                  <a:cs typeface="Arial"/>
                </a:defRPr>
              </a:pPr>
              <a:r>
                <a:rPr sz="563" b="0">
                  <a:solidFill>
                    <a:srgbClr val="687780"/>
                  </a:solidFill>
                  <a:latin typeface="Arial"/>
                  <a:ea typeface="Arial"/>
                  <a:cs typeface="Arial"/>
                </a:rPr>
                <a:t>V:801</a:t>
              </a:r>
            </a:p>
          </p:txBody>
        </p:sp>
      </p:grpSp>
      <p:grpSp>
        <p:nvGrpSpPr>
          <p:cNvPr id="50735" name="match Pocket surface"/>
          <p:cNvGrpSpPr/>
          <p:nvPr/>
        </p:nvGrpSpPr>
        <p:grpSpPr>
          <a:xfrm>
            <a:off x="4305300" y="542925"/>
            <a:ext cx="942975" cy="714375"/>
            <a:chOff x="4305300" y="542925"/>
            <a:chExt cx="942975" cy="714375"/>
          </a:xfrm>
        </p:grpSpPr>
        <p:sp>
          <p:nvSpPr>
            <p:cNvPr id="50682" name="Pocket-viewport-match-surface">
              <a:extLst>
                <a:ext uri="{FF2B5EF4-FFF2-40B4-BE49-F238E27FC236}">
                  <a16:creationId xmlns:a16="http://schemas.microsoft.com/office/drawing/2014/main" id="{E2C8BE07-537A-4E4F-871E-8C26C6487B52}"/>
                </a:ext>
              </a:extLst>
            </p:cNvPr>
            <p:cNvSpPr>
              <a:spLocks noGrp="1"/>
            </p:cNvSpPr>
            <p:nvPr/>
          </p:nvSpPr>
          <p:spPr>
            <a:xfrm>
              <a:off x="4305300" y="542925"/>
              <a:ext cx="942975" cy="714375"/>
            </a:xfrm>
            <a:prstGeom prst="rect">
              <a:avLst/>
            </a:prstGeom>
            <a:noFill/>
            <a:ln w="5239">
              <a:solidFill>
                <a:srgbClr val="DFE5E9"/>
              </a:solidFill>
            </a:ln>
          </p:spPr>
        </p:sp>
        <p:pic>
          <p:nvPicPr>
            <p:cNvPr id="50683" name="图片 50682">
              <a:extLst>
                <a:ext uri="{FF2B5EF4-FFF2-40B4-BE49-F238E27FC236}">
                  <a16:creationId xmlns:a16="http://schemas.microsoft.com/office/drawing/2014/main" id="{AE6A1840-163A-43CF-AA2D-1A219AC1527C}"/>
                </a:ext>
              </a:extLst>
            </p:cNvPr>
            <p:cNvPicPr>
              <a:picLocks noChangeAspect="1"/>
            </p:cNvPicPr>
            <p:nvPr/>
          </p:nvPicPr>
          <p:blipFill>
            <a:blip r:embed="rId20"/>
            <a:stretch/>
          </p:blipFill>
          <p:spPr>
            <a:xfrm>
              <a:off x="4454196" y="561975"/>
              <a:ext cx="645182" cy="533400"/>
            </a:xfrm>
            <a:prstGeom prst="rect">
              <a:avLst/>
            </a:prstGeom>
          </p:spPr>
        </p:pic>
        <p:sp>
          <p:nvSpPr>
            <p:cNvPr id="50684" name="Pocket-variant-label">
              <a:extLst>
                <a:ext uri="{FF2B5EF4-FFF2-40B4-BE49-F238E27FC236}">
                  <a16:creationId xmlns:a16="http://schemas.microsoft.com/office/drawing/2014/main" id="{0DB6A400-C16E-4A53-8CDB-FDE1987F596E}"/>
                </a:ext>
              </a:extLst>
            </p:cNvPr>
            <p:cNvSpPr>
              <a:spLocks noGrp="1"/>
            </p:cNvSpPr>
            <p:nvPr/>
          </p:nvSpPr>
          <p:spPr>
            <a:xfrm>
              <a:off x="4324350" y="1114425"/>
              <a:ext cx="904875" cy="114300"/>
            </a:xfrm>
            <a:prstGeom prst="rect">
              <a:avLst/>
            </a:prstGeom>
            <a:noFill/>
            <a:ln w="0">
              <a:noFill/>
            </a:ln>
          </p:spPr>
          <p:txBody>
            <a:bodyPr wrap="none" lIns="0" tIns="0" rIns="0" bIns="0" anchor="ctr">
              <a:noAutofit/>
            </a:bodyPr>
            <a:lstStyle>
              <a:defPPr algn="ctr">
                <a:defRPr sz="600" b="0">
                  <a:solidFill>
                    <a:srgbClr val="263442"/>
                  </a:solidFill>
                  <a:latin typeface="Arial"/>
                  <a:ea typeface="Arial"/>
                  <a:cs typeface="Arial"/>
                </a:defRPr>
              </a:defPPr>
              <a:lvl1pPr algn="ctr">
                <a:defRPr sz="600" b="0">
                  <a:solidFill>
                    <a:srgbClr val="263442"/>
                  </a:solidFill>
                  <a:latin typeface="Arial"/>
                  <a:ea typeface="Arial"/>
                  <a:cs typeface="Arial"/>
                </a:defRPr>
              </a:lvl1pPr>
              <a:lvl2pPr algn="ctr">
                <a:defRPr sz="600" b="0">
                  <a:solidFill>
                    <a:srgbClr val="263442"/>
                  </a:solidFill>
                  <a:latin typeface="Arial"/>
                  <a:ea typeface="Arial"/>
                  <a:cs typeface="Arial"/>
                </a:defRPr>
              </a:lvl2pPr>
              <a:lvl3pPr algn="ctr">
                <a:defRPr sz="600" b="0">
                  <a:solidFill>
                    <a:srgbClr val="263442"/>
                  </a:solidFill>
                  <a:latin typeface="Arial"/>
                  <a:ea typeface="Arial"/>
                  <a:cs typeface="Arial"/>
                </a:defRPr>
              </a:lvl3pPr>
              <a:lvl4pPr algn="ctr">
                <a:defRPr sz="600" b="0">
                  <a:solidFill>
                    <a:srgbClr val="263442"/>
                  </a:solidFill>
                  <a:latin typeface="Arial"/>
                  <a:ea typeface="Arial"/>
                  <a:cs typeface="Arial"/>
                </a:defRPr>
              </a:lvl4pPr>
              <a:lvl5pPr algn="ctr">
                <a:defRPr sz="600" b="0">
                  <a:solidFill>
                    <a:srgbClr val="263442"/>
                  </a:solidFill>
                  <a:latin typeface="Arial"/>
                  <a:ea typeface="Arial"/>
                  <a:cs typeface="Arial"/>
                </a:defRPr>
              </a:lvl5pPr>
              <a:lvl6pPr algn="ctr">
                <a:defRPr sz="600" b="0">
                  <a:solidFill>
                    <a:srgbClr val="263442"/>
                  </a:solidFill>
                  <a:latin typeface="Arial"/>
                  <a:ea typeface="Arial"/>
                  <a:cs typeface="Arial"/>
                </a:defRPr>
              </a:lvl6pPr>
              <a:lvl7pPr algn="ctr">
                <a:defRPr sz="600" b="0">
                  <a:solidFill>
                    <a:srgbClr val="263442"/>
                  </a:solidFill>
                  <a:latin typeface="Arial"/>
                  <a:ea typeface="Arial"/>
                  <a:cs typeface="Arial"/>
                </a:defRPr>
              </a:lvl7pPr>
              <a:lvl8pPr algn="ctr">
                <a:defRPr sz="600" b="0">
                  <a:solidFill>
                    <a:srgbClr val="263442"/>
                  </a:solidFill>
                  <a:latin typeface="Arial"/>
                  <a:ea typeface="Arial"/>
                  <a:cs typeface="Arial"/>
                </a:defRPr>
              </a:lvl8pPr>
              <a:lvl9pPr algn="ctr">
                <a:defRPr sz="600" b="0">
                  <a:solidFill>
                    <a:srgbClr val="263442"/>
                  </a:solidFill>
                  <a:latin typeface="Arial"/>
                  <a:ea typeface="Arial"/>
                  <a:cs typeface="Arial"/>
                </a:defRPr>
              </a:lvl9pPr>
            </a:lstStyle>
            <a:p>
              <a:pPr algn="ctr">
                <a:defRPr sz="600" b="0">
                  <a:solidFill>
                    <a:srgbClr val="263442"/>
                  </a:solidFill>
                  <a:latin typeface="Arial"/>
                  <a:ea typeface="Arial"/>
                  <a:cs typeface="Arial"/>
                </a:defRPr>
              </a:pPr>
              <a:r>
                <a:rPr sz="600" b="0">
                  <a:solidFill>
                    <a:srgbClr val="263442"/>
                  </a:solidFill>
                  <a:latin typeface="Arial"/>
                  <a:ea typeface="Arial"/>
                  <a:cs typeface="Arial"/>
                </a:rPr>
                <a:t>1 · surface</a:t>
              </a:r>
            </a:p>
          </p:txBody>
        </p:sp>
      </p:grpSp>
      <p:grpSp>
        <p:nvGrpSpPr>
          <p:cNvPr id="50736" name="build Pocket surface"/>
          <p:cNvGrpSpPr/>
          <p:nvPr/>
        </p:nvGrpSpPr>
        <p:grpSpPr>
          <a:xfrm>
            <a:off x="5353050" y="542925"/>
            <a:ext cx="942975" cy="714375"/>
            <a:chOff x="5353050" y="542925"/>
            <a:chExt cx="942975" cy="714375"/>
          </a:xfrm>
        </p:grpSpPr>
        <p:sp>
          <p:nvSpPr>
            <p:cNvPr id="50685" name="Pocket-viewport-build-surface">
              <a:extLst>
                <a:ext uri="{FF2B5EF4-FFF2-40B4-BE49-F238E27FC236}">
                  <a16:creationId xmlns:a16="http://schemas.microsoft.com/office/drawing/2014/main" id="{756D2A1F-FF3E-413B-A73F-2C70A586DFA1}"/>
                </a:ext>
              </a:extLst>
            </p:cNvPr>
            <p:cNvSpPr>
              <a:spLocks noGrp="1"/>
            </p:cNvSpPr>
            <p:nvPr/>
          </p:nvSpPr>
          <p:spPr>
            <a:xfrm>
              <a:off x="5353050" y="542925"/>
              <a:ext cx="942975" cy="714375"/>
            </a:xfrm>
            <a:prstGeom prst="rect">
              <a:avLst/>
            </a:prstGeom>
            <a:noFill/>
            <a:ln w="5239">
              <a:solidFill>
                <a:srgbClr val="DFE5E9"/>
              </a:solidFill>
            </a:ln>
          </p:spPr>
        </p:sp>
        <p:pic>
          <p:nvPicPr>
            <p:cNvPr id="50686" name="图片 50685">
              <a:extLst>
                <a:ext uri="{FF2B5EF4-FFF2-40B4-BE49-F238E27FC236}">
                  <a16:creationId xmlns:a16="http://schemas.microsoft.com/office/drawing/2014/main" id="{BE715B2C-823F-4153-89A2-6F668584EB6D}"/>
                </a:ext>
              </a:extLst>
            </p:cNvPr>
            <p:cNvPicPr>
              <a:picLocks noChangeAspect="1"/>
            </p:cNvPicPr>
            <p:nvPr/>
          </p:nvPicPr>
          <p:blipFill>
            <a:blip r:embed="rId21"/>
            <a:stretch/>
          </p:blipFill>
          <p:spPr>
            <a:xfrm>
              <a:off x="5501946" y="561975"/>
              <a:ext cx="645182" cy="533400"/>
            </a:xfrm>
            <a:prstGeom prst="rect">
              <a:avLst/>
            </a:prstGeom>
          </p:spPr>
        </p:pic>
        <p:sp>
          <p:nvSpPr>
            <p:cNvPr id="50687" name="Pocket-variant-label">
              <a:extLst>
                <a:ext uri="{FF2B5EF4-FFF2-40B4-BE49-F238E27FC236}">
                  <a16:creationId xmlns:a16="http://schemas.microsoft.com/office/drawing/2014/main" id="{02494F29-0E91-45CE-A6AF-7D6D2EF1E7BC}"/>
                </a:ext>
              </a:extLst>
            </p:cNvPr>
            <p:cNvSpPr>
              <a:spLocks noGrp="1"/>
            </p:cNvSpPr>
            <p:nvPr/>
          </p:nvSpPr>
          <p:spPr>
            <a:xfrm>
              <a:off x="5372100" y="1114425"/>
              <a:ext cx="904875" cy="114300"/>
            </a:xfrm>
            <a:prstGeom prst="rect">
              <a:avLst/>
            </a:prstGeom>
            <a:noFill/>
            <a:ln w="0">
              <a:noFill/>
            </a:ln>
          </p:spPr>
          <p:txBody>
            <a:bodyPr wrap="none" lIns="0" tIns="0" rIns="0" bIns="0" anchor="ctr">
              <a:noAutofit/>
            </a:bodyPr>
            <a:lstStyle>
              <a:defPPr algn="ctr">
                <a:defRPr sz="600" b="0">
                  <a:solidFill>
                    <a:srgbClr val="263442"/>
                  </a:solidFill>
                  <a:latin typeface="Arial"/>
                  <a:ea typeface="Arial"/>
                  <a:cs typeface="Arial"/>
                </a:defRPr>
              </a:defPPr>
              <a:lvl1pPr algn="ctr">
                <a:defRPr sz="600" b="0">
                  <a:solidFill>
                    <a:srgbClr val="263442"/>
                  </a:solidFill>
                  <a:latin typeface="Arial"/>
                  <a:ea typeface="Arial"/>
                  <a:cs typeface="Arial"/>
                </a:defRPr>
              </a:lvl1pPr>
              <a:lvl2pPr algn="ctr">
                <a:defRPr sz="600" b="0">
                  <a:solidFill>
                    <a:srgbClr val="263442"/>
                  </a:solidFill>
                  <a:latin typeface="Arial"/>
                  <a:ea typeface="Arial"/>
                  <a:cs typeface="Arial"/>
                </a:defRPr>
              </a:lvl2pPr>
              <a:lvl3pPr algn="ctr">
                <a:defRPr sz="600" b="0">
                  <a:solidFill>
                    <a:srgbClr val="263442"/>
                  </a:solidFill>
                  <a:latin typeface="Arial"/>
                  <a:ea typeface="Arial"/>
                  <a:cs typeface="Arial"/>
                </a:defRPr>
              </a:lvl3pPr>
              <a:lvl4pPr algn="ctr">
                <a:defRPr sz="600" b="0">
                  <a:solidFill>
                    <a:srgbClr val="263442"/>
                  </a:solidFill>
                  <a:latin typeface="Arial"/>
                  <a:ea typeface="Arial"/>
                  <a:cs typeface="Arial"/>
                </a:defRPr>
              </a:lvl4pPr>
              <a:lvl5pPr algn="ctr">
                <a:defRPr sz="600" b="0">
                  <a:solidFill>
                    <a:srgbClr val="263442"/>
                  </a:solidFill>
                  <a:latin typeface="Arial"/>
                  <a:ea typeface="Arial"/>
                  <a:cs typeface="Arial"/>
                </a:defRPr>
              </a:lvl5pPr>
              <a:lvl6pPr algn="ctr">
                <a:defRPr sz="600" b="0">
                  <a:solidFill>
                    <a:srgbClr val="263442"/>
                  </a:solidFill>
                  <a:latin typeface="Arial"/>
                  <a:ea typeface="Arial"/>
                  <a:cs typeface="Arial"/>
                </a:defRPr>
              </a:lvl6pPr>
              <a:lvl7pPr algn="ctr">
                <a:defRPr sz="600" b="0">
                  <a:solidFill>
                    <a:srgbClr val="263442"/>
                  </a:solidFill>
                  <a:latin typeface="Arial"/>
                  <a:ea typeface="Arial"/>
                  <a:cs typeface="Arial"/>
                </a:defRPr>
              </a:lvl7pPr>
              <a:lvl8pPr algn="ctr">
                <a:defRPr sz="600" b="0">
                  <a:solidFill>
                    <a:srgbClr val="263442"/>
                  </a:solidFill>
                  <a:latin typeface="Arial"/>
                  <a:ea typeface="Arial"/>
                  <a:cs typeface="Arial"/>
                </a:defRPr>
              </a:lvl8pPr>
              <a:lvl9pPr algn="ctr">
                <a:defRPr sz="600" b="0">
                  <a:solidFill>
                    <a:srgbClr val="263442"/>
                  </a:solidFill>
                  <a:latin typeface="Arial"/>
                  <a:ea typeface="Arial"/>
                  <a:cs typeface="Arial"/>
                </a:defRPr>
              </a:lvl9pPr>
            </a:lstStyle>
            <a:p>
              <a:pPr algn="ctr">
                <a:defRPr sz="600" b="0">
                  <a:solidFill>
                    <a:srgbClr val="263442"/>
                  </a:solidFill>
                  <a:latin typeface="Arial"/>
                  <a:ea typeface="Arial"/>
                  <a:cs typeface="Arial"/>
                </a:defRPr>
              </a:pPr>
              <a:r>
                <a:rPr sz="600" b="0">
                  <a:solidFill>
                    <a:srgbClr val="263442"/>
                  </a:solidFill>
                  <a:latin typeface="Arial"/>
                  <a:ea typeface="Arial"/>
                  <a:cs typeface="Arial"/>
                </a:rPr>
                <a:t>1 · surface</a:t>
              </a:r>
            </a:p>
          </p:txBody>
        </p:sp>
      </p:grpSp>
      <p:grpSp>
        <p:nvGrpSpPr>
          <p:cNvPr id="50737" name="match Pocket atoms"/>
          <p:cNvGrpSpPr/>
          <p:nvPr/>
        </p:nvGrpSpPr>
        <p:grpSpPr>
          <a:xfrm>
            <a:off x="4305300" y="1295400"/>
            <a:ext cx="942975" cy="714375"/>
            <a:chOff x="4305300" y="1295400"/>
            <a:chExt cx="942975" cy="714375"/>
          </a:xfrm>
        </p:grpSpPr>
        <p:sp>
          <p:nvSpPr>
            <p:cNvPr id="50688" name="Pocket-viewport-match-atoms">
              <a:extLst>
                <a:ext uri="{FF2B5EF4-FFF2-40B4-BE49-F238E27FC236}">
                  <a16:creationId xmlns:a16="http://schemas.microsoft.com/office/drawing/2014/main" id="{17E4E881-1482-4394-87FF-F196F0834144}"/>
                </a:ext>
              </a:extLst>
            </p:cNvPr>
            <p:cNvSpPr>
              <a:spLocks noGrp="1"/>
            </p:cNvSpPr>
            <p:nvPr/>
          </p:nvSpPr>
          <p:spPr>
            <a:xfrm>
              <a:off x="4305300" y="1295400"/>
              <a:ext cx="942975" cy="714375"/>
            </a:xfrm>
            <a:prstGeom prst="rect">
              <a:avLst/>
            </a:prstGeom>
            <a:noFill/>
            <a:ln w="5239">
              <a:solidFill>
                <a:srgbClr val="DFE5E9"/>
              </a:solidFill>
            </a:ln>
          </p:spPr>
        </p:sp>
        <p:pic>
          <p:nvPicPr>
            <p:cNvPr id="50689" name="图片 50688">
              <a:extLst>
                <a:ext uri="{FF2B5EF4-FFF2-40B4-BE49-F238E27FC236}">
                  <a16:creationId xmlns:a16="http://schemas.microsoft.com/office/drawing/2014/main" id="{6C239667-7278-43FA-BB99-4D69D091A35A}"/>
                </a:ext>
              </a:extLst>
            </p:cNvPr>
            <p:cNvPicPr>
              <a:picLocks noChangeAspect="1"/>
            </p:cNvPicPr>
            <p:nvPr/>
          </p:nvPicPr>
          <p:blipFill>
            <a:blip r:embed="rId22"/>
            <a:stretch/>
          </p:blipFill>
          <p:spPr>
            <a:xfrm>
              <a:off x="4454196" y="1314450"/>
              <a:ext cx="645182" cy="533400"/>
            </a:xfrm>
            <a:prstGeom prst="rect">
              <a:avLst/>
            </a:prstGeom>
          </p:spPr>
        </p:pic>
        <p:sp>
          <p:nvSpPr>
            <p:cNvPr id="50690" name="Pocket-variant-label">
              <a:extLst>
                <a:ext uri="{FF2B5EF4-FFF2-40B4-BE49-F238E27FC236}">
                  <a16:creationId xmlns:a16="http://schemas.microsoft.com/office/drawing/2014/main" id="{800D9D5E-09AD-4268-B3CF-889F68FC806A}"/>
                </a:ext>
              </a:extLst>
            </p:cNvPr>
            <p:cNvSpPr>
              <a:spLocks noGrp="1"/>
            </p:cNvSpPr>
            <p:nvPr/>
          </p:nvSpPr>
          <p:spPr>
            <a:xfrm>
              <a:off x="4324350" y="1866900"/>
              <a:ext cx="904875" cy="114300"/>
            </a:xfrm>
            <a:prstGeom prst="rect">
              <a:avLst/>
            </a:prstGeom>
            <a:noFill/>
            <a:ln w="0">
              <a:noFill/>
            </a:ln>
          </p:spPr>
          <p:txBody>
            <a:bodyPr wrap="none" lIns="0" tIns="0" rIns="0" bIns="0" anchor="ctr">
              <a:noAutofit/>
            </a:bodyPr>
            <a:lstStyle>
              <a:defPPr algn="ctr">
                <a:defRPr sz="600" b="0">
                  <a:solidFill>
                    <a:srgbClr val="263442"/>
                  </a:solidFill>
                  <a:latin typeface="Arial"/>
                  <a:ea typeface="Arial"/>
                  <a:cs typeface="Arial"/>
                </a:defRPr>
              </a:defPPr>
              <a:lvl1pPr algn="ctr">
                <a:defRPr sz="600" b="0">
                  <a:solidFill>
                    <a:srgbClr val="263442"/>
                  </a:solidFill>
                  <a:latin typeface="Arial"/>
                  <a:ea typeface="Arial"/>
                  <a:cs typeface="Arial"/>
                </a:defRPr>
              </a:lvl1pPr>
              <a:lvl2pPr algn="ctr">
                <a:defRPr sz="600" b="0">
                  <a:solidFill>
                    <a:srgbClr val="263442"/>
                  </a:solidFill>
                  <a:latin typeface="Arial"/>
                  <a:ea typeface="Arial"/>
                  <a:cs typeface="Arial"/>
                </a:defRPr>
              </a:lvl2pPr>
              <a:lvl3pPr algn="ctr">
                <a:defRPr sz="600" b="0">
                  <a:solidFill>
                    <a:srgbClr val="263442"/>
                  </a:solidFill>
                  <a:latin typeface="Arial"/>
                  <a:ea typeface="Arial"/>
                  <a:cs typeface="Arial"/>
                </a:defRPr>
              </a:lvl3pPr>
              <a:lvl4pPr algn="ctr">
                <a:defRPr sz="600" b="0">
                  <a:solidFill>
                    <a:srgbClr val="263442"/>
                  </a:solidFill>
                  <a:latin typeface="Arial"/>
                  <a:ea typeface="Arial"/>
                  <a:cs typeface="Arial"/>
                </a:defRPr>
              </a:lvl4pPr>
              <a:lvl5pPr algn="ctr">
                <a:defRPr sz="600" b="0">
                  <a:solidFill>
                    <a:srgbClr val="263442"/>
                  </a:solidFill>
                  <a:latin typeface="Arial"/>
                  <a:ea typeface="Arial"/>
                  <a:cs typeface="Arial"/>
                </a:defRPr>
              </a:lvl5pPr>
              <a:lvl6pPr algn="ctr">
                <a:defRPr sz="600" b="0">
                  <a:solidFill>
                    <a:srgbClr val="263442"/>
                  </a:solidFill>
                  <a:latin typeface="Arial"/>
                  <a:ea typeface="Arial"/>
                  <a:cs typeface="Arial"/>
                </a:defRPr>
              </a:lvl6pPr>
              <a:lvl7pPr algn="ctr">
                <a:defRPr sz="600" b="0">
                  <a:solidFill>
                    <a:srgbClr val="263442"/>
                  </a:solidFill>
                  <a:latin typeface="Arial"/>
                  <a:ea typeface="Arial"/>
                  <a:cs typeface="Arial"/>
                </a:defRPr>
              </a:lvl7pPr>
              <a:lvl8pPr algn="ctr">
                <a:defRPr sz="600" b="0">
                  <a:solidFill>
                    <a:srgbClr val="263442"/>
                  </a:solidFill>
                  <a:latin typeface="Arial"/>
                  <a:ea typeface="Arial"/>
                  <a:cs typeface="Arial"/>
                </a:defRPr>
              </a:lvl8pPr>
              <a:lvl9pPr algn="ctr">
                <a:defRPr sz="600" b="0">
                  <a:solidFill>
                    <a:srgbClr val="263442"/>
                  </a:solidFill>
                  <a:latin typeface="Arial"/>
                  <a:ea typeface="Arial"/>
                  <a:cs typeface="Arial"/>
                </a:defRPr>
              </a:lvl9pPr>
            </a:lstStyle>
            <a:p>
              <a:pPr algn="ctr">
                <a:defRPr sz="600" b="0">
                  <a:solidFill>
                    <a:srgbClr val="263442"/>
                  </a:solidFill>
                  <a:latin typeface="Arial"/>
                  <a:ea typeface="Arial"/>
                  <a:cs typeface="Arial"/>
                </a:defRPr>
              </a:pPr>
              <a:r>
                <a:rPr sz="600" b="0">
                  <a:solidFill>
                    <a:srgbClr val="263442"/>
                  </a:solidFill>
                  <a:latin typeface="Arial"/>
                  <a:ea typeface="Arial"/>
                  <a:cs typeface="Arial"/>
                </a:rPr>
                <a:t>2B · sticks</a:t>
              </a:r>
            </a:p>
          </p:txBody>
        </p:sp>
      </p:grpSp>
      <p:grpSp>
        <p:nvGrpSpPr>
          <p:cNvPr id="50738" name="build Pocket atoms"/>
          <p:cNvGrpSpPr/>
          <p:nvPr/>
        </p:nvGrpSpPr>
        <p:grpSpPr>
          <a:xfrm>
            <a:off x="5353050" y="1295400"/>
            <a:ext cx="942975" cy="714375"/>
            <a:chOff x="5353050" y="1295400"/>
            <a:chExt cx="942975" cy="714375"/>
          </a:xfrm>
        </p:grpSpPr>
        <p:sp>
          <p:nvSpPr>
            <p:cNvPr id="50691" name="Pocket-viewport-build-atoms">
              <a:extLst>
                <a:ext uri="{FF2B5EF4-FFF2-40B4-BE49-F238E27FC236}">
                  <a16:creationId xmlns:a16="http://schemas.microsoft.com/office/drawing/2014/main" id="{F7D2BC41-3F56-447B-8B08-E6DFA154887B}"/>
                </a:ext>
              </a:extLst>
            </p:cNvPr>
            <p:cNvSpPr>
              <a:spLocks noGrp="1"/>
            </p:cNvSpPr>
            <p:nvPr/>
          </p:nvSpPr>
          <p:spPr>
            <a:xfrm>
              <a:off x="5353050" y="1295400"/>
              <a:ext cx="942975" cy="714375"/>
            </a:xfrm>
            <a:prstGeom prst="rect">
              <a:avLst/>
            </a:prstGeom>
            <a:noFill/>
            <a:ln w="5239">
              <a:solidFill>
                <a:srgbClr val="DFE5E9"/>
              </a:solidFill>
            </a:ln>
          </p:spPr>
        </p:sp>
        <p:pic>
          <p:nvPicPr>
            <p:cNvPr id="50692" name="图片 50691">
              <a:extLst>
                <a:ext uri="{FF2B5EF4-FFF2-40B4-BE49-F238E27FC236}">
                  <a16:creationId xmlns:a16="http://schemas.microsoft.com/office/drawing/2014/main" id="{9B302B7C-8902-4D63-B7D5-3AF632FA4C32}"/>
                </a:ext>
              </a:extLst>
            </p:cNvPr>
            <p:cNvPicPr>
              <a:picLocks noChangeAspect="1"/>
            </p:cNvPicPr>
            <p:nvPr/>
          </p:nvPicPr>
          <p:blipFill>
            <a:blip r:embed="rId23"/>
            <a:stretch/>
          </p:blipFill>
          <p:spPr>
            <a:xfrm>
              <a:off x="5501946" y="1314450"/>
              <a:ext cx="645182" cy="533400"/>
            </a:xfrm>
            <a:prstGeom prst="rect">
              <a:avLst/>
            </a:prstGeom>
          </p:spPr>
        </p:pic>
        <p:sp>
          <p:nvSpPr>
            <p:cNvPr id="50693" name="Pocket-variant-label">
              <a:extLst>
                <a:ext uri="{FF2B5EF4-FFF2-40B4-BE49-F238E27FC236}">
                  <a16:creationId xmlns:a16="http://schemas.microsoft.com/office/drawing/2014/main" id="{FDE9106C-DA28-4E3F-9CFA-815729FF6A48}"/>
                </a:ext>
              </a:extLst>
            </p:cNvPr>
            <p:cNvSpPr>
              <a:spLocks noGrp="1"/>
            </p:cNvSpPr>
            <p:nvPr/>
          </p:nvSpPr>
          <p:spPr>
            <a:xfrm>
              <a:off x="5372100" y="1866900"/>
              <a:ext cx="904875" cy="114300"/>
            </a:xfrm>
            <a:prstGeom prst="rect">
              <a:avLst/>
            </a:prstGeom>
            <a:noFill/>
            <a:ln w="0">
              <a:noFill/>
            </a:ln>
          </p:spPr>
          <p:txBody>
            <a:bodyPr wrap="none" lIns="0" tIns="0" rIns="0" bIns="0" anchor="ctr">
              <a:noAutofit/>
            </a:bodyPr>
            <a:lstStyle>
              <a:defPPr algn="ctr">
                <a:defRPr sz="600" b="0">
                  <a:solidFill>
                    <a:srgbClr val="263442"/>
                  </a:solidFill>
                  <a:latin typeface="Arial"/>
                  <a:ea typeface="Arial"/>
                  <a:cs typeface="Arial"/>
                </a:defRPr>
              </a:defPPr>
              <a:lvl1pPr algn="ctr">
                <a:defRPr sz="600" b="0">
                  <a:solidFill>
                    <a:srgbClr val="263442"/>
                  </a:solidFill>
                  <a:latin typeface="Arial"/>
                  <a:ea typeface="Arial"/>
                  <a:cs typeface="Arial"/>
                </a:defRPr>
              </a:lvl1pPr>
              <a:lvl2pPr algn="ctr">
                <a:defRPr sz="600" b="0">
                  <a:solidFill>
                    <a:srgbClr val="263442"/>
                  </a:solidFill>
                  <a:latin typeface="Arial"/>
                  <a:ea typeface="Arial"/>
                  <a:cs typeface="Arial"/>
                </a:defRPr>
              </a:lvl2pPr>
              <a:lvl3pPr algn="ctr">
                <a:defRPr sz="600" b="0">
                  <a:solidFill>
                    <a:srgbClr val="263442"/>
                  </a:solidFill>
                  <a:latin typeface="Arial"/>
                  <a:ea typeface="Arial"/>
                  <a:cs typeface="Arial"/>
                </a:defRPr>
              </a:lvl3pPr>
              <a:lvl4pPr algn="ctr">
                <a:defRPr sz="600" b="0">
                  <a:solidFill>
                    <a:srgbClr val="263442"/>
                  </a:solidFill>
                  <a:latin typeface="Arial"/>
                  <a:ea typeface="Arial"/>
                  <a:cs typeface="Arial"/>
                </a:defRPr>
              </a:lvl4pPr>
              <a:lvl5pPr algn="ctr">
                <a:defRPr sz="600" b="0">
                  <a:solidFill>
                    <a:srgbClr val="263442"/>
                  </a:solidFill>
                  <a:latin typeface="Arial"/>
                  <a:ea typeface="Arial"/>
                  <a:cs typeface="Arial"/>
                </a:defRPr>
              </a:lvl5pPr>
              <a:lvl6pPr algn="ctr">
                <a:defRPr sz="600" b="0">
                  <a:solidFill>
                    <a:srgbClr val="263442"/>
                  </a:solidFill>
                  <a:latin typeface="Arial"/>
                  <a:ea typeface="Arial"/>
                  <a:cs typeface="Arial"/>
                </a:defRPr>
              </a:lvl6pPr>
              <a:lvl7pPr algn="ctr">
                <a:defRPr sz="600" b="0">
                  <a:solidFill>
                    <a:srgbClr val="263442"/>
                  </a:solidFill>
                  <a:latin typeface="Arial"/>
                  <a:ea typeface="Arial"/>
                  <a:cs typeface="Arial"/>
                </a:defRPr>
              </a:lvl7pPr>
              <a:lvl8pPr algn="ctr">
                <a:defRPr sz="600" b="0">
                  <a:solidFill>
                    <a:srgbClr val="263442"/>
                  </a:solidFill>
                  <a:latin typeface="Arial"/>
                  <a:ea typeface="Arial"/>
                  <a:cs typeface="Arial"/>
                </a:defRPr>
              </a:lvl8pPr>
              <a:lvl9pPr algn="ctr">
                <a:defRPr sz="600" b="0">
                  <a:solidFill>
                    <a:srgbClr val="263442"/>
                  </a:solidFill>
                  <a:latin typeface="Arial"/>
                  <a:ea typeface="Arial"/>
                  <a:cs typeface="Arial"/>
                </a:defRPr>
              </a:lvl9pPr>
            </a:lstStyle>
            <a:p>
              <a:pPr algn="ctr">
                <a:defRPr sz="600" b="0">
                  <a:solidFill>
                    <a:srgbClr val="263442"/>
                  </a:solidFill>
                  <a:latin typeface="Arial"/>
                  <a:ea typeface="Arial"/>
                  <a:cs typeface="Arial"/>
                </a:defRPr>
              </a:pPr>
              <a:r>
                <a:rPr sz="600" b="0">
                  <a:solidFill>
                    <a:srgbClr val="263442"/>
                  </a:solidFill>
                  <a:latin typeface="Arial"/>
                  <a:ea typeface="Arial"/>
                  <a:cs typeface="Arial"/>
                </a:rPr>
                <a:t>2B · sticks</a:t>
              </a:r>
            </a:p>
          </p:txBody>
        </p:sp>
      </p:grpSp>
      <p:grpSp>
        <p:nvGrpSpPr>
          <p:cNvPr id="50739" name="match Pocket cartoon"/>
          <p:cNvGrpSpPr/>
          <p:nvPr/>
        </p:nvGrpSpPr>
        <p:grpSpPr>
          <a:xfrm>
            <a:off x="4305300" y="2047875"/>
            <a:ext cx="942975" cy="714375"/>
            <a:chOff x="4305300" y="2047875"/>
            <a:chExt cx="942975" cy="714375"/>
          </a:xfrm>
        </p:grpSpPr>
        <p:sp>
          <p:nvSpPr>
            <p:cNvPr id="50694" name="Pocket-viewport-match-cartoon">
              <a:extLst>
                <a:ext uri="{FF2B5EF4-FFF2-40B4-BE49-F238E27FC236}">
                  <a16:creationId xmlns:a16="http://schemas.microsoft.com/office/drawing/2014/main" id="{56D1A2A7-6D7C-4F38-BBF0-A8EC1CBF0480}"/>
                </a:ext>
              </a:extLst>
            </p:cNvPr>
            <p:cNvSpPr>
              <a:spLocks noGrp="1"/>
            </p:cNvSpPr>
            <p:nvPr/>
          </p:nvSpPr>
          <p:spPr>
            <a:xfrm>
              <a:off x="4305300" y="2047875"/>
              <a:ext cx="942975" cy="714375"/>
            </a:xfrm>
            <a:prstGeom prst="rect">
              <a:avLst/>
            </a:prstGeom>
            <a:noFill/>
            <a:ln w="5239">
              <a:solidFill>
                <a:srgbClr val="DFE5E9"/>
              </a:solidFill>
            </a:ln>
          </p:spPr>
        </p:sp>
        <p:pic>
          <p:nvPicPr>
            <p:cNvPr id="50695" name="图片 50694">
              <a:extLst>
                <a:ext uri="{FF2B5EF4-FFF2-40B4-BE49-F238E27FC236}">
                  <a16:creationId xmlns:a16="http://schemas.microsoft.com/office/drawing/2014/main" id="{2BFDF6F6-B29D-4DE6-954C-F2B779C78E57}"/>
                </a:ext>
              </a:extLst>
            </p:cNvPr>
            <p:cNvPicPr>
              <a:picLocks noChangeAspect="1"/>
            </p:cNvPicPr>
            <p:nvPr/>
          </p:nvPicPr>
          <p:blipFill>
            <a:blip r:embed="rId24"/>
            <a:stretch/>
          </p:blipFill>
          <p:spPr>
            <a:xfrm>
              <a:off x="4454196" y="2066925"/>
              <a:ext cx="645182" cy="533400"/>
            </a:xfrm>
            <a:prstGeom prst="rect">
              <a:avLst/>
            </a:prstGeom>
          </p:spPr>
        </p:pic>
        <p:sp>
          <p:nvSpPr>
            <p:cNvPr id="50696" name="Pocket-variant-label">
              <a:extLst>
                <a:ext uri="{FF2B5EF4-FFF2-40B4-BE49-F238E27FC236}">
                  <a16:creationId xmlns:a16="http://schemas.microsoft.com/office/drawing/2014/main" id="{14E5CE5C-D456-4882-B552-4B08E824759A}"/>
                </a:ext>
              </a:extLst>
            </p:cNvPr>
            <p:cNvSpPr>
              <a:spLocks noGrp="1"/>
            </p:cNvSpPr>
            <p:nvPr/>
          </p:nvSpPr>
          <p:spPr>
            <a:xfrm>
              <a:off x="4324350" y="2619375"/>
              <a:ext cx="904875" cy="114300"/>
            </a:xfrm>
            <a:prstGeom prst="rect">
              <a:avLst/>
            </a:prstGeom>
            <a:noFill/>
            <a:ln w="0">
              <a:noFill/>
            </a:ln>
          </p:spPr>
          <p:txBody>
            <a:bodyPr wrap="none" lIns="0" tIns="0" rIns="0" bIns="0" anchor="ctr">
              <a:noAutofit/>
            </a:bodyPr>
            <a:lstStyle>
              <a:defPPr algn="ctr">
                <a:defRPr sz="600" b="0">
                  <a:solidFill>
                    <a:srgbClr val="263442"/>
                  </a:solidFill>
                  <a:latin typeface="Arial"/>
                  <a:ea typeface="Arial"/>
                  <a:cs typeface="Arial"/>
                </a:defRPr>
              </a:defPPr>
              <a:lvl1pPr algn="ctr">
                <a:defRPr sz="600" b="0">
                  <a:solidFill>
                    <a:srgbClr val="263442"/>
                  </a:solidFill>
                  <a:latin typeface="Arial"/>
                  <a:ea typeface="Arial"/>
                  <a:cs typeface="Arial"/>
                </a:defRPr>
              </a:lvl1pPr>
              <a:lvl2pPr algn="ctr">
                <a:defRPr sz="600" b="0">
                  <a:solidFill>
                    <a:srgbClr val="263442"/>
                  </a:solidFill>
                  <a:latin typeface="Arial"/>
                  <a:ea typeface="Arial"/>
                  <a:cs typeface="Arial"/>
                </a:defRPr>
              </a:lvl2pPr>
              <a:lvl3pPr algn="ctr">
                <a:defRPr sz="600" b="0">
                  <a:solidFill>
                    <a:srgbClr val="263442"/>
                  </a:solidFill>
                  <a:latin typeface="Arial"/>
                  <a:ea typeface="Arial"/>
                  <a:cs typeface="Arial"/>
                </a:defRPr>
              </a:lvl3pPr>
              <a:lvl4pPr algn="ctr">
                <a:defRPr sz="600" b="0">
                  <a:solidFill>
                    <a:srgbClr val="263442"/>
                  </a:solidFill>
                  <a:latin typeface="Arial"/>
                  <a:ea typeface="Arial"/>
                  <a:cs typeface="Arial"/>
                </a:defRPr>
              </a:lvl4pPr>
              <a:lvl5pPr algn="ctr">
                <a:defRPr sz="600" b="0">
                  <a:solidFill>
                    <a:srgbClr val="263442"/>
                  </a:solidFill>
                  <a:latin typeface="Arial"/>
                  <a:ea typeface="Arial"/>
                  <a:cs typeface="Arial"/>
                </a:defRPr>
              </a:lvl5pPr>
              <a:lvl6pPr algn="ctr">
                <a:defRPr sz="600" b="0">
                  <a:solidFill>
                    <a:srgbClr val="263442"/>
                  </a:solidFill>
                  <a:latin typeface="Arial"/>
                  <a:ea typeface="Arial"/>
                  <a:cs typeface="Arial"/>
                </a:defRPr>
              </a:lvl6pPr>
              <a:lvl7pPr algn="ctr">
                <a:defRPr sz="600" b="0">
                  <a:solidFill>
                    <a:srgbClr val="263442"/>
                  </a:solidFill>
                  <a:latin typeface="Arial"/>
                  <a:ea typeface="Arial"/>
                  <a:cs typeface="Arial"/>
                </a:defRPr>
              </a:lvl7pPr>
              <a:lvl8pPr algn="ctr">
                <a:defRPr sz="600" b="0">
                  <a:solidFill>
                    <a:srgbClr val="263442"/>
                  </a:solidFill>
                  <a:latin typeface="Arial"/>
                  <a:ea typeface="Arial"/>
                  <a:cs typeface="Arial"/>
                </a:defRPr>
              </a:lvl8pPr>
              <a:lvl9pPr algn="ctr">
                <a:defRPr sz="600" b="0">
                  <a:solidFill>
                    <a:srgbClr val="263442"/>
                  </a:solidFill>
                  <a:latin typeface="Arial"/>
                  <a:ea typeface="Arial"/>
                  <a:cs typeface="Arial"/>
                </a:defRPr>
              </a:lvl9pPr>
            </a:lstStyle>
            <a:p>
              <a:pPr algn="ctr">
                <a:defRPr sz="600" b="0">
                  <a:solidFill>
                    <a:srgbClr val="263442"/>
                  </a:solidFill>
                  <a:latin typeface="Arial"/>
                  <a:ea typeface="Arial"/>
                  <a:cs typeface="Arial"/>
                </a:defRPr>
              </a:pPr>
              <a:r>
                <a:rPr sz="600" b="0">
                  <a:solidFill>
                    <a:srgbClr val="263442"/>
                  </a:solidFill>
                  <a:latin typeface="Arial"/>
                  <a:ea typeface="Arial"/>
                  <a:cs typeface="Arial"/>
                </a:rPr>
                <a:t>Cartoon only</a:t>
              </a:r>
            </a:p>
          </p:txBody>
        </p:sp>
      </p:grpSp>
      <p:grpSp>
        <p:nvGrpSpPr>
          <p:cNvPr id="50740" name="build Pocket cartoon"/>
          <p:cNvGrpSpPr/>
          <p:nvPr/>
        </p:nvGrpSpPr>
        <p:grpSpPr>
          <a:xfrm>
            <a:off x="5353050" y="2047875"/>
            <a:ext cx="942975" cy="714375"/>
            <a:chOff x="5353050" y="2047875"/>
            <a:chExt cx="942975" cy="714375"/>
          </a:xfrm>
        </p:grpSpPr>
        <p:sp>
          <p:nvSpPr>
            <p:cNvPr id="50697" name="Pocket-viewport-build-cartoon">
              <a:extLst>
                <a:ext uri="{FF2B5EF4-FFF2-40B4-BE49-F238E27FC236}">
                  <a16:creationId xmlns:a16="http://schemas.microsoft.com/office/drawing/2014/main" id="{18E5179D-1F63-4026-86D0-08472EC73B0D}"/>
                </a:ext>
              </a:extLst>
            </p:cNvPr>
            <p:cNvSpPr>
              <a:spLocks noGrp="1"/>
            </p:cNvSpPr>
            <p:nvPr/>
          </p:nvSpPr>
          <p:spPr>
            <a:xfrm>
              <a:off x="5353050" y="2047875"/>
              <a:ext cx="942975" cy="714375"/>
            </a:xfrm>
            <a:prstGeom prst="rect">
              <a:avLst/>
            </a:prstGeom>
            <a:noFill/>
            <a:ln w="5239">
              <a:solidFill>
                <a:srgbClr val="DFE5E9"/>
              </a:solidFill>
            </a:ln>
          </p:spPr>
        </p:sp>
        <p:pic>
          <p:nvPicPr>
            <p:cNvPr id="50698" name="图片 50697">
              <a:extLst>
                <a:ext uri="{FF2B5EF4-FFF2-40B4-BE49-F238E27FC236}">
                  <a16:creationId xmlns:a16="http://schemas.microsoft.com/office/drawing/2014/main" id="{90FCD99F-4BEE-4D5C-8D7F-54C07A297119}"/>
                </a:ext>
              </a:extLst>
            </p:cNvPr>
            <p:cNvPicPr>
              <a:picLocks noChangeAspect="1"/>
            </p:cNvPicPr>
            <p:nvPr/>
          </p:nvPicPr>
          <p:blipFill>
            <a:blip r:embed="rId24"/>
            <a:stretch/>
          </p:blipFill>
          <p:spPr>
            <a:xfrm>
              <a:off x="5501946" y="2066925"/>
              <a:ext cx="645182" cy="533400"/>
            </a:xfrm>
            <a:prstGeom prst="rect">
              <a:avLst/>
            </a:prstGeom>
          </p:spPr>
        </p:pic>
        <p:sp>
          <p:nvSpPr>
            <p:cNvPr id="50699" name="Pocket-variant-label">
              <a:extLst>
                <a:ext uri="{FF2B5EF4-FFF2-40B4-BE49-F238E27FC236}">
                  <a16:creationId xmlns:a16="http://schemas.microsoft.com/office/drawing/2014/main" id="{9B52FAE9-7265-4F8A-ACE9-6C5D8B0B7663}"/>
                </a:ext>
              </a:extLst>
            </p:cNvPr>
            <p:cNvSpPr>
              <a:spLocks noGrp="1"/>
            </p:cNvSpPr>
            <p:nvPr/>
          </p:nvSpPr>
          <p:spPr>
            <a:xfrm>
              <a:off x="5372100" y="2619375"/>
              <a:ext cx="904875" cy="114300"/>
            </a:xfrm>
            <a:prstGeom prst="rect">
              <a:avLst/>
            </a:prstGeom>
            <a:noFill/>
            <a:ln w="0">
              <a:noFill/>
            </a:ln>
          </p:spPr>
          <p:txBody>
            <a:bodyPr wrap="none" lIns="0" tIns="0" rIns="0" bIns="0" anchor="ctr">
              <a:noAutofit/>
            </a:bodyPr>
            <a:lstStyle>
              <a:defPPr algn="ctr">
                <a:defRPr sz="600" b="0">
                  <a:solidFill>
                    <a:srgbClr val="263442"/>
                  </a:solidFill>
                  <a:latin typeface="Arial"/>
                  <a:ea typeface="Arial"/>
                  <a:cs typeface="Arial"/>
                </a:defRPr>
              </a:defPPr>
              <a:lvl1pPr algn="ctr">
                <a:defRPr sz="600" b="0">
                  <a:solidFill>
                    <a:srgbClr val="263442"/>
                  </a:solidFill>
                  <a:latin typeface="Arial"/>
                  <a:ea typeface="Arial"/>
                  <a:cs typeface="Arial"/>
                </a:defRPr>
              </a:lvl1pPr>
              <a:lvl2pPr algn="ctr">
                <a:defRPr sz="600" b="0">
                  <a:solidFill>
                    <a:srgbClr val="263442"/>
                  </a:solidFill>
                  <a:latin typeface="Arial"/>
                  <a:ea typeface="Arial"/>
                  <a:cs typeface="Arial"/>
                </a:defRPr>
              </a:lvl2pPr>
              <a:lvl3pPr algn="ctr">
                <a:defRPr sz="600" b="0">
                  <a:solidFill>
                    <a:srgbClr val="263442"/>
                  </a:solidFill>
                  <a:latin typeface="Arial"/>
                  <a:ea typeface="Arial"/>
                  <a:cs typeface="Arial"/>
                </a:defRPr>
              </a:lvl3pPr>
              <a:lvl4pPr algn="ctr">
                <a:defRPr sz="600" b="0">
                  <a:solidFill>
                    <a:srgbClr val="263442"/>
                  </a:solidFill>
                  <a:latin typeface="Arial"/>
                  <a:ea typeface="Arial"/>
                  <a:cs typeface="Arial"/>
                </a:defRPr>
              </a:lvl4pPr>
              <a:lvl5pPr algn="ctr">
                <a:defRPr sz="600" b="0">
                  <a:solidFill>
                    <a:srgbClr val="263442"/>
                  </a:solidFill>
                  <a:latin typeface="Arial"/>
                  <a:ea typeface="Arial"/>
                  <a:cs typeface="Arial"/>
                </a:defRPr>
              </a:lvl5pPr>
              <a:lvl6pPr algn="ctr">
                <a:defRPr sz="600" b="0">
                  <a:solidFill>
                    <a:srgbClr val="263442"/>
                  </a:solidFill>
                  <a:latin typeface="Arial"/>
                  <a:ea typeface="Arial"/>
                  <a:cs typeface="Arial"/>
                </a:defRPr>
              </a:lvl6pPr>
              <a:lvl7pPr algn="ctr">
                <a:defRPr sz="600" b="0">
                  <a:solidFill>
                    <a:srgbClr val="263442"/>
                  </a:solidFill>
                  <a:latin typeface="Arial"/>
                  <a:ea typeface="Arial"/>
                  <a:cs typeface="Arial"/>
                </a:defRPr>
              </a:lvl7pPr>
              <a:lvl8pPr algn="ctr">
                <a:defRPr sz="600" b="0">
                  <a:solidFill>
                    <a:srgbClr val="263442"/>
                  </a:solidFill>
                  <a:latin typeface="Arial"/>
                  <a:ea typeface="Arial"/>
                  <a:cs typeface="Arial"/>
                </a:defRPr>
              </a:lvl8pPr>
              <a:lvl9pPr algn="ctr">
                <a:defRPr sz="600" b="0">
                  <a:solidFill>
                    <a:srgbClr val="263442"/>
                  </a:solidFill>
                  <a:latin typeface="Arial"/>
                  <a:ea typeface="Arial"/>
                  <a:cs typeface="Arial"/>
                </a:defRPr>
              </a:lvl9pPr>
            </a:lstStyle>
            <a:p>
              <a:pPr algn="ctr">
                <a:defRPr sz="600" b="0">
                  <a:solidFill>
                    <a:srgbClr val="263442"/>
                  </a:solidFill>
                  <a:latin typeface="Arial"/>
                  <a:ea typeface="Arial"/>
                  <a:cs typeface="Arial"/>
                </a:defRPr>
              </a:pPr>
              <a:r>
                <a:rPr sz="600" b="0">
                  <a:solidFill>
                    <a:srgbClr val="263442"/>
                  </a:solidFill>
                  <a:latin typeface="Arial"/>
                  <a:ea typeface="Arial"/>
                  <a:cs typeface="Arial"/>
                </a:rPr>
                <a:t>Cartoon only</a:t>
              </a:r>
            </a:p>
          </p:txBody>
        </p:sp>
      </p:grpSp>
      <p:grpSp>
        <p:nvGrpSpPr>
          <p:cNvPr id="50741" name="SMILES input component"/>
          <p:cNvGrpSpPr/>
          <p:nvPr/>
        </p:nvGrpSpPr>
        <p:grpSpPr>
          <a:xfrm>
            <a:off x="4305300" y="3067050"/>
            <a:ext cx="942975" cy="981075"/>
            <a:chOff x="4305300" y="3067050"/>
            <a:chExt cx="942975" cy="981075"/>
          </a:xfrm>
        </p:grpSpPr>
        <p:sp>
          <p:nvSpPr>
            <p:cNvPr id="50702" name="Board-input-SMILES-frame">
              <a:extLst>
                <a:ext uri="{FF2B5EF4-FFF2-40B4-BE49-F238E27FC236}">
                  <a16:creationId xmlns:a16="http://schemas.microsoft.com/office/drawing/2014/main" id="{1E5A088D-E78C-41A3-A572-86672A4BDA9C}"/>
                </a:ext>
              </a:extLst>
            </p:cNvPr>
            <p:cNvSpPr>
              <a:spLocks noGrp="1"/>
            </p:cNvSpPr>
            <p:nvPr/>
          </p:nvSpPr>
          <p:spPr>
            <a:xfrm>
              <a:off x="4305300" y="3067050"/>
              <a:ext cx="942975" cy="981075"/>
            </a:xfrm>
            <a:prstGeom prst="roundRect">
              <a:avLst>
                <a:gd name="adj" fmla="val 8081"/>
              </a:avLst>
            </a:prstGeom>
            <a:noFill/>
            <a:ln w="7620">
              <a:solidFill>
                <a:srgbClr val="BAC8D1"/>
              </a:solidFill>
            </a:ln>
          </p:spPr>
        </p:sp>
        <p:sp>
          <p:nvSpPr>
            <p:cNvPr id="50703" name="Board-input-selected">
              <a:extLst>
                <a:ext uri="{FF2B5EF4-FFF2-40B4-BE49-F238E27FC236}">
                  <a16:creationId xmlns:a16="http://schemas.microsoft.com/office/drawing/2014/main" id="{D73F6FDB-88C8-4202-9536-F49B7D967AC4}"/>
                </a:ext>
              </a:extLst>
            </p:cNvPr>
            <p:cNvSpPr>
              <a:spLocks noGrp="1"/>
            </p:cNvSpPr>
            <p:nvPr/>
          </p:nvSpPr>
          <p:spPr>
            <a:xfrm>
              <a:off x="4362450" y="3476625"/>
              <a:ext cx="819150" cy="180975"/>
            </a:xfrm>
            <a:prstGeom prst="roundRect">
              <a:avLst>
                <a:gd name="adj" fmla="val 42105"/>
              </a:avLst>
            </a:prstGeom>
            <a:solidFill>
              <a:srgbClr val="DCF8EB"/>
            </a:solidFill>
            <a:ln w="9525">
              <a:solidFill>
                <a:srgbClr val="499D86"/>
              </a:solidFill>
            </a:ln>
          </p:spPr>
        </p:sp>
        <p:sp>
          <p:nvSpPr>
            <p:cNvPr id="50704" name="Board-input-SMILES-0">
              <a:extLst>
                <a:ext uri="{FF2B5EF4-FFF2-40B4-BE49-F238E27FC236}">
                  <a16:creationId xmlns:a16="http://schemas.microsoft.com/office/drawing/2014/main" id="{9D4F04B0-0FBD-4D45-BE30-7BC14776D693}"/>
                </a:ext>
              </a:extLst>
            </p:cNvPr>
            <p:cNvSpPr>
              <a:spLocks noGrp="1"/>
            </p:cNvSpPr>
            <p:nvPr/>
          </p:nvSpPr>
          <p:spPr>
            <a:xfrm>
              <a:off x="4391025" y="3143250"/>
              <a:ext cx="762000" cy="171450"/>
            </a:xfrm>
            <a:prstGeom prst="rect">
              <a:avLst/>
            </a:prstGeom>
            <a:noFill/>
            <a:ln w="0">
              <a:noFill/>
            </a:ln>
          </p:spPr>
          <p:txBody>
            <a:bodyPr wrap="none" lIns="0" tIns="0" rIns="0" bIns="0" anchor="ctr">
              <a:noAutofit/>
            </a:bodyPr>
            <a:lstStyle>
              <a:defPPr algn="l">
                <a:defRPr sz="750" b="0">
                  <a:solidFill>
                    <a:srgbClr val="263442"/>
                  </a:solidFill>
                  <a:latin typeface="Arial"/>
                  <a:ea typeface="Arial"/>
                  <a:cs typeface="Arial"/>
                </a:defRPr>
              </a:defPPr>
              <a:lvl1pPr algn="l">
                <a:defRPr sz="750" b="0">
                  <a:solidFill>
                    <a:srgbClr val="263442"/>
                  </a:solidFill>
                  <a:latin typeface="Arial"/>
                  <a:ea typeface="Arial"/>
                  <a:cs typeface="Arial"/>
                </a:defRPr>
              </a:lvl1pPr>
              <a:lvl2pPr algn="l">
                <a:defRPr sz="750" b="0">
                  <a:solidFill>
                    <a:srgbClr val="263442"/>
                  </a:solidFill>
                  <a:latin typeface="Arial"/>
                  <a:ea typeface="Arial"/>
                  <a:cs typeface="Arial"/>
                </a:defRPr>
              </a:lvl2pPr>
              <a:lvl3pPr algn="l">
                <a:defRPr sz="750" b="0">
                  <a:solidFill>
                    <a:srgbClr val="263442"/>
                  </a:solidFill>
                  <a:latin typeface="Arial"/>
                  <a:ea typeface="Arial"/>
                  <a:cs typeface="Arial"/>
                </a:defRPr>
              </a:lvl3pPr>
              <a:lvl4pPr algn="l">
                <a:defRPr sz="750" b="0">
                  <a:solidFill>
                    <a:srgbClr val="263442"/>
                  </a:solidFill>
                  <a:latin typeface="Arial"/>
                  <a:ea typeface="Arial"/>
                  <a:cs typeface="Arial"/>
                </a:defRPr>
              </a:lvl4pPr>
              <a:lvl5pPr algn="l">
                <a:defRPr sz="750" b="0">
                  <a:solidFill>
                    <a:srgbClr val="263442"/>
                  </a:solidFill>
                  <a:latin typeface="Arial"/>
                  <a:ea typeface="Arial"/>
                  <a:cs typeface="Arial"/>
                </a:defRPr>
              </a:lvl5pPr>
              <a:lvl6pPr algn="l">
                <a:defRPr sz="750" b="0">
                  <a:solidFill>
                    <a:srgbClr val="263442"/>
                  </a:solidFill>
                  <a:latin typeface="Arial"/>
                  <a:ea typeface="Arial"/>
                  <a:cs typeface="Arial"/>
                </a:defRPr>
              </a:lvl6pPr>
              <a:lvl7pPr algn="l">
                <a:defRPr sz="750" b="0">
                  <a:solidFill>
                    <a:srgbClr val="263442"/>
                  </a:solidFill>
                  <a:latin typeface="Arial"/>
                  <a:ea typeface="Arial"/>
                  <a:cs typeface="Arial"/>
                </a:defRPr>
              </a:lvl7pPr>
              <a:lvl8pPr algn="l">
                <a:defRPr sz="750" b="0">
                  <a:solidFill>
                    <a:srgbClr val="263442"/>
                  </a:solidFill>
                  <a:latin typeface="Arial"/>
                  <a:ea typeface="Arial"/>
                  <a:cs typeface="Arial"/>
                </a:defRPr>
              </a:lvl8pPr>
              <a:lvl9pPr algn="l">
                <a:defRPr sz="750" b="0">
                  <a:solidFill>
                    <a:srgbClr val="263442"/>
                  </a:solidFill>
                  <a:latin typeface="Arial"/>
                  <a:ea typeface="Arial"/>
                  <a:cs typeface="Arial"/>
                </a:defRPr>
              </a:lvl9pPr>
            </a:lstStyle>
            <a:p>
              <a:pPr algn="l">
                <a:defRPr sz="750" b="0">
                  <a:solidFill>
                    <a:srgbClr val="263442"/>
                  </a:solidFill>
                  <a:latin typeface="Arial"/>
                  <a:ea typeface="Arial"/>
                  <a:cs typeface="Arial"/>
                </a:defRPr>
              </a:pPr>
              <a:r>
                <a:rPr sz="750" b="0">
                  <a:solidFill>
                    <a:srgbClr val="263442"/>
                  </a:solidFill>
                  <a:latin typeface="Arial"/>
                  <a:ea typeface="Arial"/>
                  <a:cs typeface="Arial"/>
                </a:rPr>
                <a:t>CCO</a:t>
              </a:r>
            </a:p>
          </p:txBody>
        </p:sp>
        <p:sp>
          <p:nvSpPr>
            <p:cNvPr id="50705" name="Board-input-SMILES-1">
              <a:extLst>
                <a:ext uri="{FF2B5EF4-FFF2-40B4-BE49-F238E27FC236}">
                  <a16:creationId xmlns:a16="http://schemas.microsoft.com/office/drawing/2014/main" id="{21119EF4-01E3-40EB-B4C6-083C3C5AD225}"/>
                </a:ext>
              </a:extLst>
            </p:cNvPr>
            <p:cNvSpPr>
              <a:spLocks noGrp="1"/>
            </p:cNvSpPr>
            <p:nvPr/>
          </p:nvSpPr>
          <p:spPr>
            <a:xfrm>
              <a:off x="4391025" y="3314700"/>
              <a:ext cx="762000" cy="171450"/>
            </a:xfrm>
            <a:prstGeom prst="rect">
              <a:avLst/>
            </a:prstGeom>
            <a:noFill/>
            <a:ln w="0">
              <a:noFill/>
            </a:ln>
          </p:spPr>
          <p:txBody>
            <a:bodyPr wrap="none" lIns="0" tIns="0" rIns="0" bIns="0" anchor="ctr">
              <a:noAutofit/>
            </a:bodyPr>
            <a:lstStyle>
              <a:defPPr algn="l">
                <a:defRPr sz="750" b="0">
                  <a:solidFill>
                    <a:srgbClr val="263442"/>
                  </a:solidFill>
                  <a:latin typeface="Arial"/>
                  <a:ea typeface="Arial"/>
                  <a:cs typeface="Arial"/>
                </a:defRPr>
              </a:defPPr>
              <a:lvl1pPr algn="l">
                <a:defRPr sz="750" b="0">
                  <a:solidFill>
                    <a:srgbClr val="263442"/>
                  </a:solidFill>
                  <a:latin typeface="Arial"/>
                  <a:ea typeface="Arial"/>
                  <a:cs typeface="Arial"/>
                </a:defRPr>
              </a:lvl1pPr>
              <a:lvl2pPr algn="l">
                <a:defRPr sz="750" b="0">
                  <a:solidFill>
                    <a:srgbClr val="263442"/>
                  </a:solidFill>
                  <a:latin typeface="Arial"/>
                  <a:ea typeface="Arial"/>
                  <a:cs typeface="Arial"/>
                </a:defRPr>
              </a:lvl2pPr>
              <a:lvl3pPr algn="l">
                <a:defRPr sz="750" b="0">
                  <a:solidFill>
                    <a:srgbClr val="263442"/>
                  </a:solidFill>
                  <a:latin typeface="Arial"/>
                  <a:ea typeface="Arial"/>
                  <a:cs typeface="Arial"/>
                </a:defRPr>
              </a:lvl3pPr>
              <a:lvl4pPr algn="l">
                <a:defRPr sz="750" b="0">
                  <a:solidFill>
                    <a:srgbClr val="263442"/>
                  </a:solidFill>
                  <a:latin typeface="Arial"/>
                  <a:ea typeface="Arial"/>
                  <a:cs typeface="Arial"/>
                </a:defRPr>
              </a:lvl4pPr>
              <a:lvl5pPr algn="l">
                <a:defRPr sz="750" b="0">
                  <a:solidFill>
                    <a:srgbClr val="263442"/>
                  </a:solidFill>
                  <a:latin typeface="Arial"/>
                  <a:ea typeface="Arial"/>
                  <a:cs typeface="Arial"/>
                </a:defRPr>
              </a:lvl5pPr>
              <a:lvl6pPr algn="l">
                <a:defRPr sz="750" b="0">
                  <a:solidFill>
                    <a:srgbClr val="263442"/>
                  </a:solidFill>
                  <a:latin typeface="Arial"/>
                  <a:ea typeface="Arial"/>
                  <a:cs typeface="Arial"/>
                </a:defRPr>
              </a:lvl6pPr>
              <a:lvl7pPr algn="l">
                <a:defRPr sz="750" b="0">
                  <a:solidFill>
                    <a:srgbClr val="263442"/>
                  </a:solidFill>
                  <a:latin typeface="Arial"/>
                  <a:ea typeface="Arial"/>
                  <a:cs typeface="Arial"/>
                </a:defRPr>
              </a:lvl7pPr>
              <a:lvl8pPr algn="l">
                <a:defRPr sz="750" b="0">
                  <a:solidFill>
                    <a:srgbClr val="263442"/>
                  </a:solidFill>
                  <a:latin typeface="Arial"/>
                  <a:ea typeface="Arial"/>
                  <a:cs typeface="Arial"/>
                </a:defRPr>
              </a:lvl8pPr>
              <a:lvl9pPr algn="l">
                <a:defRPr sz="750" b="0">
                  <a:solidFill>
                    <a:srgbClr val="263442"/>
                  </a:solidFill>
                  <a:latin typeface="Arial"/>
                  <a:ea typeface="Arial"/>
                  <a:cs typeface="Arial"/>
                </a:defRPr>
              </a:lvl9pPr>
            </a:lstStyle>
            <a:p>
              <a:pPr algn="l">
                <a:defRPr sz="750" b="0">
                  <a:solidFill>
                    <a:srgbClr val="263442"/>
                  </a:solidFill>
                  <a:latin typeface="Arial"/>
                  <a:ea typeface="Arial"/>
                  <a:cs typeface="Arial"/>
                </a:defRPr>
              </a:pPr>
              <a:r>
                <a:rPr sz="750" b="0">
                  <a:solidFill>
                    <a:srgbClr val="263442"/>
                  </a:solidFill>
                  <a:latin typeface="Arial"/>
                  <a:ea typeface="Arial"/>
                  <a:cs typeface="Arial"/>
                </a:rPr>
                <a:t>CC(=O)O</a:t>
              </a:r>
            </a:p>
          </p:txBody>
        </p:sp>
        <p:sp>
          <p:nvSpPr>
            <p:cNvPr id="50706" name="Board-input-SMILES-2">
              <a:extLst>
                <a:ext uri="{FF2B5EF4-FFF2-40B4-BE49-F238E27FC236}">
                  <a16:creationId xmlns:a16="http://schemas.microsoft.com/office/drawing/2014/main" id="{02B8C35F-1E18-4543-9475-11C7176C05B6}"/>
                </a:ext>
              </a:extLst>
            </p:cNvPr>
            <p:cNvSpPr>
              <a:spLocks noGrp="1"/>
            </p:cNvSpPr>
            <p:nvPr/>
          </p:nvSpPr>
          <p:spPr>
            <a:xfrm>
              <a:off x="4391025" y="3486150"/>
              <a:ext cx="762000" cy="171450"/>
            </a:xfrm>
            <a:prstGeom prst="rect">
              <a:avLst/>
            </a:prstGeom>
            <a:noFill/>
            <a:ln w="0">
              <a:noFill/>
            </a:ln>
          </p:spPr>
          <p:txBody>
            <a:bodyPr wrap="none" lIns="0" tIns="0" rIns="0" bIns="0" anchor="ctr">
              <a:noAutofit/>
            </a:bodyPr>
            <a:lstStyle>
              <a:defPPr algn="l">
                <a:defRPr sz="750" b="0">
                  <a:solidFill>
                    <a:srgbClr val="24634E"/>
                  </a:solidFill>
                  <a:latin typeface="Arial"/>
                  <a:ea typeface="Arial"/>
                  <a:cs typeface="Arial"/>
                </a:defRPr>
              </a:defPPr>
              <a:lvl1pPr algn="l">
                <a:defRPr sz="750" b="0">
                  <a:solidFill>
                    <a:srgbClr val="24634E"/>
                  </a:solidFill>
                  <a:latin typeface="Arial"/>
                  <a:ea typeface="Arial"/>
                  <a:cs typeface="Arial"/>
                </a:defRPr>
              </a:lvl1pPr>
              <a:lvl2pPr algn="l">
                <a:defRPr sz="750" b="0">
                  <a:solidFill>
                    <a:srgbClr val="24634E"/>
                  </a:solidFill>
                  <a:latin typeface="Arial"/>
                  <a:ea typeface="Arial"/>
                  <a:cs typeface="Arial"/>
                </a:defRPr>
              </a:lvl2pPr>
              <a:lvl3pPr algn="l">
                <a:defRPr sz="750" b="0">
                  <a:solidFill>
                    <a:srgbClr val="24634E"/>
                  </a:solidFill>
                  <a:latin typeface="Arial"/>
                  <a:ea typeface="Arial"/>
                  <a:cs typeface="Arial"/>
                </a:defRPr>
              </a:lvl3pPr>
              <a:lvl4pPr algn="l">
                <a:defRPr sz="750" b="0">
                  <a:solidFill>
                    <a:srgbClr val="24634E"/>
                  </a:solidFill>
                  <a:latin typeface="Arial"/>
                  <a:ea typeface="Arial"/>
                  <a:cs typeface="Arial"/>
                </a:defRPr>
              </a:lvl4pPr>
              <a:lvl5pPr algn="l">
                <a:defRPr sz="750" b="0">
                  <a:solidFill>
                    <a:srgbClr val="24634E"/>
                  </a:solidFill>
                  <a:latin typeface="Arial"/>
                  <a:ea typeface="Arial"/>
                  <a:cs typeface="Arial"/>
                </a:defRPr>
              </a:lvl5pPr>
              <a:lvl6pPr algn="l">
                <a:defRPr sz="750" b="0">
                  <a:solidFill>
                    <a:srgbClr val="24634E"/>
                  </a:solidFill>
                  <a:latin typeface="Arial"/>
                  <a:ea typeface="Arial"/>
                  <a:cs typeface="Arial"/>
                </a:defRPr>
              </a:lvl6pPr>
              <a:lvl7pPr algn="l">
                <a:defRPr sz="750" b="0">
                  <a:solidFill>
                    <a:srgbClr val="24634E"/>
                  </a:solidFill>
                  <a:latin typeface="Arial"/>
                  <a:ea typeface="Arial"/>
                  <a:cs typeface="Arial"/>
                </a:defRPr>
              </a:lvl7pPr>
              <a:lvl8pPr algn="l">
                <a:defRPr sz="750" b="0">
                  <a:solidFill>
                    <a:srgbClr val="24634E"/>
                  </a:solidFill>
                  <a:latin typeface="Arial"/>
                  <a:ea typeface="Arial"/>
                  <a:cs typeface="Arial"/>
                </a:defRPr>
              </a:lvl8pPr>
              <a:lvl9pPr algn="l">
                <a:defRPr sz="750" b="0">
                  <a:solidFill>
                    <a:srgbClr val="24634E"/>
                  </a:solidFill>
                  <a:latin typeface="Arial"/>
                  <a:ea typeface="Arial"/>
                  <a:cs typeface="Arial"/>
                </a:defRPr>
              </a:lvl9pPr>
            </a:lstStyle>
            <a:p>
              <a:pPr algn="l">
                <a:defRPr sz="750" b="0">
                  <a:solidFill>
                    <a:srgbClr val="24634E"/>
                  </a:solidFill>
                  <a:latin typeface="Arial"/>
                  <a:ea typeface="Arial"/>
                  <a:cs typeface="Arial"/>
                </a:defRPr>
              </a:pPr>
              <a:r>
                <a:rPr sz="750" b="0">
                  <a:solidFill>
                    <a:srgbClr val="24634E"/>
                  </a:solidFill>
                  <a:latin typeface="Arial"/>
                  <a:ea typeface="Arial"/>
                  <a:cs typeface="Arial"/>
                </a:rPr>
                <a:t>Cc1ccccc1</a:t>
              </a:r>
            </a:p>
          </p:txBody>
        </p:sp>
        <p:sp>
          <p:nvSpPr>
            <p:cNvPr id="50707" name="Board-input-SMILES-3">
              <a:extLst>
                <a:ext uri="{FF2B5EF4-FFF2-40B4-BE49-F238E27FC236}">
                  <a16:creationId xmlns:a16="http://schemas.microsoft.com/office/drawing/2014/main" id="{490F2D7E-962A-4816-9A80-94BA05F509CB}"/>
                </a:ext>
              </a:extLst>
            </p:cNvPr>
            <p:cNvSpPr>
              <a:spLocks noGrp="1"/>
            </p:cNvSpPr>
            <p:nvPr/>
          </p:nvSpPr>
          <p:spPr>
            <a:xfrm>
              <a:off x="4391025" y="3657600"/>
              <a:ext cx="762000" cy="171450"/>
            </a:xfrm>
            <a:prstGeom prst="rect">
              <a:avLst/>
            </a:prstGeom>
            <a:noFill/>
            <a:ln w="0">
              <a:noFill/>
            </a:ln>
          </p:spPr>
          <p:txBody>
            <a:bodyPr wrap="none" lIns="0" tIns="0" rIns="0" bIns="0" anchor="ctr">
              <a:noAutofit/>
            </a:bodyPr>
            <a:lstStyle>
              <a:defPPr algn="l">
                <a:defRPr sz="750" b="0">
                  <a:solidFill>
                    <a:srgbClr val="263442"/>
                  </a:solidFill>
                  <a:latin typeface="Arial"/>
                  <a:ea typeface="Arial"/>
                  <a:cs typeface="Arial"/>
                </a:defRPr>
              </a:defPPr>
              <a:lvl1pPr algn="l">
                <a:defRPr sz="750" b="0">
                  <a:solidFill>
                    <a:srgbClr val="263442"/>
                  </a:solidFill>
                  <a:latin typeface="Arial"/>
                  <a:ea typeface="Arial"/>
                  <a:cs typeface="Arial"/>
                </a:defRPr>
              </a:lvl1pPr>
              <a:lvl2pPr algn="l">
                <a:defRPr sz="750" b="0">
                  <a:solidFill>
                    <a:srgbClr val="263442"/>
                  </a:solidFill>
                  <a:latin typeface="Arial"/>
                  <a:ea typeface="Arial"/>
                  <a:cs typeface="Arial"/>
                </a:defRPr>
              </a:lvl2pPr>
              <a:lvl3pPr algn="l">
                <a:defRPr sz="750" b="0">
                  <a:solidFill>
                    <a:srgbClr val="263442"/>
                  </a:solidFill>
                  <a:latin typeface="Arial"/>
                  <a:ea typeface="Arial"/>
                  <a:cs typeface="Arial"/>
                </a:defRPr>
              </a:lvl3pPr>
              <a:lvl4pPr algn="l">
                <a:defRPr sz="750" b="0">
                  <a:solidFill>
                    <a:srgbClr val="263442"/>
                  </a:solidFill>
                  <a:latin typeface="Arial"/>
                  <a:ea typeface="Arial"/>
                  <a:cs typeface="Arial"/>
                </a:defRPr>
              </a:lvl4pPr>
              <a:lvl5pPr algn="l">
                <a:defRPr sz="750" b="0">
                  <a:solidFill>
                    <a:srgbClr val="263442"/>
                  </a:solidFill>
                  <a:latin typeface="Arial"/>
                  <a:ea typeface="Arial"/>
                  <a:cs typeface="Arial"/>
                </a:defRPr>
              </a:lvl5pPr>
              <a:lvl6pPr algn="l">
                <a:defRPr sz="750" b="0">
                  <a:solidFill>
                    <a:srgbClr val="263442"/>
                  </a:solidFill>
                  <a:latin typeface="Arial"/>
                  <a:ea typeface="Arial"/>
                  <a:cs typeface="Arial"/>
                </a:defRPr>
              </a:lvl6pPr>
              <a:lvl7pPr algn="l">
                <a:defRPr sz="750" b="0">
                  <a:solidFill>
                    <a:srgbClr val="263442"/>
                  </a:solidFill>
                  <a:latin typeface="Arial"/>
                  <a:ea typeface="Arial"/>
                  <a:cs typeface="Arial"/>
                </a:defRPr>
              </a:lvl7pPr>
              <a:lvl8pPr algn="l">
                <a:defRPr sz="750" b="0">
                  <a:solidFill>
                    <a:srgbClr val="263442"/>
                  </a:solidFill>
                  <a:latin typeface="Arial"/>
                  <a:ea typeface="Arial"/>
                  <a:cs typeface="Arial"/>
                </a:defRPr>
              </a:lvl8pPr>
              <a:lvl9pPr algn="l">
                <a:defRPr sz="750" b="0">
                  <a:solidFill>
                    <a:srgbClr val="263442"/>
                  </a:solidFill>
                  <a:latin typeface="Arial"/>
                  <a:ea typeface="Arial"/>
                  <a:cs typeface="Arial"/>
                </a:defRPr>
              </a:lvl9pPr>
            </a:lstStyle>
            <a:p>
              <a:pPr algn="l">
                <a:defRPr sz="750" b="0">
                  <a:solidFill>
                    <a:srgbClr val="263442"/>
                  </a:solidFill>
                  <a:latin typeface="Arial"/>
                  <a:ea typeface="Arial"/>
                  <a:cs typeface="Arial"/>
                </a:defRPr>
              </a:pPr>
              <a:r>
                <a:rPr sz="750" b="0">
                  <a:solidFill>
                    <a:srgbClr val="263442"/>
                  </a:solidFill>
                  <a:latin typeface="Arial"/>
                  <a:ea typeface="Arial"/>
                  <a:cs typeface="Arial"/>
                </a:rPr>
                <a:t>CC(N)=O</a:t>
              </a:r>
            </a:p>
          </p:txBody>
        </p:sp>
        <p:sp>
          <p:nvSpPr>
            <p:cNvPr id="50708" name="label">
              <a:extLst>
                <a:ext uri="{FF2B5EF4-FFF2-40B4-BE49-F238E27FC236}">
                  <a16:creationId xmlns:a16="http://schemas.microsoft.com/office/drawing/2014/main" id="{7147CC1B-EC6A-4F12-B637-9E1EFB00EECA}"/>
                </a:ext>
              </a:extLst>
            </p:cNvPr>
            <p:cNvSpPr>
              <a:spLocks noGrp="1"/>
            </p:cNvSpPr>
            <p:nvPr/>
          </p:nvSpPr>
          <p:spPr>
            <a:xfrm>
              <a:off x="4381500" y="3848100"/>
              <a:ext cx="790575" cy="142875"/>
            </a:xfrm>
            <a:prstGeom prst="rect">
              <a:avLst/>
            </a:prstGeom>
            <a:noFill/>
            <a:ln w="0">
              <a:noFill/>
            </a:ln>
          </p:spPr>
          <p:txBody>
            <a:bodyPr wrap="none" lIns="0" tIns="0" rIns="0" bIns="0" anchor="ctr">
              <a:noAutofit/>
            </a:bodyPr>
            <a:lstStyle>
              <a:defPPr algn="ctr">
                <a:defRPr sz="675" b="0">
                  <a:solidFill>
                    <a:srgbClr val="263442"/>
                  </a:solidFill>
                  <a:latin typeface="Arial"/>
                  <a:ea typeface="Arial"/>
                  <a:cs typeface="Arial"/>
                </a:defRPr>
              </a:defPPr>
              <a:lvl1pPr algn="ctr">
                <a:defRPr sz="675" b="0">
                  <a:solidFill>
                    <a:srgbClr val="263442"/>
                  </a:solidFill>
                  <a:latin typeface="Arial"/>
                  <a:ea typeface="Arial"/>
                  <a:cs typeface="Arial"/>
                </a:defRPr>
              </a:lvl1pPr>
              <a:lvl2pPr algn="ctr">
                <a:defRPr sz="675" b="0">
                  <a:solidFill>
                    <a:srgbClr val="263442"/>
                  </a:solidFill>
                  <a:latin typeface="Arial"/>
                  <a:ea typeface="Arial"/>
                  <a:cs typeface="Arial"/>
                </a:defRPr>
              </a:lvl2pPr>
              <a:lvl3pPr algn="ctr">
                <a:defRPr sz="675" b="0">
                  <a:solidFill>
                    <a:srgbClr val="263442"/>
                  </a:solidFill>
                  <a:latin typeface="Arial"/>
                  <a:ea typeface="Arial"/>
                  <a:cs typeface="Arial"/>
                </a:defRPr>
              </a:lvl3pPr>
              <a:lvl4pPr algn="ctr">
                <a:defRPr sz="675" b="0">
                  <a:solidFill>
                    <a:srgbClr val="263442"/>
                  </a:solidFill>
                  <a:latin typeface="Arial"/>
                  <a:ea typeface="Arial"/>
                  <a:cs typeface="Arial"/>
                </a:defRPr>
              </a:lvl4pPr>
              <a:lvl5pPr algn="ctr">
                <a:defRPr sz="675" b="0">
                  <a:solidFill>
                    <a:srgbClr val="263442"/>
                  </a:solidFill>
                  <a:latin typeface="Arial"/>
                  <a:ea typeface="Arial"/>
                  <a:cs typeface="Arial"/>
                </a:defRPr>
              </a:lvl5pPr>
              <a:lvl6pPr algn="ctr">
                <a:defRPr sz="675" b="0">
                  <a:solidFill>
                    <a:srgbClr val="263442"/>
                  </a:solidFill>
                  <a:latin typeface="Arial"/>
                  <a:ea typeface="Arial"/>
                  <a:cs typeface="Arial"/>
                </a:defRPr>
              </a:lvl6pPr>
              <a:lvl7pPr algn="ctr">
                <a:defRPr sz="675" b="0">
                  <a:solidFill>
                    <a:srgbClr val="263442"/>
                  </a:solidFill>
                  <a:latin typeface="Arial"/>
                  <a:ea typeface="Arial"/>
                  <a:cs typeface="Arial"/>
                </a:defRPr>
              </a:lvl7pPr>
              <a:lvl8pPr algn="ctr">
                <a:defRPr sz="675" b="0">
                  <a:solidFill>
                    <a:srgbClr val="263442"/>
                  </a:solidFill>
                  <a:latin typeface="Arial"/>
                  <a:ea typeface="Arial"/>
                  <a:cs typeface="Arial"/>
                </a:defRPr>
              </a:lvl8pPr>
              <a:lvl9pPr algn="ctr">
                <a:defRPr sz="675" b="0">
                  <a:solidFill>
                    <a:srgbClr val="263442"/>
                  </a:solidFill>
                  <a:latin typeface="Arial"/>
                  <a:ea typeface="Arial"/>
                  <a:cs typeface="Arial"/>
                </a:defRPr>
              </a:lvl9pPr>
            </a:lstStyle>
            <a:p>
              <a:pPr algn="ctr">
                <a:defRPr sz="675" b="0">
                  <a:solidFill>
                    <a:srgbClr val="263442"/>
                  </a:solidFill>
                  <a:latin typeface="Arial"/>
                  <a:ea typeface="Arial"/>
                  <a:cs typeface="Arial"/>
                </a:defRPr>
              </a:pPr>
              <a:r>
                <a:rPr sz="675" b="0">
                  <a:solidFill>
                    <a:srgbClr val="263442"/>
                  </a:solidFill>
                  <a:latin typeface="Arial"/>
                  <a:ea typeface="Arial"/>
                  <a:cs typeface="Arial"/>
                </a:rPr>
                <a:t>SMILES</a:t>
              </a:r>
            </a:p>
          </p:txBody>
        </p:sp>
      </p:grpSp>
      <p:grpSp>
        <p:nvGrpSpPr>
          <p:cNvPr id="50742" name="Build SMILES component"/>
          <p:cNvGrpSpPr/>
          <p:nvPr/>
        </p:nvGrpSpPr>
        <p:grpSpPr>
          <a:xfrm>
            <a:off x="5353050" y="3067050"/>
            <a:ext cx="942975" cy="981075"/>
            <a:chOff x="5353050" y="3067050"/>
            <a:chExt cx="942975" cy="981075"/>
          </a:xfrm>
        </p:grpSpPr>
        <p:sp>
          <p:nvSpPr>
            <p:cNvPr id="50709" name="Board-build-SMILES-frame">
              <a:extLst>
                <a:ext uri="{FF2B5EF4-FFF2-40B4-BE49-F238E27FC236}">
                  <a16:creationId xmlns:a16="http://schemas.microsoft.com/office/drawing/2014/main" id="{888D1253-AAC3-4A3B-8A4F-71FEA5BC8103}"/>
                </a:ext>
              </a:extLst>
            </p:cNvPr>
            <p:cNvSpPr>
              <a:spLocks noGrp="1"/>
            </p:cNvSpPr>
            <p:nvPr/>
          </p:nvSpPr>
          <p:spPr>
            <a:xfrm>
              <a:off x="5353050" y="3067050"/>
              <a:ext cx="942975" cy="981075"/>
            </a:xfrm>
            <a:prstGeom prst="roundRect">
              <a:avLst>
                <a:gd name="adj" fmla="val 8081"/>
              </a:avLst>
            </a:prstGeom>
            <a:noFill/>
            <a:ln w="7620">
              <a:solidFill>
                <a:srgbClr val="BAC8D1"/>
              </a:solidFill>
            </a:ln>
          </p:spPr>
        </p:sp>
        <p:sp>
          <p:nvSpPr>
            <p:cNvPr id="50710" name="Board-build-selected">
              <a:extLst>
                <a:ext uri="{FF2B5EF4-FFF2-40B4-BE49-F238E27FC236}">
                  <a16:creationId xmlns:a16="http://schemas.microsoft.com/office/drawing/2014/main" id="{17614961-EB0D-4E1E-9681-12794EC24CFC}"/>
                </a:ext>
              </a:extLst>
            </p:cNvPr>
            <p:cNvSpPr>
              <a:spLocks noGrp="1"/>
            </p:cNvSpPr>
            <p:nvPr/>
          </p:nvSpPr>
          <p:spPr>
            <a:xfrm>
              <a:off x="5410200" y="3505200"/>
              <a:ext cx="819150" cy="142875"/>
            </a:xfrm>
            <a:prstGeom prst="roundRect">
              <a:avLst>
                <a:gd name="adj" fmla="val 50000"/>
              </a:avLst>
            </a:prstGeom>
            <a:solidFill>
              <a:srgbClr val="DCF8EB"/>
            </a:solidFill>
            <a:ln w="7620">
              <a:solidFill>
                <a:srgbClr val="499D86"/>
              </a:solidFill>
            </a:ln>
          </p:spPr>
        </p:sp>
        <p:sp>
          <p:nvSpPr>
            <p:cNvPr id="50711" name="Board-build-SMILES">
              <a:extLst>
                <a:ext uri="{FF2B5EF4-FFF2-40B4-BE49-F238E27FC236}">
                  <a16:creationId xmlns:a16="http://schemas.microsoft.com/office/drawing/2014/main" id="{68BDEA77-DAA8-440D-8148-F2BB2004041D}"/>
                </a:ext>
              </a:extLst>
            </p:cNvPr>
            <p:cNvSpPr>
              <a:spLocks noGrp="1"/>
            </p:cNvSpPr>
            <p:nvPr/>
          </p:nvSpPr>
          <p:spPr>
            <a:xfrm>
              <a:off x="5438775" y="3133725"/>
              <a:ext cx="762000" cy="133350"/>
            </a:xfrm>
            <a:prstGeom prst="rect">
              <a:avLst/>
            </a:prstGeom>
            <a:noFill/>
            <a:ln w="0">
              <a:noFill/>
            </a:ln>
          </p:spPr>
          <p:txBody>
            <a:bodyPr wrap="none" lIns="0" tIns="0" rIns="0" bIns="0" anchor="ctr">
              <a:noAutofit/>
            </a:bodyPr>
            <a:lstStyle>
              <a:defPPr algn="l">
                <a:defRPr sz="750" b="0">
                  <a:solidFill>
                    <a:srgbClr val="263442"/>
                  </a:solidFill>
                  <a:latin typeface="Arial"/>
                  <a:ea typeface="Arial"/>
                  <a:cs typeface="Arial"/>
                </a:defRPr>
              </a:defPPr>
              <a:lvl1pPr algn="l">
                <a:defRPr sz="750" b="0">
                  <a:solidFill>
                    <a:srgbClr val="263442"/>
                  </a:solidFill>
                  <a:latin typeface="Arial"/>
                  <a:ea typeface="Arial"/>
                  <a:cs typeface="Arial"/>
                </a:defRPr>
              </a:lvl1pPr>
              <a:lvl2pPr algn="l">
                <a:defRPr sz="750" b="0">
                  <a:solidFill>
                    <a:srgbClr val="263442"/>
                  </a:solidFill>
                  <a:latin typeface="Arial"/>
                  <a:ea typeface="Arial"/>
                  <a:cs typeface="Arial"/>
                </a:defRPr>
              </a:lvl2pPr>
              <a:lvl3pPr algn="l">
                <a:defRPr sz="750" b="0">
                  <a:solidFill>
                    <a:srgbClr val="263442"/>
                  </a:solidFill>
                  <a:latin typeface="Arial"/>
                  <a:ea typeface="Arial"/>
                  <a:cs typeface="Arial"/>
                </a:defRPr>
              </a:lvl3pPr>
              <a:lvl4pPr algn="l">
                <a:defRPr sz="750" b="0">
                  <a:solidFill>
                    <a:srgbClr val="263442"/>
                  </a:solidFill>
                  <a:latin typeface="Arial"/>
                  <a:ea typeface="Arial"/>
                  <a:cs typeface="Arial"/>
                </a:defRPr>
              </a:lvl4pPr>
              <a:lvl5pPr algn="l">
                <a:defRPr sz="750" b="0">
                  <a:solidFill>
                    <a:srgbClr val="263442"/>
                  </a:solidFill>
                  <a:latin typeface="Arial"/>
                  <a:ea typeface="Arial"/>
                  <a:cs typeface="Arial"/>
                </a:defRPr>
              </a:lvl5pPr>
              <a:lvl6pPr algn="l">
                <a:defRPr sz="750" b="0">
                  <a:solidFill>
                    <a:srgbClr val="263442"/>
                  </a:solidFill>
                  <a:latin typeface="Arial"/>
                  <a:ea typeface="Arial"/>
                  <a:cs typeface="Arial"/>
                </a:defRPr>
              </a:lvl6pPr>
              <a:lvl7pPr algn="l">
                <a:defRPr sz="750" b="0">
                  <a:solidFill>
                    <a:srgbClr val="263442"/>
                  </a:solidFill>
                  <a:latin typeface="Arial"/>
                  <a:ea typeface="Arial"/>
                  <a:cs typeface="Arial"/>
                </a:defRPr>
              </a:lvl7pPr>
              <a:lvl8pPr algn="l">
                <a:defRPr sz="750" b="0">
                  <a:solidFill>
                    <a:srgbClr val="263442"/>
                  </a:solidFill>
                  <a:latin typeface="Arial"/>
                  <a:ea typeface="Arial"/>
                  <a:cs typeface="Arial"/>
                </a:defRPr>
              </a:lvl8pPr>
              <a:lvl9pPr algn="l">
                <a:defRPr sz="750" b="0">
                  <a:solidFill>
                    <a:srgbClr val="263442"/>
                  </a:solidFill>
                  <a:latin typeface="Arial"/>
                  <a:ea typeface="Arial"/>
                  <a:cs typeface="Arial"/>
                </a:defRPr>
              </a:lvl9pPr>
            </a:lstStyle>
            <a:p>
              <a:pPr algn="l">
                <a:defRPr sz="750" b="0">
                  <a:solidFill>
                    <a:srgbClr val="263442"/>
                  </a:solidFill>
                  <a:latin typeface="Arial"/>
                  <a:ea typeface="Arial"/>
                  <a:cs typeface="Arial"/>
                </a:defRPr>
              </a:pPr>
              <a:r>
                <a:rPr sz="750" b="0">
                  <a:solidFill>
                    <a:srgbClr val="263442"/>
                  </a:solidFill>
                  <a:latin typeface="Arial"/>
                  <a:ea typeface="Arial"/>
                  <a:cs typeface="Arial"/>
                </a:rPr>
                <a:t>CCO</a:t>
              </a:r>
            </a:p>
          </p:txBody>
        </p:sp>
        <p:sp>
          <p:nvSpPr>
            <p:cNvPr id="50712" name="Board-build-SMILES">
              <a:extLst>
                <a:ext uri="{FF2B5EF4-FFF2-40B4-BE49-F238E27FC236}">
                  <a16:creationId xmlns:a16="http://schemas.microsoft.com/office/drawing/2014/main" id="{84AA93B5-4819-46FD-B343-D816AC04FA38}"/>
                </a:ext>
              </a:extLst>
            </p:cNvPr>
            <p:cNvSpPr>
              <a:spLocks noGrp="1"/>
            </p:cNvSpPr>
            <p:nvPr/>
          </p:nvSpPr>
          <p:spPr>
            <a:xfrm>
              <a:off x="5438775" y="3295650"/>
              <a:ext cx="762000" cy="133350"/>
            </a:xfrm>
            <a:prstGeom prst="rect">
              <a:avLst/>
            </a:prstGeom>
            <a:noFill/>
            <a:ln w="0">
              <a:noFill/>
            </a:ln>
          </p:spPr>
          <p:txBody>
            <a:bodyPr wrap="none" lIns="0" tIns="0" rIns="0" bIns="0" anchor="ctr">
              <a:noAutofit/>
            </a:bodyPr>
            <a:lstStyle>
              <a:defPPr algn="l">
                <a:defRPr sz="750" b="0">
                  <a:solidFill>
                    <a:srgbClr val="263442"/>
                  </a:solidFill>
                  <a:latin typeface="Arial"/>
                  <a:ea typeface="Arial"/>
                  <a:cs typeface="Arial"/>
                </a:defRPr>
              </a:defPPr>
              <a:lvl1pPr algn="l">
                <a:defRPr sz="750" b="0">
                  <a:solidFill>
                    <a:srgbClr val="263442"/>
                  </a:solidFill>
                  <a:latin typeface="Arial"/>
                  <a:ea typeface="Arial"/>
                  <a:cs typeface="Arial"/>
                </a:defRPr>
              </a:lvl1pPr>
              <a:lvl2pPr algn="l">
                <a:defRPr sz="750" b="0">
                  <a:solidFill>
                    <a:srgbClr val="263442"/>
                  </a:solidFill>
                  <a:latin typeface="Arial"/>
                  <a:ea typeface="Arial"/>
                  <a:cs typeface="Arial"/>
                </a:defRPr>
              </a:lvl2pPr>
              <a:lvl3pPr algn="l">
                <a:defRPr sz="750" b="0">
                  <a:solidFill>
                    <a:srgbClr val="263442"/>
                  </a:solidFill>
                  <a:latin typeface="Arial"/>
                  <a:ea typeface="Arial"/>
                  <a:cs typeface="Arial"/>
                </a:defRPr>
              </a:lvl3pPr>
              <a:lvl4pPr algn="l">
                <a:defRPr sz="750" b="0">
                  <a:solidFill>
                    <a:srgbClr val="263442"/>
                  </a:solidFill>
                  <a:latin typeface="Arial"/>
                  <a:ea typeface="Arial"/>
                  <a:cs typeface="Arial"/>
                </a:defRPr>
              </a:lvl4pPr>
              <a:lvl5pPr algn="l">
                <a:defRPr sz="750" b="0">
                  <a:solidFill>
                    <a:srgbClr val="263442"/>
                  </a:solidFill>
                  <a:latin typeface="Arial"/>
                  <a:ea typeface="Arial"/>
                  <a:cs typeface="Arial"/>
                </a:defRPr>
              </a:lvl5pPr>
              <a:lvl6pPr algn="l">
                <a:defRPr sz="750" b="0">
                  <a:solidFill>
                    <a:srgbClr val="263442"/>
                  </a:solidFill>
                  <a:latin typeface="Arial"/>
                  <a:ea typeface="Arial"/>
                  <a:cs typeface="Arial"/>
                </a:defRPr>
              </a:lvl6pPr>
              <a:lvl7pPr algn="l">
                <a:defRPr sz="750" b="0">
                  <a:solidFill>
                    <a:srgbClr val="263442"/>
                  </a:solidFill>
                  <a:latin typeface="Arial"/>
                  <a:ea typeface="Arial"/>
                  <a:cs typeface="Arial"/>
                </a:defRPr>
              </a:lvl7pPr>
              <a:lvl8pPr algn="l">
                <a:defRPr sz="750" b="0">
                  <a:solidFill>
                    <a:srgbClr val="263442"/>
                  </a:solidFill>
                  <a:latin typeface="Arial"/>
                  <a:ea typeface="Arial"/>
                  <a:cs typeface="Arial"/>
                </a:defRPr>
              </a:lvl8pPr>
              <a:lvl9pPr algn="l">
                <a:defRPr sz="750" b="0">
                  <a:solidFill>
                    <a:srgbClr val="263442"/>
                  </a:solidFill>
                  <a:latin typeface="Arial"/>
                  <a:ea typeface="Arial"/>
                  <a:cs typeface="Arial"/>
                </a:defRPr>
              </a:lvl9pPr>
            </a:lstStyle>
            <a:p>
              <a:pPr algn="l">
                <a:defRPr sz="750" b="0">
                  <a:solidFill>
                    <a:srgbClr val="263442"/>
                  </a:solidFill>
                  <a:latin typeface="Arial"/>
                  <a:ea typeface="Arial"/>
                  <a:cs typeface="Arial"/>
                </a:defRPr>
              </a:pPr>
              <a:r>
                <a:rPr sz="750" b="0">
                  <a:solidFill>
                    <a:srgbClr val="263442"/>
                  </a:solidFill>
                  <a:latin typeface="Arial"/>
                  <a:ea typeface="Arial"/>
                  <a:cs typeface="Arial"/>
                </a:rPr>
                <a:t>CC(=O)O</a:t>
              </a:r>
            </a:p>
          </p:txBody>
        </p:sp>
        <p:sp>
          <p:nvSpPr>
            <p:cNvPr id="50713" name="Board-build-continuation">
              <a:extLst>
                <a:ext uri="{FF2B5EF4-FFF2-40B4-BE49-F238E27FC236}">
                  <a16:creationId xmlns:a16="http://schemas.microsoft.com/office/drawing/2014/main" id="{6DDCAE59-8333-4717-B703-8A4A44B4BFF4}"/>
                </a:ext>
              </a:extLst>
            </p:cNvPr>
            <p:cNvSpPr>
              <a:spLocks noGrp="1"/>
            </p:cNvSpPr>
            <p:nvPr/>
          </p:nvSpPr>
          <p:spPr>
            <a:xfrm>
              <a:off x="5438775" y="3457575"/>
              <a:ext cx="9525" cy="9525"/>
            </a:xfrm>
            <a:prstGeom prst="ellipse">
              <a:avLst/>
            </a:prstGeom>
            <a:solidFill>
              <a:srgbClr val="687780"/>
            </a:solidFill>
            <a:ln w="0">
              <a:noFill/>
            </a:ln>
          </p:spPr>
        </p:sp>
        <p:sp>
          <p:nvSpPr>
            <p:cNvPr id="50714" name="Board-build-continuation">
              <a:extLst>
                <a:ext uri="{FF2B5EF4-FFF2-40B4-BE49-F238E27FC236}">
                  <a16:creationId xmlns:a16="http://schemas.microsoft.com/office/drawing/2014/main" id="{0E3885BC-2702-453A-8A7B-06503D3AEBD2}"/>
                </a:ext>
              </a:extLst>
            </p:cNvPr>
            <p:cNvSpPr>
              <a:spLocks noGrp="1"/>
            </p:cNvSpPr>
            <p:nvPr/>
          </p:nvSpPr>
          <p:spPr>
            <a:xfrm>
              <a:off x="5467350" y="3457575"/>
              <a:ext cx="9525" cy="9525"/>
            </a:xfrm>
            <a:prstGeom prst="ellipse">
              <a:avLst/>
            </a:prstGeom>
            <a:solidFill>
              <a:srgbClr val="687780"/>
            </a:solidFill>
            <a:ln w="0">
              <a:noFill/>
            </a:ln>
          </p:spPr>
        </p:sp>
        <p:sp>
          <p:nvSpPr>
            <p:cNvPr id="50715" name="Board-build-continuation">
              <a:extLst>
                <a:ext uri="{FF2B5EF4-FFF2-40B4-BE49-F238E27FC236}">
                  <a16:creationId xmlns:a16="http://schemas.microsoft.com/office/drawing/2014/main" id="{E2C66521-DC01-4834-A76B-46B50250CAA9}"/>
                </a:ext>
              </a:extLst>
            </p:cNvPr>
            <p:cNvSpPr>
              <a:spLocks noGrp="1"/>
            </p:cNvSpPr>
            <p:nvPr/>
          </p:nvSpPr>
          <p:spPr>
            <a:xfrm>
              <a:off x="5495925" y="3457575"/>
              <a:ext cx="9525" cy="9525"/>
            </a:xfrm>
            <a:prstGeom prst="ellipse">
              <a:avLst/>
            </a:prstGeom>
            <a:solidFill>
              <a:srgbClr val="687780"/>
            </a:solidFill>
            <a:ln w="0">
              <a:noFill/>
            </a:ln>
          </p:spPr>
        </p:sp>
        <p:sp>
          <p:nvSpPr>
            <p:cNvPr id="50716" name="Board-build-SMILES">
              <a:extLst>
                <a:ext uri="{FF2B5EF4-FFF2-40B4-BE49-F238E27FC236}">
                  <a16:creationId xmlns:a16="http://schemas.microsoft.com/office/drawing/2014/main" id="{1F584F8D-3D15-4697-8705-6EC5C533D545}"/>
                </a:ext>
              </a:extLst>
            </p:cNvPr>
            <p:cNvSpPr>
              <a:spLocks noGrp="1"/>
            </p:cNvSpPr>
            <p:nvPr/>
          </p:nvSpPr>
          <p:spPr>
            <a:xfrm>
              <a:off x="5438775" y="3514725"/>
              <a:ext cx="762000" cy="133350"/>
            </a:xfrm>
            <a:prstGeom prst="rect">
              <a:avLst/>
            </a:prstGeom>
            <a:noFill/>
            <a:ln w="0">
              <a:noFill/>
            </a:ln>
          </p:spPr>
          <p:txBody>
            <a:bodyPr wrap="none" lIns="0" tIns="0" rIns="0" bIns="0" anchor="ctr">
              <a:noAutofit/>
            </a:bodyPr>
            <a:lstStyle>
              <a:defPPr algn="l">
                <a:defRPr sz="750" b="0">
                  <a:solidFill>
                    <a:srgbClr val="24634E"/>
                  </a:solidFill>
                  <a:latin typeface="Arial"/>
                  <a:ea typeface="Arial"/>
                  <a:cs typeface="Arial"/>
                </a:defRPr>
              </a:defPPr>
              <a:lvl1pPr algn="l">
                <a:defRPr sz="750" b="0">
                  <a:solidFill>
                    <a:srgbClr val="24634E"/>
                  </a:solidFill>
                  <a:latin typeface="Arial"/>
                  <a:ea typeface="Arial"/>
                  <a:cs typeface="Arial"/>
                </a:defRPr>
              </a:lvl1pPr>
              <a:lvl2pPr algn="l">
                <a:defRPr sz="750" b="0">
                  <a:solidFill>
                    <a:srgbClr val="24634E"/>
                  </a:solidFill>
                  <a:latin typeface="Arial"/>
                  <a:ea typeface="Arial"/>
                  <a:cs typeface="Arial"/>
                </a:defRPr>
              </a:lvl2pPr>
              <a:lvl3pPr algn="l">
                <a:defRPr sz="750" b="0">
                  <a:solidFill>
                    <a:srgbClr val="24634E"/>
                  </a:solidFill>
                  <a:latin typeface="Arial"/>
                  <a:ea typeface="Arial"/>
                  <a:cs typeface="Arial"/>
                </a:defRPr>
              </a:lvl3pPr>
              <a:lvl4pPr algn="l">
                <a:defRPr sz="750" b="0">
                  <a:solidFill>
                    <a:srgbClr val="24634E"/>
                  </a:solidFill>
                  <a:latin typeface="Arial"/>
                  <a:ea typeface="Arial"/>
                  <a:cs typeface="Arial"/>
                </a:defRPr>
              </a:lvl4pPr>
              <a:lvl5pPr algn="l">
                <a:defRPr sz="750" b="0">
                  <a:solidFill>
                    <a:srgbClr val="24634E"/>
                  </a:solidFill>
                  <a:latin typeface="Arial"/>
                  <a:ea typeface="Arial"/>
                  <a:cs typeface="Arial"/>
                </a:defRPr>
              </a:lvl5pPr>
              <a:lvl6pPr algn="l">
                <a:defRPr sz="750" b="0">
                  <a:solidFill>
                    <a:srgbClr val="24634E"/>
                  </a:solidFill>
                  <a:latin typeface="Arial"/>
                  <a:ea typeface="Arial"/>
                  <a:cs typeface="Arial"/>
                </a:defRPr>
              </a:lvl6pPr>
              <a:lvl7pPr algn="l">
                <a:defRPr sz="750" b="0">
                  <a:solidFill>
                    <a:srgbClr val="24634E"/>
                  </a:solidFill>
                  <a:latin typeface="Arial"/>
                  <a:ea typeface="Arial"/>
                  <a:cs typeface="Arial"/>
                </a:defRPr>
              </a:lvl7pPr>
              <a:lvl8pPr algn="l">
                <a:defRPr sz="750" b="0">
                  <a:solidFill>
                    <a:srgbClr val="24634E"/>
                  </a:solidFill>
                  <a:latin typeface="Arial"/>
                  <a:ea typeface="Arial"/>
                  <a:cs typeface="Arial"/>
                </a:defRPr>
              </a:lvl8pPr>
              <a:lvl9pPr algn="l">
                <a:defRPr sz="750" b="0">
                  <a:solidFill>
                    <a:srgbClr val="24634E"/>
                  </a:solidFill>
                  <a:latin typeface="Arial"/>
                  <a:ea typeface="Arial"/>
                  <a:cs typeface="Arial"/>
                </a:defRPr>
              </a:lvl9pPr>
            </a:lstStyle>
            <a:p>
              <a:pPr algn="l">
                <a:defRPr sz="750" b="0">
                  <a:solidFill>
                    <a:srgbClr val="24634E"/>
                  </a:solidFill>
                  <a:latin typeface="Arial"/>
                  <a:ea typeface="Arial"/>
                  <a:cs typeface="Arial"/>
                </a:defRPr>
              </a:pPr>
              <a:r>
                <a:rPr sz="750" b="0">
                  <a:solidFill>
                    <a:srgbClr val="24634E"/>
                  </a:solidFill>
                  <a:latin typeface="Arial"/>
                  <a:ea typeface="Arial"/>
                  <a:cs typeface="Arial"/>
                </a:rPr>
                <a:t>Cc1ccccc1</a:t>
              </a:r>
            </a:p>
          </p:txBody>
        </p:sp>
        <p:sp>
          <p:nvSpPr>
            <p:cNvPr id="50717" name="Board-build-SMILES">
              <a:extLst>
                <a:ext uri="{FF2B5EF4-FFF2-40B4-BE49-F238E27FC236}">
                  <a16:creationId xmlns:a16="http://schemas.microsoft.com/office/drawing/2014/main" id="{E8AAEF13-AFC0-4616-86EE-46915C740252}"/>
                </a:ext>
              </a:extLst>
            </p:cNvPr>
            <p:cNvSpPr>
              <a:spLocks noGrp="1"/>
            </p:cNvSpPr>
            <p:nvPr/>
          </p:nvSpPr>
          <p:spPr>
            <a:xfrm>
              <a:off x="5438775" y="3695700"/>
              <a:ext cx="762000" cy="133350"/>
            </a:xfrm>
            <a:prstGeom prst="rect">
              <a:avLst/>
            </a:prstGeom>
            <a:noFill/>
            <a:ln w="0">
              <a:noFill/>
            </a:ln>
          </p:spPr>
          <p:txBody>
            <a:bodyPr wrap="none" lIns="0" tIns="0" rIns="0" bIns="0" anchor="ctr">
              <a:noAutofit/>
            </a:bodyPr>
            <a:lstStyle>
              <a:defPPr algn="l">
                <a:defRPr sz="750" b="0">
                  <a:solidFill>
                    <a:srgbClr val="263442"/>
                  </a:solidFill>
                  <a:latin typeface="Arial"/>
                  <a:ea typeface="Arial"/>
                  <a:cs typeface="Arial"/>
                </a:defRPr>
              </a:defPPr>
              <a:lvl1pPr algn="l">
                <a:defRPr sz="750" b="0">
                  <a:solidFill>
                    <a:srgbClr val="263442"/>
                  </a:solidFill>
                  <a:latin typeface="Arial"/>
                  <a:ea typeface="Arial"/>
                  <a:cs typeface="Arial"/>
                </a:defRPr>
              </a:lvl1pPr>
              <a:lvl2pPr algn="l">
                <a:defRPr sz="750" b="0">
                  <a:solidFill>
                    <a:srgbClr val="263442"/>
                  </a:solidFill>
                  <a:latin typeface="Arial"/>
                  <a:ea typeface="Arial"/>
                  <a:cs typeface="Arial"/>
                </a:defRPr>
              </a:lvl2pPr>
              <a:lvl3pPr algn="l">
                <a:defRPr sz="750" b="0">
                  <a:solidFill>
                    <a:srgbClr val="263442"/>
                  </a:solidFill>
                  <a:latin typeface="Arial"/>
                  <a:ea typeface="Arial"/>
                  <a:cs typeface="Arial"/>
                </a:defRPr>
              </a:lvl3pPr>
              <a:lvl4pPr algn="l">
                <a:defRPr sz="750" b="0">
                  <a:solidFill>
                    <a:srgbClr val="263442"/>
                  </a:solidFill>
                  <a:latin typeface="Arial"/>
                  <a:ea typeface="Arial"/>
                  <a:cs typeface="Arial"/>
                </a:defRPr>
              </a:lvl4pPr>
              <a:lvl5pPr algn="l">
                <a:defRPr sz="750" b="0">
                  <a:solidFill>
                    <a:srgbClr val="263442"/>
                  </a:solidFill>
                  <a:latin typeface="Arial"/>
                  <a:ea typeface="Arial"/>
                  <a:cs typeface="Arial"/>
                </a:defRPr>
              </a:lvl5pPr>
              <a:lvl6pPr algn="l">
                <a:defRPr sz="750" b="0">
                  <a:solidFill>
                    <a:srgbClr val="263442"/>
                  </a:solidFill>
                  <a:latin typeface="Arial"/>
                  <a:ea typeface="Arial"/>
                  <a:cs typeface="Arial"/>
                </a:defRPr>
              </a:lvl6pPr>
              <a:lvl7pPr algn="l">
                <a:defRPr sz="750" b="0">
                  <a:solidFill>
                    <a:srgbClr val="263442"/>
                  </a:solidFill>
                  <a:latin typeface="Arial"/>
                  <a:ea typeface="Arial"/>
                  <a:cs typeface="Arial"/>
                </a:defRPr>
              </a:lvl7pPr>
              <a:lvl8pPr algn="l">
                <a:defRPr sz="750" b="0">
                  <a:solidFill>
                    <a:srgbClr val="263442"/>
                  </a:solidFill>
                  <a:latin typeface="Arial"/>
                  <a:ea typeface="Arial"/>
                  <a:cs typeface="Arial"/>
                </a:defRPr>
              </a:lvl8pPr>
              <a:lvl9pPr algn="l">
                <a:defRPr sz="750" b="0">
                  <a:solidFill>
                    <a:srgbClr val="263442"/>
                  </a:solidFill>
                  <a:latin typeface="Arial"/>
                  <a:ea typeface="Arial"/>
                  <a:cs typeface="Arial"/>
                </a:defRPr>
              </a:lvl9pPr>
            </a:lstStyle>
            <a:p>
              <a:pPr algn="l">
                <a:defRPr sz="750" b="0">
                  <a:solidFill>
                    <a:srgbClr val="263442"/>
                  </a:solidFill>
                  <a:latin typeface="Arial"/>
                  <a:ea typeface="Arial"/>
                  <a:cs typeface="Arial"/>
                </a:defRPr>
              </a:pPr>
              <a:r>
                <a:rPr sz="750" b="0">
                  <a:solidFill>
                    <a:srgbClr val="263442"/>
                  </a:solidFill>
                  <a:latin typeface="Arial"/>
                  <a:ea typeface="Arial"/>
                  <a:cs typeface="Arial"/>
                </a:rPr>
                <a:t>CC(N)=O</a:t>
              </a:r>
            </a:p>
          </p:txBody>
        </p:sp>
      </p:grpSp>
    </p:spTree>
    <p:extLst>
      <p:ext uri="{BB962C8B-B14F-4D97-AF65-F5344CB8AC3E}">
        <p14:creationId xmlns:p14="http://schemas.microsoft.com/office/powerpoint/2010/main" val="3763289320"/>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name="method / text">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4" name="Panel | Build background">
            <a:extLst>
              <a:ext uri="{FF2B5EF4-FFF2-40B4-BE49-F238E27FC236}">
                <a16:creationId xmlns:a16="http://schemas.microsoft.com/office/drawing/2014/main" id="{ED204BA4-647E-6284-03F8-632FC35FBD82}"/>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58284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1" name="TextBox 8">
            <a:extLst>
              <a:ext uri="{FF2B5EF4-FFF2-40B4-BE49-F238E27FC236}">
                <a16:creationId xmlns:a16="http://schemas.microsoft.com/office/drawing/2014/main" id="{C99C17F0-6544-6BC0-1417-555389742DB7}"/>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7A43A7E7-A060-03F0-5B05-9A1425584A8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70715"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90790"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70714"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64564"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62711" y="284774"/>
            <a:ext cx="2183263" cy="743575"/>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62711"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62566"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12882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77479"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426130"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62711" y="1170736"/>
            <a:ext cx="2183263" cy="585368"/>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53680"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84443"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32283"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54586"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78141"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62711"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809120"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29930"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215551"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77751"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06672"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69841"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152374"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99858"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709890"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159452"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83161"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701262"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718368"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81144"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824075"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659904"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77123"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252881"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156411"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204438"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252465"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300493"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348521"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96548"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444575"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69841"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65954"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735251"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156994"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97664" y="3430400"/>
            <a:ext cx="126566" cy="84510"/>
          </a:xfrm>
          <a:prstGeom prst="rect">
            <a:avLst/>
          </a:prstGeom>
          <a:noFill/>
        </p:spPr>
        <p:txBody>
          <a:bodyPr wrap="square" lIns="0" tIns="0" rIns="0" bIns="0" anchor="ctr">
            <a:spAutoFit/>
          </a:bodyPr>
          <a:lstStyle/>
          <a:p>
            <a:pPr algn="ctr">
              <a:lnSpc>
                <a:spcPct val="105000"/>
              </a:lnSpc>
            </a:pPr>
            <a:r>
              <a:rPr sz="562">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160262"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141171"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89198"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237225"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85253"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333281"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81308"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429335"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2026801" y="3947306"/>
            <a:ext cx="70532"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756855"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758300"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89562"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26355"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05025" y="2309830"/>
            <a:ext cx="838500" cy="512745"/>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260398"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260398"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36667"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268308"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260398"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41172"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17417"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791488"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777865"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2991445"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51299"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13848"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481889"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23136"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564383"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05630"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46877"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688124"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29371"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07860"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14124"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28298"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095413"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083077"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178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26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274244"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22366"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370487"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18609"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083077"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178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26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274244"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22366"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370487"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18609"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083077"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178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26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274244"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22366"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370487"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18609"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36209"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3980242"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34426"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458158"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06185"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54212"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02239"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50267"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698294"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46321"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27018"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34406"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29878"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884649"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44023"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382527"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083077"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17800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28083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38367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48650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178001"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28083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383671"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48650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17800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28083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38367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48650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178002"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67869"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572708" y="1054036"/>
            <a:ext cx="150375" cy="102721"/>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82818" y="910071"/>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a:off x="4389356" y="1063791"/>
            <a:ext cx="152150" cy="82991"/>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45824"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600039"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202945"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sp>
        <p:nvSpPr>
          <p:cNvPr id="768" name="Build four inputs">
            <a:extLst>
              <a:ext uri="{FF2B5EF4-FFF2-40B4-BE49-F238E27FC236}">
                <a16:creationId xmlns:a16="http://schemas.microsoft.com/office/drawing/2014/main" id="{2C9F1979-7AE8-613B-79C6-EE0F3BBB1431}"/>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73F4F6C8-22C1-E29B-D64D-362A1F82C0D7}"/>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216E0115-FC9F-C0B3-73C6-B6C82BB2F0A8}"/>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198C300B-4031-D0E7-49A9-F255C1B29665}"/>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B948AB68-3B7B-785F-B6BB-80D92D824C67}"/>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56FEBA1E-DDE0-4487-53DB-DA17479C3D9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E5A68BBB-3BB4-4F45-D8ED-99022E728E69}"/>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sp>
        <p:nvSpPr>
          <p:cNvPr id="776" name="Docking tools title">
            <a:extLst>
              <a:ext uri="{FF2B5EF4-FFF2-40B4-BE49-F238E27FC236}">
                <a16:creationId xmlns:a16="http://schemas.microsoft.com/office/drawing/2014/main" id="{27E4029E-E39E-E596-2ECC-8620239CB25F}"/>
              </a:ext>
            </a:extLst>
          </p:cNvPr>
          <p:cNvSpPr>
            <a:spLocks noGrp="1"/>
          </p:cNvSpPr>
          <p:nvPr/>
        </p:nvSpPr>
        <p:spPr>
          <a:xfrm>
            <a:off x="5047760" y="1867770"/>
            <a:ext cx="1101630" cy="117453"/>
          </a:xfrm>
          <a:prstGeom prst="rect">
            <a:avLst/>
          </a:prstGeom>
          <a:noFill/>
          <a:ln w="6885">
            <a:noFill/>
            <a:prstDash val="solid"/>
          </a:ln>
        </p:spPr>
        <p:txBody>
          <a:bodyPr lIns="0" tIns="0" rIns="0" bIns="0" anchor="ctr"/>
          <a:lstStyle>
            <a:defPPr algn="ctr">
              <a:defRPr sz="702" b="1">
                <a:solidFill>
                  <a:srgbClr val="263442"/>
                </a:solidFill>
                <a:latin typeface="Arial"/>
                <a:ea typeface="Arial"/>
                <a:cs typeface="Arial"/>
              </a:defRPr>
            </a:defPPr>
            <a:lvl1pPr algn="ctr">
              <a:defRPr sz="702" b="1">
                <a:solidFill>
                  <a:srgbClr val="263442"/>
                </a:solidFill>
                <a:latin typeface="Arial"/>
                <a:ea typeface="Arial"/>
                <a:cs typeface="Arial"/>
              </a:defRPr>
            </a:lvl1pPr>
            <a:lvl2pPr algn="ctr">
              <a:defRPr sz="702" b="1">
                <a:solidFill>
                  <a:srgbClr val="263442"/>
                </a:solidFill>
                <a:latin typeface="Arial"/>
                <a:ea typeface="Arial"/>
                <a:cs typeface="Arial"/>
              </a:defRPr>
            </a:lvl2pPr>
            <a:lvl3pPr algn="ctr">
              <a:defRPr sz="702" b="1">
                <a:solidFill>
                  <a:srgbClr val="263442"/>
                </a:solidFill>
                <a:latin typeface="Arial"/>
                <a:ea typeface="Arial"/>
                <a:cs typeface="Arial"/>
              </a:defRPr>
            </a:lvl3pPr>
            <a:lvl4pPr algn="ctr">
              <a:defRPr sz="702" b="1">
                <a:solidFill>
                  <a:srgbClr val="263442"/>
                </a:solidFill>
                <a:latin typeface="Arial"/>
                <a:ea typeface="Arial"/>
                <a:cs typeface="Arial"/>
              </a:defRPr>
            </a:lvl4pPr>
            <a:lvl5pPr algn="ctr">
              <a:defRPr sz="702" b="1">
                <a:solidFill>
                  <a:srgbClr val="263442"/>
                </a:solidFill>
                <a:latin typeface="Arial"/>
                <a:ea typeface="Arial"/>
                <a:cs typeface="Arial"/>
              </a:defRPr>
            </a:lvl5pPr>
            <a:lvl6pPr algn="ctr">
              <a:defRPr sz="702" b="1">
                <a:solidFill>
                  <a:srgbClr val="263442"/>
                </a:solidFill>
                <a:latin typeface="Arial"/>
                <a:ea typeface="Arial"/>
                <a:cs typeface="Arial"/>
              </a:defRPr>
            </a:lvl6pPr>
            <a:lvl7pPr algn="ctr">
              <a:defRPr sz="702" b="1">
                <a:solidFill>
                  <a:srgbClr val="263442"/>
                </a:solidFill>
                <a:latin typeface="Arial"/>
                <a:ea typeface="Arial"/>
                <a:cs typeface="Arial"/>
              </a:defRPr>
            </a:lvl7pPr>
            <a:lvl8pPr algn="ctr">
              <a:defRPr sz="702" b="1">
                <a:solidFill>
                  <a:srgbClr val="263442"/>
                </a:solidFill>
                <a:latin typeface="Arial"/>
                <a:ea typeface="Arial"/>
                <a:cs typeface="Arial"/>
              </a:defRPr>
            </a:lvl8pPr>
            <a:lvl9pPr algn="ctr">
              <a:defRPr sz="702" b="1">
                <a:solidFill>
                  <a:srgbClr val="263442"/>
                </a:solidFill>
                <a:latin typeface="Arial"/>
                <a:ea typeface="Arial"/>
                <a:cs typeface="Arial"/>
              </a:defRPr>
            </a:lvl9pPr>
          </a:lstStyle>
          <a:p>
            <a:pPr algn="ctr">
              <a:defRPr sz="702" b="1">
                <a:solidFill>
                  <a:srgbClr val="263442"/>
                </a:solidFill>
                <a:latin typeface="Arial"/>
                <a:ea typeface="Arial"/>
                <a:cs typeface="Arial"/>
              </a:defRPr>
            </a:pPr>
            <a:r>
              <a:rPr lang="en-US" sz="702" b="0" dirty="0">
                <a:solidFill>
                  <a:srgbClr val="263442"/>
                </a:solidFill>
                <a:latin typeface="Arial"/>
                <a:ea typeface="Arial"/>
                <a:cs typeface="Arial"/>
              </a:rPr>
              <a:t>Downstream </a:t>
            </a:r>
            <a:r>
              <a:rPr lang="en-US" b="0" dirty="0"/>
              <a:t>d</a:t>
            </a:r>
            <a:r>
              <a:rPr sz="702" b="0" dirty="0">
                <a:solidFill>
                  <a:srgbClr val="263442"/>
                </a:solidFill>
                <a:latin typeface="Arial"/>
                <a:ea typeface="Arial"/>
                <a:cs typeface="Arial"/>
              </a:rPr>
              <a:t>ocking tools</a:t>
            </a:r>
          </a:p>
        </p:txBody>
      </p:sp>
      <p:sp>
        <p:nvSpPr>
          <p:cNvPr id="777" name="Build pose output">
            <a:extLst>
              <a:ext uri="{FF2B5EF4-FFF2-40B4-BE49-F238E27FC236}">
                <a16:creationId xmlns:a16="http://schemas.microsoft.com/office/drawing/2014/main" id="{0B218F6B-7A76-F3B6-A0A5-E42AE4C10B80}"/>
              </a:ext>
            </a:extLst>
          </p:cNvPr>
          <p:cNvSpPr>
            <a:spLocks noGrp="1"/>
          </p:cNvSpPr>
          <p:nvPr/>
        </p:nvSpPr>
        <p:spPr>
          <a:xfrm>
            <a:off x="4992811" y="3400604"/>
            <a:ext cx="1106489" cy="941449"/>
          </a:xfrm>
          <a:prstGeom prst="roundRect">
            <a:avLst>
              <a:gd name="adj" fmla="val 5395"/>
            </a:avLst>
          </a:prstGeom>
          <a:solidFill>
            <a:srgbClr val="FFFFFF"/>
          </a:solidFill>
          <a:ln w="7290">
            <a:solidFill>
              <a:srgbClr val="DFD6C3"/>
            </a:solidFill>
            <a:prstDash val="solid"/>
          </a:ln>
        </p:spPr>
      </p:sp>
      <p:sp>
        <p:nvSpPr>
          <p:cNvPr id="778" name="All atom pose label">
            <a:extLst>
              <a:ext uri="{FF2B5EF4-FFF2-40B4-BE49-F238E27FC236}">
                <a16:creationId xmlns:a16="http://schemas.microsoft.com/office/drawing/2014/main" id="{8FE77D82-0F62-5049-84A0-FD0D56FCE044}"/>
              </a:ext>
            </a:extLst>
          </p:cNvPr>
          <p:cNvSpPr>
            <a:spLocks noGrp="1"/>
          </p:cNvSpPr>
          <p:nvPr/>
        </p:nvSpPr>
        <p:spPr>
          <a:xfrm>
            <a:off x="4979784" y="4176444"/>
            <a:ext cx="1231233" cy="1174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All-atom ligand pose</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59E3DA4F-BD1F-6AD8-81F5-856ECED60067}"/>
              </a:ext>
            </a:extLst>
          </p:cNvPr>
          <p:cNvPicPr/>
          <p:nvPr/>
        </p:nvPicPr>
        <p:blipFill>
          <a:blip r:embed="rId4"/>
          <a:stretch>
            <a:fillRect/>
          </a:stretch>
        </p:blipFill>
        <p:spPr>
          <a:xfrm>
            <a:off x="5657542" y="1104265"/>
            <a:ext cx="361766" cy="345440"/>
          </a:xfrm>
          <a:prstGeom prst="rect">
            <a:avLst/>
          </a:prstGeom>
        </p:spPr>
      </p:pic>
      <p:sp>
        <p:nvSpPr>
          <p:cNvPr id="1187" name="Build | Engines frame">
            <a:extLst>
              <a:ext uri="{FF2B5EF4-FFF2-40B4-BE49-F238E27FC236}">
                <a16:creationId xmlns:a16="http://schemas.microsoft.com/office/drawing/2014/main" id="{79AD4C70-DD41-BB84-7331-69D7E3080E11}"/>
              </a:ext>
            </a:extLst>
          </p:cNvPr>
          <p:cNvSpPr/>
          <p:nvPr/>
        </p:nvSpPr>
        <p:spPr>
          <a:xfrm>
            <a:off x="4938821" y="2032000"/>
            <a:ext cx="1202377" cy="1172634"/>
          </a:xfrm>
          <a:prstGeom prst="roundRect">
            <a:avLst>
              <a:gd name="adj" fmla="val 5000"/>
            </a:avLst>
          </a:prstGeom>
          <a:solidFill>
            <a:srgbClr val="FFFFFF">
              <a:alpha val="50000"/>
            </a:srgbClr>
          </a:solidFill>
          <a:ln w="7290">
            <a:solidFill>
              <a:srgbClr val="D5CC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88" name="Build | Default PocketXMol card">
            <a:extLst>
              <a:ext uri="{FF2B5EF4-FFF2-40B4-BE49-F238E27FC236}">
                <a16:creationId xmlns:a16="http://schemas.microsoft.com/office/drawing/2014/main" id="{65696164-FF6C-2E64-A27D-E0452D5A76E9}"/>
              </a:ext>
            </a:extLst>
          </p:cNvPr>
          <p:cNvSpPr/>
          <p:nvPr/>
        </p:nvSpPr>
        <p:spPr>
          <a:xfrm>
            <a:off x="4992811" y="2089570"/>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189" name="Build | Density cube icon">
            <a:extLst>
              <a:ext uri="{FF2B5EF4-FFF2-40B4-BE49-F238E27FC236}">
                <a16:creationId xmlns:a16="http://schemas.microsoft.com/office/drawing/2014/main" id="{68B5FCE4-2F36-CAD0-B100-A4A97D0F3451}"/>
              </a:ext>
            </a:extLst>
          </p:cNvPr>
          <p:cNvGrpSpPr/>
          <p:nvPr/>
        </p:nvGrpSpPr>
        <p:grpSpPr>
          <a:xfrm>
            <a:off x="5024943" y="2171534"/>
            <a:ext cx="213580" cy="227238"/>
            <a:chOff x="2187720" y="5635440"/>
            <a:chExt cx="154440" cy="131400"/>
          </a:xfrm>
        </p:grpSpPr>
        <p:sp>
          <p:nvSpPr>
            <p:cNvPr id="1190" name="asset_3169_0">
              <a:extLst>
                <a:ext uri="{FF2B5EF4-FFF2-40B4-BE49-F238E27FC236}">
                  <a16:creationId xmlns:a16="http://schemas.microsoft.com/office/drawing/2014/main" id="{5FFB8783-18B8-9E3F-DF3D-D39890A83D04}"/>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191" name="asset_3169_1">
              <a:extLst>
                <a:ext uri="{FF2B5EF4-FFF2-40B4-BE49-F238E27FC236}">
                  <a16:creationId xmlns:a16="http://schemas.microsoft.com/office/drawing/2014/main" id="{1EA12B72-72E8-2312-8F32-52AE6B165E9D}"/>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192" name="asset_3169_2">
              <a:extLst>
                <a:ext uri="{FF2B5EF4-FFF2-40B4-BE49-F238E27FC236}">
                  <a16:creationId xmlns:a16="http://schemas.microsoft.com/office/drawing/2014/main" id="{EDE3B5A8-D8FA-9133-41C2-DB6E1E75A6F9}"/>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193" name="asset_3169_3">
              <a:extLst>
                <a:ext uri="{FF2B5EF4-FFF2-40B4-BE49-F238E27FC236}">
                  <a16:creationId xmlns:a16="http://schemas.microsoft.com/office/drawing/2014/main" id="{120BF363-735F-F584-10A8-02A0DD55EE7B}"/>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194" name="asset_3169_4">
              <a:extLst>
                <a:ext uri="{FF2B5EF4-FFF2-40B4-BE49-F238E27FC236}">
                  <a16:creationId xmlns:a16="http://schemas.microsoft.com/office/drawing/2014/main" id="{E2829B7F-C588-BE5B-8D54-FBE1EBF2B8E5}"/>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1195" name="asset_3169_5">
              <a:extLst>
                <a:ext uri="{FF2B5EF4-FFF2-40B4-BE49-F238E27FC236}">
                  <a16:creationId xmlns:a16="http://schemas.microsoft.com/office/drawing/2014/main" id="{3DBA365A-AC44-C9B3-7E08-985ECB6E5232}"/>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1196" name="asset_3169_6">
              <a:extLst>
                <a:ext uri="{FF2B5EF4-FFF2-40B4-BE49-F238E27FC236}">
                  <a16:creationId xmlns:a16="http://schemas.microsoft.com/office/drawing/2014/main" id="{9F12D1AD-2ED4-77AF-F2EC-E76A62AE9C53}"/>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1197" name="asset_3169_7">
              <a:extLst>
                <a:ext uri="{FF2B5EF4-FFF2-40B4-BE49-F238E27FC236}">
                  <a16:creationId xmlns:a16="http://schemas.microsoft.com/office/drawing/2014/main" id="{530FF9D0-E22B-4C58-F523-2AC53D327A6E}"/>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1198" name="asset_3169_8">
              <a:extLst>
                <a:ext uri="{FF2B5EF4-FFF2-40B4-BE49-F238E27FC236}">
                  <a16:creationId xmlns:a16="http://schemas.microsoft.com/office/drawing/2014/main" id="{1E307AA0-A6C4-946A-18FD-30858587578A}"/>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1199" name="asset_3169_9">
              <a:extLst>
                <a:ext uri="{FF2B5EF4-FFF2-40B4-BE49-F238E27FC236}">
                  <a16:creationId xmlns:a16="http://schemas.microsoft.com/office/drawing/2014/main" id="{2C70D4C3-CC8E-18A5-188C-FB73FB31079A}"/>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0" name="asset_3169_10">
              <a:extLst>
                <a:ext uri="{FF2B5EF4-FFF2-40B4-BE49-F238E27FC236}">
                  <a16:creationId xmlns:a16="http://schemas.microsoft.com/office/drawing/2014/main" id="{9530488D-317A-3063-82AF-05EB1F0CA8B9}"/>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1" name="asset_3169_11">
              <a:extLst>
                <a:ext uri="{FF2B5EF4-FFF2-40B4-BE49-F238E27FC236}">
                  <a16:creationId xmlns:a16="http://schemas.microsoft.com/office/drawing/2014/main" id="{48323ECB-3BE3-307E-E823-C51C380A8650}"/>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2" name="asset_3169_12">
              <a:extLst>
                <a:ext uri="{FF2B5EF4-FFF2-40B4-BE49-F238E27FC236}">
                  <a16:creationId xmlns:a16="http://schemas.microsoft.com/office/drawing/2014/main" id="{C0C8C16B-9DED-677C-6432-EE50B45E7418}"/>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3" name="asset_3169_13">
              <a:extLst>
                <a:ext uri="{FF2B5EF4-FFF2-40B4-BE49-F238E27FC236}">
                  <a16:creationId xmlns:a16="http://schemas.microsoft.com/office/drawing/2014/main" id="{060B66F2-4388-65F4-6206-749CACAB0290}"/>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4" name="asset_3169_14">
              <a:extLst>
                <a:ext uri="{FF2B5EF4-FFF2-40B4-BE49-F238E27FC236}">
                  <a16:creationId xmlns:a16="http://schemas.microsoft.com/office/drawing/2014/main" id="{13E2CBA3-7C02-4027-03E6-A698CD2EB714}"/>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5" name="asset_3169_15">
              <a:extLst>
                <a:ext uri="{FF2B5EF4-FFF2-40B4-BE49-F238E27FC236}">
                  <a16:creationId xmlns:a16="http://schemas.microsoft.com/office/drawing/2014/main" id="{D52AE182-CED9-F191-684F-C02E656634F9}"/>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6" name="asset_3169_16">
              <a:extLst>
                <a:ext uri="{FF2B5EF4-FFF2-40B4-BE49-F238E27FC236}">
                  <a16:creationId xmlns:a16="http://schemas.microsoft.com/office/drawing/2014/main" id="{89F2F434-5A13-55C5-50E0-3A863DFD674D}"/>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7" name="asset_3169_17">
              <a:extLst>
                <a:ext uri="{FF2B5EF4-FFF2-40B4-BE49-F238E27FC236}">
                  <a16:creationId xmlns:a16="http://schemas.microsoft.com/office/drawing/2014/main" id="{6F30CB2F-3FFE-E2E6-12A8-0C6F6E9862D8}"/>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8" name="asset_3169_18">
              <a:extLst>
                <a:ext uri="{FF2B5EF4-FFF2-40B4-BE49-F238E27FC236}">
                  <a16:creationId xmlns:a16="http://schemas.microsoft.com/office/drawing/2014/main" id="{688E0702-ABAA-1F53-2FEE-C044E75816FE}"/>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9" name="asset_3169_19">
              <a:extLst>
                <a:ext uri="{FF2B5EF4-FFF2-40B4-BE49-F238E27FC236}">
                  <a16:creationId xmlns:a16="http://schemas.microsoft.com/office/drawing/2014/main" id="{872FD139-9635-FDD4-0722-4E5EEB72AC26}"/>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0" name="asset_3169_20">
              <a:extLst>
                <a:ext uri="{FF2B5EF4-FFF2-40B4-BE49-F238E27FC236}">
                  <a16:creationId xmlns:a16="http://schemas.microsoft.com/office/drawing/2014/main" id="{2F589805-2015-0C9E-B861-49E63A36CA16}"/>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1" name="asset_3169_21">
              <a:extLst>
                <a:ext uri="{FF2B5EF4-FFF2-40B4-BE49-F238E27FC236}">
                  <a16:creationId xmlns:a16="http://schemas.microsoft.com/office/drawing/2014/main" id="{0ACA986A-AF7E-C441-DA61-138FBBAA71F8}"/>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2" name="asset_3169_22">
              <a:extLst>
                <a:ext uri="{FF2B5EF4-FFF2-40B4-BE49-F238E27FC236}">
                  <a16:creationId xmlns:a16="http://schemas.microsoft.com/office/drawing/2014/main" id="{2D9591FC-2B85-F680-E4CA-E6BD7F3D89C9}"/>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3" name="asset_3169_23">
              <a:extLst>
                <a:ext uri="{FF2B5EF4-FFF2-40B4-BE49-F238E27FC236}">
                  <a16:creationId xmlns:a16="http://schemas.microsoft.com/office/drawing/2014/main" id="{891DB7BF-9124-5E80-DEA3-AF849690228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4" name="asset_3169_24">
              <a:extLst>
                <a:ext uri="{FF2B5EF4-FFF2-40B4-BE49-F238E27FC236}">
                  <a16:creationId xmlns:a16="http://schemas.microsoft.com/office/drawing/2014/main" id="{DE52E28A-6354-BE95-3C9A-A2C66025A871}"/>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5" name="asset_3169_25">
              <a:extLst>
                <a:ext uri="{FF2B5EF4-FFF2-40B4-BE49-F238E27FC236}">
                  <a16:creationId xmlns:a16="http://schemas.microsoft.com/office/drawing/2014/main" id="{7988D7F5-9FD3-DE02-AC43-2C9102A603D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6" name="asset_3169_26">
              <a:extLst>
                <a:ext uri="{FF2B5EF4-FFF2-40B4-BE49-F238E27FC236}">
                  <a16:creationId xmlns:a16="http://schemas.microsoft.com/office/drawing/2014/main" id="{C7CB8EF7-313A-8E8C-6DD1-7BDC7D92CCB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7" name="asset_3169_27">
              <a:extLst>
                <a:ext uri="{FF2B5EF4-FFF2-40B4-BE49-F238E27FC236}">
                  <a16:creationId xmlns:a16="http://schemas.microsoft.com/office/drawing/2014/main" id="{73BCC20B-1FDA-F412-4DD8-A25B3302BB21}"/>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8" name="asset_3169_28">
              <a:extLst>
                <a:ext uri="{FF2B5EF4-FFF2-40B4-BE49-F238E27FC236}">
                  <a16:creationId xmlns:a16="http://schemas.microsoft.com/office/drawing/2014/main" id="{AF33B019-3B06-5B18-D90B-E00C3F3EDB2C}"/>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9" name="asset_3169_29">
              <a:extLst>
                <a:ext uri="{FF2B5EF4-FFF2-40B4-BE49-F238E27FC236}">
                  <a16:creationId xmlns:a16="http://schemas.microsoft.com/office/drawing/2014/main" id="{0FB4133A-9D97-E251-1B43-C62FA8130666}"/>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0" name="asset_3169_30">
              <a:extLst>
                <a:ext uri="{FF2B5EF4-FFF2-40B4-BE49-F238E27FC236}">
                  <a16:creationId xmlns:a16="http://schemas.microsoft.com/office/drawing/2014/main" id="{69D50226-8CEE-09CA-92F4-EA747B547FF4}"/>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1" name="asset_3169_31">
              <a:extLst>
                <a:ext uri="{FF2B5EF4-FFF2-40B4-BE49-F238E27FC236}">
                  <a16:creationId xmlns:a16="http://schemas.microsoft.com/office/drawing/2014/main" id="{8D9ECD96-25F9-4FC6-1C5E-5B500507A23C}"/>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2" name="asset_3169_32">
              <a:extLst>
                <a:ext uri="{FF2B5EF4-FFF2-40B4-BE49-F238E27FC236}">
                  <a16:creationId xmlns:a16="http://schemas.microsoft.com/office/drawing/2014/main" id="{791FDFAC-6025-C51A-7F75-7437ACC6E354}"/>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3" name="asset_3169_33">
              <a:extLst>
                <a:ext uri="{FF2B5EF4-FFF2-40B4-BE49-F238E27FC236}">
                  <a16:creationId xmlns:a16="http://schemas.microsoft.com/office/drawing/2014/main" id="{DA973672-CCD0-6C59-1B34-7C6CC5E48F20}"/>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4" name="asset_3169_34">
              <a:extLst>
                <a:ext uri="{FF2B5EF4-FFF2-40B4-BE49-F238E27FC236}">
                  <a16:creationId xmlns:a16="http://schemas.microsoft.com/office/drawing/2014/main" id="{43DD86C8-6E09-99CE-6266-42DC4FA64456}"/>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5" name="asset_3169_35">
              <a:extLst>
                <a:ext uri="{FF2B5EF4-FFF2-40B4-BE49-F238E27FC236}">
                  <a16:creationId xmlns:a16="http://schemas.microsoft.com/office/drawing/2014/main" id="{D769467D-EEAF-B1AF-7AC6-68CC2D0F1288}"/>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6" name="asset_3169_36">
              <a:extLst>
                <a:ext uri="{FF2B5EF4-FFF2-40B4-BE49-F238E27FC236}">
                  <a16:creationId xmlns:a16="http://schemas.microsoft.com/office/drawing/2014/main" id="{445AF884-4EC3-E477-DB0C-E7BACF22251A}"/>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7" name="asset_3169_37">
              <a:extLst>
                <a:ext uri="{FF2B5EF4-FFF2-40B4-BE49-F238E27FC236}">
                  <a16:creationId xmlns:a16="http://schemas.microsoft.com/office/drawing/2014/main" id="{8548860C-336A-E8E6-C08F-A2EC53A5F6C5}"/>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8" name="asset_3169_38">
              <a:extLst>
                <a:ext uri="{FF2B5EF4-FFF2-40B4-BE49-F238E27FC236}">
                  <a16:creationId xmlns:a16="http://schemas.microsoft.com/office/drawing/2014/main" id="{648DC38E-0310-9E0E-37D3-5E74B6EF35F1}"/>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9" name="asset_3169_39">
              <a:extLst>
                <a:ext uri="{FF2B5EF4-FFF2-40B4-BE49-F238E27FC236}">
                  <a16:creationId xmlns:a16="http://schemas.microsoft.com/office/drawing/2014/main" id="{ACB0B137-A9B7-8555-0594-4839D4EE1AF5}"/>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0" name="asset_3169_40">
              <a:extLst>
                <a:ext uri="{FF2B5EF4-FFF2-40B4-BE49-F238E27FC236}">
                  <a16:creationId xmlns:a16="http://schemas.microsoft.com/office/drawing/2014/main" id="{CB82A286-4EA7-C723-174F-A005964CF56B}"/>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1" name="asset_3169_41">
              <a:extLst>
                <a:ext uri="{FF2B5EF4-FFF2-40B4-BE49-F238E27FC236}">
                  <a16:creationId xmlns:a16="http://schemas.microsoft.com/office/drawing/2014/main" id="{1E67FB97-244C-14BD-73A9-CA2F9B1E24BA}"/>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2" name="asset_3169_42">
              <a:extLst>
                <a:ext uri="{FF2B5EF4-FFF2-40B4-BE49-F238E27FC236}">
                  <a16:creationId xmlns:a16="http://schemas.microsoft.com/office/drawing/2014/main" id="{417A6C45-6CB7-5380-B441-87E54399F7F7}"/>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3" name="asset_3169_43">
              <a:extLst>
                <a:ext uri="{FF2B5EF4-FFF2-40B4-BE49-F238E27FC236}">
                  <a16:creationId xmlns:a16="http://schemas.microsoft.com/office/drawing/2014/main" id="{5A16B6AC-2250-FE07-B0D3-1B193E4DFACB}"/>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4" name="asset_3169_44">
              <a:extLst>
                <a:ext uri="{FF2B5EF4-FFF2-40B4-BE49-F238E27FC236}">
                  <a16:creationId xmlns:a16="http://schemas.microsoft.com/office/drawing/2014/main" id="{081C5E26-7488-869A-618E-1092033F59C2}"/>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5" name="asset_3169_45">
              <a:extLst>
                <a:ext uri="{FF2B5EF4-FFF2-40B4-BE49-F238E27FC236}">
                  <a16:creationId xmlns:a16="http://schemas.microsoft.com/office/drawing/2014/main" id="{41A170EA-8B41-0DF1-E7EA-2AB990478A77}"/>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6" name="asset_3169_46">
              <a:extLst>
                <a:ext uri="{FF2B5EF4-FFF2-40B4-BE49-F238E27FC236}">
                  <a16:creationId xmlns:a16="http://schemas.microsoft.com/office/drawing/2014/main" id="{32D1B9BF-5325-26AF-BAA9-BBD6B30B328F}"/>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7" name="asset_3169_47">
              <a:extLst>
                <a:ext uri="{FF2B5EF4-FFF2-40B4-BE49-F238E27FC236}">
                  <a16:creationId xmlns:a16="http://schemas.microsoft.com/office/drawing/2014/main" id="{19954402-7CDC-A852-CA61-629A3E0C394F}"/>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8" name="asset_3169_48">
              <a:extLst>
                <a:ext uri="{FF2B5EF4-FFF2-40B4-BE49-F238E27FC236}">
                  <a16:creationId xmlns:a16="http://schemas.microsoft.com/office/drawing/2014/main" id="{41D1840A-7225-0A6F-EB5F-EF20E870D9CF}"/>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9" name="asset_3169_49">
              <a:extLst>
                <a:ext uri="{FF2B5EF4-FFF2-40B4-BE49-F238E27FC236}">
                  <a16:creationId xmlns:a16="http://schemas.microsoft.com/office/drawing/2014/main" id="{FB9EBEA7-2F90-78C6-B9FF-085239FF7530}"/>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0" name="asset_3169_50">
              <a:extLst>
                <a:ext uri="{FF2B5EF4-FFF2-40B4-BE49-F238E27FC236}">
                  <a16:creationId xmlns:a16="http://schemas.microsoft.com/office/drawing/2014/main" id="{7ED9E287-6110-2BD8-91C3-3424DDB48479}"/>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1" name="asset_3169_51">
              <a:extLst>
                <a:ext uri="{FF2B5EF4-FFF2-40B4-BE49-F238E27FC236}">
                  <a16:creationId xmlns:a16="http://schemas.microsoft.com/office/drawing/2014/main" id="{0A5D16C0-E9EB-7A6D-D123-3915E88A78A9}"/>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1242" name="TextBox 12306">
            <a:extLst>
              <a:ext uri="{FF2B5EF4-FFF2-40B4-BE49-F238E27FC236}">
                <a16:creationId xmlns:a16="http://schemas.microsoft.com/office/drawing/2014/main" id="{B61D0A30-984F-5F1D-C0E3-4ED5D4539DF2}"/>
              </a:ext>
            </a:extLst>
          </p:cNvPr>
          <p:cNvSpPr txBox="1"/>
          <p:nvPr/>
        </p:nvSpPr>
        <p:spPr>
          <a:xfrm>
            <a:off x="5270490" y="2150246"/>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1243" name="TextBox 12307">
            <a:extLst>
              <a:ext uri="{FF2B5EF4-FFF2-40B4-BE49-F238E27FC236}">
                <a16:creationId xmlns:a16="http://schemas.microsoft.com/office/drawing/2014/main" id="{50E4F9BE-39D5-3572-2B27-7015D0FE756B}"/>
              </a:ext>
            </a:extLst>
          </p:cNvPr>
          <p:cNvSpPr txBox="1"/>
          <p:nvPr/>
        </p:nvSpPr>
        <p:spPr>
          <a:xfrm>
            <a:off x="5270983" y="2305119"/>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1244" name="Build | Docking tools card">
            <a:extLst>
              <a:ext uri="{FF2B5EF4-FFF2-40B4-BE49-F238E27FC236}">
                <a16:creationId xmlns:a16="http://schemas.microsoft.com/office/drawing/2014/main" id="{D8820DAD-C856-C828-BB1A-D380253AF157}"/>
              </a:ext>
            </a:extLst>
          </p:cNvPr>
          <p:cNvSpPr/>
          <p:nvPr/>
        </p:nvSpPr>
        <p:spPr>
          <a:xfrm>
            <a:off x="4992811" y="2608447"/>
            <a:ext cx="1106489" cy="516618"/>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245" name="TextBox 12309">
            <a:extLst>
              <a:ext uri="{FF2B5EF4-FFF2-40B4-BE49-F238E27FC236}">
                <a16:creationId xmlns:a16="http://schemas.microsoft.com/office/drawing/2014/main" id="{E61A4066-788B-5B12-50A8-1419E47F2E66}"/>
              </a:ext>
            </a:extLst>
          </p:cNvPr>
          <p:cNvSpPr txBox="1"/>
          <p:nvPr/>
        </p:nvSpPr>
        <p:spPr>
          <a:xfrm>
            <a:off x="5044453" y="2647450"/>
            <a:ext cx="1047750" cy="101936"/>
          </a:xfrm>
          <a:prstGeom prst="rect">
            <a:avLst/>
          </a:prstGeom>
          <a:noFill/>
        </p:spPr>
        <p:txBody>
          <a:bodyPr wrap="square" lIns="0" tIns="0" rIns="0" bIns="0" anchor="ctr">
            <a:spAutoFit/>
          </a:bodyPr>
          <a:lstStyle/>
          <a:p>
            <a:pPr algn="l">
              <a:lnSpc>
                <a:spcPct val="105000"/>
              </a:lnSpc>
            </a:pPr>
            <a:r>
              <a:rPr lang="en-US" sz="640" b="1" dirty="0">
                <a:solidFill>
                  <a:srgbClr val="263442"/>
                </a:solidFill>
                <a:latin typeface="Arial"/>
              </a:rPr>
              <a:t>O</a:t>
            </a:r>
            <a:r>
              <a:rPr lang="en-US" altLang="zh-CN" sz="640" b="1" dirty="0">
                <a:solidFill>
                  <a:srgbClr val="263442"/>
                </a:solidFill>
                <a:latin typeface="Arial"/>
              </a:rPr>
              <a:t>ther d</a:t>
            </a:r>
            <a:r>
              <a:rPr sz="640" b="1" dirty="0">
                <a:solidFill>
                  <a:srgbClr val="263442"/>
                </a:solidFill>
                <a:latin typeface="Arial"/>
              </a:rPr>
              <a:t>ocking tools</a:t>
            </a:r>
          </a:p>
        </p:txBody>
      </p:sp>
      <p:sp>
        <p:nvSpPr>
          <p:cNvPr id="1246" name="TextBox 12310">
            <a:extLst>
              <a:ext uri="{FF2B5EF4-FFF2-40B4-BE49-F238E27FC236}">
                <a16:creationId xmlns:a16="http://schemas.microsoft.com/office/drawing/2014/main" id="{C9F46158-59CF-34E8-D872-FBF180C8ECC1}"/>
              </a:ext>
            </a:extLst>
          </p:cNvPr>
          <p:cNvSpPr txBox="1"/>
          <p:nvPr/>
        </p:nvSpPr>
        <p:spPr>
          <a:xfrm>
            <a:off x="5041329" y="2752162"/>
            <a:ext cx="389530" cy="372902"/>
          </a:xfrm>
          <a:prstGeom prst="rect">
            <a:avLst/>
          </a:prstGeom>
          <a:noFill/>
        </p:spPr>
        <p:txBody>
          <a:bodyPr wrap="none" lIns="0" tIns="0" rIns="0" bIns="0" anchor="ctr">
            <a:spAutoFit/>
          </a:bodyPr>
          <a:lstStyle/>
          <a:p>
            <a:pPr>
              <a:lnSpc>
                <a:spcPct val="105000"/>
              </a:lnSpc>
            </a:pPr>
            <a:r>
              <a:rPr lang="en-US" altLang="zh-CN" sz="554" dirty="0">
                <a:solidFill>
                  <a:srgbClr val="263442"/>
                </a:solidFill>
                <a:latin typeface="Arial"/>
              </a:rPr>
              <a:t>· </a:t>
            </a:r>
            <a:r>
              <a:rPr sz="554" dirty="0">
                <a:solidFill>
                  <a:srgbClr val="263442"/>
                </a:solidFill>
                <a:latin typeface="Arial"/>
              </a:rPr>
              <a:t>Vina </a:t>
            </a:r>
            <a:endParaRPr lang="en-US" sz="554" dirty="0">
              <a:solidFill>
                <a:srgbClr val="263442"/>
              </a:solidFill>
              <a:latin typeface="Arial"/>
            </a:endParaRPr>
          </a:p>
          <a:p>
            <a:pPr>
              <a:lnSpc>
                <a:spcPct val="105000"/>
              </a:lnSpc>
            </a:pPr>
            <a:r>
              <a:rPr sz="554" dirty="0">
                <a:solidFill>
                  <a:srgbClr val="263442"/>
                </a:solidFill>
                <a:latin typeface="Arial"/>
              </a:rPr>
              <a:t>· </a:t>
            </a:r>
            <a:r>
              <a:rPr sz="554" dirty="0" err="1">
                <a:solidFill>
                  <a:srgbClr val="263442"/>
                </a:solidFill>
                <a:latin typeface="Arial"/>
              </a:rPr>
              <a:t>DiffDock</a:t>
            </a:r>
            <a:r>
              <a:rPr sz="554" dirty="0">
                <a:solidFill>
                  <a:srgbClr val="263442"/>
                </a:solidFill>
                <a:latin typeface="Arial"/>
              </a:rPr>
              <a:t> </a:t>
            </a:r>
            <a:endParaRPr lang="en-US" sz="554" dirty="0">
              <a:solidFill>
                <a:srgbClr val="263442"/>
              </a:solidFill>
              <a:latin typeface="Arial"/>
            </a:endParaRPr>
          </a:p>
          <a:p>
            <a:pPr>
              <a:lnSpc>
                <a:spcPct val="105000"/>
              </a:lnSpc>
            </a:pPr>
            <a:r>
              <a:rPr sz="554" dirty="0">
                <a:solidFill>
                  <a:srgbClr val="263442"/>
                </a:solidFill>
                <a:latin typeface="Arial"/>
              </a:rPr>
              <a:t>· EMERALD</a:t>
            </a:r>
            <a:endParaRPr lang="en-US" sz="554" dirty="0">
              <a:solidFill>
                <a:srgbClr val="263442"/>
              </a:solidFill>
              <a:latin typeface="Arial"/>
            </a:endParaRPr>
          </a:p>
          <a:p>
            <a:pPr>
              <a:lnSpc>
                <a:spcPct val="105000"/>
              </a:lnSpc>
            </a:pPr>
            <a:r>
              <a:rPr lang="en-US" altLang="zh-CN" sz="554" dirty="0">
                <a:solidFill>
                  <a:srgbClr val="263442"/>
                </a:solidFill>
                <a:latin typeface="Arial"/>
              </a:rPr>
              <a:t>·</a:t>
            </a:r>
            <a:r>
              <a:rPr lang="zh-CN" altLang="en-US" sz="554" dirty="0">
                <a:solidFill>
                  <a:srgbClr val="263442"/>
                </a:solidFill>
                <a:latin typeface="Arial"/>
              </a:rPr>
              <a:t> </a:t>
            </a:r>
            <a:r>
              <a:rPr lang="en-US" altLang="zh-CN" sz="554" dirty="0">
                <a:solidFill>
                  <a:srgbClr val="263442"/>
                </a:solidFill>
                <a:latin typeface="Arial"/>
              </a:rPr>
              <a:t>·</a:t>
            </a:r>
            <a:r>
              <a:rPr lang="zh-CN" altLang="en-US" sz="554" dirty="0">
                <a:solidFill>
                  <a:srgbClr val="263442"/>
                </a:solidFill>
                <a:latin typeface="Arial"/>
              </a:rPr>
              <a:t> </a:t>
            </a:r>
            <a:r>
              <a:rPr lang="en-US" altLang="zh-CN" sz="554" dirty="0">
                <a:solidFill>
                  <a:srgbClr val="263442"/>
                </a:solidFill>
                <a:latin typeface="Arial"/>
              </a:rPr>
              <a:t>·</a:t>
            </a:r>
            <a:endParaRPr sz="554" dirty="0">
              <a:solidFill>
                <a:srgbClr val="263442"/>
              </a:solidFill>
              <a:latin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66222" y="284723"/>
            <a:ext cx="3748525" cy="3967446"/>
            <a:chOff x="2272349" y="669608"/>
            <a:chExt cx="8815739"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92811" y="669608"/>
              <a:ext cx="1028701"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26944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23099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9266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32561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42145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51730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61314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70899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80483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90068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9652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32561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42145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51730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61314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70899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80483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90068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9652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32561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42145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51730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61314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70899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80483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90068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9652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32561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42145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51730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61314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70899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80483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90068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9652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860262"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953131"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4046000"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4138868"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231737"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324606"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417475"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510343"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860262"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953131"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4046000"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4138868"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231737"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324606"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417475"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510343"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860262"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953131"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4046000"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4138868"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231737"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324606"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417475"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510343"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860262"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953131"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4046000"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4138868"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231737"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324606"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417475"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510343"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003637"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060787"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117937"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003637"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060787"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117937"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75621" y="1410958"/>
              <a:ext cx="692378" cy="107521"/>
            </a:xfrm>
            <a:custGeom>
              <a:avLst/>
              <a:gdLst/>
              <a:ahLst/>
              <a:cxnLst/>
              <a:rect l="0" t="0" r="0" b="0"/>
              <a:pathLst>
                <a:path w="125540" h="191">
                  <a:moveTo>
                    <a:pt x="0" y="0"/>
                  </a:moveTo>
                  <a:lnTo>
                    <a:pt x="125540" y="0"/>
                  </a:lnTo>
                </a:path>
              </a:pathLst>
            </a:custGeom>
            <a:noFill/>
            <a:ln w="8505">
              <a:solidFill>
                <a:srgbClr val="4083B4"/>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123088" y="1489808"/>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75621" y="3260557"/>
              <a:ext cx="692378" cy="107521"/>
            </a:xfrm>
            <a:custGeom>
              <a:avLst/>
              <a:gdLst/>
              <a:ahLst/>
              <a:cxnLst/>
              <a:rect l="0" t="0" r="0" b="0"/>
              <a:pathLst>
                <a:path w="125540" h="191">
                  <a:moveTo>
                    <a:pt x="0" y="0"/>
                  </a:moveTo>
                  <a:lnTo>
                    <a:pt x="125540" y="0"/>
                  </a:lnTo>
                </a:path>
              </a:pathLst>
            </a:custGeom>
            <a:solidFill>
              <a:srgbClr val="4083B4"/>
            </a:solidFill>
            <a:ln w="8505">
              <a:solidFill>
                <a:srgbClr val="4083B4"/>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123088" y="3231886"/>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750468" y="1544003"/>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116443" y="1515332"/>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750468" y="3107055"/>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116443" y="3078385"/>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9963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444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856838" y="1943100"/>
              <a:ext cx="61865" cy="191"/>
            </a:xfrm>
            <a:custGeom>
              <a:avLst/>
              <a:gdLst/>
              <a:ahLst/>
              <a:cxnLst/>
              <a:rect l="0" t="0" r="0" b="0"/>
              <a:pathLst>
                <a:path w="61865" h="191">
                  <a:moveTo>
                    <a:pt x="0" y="0"/>
                  </a:moveTo>
                  <a:lnTo>
                    <a:pt x="61865" y="0"/>
                  </a:lnTo>
                </a:path>
              </a:pathLst>
            </a:custGeom>
            <a:noFill/>
            <a:ln w="6480">
              <a:solidFill>
                <a:srgbClr val="4083B4"/>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92081"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428338" y="1943100"/>
              <a:ext cx="185690" cy="191"/>
            </a:xfrm>
            <a:custGeom>
              <a:avLst/>
              <a:gdLst/>
              <a:ahLst/>
              <a:cxnLst/>
              <a:rect l="0" t="0" r="0" b="0"/>
              <a:pathLst>
                <a:path w="185690" h="191">
                  <a:moveTo>
                    <a:pt x="0" y="0"/>
                  </a:moveTo>
                  <a:lnTo>
                    <a:pt x="185690" y="0"/>
                  </a:lnTo>
                </a:path>
              </a:pathLst>
            </a:custGeom>
            <a:noFill/>
            <a:ln w="6480">
              <a:solidFill>
                <a:srgbClr val="4083B4"/>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87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704688" y="1943100"/>
              <a:ext cx="204740" cy="191"/>
            </a:xfrm>
            <a:custGeom>
              <a:avLst/>
              <a:gdLst/>
              <a:ahLst/>
              <a:cxnLst/>
              <a:rect l="0" t="0" r="0" b="0"/>
              <a:pathLst>
                <a:path w="204740" h="191">
                  <a:moveTo>
                    <a:pt x="0" y="0"/>
                  </a:moveTo>
                  <a:lnTo>
                    <a:pt x="204740" y="0"/>
                  </a:lnTo>
                </a:path>
              </a:pathLst>
            </a:custGeom>
            <a:noFill/>
            <a:ln w="6480">
              <a:solidFill>
                <a:srgbClr val="4083B4"/>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828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42858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733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866738" y="1943100"/>
              <a:ext cx="90440" cy="191"/>
            </a:xfrm>
            <a:custGeom>
              <a:avLst/>
              <a:gdLst/>
              <a:ahLst/>
              <a:cxnLst/>
              <a:rect l="0" t="0" r="0" b="0"/>
              <a:pathLst>
                <a:path w="90440" h="191">
                  <a:moveTo>
                    <a:pt x="0" y="0"/>
                  </a:moveTo>
                  <a:lnTo>
                    <a:pt x="90440" y="0"/>
                  </a:lnTo>
                </a:path>
              </a:pathLst>
            </a:custGeom>
            <a:noFill/>
            <a:ln w="6480">
              <a:solidFill>
                <a:srgbClr val="4083B4"/>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9305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9006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85AFCB"/>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305507" y="138588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62823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85AFCB"/>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76857" y="151923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15211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85AFCB"/>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133932" y="1662113"/>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518129"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730537"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522731"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90955"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508759"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76983"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569082"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81489"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155417"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126747"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83194"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154524"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210972"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82301"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66687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4083B4"/>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15541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4083B4"/>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126747" y="3385852"/>
              <a:ext cx="57340" cy="66675"/>
            </a:xfrm>
            <a:custGeom>
              <a:avLst/>
              <a:gdLst/>
              <a:ahLst/>
              <a:cxnLst/>
              <a:rect l="0" t="0" r="0" b="0"/>
              <a:pathLst>
                <a:path w="57340" h="66675">
                  <a:moveTo>
                    <a:pt x="28670" y="0"/>
                  </a:moveTo>
                  <a:lnTo>
                    <a:pt x="0" y="66675"/>
                  </a:lnTo>
                  <a:lnTo>
                    <a:pt x="57340" y="66675"/>
                  </a:lnTo>
                  <a:close/>
                </a:path>
              </a:pathLst>
            </a:custGeom>
            <a:solidFill>
              <a:srgbClr val="4083B4"/>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807779" y="6064758"/>
              <a:ext cx="1148715" cy="191"/>
            </a:xfrm>
            <a:custGeom>
              <a:avLst/>
              <a:gdLst/>
              <a:ahLst/>
              <a:cxnLst/>
              <a:rect l="0" t="0" r="0" b="0"/>
              <a:pathLst>
                <a:path w="1148715" h="191">
                  <a:moveTo>
                    <a:pt x="0" y="0"/>
                  </a:moveTo>
                  <a:lnTo>
                    <a:pt x="1148715" y="0"/>
                  </a:lnTo>
                </a:path>
              </a:pathLst>
            </a:custGeom>
            <a:noFill/>
            <a:ln w="8505">
              <a:solidFill>
                <a:srgbClr val="4083B4"/>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913156" y="6036088"/>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301020"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3B8C80"/>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3147792" y="7953375"/>
              <a:ext cx="827723" cy="191"/>
            </a:xfrm>
            <a:custGeom>
              <a:avLst/>
              <a:gdLst/>
              <a:ahLst/>
              <a:cxnLst/>
              <a:rect l="0" t="0" r="0" b="0"/>
              <a:pathLst>
                <a:path w="827723" h="191">
                  <a:moveTo>
                    <a:pt x="0" y="0"/>
                  </a:moveTo>
                  <a:lnTo>
                    <a:pt x="827723" y="0"/>
                  </a:lnTo>
                </a:path>
              </a:pathLst>
            </a:custGeom>
            <a:noFill/>
            <a:ln w="8505">
              <a:solidFill>
                <a:srgbClr val="3B8C80"/>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301020"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272349"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975515"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946844"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546890" y="8968264"/>
              <a:ext cx="1502569" cy="191"/>
            </a:xfrm>
            <a:custGeom>
              <a:avLst/>
              <a:gdLst/>
              <a:ahLst/>
              <a:cxnLst/>
              <a:rect l="0" t="0" r="0" b="0"/>
              <a:pathLst>
                <a:path w="1502569" h="191">
                  <a:moveTo>
                    <a:pt x="0" y="0"/>
                  </a:moveTo>
                  <a:lnTo>
                    <a:pt x="1502569" y="0"/>
                  </a:lnTo>
                </a:path>
              </a:pathLst>
            </a:custGeom>
            <a:noFill/>
            <a:ln w="8505">
              <a:solidFill>
                <a:srgbClr val="3B8C80"/>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5006120" y="8939594"/>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426172" y="6400800"/>
              <a:ext cx="191" cy="2367439"/>
            </a:xfrm>
            <a:custGeom>
              <a:avLst/>
              <a:gdLst/>
              <a:ahLst/>
              <a:cxnLst/>
              <a:rect l="0" t="0" r="0" b="0"/>
              <a:pathLst>
                <a:path w="191" h="2367439">
                  <a:moveTo>
                    <a:pt x="0" y="0"/>
                  </a:moveTo>
                  <a:lnTo>
                    <a:pt x="0" y="2367439"/>
                  </a:lnTo>
                </a:path>
              </a:pathLst>
            </a:custGeom>
            <a:noFill/>
            <a:ln w="8505">
              <a:solidFill>
                <a:srgbClr val="4083B4"/>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397502" y="8724900"/>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761327" y="8297132"/>
              <a:ext cx="664845" cy="191"/>
            </a:xfrm>
            <a:custGeom>
              <a:avLst/>
              <a:gdLst/>
              <a:ahLst/>
              <a:cxnLst/>
              <a:rect l="0" t="0" r="0" b="0"/>
              <a:pathLst>
                <a:path w="664845" h="191">
                  <a:moveTo>
                    <a:pt x="664845" y="0"/>
                  </a:moveTo>
                  <a:lnTo>
                    <a:pt x="0" y="0"/>
                  </a:lnTo>
                </a:path>
              </a:pathLst>
            </a:custGeom>
            <a:noFill/>
            <a:ln w="8505">
              <a:solidFill>
                <a:srgbClr val="4083B4"/>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737991" y="8268462"/>
              <a:ext cx="66675" cy="57340"/>
            </a:xfrm>
            <a:custGeom>
              <a:avLst/>
              <a:gdLst/>
              <a:ahLst/>
              <a:cxnLst/>
              <a:rect l="0" t="0" r="0" b="0"/>
              <a:pathLst>
                <a:path w="66675" h="57340">
                  <a:moveTo>
                    <a:pt x="0" y="28670"/>
                  </a:moveTo>
                  <a:lnTo>
                    <a:pt x="66675" y="57340"/>
                  </a:lnTo>
                  <a:lnTo>
                    <a:pt x="66675" y="0"/>
                  </a:lnTo>
                  <a:close/>
                </a:path>
              </a:pathLst>
            </a:custGeom>
            <a:solidFill>
              <a:srgbClr val="4083B4"/>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426172" y="9144953"/>
              <a:ext cx="191" cy="215360"/>
            </a:xfrm>
            <a:custGeom>
              <a:avLst/>
              <a:gdLst/>
              <a:ahLst/>
              <a:cxnLst/>
              <a:rect l="0" t="0" r="0" b="0"/>
              <a:pathLst>
                <a:path w="191" h="215360">
                  <a:moveTo>
                    <a:pt x="0" y="0"/>
                  </a:moveTo>
                  <a:lnTo>
                    <a:pt x="0" y="215360"/>
                  </a:lnTo>
                </a:path>
              </a:pathLst>
            </a:custGeom>
            <a:noFill/>
            <a:ln w="8505">
              <a:solidFill>
                <a:srgbClr val="3B8C80"/>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397502"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617154"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3B8C80"/>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588484" y="976836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417159" y="9971532"/>
              <a:ext cx="600742" cy="191"/>
            </a:xfrm>
            <a:custGeom>
              <a:avLst/>
              <a:gdLst/>
              <a:ahLst/>
              <a:cxnLst/>
              <a:rect l="0" t="0" r="0" b="0"/>
              <a:pathLst>
                <a:path w="600742" h="191">
                  <a:moveTo>
                    <a:pt x="0" y="0"/>
                  </a:moveTo>
                  <a:lnTo>
                    <a:pt x="600742" y="0"/>
                  </a:lnTo>
                </a:path>
              </a:pathLst>
            </a:custGeom>
            <a:noFill/>
            <a:ln w="8505">
              <a:solidFill>
                <a:srgbClr val="3B8C80"/>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974562"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426172" y="9525000"/>
              <a:ext cx="2143887" cy="446532"/>
            </a:xfrm>
            <a:custGeom>
              <a:avLst/>
              <a:gdLst/>
              <a:ahLst/>
              <a:cxnLst/>
              <a:rect l="0" t="0" r="0" b="0"/>
              <a:pathLst>
                <a:path w="2143887" h="446532">
                  <a:moveTo>
                    <a:pt x="0" y="0"/>
                  </a:moveTo>
                  <a:lnTo>
                    <a:pt x="0" y="446532"/>
                  </a:lnTo>
                  <a:lnTo>
                    <a:pt x="2143887" y="446532"/>
                  </a:lnTo>
                </a:path>
              </a:pathLst>
            </a:custGeom>
            <a:noFill/>
            <a:ln w="8505">
              <a:solidFill>
                <a:srgbClr val="3B8C80"/>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526720"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6960840" y="6134481"/>
              <a:ext cx="651129" cy="595217"/>
            </a:xfrm>
            <a:custGeom>
              <a:avLst/>
              <a:gdLst/>
              <a:ahLst/>
              <a:cxnLst/>
              <a:rect l="0" t="0" r="0" b="0"/>
              <a:pathLst>
                <a:path w="651129" h="595217">
                  <a:moveTo>
                    <a:pt x="651129" y="0"/>
                  </a:moveTo>
                  <a:lnTo>
                    <a:pt x="0" y="0"/>
                  </a:lnTo>
                  <a:lnTo>
                    <a:pt x="0" y="595217"/>
                  </a:lnTo>
                </a:path>
              </a:pathLst>
            </a:custGeom>
            <a:noFill/>
            <a:ln w="8505">
              <a:solidFill>
                <a:srgbClr val="3B8C80"/>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6932170" y="668636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6960840" y="7441406"/>
              <a:ext cx="191" cy="153448"/>
            </a:xfrm>
            <a:custGeom>
              <a:avLst/>
              <a:gdLst/>
              <a:ahLst/>
              <a:cxnLst/>
              <a:rect l="0" t="0" r="0" b="0"/>
              <a:pathLst>
                <a:path w="191" h="153448">
                  <a:moveTo>
                    <a:pt x="0" y="0"/>
                  </a:moveTo>
                  <a:lnTo>
                    <a:pt x="0" y="153448"/>
                  </a:lnTo>
                </a:path>
              </a:pathLst>
            </a:custGeom>
            <a:noFill/>
            <a:ln w="8505">
              <a:solidFill>
                <a:srgbClr val="3B8C80"/>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6932170" y="755151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6960840" y="7934420"/>
              <a:ext cx="191" cy="274320"/>
            </a:xfrm>
            <a:custGeom>
              <a:avLst/>
              <a:gdLst/>
              <a:ahLst/>
              <a:cxnLst/>
              <a:rect l="0" t="0" r="0" b="0"/>
              <a:pathLst>
                <a:path w="191" h="274320">
                  <a:moveTo>
                    <a:pt x="0" y="0"/>
                  </a:moveTo>
                  <a:lnTo>
                    <a:pt x="0" y="274320"/>
                  </a:lnTo>
                </a:path>
              </a:pathLst>
            </a:custGeom>
            <a:noFill/>
            <a:ln w="8505">
              <a:solidFill>
                <a:srgbClr val="3B8C80"/>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6932170"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530941" y="6638068"/>
              <a:ext cx="191" cy="326993"/>
            </a:xfrm>
            <a:custGeom>
              <a:avLst/>
              <a:gdLst/>
              <a:ahLst/>
              <a:cxnLst/>
              <a:rect l="0" t="0" r="0" b="0"/>
              <a:pathLst>
                <a:path w="191" h="326993">
                  <a:moveTo>
                    <a:pt x="0" y="0"/>
                  </a:moveTo>
                  <a:lnTo>
                    <a:pt x="0" y="326993"/>
                  </a:lnTo>
                </a:path>
              </a:pathLst>
            </a:custGeom>
            <a:noFill/>
            <a:ln w="8505">
              <a:solidFill>
                <a:srgbClr val="3B8C80"/>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502271" y="692172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530941" y="7304627"/>
              <a:ext cx="191" cy="1013841"/>
            </a:xfrm>
            <a:custGeom>
              <a:avLst/>
              <a:gdLst/>
              <a:ahLst/>
              <a:cxnLst/>
              <a:rect l="0" t="0" r="0" b="0"/>
              <a:pathLst>
                <a:path w="191" h="1013841">
                  <a:moveTo>
                    <a:pt x="0" y="0"/>
                  </a:moveTo>
                  <a:lnTo>
                    <a:pt x="0" y="1013841"/>
                  </a:lnTo>
                </a:path>
              </a:pathLst>
            </a:custGeom>
            <a:noFill/>
            <a:ln w="8505">
              <a:solidFill>
                <a:srgbClr val="3B8C80"/>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502271" y="827513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509540"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3B8C80"/>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094756" y="6911531"/>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509540" y="5851112"/>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509540" y="6533293"/>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133903" y="7294436"/>
              <a:ext cx="191" cy="264128"/>
            </a:xfrm>
            <a:custGeom>
              <a:avLst/>
              <a:gdLst/>
              <a:ahLst/>
              <a:cxnLst/>
              <a:rect l="0" t="0" r="0" b="0"/>
              <a:pathLst>
                <a:path w="191" h="264128">
                  <a:moveTo>
                    <a:pt x="0" y="0"/>
                  </a:moveTo>
                  <a:lnTo>
                    <a:pt x="0" y="264128"/>
                  </a:lnTo>
                </a:path>
              </a:pathLst>
            </a:custGeom>
            <a:noFill/>
            <a:ln w="8505">
              <a:solidFill>
                <a:srgbClr val="3B8C80"/>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105233" y="751522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123426" y="7958995"/>
              <a:ext cx="191" cy="249745"/>
            </a:xfrm>
            <a:custGeom>
              <a:avLst/>
              <a:gdLst/>
              <a:ahLst/>
              <a:cxnLst/>
              <a:rect l="0" t="0" r="0" b="0"/>
              <a:pathLst>
                <a:path w="191" h="249745">
                  <a:moveTo>
                    <a:pt x="0" y="0"/>
                  </a:moveTo>
                  <a:lnTo>
                    <a:pt x="0" y="249745"/>
                  </a:lnTo>
                </a:path>
              </a:pathLst>
            </a:custGeom>
            <a:noFill/>
            <a:ln w="8505">
              <a:solidFill>
                <a:srgbClr val="3B8C80"/>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094756"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709696" y="8408765"/>
              <a:ext cx="479012" cy="191"/>
            </a:xfrm>
            <a:custGeom>
              <a:avLst/>
              <a:gdLst/>
              <a:ahLst/>
              <a:cxnLst/>
              <a:rect l="0" t="0" r="0" b="0"/>
              <a:pathLst>
                <a:path w="479012" h="191">
                  <a:moveTo>
                    <a:pt x="479012" y="0"/>
                  </a:moveTo>
                  <a:lnTo>
                    <a:pt x="0" y="0"/>
                  </a:lnTo>
                </a:path>
              </a:pathLst>
            </a:custGeom>
            <a:noFill/>
            <a:ln w="8505">
              <a:solidFill>
                <a:srgbClr val="3B8C80"/>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686359" y="8380095"/>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858411" y="8408765"/>
              <a:ext cx="478917" cy="191"/>
            </a:xfrm>
            <a:custGeom>
              <a:avLst/>
              <a:gdLst/>
              <a:ahLst/>
              <a:cxnLst/>
              <a:rect l="0" t="0" r="0" b="0"/>
              <a:pathLst>
                <a:path w="478917" h="191">
                  <a:moveTo>
                    <a:pt x="0" y="0"/>
                  </a:moveTo>
                  <a:lnTo>
                    <a:pt x="478917" y="0"/>
                  </a:lnTo>
                </a:path>
              </a:pathLst>
            </a:custGeom>
            <a:noFill/>
            <a:ln w="8505">
              <a:solidFill>
                <a:srgbClr val="3B8C80"/>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293989" y="8380095"/>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523512" y="8475726"/>
              <a:ext cx="191" cy="281845"/>
            </a:xfrm>
            <a:custGeom>
              <a:avLst/>
              <a:gdLst/>
              <a:ahLst/>
              <a:cxnLst/>
              <a:rect l="0" t="0" r="0" b="0"/>
              <a:pathLst>
                <a:path w="191" h="281845">
                  <a:moveTo>
                    <a:pt x="0" y="0"/>
                  </a:moveTo>
                  <a:lnTo>
                    <a:pt x="0" y="281845"/>
                  </a:lnTo>
                </a:path>
              </a:pathLst>
            </a:custGeom>
            <a:noFill/>
            <a:ln w="8505">
              <a:solidFill>
                <a:srgbClr val="3B8C80"/>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494841" y="871423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6960840"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3B8C80"/>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010400" y="8919686"/>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8993380"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3B8C80"/>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8970044" y="8919686"/>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523512" y="9115806"/>
              <a:ext cx="191" cy="244507"/>
            </a:xfrm>
            <a:custGeom>
              <a:avLst/>
              <a:gdLst/>
              <a:ahLst/>
              <a:cxnLst/>
              <a:rect l="0" t="0" r="0" b="0"/>
              <a:pathLst>
                <a:path w="191" h="244507">
                  <a:moveTo>
                    <a:pt x="0" y="0"/>
                  </a:moveTo>
                  <a:lnTo>
                    <a:pt x="0" y="244507"/>
                  </a:lnTo>
                </a:path>
              </a:pathLst>
            </a:custGeom>
            <a:noFill/>
            <a:ln w="8505">
              <a:solidFill>
                <a:srgbClr val="3B8C80"/>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494841"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523512" y="9517571"/>
              <a:ext cx="191" cy="253841"/>
            </a:xfrm>
            <a:custGeom>
              <a:avLst/>
              <a:gdLst/>
              <a:ahLst/>
              <a:cxnLst/>
              <a:rect l="0" t="0" r="0" b="0"/>
              <a:pathLst>
                <a:path w="191" h="253841">
                  <a:moveTo>
                    <a:pt x="0" y="0"/>
                  </a:moveTo>
                  <a:lnTo>
                    <a:pt x="0" y="253841"/>
                  </a:lnTo>
                </a:path>
              </a:pathLst>
            </a:custGeom>
            <a:noFill/>
            <a:ln w="8505">
              <a:solidFill>
                <a:srgbClr val="3B8C80"/>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494841" y="9728073"/>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8932896" y="9971532"/>
              <a:ext cx="619030" cy="191"/>
            </a:xfrm>
            <a:custGeom>
              <a:avLst/>
              <a:gdLst/>
              <a:ahLst/>
              <a:cxnLst/>
              <a:rect l="0" t="0" r="0" b="0"/>
              <a:pathLst>
                <a:path w="619030" h="191">
                  <a:moveTo>
                    <a:pt x="0" y="0"/>
                  </a:moveTo>
                  <a:lnTo>
                    <a:pt x="619030" y="0"/>
                  </a:lnTo>
                </a:path>
              </a:pathLst>
            </a:custGeom>
            <a:noFill/>
            <a:ln w="8505">
              <a:solidFill>
                <a:srgbClr val="3B8C80"/>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508587"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725281"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90027"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81760" y="1318283"/>
            <a:ext cx="386080" cy="417830"/>
          </a:xfrm>
          <a:prstGeom prst="roundRect">
            <a:avLst>
              <a:gd name="adj" fmla="val 6579"/>
            </a:avLst>
          </a:prstGeom>
          <a:solidFill>
            <a:srgbClr val="F8FAFC"/>
          </a:solidFill>
          <a:ln w="6096" cap="rnd">
            <a:solidFill>
              <a:srgbClr val="C3D4E6"/>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37942"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508689"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411922"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67842"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63335"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30362"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81150"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72439"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64640"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703070"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422400"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99870"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89978"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407795"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38090"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34315"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522095"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524635"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78610"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98295"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617980"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37665"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57350"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77035"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96720"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716405"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97053" y="1469001"/>
            <a:ext cx="157162" cy="66614"/>
          </a:xfrm>
          <a:custGeom>
            <a:avLst/>
            <a:gdLst/>
            <a:ahLst/>
            <a:cxnLst/>
            <a:rect l="l" t="t" r="r" b="b"/>
            <a:pathLst>
              <a:path w="63379" h="1">
                <a:moveTo>
                  <a:pt x="0" y="0"/>
                </a:moveTo>
                <a:lnTo>
                  <a:pt x="63379" y="0"/>
                </a:lnTo>
              </a:path>
            </a:pathLst>
          </a:custGeom>
          <a:noFill/>
          <a:ln w="8509" cap="rnd">
            <a:solidFill>
              <a:srgbClr val="4083B4"/>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38919" y="1523745"/>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solidFill>
              <a:srgbClr val="4083B4"/>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817789" y="835707"/>
            <a:ext cx="45719" cy="699723"/>
          </a:xfrm>
          <a:custGeom>
            <a:avLst/>
            <a:gdLst/>
            <a:ahLst/>
            <a:cxnLst/>
            <a:rect l="l" t="t" r="r" b="b"/>
            <a:pathLst>
              <a:path w="1" h="866159">
                <a:moveTo>
                  <a:pt x="0" y="866159"/>
                </a:moveTo>
                <a:lnTo>
                  <a:pt x="0" y="0"/>
                </a:lnTo>
              </a:path>
            </a:pathLst>
          </a:custGeom>
          <a:noFill/>
          <a:ln w="8509" cap="rnd">
            <a:solidFill>
              <a:srgbClr val="4083B4"/>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97146" y="610807"/>
            <a:ext cx="148072"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34388" y="644334"/>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673037"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78338"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3B8C80"/>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334211"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3B8C80"/>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334211" y="3703320"/>
            <a:ext cx="1" cy="22181"/>
          </a:xfrm>
          <a:custGeom>
            <a:avLst/>
            <a:gdLst/>
            <a:ahLst/>
            <a:cxnLst/>
            <a:rect l="l" t="t" r="r" b="b"/>
            <a:pathLst>
              <a:path w="1" h="22181">
                <a:moveTo>
                  <a:pt x="0" y="0"/>
                </a:moveTo>
                <a:lnTo>
                  <a:pt x="0" y="22181"/>
                </a:lnTo>
              </a:path>
            </a:pathLst>
          </a:custGeom>
          <a:noFill/>
          <a:ln w="8509" cap="rnd">
            <a:solidFill>
              <a:srgbClr val="3B8C80"/>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322019" y="3709924"/>
            <a:ext cx="24384" cy="28321"/>
          </a:xfrm>
          <a:custGeom>
            <a:avLst/>
            <a:gdLst/>
            <a:ahLst/>
            <a:cxnLst/>
            <a:rect l="l" t="t" r="r" b="b"/>
            <a:pathLst>
              <a:path w="24384" h="28321">
                <a:moveTo>
                  <a:pt x="12192" y="28321"/>
                </a:moveTo>
                <a:lnTo>
                  <a:pt x="24384" y="0"/>
                </a:lnTo>
                <a:lnTo>
                  <a:pt x="0" y="0"/>
                </a:lnTo>
                <a:close/>
              </a:path>
            </a:pathLst>
          </a:custGeom>
          <a:solidFill>
            <a:srgbClr val="3B8C80"/>
          </a:solidFill>
          <a:ln w="0" cap="rnd">
            <a:noFill/>
          </a:ln>
        </p:spPr>
      </p:sp>
      <p:sp>
        <p:nvSpPr>
          <p:cNvPr id="1484" name="V8 Build site and identity frame">
            <a:extLst>
              <a:ext uri="{FF2B5EF4-FFF2-40B4-BE49-F238E27FC236}">
                <a16:creationId xmlns:a16="http://schemas.microsoft.com/office/drawing/2014/main" id="{B0159410-81AF-A0CB-FD15-D731C54E54D4}"/>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FF6F6920-E776-E473-D444-477FCB82310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sp>
        <p:nvSpPr>
          <p:cNvPr id="1486" name="V8 Build inputs to docking">
            <a:extLst>
              <a:ext uri="{FF2B5EF4-FFF2-40B4-BE49-F238E27FC236}">
                <a16:creationId xmlns:a16="http://schemas.microsoft.com/office/drawing/2014/main" id="{25F81FEB-7923-B705-D48C-4F1FE2423027}"/>
              </a:ext>
            </a:extLst>
          </p:cNvPr>
          <p:cNvSpPr/>
          <p:nvPr/>
        </p:nvSpPr>
        <p:spPr>
          <a:xfrm>
            <a:off x="5546090" y="1765305"/>
            <a:ext cx="1" cy="5622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7" name="V8 Build inputs to docking head">
            <a:extLst>
              <a:ext uri="{FF2B5EF4-FFF2-40B4-BE49-F238E27FC236}">
                <a16:creationId xmlns:a16="http://schemas.microsoft.com/office/drawing/2014/main" id="{B51CEB37-F359-D8DB-EED0-BF0289DBA9C3}"/>
              </a:ext>
            </a:extLst>
          </p:cNvPr>
          <p:cNvSpPr/>
          <p:nvPr/>
        </p:nvSpPr>
        <p:spPr>
          <a:xfrm>
            <a:off x="5524182" y="1800230"/>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sp>
        <p:nvSpPr>
          <p:cNvPr id="1488" name="V8 Build docking to pose">
            <a:extLst>
              <a:ext uri="{FF2B5EF4-FFF2-40B4-BE49-F238E27FC236}">
                <a16:creationId xmlns:a16="http://schemas.microsoft.com/office/drawing/2014/main" id="{A8390C7D-F4E0-5D67-9352-7A11942FB4C0}"/>
              </a:ext>
            </a:extLst>
          </p:cNvPr>
          <p:cNvSpPr/>
          <p:nvPr/>
        </p:nvSpPr>
        <p:spPr>
          <a:xfrm>
            <a:off x="5546090" y="3237230"/>
            <a:ext cx="1" cy="11337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9" name="V8 Build docking to pose head">
            <a:extLst>
              <a:ext uri="{FF2B5EF4-FFF2-40B4-BE49-F238E27FC236}">
                <a16:creationId xmlns:a16="http://schemas.microsoft.com/office/drawing/2014/main" id="{CB9E0D49-EB6F-EF7F-8A0E-43482900F10A}"/>
              </a:ext>
            </a:extLst>
          </p:cNvPr>
          <p:cNvSpPr/>
          <p:nvPr/>
        </p:nvSpPr>
        <p:spPr>
          <a:xfrm>
            <a:off x="5524182" y="3329305"/>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60433" y="910181"/>
            <a:ext cx="168602" cy="95394"/>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22" name="Match | Blob contour">
            <a:extLst>
              <a:ext uri="{FF2B5EF4-FFF2-40B4-BE49-F238E27FC236}">
                <a16:creationId xmlns:a16="http://schemas.microsoft.com/office/drawing/2014/main" id="{014BB78B-D7B6-7233-4454-F31E0FFFF761}"/>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A11312CB-4342-9A48-D209-5BB49581DECC}"/>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A5E3448F-A32E-D77A-4110-EC1F991AAB0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FDC707AA-314A-7AA2-186D-A8D0C4B2CC82}"/>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83362"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75742"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68122"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60502"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52882"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45262"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37642"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30022"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422402"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41452"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93840"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46227"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98615"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41452"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93840"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46227"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98615"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41452"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93840"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46227"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98615"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41452"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93840"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46227"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98615"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1011739"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40427"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83208" y="2943948"/>
            <a:ext cx="414760" cy="342900"/>
          </a:xfrm>
          <a:prstGeom prst="rect">
            <a:avLst/>
          </a:prstGeom>
        </p:spPr>
      </p:pic>
      <p:pic>
        <p:nvPicPr>
          <p:cNvPr id="50483" name="图片 50482">
            <a:extLst>
              <a:ext uri="{FF2B5EF4-FFF2-40B4-BE49-F238E27FC236}">
                <a16:creationId xmlns:a16="http://schemas.microsoft.com/office/drawing/2014/main" id="{438EEB95-3CA6-4E7A-A194-3246AD95375E}"/>
              </a:ext>
            </a:extLst>
          </p:cNvPr>
          <p:cNvPicPr>
            <a:picLocks noChangeAspect="1"/>
          </p:cNvPicPr>
          <p:nvPr/>
        </p:nvPicPr>
        <p:blipFill>
          <a:blip r:embed="rId9"/>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DE962B78-B7D5-48B9-87F8-2B7091442BBC}"/>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78E3ED61-275F-4084-A0ED-58027336CEDD}"/>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D4F86145-7D8F-43EC-916E-D3D9668CBA5D}"/>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69E4AF15-4441-4953-BC21-A9A09B8807EC}"/>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A73B5841-5DC8-4503-BDE2-815DBBEFE500}"/>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2CD955D9-21C2-4AE5-9635-C9F55AC072B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F825F396-DC00-4D1F-95F0-5208E2576D2C}"/>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42E599AD-9784-4B26-ADAB-718990C44186}"/>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pic>
        <p:nvPicPr>
          <p:cNvPr id="50492" name="图片 50491">
            <a:extLst>
              <a:ext uri="{FF2B5EF4-FFF2-40B4-BE49-F238E27FC236}">
                <a16:creationId xmlns:a16="http://schemas.microsoft.com/office/drawing/2014/main" id="{788E8304-A748-4BB4-8B4F-8A9E612C0891}"/>
              </a:ext>
            </a:extLst>
          </p:cNvPr>
          <p:cNvPicPr>
            <a:picLocks noChangeAspect="1"/>
          </p:cNvPicPr>
          <p:nvPr/>
        </p:nvPicPr>
        <p:blipFill>
          <a:blip r:embed="rId10"/>
          <a:stretch/>
        </p:blipFill>
        <p:spPr>
          <a:xfrm>
            <a:off x="5149836" y="3476625"/>
            <a:ext cx="806478" cy="666750"/>
          </a:xfrm>
          <a:prstGeom prst="rect">
            <a:avLst/>
          </a:prstGeom>
        </p:spPr>
      </p:pic>
      <p:grpSp>
        <p:nvGrpSpPr>
          <p:cNvPr id="50493" name="Find preview 15"/>
          <p:cNvGrpSpPr/>
          <p:nvPr/>
        </p:nvGrpSpPr>
        <p:grpSpPr>
          <a:xfrm>
            <a:off x="612533"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612533"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49067"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440" name="Global copy of blob 6">
              <a:extLst>
                <a:ext uri="{FF2B5EF4-FFF2-40B4-BE49-F238E27FC236}">
                  <a16:creationId xmlns:a16="http://schemas.microsoft.com/office/drawing/2014/main" id="{52582F41-8562-EDCF-D547-FEE06D78B091}"/>
                </a:ext>
              </a:extLst>
            </p:cNvPr>
            <p:cNvGrpSpPr/>
            <p:nvPr/>
          </p:nvGrpSpPr>
          <p:grpSpPr>
            <a:xfrm rot="3197729">
              <a:off x="4613186" y="639396"/>
              <a:ext cx="53029" cy="36969"/>
              <a:chOff x="1980855" y="3383754"/>
              <a:chExt cx="284260" cy="239272"/>
            </a:xfrm>
          </p:grpSpPr>
          <p:sp>
            <p:nvSpPr>
              <p:cNvPr id="50441" name="Candidate blob | editable contour">
                <a:extLst>
                  <a:ext uri="{FF2B5EF4-FFF2-40B4-BE49-F238E27FC236}">
                    <a16:creationId xmlns:a16="http://schemas.microsoft.com/office/drawing/2014/main" id="{AC599FE5-B7C8-2310-361D-307EF409B159}"/>
                  </a:ext>
                </a:extLst>
              </p:cNvPr>
              <p:cNvSpPr/>
              <p:nvPr/>
            </p:nvSpPr>
            <p:spPr>
              <a:xfrm>
                <a:off x="2037216" y="3383754"/>
                <a:ext cx="227899"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42"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443" name="Global copy of blob 761">
              <a:extLst>
                <a:ext uri="{FF2B5EF4-FFF2-40B4-BE49-F238E27FC236}">
                  <a16:creationId xmlns:a16="http://schemas.microsoft.com/office/drawing/2014/main" id="{D7299A48-8BF0-7050-EF56-14DA3F495CB7}"/>
                </a:ext>
              </a:extLst>
            </p:cNvPr>
            <p:cNvGrpSpPr/>
            <p:nvPr/>
          </p:nvGrpSpPr>
          <p:grpSpPr>
            <a:xfrm>
              <a:off x="4422037" y="755380"/>
              <a:ext cx="38366" cy="20927"/>
              <a:chOff x="1928706" y="3559489"/>
              <a:chExt cx="227897" cy="155682"/>
            </a:xfrm>
          </p:grpSpPr>
          <p:sp>
            <p:nvSpPr>
              <p:cNvPr id="50444"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446" name="Global copy of blob 755">
              <a:extLst>
                <a:ext uri="{FF2B5EF4-FFF2-40B4-BE49-F238E27FC236}">
                  <a16:creationId xmlns:a16="http://schemas.microsoft.com/office/drawing/2014/main" id="{3B821B97-56A6-DCED-E85F-DBF945F3EA13}"/>
                </a:ext>
              </a:extLst>
            </p:cNvPr>
            <p:cNvGrpSpPr/>
            <p:nvPr/>
          </p:nvGrpSpPr>
          <p:grpSpPr>
            <a:xfrm>
              <a:off x="4533706" y="740523"/>
              <a:ext cx="37919" cy="61371"/>
              <a:chOff x="1928706" y="3254161"/>
              <a:chExt cx="227897" cy="368865"/>
            </a:xfrm>
          </p:grpSpPr>
          <p:sp>
            <p:nvSpPr>
              <p:cNvPr id="50447" name="Candidate blob | editable contour">
                <a:extLst>
                  <a:ext uri="{FF2B5EF4-FFF2-40B4-BE49-F238E27FC236}">
                    <a16:creationId xmlns:a16="http://schemas.microsoft.com/office/drawing/2014/main" id="{B3B117DA-D182-38E6-AD16-B4776AD2C7B7}"/>
                  </a:ext>
                </a:extLst>
              </p:cNvPr>
              <p:cNvSpPr/>
              <p:nvPr/>
            </p:nvSpPr>
            <p:spPr>
              <a:xfrm>
                <a:off x="1928706" y="3254161"/>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64197" y="790091"/>
            <a:ext cx="77018"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35117" y="822853"/>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806249"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spTree>
    <p:extLst>
      <p:ext uri="{BB962C8B-B14F-4D97-AF65-F5344CB8AC3E}">
        <p14:creationId xmlns:p14="http://schemas.microsoft.com/office/powerpoint/2010/main" val="3763289320"/>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680</TotalTime>
  <Words>1942</Words>
  <Application>Microsoft Office PowerPoint</Application>
  <DocSecurity>0</DocSecurity>
  <PresentationFormat>自定义</PresentationFormat>
  <Paragraphs>375</Paragraphs>
  <Slides>4</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Arial</vt:lpstr>
      <vt:lpstr>Calibri</vt:lpstr>
      <vt:lpstr>Times New Roman</vt:lpstr>
      <vt:lpstr>ChatGPT</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154</cp:revision>
  <dcterms:created xsi:type="dcterms:W3CDTF">2026-10-01T15:00:20Z</dcterms:created>
  <dcterms:modified xsi:type="dcterms:W3CDTF">2026-10-26T12:42:52Z</dcterms:modified>
</cp:coreProperties>
</file>