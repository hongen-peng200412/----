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4F3CE8.xml" ContentType="application/vnd.ms-powerpoint.comments+xml"/>
  <Override PartName="/ppt/notesSlides/notesSlide2.xml" ContentType="application/vnd.openxmlformats-officedocument.presentationml.notesSlide+xml"/>
  <Override PartName="/ppt/comments/modernComment_104_D1BA0CEE.xml" ContentType="application/vnd.ms-powerpoint.comments+xml"/>
  <Override PartName="/ppt/notesSlides/notesSlide3.xml" ContentType="application/vnd.openxmlformats-officedocument.presentationml.notesSlide+xml"/>
  <Override PartName="/ppt/comments/modernComment_10C_4274BE0E.xml" ContentType="application/vnd.ms-powerpoint.comments+xml"/>
  <Override PartName="/ppt/notesSlides/notesSlide4.xml" ContentType="application/vnd.openxmlformats-officedocument.presentationml.notesSlide+xml"/>
  <Override PartName="/ppt/comments/modernComment_10D_6D7857AA.xml" ContentType="application/vnd.ms-powerpoint.comments+xml"/>
  <Override PartName="/ppt/notesSlides/notesSlide5.xml" ContentType="application/vnd.openxmlformats-officedocument.presentationml.notesSlide+xml"/>
  <Override PartName="/ppt/comments/modernComment_10E_282FF2E8.xml" ContentType="application/vnd.ms-powerpoint.comments+xml"/>
  <Override PartName="/ppt/notesSlides/notesSlide6.xml" ContentType="application/vnd.openxmlformats-officedocument.presentationml.notesSlide+xml"/>
  <Override PartName="/ppt/comments/modernComment_10F_EB335C6F.xml" ContentType="application/vnd.ms-powerpoint.comments+xml"/>
  <Override PartName="/ppt/notesSlides/notesSlide7.xml" ContentType="application/vnd.openxmlformats-officedocument.presentationml.notesSlide+xml"/>
  <Override PartName="/ppt/comments/modernComment_110_C8F3BC68.xml" ContentType="application/vnd.ms-powerpoint.comments+xml"/>
  <Override PartName="/ppt/notesSlides/notesSlide8.xml" ContentType="application/vnd.openxmlformats-officedocument.presentationml.notesSlide+xml"/>
  <Override PartName="/ppt/comments/modernComment_107_B2520BCC.xml" ContentType="application/vnd.ms-powerpoint.comments+xml"/>
  <Override PartName="/ppt/notesSlides/notesSlide9.xml" ContentType="application/vnd.openxmlformats-officedocument.presentationml.notesSlide+xml"/>
  <Override PartName="/ppt/comments/modernComment_10A_9C66560.xml" ContentType="application/vnd.ms-powerpoint.comments+xml"/>
  <Override PartName="/ppt/notesSlides/notesSlide10.xml" ContentType="application/vnd.openxmlformats-officedocument.presentationml.notesSlide+xml"/>
  <Override PartName="/ppt/comments/modernComment_10B_DE9E33F8.xml" ContentType="application/vnd.ms-powerpoint.comments+xml"/>
  <Override PartName="/ppt/notesSlides/notesSlide11.xml" ContentType="application/vnd.openxmlformats-officedocument.presentationml.notesSlide+xml"/>
  <Override PartName="/ppt/comments/modernComment_111_A94679D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60" r:id="rId3"/>
    <p:sldId id="268" r:id="rId4"/>
    <p:sldId id="269" r:id="rId5"/>
    <p:sldId id="270" r:id="rId6"/>
    <p:sldId id="271" r:id="rId7"/>
    <p:sldId id="272" r:id="rId8"/>
    <p:sldId id="263" r:id="rId9"/>
    <p:sldId id="266" r:id="rId10"/>
    <p:sldId id="267" r:id="rId11"/>
    <p:sldId id="273" r:id="rId12"/>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4F6F7"/>
    <a:srgbClr val="BEC7CE"/>
    <a:srgbClr val="ECF1F8"/>
    <a:srgbClr val="E9EFF7"/>
    <a:srgbClr val="E3EAF1"/>
    <a:srgbClr val="D5E1EF"/>
    <a:srgbClr val="C8D7EA"/>
    <a:srgbClr val="A3BCDD"/>
    <a:srgbClr val="D0E0DA"/>
    <a:srgbClr val="AEC3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503" autoAdjust="0"/>
  </p:normalViewPr>
  <p:slideViewPr>
    <p:cSldViewPr snapToGrid="0">
      <p:cViewPr>
        <p:scale>
          <a:sx n="150" d="100"/>
          <a:sy n="150" d="100"/>
        </p:scale>
        <p:origin x="388" y="-488"/>
      </p:cViewPr>
      <p:guideLst/>
    </p:cSldViewPr>
  </p:slideViewPr>
  <p:notesTextViewPr>
    <p:cViewPr>
      <p:scale>
        <a:sx n="1" d="1"/>
        <a:sy n="1" d="1"/>
      </p:scale>
      <p:origin x="0" y="-45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A_9C66560.xml><?xml version="1.0" encoding="utf-8"?>
<p188:cmLst xmlns:a="http://schemas.openxmlformats.org/drawingml/2006/main" xmlns:r="http://schemas.openxmlformats.org/officeDocument/2006/relationships" xmlns:p188="http://schemas.microsoft.com/office/powerpoint/2018/8/main">
  <p188:cm id="{E1E2E34D-6EED-48C7-BB40-5E89598F1CBB}" authorId="{D3F71A66-0C34-DF1A-5236-FECDBC820DCB}" created="2026-10-28T10:16:26.031Z">
    <pc:sldMkLst xmlns:pc="http://schemas.microsoft.com/office/powerpoint/2013/main/command">
      <pc:docMk/>
      <pc:sldMk cId="3763289320" sldId="265"/>
    </pc:sldMkLst>
    <p188:txBody>
      <a:bodyPr/>
      <a:lstStyle/>
      <a:p>
        <a:r>
          <a:rPr lang="zh-CN" altLang="en-US"/>
          <a:t>PROVENANCE v1
id: fig-method-ab-a4
source: 画图/画图代码/e2e/visualization/图表追溯.md
## fig-method-ab-a4｜a、b：灰色框线, 包括 Match 功能模块
**当前载体与选择。** 作者删除冗余页后的 `画图/Method总图.pptx` 共5页; 本图位于第4页。第3页是作者手动排定的位置基准,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
**共享关系与直接装配。**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
**冻结输入与科学边界。**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
**完整重建与验收。** 从仓库根执行 `python -X utf8 -B 转换工具/ops/rebuild_figures.py --figure fig-method-ab-a4 --generated-captions`。三个当前图名运行同一完整五页装配链,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48AE5FFF-8DD9-4613-9BE0-DAB39C86B51D}" authorId="{D3F71A66-0C34-DF1A-5236-FECDBC820DCB}" created="2026-10-28T10:16:26.031Z">
    <pc:sldMkLst xmlns:pc="http://schemas.microsoft.com/office/powerpoint/2013/main/command">
      <pc:docMk/>
      <pc:sldMk cId="3763289320" sldId="265"/>
    </pc:sldMkLst>
    <p188:txBody>
      <a:bodyPr/>
      <a:lstStyle/>
      <a:p>
        <a:r>
          <a:rPr lang="zh-CN" altLang="en-US"/>
          <a:t>@@fig-method-color2</a:t>
        </a:r>
      </a:p>
    </p188:txBody>
  </p188:cm>
  <p188:cm id="{EE81874B-6341-4216-B851-EE69C4142859}" authorId="{D3F71A66-0C34-DF1A-5236-FECDBC820DCB}" created="2026-10-28T13:00:38.721">
    <pc:sldMkLst xmlns:pc="http://schemas.microsoft.com/office/powerpoint/2013/main/command">
      <pc:docMk/>
      <pc:sldMk cId="163997024" sldId="266"/>
    </pc:sldMkLst>
    <p188:txBody>
      <a:bodyPr/>
      <a:lstStyle/>
      <a:p>
        <a:r>
          <a:rPr lang="zh-CN" altLang="en-US"/>
          <a:t>边框灰</a:t>
        </a:r>
      </a:p>
    </p188:txBody>
  </p188:cm>
</p188:cmLst>
</file>

<file path=ppt/comments/modernComment_10B_DE9E33F8.xml><?xml version="1.0" encoding="utf-8"?>
<p188:cmLst xmlns:a="http://schemas.openxmlformats.org/drawingml/2006/main" xmlns:r="http://schemas.openxmlformats.org/officeDocument/2006/relationships" xmlns:p188="http://schemas.microsoft.com/office/powerpoint/2018/8/main">
  <p188:cm id="{2DA2594F-C2C5-42AD-8791-C423016A23B9}" authorId="{D3F71A66-0C34-DF1A-5236-FECDBC820DCB}" created="2026-10-28T10:16:26.065Z">
    <pc:sldMkLst xmlns:pc="http://schemas.microsoft.com/office/powerpoint/2013/main/command">
      <pc:docMk/>
      <pc:sldMk cId="3763289320" sldId="266"/>
    </pc:sldMkLst>
    <p188:txBody>
      <a:bodyPr/>
      <a:lstStyle/>
      <a:p>
        <a:r>
          <a:t>PROVENANCE v1</a:t>
        </a:r>
      </a:p>
      <a:p>
        <a:r>
          <a:t>id: fig-method-ab-a5</a:t>
        </a:r>
      </a:p>
      <a:p>
        <a:r>
          <a:t>source: 画图/画图代码/e2e/visualization/图表追溯.md</a:t>
        </a:r>
      </a:p>
      <a:p>
        <a:r>
          <a:t/>
        </a:r>
      </a:p>
      <a:p>
        <a:r>
          <a:t>## fig-method-ab-a5｜a、b：灰色框线与浅灰填充, 包括 Match 功能模块</a:t>
        </a:r>
      </a:p>
      <a:p>
        <a:r>
          <a:t/>
        </a:r>
      </a:p>
      <a:p>
        <a:r>
          <a:t>**当前载体与选择。** 作者删除冗余页后的 `画图/Method总图.pptx` 共5页; 本图位于第5页。第3页是作者手动排定的位置基准,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fig-method-ab-a5 --generated-captions`。三个当前图名运行同一完整五页装配链,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3859D3A7-BEDC-4BDE-A3EE-289D439D6F2A}" authorId="{D3F71A66-0C34-DF1A-5236-FECDBC820DCB}" created="2026-10-28T10:16:26.065Z">
    <pc:sldMkLst xmlns:pc="http://schemas.microsoft.com/office/powerpoint/2013/main/command">
      <pc:docMk/>
      <pc:sldMk cId="3763289320" sldId="266"/>
    </pc:sldMkLst>
    <p188:txBody>
      <a:bodyPr/>
      <a:lstStyle/>
      <a:p>
        <a:r>
          <a:rPr lang="zh-CN" altLang="en-US"/>
          <a:t>@@fig-method-color3</a:t>
        </a:r>
      </a:p>
    </p188:txBody>
  </p188:cm>
  <p188:cm id="{E6ACF603-0CA2-46EF-8FB1-52DD699DBA86}"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comments/modernComment_10C_4274BE0E.xml><?xml version="1.0" encoding="utf-8"?>
<p188:cmLst xmlns:a="http://schemas.openxmlformats.org/drawingml/2006/main" xmlns:r="http://schemas.openxmlformats.org/officeDocument/2006/relationships" xmlns:p188="http://schemas.microsoft.com/office/powerpoint/2018/8/main">
  <p188:cm id="{F595CF03-2B82-4DDC-B96A-D92D781AD053}" authorId="{D3F71A66-0C34-DF1A-5236-FECDBC820DCB}" created="2026-10-28T14:22:27.986Z">
    <pc:sldMkLst xmlns:pc="http://schemas.microsoft.com/office/powerpoint/2013/main/command">
      <pc:docMk/>
      <pc:sldMk cId="3763289320" sldId="268"/>
    </pc:sldMkLst>
    <p188:txBody>
      <a:bodyPr/>
      <a:lstStyle/>
      <a:p>
        <a:r>
          <a:t>@@fig-method-build-context</a:t>
        </a:r>
      </a:p>
    </p188:txBody>
  </p188:cm>
  <p188:cm id="{8C98B4AE-663D-465C-A60B-3779720BD7C0}" authorId="{D3F71A66-0C34-DF1A-5236-FECDBC820DCB}" created="2026-10-28T14:22:27.986Z">
    <pc:sldMkLst xmlns:pc="http://schemas.microsoft.com/office/powerpoint/2013/main/command">
      <pc:docMk/>
      <pc:sldMk cId="3763289320" sldId="268"/>
    </pc:sldMkLst>
    <p188:txBody>
      <a:bodyPr/>
      <a:lstStyle/>
      <a:p>
        <a:r>
          <a:t>PROVENANCE v1</a:t>
        </a:r>
      </a:p>
      <a:p>
        <a:r>
          <a:t>id: fig-method-build-context</a:t>
        </a:r>
      </a:p>
      <a:p>
        <a:r>
          <a:t>source: 画图/画图代码/e2e/visualization/图表追溯.md</a:t>
        </a:r>
      </a:p>
      <a:p>
        <a:r>
          <a:t/>
        </a:r>
      </a:p>
      <a:p>
        <a:r>
          <a:t>## fig-method-build-context｜Build：整体与局部结构</a:t>
        </a:r>
      </a:p>
      <a:p>
        <a:r>
          <a:t/>
        </a:r>
      </a:p>
      <a:p>
        <a:r>
          <a:t>**共享及本页选择。** 本页与@@fig-method-build-conditioning、@@fig-method-build-poses、@@fig-method-build-denoising共用`画图/画图代码/e2e/visualization/method-build-variants`的四版生成链。第3页C1采用9BJJ的沉积受体及ATP参考坐标, 显示邻近完整受体链与相同复合物的局部视图; Zoom箭头只表示显示尺度变化, 输入Pocket同步为对应GT口袋。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fig-method-build-context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D_6D7857AA.xml><?xml version="1.0" encoding="utf-8"?>
<p188:cmLst xmlns:a="http://schemas.openxmlformats.org/drawingml/2006/main" xmlns:r="http://schemas.openxmlformats.org/officeDocument/2006/relationships" xmlns:p188="http://schemas.microsoft.com/office/powerpoint/2018/8/main">
  <p188:cm id="{DCD4F034-B5A5-42D6-8DF0-F905940F7909}" authorId="{D3F71A66-0C34-DF1A-5236-FECDBC820DCB}" created="2026-10-28T14:22:28.082Z">
    <pc:sldMkLst xmlns:pc="http://schemas.microsoft.com/office/powerpoint/2013/main/command">
      <pc:docMk/>
      <pc:sldMk cId="3763289320" sldId="269"/>
    </pc:sldMkLst>
    <p188:txBody>
      <a:bodyPr/>
      <a:lstStyle/>
      <a:p>
        <a:r>
          <a:t>@@fig-method-build-conditioning</a:t>
        </a:r>
      </a:p>
    </p188:txBody>
  </p188:cm>
  <p188:cm id="{14C61FD8-44E5-4B2B-8166-774A8085CCE5}" authorId="{D3F71A66-0C34-DF1A-5236-FECDBC820DCB}" created="2026-10-28T14:22:28.082Z">
    <pc:sldMkLst xmlns:pc="http://schemas.microsoft.com/office/powerpoint/2013/main/command">
      <pc:docMk/>
      <pc:sldMk cId="3763289320" sldId="269"/>
    </pc:sldMkLst>
    <p188:txBody>
      <a:bodyPr/>
      <a:lstStyle/>
      <a:p>
        <a:r>
          <a:t>PROVENANCE v1</a:t>
        </a:r>
      </a:p>
      <a:p>
        <a:r>
          <a:t>id: fig-method-build-conditioning</a:t>
        </a:r>
      </a:p>
      <a:p>
        <a:r>
          <a:t>source: 画图/画图代码/e2e/visualization/图表追溯.md</a:t>
        </a:r>
      </a:p>
      <a:p>
        <a:r>
          <a:t/>
        </a:r>
      </a:p>
      <a:p>
        <a:r>
          <a:t>## fig-method-build-conditioning｜Build：简化密度接入机制</a:t>
        </a:r>
      </a:p>
      <a:p>
        <a:r>
          <a:t/>
        </a:r>
      </a:p>
      <a:p>
        <a:r>
          <a:t>**共享及本页选择。** 本页与@@fig-method-build-context、@@fig-method-build-poses、@@fig-method-build-denoising共用`画图/画图代码/e2e/visualization/method-build-variants`的四版生成链。第4页C2只展开密度与受体局部信号、3D CNN、FiLM和坐标更新。重复网络块折叠; 未新增科学机制。输出采用同一9BJJ ATP的原CA2首选构象。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fig-method-build-conditioning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E_282FF2E8.xml><?xml version="1.0" encoding="utf-8"?>
<p188:cmLst xmlns:a="http://schemas.openxmlformats.org/drawingml/2006/main" xmlns:r="http://schemas.openxmlformats.org/officeDocument/2006/relationships" xmlns:p188="http://schemas.microsoft.com/office/powerpoint/2018/8/main">
  <p188:cm id="{8D0BA851-43D1-43C6-B8D9-AD4919E206EB}" authorId="{D3F71A66-0C34-DF1A-5236-FECDBC820DCB}" created="2026-10-28T14:22:28.158Z">
    <pc:sldMkLst xmlns:pc="http://schemas.microsoft.com/office/powerpoint/2013/main/command">
      <pc:docMk/>
      <pc:sldMk cId="3763289320" sldId="270"/>
    </pc:sldMkLst>
    <p188:txBody>
      <a:bodyPr/>
      <a:lstStyle/>
      <a:p>
        <a:r>
          <a:t>PROVENANCE v1</a:t>
        </a:r>
      </a:p>
      <a:p>
        <a:r>
          <a:t>id: fig-method-build-poses</a:t>
        </a:r>
      </a:p>
      <a:p>
        <a:r>
          <a:t>source: 画图/画图代码/e2e/visualization/图表追溯.md</a:t>
        </a:r>
      </a:p>
      <a:p>
        <a:r>
          <a:t/>
        </a:r>
      </a:p>
      <a:p>
        <a:r>
          <a:t>## fig-method-build-poses｜Build：多个输出构象</a:t>
        </a:r>
      </a:p>
      <a:p>
        <a:r>
          <a:t/>
        </a:r>
      </a:p>
      <a:p>
        <a:r>
          <a:t>**共享及本页选择。** 本页与@@fig-method-build-context、@@fig-method-build-conditioning、@@fig-method-build-denoising共用`画图/画图代码/e2e/visualization/method-build-variants`的四版生成链。第5页C3显示同一9BJJ ATP身份的三个原SDF候选。首项为原首选坐标对应项, 另两项按候选间坐标差异选择, 不用GT RMSD重排; 精确0基编号保存于render_manifest.json.selected_candidate_indices。三幅使用相同CA2受体、上下文和相机。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fig-method-build-poses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 id="{016FCB53-CBB3-4EE4-AA52-D06F2349D44A}" authorId="{D3F71A66-0C34-DF1A-5236-FECDBC820DCB}" created="2026-10-28T14:22:28.158Z">
    <pc:sldMkLst xmlns:pc="http://schemas.microsoft.com/office/powerpoint/2013/main/command">
      <pc:docMk/>
      <pc:sldMk cId="3763289320" sldId="270"/>
    </pc:sldMkLst>
    <p188:txBody>
      <a:bodyPr/>
      <a:lstStyle/>
      <a:p>
        <a:r>
          <a:t>@@fig-method-build-poses</a:t>
        </a:r>
      </a:p>
    </p188:txBody>
  </p188:cm>
</p188:cmLst>
</file>

<file path=ppt/comments/modernComment_10F_EB335C6F.xml><?xml version="1.0" encoding="utf-8"?>
<p188:cmLst xmlns:a="http://schemas.openxmlformats.org/drawingml/2006/main" xmlns:r="http://schemas.openxmlformats.org/officeDocument/2006/relationships" xmlns:p188="http://schemas.microsoft.com/office/powerpoint/2018/8/main">
  <p188:cm id="{F6F28A34-C203-4331-992D-057ADFED549B}" authorId="{D3F71A66-0C34-DF1A-5236-FECDBC820DCB}" created="2026-10-28T14:22:28.308Z">
    <pc:sldMkLst xmlns:pc="http://schemas.microsoft.com/office/powerpoint/2013/main/command">
      <pc:docMk/>
      <pc:sldMk cId="3763289320" sldId="271"/>
    </pc:sldMkLst>
    <p188:txBody>
      <a:bodyPr/>
      <a:lstStyle/>
      <a:p>
        <a:r>
          <a:t>@@fig-method-build-denoising</a:t>
        </a:r>
      </a:p>
    </p188:txBody>
  </p188:cm>
  <p188:cm id="{46B84889-29F4-428A-BCC1-C57985BF0EEA}" authorId="{D3F71A66-0C34-DF1A-5236-FECDBC820DCB}" created="2026-10-28T14:22:28.308Z">
    <pc:sldMkLst xmlns:pc="http://schemas.microsoft.com/office/powerpoint/2013/main/command">
      <pc:docMk/>
      <pc:sldMk cId="3763289320" sldId="271"/>
    </pc:sldMkLst>
    <p188:txBody>
      <a:bodyPr/>
      <a:lstStyle/>
      <a:p>
        <a:r>
          <a:t>PROVENANCE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0_E04F3CE8.xml><?xml version="1.0" encoding="utf-8"?>
<p188:cmLst xmlns:a="http://schemas.openxmlformats.org/drawingml/2006/main" xmlns:r="http://schemas.openxmlformats.org/officeDocument/2006/relationships" xmlns:p188="http://schemas.microsoft.com/office/powerpoint/2018/8/main">
  <p188:cm id="{8E7938EA-5369-4EDF-8742-6BC1D724451B}" authorId="{D3F71A66-0C34-DF1A-5236-FECDBC820DCB}" created="2026-10-22T02:42:32.147">
    <pc:sldMkLst xmlns:pc="http://schemas.microsoft.com/office/powerpoint/2013/main/command">
      <pc:docMk/>
      <pc:sldMk cId="3763289320" sldId="256"/>
    </pc:sldMkLst>
    <p188:txBody>
      <a:bodyPr/>
      <a:lstStyle/>
      <a:p>
        <a:r>
          <a:t>@@fig-method-v9</a:t>
        </a:r>
      </a:p>
    </p188:txBody>
  </p188:cm>
  <p188:cm id="{7AA102D2-F700-4FF5-AB3B-402CA5D4531E}" authorId="{D3F71A66-0C34-DF1A-5236-FECDBC820DCB}" created="2026-10-26T07:11:39.638Z">
    <pc:sldMkLst xmlns:pc="http://schemas.microsoft.com/office/powerpoint/2013/main/command">
      <pc:docMk/>
      <pc:sldMk cId="3763289320" sldId="256"/>
    </pc:sldMkLst>
    <p188:txBody>
      <a:bodyPr/>
      <a:lstStyle/>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`画图/画图代码/e2e/visualization/fig12-revision`。作者删页后的当前图集中, 本页为 `画图/Method总图.pptx` 第1页；`variant_manifest.json` 的生成配色为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4_D1BA0CEE.xml><?xml version="1.0" encoding="utf-8"?>
<p188:cmLst xmlns:a="http://schemas.openxmlformats.org/drawingml/2006/main" xmlns:r="http://schemas.openxmlformats.org/officeDocument/2006/relationships" xmlns:p188="http://schemas.microsoft.com/office/powerpoint/2018/8/main">
  <p188:cm id="{FE712C0E-5422-4818-88D5-845D43010D84}" authorId="{D3F71A66-0C34-DF1A-5236-FECDBC820DCB}" created="2026-10-22T02:42:32.147">
    <pc:sldMkLst xmlns:pc="http://schemas.microsoft.com/office/powerpoint/2013/main/command">
      <pc:docMk/>
      <pc:sldMk cId="3763289320" sldId="256"/>
    </pc:sldMkLst>
    <p188:txBody>
      <a:bodyPr/>
      <a:lstStyle/>
      <a:p>
        <a:r>
          <a:t>@@fig-method-v9-EDITING-5</a:t>
        </a:r>
      </a:p>
    </p188:txBody>
  </p188:cm>
  <p188:cm id="{396A21D9-3035-47FC-B3FC-05DCEA3D31D3}" authorId="{D3F71A66-0C34-DF1A-5236-FECDBC820DCB}" created="2026-10-26T07:11:39.638Z">
    <pc:sldMkLst xmlns:pc="http://schemas.microsoft.com/office/powerpoint/2013/main/command">
      <pc:docMk/>
      <pc:sldMk cId="3763289320" sldId="256"/>
    </pc:sldMkLst>
    <p188:txBody>
      <a:bodyPr/>
      <a:lstStyle/>
      <a:p>
        <a:r>
          <a:t>编辑稿来源副本：fig-method-v9-EDITING-5。复制自 @@fig-method-v9；本页未选入正文。</a:t>
        </a:r>
      </a:p>
      <a:p>
        <a:r>
          <a:t/>
        </a:r>
      </a:p>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`画图/画图代码/e2e/visualization/fig12-revision`。`variant_manifest.json` 按稳定图名选择 `画图/Method总图.pptx` 第1页，配色为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7_B2520BCC.xml><?xml version="1.0" encoding="utf-8"?>
<p188:cmLst xmlns:a="http://schemas.openxmlformats.org/drawingml/2006/main" xmlns:r="http://schemas.openxmlformats.org/officeDocument/2006/relationships" xmlns:p188="http://schemas.microsoft.com/office/powerpoint/2018/8/main">
  <p188:cm id="{3740DCB0-CA21-47C4-A727-B6BA528B7974}" authorId="{D3F71A66-0C34-DF1A-5236-FECDBC820DCB}" created="2026-10-28T10:16:25.929Z">
    <pc:sldMkLst xmlns:pc="http://schemas.microsoft.com/office/powerpoint/2013/main/command">
      <pc:docMk/>
      <pc:sldMk cId="3763289320" sldId="262"/>
    </pc:sldMkLst>
    <p188:txBody>
      <a:bodyPr/>
      <a:lstStyle/>
      <a:p>
        <a:r>
          <a:rPr lang="zh-CN" altLang="en-US"/>
          <a:t>@@fig-method-color1</a:t>
        </a:r>
      </a:p>
    </p188:txBody>
  </p188:cm>
  <p188:cm id="{BE9B85D1-40C3-4A3C-B3EA-267F16B22331}" authorId="{D3F71A66-0C34-DF1A-5236-FECDBC820DCB}" created="2026-10-28T10:16:25.929Z">
    <pc:sldMkLst xmlns:pc="http://schemas.microsoft.com/office/powerpoint/2013/main/command">
      <pc:docMk/>
      <pc:sldMk cId="3763289320" sldId="262"/>
    </pc:sldMkLst>
    <p188:txBody>
      <a:bodyPr/>
      <a:lstStyle/>
      <a:p>
        <a:r>
          <a:t>PROVENANCE v1</a:t>
        </a:r>
      </a:p>
      <a:p>
        <a:r>
          <a:t>id: fig-method-ab-a1</a:t>
        </a:r>
      </a:p>
      <a:p>
        <a:r>
          <a:t>source: 画图/画图代码/e2e/visualization/图表追溯.md</a:t>
        </a:r>
      </a:p>
      <a:p>
        <a:r>
          <a:t/>
        </a:r>
      </a:p>
      <a:p>
        <a:r>
          <a:t>## fig-method-ab-a1｜a、b：作者位置基准</a:t>
        </a:r>
      </a:p>
      <a:p>
        <a:r>
          <a:t/>
        </a:r>
      </a:p>
      <a:p>
        <a:r>
          <a:t>**当前载体与选择。** 作者删除冗余页后的 `画图/Method总图.pptx` 共5页; 本图位于第3页。第3页是作者手动排定的位置基准,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fig-method-ab-a1 --generated-captions`。三个当前图名运行同一完整五页装配链,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DF2F8992-C7C0-4AC7-86A4-C9EF57AD1F8E}" authorId="{D3F71A66-0C34-DF1A-5236-FECDBC820DCB}" created="2026-10-28T12:59:08.879">
    <pc:sldMkLst xmlns:pc="http://schemas.microsoft.com/office/powerpoint/2013/main/command">
      <pc:docMk/>
      <pc:sldMk cId="2991721420" sldId="263"/>
    </pc:sldMkLst>
    <p188:txBody>
      <a:bodyPr/>
      <a:lstStyle/>
      <a:p>
        <a:r>
          <a:rPr lang="zh-CN" altLang="en-US"/>
          <a:t>无灰————组建相对位置用这一个</a:t>
        </a:r>
      </a:p>
    </p188:txBody>
  </p188:cm>
</p188:cmLst>
</file>

<file path=ppt/comments/modernComment_110_C8F3BC68.xml><?xml version="1.0" encoding="utf-8"?>
<p188:cmLst xmlns:a="http://schemas.openxmlformats.org/drawingml/2006/main" xmlns:r="http://schemas.openxmlformats.org/officeDocument/2006/relationships" xmlns:p188="http://schemas.microsoft.com/office/powerpoint/2018/8/main">
  <p188:cm id="{45EBC10B-0BDF-491D-AE72-04BFEB09F94B}" authorId="{D3F71A66-0C34-DF1A-5236-FECDBC820DCB}" created="2026-10-28T14:22:28.308Z">
    <pc:sldMkLst xmlns:pc="http://schemas.microsoft.com/office/powerpoint/2013/main/command">
      <pc:docMk/>
      <pc:sldMk cId="3763289320" sldId="271"/>
    </pc:sldMkLst>
    <p188:txBody>
      <a:bodyPr/>
      <a:lstStyle/>
      <a:p>
        <a:r>
          <a:t>@@fig-method-build-denoising-EDITING-7</a:t>
        </a:r>
      </a:p>
    </p188:txBody>
  </p188:cm>
  <p188:cm id="{7D9F8BBD-6E06-4061-8273-1B78C6333673}" authorId="{D3F71A66-0C34-DF1A-5236-FECDBC820DCB}" created="2026-10-28T14:22:28.308Z">
    <pc:sldMkLst xmlns:pc="http://schemas.microsoft.com/office/powerpoint/2013/main/command">
      <pc:docMk/>
      <pc:sldMk cId="3763289320" sldId="271"/>
    </pc:sldMkLst>
    <p188:txBody>
      <a:bodyPr/>
      <a:lstStyle/>
      <a:p>
        <a:r>
          <a:t>AUTHOR COPY SOURCE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11_A94679DB.xml><?xml version="1.0" encoding="utf-8"?>
<p188:cmLst xmlns:a="http://schemas.openxmlformats.org/drawingml/2006/main" xmlns:r="http://schemas.openxmlformats.org/officeDocument/2006/relationships" xmlns:p188="http://schemas.microsoft.com/office/powerpoint/2018/8/main">
  <p188:cm id="{A3A3730F-3BF1-4608-A5FA-963EC25B7591}" authorId="{D3F71A66-0C34-DF1A-5236-FECDBC820DCB}" created="2026-10-28T10:16:26.065Z">
    <pc:sldMkLst xmlns:pc="http://schemas.microsoft.com/office/powerpoint/2013/main/command">
      <pc:docMk/>
      <pc:sldMk cId="3763289320" sldId="266"/>
    </pc:sldMkLst>
    <p188:txBody>
      <a:bodyPr/>
      <a:lstStyle/>
      <a:p>
        <a:r>
          <a:t>PROVENANCE v1</a:t>
        </a:r>
      </a:p>
      <a:p>
        <a:r>
          <a:t>id: fig-method-ab-a5</a:t>
        </a:r>
      </a:p>
      <a:p>
        <a:r>
          <a:t>source: 画图/画图代码/e2e/visualization/图表追溯.md</a:t>
        </a:r>
      </a:p>
      <a:p>
        <a:r>
          <a:t/>
        </a:r>
      </a:p>
      <a:p>
        <a:r>
          <a:t>## fig-method-ab-a5｜a、b：灰色框线与浅灰填充, 包括 Match 功能模块</a:t>
        </a:r>
      </a:p>
      <a:p>
        <a:r>
          <a:t/>
        </a:r>
      </a:p>
      <a:p>
        <a:r>
          <a:t>**当前载体与选择。** 作者删除冗余页后的 `画图/Method总图.pptx` 共5页; 本图位于第5页。第3页是作者手动排定的位置基准,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fig-method-ab-a5 --generated-captions`。三个当前图名运行同一完整五页装配链,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753C7A6F-E80E-48E3-B8EB-24D90D982524}" authorId="{D3F71A66-0C34-DF1A-5236-FECDBC820DCB}" created="2026-10-28T10:16:26.065Z">
    <pc:sldMkLst xmlns:pc="http://schemas.microsoft.com/office/powerpoint/2013/main/command">
      <pc:docMk/>
      <pc:sldMk cId="3763289320" sldId="266"/>
    </pc:sldMkLst>
    <p188:txBody>
      <a:bodyPr/>
      <a:lstStyle/>
      <a:p>
        <a:r>
          <a:rPr lang="zh-CN" altLang="en-US"/>
          <a:t>@@fig-method-color4</a:t>
        </a:r>
      </a:p>
    </p188:txBody>
  </p188:cm>
  <p188:cm id="{2ED125C9-7B0C-4552-B16E-5EDEFFE09B78}"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2547869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LigandSeek-Build的整体与局部结构示意。真实受体与配体复合物及其局部放大。整体和局部采用同一9BJJ沉积受体与ATP参考结构。箭头表示局部放大, 不表示模型以真实配体坐标作为推理输入。</a:t>
            </a:r>
          </a:p>
          <a:p>
            <a:r>
              <a:t>ENGLISH:</a:t>
            </a:r>
          </a:p>
          <a:p>
            <a:r>
              <a:t>Schematic of LigandSeek-Build. A receptor–ligand complex and its local view. The same deposited 9BJJ receptor and reference ATP supply both views. The zoom arrow indicates a change in display scale.</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351223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LigandSeek-Build的简化密度接入机制示意。简化的密度条件注入。三维卷积读取当前配体原子附近的密度与受体信号, 经FiLM调制原子特征并参与坐标更新。图中折叠了重复的网络块, 不代表只执行一次更新。</a:t>
            </a:r>
          </a:p>
          <a:p>
            <a:r>
              <a:t>ENGLISH:</a:t>
            </a:r>
          </a:p>
          <a:p>
            <a:r>
              <a:t>Schematic of LigandSeek-Build. Simplified density conditioning. A 3D convolutional module reads local density and receptor signals, which modulate atom features through FiLM before coordinate updates. Repeated network blocks are collapsed in the schematic.</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275292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LigandSeek-Build的多个输出构象示意。同一口袋和视角下的三个配体输出。三幅采用9BJJ同一ATP身份的原候选坐标与对应CryoAtom2受体; 顺序用于显示, 不表示原模型排名或性能优劣。</a:t>
            </a:r>
          </a:p>
          <a:p>
            <a:r>
              <a:t>ENGLISH:</a:t>
            </a:r>
          </a:p>
          <a:p>
            <a:r>
              <a:t>Schematic of LigandSeek-Build. Three ligand poses in the same pocket and view. Original candidate coordinates for the same ATP identity in 9BJJ are shown with the corresponding CryoAtom2 receptor. Display order does not indicate model ranking or accuracy.</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69777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85321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D0D79-4781-F61B-8132-0256378D1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586601-471D-6C00-8011-C086E7FFB8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BD0CFB2-03C4-E8CE-CEB0-BC802F8A7B64}"/>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99F219E9-1057-43CD-3CB9-9922669BF2A9}"/>
              </a:ext>
            </a:extLst>
          </p:cNvPr>
          <p:cNvSpPr>
            <a:spLocks noGrp="1"/>
          </p:cNvSpPr>
          <p:nvPr>
            <p:ph type="sldNum" sz="quarter" idx="5"/>
          </p:nvPr>
        </p:nvSpPr>
        <p:spPr/>
      </p:sp>
    </p:spTree>
    <p:extLst>
      <p:ext uri="{BB962C8B-B14F-4D97-AF65-F5344CB8AC3E}">
        <p14:creationId xmlns:p14="http://schemas.microsoft.com/office/powerpoint/2010/main" val="4029568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971265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122952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687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66A2-55D0-C3C7-36FB-9C68115CB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7971-49F3-579E-8E1B-018B0F11FE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EDA012-5D6C-90EE-4D2E-131E96B6B70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a:t>
            </a:r>
            <a:r>
              <a:rPr lang="en-US" altLang="zh-CN" dirty="0"/>
              <a:t>Build </a:t>
            </a:r>
            <a:r>
              <a:rPr lang="zh-CN" altLang="en-US" dirty="0"/>
              <a:t>整合了预测的结合位点、</a:t>
            </a:r>
            <a:r>
              <a:rPr lang="en-US" altLang="zh-CN" dirty="0"/>
              <a:t>SMILES</a:t>
            </a:r>
            <a:r>
              <a:rPr lang="zh-CN" altLang="en-US" dirty="0"/>
              <a:t>标识符、口袋环境和密度，利用</a:t>
            </a:r>
            <a:r>
              <a:rPr lang="en-US" altLang="zh-CN" dirty="0"/>
              <a:t>DG-</a:t>
            </a:r>
            <a:r>
              <a:rPr lang="en-US" altLang="zh-CN" dirty="0" err="1"/>
              <a:t>PocketXMol</a:t>
            </a:r>
            <a:r>
              <a:rPr lang="zh-CN" altLang="en-US" dirty="0"/>
              <a:t>重建配体构象。采用迭代去噪过程，从初始高斯噪声中生成最终的全原子姿态。</a:t>
            </a:r>
            <a:endParaRPr lang="en-US" altLang="zh-CN" dirty="0"/>
          </a:p>
          <a:p>
            <a:endParaRPr lang="en-US" altLang="zh-CN" b="1"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b="1" dirty="0"/>
              <a:t>c</a:t>
            </a:r>
            <a:r>
              <a:rPr lang="zh-CN" altLang="zh-CN" dirty="0"/>
              <a:t>, </a:t>
            </a:r>
            <a:r>
              <a:rPr lang="zh-CN" altLang="zh-CN" b="0" dirty="0"/>
              <a:t>Build </a:t>
            </a:r>
            <a:r>
              <a:rPr lang="zh-CN" altLang="zh-CN" dirty="0"/>
              <a:t>integrates the predicted binding site, SMILES identity, pocket context, and density to reconstruct ligand conformations using</a:t>
            </a:r>
            <a:r>
              <a:rPr lang="zh-CN" altLang="zh-CN" b="0" dirty="0"/>
              <a:t> DG-PocketXMol</a:t>
            </a:r>
            <a:r>
              <a:rPr lang="zh-CN" altLang="zh-CN" dirty="0"/>
              <a:t>. An iterative denoising process is employed to generate the final all-atom pose(s) from initial Gaussian noise. </a:t>
            </a:r>
            <a:endParaRPr lang="en-US" altLang="zh-CN" dirty="0"/>
          </a:p>
        </p:txBody>
      </p:sp>
      <p:sp>
        <p:nvSpPr>
          <p:cNvPr id="4" name="Slide Number Placeholder 3">
            <a:extLst>
              <a:ext uri="{FF2B5EF4-FFF2-40B4-BE49-F238E27FC236}">
                <a16:creationId xmlns:a16="http://schemas.microsoft.com/office/drawing/2014/main" id="{FA6B9390-40FD-40B5-94B2-8137761FECE5}"/>
              </a:ext>
            </a:extLst>
          </p:cNvPr>
          <p:cNvSpPr>
            <a:spLocks noGrp="1"/>
          </p:cNvSpPr>
          <p:nvPr>
            <p:ph type="sldNum" sz="quarter" idx="5"/>
          </p:nvPr>
        </p:nvSpPr>
        <p:spPr/>
      </p:sp>
    </p:spTree>
    <p:extLst>
      <p:ext uri="{BB962C8B-B14F-4D97-AF65-F5344CB8AC3E}">
        <p14:creationId xmlns:p14="http://schemas.microsoft.com/office/powerpoint/2010/main" val="1969166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E04F3CE8.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4_D1BA0CEE.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0C_4274BE0E.xml"/><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microsoft.com/office/2018/10/relationships/comments" Target="../comments/modernComment_10D_6D7857AA.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microsoft.com/office/2018/10/relationships/comments" Target="../comments/modernComment_10E_282FF2E8.xml"/><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0F_EB335C6F.xml"/><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1.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10_C8F3BC68.xml"/><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4" Type="http://schemas.openxmlformats.org/officeDocument/2006/relationships/image" Target="../media/image1.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7_B2520BCC.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A_9C66560.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B_DE9E33F8.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11_A94679DB.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method / text">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87530"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89593"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82892"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pic>
        <p:nvPicPr>
          <p:cNvPr id="50483" name="图片 50482">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DE962B78-B7D5-48B9-87F8-2B7091442BBC}"/>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78E3ED61-275F-4084-A0ED-58027336CEDD}"/>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D4F86145-7D8F-43EC-916E-D3D9668CBA5D}"/>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69E4AF15-4441-4953-BC21-A9A09B8807EC}"/>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A73B5841-5DC8-4503-BDE2-815DBBEFE500}"/>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2CD955D9-21C2-4AE5-9635-C9F55AC072B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825F396-DC00-4D1F-95F0-5208E2576D2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42E599AD-9784-4B26-ADAB-718990C44186}"/>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616630"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34839"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427985"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19" name="Build | Docking tools card">
            <a:extLst>
              <a:ext uri="{FF2B5EF4-FFF2-40B4-BE49-F238E27FC236}">
                <a16:creationId xmlns:a16="http://schemas.microsoft.com/office/drawing/2014/main" id="{288AF752-E58D-4CA0-2F23-C67E070DE1F6}"/>
              </a:ext>
            </a:extLst>
          </p:cNvPr>
          <p:cNvSpPr/>
          <p:nvPr/>
        </p:nvSpPr>
        <p:spPr>
          <a:xfrm>
            <a:off x="4992811" y="2608447"/>
            <a:ext cx="1106489" cy="516618"/>
          </a:xfrm>
          <a:prstGeom prst="roundRect">
            <a:avLst>
              <a:gd name="adj" fmla="val 8000"/>
            </a:avLst>
          </a:prstGeom>
          <a:solidFill>
            <a:srgbClr val="F1F4F5"/>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5" name="TextBox 12309">
            <a:extLst>
              <a:ext uri="{FF2B5EF4-FFF2-40B4-BE49-F238E27FC236}">
                <a16:creationId xmlns:a16="http://schemas.microsoft.com/office/drawing/2014/main" id="{C07AF2A2-FDFF-5159-A179-B8A5C11F22FC}"/>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37" name="TextBox 12310">
            <a:extLst>
              <a:ext uri="{FF2B5EF4-FFF2-40B4-BE49-F238E27FC236}">
                <a16:creationId xmlns:a16="http://schemas.microsoft.com/office/drawing/2014/main" id="{C42F2268-2E32-7F87-B574-86630B213ED5}"/>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F4F53E91-014C-CC30-59FD-5CB7B47AA24B}"/>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96EC49BA-932C-048E-0C29-D37711377096}"/>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3C1F0666-BDE2-8018-A15E-F23B75749AC3}"/>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968C3470-AFF4-84BE-480A-4198D540DAFD}"/>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52EDB60B-0EF2-5740-F6D3-490228F31BBD}"/>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1E199BBA-7EEA-1D1F-CC07-CF5E10C7319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B93E16-86CF-EC30-4B85-AB855EC83D6D}"/>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99B41AE2-EAF3-E315-4AA4-A4F793A4B44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D63A76A4-2D29-1500-5803-AF39F7023C4D}"/>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A1261C35-D54B-E6F0-CEB8-92C3A4EA2F11}"/>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15486D53-C7E9-74F7-5606-71E9E67107CB}"/>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22853855-37F0-F097-5AB4-2A71217CCECE}"/>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226FC415-F61D-9825-F4E2-7875354B9CE4}"/>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98982A79-66E8-8186-5738-B9C8C265AD1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E0CC02A3-C3BC-25F3-3ACA-F9C35A76437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FB579D51-2029-2A4F-F28A-9FD8CEA9C42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3E039EDB-C0A1-D2F0-7622-DAD7B4C1DF8A}"/>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041C4C2A-1F3E-B385-6EEF-4CF845DD72CB}"/>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B944B134-0C5C-EDB4-7E05-356300CE5CF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E85DB2C4-CA0B-3BB5-4FE0-95E7A522EBC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7C1D8B1B-9067-04E4-D88D-BBCA8B15ED2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5098931E-3497-BF84-30B9-8890AE9B2B81}"/>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9618D3B1-BB38-1D27-4208-D7DDBBCB03CB}"/>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719B8D8D-7D22-E395-EB7A-A30A5FC026F9}"/>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D90FE229-4700-A9A0-716D-42D3E47B5659}"/>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784D2088-B332-78C8-D599-5C842A0D4A05}"/>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7C0132AE-C614-5D01-CE24-74B5E2E20C19}"/>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2F32F87-5D6A-6C94-A7F6-4A91C761BE2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6EE9ABF2-2C40-B5F6-1940-1775C9FA19E7}"/>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CF1C2D1C-D69A-6A2D-6E8B-E01FB0B07D7A}"/>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673FA697-764F-FA65-943A-B0B04E886AA9}"/>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5BFF00E4-D1C5-B041-B844-EA0112D3895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7F998603-B998-4B63-186F-B9B3006B1515}"/>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C16C5EE0-2590-6EDE-7060-6FEB5C29567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D17D31A9-6859-682D-4432-49EED6892A5B}"/>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1ECC54AA-79B9-EDB8-EFBF-519A1F7E46B5}"/>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CDC88B96-6D61-535A-FDF3-6F5B19766313}"/>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A5A85E04-6EB6-EE3B-B74A-2FFE4D412899}"/>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A3AA1487-88AF-6B87-467A-DBBA1B5879E8}"/>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126D8AAC-D550-6A76-7801-445CFF246FB7}"/>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6A4075E0-3906-50B3-9BCC-35B69C4DD9E9}"/>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6C28BDF3-9DEF-239E-4C81-1C35D6FB68F3}"/>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BCB28D41-0A15-B122-0B90-72ED412EE024}"/>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C7E8379B-ACDE-5BD9-361A-DE4ABFF8B41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ECFFEA72-8626-56BD-8B3E-3037CF1AF8E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BFCAF518-99F3-0A2C-AB70-DFC4C8589A4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9BF9FDFE-C42C-53CD-A061-7F45E2EE8D15}"/>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2682615C-84A0-1CD6-C8C0-03464596EB1F}"/>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631DB92D-913E-B01B-9AEB-960224667825}"/>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15790B56-0B8D-756D-0DCC-AB75E3B6FD11}"/>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1631C88D-1EB9-D6F4-95AF-DCCB642F9F9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FE9273CF-E566-6F37-1587-2BBB9D1E170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EE131202-AC5D-2E28-6AED-B98076EEFF5A}"/>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4C792408-71CE-6A7F-0B63-11CAA43A6679}"/>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8ED39DF3-C54D-C189-3815-4C683D28132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BD482086-500D-6E6D-896E-088B7D13BF7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D0E7FAF9-1563-DE48-E748-9126946B5C8E}"/>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E48EE981-48B8-EA3F-9CB0-F29B28DF82E7}"/>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18584D7C-FABD-E9F6-72C1-951301DDEDAD}"/>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08906595-0DA8-95EC-8632-3FEAE784B9F6}"/>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8E285AE8-5B25-317D-97AA-75401514E8A1}"/>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9813B73F-CCCD-EA9A-376F-456AB1E610B1}"/>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07679385-E86D-06AF-3A36-FED40D7C95EE}"/>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B881CA9B-A096-8E3F-9899-573DA90CDCB3}"/>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4E683091-6004-F992-1701-5ECCC7280632}"/>
              </a:ext>
            </a:extLst>
          </p:cNvPr>
          <p:cNvPicPr>
            <a:picLocks noChangeAspect="1"/>
          </p:cNvPicPr>
          <p:nvPr/>
        </p:nvPicPr>
        <p:blipFill>
          <a:blip r:embed="rId6"/>
          <a:stretch/>
        </p:blipFill>
        <p:spPr>
          <a:xfrm>
            <a:off x="5149836" y="3476625"/>
            <a:ext cx="806478" cy="666750"/>
          </a:xfrm>
          <a:prstGeom prst="rect">
            <a:avLst/>
          </a:prstGeom>
        </p:spPr>
      </p:pic>
    </p:spTree>
    <p:extLst>
      <p:ext uri="{BB962C8B-B14F-4D97-AF65-F5344CB8AC3E}">
        <p14:creationId xmlns:p14="http://schemas.microsoft.com/office/powerpoint/2010/main" val="351863115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1A72AC86-BC31-4F24-B0F4-BCE54D15A440}"/>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C924A688-257C-475C-84AB-D8359AB992E8}"/>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F85FF731-0736-4E07-BCF8-31EFC2F51A1D}"/>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9C3557DE-6959-4907-9461-3153A685741E}"/>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5B3E351C-FB47-426B-BA8E-65E312802419}"/>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complex">
            <a:extLst>
              <a:ext uri="{FF2B5EF4-FFF2-40B4-BE49-F238E27FC236}">
                <a16:creationId xmlns:a16="http://schemas.microsoft.com/office/drawing/2014/main" id="{79B26B59-34F9-49AF-A2F7-A3600FDD2EB6}"/>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complex head">
            <a:extLst>
              <a:ext uri="{FF2B5EF4-FFF2-40B4-BE49-F238E27FC236}">
                <a16:creationId xmlns:a16="http://schemas.microsoft.com/office/drawing/2014/main" id="{FB50AD9F-E98A-4645-AF36-D44FCEABB33B}"/>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global structure viewport">
            <a:extLst>
              <a:ext uri="{FF2B5EF4-FFF2-40B4-BE49-F238E27FC236}">
                <a16:creationId xmlns:a16="http://schemas.microsoft.com/office/drawing/2014/main" id="{C0DC9EAF-E642-42A3-8CB6-165F959DB0B0}"/>
              </a:ext>
            </a:extLst>
          </p:cNvPr>
          <p:cNvSpPr>
            <a:spLocks noGrp="1"/>
          </p:cNvSpPr>
          <p:nvPr/>
        </p:nvSpPr>
        <p:spPr>
          <a:xfrm>
            <a:off x="4996800" y="2347200"/>
            <a:ext cx="1105200" cy="972000"/>
          </a:xfrm>
          <a:prstGeom prst="roundRect">
            <a:avLst>
              <a:gd name="adj" fmla="val 7840"/>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CDBAC475-BE0F-4988-BB5D-7975A4551630}"/>
              </a:ext>
            </a:extLst>
          </p:cNvPr>
          <p:cNvPicPr>
            <a:picLocks noChangeAspect="1"/>
          </p:cNvPicPr>
          <p:nvPr/>
        </p:nvPicPr>
        <p:blipFill>
          <a:blip r:embed="rId6"/>
          <a:stretch/>
        </p:blipFill>
        <p:spPr>
          <a:xfrm>
            <a:off x="5024057" y="2354400"/>
            <a:ext cx="1050686" cy="817200"/>
          </a:xfrm>
          <a:prstGeom prst="rect">
            <a:avLst/>
          </a:prstGeom>
        </p:spPr>
      </p:pic>
      <p:sp>
        <p:nvSpPr>
          <p:cNvPr id="60009" name="Build | label">
            <a:extLst>
              <a:ext uri="{FF2B5EF4-FFF2-40B4-BE49-F238E27FC236}">
                <a16:creationId xmlns:a16="http://schemas.microsoft.com/office/drawing/2014/main" id="{E8FB1901-D11B-4932-984A-C632CD42918B}"/>
              </a:ext>
            </a:extLst>
          </p:cNvPr>
          <p:cNvSpPr>
            <a:spLocks noGrp="1"/>
          </p:cNvSpPr>
          <p:nvPr/>
        </p:nvSpPr>
        <p:spPr>
          <a:xfrm>
            <a:off x="5004000" y="3193200"/>
            <a:ext cx="1090800" cy="972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Receptor–ligand complex</a:t>
            </a:r>
          </a:p>
        </p:txBody>
      </p:sp>
      <p:sp>
        <p:nvSpPr>
          <p:cNvPr id="60010" name="Build | zoom into pocket">
            <a:extLst>
              <a:ext uri="{FF2B5EF4-FFF2-40B4-BE49-F238E27FC236}">
                <a16:creationId xmlns:a16="http://schemas.microsoft.com/office/drawing/2014/main" id="{EDDFCF5B-F91E-4446-83E1-05A071D65ED7}"/>
              </a:ext>
            </a:extLst>
          </p:cNvPr>
          <p:cNvSpPr>
            <a:spLocks noGrp="1"/>
          </p:cNvSpPr>
          <p:nvPr/>
        </p:nvSpPr>
        <p:spPr>
          <a:xfrm>
            <a:off x="5547600" y="3340800"/>
            <a:ext cx="95" cy="122400"/>
          </a:xfrm>
          <a:custGeom>
            <a:avLst/>
            <a:gdLst/>
            <a:ahLst/>
            <a:cxnLst/>
            <a:rect l="0" t="0" r="0" b="0"/>
            <a:pathLst>
              <a:path w="95" h="122400">
                <a:moveTo>
                  <a:pt x="0" y="0"/>
                </a:moveTo>
                <a:lnTo>
                  <a:pt x="0" y="122400"/>
                </a:lnTo>
              </a:path>
            </a:pathLst>
          </a:custGeom>
          <a:noFill/>
          <a:ln w="8255">
            <a:solidFill>
              <a:srgbClr val="77828C"/>
            </a:solidFill>
          </a:ln>
        </p:spPr>
      </p:sp>
      <p:sp>
        <p:nvSpPr>
          <p:cNvPr id="60011" name="Build | zoom into pocket head">
            <a:extLst>
              <a:ext uri="{FF2B5EF4-FFF2-40B4-BE49-F238E27FC236}">
                <a16:creationId xmlns:a16="http://schemas.microsoft.com/office/drawing/2014/main" id="{099B7F87-698B-4178-A640-9276B67D727D}"/>
              </a:ext>
            </a:extLst>
          </p:cNvPr>
          <p:cNvSpPr>
            <a:spLocks noGrp="1"/>
          </p:cNvSpPr>
          <p:nvPr/>
        </p:nvSpPr>
        <p:spPr>
          <a:xfrm>
            <a:off x="5533470" y="3436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label">
            <a:extLst>
              <a:ext uri="{FF2B5EF4-FFF2-40B4-BE49-F238E27FC236}">
                <a16:creationId xmlns:a16="http://schemas.microsoft.com/office/drawing/2014/main" id="{C00C0BFE-8FBA-45D2-A34D-2D253F165FD7}"/>
              </a:ext>
            </a:extLst>
          </p:cNvPr>
          <p:cNvSpPr>
            <a:spLocks noGrp="1"/>
          </p:cNvSpPr>
          <p:nvPr/>
        </p:nvSpPr>
        <p:spPr>
          <a:xfrm>
            <a:off x="5630400" y="3351600"/>
            <a:ext cx="324000" cy="100800"/>
          </a:xfrm>
          <a:prstGeom prst="rect">
            <a:avLst/>
          </a:prstGeom>
          <a:noFill/>
          <a:ln w="0">
            <a:noFill/>
          </a:ln>
        </p:spPr>
        <p:txBody>
          <a:bodyPr wrap="none" lIns="0" tIns="0" rIns="0" bIns="0" anchor="ctr">
            <a:noAutofit/>
          </a:bodyPr>
          <a:lstStyle>
            <a:defPPr algn="ctr">
              <a:defRPr sz="590" b="0">
                <a:solidFill>
                  <a:srgbClr val="596873"/>
                </a:solidFill>
                <a:latin typeface="Arial"/>
                <a:ea typeface="Arial"/>
                <a:cs typeface="Arial"/>
              </a:defRPr>
            </a:defPPr>
            <a:lvl1pPr algn="ctr">
              <a:defRPr sz="590" b="0">
                <a:solidFill>
                  <a:srgbClr val="596873"/>
                </a:solidFill>
                <a:latin typeface="Arial"/>
                <a:ea typeface="Arial"/>
                <a:cs typeface="Arial"/>
              </a:defRPr>
            </a:lvl1pPr>
            <a:lvl2pPr algn="ctr">
              <a:defRPr sz="590" b="0">
                <a:solidFill>
                  <a:srgbClr val="596873"/>
                </a:solidFill>
                <a:latin typeface="Arial"/>
                <a:ea typeface="Arial"/>
                <a:cs typeface="Arial"/>
              </a:defRPr>
            </a:lvl2pPr>
            <a:lvl3pPr algn="ctr">
              <a:defRPr sz="590" b="0">
                <a:solidFill>
                  <a:srgbClr val="596873"/>
                </a:solidFill>
                <a:latin typeface="Arial"/>
                <a:ea typeface="Arial"/>
                <a:cs typeface="Arial"/>
              </a:defRPr>
            </a:lvl3pPr>
            <a:lvl4pPr algn="ctr">
              <a:defRPr sz="590" b="0">
                <a:solidFill>
                  <a:srgbClr val="596873"/>
                </a:solidFill>
                <a:latin typeface="Arial"/>
                <a:ea typeface="Arial"/>
                <a:cs typeface="Arial"/>
              </a:defRPr>
            </a:lvl4pPr>
            <a:lvl5pPr algn="ctr">
              <a:defRPr sz="590" b="0">
                <a:solidFill>
                  <a:srgbClr val="596873"/>
                </a:solidFill>
                <a:latin typeface="Arial"/>
                <a:ea typeface="Arial"/>
                <a:cs typeface="Arial"/>
              </a:defRPr>
            </a:lvl5pPr>
            <a:lvl6pPr algn="ctr">
              <a:defRPr sz="590" b="0">
                <a:solidFill>
                  <a:srgbClr val="596873"/>
                </a:solidFill>
                <a:latin typeface="Arial"/>
                <a:ea typeface="Arial"/>
                <a:cs typeface="Arial"/>
              </a:defRPr>
            </a:lvl6pPr>
            <a:lvl7pPr algn="ctr">
              <a:defRPr sz="590" b="0">
                <a:solidFill>
                  <a:srgbClr val="596873"/>
                </a:solidFill>
                <a:latin typeface="Arial"/>
                <a:ea typeface="Arial"/>
                <a:cs typeface="Arial"/>
              </a:defRPr>
            </a:lvl7pPr>
            <a:lvl8pPr algn="ctr">
              <a:defRPr sz="590" b="0">
                <a:solidFill>
                  <a:srgbClr val="596873"/>
                </a:solidFill>
                <a:latin typeface="Arial"/>
                <a:ea typeface="Arial"/>
                <a:cs typeface="Arial"/>
              </a:defRPr>
            </a:lvl8pPr>
            <a:lvl9pPr algn="ctr">
              <a:defRPr sz="590" b="0">
                <a:solidFill>
                  <a:srgbClr val="596873"/>
                </a:solidFill>
                <a:latin typeface="Arial"/>
                <a:ea typeface="Arial"/>
                <a:cs typeface="Arial"/>
              </a:defRPr>
            </a:lvl9pPr>
          </a:lstStyle>
          <a:p>
            <a:pPr algn="ctr">
              <a:defRPr sz="590" b="0">
                <a:solidFill>
                  <a:srgbClr val="596873"/>
                </a:solidFill>
                <a:latin typeface="Arial"/>
                <a:ea typeface="Arial"/>
                <a:cs typeface="Arial"/>
              </a:defRPr>
            </a:pPr>
            <a:r>
              <a:rPr sz="590" b="0">
                <a:solidFill>
                  <a:srgbClr val="596873"/>
                </a:solidFill>
                <a:latin typeface="Arial"/>
                <a:ea typeface="Arial"/>
                <a:cs typeface="Arial"/>
              </a:rPr>
              <a:t>Zoom</a:t>
            </a:r>
          </a:p>
        </p:txBody>
      </p:sp>
      <p:sp>
        <p:nvSpPr>
          <p:cNvPr id="60013" name="Build | local structure viewport">
            <a:extLst>
              <a:ext uri="{FF2B5EF4-FFF2-40B4-BE49-F238E27FC236}">
                <a16:creationId xmlns:a16="http://schemas.microsoft.com/office/drawing/2014/main" id="{2A254B35-5252-4388-8E46-B9197FBB1D8D}"/>
              </a:ext>
            </a:extLst>
          </p:cNvPr>
          <p:cNvSpPr>
            <a:spLocks noGrp="1"/>
          </p:cNvSpPr>
          <p:nvPr/>
        </p:nvSpPr>
        <p:spPr>
          <a:xfrm>
            <a:off x="4996800" y="3502800"/>
            <a:ext cx="1105200" cy="856800"/>
          </a:xfrm>
          <a:prstGeom prst="roundRect">
            <a:avLst>
              <a:gd name="adj" fmla="val 8894"/>
            </a:avLst>
          </a:prstGeom>
          <a:solidFill>
            <a:srgbClr val="FFFFFF"/>
          </a:solidFill>
          <a:ln w="7620">
            <a:solidFill>
              <a:srgbClr val="C8CFD4"/>
            </a:solidFill>
          </a:ln>
        </p:spPr>
      </p:sp>
      <p:pic>
        <p:nvPicPr>
          <p:cNvPr id="60014" name="图片 60013">
            <a:extLst>
              <a:ext uri="{FF2B5EF4-FFF2-40B4-BE49-F238E27FC236}">
                <a16:creationId xmlns:a16="http://schemas.microsoft.com/office/drawing/2014/main" id="{7C2D01A2-FBD9-4077-8530-DF97C20353A6}"/>
              </a:ext>
            </a:extLst>
          </p:cNvPr>
          <p:cNvPicPr>
            <a:picLocks noChangeAspect="1"/>
          </p:cNvPicPr>
          <p:nvPr/>
        </p:nvPicPr>
        <p:blipFill>
          <a:blip r:embed="rId7"/>
          <a:stretch/>
        </p:blipFill>
        <p:spPr>
          <a:xfrm>
            <a:off x="5075862" y="3520800"/>
            <a:ext cx="947077" cy="684000"/>
          </a:xfrm>
          <a:prstGeom prst="rect">
            <a:avLst/>
          </a:prstGeom>
        </p:spPr>
      </p:pic>
      <p:sp>
        <p:nvSpPr>
          <p:cNvPr id="60015" name="Build | label">
            <a:extLst>
              <a:ext uri="{FF2B5EF4-FFF2-40B4-BE49-F238E27FC236}">
                <a16:creationId xmlns:a16="http://schemas.microsoft.com/office/drawing/2014/main" id="{48E0CA85-1317-4E4D-8972-8C61828243BB}"/>
              </a:ext>
            </a:extLst>
          </p:cNvPr>
          <p:cNvSpPr>
            <a:spLocks noGrp="1"/>
          </p:cNvSpPr>
          <p:nvPr/>
        </p:nvSpPr>
        <p:spPr>
          <a:xfrm>
            <a:off x="5004000" y="4230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114947086"/>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inputs to conditioner">
            <a:extLst>
              <a:ext uri="{FF2B5EF4-FFF2-40B4-BE49-F238E27FC236}">
                <a16:creationId xmlns:a16="http://schemas.microsoft.com/office/drawing/2014/main" id="{105CDDE8-CBF1-46D1-91B9-D78BE8C69941}"/>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1" name="Build | inputs to conditioner head">
            <a:extLst>
              <a:ext uri="{FF2B5EF4-FFF2-40B4-BE49-F238E27FC236}">
                <a16:creationId xmlns:a16="http://schemas.microsoft.com/office/drawing/2014/main" id="{C008D087-7580-493F-B469-6C6F37D873CD}"/>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2" name="Build | simplified density-conditioned engine">
            <a:extLst>
              <a:ext uri="{FF2B5EF4-FFF2-40B4-BE49-F238E27FC236}">
                <a16:creationId xmlns:a16="http://schemas.microsoft.com/office/drawing/2014/main" id="{2018B0F3-E3A3-481C-BCFB-AFC01B8A30D8}"/>
              </a:ext>
            </a:extLst>
          </p:cNvPr>
          <p:cNvSpPr>
            <a:spLocks noGrp="1"/>
          </p:cNvSpPr>
          <p:nvPr/>
        </p:nvSpPr>
        <p:spPr>
          <a:xfrm>
            <a:off x="4996800" y="1915200"/>
            <a:ext cx="1105200" cy="1591200"/>
          </a:xfrm>
          <a:prstGeom prst="roundRect">
            <a:avLst>
              <a:gd name="adj" fmla="val 6895"/>
            </a:avLst>
          </a:prstGeom>
          <a:solidFill>
            <a:srgbClr val="FDF9F0"/>
          </a:solidFill>
          <a:ln w="7620">
            <a:solidFill>
              <a:srgbClr val="D8A95A"/>
            </a:solidFill>
          </a:ln>
        </p:spPr>
      </p:sp>
      <p:sp>
        <p:nvSpPr>
          <p:cNvPr id="60003" name="Build | label">
            <a:extLst>
              <a:ext uri="{FF2B5EF4-FFF2-40B4-BE49-F238E27FC236}">
                <a16:creationId xmlns:a16="http://schemas.microsoft.com/office/drawing/2014/main" id="{47B10E1C-0F1B-4D44-B794-969FBC57121E}"/>
              </a:ext>
            </a:extLst>
          </p:cNvPr>
          <p:cNvSpPr>
            <a:spLocks noGrp="1"/>
          </p:cNvSpPr>
          <p:nvPr/>
        </p:nvSpPr>
        <p:spPr>
          <a:xfrm>
            <a:off x="5014800" y="19656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4" name="Build | label">
            <a:extLst>
              <a:ext uri="{FF2B5EF4-FFF2-40B4-BE49-F238E27FC236}">
                <a16:creationId xmlns:a16="http://schemas.microsoft.com/office/drawing/2014/main" id="{0562A8B5-ECF0-4D2C-84DF-239623017D4A}"/>
              </a:ext>
            </a:extLst>
          </p:cNvPr>
          <p:cNvSpPr>
            <a:spLocks noGrp="1"/>
          </p:cNvSpPr>
          <p:nvPr/>
        </p:nvSpPr>
        <p:spPr>
          <a:xfrm>
            <a:off x="5043600" y="2296800"/>
            <a:ext cx="450000" cy="244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Atom</a:t>
            </a:r>
          </a:p>
          <a:p>
            <a:pPr algn="ctr">
              <a:defRPr sz="620" b="0">
                <a:solidFill>
                  <a:srgbClr val="263442"/>
                </a:solidFill>
                <a:latin typeface="Arial"/>
                <a:ea typeface="Arial"/>
                <a:cs typeface="Arial"/>
              </a:defRPr>
            </a:pPr>
            <a:r>
              <a:rPr sz="620" b="0">
                <a:solidFill>
                  <a:srgbClr val="263442"/>
                </a:solidFill>
                <a:latin typeface="Arial"/>
                <a:ea typeface="Arial"/>
                <a:cs typeface="Arial"/>
              </a:rPr>
              <a:t>features</a:t>
            </a:r>
          </a:p>
        </p:txBody>
      </p:sp>
      <p:sp>
        <p:nvSpPr>
          <p:cNvPr id="60005" name="Build | label">
            <a:extLst>
              <a:ext uri="{FF2B5EF4-FFF2-40B4-BE49-F238E27FC236}">
                <a16:creationId xmlns:a16="http://schemas.microsoft.com/office/drawing/2014/main" id="{AD29220A-2953-43F3-90A9-FC44DA2E013C}"/>
              </a:ext>
            </a:extLst>
          </p:cNvPr>
          <p:cNvSpPr>
            <a:spLocks noGrp="1"/>
          </p:cNvSpPr>
          <p:nvPr/>
        </p:nvSpPr>
        <p:spPr>
          <a:xfrm>
            <a:off x="5583600" y="2217600"/>
            <a:ext cx="450000" cy="226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Density +</a:t>
            </a:r>
          </a:p>
          <a:p>
            <a:pPr algn="ctr">
              <a:defRPr sz="620" b="0">
                <a:solidFill>
                  <a:srgbClr val="263442"/>
                </a:solidFill>
                <a:latin typeface="Arial"/>
                <a:ea typeface="Arial"/>
                <a:cs typeface="Arial"/>
              </a:defRPr>
            </a:pPr>
            <a:r>
              <a:rPr sz="620" b="0">
                <a:solidFill>
                  <a:srgbClr val="263442"/>
                </a:solidFill>
                <a:latin typeface="Arial"/>
                <a:ea typeface="Arial"/>
                <a:cs typeface="Arial"/>
              </a:rPr>
              <a:t>receptor</a:t>
            </a:r>
          </a:p>
        </p:txBody>
      </p:sp>
      <p:sp>
        <p:nvSpPr>
          <p:cNvPr id="60006" name="Build | local density voxel">
            <a:extLst>
              <a:ext uri="{FF2B5EF4-FFF2-40B4-BE49-F238E27FC236}">
                <a16:creationId xmlns:a16="http://schemas.microsoft.com/office/drawing/2014/main" id="{E6B9D61F-24D8-4676-B0B7-EE9C54207883}"/>
              </a:ext>
            </a:extLst>
          </p:cNvPr>
          <p:cNvSpPr>
            <a:spLocks noGrp="1"/>
          </p:cNvSpPr>
          <p:nvPr/>
        </p:nvSpPr>
        <p:spPr>
          <a:xfrm>
            <a:off x="5659200" y="2484000"/>
            <a:ext cx="93600" cy="64800"/>
          </a:xfrm>
          <a:prstGeom prst="rect">
            <a:avLst/>
          </a:prstGeom>
          <a:solidFill>
            <a:srgbClr val="89BED4"/>
          </a:solidFill>
          <a:ln w="7620">
            <a:noFill/>
          </a:ln>
        </p:spPr>
      </p:sp>
      <p:sp>
        <p:nvSpPr>
          <p:cNvPr id="60007" name="Build | local density voxel">
            <a:extLst>
              <a:ext uri="{FF2B5EF4-FFF2-40B4-BE49-F238E27FC236}">
                <a16:creationId xmlns:a16="http://schemas.microsoft.com/office/drawing/2014/main" id="{6D3FAFF6-D0CD-4CDC-B4B6-696B1E6A9FA0}"/>
              </a:ext>
            </a:extLst>
          </p:cNvPr>
          <p:cNvSpPr>
            <a:spLocks noGrp="1"/>
          </p:cNvSpPr>
          <p:nvPr/>
        </p:nvSpPr>
        <p:spPr>
          <a:xfrm>
            <a:off x="5752800" y="2484000"/>
            <a:ext cx="93600" cy="64800"/>
          </a:xfrm>
          <a:prstGeom prst="rect">
            <a:avLst/>
          </a:prstGeom>
          <a:solidFill>
            <a:srgbClr val="B4D9E5"/>
          </a:solidFill>
          <a:ln w="7620">
            <a:noFill/>
          </a:ln>
        </p:spPr>
      </p:sp>
      <p:sp>
        <p:nvSpPr>
          <p:cNvPr id="60008" name="Build | local density voxel">
            <a:extLst>
              <a:ext uri="{FF2B5EF4-FFF2-40B4-BE49-F238E27FC236}">
                <a16:creationId xmlns:a16="http://schemas.microsoft.com/office/drawing/2014/main" id="{8DCDB3BA-0578-43F9-B3E5-2A5CAC3E76E1}"/>
              </a:ext>
            </a:extLst>
          </p:cNvPr>
          <p:cNvSpPr>
            <a:spLocks noGrp="1"/>
          </p:cNvSpPr>
          <p:nvPr/>
        </p:nvSpPr>
        <p:spPr>
          <a:xfrm>
            <a:off x="5846400" y="2484000"/>
            <a:ext cx="93600" cy="64800"/>
          </a:xfrm>
          <a:prstGeom prst="rect">
            <a:avLst/>
          </a:prstGeom>
          <a:solidFill>
            <a:srgbClr val="559EBB"/>
          </a:solidFill>
          <a:ln w="7620">
            <a:noFill/>
          </a:ln>
        </p:spPr>
      </p:sp>
      <p:sp>
        <p:nvSpPr>
          <p:cNvPr id="60009" name="Build | local density voxel">
            <a:extLst>
              <a:ext uri="{FF2B5EF4-FFF2-40B4-BE49-F238E27FC236}">
                <a16:creationId xmlns:a16="http://schemas.microsoft.com/office/drawing/2014/main" id="{A632D31F-D1F7-4839-9F5D-ACAAAB0A5402}"/>
              </a:ext>
            </a:extLst>
          </p:cNvPr>
          <p:cNvSpPr>
            <a:spLocks noGrp="1"/>
          </p:cNvSpPr>
          <p:nvPr/>
        </p:nvSpPr>
        <p:spPr>
          <a:xfrm>
            <a:off x="5659200" y="2548800"/>
            <a:ext cx="93600" cy="64800"/>
          </a:xfrm>
          <a:prstGeom prst="rect">
            <a:avLst/>
          </a:prstGeom>
          <a:solidFill>
            <a:srgbClr val="B4D9E5"/>
          </a:solidFill>
          <a:ln w="7620">
            <a:noFill/>
          </a:ln>
        </p:spPr>
      </p:sp>
      <p:sp>
        <p:nvSpPr>
          <p:cNvPr id="60010" name="Build | local density voxel">
            <a:extLst>
              <a:ext uri="{FF2B5EF4-FFF2-40B4-BE49-F238E27FC236}">
                <a16:creationId xmlns:a16="http://schemas.microsoft.com/office/drawing/2014/main" id="{6E9036E8-5A28-4A8C-98DA-B62FA89B6E36}"/>
              </a:ext>
            </a:extLst>
          </p:cNvPr>
          <p:cNvSpPr>
            <a:spLocks noGrp="1"/>
          </p:cNvSpPr>
          <p:nvPr/>
        </p:nvSpPr>
        <p:spPr>
          <a:xfrm>
            <a:off x="5752800" y="2548800"/>
            <a:ext cx="93600" cy="64800"/>
          </a:xfrm>
          <a:prstGeom prst="rect">
            <a:avLst/>
          </a:prstGeom>
          <a:solidFill>
            <a:srgbClr val="559EBB"/>
          </a:solidFill>
          <a:ln w="7620">
            <a:noFill/>
          </a:ln>
        </p:spPr>
      </p:sp>
      <p:sp>
        <p:nvSpPr>
          <p:cNvPr id="60011" name="Build | local density voxel">
            <a:extLst>
              <a:ext uri="{FF2B5EF4-FFF2-40B4-BE49-F238E27FC236}">
                <a16:creationId xmlns:a16="http://schemas.microsoft.com/office/drawing/2014/main" id="{1088555F-D9FB-4CAE-8E62-5DE8FAC63CCD}"/>
              </a:ext>
            </a:extLst>
          </p:cNvPr>
          <p:cNvSpPr>
            <a:spLocks noGrp="1"/>
          </p:cNvSpPr>
          <p:nvPr/>
        </p:nvSpPr>
        <p:spPr>
          <a:xfrm>
            <a:off x="5846400" y="2548800"/>
            <a:ext cx="93600" cy="64800"/>
          </a:xfrm>
          <a:prstGeom prst="rect">
            <a:avLst/>
          </a:prstGeom>
          <a:solidFill>
            <a:srgbClr val="89BED4"/>
          </a:solidFill>
          <a:ln w="7620">
            <a:noFill/>
          </a:ln>
        </p:spPr>
      </p:sp>
      <p:sp>
        <p:nvSpPr>
          <p:cNvPr id="60012" name="Build | local readout to CNN">
            <a:extLst>
              <a:ext uri="{FF2B5EF4-FFF2-40B4-BE49-F238E27FC236}">
                <a16:creationId xmlns:a16="http://schemas.microsoft.com/office/drawing/2014/main" id="{D9A0B2B0-E3D9-4A95-BB07-E02413034DC0}"/>
              </a:ext>
            </a:extLst>
          </p:cNvPr>
          <p:cNvSpPr>
            <a:spLocks noGrp="1"/>
          </p:cNvSpPr>
          <p:nvPr/>
        </p:nvSpPr>
        <p:spPr>
          <a:xfrm>
            <a:off x="5799600" y="2638800"/>
            <a:ext cx="95" cy="72000"/>
          </a:xfrm>
          <a:custGeom>
            <a:avLst/>
            <a:gdLst/>
            <a:ahLst/>
            <a:cxnLst/>
            <a:rect l="0" t="0" r="0" b="0"/>
            <a:pathLst>
              <a:path w="95" h="72000">
                <a:moveTo>
                  <a:pt x="0" y="0"/>
                </a:moveTo>
                <a:lnTo>
                  <a:pt x="0" y="72000"/>
                </a:lnTo>
              </a:path>
            </a:pathLst>
          </a:custGeom>
          <a:noFill/>
          <a:ln w="8255">
            <a:solidFill>
              <a:srgbClr val="7294A6"/>
            </a:solidFill>
          </a:ln>
        </p:spPr>
      </p:sp>
      <p:sp>
        <p:nvSpPr>
          <p:cNvPr id="60013" name="Build | local readout to CNN head">
            <a:extLst>
              <a:ext uri="{FF2B5EF4-FFF2-40B4-BE49-F238E27FC236}">
                <a16:creationId xmlns:a16="http://schemas.microsoft.com/office/drawing/2014/main" id="{8A5BE4AA-5E68-4B01-8AE8-F9CD96774DCF}"/>
              </a:ext>
            </a:extLst>
          </p:cNvPr>
          <p:cNvSpPr>
            <a:spLocks noGrp="1"/>
          </p:cNvSpPr>
          <p:nvPr/>
        </p:nvSpPr>
        <p:spPr>
          <a:xfrm>
            <a:off x="5785470" y="2683658"/>
            <a:ext cx="28261" cy="27142"/>
          </a:xfrm>
          <a:custGeom>
            <a:avLst/>
            <a:gdLst/>
            <a:ahLst/>
            <a:cxnLst/>
            <a:rect l="0" t="0" r="0" b="0"/>
            <a:pathLst>
              <a:path w="28261" h="27142">
                <a:moveTo>
                  <a:pt x="0" y="0"/>
                </a:moveTo>
                <a:lnTo>
                  <a:pt x="14130" y="27142"/>
                </a:lnTo>
                <a:lnTo>
                  <a:pt x="28261" y="0"/>
                </a:lnTo>
              </a:path>
            </a:pathLst>
          </a:custGeom>
          <a:noFill/>
          <a:ln w="8255">
            <a:solidFill>
              <a:srgbClr val="7294A6"/>
            </a:solidFill>
          </a:ln>
        </p:spPr>
      </p:sp>
      <p:sp>
        <p:nvSpPr>
          <p:cNvPr id="60014" name="Build | local 3D convolution">
            <a:extLst>
              <a:ext uri="{FF2B5EF4-FFF2-40B4-BE49-F238E27FC236}">
                <a16:creationId xmlns:a16="http://schemas.microsoft.com/office/drawing/2014/main" id="{C95B6F78-4BB7-4DF2-8AAA-2566FD8134B8}"/>
              </a:ext>
            </a:extLst>
          </p:cNvPr>
          <p:cNvSpPr>
            <a:spLocks noGrp="1"/>
          </p:cNvSpPr>
          <p:nvPr/>
        </p:nvSpPr>
        <p:spPr>
          <a:xfrm>
            <a:off x="5576400" y="2743200"/>
            <a:ext cx="464400" cy="219600"/>
          </a:xfrm>
          <a:prstGeom prst="roundRect">
            <a:avLst>
              <a:gd name="adj" fmla="val 34699"/>
            </a:avLst>
          </a:prstGeom>
          <a:solidFill>
            <a:srgbClr val="F0F6F9"/>
          </a:solidFill>
          <a:ln w="7620">
            <a:solidFill>
              <a:srgbClr val="C8CFD4"/>
            </a:solidFill>
          </a:ln>
        </p:spPr>
      </p:sp>
      <p:sp>
        <p:nvSpPr>
          <p:cNvPr id="60015" name="Build | label">
            <a:extLst>
              <a:ext uri="{FF2B5EF4-FFF2-40B4-BE49-F238E27FC236}">
                <a16:creationId xmlns:a16="http://schemas.microsoft.com/office/drawing/2014/main" id="{934EC4F5-7E60-41BC-9E12-03824678C801}"/>
              </a:ext>
            </a:extLst>
          </p:cNvPr>
          <p:cNvSpPr>
            <a:spLocks noGrp="1"/>
          </p:cNvSpPr>
          <p:nvPr/>
        </p:nvSpPr>
        <p:spPr>
          <a:xfrm>
            <a:off x="5583600" y="2779200"/>
            <a:ext cx="450000" cy="129600"/>
          </a:xfrm>
          <a:prstGeom prst="rect">
            <a:avLst/>
          </a:prstGeom>
          <a:noFill/>
          <a:ln w="0">
            <a:noFill/>
          </a:ln>
        </p:spPr>
        <p:txBody>
          <a:bodyPr wrap="none" lIns="0" tIns="0" rIns="0" bIns="0" anchor="ctr">
            <a:noAutofit/>
          </a:bodyPr>
          <a:lstStyle>
            <a:defPPr algn="ctr">
              <a:defRPr sz="640" b="0">
                <a:solidFill>
                  <a:srgbClr val="263442"/>
                </a:solidFill>
                <a:latin typeface="Arial"/>
                <a:ea typeface="Arial"/>
                <a:cs typeface="Arial"/>
              </a:defRPr>
            </a:defPPr>
            <a:lvl1pPr algn="ctr">
              <a:defRPr sz="640" b="0">
                <a:solidFill>
                  <a:srgbClr val="263442"/>
                </a:solidFill>
                <a:latin typeface="Arial"/>
                <a:ea typeface="Arial"/>
                <a:cs typeface="Arial"/>
              </a:defRPr>
            </a:lvl1pPr>
            <a:lvl2pPr algn="ctr">
              <a:defRPr sz="640" b="0">
                <a:solidFill>
                  <a:srgbClr val="263442"/>
                </a:solidFill>
                <a:latin typeface="Arial"/>
                <a:ea typeface="Arial"/>
                <a:cs typeface="Arial"/>
              </a:defRPr>
            </a:lvl2pPr>
            <a:lvl3pPr algn="ctr">
              <a:defRPr sz="640" b="0">
                <a:solidFill>
                  <a:srgbClr val="263442"/>
                </a:solidFill>
                <a:latin typeface="Arial"/>
                <a:ea typeface="Arial"/>
                <a:cs typeface="Arial"/>
              </a:defRPr>
            </a:lvl3pPr>
            <a:lvl4pPr algn="ctr">
              <a:defRPr sz="640" b="0">
                <a:solidFill>
                  <a:srgbClr val="263442"/>
                </a:solidFill>
                <a:latin typeface="Arial"/>
                <a:ea typeface="Arial"/>
                <a:cs typeface="Arial"/>
              </a:defRPr>
            </a:lvl4pPr>
            <a:lvl5pPr algn="ctr">
              <a:defRPr sz="640" b="0">
                <a:solidFill>
                  <a:srgbClr val="263442"/>
                </a:solidFill>
                <a:latin typeface="Arial"/>
                <a:ea typeface="Arial"/>
                <a:cs typeface="Arial"/>
              </a:defRPr>
            </a:lvl5pPr>
            <a:lvl6pPr algn="ctr">
              <a:defRPr sz="640" b="0">
                <a:solidFill>
                  <a:srgbClr val="263442"/>
                </a:solidFill>
                <a:latin typeface="Arial"/>
                <a:ea typeface="Arial"/>
                <a:cs typeface="Arial"/>
              </a:defRPr>
            </a:lvl6pPr>
            <a:lvl7pPr algn="ctr">
              <a:defRPr sz="640" b="0">
                <a:solidFill>
                  <a:srgbClr val="263442"/>
                </a:solidFill>
                <a:latin typeface="Arial"/>
                <a:ea typeface="Arial"/>
                <a:cs typeface="Arial"/>
              </a:defRPr>
            </a:lvl7pPr>
            <a:lvl8pPr algn="ctr">
              <a:defRPr sz="640" b="0">
                <a:solidFill>
                  <a:srgbClr val="263442"/>
                </a:solidFill>
                <a:latin typeface="Arial"/>
                <a:ea typeface="Arial"/>
                <a:cs typeface="Arial"/>
              </a:defRPr>
            </a:lvl8pPr>
            <a:lvl9pPr algn="ctr">
              <a:defRPr sz="640" b="0">
                <a:solidFill>
                  <a:srgbClr val="263442"/>
                </a:solidFill>
                <a:latin typeface="Arial"/>
                <a:ea typeface="Arial"/>
                <a:cs typeface="Arial"/>
              </a:defRPr>
            </a:lvl9pPr>
          </a:lstStyle>
          <a:p>
            <a:pPr algn="ctr">
              <a:defRPr sz="640" b="0">
                <a:solidFill>
                  <a:srgbClr val="263442"/>
                </a:solidFill>
                <a:latin typeface="Arial"/>
                <a:ea typeface="Arial"/>
                <a:cs typeface="Arial"/>
              </a:defRPr>
            </a:pPr>
            <a:r>
              <a:rPr sz="640" b="0">
                <a:solidFill>
                  <a:srgbClr val="263442"/>
                </a:solidFill>
                <a:latin typeface="Arial"/>
                <a:ea typeface="Arial"/>
                <a:cs typeface="Arial"/>
              </a:rPr>
              <a:t>3D CNN</a:t>
            </a:r>
          </a:p>
        </p:txBody>
      </p:sp>
      <p:sp>
        <p:nvSpPr>
          <p:cNvPr id="60016" name="Build | atom features into FiLM">
            <a:extLst>
              <a:ext uri="{FF2B5EF4-FFF2-40B4-BE49-F238E27FC236}">
                <a16:creationId xmlns:a16="http://schemas.microsoft.com/office/drawing/2014/main" id="{C37FA5C8-A34E-4104-B525-B8250D0EC742}"/>
              </a:ext>
            </a:extLst>
          </p:cNvPr>
          <p:cNvSpPr>
            <a:spLocks noGrp="1"/>
          </p:cNvSpPr>
          <p:nvPr/>
        </p:nvSpPr>
        <p:spPr>
          <a:xfrm>
            <a:off x="5270400" y="2570400"/>
            <a:ext cx="95" cy="367200"/>
          </a:xfrm>
          <a:custGeom>
            <a:avLst/>
            <a:gdLst/>
            <a:ahLst/>
            <a:cxnLst/>
            <a:rect l="0" t="0" r="0" b="0"/>
            <a:pathLst>
              <a:path w="95" h="367200">
                <a:moveTo>
                  <a:pt x="0" y="0"/>
                </a:moveTo>
                <a:lnTo>
                  <a:pt x="0" y="367200"/>
                </a:lnTo>
              </a:path>
            </a:pathLst>
          </a:custGeom>
          <a:noFill/>
          <a:ln w="8255">
            <a:solidFill>
              <a:srgbClr val="77828C"/>
            </a:solidFill>
          </a:ln>
        </p:spPr>
      </p:sp>
      <p:sp>
        <p:nvSpPr>
          <p:cNvPr id="60017" name="Build | atom features into FiLM head">
            <a:extLst>
              <a:ext uri="{FF2B5EF4-FFF2-40B4-BE49-F238E27FC236}">
                <a16:creationId xmlns:a16="http://schemas.microsoft.com/office/drawing/2014/main" id="{337F5589-DDAD-4699-8434-138DE2E7D1D6}"/>
              </a:ext>
            </a:extLst>
          </p:cNvPr>
          <p:cNvSpPr>
            <a:spLocks noGrp="1"/>
          </p:cNvSpPr>
          <p:nvPr/>
        </p:nvSpPr>
        <p:spPr>
          <a:xfrm>
            <a:off x="5256270" y="29104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8" name="Build | feature modulation FiLM">
            <a:extLst>
              <a:ext uri="{FF2B5EF4-FFF2-40B4-BE49-F238E27FC236}">
                <a16:creationId xmlns:a16="http://schemas.microsoft.com/office/drawing/2014/main" id="{5BE2A965-64C6-4D8B-B04A-FE84E573850B}"/>
              </a:ext>
            </a:extLst>
          </p:cNvPr>
          <p:cNvSpPr>
            <a:spLocks noGrp="1"/>
          </p:cNvSpPr>
          <p:nvPr/>
        </p:nvSpPr>
        <p:spPr>
          <a:xfrm>
            <a:off x="5043600" y="2970000"/>
            <a:ext cx="450000" cy="219600"/>
          </a:xfrm>
          <a:prstGeom prst="roundRect">
            <a:avLst>
              <a:gd name="adj" fmla="val 34699"/>
            </a:avLst>
          </a:prstGeom>
          <a:solidFill>
            <a:srgbClr val="EDE7F5"/>
          </a:solidFill>
          <a:ln w="7620">
            <a:solidFill>
              <a:srgbClr val="B8A9D9"/>
            </a:solidFill>
          </a:ln>
        </p:spPr>
      </p:sp>
      <p:sp>
        <p:nvSpPr>
          <p:cNvPr id="60019" name="Build | label">
            <a:extLst>
              <a:ext uri="{FF2B5EF4-FFF2-40B4-BE49-F238E27FC236}">
                <a16:creationId xmlns:a16="http://schemas.microsoft.com/office/drawing/2014/main" id="{E638E754-BD44-49AC-9583-157D6B0D9DAB}"/>
              </a:ext>
            </a:extLst>
          </p:cNvPr>
          <p:cNvSpPr>
            <a:spLocks noGrp="1"/>
          </p:cNvSpPr>
          <p:nvPr/>
        </p:nvSpPr>
        <p:spPr>
          <a:xfrm>
            <a:off x="5054400" y="3009600"/>
            <a:ext cx="428400" cy="1296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FiLM</a:t>
            </a:r>
          </a:p>
        </p:txBody>
      </p:sp>
      <p:sp>
        <p:nvSpPr>
          <p:cNvPr id="60020" name="Build | density condition into FiLM">
            <a:extLst>
              <a:ext uri="{FF2B5EF4-FFF2-40B4-BE49-F238E27FC236}">
                <a16:creationId xmlns:a16="http://schemas.microsoft.com/office/drawing/2014/main" id="{ACC5BF19-6E98-40E9-9232-1479AF9571FE}"/>
              </a:ext>
            </a:extLst>
          </p:cNvPr>
          <p:cNvSpPr>
            <a:spLocks noGrp="1"/>
          </p:cNvSpPr>
          <p:nvPr/>
        </p:nvSpPr>
        <p:spPr>
          <a:xfrm>
            <a:off x="5518800" y="2991600"/>
            <a:ext cx="280800" cy="90000"/>
          </a:xfrm>
          <a:custGeom>
            <a:avLst/>
            <a:gdLst/>
            <a:ahLst/>
            <a:cxnLst/>
            <a:rect l="0" t="0" r="0" b="0"/>
            <a:pathLst>
              <a:path w="280800" h="90000">
                <a:moveTo>
                  <a:pt x="280800" y="0"/>
                </a:moveTo>
                <a:lnTo>
                  <a:pt x="280800" y="90000"/>
                </a:lnTo>
                <a:lnTo>
                  <a:pt x="0" y="90000"/>
                </a:lnTo>
              </a:path>
            </a:pathLst>
          </a:custGeom>
          <a:noFill/>
          <a:ln w="8255">
            <a:solidFill>
              <a:srgbClr val="7294A6"/>
            </a:solidFill>
          </a:ln>
        </p:spPr>
      </p:sp>
      <p:sp>
        <p:nvSpPr>
          <p:cNvPr id="60021" name="Build | density condition into FiLM head">
            <a:extLst>
              <a:ext uri="{FF2B5EF4-FFF2-40B4-BE49-F238E27FC236}">
                <a16:creationId xmlns:a16="http://schemas.microsoft.com/office/drawing/2014/main" id="{F8D9D542-3CFB-4D6B-96AE-DFF3B5733A83}"/>
              </a:ext>
            </a:extLst>
          </p:cNvPr>
          <p:cNvSpPr>
            <a:spLocks noGrp="1"/>
          </p:cNvSpPr>
          <p:nvPr/>
        </p:nvSpPr>
        <p:spPr>
          <a:xfrm>
            <a:off x="5518800" y="3067470"/>
            <a:ext cx="27142" cy="28261"/>
          </a:xfrm>
          <a:custGeom>
            <a:avLst/>
            <a:gdLst/>
            <a:ahLst/>
            <a:cxnLst/>
            <a:rect l="0" t="0" r="0" b="0"/>
            <a:pathLst>
              <a:path w="27142" h="28261">
                <a:moveTo>
                  <a:pt x="27142" y="0"/>
                </a:moveTo>
                <a:lnTo>
                  <a:pt x="0" y="14130"/>
                </a:lnTo>
                <a:lnTo>
                  <a:pt x="27142" y="28261"/>
                </a:lnTo>
              </a:path>
            </a:pathLst>
          </a:custGeom>
          <a:noFill/>
          <a:ln w="8255">
            <a:solidFill>
              <a:srgbClr val="7294A6"/>
            </a:solidFill>
          </a:ln>
        </p:spPr>
      </p:sp>
      <p:sp>
        <p:nvSpPr>
          <p:cNvPr id="60022" name="Build | modulated features to coordinate update">
            <a:extLst>
              <a:ext uri="{FF2B5EF4-FFF2-40B4-BE49-F238E27FC236}">
                <a16:creationId xmlns:a16="http://schemas.microsoft.com/office/drawing/2014/main" id="{2642EE71-A9C9-4C4E-B05F-A19DB4A83A3A}"/>
              </a:ext>
            </a:extLst>
          </p:cNvPr>
          <p:cNvSpPr>
            <a:spLocks noGrp="1"/>
          </p:cNvSpPr>
          <p:nvPr/>
        </p:nvSpPr>
        <p:spPr>
          <a:xfrm>
            <a:off x="5270400" y="3204000"/>
            <a:ext cx="95" cy="46800"/>
          </a:xfrm>
          <a:custGeom>
            <a:avLst/>
            <a:gdLst/>
            <a:ahLst/>
            <a:cxnLst/>
            <a:rect l="0" t="0" r="0" b="0"/>
            <a:pathLst>
              <a:path w="95" h="46800">
                <a:moveTo>
                  <a:pt x="0" y="0"/>
                </a:moveTo>
                <a:lnTo>
                  <a:pt x="0" y="46800"/>
                </a:lnTo>
              </a:path>
            </a:pathLst>
          </a:custGeom>
          <a:noFill/>
          <a:ln w="8255">
            <a:solidFill>
              <a:srgbClr val="77828C"/>
            </a:solidFill>
          </a:ln>
        </p:spPr>
      </p:sp>
      <p:sp>
        <p:nvSpPr>
          <p:cNvPr id="60023" name="Build | modulated features to coordinate update head">
            <a:extLst>
              <a:ext uri="{FF2B5EF4-FFF2-40B4-BE49-F238E27FC236}">
                <a16:creationId xmlns:a16="http://schemas.microsoft.com/office/drawing/2014/main" id="{13D09B9E-FA0F-4164-AD3E-A36520748ACC}"/>
              </a:ext>
            </a:extLst>
          </p:cNvPr>
          <p:cNvSpPr>
            <a:spLocks noGrp="1"/>
          </p:cNvSpPr>
          <p:nvPr/>
        </p:nvSpPr>
        <p:spPr>
          <a:xfrm>
            <a:off x="5256270" y="3223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4" name="Build | coordinate update">
            <a:extLst>
              <a:ext uri="{FF2B5EF4-FFF2-40B4-BE49-F238E27FC236}">
                <a16:creationId xmlns:a16="http://schemas.microsoft.com/office/drawing/2014/main" id="{883EFB34-22A3-42AF-A97E-BA08AD61712B}"/>
              </a:ext>
            </a:extLst>
          </p:cNvPr>
          <p:cNvSpPr>
            <a:spLocks noGrp="1"/>
          </p:cNvSpPr>
          <p:nvPr/>
        </p:nvSpPr>
        <p:spPr>
          <a:xfrm>
            <a:off x="5043600" y="3279600"/>
            <a:ext cx="997200" cy="183600"/>
          </a:xfrm>
          <a:prstGeom prst="roundRect">
            <a:avLst>
              <a:gd name="adj" fmla="val 41503"/>
            </a:avLst>
          </a:prstGeom>
          <a:solidFill>
            <a:srgbClr val="FFFFFF"/>
          </a:solidFill>
          <a:ln w="7620">
            <a:solidFill>
              <a:srgbClr val="C8CFD4"/>
            </a:solidFill>
          </a:ln>
        </p:spPr>
      </p:sp>
      <p:sp>
        <p:nvSpPr>
          <p:cNvPr id="60025" name="Build | label">
            <a:extLst>
              <a:ext uri="{FF2B5EF4-FFF2-40B4-BE49-F238E27FC236}">
                <a16:creationId xmlns:a16="http://schemas.microsoft.com/office/drawing/2014/main" id="{699F0448-4B4C-4E7F-B706-4FA7653D9047}"/>
              </a:ext>
            </a:extLst>
          </p:cNvPr>
          <p:cNvSpPr>
            <a:spLocks noGrp="1"/>
          </p:cNvSpPr>
          <p:nvPr/>
        </p:nvSpPr>
        <p:spPr>
          <a:xfrm>
            <a:off x="5054400" y="3312000"/>
            <a:ext cx="975600" cy="111600"/>
          </a:xfrm>
          <a:prstGeom prst="rect">
            <a:avLst/>
          </a:prstGeom>
          <a:noFill/>
          <a:ln w="0">
            <a:noFill/>
          </a:ln>
        </p:spPr>
        <p:txBody>
          <a:bodyPr wrap="none" lIns="0" tIns="0" rIns="0" bIns="0" anchor="ctr">
            <a:noAutofit/>
          </a:bodyPr>
          <a:lstStyle>
            <a:defPPr algn="ctr">
              <a:defRPr sz="630" b="0">
                <a:solidFill>
                  <a:srgbClr val="263442"/>
                </a:solidFill>
                <a:latin typeface="Arial"/>
                <a:ea typeface="Arial"/>
                <a:cs typeface="Arial"/>
              </a:defRPr>
            </a:defPPr>
            <a:lvl1pPr algn="ctr">
              <a:defRPr sz="630" b="0">
                <a:solidFill>
                  <a:srgbClr val="263442"/>
                </a:solidFill>
                <a:latin typeface="Arial"/>
                <a:ea typeface="Arial"/>
                <a:cs typeface="Arial"/>
              </a:defRPr>
            </a:lvl1pPr>
            <a:lvl2pPr algn="ctr">
              <a:defRPr sz="630" b="0">
                <a:solidFill>
                  <a:srgbClr val="263442"/>
                </a:solidFill>
                <a:latin typeface="Arial"/>
                <a:ea typeface="Arial"/>
                <a:cs typeface="Arial"/>
              </a:defRPr>
            </a:lvl2pPr>
            <a:lvl3pPr algn="ctr">
              <a:defRPr sz="630" b="0">
                <a:solidFill>
                  <a:srgbClr val="263442"/>
                </a:solidFill>
                <a:latin typeface="Arial"/>
                <a:ea typeface="Arial"/>
                <a:cs typeface="Arial"/>
              </a:defRPr>
            </a:lvl3pPr>
            <a:lvl4pPr algn="ctr">
              <a:defRPr sz="630" b="0">
                <a:solidFill>
                  <a:srgbClr val="263442"/>
                </a:solidFill>
                <a:latin typeface="Arial"/>
                <a:ea typeface="Arial"/>
                <a:cs typeface="Arial"/>
              </a:defRPr>
            </a:lvl4pPr>
            <a:lvl5pPr algn="ctr">
              <a:defRPr sz="630" b="0">
                <a:solidFill>
                  <a:srgbClr val="263442"/>
                </a:solidFill>
                <a:latin typeface="Arial"/>
                <a:ea typeface="Arial"/>
                <a:cs typeface="Arial"/>
              </a:defRPr>
            </a:lvl5pPr>
            <a:lvl6pPr algn="ctr">
              <a:defRPr sz="630" b="0">
                <a:solidFill>
                  <a:srgbClr val="263442"/>
                </a:solidFill>
                <a:latin typeface="Arial"/>
                <a:ea typeface="Arial"/>
                <a:cs typeface="Arial"/>
              </a:defRPr>
            </a:lvl6pPr>
            <a:lvl7pPr algn="ctr">
              <a:defRPr sz="630" b="0">
                <a:solidFill>
                  <a:srgbClr val="263442"/>
                </a:solidFill>
                <a:latin typeface="Arial"/>
                <a:ea typeface="Arial"/>
                <a:cs typeface="Arial"/>
              </a:defRPr>
            </a:lvl7pPr>
            <a:lvl8pPr algn="ctr">
              <a:defRPr sz="630" b="0">
                <a:solidFill>
                  <a:srgbClr val="263442"/>
                </a:solidFill>
                <a:latin typeface="Arial"/>
                <a:ea typeface="Arial"/>
                <a:cs typeface="Arial"/>
              </a:defRPr>
            </a:lvl8pPr>
            <a:lvl9pPr algn="ctr">
              <a:defRPr sz="630" b="0">
                <a:solidFill>
                  <a:srgbClr val="263442"/>
                </a:solidFill>
                <a:latin typeface="Arial"/>
                <a:ea typeface="Arial"/>
                <a:cs typeface="Arial"/>
              </a:defRPr>
            </a:lvl9pPr>
          </a:lstStyle>
          <a:p>
            <a:pPr algn="ctr">
              <a:defRPr sz="630" b="0">
                <a:solidFill>
                  <a:srgbClr val="263442"/>
                </a:solidFill>
                <a:latin typeface="Arial"/>
                <a:ea typeface="Arial"/>
                <a:cs typeface="Arial"/>
              </a:defRPr>
            </a:pPr>
            <a:r>
              <a:rPr sz="630" b="0">
                <a:solidFill>
                  <a:srgbClr val="263442"/>
                </a:solidFill>
                <a:latin typeface="Arial"/>
                <a:ea typeface="Arial"/>
                <a:cs typeface="Arial"/>
              </a:rPr>
              <a:t>Coordinate update</a:t>
            </a:r>
          </a:p>
        </p:txBody>
      </p:sp>
      <p:sp>
        <p:nvSpPr>
          <p:cNvPr id="60026" name="Build | updated atom coordinates to pose">
            <a:extLst>
              <a:ext uri="{FF2B5EF4-FFF2-40B4-BE49-F238E27FC236}">
                <a16:creationId xmlns:a16="http://schemas.microsoft.com/office/drawing/2014/main" id="{590CFCCC-7F5E-4D35-970B-961C21AD1FAF}"/>
              </a:ext>
            </a:extLst>
          </p:cNvPr>
          <p:cNvSpPr>
            <a:spLocks noGrp="1"/>
          </p:cNvSpPr>
          <p:nvPr/>
        </p:nvSpPr>
        <p:spPr>
          <a:xfrm>
            <a:off x="5547600" y="35352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27" name="Build | updated atom coordinates to pose head">
            <a:extLst>
              <a:ext uri="{FF2B5EF4-FFF2-40B4-BE49-F238E27FC236}">
                <a16:creationId xmlns:a16="http://schemas.microsoft.com/office/drawing/2014/main" id="{CBD28E31-E628-4C58-AAC4-C4D0CEB29FFB}"/>
              </a:ext>
            </a:extLst>
          </p:cNvPr>
          <p:cNvSpPr>
            <a:spLocks noGrp="1"/>
          </p:cNvSpPr>
          <p:nvPr/>
        </p:nvSpPr>
        <p:spPr>
          <a:xfrm>
            <a:off x="5533470" y="3572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pic>
        <p:nvPicPr>
          <p:cNvPr id="60028" name="图片 60027">
            <a:extLst>
              <a:ext uri="{FF2B5EF4-FFF2-40B4-BE49-F238E27FC236}">
                <a16:creationId xmlns:a16="http://schemas.microsoft.com/office/drawing/2014/main" id="{F95B79DD-2418-4A06-B1EB-7082B8D928ED}"/>
              </a:ext>
            </a:extLst>
          </p:cNvPr>
          <p:cNvPicPr>
            <a:picLocks noChangeAspect="1"/>
          </p:cNvPicPr>
          <p:nvPr/>
        </p:nvPicPr>
        <p:blipFill>
          <a:blip r:embed="rId6"/>
          <a:stretch/>
        </p:blipFill>
        <p:spPr>
          <a:xfrm>
            <a:off x="5113246" y="3618000"/>
            <a:ext cx="872308" cy="630000"/>
          </a:xfrm>
          <a:prstGeom prst="rect">
            <a:avLst/>
          </a:prstGeom>
        </p:spPr>
      </p:pic>
      <p:sp>
        <p:nvSpPr>
          <p:cNvPr id="60029" name="Build | label">
            <a:extLst>
              <a:ext uri="{FF2B5EF4-FFF2-40B4-BE49-F238E27FC236}">
                <a16:creationId xmlns:a16="http://schemas.microsoft.com/office/drawing/2014/main" id="{3AC21760-C0CF-4B5A-A1AF-06B02562DD77}"/>
              </a:ext>
            </a:extLst>
          </p:cNvPr>
          <p:cNvSpPr>
            <a:spLocks noGrp="1"/>
          </p:cNvSpPr>
          <p:nvPr/>
        </p:nvSpPr>
        <p:spPr>
          <a:xfrm>
            <a:off x="5004000" y="4266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83660330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ECB2B766-B9B4-4112-802D-C98FACAB8293}"/>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79F9B786-D2B3-48E3-8BE5-F360726CE349}"/>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4FBCDC51-7BF6-463D-87B2-7A8058E0D1DF}"/>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2A81B2C1-BE38-4C7C-B034-144E659C73D3}"/>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4C771B6A-1164-465E-9AD7-0ED8DDADA81F}"/>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alternative poses">
            <a:extLst>
              <a:ext uri="{FF2B5EF4-FFF2-40B4-BE49-F238E27FC236}">
                <a16:creationId xmlns:a16="http://schemas.microsoft.com/office/drawing/2014/main" id="{E10BE34A-D6B6-492A-95DC-EEBC1C48FC74}"/>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alternative poses head">
            <a:extLst>
              <a:ext uri="{FF2B5EF4-FFF2-40B4-BE49-F238E27FC236}">
                <a16:creationId xmlns:a16="http://schemas.microsoft.com/office/drawing/2014/main" id="{457B8A33-5E2F-4C11-B699-9BDB1E7FA1F6}"/>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alternative pose output">
            <a:extLst>
              <a:ext uri="{FF2B5EF4-FFF2-40B4-BE49-F238E27FC236}">
                <a16:creationId xmlns:a16="http://schemas.microsoft.com/office/drawing/2014/main" id="{CC76E275-6B68-4B6D-8003-9B49760FE017}"/>
              </a:ext>
            </a:extLst>
          </p:cNvPr>
          <p:cNvSpPr>
            <a:spLocks noGrp="1"/>
          </p:cNvSpPr>
          <p:nvPr/>
        </p:nvSpPr>
        <p:spPr>
          <a:xfrm>
            <a:off x="4996800" y="2340000"/>
            <a:ext cx="1105200" cy="2019600"/>
          </a:xfrm>
          <a:prstGeom prst="roundRect">
            <a:avLst>
              <a:gd name="adj" fmla="val 6895"/>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B99AAD69-E1AE-4B74-996B-1605F26BD153}"/>
              </a:ext>
            </a:extLst>
          </p:cNvPr>
          <p:cNvPicPr>
            <a:picLocks noChangeAspect="1"/>
          </p:cNvPicPr>
          <p:nvPr/>
        </p:nvPicPr>
        <p:blipFill>
          <a:blip r:embed="rId6"/>
          <a:stretch/>
        </p:blipFill>
        <p:spPr>
          <a:xfrm>
            <a:off x="5120723" y="2354400"/>
            <a:ext cx="857354" cy="619200"/>
          </a:xfrm>
          <a:prstGeom prst="rect">
            <a:avLst/>
          </a:prstGeom>
        </p:spPr>
      </p:pic>
      <p:sp>
        <p:nvSpPr>
          <p:cNvPr id="60009" name="Build | pose separator 0">
            <a:extLst>
              <a:ext uri="{FF2B5EF4-FFF2-40B4-BE49-F238E27FC236}">
                <a16:creationId xmlns:a16="http://schemas.microsoft.com/office/drawing/2014/main" id="{3487966A-B678-48D2-999C-0911B3599B37}"/>
              </a:ext>
            </a:extLst>
          </p:cNvPr>
          <p:cNvSpPr>
            <a:spLocks noGrp="1"/>
          </p:cNvSpPr>
          <p:nvPr/>
        </p:nvSpPr>
        <p:spPr>
          <a:xfrm>
            <a:off x="5076000" y="29844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0" name="图片 60009">
            <a:extLst>
              <a:ext uri="{FF2B5EF4-FFF2-40B4-BE49-F238E27FC236}">
                <a16:creationId xmlns:a16="http://schemas.microsoft.com/office/drawing/2014/main" id="{CBD3B484-630D-4184-A3B9-755EE4C3DB98}"/>
              </a:ext>
            </a:extLst>
          </p:cNvPr>
          <p:cNvPicPr>
            <a:picLocks noChangeAspect="1"/>
          </p:cNvPicPr>
          <p:nvPr/>
        </p:nvPicPr>
        <p:blipFill>
          <a:blip r:embed="rId7"/>
          <a:stretch/>
        </p:blipFill>
        <p:spPr>
          <a:xfrm>
            <a:off x="5120723" y="2991600"/>
            <a:ext cx="857354" cy="619200"/>
          </a:xfrm>
          <a:prstGeom prst="rect">
            <a:avLst/>
          </a:prstGeom>
        </p:spPr>
      </p:pic>
      <p:sp>
        <p:nvSpPr>
          <p:cNvPr id="60011" name="Build | pose separator 1">
            <a:extLst>
              <a:ext uri="{FF2B5EF4-FFF2-40B4-BE49-F238E27FC236}">
                <a16:creationId xmlns:a16="http://schemas.microsoft.com/office/drawing/2014/main" id="{5647E784-2544-4446-943E-E18CA16542A3}"/>
              </a:ext>
            </a:extLst>
          </p:cNvPr>
          <p:cNvSpPr>
            <a:spLocks noGrp="1"/>
          </p:cNvSpPr>
          <p:nvPr/>
        </p:nvSpPr>
        <p:spPr>
          <a:xfrm>
            <a:off x="5076000" y="36216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2" name="图片 60011">
            <a:extLst>
              <a:ext uri="{FF2B5EF4-FFF2-40B4-BE49-F238E27FC236}">
                <a16:creationId xmlns:a16="http://schemas.microsoft.com/office/drawing/2014/main" id="{764C8C58-8DAB-4953-BF4A-A7E615488E44}"/>
              </a:ext>
            </a:extLst>
          </p:cNvPr>
          <p:cNvPicPr>
            <a:picLocks noChangeAspect="1"/>
          </p:cNvPicPr>
          <p:nvPr/>
        </p:nvPicPr>
        <p:blipFill>
          <a:blip r:embed="rId8"/>
          <a:stretch/>
        </p:blipFill>
        <p:spPr>
          <a:xfrm>
            <a:off x="5120723" y="3628800"/>
            <a:ext cx="857354" cy="619200"/>
          </a:xfrm>
          <a:prstGeom prst="rect">
            <a:avLst/>
          </a:prstGeom>
        </p:spPr>
      </p:pic>
      <p:sp>
        <p:nvSpPr>
          <p:cNvPr id="60013" name="Build | label">
            <a:extLst>
              <a:ext uri="{FF2B5EF4-FFF2-40B4-BE49-F238E27FC236}">
                <a16:creationId xmlns:a16="http://schemas.microsoft.com/office/drawing/2014/main" id="{4E6BD37D-0AA6-4599-AFC6-8C440519D94F}"/>
              </a:ext>
            </a:extLst>
          </p:cNvPr>
          <p:cNvSpPr>
            <a:spLocks noGrp="1"/>
          </p:cNvSpPr>
          <p:nvPr/>
        </p:nvSpPr>
        <p:spPr>
          <a:xfrm>
            <a:off x="5004000" y="4248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poses</a:t>
            </a:r>
          </a:p>
        </p:txBody>
      </p:sp>
    </p:spTree>
    <p:extLst>
      <p:ext uri="{BB962C8B-B14F-4D97-AF65-F5344CB8AC3E}">
        <p14:creationId xmlns:p14="http://schemas.microsoft.com/office/powerpoint/2010/main" val="674231016"/>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label">
            <a:extLst>
              <a:ext uri="{FF2B5EF4-FFF2-40B4-BE49-F238E27FC236}">
                <a16:creationId xmlns:a16="http://schemas.microsoft.com/office/drawing/2014/main" id="{94F47E76-4E22-4758-8CCC-B2F04E9A6457}"/>
              </a:ext>
            </a:extLst>
          </p:cNvPr>
          <p:cNvSpPr>
            <a:spLocks noGrp="1"/>
          </p:cNvSpPr>
          <p:nvPr/>
        </p:nvSpPr>
        <p:spPr>
          <a:xfrm>
            <a:off x="4996800" y="1918800"/>
            <a:ext cx="1105200" cy="1152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1" name="Build | label">
            <a:extLst>
              <a:ext uri="{FF2B5EF4-FFF2-40B4-BE49-F238E27FC236}">
                <a16:creationId xmlns:a16="http://schemas.microsoft.com/office/drawing/2014/main" id="{8CC2ACF2-436E-4656-ABDA-D819409FB77E}"/>
              </a:ext>
            </a:extLst>
          </p:cNvPr>
          <p:cNvSpPr>
            <a:spLocks noGrp="1"/>
          </p:cNvSpPr>
          <p:nvPr/>
        </p:nvSpPr>
        <p:spPr>
          <a:xfrm>
            <a:off x="4996800" y="2052000"/>
            <a:ext cx="1105200" cy="1044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denoising</a:t>
            </a:r>
          </a:p>
        </p:txBody>
      </p:sp>
      <p:sp>
        <p:nvSpPr>
          <p:cNvPr id="60002" name="Build | inputs to iterative denoising">
            <a:extLst>
              <a:ext uri="{FF2B5EF4-FFF2-40B4-BE49-F238E27FC236}">
                <a16:creationId xmlns:a16="http://schemas.microsoft.com/office/drawing/2014/main" id="{CBFA7EAD-E7BF-4BD7-8B83-8F8304737C07}"/>
              </a:ext>
            </a:extLst>
          </p:cNvPr>
          <p:cNvSpPr>
            <a:spLocks noGrp="1"/>
          </p:cNvSpPr>
          <p:nvPr/>
        </p:nvSpPr>
        <p:spPr>
          <a:xfrm>
            <a:off x="5547600" y="1764000"/>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6184FE44-FA06-4646-B809-221D755989EE}"/>
              </a:ext>
            </a:extLst>
          </p:cNvPr>
          <p:cNvSpPr>
            <a:spLocks noGrp="1"/>
          </p:cNvSpPr>
          <p:nvPr/>
        </p:nvSpPr>
        <p:spPr>
          <a:xfrm>
            <a:off x="5533470" y="1837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DFC12BD0-1383-45E2-AA7F-D9037C9145B9}"/>
              </a:ext>
            </a:extLst>
          </p:cNvPr>
          <p:cNvSpPr>
            <a:spLocks noGrp="1"/>
          </p:cNvSpPr>
          <p:nvPr/>
        </p:nvSpPr>
        <p:spPr>
          <a:xfrm>
            <a:off x="4996800" y="23148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B511FAD9-49E3-44B2-9FEC-182DABD663A7}"/>
              </a:ext>
            </a:extLst>
          </p:cNvPr>
          <p:cNvPicPr>
            <a:picLocks noChangeAspect="1"/>
          </p:cNvPicPr>
          <p:nvPr/>
        </p:nvPicPr>
        <p:blipFill>
          <a:blip r:embed="rId6"/>
          <a:stretch/>
        </p:blipFill>
        <p:spPr>
          <a:xfrm>
            <a:off x="5407892" y="2203200"/>
            <a:ext cx="578215" cy="417600"/>
          </a:xfrm>
          <a:prstGeom prst="rect">
            <a:avLst/>
          </a:prstGeom>
        </p:spPr>
      </p:pic>
      <p:sp>
        <p:nvSpPr>
          <p:cNvPr id="60006" name="Build | denoising transition 0">
            <a:extLst>
              <a:ext uri="{FF2B5EF4-FFF2-40B4-BE49-F238E27FC236}">
                <a16:creationId xmlns:a16="http://schemas.microsoft.com/office/drawing/2014/main" id="{04BCFD61-A8F8-4702-B89C-4217FF18EB8C}"/>
              </a:ext>
            </a:extLst>
          </p:cNvPr>
          <p:cNvSpPr>
            <a:spLocks noGrp="1"/>
          </p:cNvSpPr>
          <p:nvPr/>
        </p:nvSpPr>
        <p:spPr>
          <a:xfrm>
            <a:off x="5698800" y="2599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07" name="Build | denoising transition 0 head">
            <a:extLst>
              <a:ext uri="{FF2B5EF4-FFF2-40B4-BE49-F238E27FC236}">
                <a16:creationId xmlns:a16="http://schemas.microsoft.com/office/drawing/2014/main" id="{FA7A6068-02AF-42B9-9252-C6AF8A4D4EF7}"/>
              </a:ext>
            </a:extLst>
          </p:cNvPr>
          <p:cNvSpPr>
            <a:spLocks noGrp="1"/>
          </p:cNvSpPr>
          <p:nvPr/>
        </p:nvSpPr>
        <p:spPr>
          <a:xfrm>
            <a:off x="5684670" y="2608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8" name="Build | denoising stage 1">
            <a:extLst>
              <a:ext uri="{FF2B5EF4-FFF2-40B4-BE49-F238E27FC236}">
                <a16:creationId xmlns:a16="http://schemas.microsoft.com/office/drawing/2014/main" id="{7108661C-2C92-49EE-8A82-E0A1B0388AAB}"/>
              </a:ext>
            </a:extLst>
          </p:cNvPr>
          <p:cNvSpPr>
            <a:spLocks noGrp="1"/>
          </p:cNvSpPr>
          <p:nvPr/>
        </p:nvSpPr>
        <p:spPr>
          <a:xfrm>
            <a:off x="4996800" y="2737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Early</a:t>
            </a:r>
          </a:p>
        </p:txBody>
      </p:sp>
      <p:pic>
        <p:nvPicPr>
          <p:cNvPr id="60009" name="图片 60008">
            <a:extLst>
              <a:ext uri="{FF2B5EF4-FFF2-40B4-BE49-F238E27FC236}">
                <a16:creationId xmlns:a16="http://schemas.microsoft.com/office/drawing/2014/main" id="{8655EE00-B378-4AAC-BFE4-94F5CCD70AC8}"/>
              </a:ext>
            </a:extLst>
          </p:cNvPr>
          <p:cNvPicPr>
            <a:picLocks noChangeAspect="1"/>
          </p:cNvPicPr>
          <p:nvPr/>
        </p:nvPicPr>
        <p:blipFill>
          <a:blip r:embed="rId7"/>
          <a:stretch/>
        </p:blipFill>
        <p:spPr>
          <a:xfrm>
            <a:off x="5407892" y="2626200"/>
            <a:ext cx="578215" cy="417600"/>
          </a:xfrm>
          <a:prstGeom prst="rect">
            <a:avLst/>
          </a:prstGeom>
        </p:spPr>
      </p:pic>
      <p:sp>
        <p:nvSpPr>
          <p:cNvPr id="60010" name="Build | denoising transition 1">
            <a:extLst>
              <a:ext uri="{FF2B5EF4-FFF2-40B4-BE49-F238E27FC236}">
                <a16:creationId xmlns:a16="http://schemas.microsoft.com/office/drawing/2014/main" id="{8997AD62-2F4C-422B-AE56-59F940577F88}"/>
              </a:ext>
            </a:extLst>
          </p:cNvPr>
          <p:cNvSpPr>
            <a:spLocks noGrp="1"/>
          </p:cNvSpPr>
          <p:nvPr/>
        </p:nvSpPr>
        <p:spPr>
          <a:xfrm>
            <a:off x="5698800" y="3022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1" name="Build | denoising transition 1 head">
            <a:extLst>
              <a:ext uri="{FF2B5EF4-FFF2-40B4-BE49-F238E27FC236}">
                <a16:creationId xmlns:a16="http://schemas.microsoft.com/office/drawing/2014/main" id="{14B4A847-0A7B-4CA0-819F-D432252DE537}"/>
              </a:ext>
            </a:extLst>
          </p:cNvPr>
          <p:cNvSpPr>
            <a:spLocks noGrp="1"/>
          </p:cNvSpPr>
          <p:nvPr/>
        </p:nvSpPr>
        <p:spPr>
          <a:xfrm>
            <a:off x="5684670" y="3031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denoising stage 2">
            <a:extLst>
              <a:ext uri="{FF2B5EF4-FFF2-40B4-BE49-F238E27FC236}">
                <a16:creationId xmlns:a16="http://schemas.microsoft.com/office/drawing/2014/main" id="{1FF09CE7-02A7-46AD-9A03-C03CC01F16E0}"/>
              </a:ext>
            </a:extLst>
          </p:cNvPr>
          <p:cNvSpPr>
            <a:spLocks noGrp="1"/>
          </p:cNvSpPr>
          <p:nvPr/>
        </p:nvSpPr>
        <p:spPr>
          <a:xfrm>
            <a:off x="4996800" y="3160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Middle</a:t>
            </a:r>
          </a:p>
        </p:txBody>
      </p:sp>
      <p:pic>
        <p:nvPicPr>
          <p:cNvPr id="60013" name="图片 60012">
            <a:extLst>
              <a:ext uri="{FF2B5EF4-FFF2-40B4-BE49-F238E27FC236}">
                <a16:creationId xmlns:a16="http://schemas.microsoft.com/office/drawing/2014/main" id="{9B0A180A-E26A-441A-B601-9B99D0A12D96}"/>
              </a:ext>
            </a:extLst>
          </p:cNvPr>
          <p:cNvPicPr>
            <a:picLocks noChangeAspect="1"/>
          </p:cNvPicPr>
          <p:nvPr/>
        </p:nvPicPr>
        <p:blipFill>
          <a:blip r:embed="rId8"/>
          <a:stretch/>
        </p:blipFill>
        <p:spPr>
          <a:xfrm>
            <a:off x="5407892" y="3049200"/>
            <a:ext cx="578215" cy="417600"/>
          </a:xfrm>
          <a:prstGeom prst="rect">
            <a:avLst/>
          </a:prstGeom>
        </p:spPr>
      </p:pic>
      <p:sp>
        <p:nvSpPr>
          <p:cNvPr id="60014" name="Build | denoising transition 2">
            <a:extLst>
              <a:ext uri="{FF2B5EF4-FFF2-40B4-BE49-F238E27FC236}">
                <a16:creationId xmlns:a16="http://schemas.microsoft.com/office/drawing/2014/main" id="{A3FA7A89-F784-41E1-940E-F57BB6D167B1}"/>
              </a:ext>
            </a:extLst>
          </p:cNvPr>
          <p:cNvSpPr>
            <a:spLocks noGrp="1"/>
          </p:cNvSpPr>
          <p:nvPr/>
        </p:nvSpPr>
        <p:spPr>
          <a:xfrm>
            <a:off x="5698800" y="3445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5" name="Build | denoising transition 2 head">
            <a:extLst>
              <a:ext uri="{FF2B5EF4-FFF2-40B4-BE49-F238E27FC236}">
                <a16:creationId xmlns:a16="http://schemas.microsoft.com/office/drawing/2014/main" id="{56778581-E59C-4F0D-9993-4BC262768B0B}"/>
              </a:ext>
            </a:extLst>
          </p:cNvPr>
          <p:cNvSpPr>
            <a:spLocks noGrp="1"/>
          </p:cNvSpPr>
          <p:nvPr/>
        </p:nvSpPr>
        <p:spPr>
          <a:xfrm>
            <a:off x="5684670" y="345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6" name="Build | denoising stage 3">
            <a:extLst>
              <a:ext uri="{FF2B5EF4-FFF2-40B4-BE49-F238E27FC236}">
                <a16:creationId xmlns:a16="http://schemas.microsoft.com/office/drawing/2014/main" id="{CB60D94A-8A3B-4B89-AE69-B910ED41EE47}"/>
              </a:ext>
            </a:extLst>
          </p:cNvPr>
          <p:cNvSpPr>
            <a:spLocks noGrp="1"/>
          </p:cNvSpPr>
          <p:nvPr/>
        </p:nvSpPr>
        <p:spPr>
          <a:xfrm>
            <a:off x="4996800" y="3583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Late</a:t>
            </a:r>
          </a:p>
        </p:txBody>
      </p:sp>
      <p:pic>
        <p:nvPicPr>
          <p:cNvPr id="60017" name="图片 60016">
            <a:extLst>
              <a:ext uri="{FF2B5EF4-FFF2-40B4-BE49-F238E27FC236}">
                <a16:creationId xmlns:a16="http://schemas.microsoft.com/office/drawing/2014/main" id="{9D2225E1-BC52-4FFF-B27A-FCEB03F155E0}"/>
              </a:ext>
            </a:extLst>
          </p:cNvPr>
          <p:cNvPicPr>
            <a:picLocks noChangeAspect="1"/>
          </p:cNvPicPr>
          <p:nvPr/>
        </p:nvPicPr>
        <p:blipFill>
          <a:blip r:embed="rId9"/>
          <a:stretch/>
        </p:blipFill>
        <p:spPr>
          <a:xfrm>
            <a:off x="5407892" y="3472200"/>
            <a:ext cx="578215" cy="417600"/>
          </a:xfrm>
          <a:prstGeom prst="rect">
            <a:avLst/>
          </a:prstGeom>
        </p:spPr>
      </p:pic>
      <p:sp>
        <p:nvSpPr>
          <p:cNvPr id="60018" name="Build | denoising transition 3">
            <a:extLst>
              <a:ext uri="{FF2B5EF4-FFF2-40B4-BE49-F238E27FC236}">
                <a16:creationId xmlns:a16="http://schemas.microsoft.com/office/drawing/2014/main" id="{E3B4DFDA-E056-4EBE-B43B-015CF8DEDA24}"/>
              </a:ext>
            </a:extLst>
          </p:cNvPr>
          <p:cNvSpPr>
            <a:spLocks noGrp="1"/>
          </p:cNvSpPr>
          <p:nvPr/>
        </p:nvSpPr>
        <p:spPr>
          <a:xfrm>
            <a:off x="5698800" y="3868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9" name="Build | denoising transition 3 head">
            <a:extLst>
              <a:ext uri="{FF2B5EF4-FFF2-40B4-BE49-F238E27FC236}">
                <a16:creationId xmlns:a16="http://schemas.microsoft.com/office/drawing/2014/main" id="{C3993C60-D049-4AD1-B0B1-2EC34F7CE2D5}"/>
              </a:ext>
            </a:extLst>
          </p:cNvPr>
          <p:cNvSpPr>
            <a:spLocks noGrp="1"/>
          </p:cNvSpPr>
          <p:nvPr/>
        </p:nvSpPr>
        <p:spPr>
          <a:xfrm>
            <a:off x="5684670" y="3877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0" name="Build | denoising stage 4">
            <a:extLst>
              <a:ext uri="{FF2B5EF4-FFF2-40B4-BE49-F238E27FC236}">
                <a16:creationId xmlns:a16="http://schemas.microsoft.com/office/drawing/2014/main" id="{D0691BAF-6893-4F37-8A7D-5D02B526818F}"/>
              </a:ext>
            </a:extLst>
          </p:cNvPr>
          <p:cNvSpPr>
            <a:spLocks noGrp="1"/>
          </p:cNvSpPr>
          <p:nvPr/>
        </p:nvSpPr>
        <p:spPr>
          <a:xfrm>
            <a:off x="4996800" y="4006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Pose</a:t>
            </a:r>
          </a:p>
        </p:txBody>
      </p:sp>
      <p:pic>
        <p:nvPicPr>
          <p:cNvPr id="60021" name="图片 60020">
            <a:extLst>
              <a:ext uri="{FF2B5EF4-FFF2-40B4-BE49-F238E27FC236}">
                <a16:creationId xmlns:a16="http://schemas.microsoft.com/office/drawing/2014/main" id="{D7159C06-D149-4653-9A75-A6A0D31FC7B4}"/>
              </a:ext>
            </a:extLst>
          </p:cNvPr>
          <p:cNvPicPr>
            <a:picLocks noChangeAspect="1"/>
          </p:cNvPicPr>
          <p:nvPr/>
        </p:nvPicPr>
        <p:blipFill>
          <a:blip r:embed="rId10"/>
          <a:stretch/>
        </p:blipFill>
        <p:spPr>
          <a:xfrm>
            <a:off x="5407892" y="3895200"/>
            <a:ext cx="578215" cy="417600"/>
          </a:xfrm>
          <a:prstGeom prst="rect">
            <a:avLst/>
          </a:prstGeom>
        </p:spPr>
      </p:pic>
    </p:spTree>
    <p:extLst>
      <p:ext uri="{BB962C8B-B14F-4D97-AF65-F5344CB8AC3E}">
        <p14:creationId xmlns:p14="http://schemas.microsoft.com/office/powerpoint/2010/main" val="3946011759"/>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7B61D-21A6-FDD9-7192-F188A2EF50A9}"/>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5E686B21-E8B7-AC16-EC64-C2A3F2E0D587}"/>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B921C642-6CC8-14CF-3FCA-07998EEF0004}"/>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1332DD1B-BCC3-3A24-30C5-A3E6D95892AE}"/>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718B6BE2-227E-FEF3-B9CF-9AFB47E1DAB2}"/>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2F6C99A7-4E05-9371-8BB1-194EC7B49283}"/>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6A8CF15F-3469-C462-A48A-B8D432911F4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44DC99B0-8CEC-72E3-BE05-76B9D7EBD192}"/>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EF9FBD5B-C8BE-DBAF-5691-AA51C6AF0B5C}"/>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F7D858FB-5D9C-1E73-2D33-4BE879B6232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B429BD5-EC34-B94F-39F5-A34E4A479F6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6AA42C54-8C0B-DE8F-0B24-F733CA8E2647}"/>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C53157BC-EB0B-0F61-684A-44F35A23363F}"/>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BF58BA89-3F8A-73E7-F71B-B7D2624F8761}"/>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938013AE-8183-E138-6818-C31E16A449FE}"/>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4769237A-3541-E4D2-F608-04942FB83D5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0A99AE-BDC3-DBF7-BCEB-D5C715A8531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51F7BCF4-3FF6-5C90-C159-1D97A016DD95}"/>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354B6395-2397-21AD-FE4E-E787A1470B42}"/>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5E889BB-30A1-1F2A-3327-4B3BAC35952B}"/>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35D13EFA-3CA3-1A5A-6BBF-D546768BABA1}"/>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3F77D437-9723-1061-EADD-6FB26E188133}"/>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75B2B500-6C8C-2AE7-A7ED-37DB4C40F52E}"/>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02962920-A62C-ABC5-4E20-BBE66D63E571}"/>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B14C1191-0E04-C556-2DBB-CBFC30E307EE}"/>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953F5AB-0837-E32A-00EB-CFEEF1D44856}"/>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FBCEDC7F-78BD-5556-EBFA-0090E75BF03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2" name="Build | inputs to iterative denoising">
            <a:extLst>
              <a:ext uri="{FF2B5EF4-FFF2-40B4-BE49-F238E27FC236}">
                <a16:creationId xmlns:a16="http://schemas.microsoft.com/office/drawing/2014/main" id="{3389E37B-F5DC-F9E2-861A-53D48C9E0167}"/>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4CC3A3B3-1F45-DD6C-D88F-EEB4141AA588}"/>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B30BF1D1-E3C9-27D7-23DF-364B24C27793}"/>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91280CC3-70F4-CD4E-7EAB-22D9B8126B15}"/>
              </a:ext>
            </a:extLst>
          </p:cNvPr>
          <p:cNvPicPr>
            <a:picLocks noChangeAspect="1"/>
          </p:cNvPicPr>
          <p:nvPr/>
        </p:nvPicPr>
        <p:blipFill>
          <a:blip r:embed="rId6"/>
          <a:stretch/>
        </p:blipFill>
        <p:spPr>
          <a:xfrm>
            <a:off x="5473551" y="2422737"/>
            <a:ext cx="477349" cy="344752"/>
          </a:xfrm>
          <a:prstGeom prst="rect">
            <a:avLst/>
          </a:prstGeom>
        </p:spPr>
      </p:pic>
      <p:pic>
        <p:nvPicPr>
          <p:cNvPr id="60009" name="图片 60008">
            <a:extLst>
              <a:ext uri="{FF2B5EF4-FFF2-40B4-BE49-F238E27FC236}">
                <a16:creationId xmlns:a16="http://schemas.microsoft.com/office/drawing/2014/main" id="{DE265A86-E1FE-484E-6F9D-AADC60D81C6E}"/>
              </a:ext>
            </a:extLst>
          </p:cNvPr>
          <p:cNvPicPr>
            <a:picLocks noChangeAspect="1"/>
          </p:cNvPicPr>
          <p:nvPr/>
        </p:nvPicPr>
        <p:blipFill>
          <a:blip r:embed="rId7"/>
          <a:stretch/>
        </p:blipFill>
        <p:spPr>
          <a:xfrm>
            <a:off x="5483229" y="2791467"/>
            <a:ext cx="478523" cy="345600"/>
          </a:xfrm>
          <a:prstGeom prst="rect">
            <a:avLst/>
          </a:prstGeom>
        </p:spPr>
      </p:pic>
      <p:sp>
        <p:nvSpPr>
          <p:cNvPr id="60012" name="Build | denoising stage 2">
            <a:extLst>
              <a:ext uri="{FF2B5EF4-FFF2-40B4-BE49-F238E27FC236}">
                <a16:creationId xmlns:a16="http://schemas.microsoft.com/office/drawing/2014/main" id="{90379AA8-3965-C741-C97F-B74487FE623B}"/>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013" name="图片 60012">
            <a:extLst>
              <a:ext uri="{FF2B5EF4-FFF2-40B4-BE49-F238E27FC236}">
                <a16:creationId xmlns:a16="http://schemas.microsoft.com/office/drawing/2014/main" id="{5575AAAC-CE79-4A8F-AA62-3F742DD32FAB}"/>
              </a:ext>
            </a:extLst>
          </p:cNvPr>
          <p:cNvPicPr>
            <a:picLocks noChangeAspect="1"/>
          </p:cNvPicPr>
          <p:nvPr/>
        </p:nvPicPr>
        <p:blipFill>
          <a:blip r:embed="rId8"/>
          <a:stretch/>
        </p:blipFill>
        <p:spPr>
          <a:xfrm>
            <a:off x="5472963" y="3164962"/>
            <a:ext cx="478523" cy="345600"/>
          </a:xfrm>
          <a:prstGeom prst="rect">
            <a:avLst/>
          </a:prstGeom>
        </p:spPr>
      </p:pic>
      <p:sp>
        <p:nvSpPr>
          <p:cNvPr id="3" name="Build | local structure viewport">
            <a:extLst>
              <a:ext uri="{FF2B5EF4-FFF2-40B4-BE49-F238E27FC236}">
                <a16:creationId xmlns:a16="http://schemas.microsoft.com/office/drawing/2014/main" id="{3B341B47-62D9-0055-2A69-ADB9FDCD26E0}"/>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8" name="Build | label">
            <a:extLst>
              <a:ext uri="{FF2B5EF4-FFF2-40B4-BE49-F238E27FC236}">
                <a16:creationId xmlns:a16="http://schemas.microsoft.com/office/drawing/2014/main" id="{B69D9F74-4A44-B737-48C2-DF01C65E36A6}"/>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10" name="Build | inputs to iterative denoising">
            <a:extLst>
              <a:ext uri="{FF2B5EF4-FFF2-40B4-BE49-F238E27FC236}">
                <a16:creationId xmlns:a16="http://schemas.microsoft.com/office/drawing/2014/main" id="{B56C2746-0CB1-DB89-C9E3-5F0D0C129E2E}"/>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4" name="Build | inputs to iterative denoising head">
            <a:extLst>
              <a:ext uri="{FF2B5EF4-FFF2-40B4-BE49-F238E27FC236}">
                <a16:creationId xmlns:a16="http://schemas.microsoft.com/office/drawing/2014/main" id="{EEBCE58B-41F6-9942-9A21-6BEF84E6B238}"/>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5" name="Build | Default PocketXMol card">
            <a:extLst>
              <a:ext uri="{FF2B5EF4-FFF2-40B4-BE49-F238E27FC236}">
                <a16:creationId xmlns:a16="http://schemas.microsoft.com/office/drawing/2014/main" id="{A6BEF467-11D7-24DA-70C6-C6BF3B8AED94}"/>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6" name="Build | Density cube icon">
            <a:extLst>
              <a:ext uri="{FF2B5EF4-FFF2-40B4-BE49-F238E27FC236}">
                <a16:creationId xmlns:a16="http://schemas.microsoft.com/office/drawing/2014/main" id="{DBD9D38F-7ADA-670E-7D19-0A4B301F802D}"/>
              </a:ext>
            </a:extLst>
          </p:cNvPr>
          <p:cNvGrpSpPr/>
          <p:nvPr/>
        </p:nvGrpSpPr>
        <p:grpSpPr>
          <a:xfrm>
            <a:off x="5031164" y="1982142"/>
            <a:ext cx="213580" cy="227238"/>
            <a:chOff x="2187720" y="5635440"/>
            <a:chExt cx="154440" cy="131400"/>
          </a:xfrm>
        </p:grpSpPr>
        <p:sp>
          <p:nvSpPr>
            <p:cNvPr id="17" name="asset_3169_0">
              <a:extLst>
                <a:ext uri="{FF2B5EF4-FFF2-40B4-BE49-F238E27FC236}">
                  <a16:creationId xmlns:a16="http://schemas.microsoft.com/office/drawing/2014/main" id="{45B92FA9-A8FE-8FB1-A89C-4090B539C597}"/>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8" name="asset_3169_1">
              <a:extLst>
                <a:ext uri="{FF2B5EF4-FFF2-40B4-BE49-F238E27FC236}">
                  <a16:creationId xmlns:a16="http://schemas.microsoft.com/office/drawing/2014/main" id="{9D68DE2F-1A95-B31F-A0DB-03771D927257}"/>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 name="asset_3169_2">
              <a:extLst>
                <a:ext uri="{FF2B5EF4-FFF2-40B4-BE49-F238E27FC236}">
                  <a16:creationId xmlns:a16="http://schemas.microsoft.com/office/drawing/2014/main" id="{24577DB1-4D51-DACD-4386-F05AA19AFAD2}"/>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20" name="asset_3169_3">
              <a:extLst>
                <a:ext uri="{FF2B5EF4-FFF2-40B4-BE49-F238E27FC236}">
                  <a16:creationId xmlns:a16="http://schemas.microsoft.com/office/drawing/2014/main" id="{4CCB5D1A-AEB6-87AC-D89D-34F14905204F}"/>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21" name="asset_3169_4">
              <a:extLst>
                <a:ext uri="{FF2B5EF4-FFF2-40B4-BE49-F238E27FC236}">
                  <a16:creationId xmlns:a16="http://schemas.microsoft.com/office/drawing/2014/main" id="{C056131E-4BBB-0E7C-E54F-35504ABC5969}"/>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3" name="asset_3169_5">
              <a:extLst>
                <a:ext uri="{FF2B5EF4-FFF2-40B4-BE49-F238E27FC236}">
                  <a16:creationId xmlns:a16="http://schemas.microsoft.com/office/drawing/2014/main" id="{84DB8CE2-D261-DEB5-8508-781430985F14}"/>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5" name="asset_3169_6">
              <a:extLst>
                <a:ext uri="{FF2B5EF4-FFF2-40B4-BE49-F238E27FC236}">
                  <a16:creationId xmlns:a16="http://schemas.microsoft.com/office/drawing/2014/main" id="{7A62937F-446B-AFAD-97D6-C1747DD3877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8" name="asset_3169_7">
              <a:extLst>
                <a:ext uri="{FF2B5EF4-FFF2-40B4-BE49-F238E27FC236}">
                  <a16:creationId xmlns:a16="http://schemas.microsoft.com/office/drawing/2014/main" id="{5F755F8E-B8E3-E73C-54F4-D1335B03FFCB}"/>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9" name="asset_3169_8">
              <a:extLst>
                <a:ext uri="{FF2B5EF4-FFF2-40B4-BE49-F238E27FC236}">
                  <a16:creationId xmlns:a16="http://schemas.microsoft.com/office/drawing/2014/main" id="{B4F72193-D285-74C6-7BD5-D1E9D7ECCCE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30" name="asset_3169_9">
              <a:extLst>
                <a:ext uri="{FF2B5EF4-FFF2-40B4-BE49-F238E27FC236}">
                  <a16:creationId xmlns:a16="http://schemas.microsoft.com/office/drawing/2014/main" id="{77BE4C0F-6BAC-209B-E21A-18D10FDCB99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1" name="asset_3169_10">
              <a:extLst>
                <a:ext uri="{FF2B5EF4-FFF2-40B4-BE49-F238E27FC236}">
                  <a16:creationId xmlns:a16="http://schemas.microsoft.com/office/drawing/2014/main" id="{B6E5267F-644D-81D4-2A37-E1BCCF6EC00B}"/>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2" name="asset_3169_11">
              <a:extLst>
                <a:ext uri="{FF2B5EF4-FFF2-40B4-BE49-F238E27FC236}">
                  <a16:creationId xmlns:a16="http://schemas.microsoft.com/office/drawing/2014/main" id="{00193272-65DF-521D-BC70-C550C1979B63}"/>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3" name="asset_3169_12">
              <a:extLst>
                <a:ext uri="{FF2B5EF4-FFF2-40B4-BE49-F238E27FC236}">
                  <a16:creationId xmlns:a16="http://schemas.microsoft.com/office/drawing/2014/main" id="{0FB584E0-9797-C582-D447-2F684A90A5CF}"/>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4" name="asset_3169_13">
              <a:extLst>
                <a:ext uri="{FF2B5EF4-FFF2-40B4-BE49-F238E27FC236}">
                  <a16:creationId xmlns:a16="http://schemas.microsoft.com/office/drawing/2014/main" id="{C4034C60-5B50-0842-71F6-19E1380F1041}"/>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5" name="asset_3169_14">
              <a:extLst>
                <a:ext uri="{FF2B5EF4-FFF2-40B4-BE49-F238E27FC236}">
                  <a16:creationId xmlns:a16="http://schemas.microsoft.com/office/drawing/2014/main" id="{C2CE9413-559A-2E52-AB3B-395AEA4092CF}"/>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6" name="asset_3169_15">
              <a:extLst>
                <a:ext uri="{FF2B5EF4-FFF2-40B4-BE49-F238E27FC236}">
                  <a16:creationId xmlns:a16="http://schemas.microsoft.com/office/drawing/2014/main" id="{F74A8A65-2FB4-66D8-F6C1-30A9D24C30E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7" name="asset_3169_16">
              <a:extLst>
                <a:ext uri="{FF2B5EF4-FFF2-40B4-BE49-F238E27FC236}">
                  <a16:creationId xmlns:a16="http://schemas.microsoft.com/office/drawing/2014/main" id="{58540110-3868-201D-0F9B-A2279B8D2E27}"/>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8" name="asset_3169_17">
              <a:extLst>
                <a:ext uri="{FF2B5EF4-FFF2-40B4-BE49-F238E27FC236}">
                  <a16:creationId xmlns:a16="http://schemas.microsoft.com/office/drawing/2014/main" id="{B1E98D3B-3C3A-44E9-AF25-0B3FC9450DD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9" name="asset_3169_18">
              <a:extLst>
                <a:ext uri="{FF2B5EF4-FFF2-40B4-BE49-F238E27FC236}">
                  <a16:creationId xmlns:a16="http://schemas.microsoft.com/office/drawing/2014/main" id="{22A79543-B9A8-3F55-1F41-716843B59CCF}"/>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0" name="asset_3169_19">
              <a:extLst>
                <a:ext uri="{FF2B5EF4-FFF2-40B4-BE49-F238E27FC236}">
                  <a16:creationId xmlns:a16="http://schemas.microsoft.com/office/drawing/2014/main" id="{77BC702A-2DE1-0C35-0CCA-55E12B540179}"/>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1" name="asset_3169_20">
              <a:extLst>
                <a:ext uri="{FF2B5EF4-FFF2-40B4-BE49-F238E27FC236}">
                  <a16:creationId xmlns:a16="http://schemas.microsoft.com/office/drawing/2014/main" id="{243F6F95-1DD5-5480-5430-ACA0FBAF8513}"/>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2" name="asset_3169_21">
              <a:extLst>
                <a:ext uri="{FF2B5EF4-FFF2-40B4-BE49-F238E27FC236}">
                  <a16:creationId xmlns:a16="http://schemas.microsoft.com/office/drawing/2014/main" id="{47B4D64D-C25C-7187-354B-C836694A20F9}"/>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3" name="asset_3169_22">
              <a:extLst>
                <a:ext uri="{FF2B5EF4-FFF2-40B4-BE49-F238E27FC236}">
                  <a16:creationId xmlns:a16="http://schemas.microsoft.com/office/drawing/2014/main" id="{8921F878-581F-9BBA-8421-D95306EB4702}"/>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4" name="asset_3169_23">
              <a:extLst>
                <a:ext uri="{FF2B5EF4-FFF2-40B4-BE49-F238E27FC236}">
                  <a16:creationId xmlns:a16="http://schemas.microsoft.com/office/drawing/2014/main" id="{E5A645E5-22AB-12C5-2077-B6AAB3253FFF}"/>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5" name="asset_3169_24">
              <a:extLst>
                <a:ext uri="{FF2B5EF4-FFF2-40B4-BE49-F238E27FC236}">
                  <a16:creationId xmlns:a16="http://schemas.microsoft.com/office/drawing/2014/main" id="{2F2C8DDE-133A-4E76-B733-40C1A89FB3A4}"/>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6" name="asset_3169_25">
              <a:extLst>
                <a:ext uri="{FF2B5EF4-FFF2-40B4-BE49-F238E27FC236}">
                  <a16:creationId xmlns:a16="http://schemas.microsoft.com/office/drawing/2014/main" id="{BA42055B-2239-8758-B705-5B5F0152C086}"/>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7" name="asset_3169_26">
              <a:extLst>
                <a:ext uri="{FF2B5EF4-FFF2-40B4-BE49-F238E27FC236}">
                  <a16:creationId xmlns:a16="http://schemas.microsoft.com/office/drawing/2014/main" id="{83E57D2C-608C-B18B-83CC-A89D2FE06E8A}"/>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8" name="asset_3169_27">
              <a:extLst>
                <a:ext uri="{FF2B5EF4-FFF2-40B4-BE49-F238E27FC236}">
                  <a16:creationId xmlns:a16="http://schemas.microsoft.com/office/drawing/2014/main" id="{9B84DB51-5ECA-CAE2-0220-6B477D28EF2A}"/>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9" name="asset_3169_28">
              <a:extLst>
                <a:ext uri="{FF2B5EF4-FFF2-40B4-BE49-F238E27FC236}">
                  <a16:creationId xmlns:a16="http://schemas.microsoft.com/office/drawing/2014/main" id="{74FE9631-71E8-AFF3-5EFE-A8258C1326EA}"/>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0" name="asset_3169_29">
              <a:extLst>
                <a:ext uri="{FF2B5EF4-FFF2-40B4-BE49-F238E27FC236}">
                  <a16:creationId xmlns:a16="http://schemas.microsoft.com/office/drawing/2014/main" id="{D8D95F0A-F5B9-5882-10A4-36849F60C91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1" name="asset_3169_30">
              <a:extLst>
                <a:ext uri="{FF2B5EF4-FFF2-40B4-BE49-F238E27FC236}">
                  <a16:creationId xmlns:a16="http://schemas.microsoft.com/office/drawing/2014/main" id="{E0052C15-82FA-C9ED-85AD-009BBAE55256}"/>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2" name="asset_3169_31">
              <a:extLst>
                <a:ext uri="{FF2B5EF4-FFF2-40B4-BE49-F238E27FC236}">
                  <a16:creationId xmlns:a16="http://schemas.microsoft.com/office/drawing/2014/main" id="{16C87DF7-6E6D-199D-CA78-CC7F570FE993}"/>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3" name="asset_3169_32">
              <a:extLst>
                <a:ext uri="{FF2B5EF4-FFF2-40B4-BE49-F238E27FC236}">
                  <a16:creationId xmlns:a16="http://schemas.microsoft.com/office/drawing/2014/main" id="{BC2C4A71-1C42-CC12-672A-C182635BD7A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4" name="asset_3169_33">
              <a:extLst>
                <a:ext uri="{FF2B5EF4-FFF2-40B4-BE49-F238E27FC236}">
                  <a16:creationId xmlns:a16="http://schemas.microsoft.com/office/drawing/2014/main" id="{8190C49F-8ABB-19E1-9635-2B0DCBE52912}"/>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5" name="asset_3169_34">
              <a:extLst>
                <a:ext uri="{FF2B5EF4-FFF2-40B4-BE49-F238E27FC236}">
                  <a16:creationId xmlns:a16="http://schemas.microsoft.com/office/drawing/2014/main" id="{B4058285-7079-FFBB-568D-5D36A07792F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6" name="asset_3169_35">
              <a:extLst>
                <a:ext uri="{FF2B5EF4-FFF2-40B4-BE49-F238E27FC236}">
                  <a16:creationId xmlns:a16="http://schemas.microsoft.com/office/drawing/2014/main" id="{CDF7A74B-1515-39FD-E546-7510995F69F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7" name="asset_3169_36">
              <a:extLst>
                <a:ext uri="{FF2B5EF4-FFF2-40B4-BE49-F238E27FC236}">
                  <a16:creationId xmlns:a16="http://schemas.microsoft.com/office/drawing/2014/main" id="{3ECB7EDE-4431-291B-3062-9BD836876416}"/>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8" name="asset_3169_37">
              <a:extLst>
                <a:ext uri="{FF2B5EF4-FFF2-40B4-BE49-F238E27FC236}">
                  <a16:creationId xmlns:a16="http://schemas.microsoft.com/office/drawing/2014/main" id="{60B46F2F-653C-31F6-6E6B-65E71B5875A6}"/>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9" name="asset_3169_38">
              <a:extLst>
                <a:ext uri="{FF2B5EF4-FFF2-40B4-BE49-F238E27FC236}">
                  <a16:creationId xmlns:a16="http://schemas.microsoft.com/office/drawing/2014/main" id="{A59C7E7E-6A99-D233-8B0A-41B21042CAE6}"/>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0" name="asset_3169_39">
              <a:extLst>
                <a:ext uri="{FF2B5EF4-FFF2-40B4-BE49-F238E27FC236}">
                  <a16:creationId xmlns:a16="http://schemas.microsoft.com/office/drawing/2014/main" id="{527EBB4A-663D-D6B8-8E32-4D6735805D98}"/>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1" name="asset_3169_40">
              <a:extLst>
                <a:ext uri="{FF2B5EF4-FFF2-40B4-BE49-F238E27FC236}">
                  <a16:creationId xmlns:a16="http://schemas.microsoft.com/office/drawing/2014/main" id="{0CF8D253-BDD7-2CF1-5A45-5D78DFF32388}"/>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2" name="asset_3169_41">
              <a:extLst>
                <a:ext uri="{FF2B5EF4-FFF2-40B4-BE49-F238E27FC236}">
                  <a16:creationId xmlns:a16="http://schemas.microsoft.com/office/drawing/2014/main" id="{C892E618-6E74-D371-AC70-F3976463F09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3" name="asset_3169_42">
              <a:extLst>
                <a:ext uri="{FF2B5EF4-FFF2-40B4-BE49-F238E27FC236}">
                  <a16:creationId xmlns:a16="http://schemas.microsoft.com/office/drawing/2014/main" id="{6EF58466-86B8-1AEB-8581-11A08CA1F8EE}"/>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0" name="asset_3169_43">
              <a:extLst>
                <a:ext uri="{FF2B5EF4-FFF2-40B4-BE49-F238E27FC236}">
                  <a16:creationId xmlns:a16="http://schemas.microsoft.com/office/drawing/2014/main" id="{95BB9201-A2F4-9FE8-68EB-CB403F7B0240}"/>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1" name="asset_3169_44">
              <a:extLst>
                <a:ext uri="{FF2B5EF4-FFF2-40B4-BE49-F238E27FC236}">
                  <a16:creationId xmlns:a16="http://schemas.microsoft.com/office/drawing/2014/main" id="{4683445B-2F62-0AB7-426E-1A142B1A9E5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2" name="asset_3169_45">
              <a:extLst>
                <a:ext uri="{FF2B5EF4-FFF2-40B4-BE49-F238E27FC236}">
                  <a16:creationId xmlns:a16="http://schemas.microsoft.com/office/drawing/2014/main" id="{0444AE9F-ABB1-443B-EBD2-F82564334209}"/>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3" name="asset_3169_46">
              <a:extLst>
                <a:ext uri="{FF2B5EF4-FFF2-40B4-BE49-F238E27FC236}">
                  <a16:creationId xmlns:a16="http://schemas.microsoft.com/office/drawing/2014/main" id="{4043BAD1-7E81-D24C-7668-C56AD3748ED0}"/>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4" name="asset_3169_47">
              <a:extLst>
                <a:ext uri="{FF2B5EF4-FFF2-40B4-BE49-F238E27FC236}">
                  <a16:creationId xmlns:a16="http://schemas.microsoft.com/office/drawing/2014/main" id="{5D98A435-87AE-10CB-31A8-8CF4A12E374A}"/>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5" name="asset_3169_48">
              <a:extLst>
                <a:ext uri="{FF2B5EF4-FFF2-40B4-BE49-F238E27FC236}">
                  <a16:creationId xmlns:a16="http://schemas.microsoft.com/office/drawing/2014/main" id="{5011B345-12A9-BF7E-CCEA-56CAF45C059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6" name="asset_3169_49">
              <a:extLst>
                <a:ext uri="{FF2B5EF4-FFF2-40B4-BE49-F238E27FC236}">
                  <a16:creationId xmlns:a16="http://schemas.microsoft.com/office/drawing/2014/main" id="{179DA82A-6A8D-77BB-9DEE-D36A5A02458E}"/>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8" name="asset_3169_50">
              <a:extLst>
                <a:ext uri="{FF2B5EF4-FFF2-40B4-BE49-F238E27FC236}">
                  <a16:creationId xmlns:a16="http://schemas.microsoft.com/office/drawing/2014/main" id="{11B4D85A-1104-A746-9D38-146EAAD4093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9" name="asset_3169_51">
              <a:extLst>
                <a:ext uri="{FF2B5EF4-FFF2-40B4-BE49-F238E27FC236}">
                  <a16:creationId xmlns:a16="http://schemas.microsoft.com/office/drawing/2014/main" id="{AC5E5E26-694F-62D0-01A8-1D06CD1EEEB5}"/>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970" name="TextBox 12306">
            <a:extLst>
              <a:ext uri="{FF2B5EF4-FFF2-40B4-BE49-F238E27FC236}">
                <a16:creationId xmlns:a16="http://schemas.microsoft.com/office/drawing/2014/main" id="{71581103-F0C6-7E81-7CAC-5B3BD910236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971" name="TextBox 12307">
            <a:extLst>
              <a:ext uri="{FF2B5EF4-FFF2-40B4-BE49-F238E27FC236}">
                <a16:creationId xmlns:a16="http://schemas.microsoft.com/office/drawing/2014/main" id="{FC4C4D55-4EA3-AE03-F9BD-3FBFE613C4B0}"/>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972" name="文本框 971">
            <a:extLst>
              <a:ext uri="{FF2B5EF4-FFF2-40B4-BE49-F238E27FC236}">
                <a16:creationId xmlns:a16="http://schemas.microsoft.com/office/drawing/2014/main" id="{FEBBFA62-62B4-40F1-F4EC-02232CF7E647}"/>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978" name="图片 977">
            <a:extLst>
              <a:ext uri="{FF2B5EF4-FFF2-40B4-BE49-F238E27FC236}">
                <a16:creationId xmlns:a16="http://schemas.microsoft.com/office/drawing/2014/main" id="{52B299FF-448C-5FE5-A243-D25FB3AC2B99}"/>
              </a:ext>
            </a:extLst>
          </p:cNvPr>
          <p:cNvPicPr>
            <a:picLocks noChangeAspect="1"/>
          </p:cNvPicPr>
          <p:nvPr/>
        </p:nvPicPr>
        <p:blipFill>
          <a:blip r:embed="rId9"/>
          <a:stretch/>
        </p:blipFill>
        <p:spPr>
          <a:xfrm>
            <a:off x="5109601" y="3645105"/>
            <a:ext cx="814847" cy="588501"/>
          </a:xfrm>
          <a:prstGeom prst="rect">
            <a:avLst/>
          </a:prstGeom>
        </p:spPr>
      </p:pic>
    </p:spTree>
    <p:extLst>
      <p:ext uri="{BB962C8B-B14F-4D97-AF65-F5344CB8AC3E}">
        <p14:creationId xmlns:p14="http://schemas.microsoft.com/office/powerpoint/2010/main" val="3371416680"/>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61BFD1D3-8E18-98CA-9ADE-15F8134E394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F7A74CE6-B511-9854-C2D3-D29F32B80C5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41B67299-262E-82C6-DC0C-0F08FB455095}"/>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3DF2C706-61E0-6CDF-D7D7-7BD86FFC81A6}"/>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919E6F50-1BDC-0713-4FA7-231FFA6178F5}"/>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B47F6045-FF2A-638E-817A-ACBDCA94D0EE}"/>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26B9DBC2-F51E-6BB1-DB59-4E468A5F5CBE}"/>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CB178573-5A2F-A019-1A75-D045FA4DEE35}"/>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2C9D39B6-7012-8592-45D5-164DD4FD8FB7}"/>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21E5721C-95B8-3CEF-719C-5F653D5FA98A}"/>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29FE416-A3BB-8B21-B27D-29CECBD7BD8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31956BF2-50A9-EEF8-8630-DB718A1519B5}"/>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37" name="V8 Build pocket and density frame">
            <a:extLst>
              <a:ext uri="{FF2B5EF4-FFF2-40B4-BE49-F238E27FC236}">
                <a16:creationId xmlns:a16="http://schemas.microsoft.com/office/drawing/2014/main" id="{25FA0E91-BCE8-16B6-DC46-2CF77A52356B}"/>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41" name="Match | Blob contour">
            <a:extLst>
              <a:ext uri="{FF2B5EF4-FFF2-40B4-BE49-F238E27FC236}">
                <a16:creationId xmlns:a16="http://schemas.microsoft.com/office/drawing/2014/main" id="{024BB330-0FBD-1D42-4014-6A9AA99B5D8E}"/>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B1DE5D2A-C75C-1A9B-C209-64E6413E9C3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C19BABC4-17BF-5250-E11A-1839A356605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A1C8F060-E754-C159-ABE0-E3FE7C5070A3}"/>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F86E107C-B7F9-5A47-CBE0-5C34C519879A}"/>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9C884FF0-2EC7-5E52-B559-0D7A8A07DDF0}"/>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7A02E37-7EFA-33E1-C5D3-201A1A93A8B5}"/>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8971B162-E37D-62EC-0437-72F2A43FAA65}"/>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DDD31819-AE8F-4424-1794-071DBEE04A80}"/>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58D8B7CB-4388-CB96-CF96-751CC61AAEAC}"/>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790373E5-751F-D520-CC3D-F8EAF9DF531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6DAF120-883C-BC86-82DC-8FCEDC1CB6C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8D82CC57-544B-E0E9-E8EF-A331DEE06279}"/>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26F5075E-2A51-00B0-8C79-1E06E5B9DE1F}"/>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B76A6F1D-F802-85D3-8C45-E7042922746D}"/>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500F8693-D333-66EC-255F-62B8C19D238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675C6A8E-3B9C-9656-EAEE-C5DD9B270F17}"/>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D8A5231B-7021-AE18-AB61-EC39B1C459F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FC495A9-D7B6-ADB7-3B4E-ACDE88D63A2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0BF9F257-DFB6-A580-A1A9-001E6E4F0C3B}"/>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5BA82544-3D46-CC16-0CA8-7ABBA5E5492E}"/>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DA08A076-C026-8366-97B7-30F803385DEF}"/>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381AFB5-31BD-57EE-9E36-B2DD6133CA0C}"/>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49089277-260D-35D4-9F26-B7322DF3B8D7}"/>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E6531E4-9BB4-F156-DF66-0384F0F77178}"/>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01B56DB-F3E6-2B89-F9E3-54495623D74B}"/>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BDF4D941-B946-0B05-780C-0BCA09C7B2EE}"/>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BB9FDCA6-FD6B-B7A6-047C-4701E252A57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E2C0B7C-FF66-7248-E5E2-CC471832A73A}"/>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AC7A3C8-27B7-E814-3472-6CBBB3FF203D}"/>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DC988335-BF80-C618-0A86-3BFF6D45B8CE}"/>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B13C997-3CC9-D098-B13B-59AEF535667A}"/>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960B58-6CD9-D870-7065-E0C9692019DF}"/>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8BD076EB-0B46-5305-7404-DF23DE6C3E0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7D824118-88F7-31F2-D890-D6967826A470}"/>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B1A9B286-2CCF-AFCF-C76E-E08A2FAA2E55}"/>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50943580-3A5E-1AF3-3CAB-9FAD8D5A272E}"/>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9B2EE1F6-8F68-467D-62D7-0238AFB97C65}"/>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E06C1225-15E6-7CED-7C79-75DFE835F56C}"/>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C9ED8206-6159-8993-577B-1731FCB6118B}"/>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18A1968A-F601-BB27-02CC-7E0C411EF820}"/>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E5F812E7-6A9C-A63C-8E5F-DBEBE1855D3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88A75D7C-478D-D156-B3B6-DF723BE04490}"/>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DD7822BB-8012-2685-A130-95E697771425}"/>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FEEEF573-3F17-2216-E4A6-1DBB5EBAEE8D}"/>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24A02EC-2761-4D27-0417-D94F5EA86182}"/>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B8C9F827-3A3D-687D-8FE0-A32629BDB547}"/>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6D804863-507A-1071-7009-DA534C509754}"/>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64301678-8F63-4755-3587-92D19ECC7A90}"/>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5DB3F894-D7AE-0602-B355-0D3D7F9124BD}"/>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86D7A8BE-CC84-7B50-8DD2-71BE87B94B1B}"/>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86E0DFCC-182E-7332-E0FD-3EDE7459BA4F}"/>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53445E-099B-4981-15B7-C918DF924D39}"/>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DBC8C13-9FAD-509C-BA5C-DD142E8D6386}"/>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B1B436FC-DC4F-421C-127B-00939749C25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F87C9D41-5880-F7A2-C992-43A9F3B61B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24EF5F8A-D11A-63A0-707C-DB80B278A79F}"/>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7BBEFCBF-344F-FFF8-92B5-B39B0633919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98DBA2D9-BA44-C901-DB18-8392A79E41BF}"/>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42757868-5E62-1D86-D054-7A9C657C84FA}"/>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6942F4F-1E9A-8B9D-48D3-73BC97FAF211}"/>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28220772-1803-4BF5-911B-9B8CF1AA0A6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980877C-C290-8667-722A-A443C1FF33DB}"/>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12103D9A-5F4A-DE6A-2604-3BBC3B01A99D}"/>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5A758B1-577D-8F4F-828C-72418D4D0819}"/>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91D2674B-6958-74FA-F76A-68FDD0DEB829}"/>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44F77718-79CC-C69D-9539-49F9D86C353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7485A8E-48A7-5E7D-904B-AEEEC89F0FF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19242446-E02C-DC93-D213-E5195F876762}"/>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000B3A35-DE45-8099-6DD3-7B80D76AFC6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B0021AE1-848A-9994-FE0A-F2D71229E44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E6D27E4-5FC9-01D9-CE44-7953B1BB920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78C7DDCC-3F32-DC72-1F64-19F72FC3996B}"/>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E36B67E9-331A-60C8-B70A-60CBD28AFD25}"/>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78A38DC7-93F6-ACDC-5122-6F45DFAAC7CC}"/>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DD80C4AF-14C8-294D-D521-1BD447B67B8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4A9339C-5287-37DE-8BD8-B8ABADAD5CA6}"/>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5B8BFC25-7B23-6F52-838E-024CE0A7260E}"/>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1DFF5A19-386C-FF30-1914-48C9462540D3}"/>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B4D29725-54DF-3C3C-3D27-2D71351251F2}"/>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D742C18A-0339-CF23-AA6E-5A5DBB0D1B8F}"/>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6A6122A-2788-9474-C781-6798030133D6}"/>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99172142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5C8759D8-E820-99EA-F876-5BE7050BEC25}"/>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53547B06-B145-0227-182F-65B5FC79796D}"/>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BAB765B-7297-35AA-9285-AD8752FD1D0B}"/>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A0329BC3-EB0F-2E56-4811-1B495068839E}"/>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3ABBE2EA-84D4-18F6-08E0-5BA41336F7C6}"/>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3A294C0E-9728-CC22-71BC-4F7EC8D82B94}"/>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CFFA72D0-77FD-5EC7-A201-C42D9349EA1B}"/>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45C4D481-AB22-92F5-034E-C9801A68809F}"/>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03D6AEC3-D4AF-EFB6-D45D-7486E39229BA}"/>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F5A5D91D-7C6A-0989-5893-DC034D895FF0}"/>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C097EAB3-6E6A-A763-EB93-BE3F8BA29676}"/>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8DED3B8F-A0F8-59D4-3223-3251BEB746DF}"/>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C2E8B226-1B47-ED66-62FA-E9998FBBFBD3}"/>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7F95A5E8-09B4-799A-65C1-8A98617762A5}"/>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2EED5484-EA28-3798-9D34-58B0137332F5}"/>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B3A1C1B6-068E-1D85-6209-1E82D15BA31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DCA3A59-6967-ABE5-8111-D41268BEF76C}"/>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9B1B7FED-F57E-764F-6A1B-182658EA556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F1DCEE3F-FDEC-E727-C343-32EF3AD6FB9D}"/>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B1247E5-03A4-E4B0-F124-55E27511162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2409C299-70AE-AB3A-E3A5-CFCF127FC07E}"/>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4E2AECBA-B019-0459-1B6F-D407C0BFF269}"/>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ED1F189A-E6C3-A7A4-C079-2F5DF32603A0}"/>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858BCA10-870F-E939-79DA-5FD694EA595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D9DC38B2-9C29-0201-EA01-E526ADABEBEB}"/>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9FCDB680-E410-B047-7DA8-9B0A4E3B7441}"/>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6677A804-8C87-360F-91A3-9D6CEFA42D3C}"/>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807374E5-820C-9D14-835A-FFCA0337F59B}"/>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B5AC5E2-D7E1-284B-8B57-5550EFFCBAB1}"/>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C14BF492-0240-4A6E-7A3A-6B2023B61E74}"/>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6AE0AB2-2320-306D-82ED-EDD8A5CB21B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B49DB5C-828B-4800-F75A-B4BB92B8197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C802D017-9EA3-5378-E3A2-AAF627F84112}"/>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5F6158C-0526-1940-C004-13F5EAE57A28}"/>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8AD06D55-75C3-BF02-8FCA-37DB9F42AE1A}"/>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EC943221-E013-301C-C580-E08CA8605D0A}"/>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7446625F-5998-9B93-C3C8-3F2583855FBA}"/>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161E4FD-0709-5F35-EE4A-B0AD21FAA258}"/>
              </a:ext>
            </a:extLst>
          </p:cNvPr>
          <p:cNvSpPr/>
          <p:nvPr/>
        </p:nvSpPr>
        <p:spPr>
          <a:xfrm>
            <a:off x="4999032" y="1900178"/>
            <a:ext cx="1106490" cy="456341"/>
          </a:xfrm>
          <a:prstGeom prst="roundRect">
            <a:avLst>
              <a:gd name="adj" fmla="val 8000"/>
            </a:avLst>
          </a:prstGeom>
          <a:solidFill>
            <a:srgbClr val="FAF1D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9BEF5273-260F-4467-671D-739AE91778A5}"/>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288811EB-9D5D-C39D-785B-540FB22DBDFF}"/>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FA7813-446A-DCD2-F9B2-EC97BF5B8FB4}"/>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C676EC74-1270-F482-94AE-5F6AE2167691}"/>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90A4303-40AB-60F9-49B7-A8B5650B6F33}"/>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C8F0F70-6D1A-DD93-E963-AA862EB40374}"/>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CBF2E8E-1541-4CD0-3EB7-5CACA146062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DCA1302-D31B-B97E-96CA-CA8E3B80D4B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C531DBE-44D5-0DD2-8E76-6129D3F1BC33}"/>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85451D2A-DC37-8312-86FA-75A8E16E9DC2}"/>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7FF70347-436B-9B0B-141D-3FCBC6FE0DB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D7E60827-BA89-8814-8CE3-145CBF0A6AB8}"/>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6105AEF4-8D48-420A-0461-8075C80AE2C1}"/>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8E9D9C11-1123-0C07-A85F-0D5F76613F6B}"/>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7F5EF7E3-98FA-C32C-D7C7-8AFB63E4C57F}"/>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552C5C2E-2D11-653E-2820-FB4B78731A2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BAE35BEC-1EA3-E046-1632-00CDA5708E9B}"/>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6AA601F2-EEE0-D9AF-3EC7-BC2B5482224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78D7667-CEE7-CEF6-70B6-DEB1F544CAAD}"/>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351EDB78-8C82-DC1D-664B-F6FF7B84A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E7A52F15-9DF7-4846-E237-BB0AAB9470BA}"/>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9912FC0-90AD-CAFF-D77D-A0F42ED861D2}"/>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2AD778D1-EC39-656A-E2B1-21324D8D83A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EBE5E1C6-F951-9938-6A69-5DA408AF93DB}"/>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F1153E8C-0F2E-6AB7-C7A0-47D330A7A95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DE23AF56-0F8A-2CD2-02BB-AA067A239EC3}"/>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AAABBA1A-88C8-145F-F985-2319B76297E1}"/>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47F9C12F-F319-845B-1554-28862F186CF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2451DFE4-713C-74B2-8A94-7E4665923A18}"/>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5F1135E5-B24E-3BC4-C0BD-D36F25D0EA2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06D631A9-AE4C-48C1-DC2B-8A49FE9364C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86ECD83F-FB9A-3C06-84F3-D3635317311A}"/>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6AD9255D-6E0D-4AFC-F871-87A290DB3774}"/>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6E5BAC85-7E1A-E29A-0462-428A8064316C}"/>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1416829B-D9ED-4FDA-E442-571A0E8B8314}"/>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C5085BB9-1EDB-C8C1-138B-13C2173D67AD}"/>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C72223D-7B04-90D2-7770-501C4BD3755C}"/>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4717DE4-BE25-7585-C625-FF4EF9F8BEAC}"/>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52EADF64-4A50-E05C-C518-7AA360032DE3}"/>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D43E3618-B767-438B-23FB-AEE377839FDF}"/>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6ACA3140-B059-414B-CDB2-5FA4025EE637}"/>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3122709C-A32E-9EA1-1697-782E49FD6B93}"/>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7BF70BA0-2616-4D72-CDB7-AAED157E5141}"/>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0B269B31-54C5-39F9-4392-01C163382B36}"/>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D13CE637-5BB6-1976-05FD-3A07DF6B2FEC}"/>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5D4082A-7441-AE9D-7324-7D2520D5E458}"/>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9459B5E7-5F21-1B86-DB52-9A69C73B169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35D19D2B-600C-64D9-C055-04AC9C39B2D1}"/>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1A1502B6-E289-FFA9-E40F-A57446276EF7}"/>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F0E229E-F944-DF40-2B97-F2397A04059B}"/>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F0CFCA78-FEC5-E96A-674B-5A6E6E5A0A48}"/>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544FBDF-DF8C-893E-3CF2-ED3B245011B7}"/>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2959F1C7-EB0F-1FB6-915E-CA503586F1D4}"/>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2667C4DA-283D-1BC0-83EE-9F20ACF0B4A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92451DD4-5BEE-8AB7-047A-A3D820411DDD}"/>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1ED2392-2333-5045-1BA1-E1C226407BB2}"/>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2341D726-96DC-F1B5-DA2B-879CA9417BD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163997024"/>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E9EFF7"/>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F4F6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4F6F7"/>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423915CE-7F39-51D3-4F53-363D9AA7C5A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689BC81C-EBAE-6A9D-8B4B-EDF92826CD8B}"/>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3B24A036-3161-27FF-1334-3994B66F0261}"/>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6F54FC8D-E590-FF18-CF46-2ED3C218E1A5}"/>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AD52E5F1-FAF9-C795-1D13-B3675F1D1059}"/>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81100EF8-5A04-4FD6-5263-27CCDB86B2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7B5D3FB1-F4D0-DA0D-E01C-BFF209368A20}"/>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E489D186-66B8-0887-E419-8261B5B146E0}"/>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4F1FACC0-C0B3-1ECE-BC47-04B469A08BF6}"/>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D60E76B3-6086-22F9-F331-6B3EB9D27DDB}"/>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B6073C37-39CE-B7E0-3B07-79CC91752771}"/>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44A40F3E-EE7E-47F6-F21F-55B6342BC627}"/>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14DCC2A1-CDC4-C175-7CD6-B44415023274}"/>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AEA59DBC-AE5B-BAC9-DB1A-B93729186927}"/>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C51024E8-6E1D-8550-24DC-C64E196CC7C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F005B847-7E52-D002-7402-A77292C8424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F18A76BA-3A6D-690E-1E25-09EADEAD6D2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D6A16EFF-8D09-8A90-1861-D2C2CB3FB054}"/>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7A6CCD2E-6466-9D14-3B68-C871BA64A339}"/>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91899206-AFFF-7AE9-A668-AFB0022A39F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4F7693E5-E4A0-593A-A3A1-A79111C31959}"/>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C5DB50E8-C3A6-3C50-3582-FCA3BBABD8D7}"/>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FE3B81E3-6F1E-472D-8CF2-4809F3ADB7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59BE48BA-39C8-9115-E2D9-668366662F74}"/>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92CDFAF-2927-D3DB-7E27-C5F95C54379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09226E00-C9BE-6656-69E5-936D0D9C9BA0}"/>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7D5DEB0-83CB-4AE8-6632-C35EFE7F6AB1}"/>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61C20E2B-B035-C30C-DC5E-78722583412A}"/>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FA3A63A-C5B4-46DC-9991-5E890A593F39}"/>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5A8BF8D6-CC63-3A07-00C3-06D2FC84F371}"/>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EA6D07E-186E-721B-FE69-A910CADA4CD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97252846-6DC1-B072-9EF8-BFF8E9E51215}"/>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9624DFFF-47D7-4BF2-00B4-BE0589E5D906}"/>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BC9ADC94-3DB8-0817-8C90-DB3ACE846727}"/>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71D10570-D81F-28AF-047A-7D1D7965E2D5}"/>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844D4712-AEED-E883-C5F0-D362F809E703}"/>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243C67B2-7A6B-44AC-4681-7BF6293C7909}"/>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68687A4B-553D-209E-10BC-CEC5B2D4F848}"/>
              </a:ext>
            </a:extLst>
          </p:cNvPr>
          <p:cNvSpPr/>
          <p:nvPr/>
        </p:nvSpPr>
        <p:spPr>
          <a:xfrm>
            <a:off x="4999032" y="1900178"/>
            <a:ext cx="1106490" cy="456341"/>
          </a:xfrm>
          <a:prstGeom prst="roundRect">
            <a:avLst>
              <a:gd name="adj" fmla="val 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1E4E0589-C5B3-405D-4D29-CE6C8A279393}"/>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F40B2CBA-8B2F-11A0-F694-502775EA8B55}"/>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CC7334-9BBF-E454-5B4E-756BE36879AF}"/>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5244064-2F55-D11C-4D01-06654766CC85}"/>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D91F7642-7EDB-344A-8564-71863E1FB922}"/>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CE42CD0D-232C-13FB-DC7D-47A37975268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9F62EF0E-614F-DB10-6591-8D242432F320}"/>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2BB77FD0-9A0E-766F-023F-2D01AEC1170C}"/>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60BAE23-F653-AAB5-E58E-6FA129A86360}"/>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1D465C25-E7D6-47AB-7454-023C1E95CCF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FFC30FC4-EAB0-CC5C-3F71-5F2D28CB293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909A4200-BE35-00B4-7696-10A589C45121}"/>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A9E945F5-2D0A-AA2E-1ACD-61993A952D9C}"/>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B7F29E84-B886-30D5-159D-3C6D62FBCE47}"/>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DC656B36-95AC-9494-86BF-DD98AE107193}"/>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8B6614BE-2EFE-22FC-45DD-3F57126C3E9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A4737B2-532C-4CFE-BCF8-96B26ADA1283}"/>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13A5F512-824D-1A21-9FFD-0B2D98F7E4F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0463FE9-38A4-FE81-BE48-9E226B8A2A4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C50332BE-1538-B5AF-5192-638B3DC74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C0D2B4F0-BE3E-73BF-E0D8-9A9360E57E58}"/>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F6EE6D0F-422A-EDF7-B09F-8431AA88ADA0}"/>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40CFF148-83BA-948D-517F-D5E1D21D7ED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390AA771-E7EF-0773-8367-A579B4F1A681}"/>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0AACB4A9-6684-F035-1F34-B436DEE8F240}"/>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0CBBC2B1-665D-F0BC-16CB-098D3D252FCA}"/>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837D8BF-0BA5-2A23-2ABD-F80C977E40E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C61B59-79ED-DE95-81AF-7B9D839ECC5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3B35917-F2F9-6865-2A46-99367EB40F6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224D1274-9D99-00B3-1ACF-ACC916668424}"/>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3302A644-8746-0C13-B2E7-3226C9BBEF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53644FF-4A55-B052-E7F1-471065913097}"/>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4DF72375-0B02-BAC7-4B4C-6CC7CB2E8E6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B18CA7F6-0915-D4D3-41F0-8E1F6B534407}"/>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611552FB-BA42-3E93-EFA3-4C24CC1F0FB8}"/>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A859F29-F630-E3BC-99E1-C77C41213DCF}"/>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D88D6704-065C-D705-8483-213EA8A2E6EB}"/>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C6B65951-8F99-B674-8132-917EA95F67C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3F953BCB-75F6-FD3B-C22D-CAA7BE3E0798}"/>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7E77807D-4249-1566-63FE-53EE7140B3D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A569E658-C743-FB25-9EE9-8C7C79CC7520}"/>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85EFC85C-15E7-790E-E9FE-678A8D1ECFC4}"/>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CAC35FD8-F696-ED73-E6A3-99DCB5E62E2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A91E13F0-BFA1-2074-ACEC-A59C47C7FF51}"/>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A7FDC376-28ED-6D6E-1BF3-01CA70C7D612}"/>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AE59EC0-24F7-3B0E-F9A2-25633D246B90}"/>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065BDF85-1345-B07E-30BF-A1BFAC1CA27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C06EE6F4-B733-D25C-42E9-227A5C7D899C}"/>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798FBAE8-2611-5A42-9A58-3435D28BDD46}"/>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84E1BA72-F7B6-6E0A-900D-0A4DCAED36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9F2EC32C-70E6-1E38-3AFF-1E1D8C85A6C5}"/>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0DDD2284-715E-A0C1-74A1-706555C74994}"/>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8FBDD00A-343E-DB27-8544-D97A06212F4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E4CE5BC7-52E9-C008-0351-47853E03B881}"/>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A853E2BE-3AF0-5BE2-A2A4-4BA11F9E9B9E}"/>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3650389-D431-40CF-1BF5-59536E3CCAD0}"/>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E072BFF-C95E-8D13-DC20-EFDFFD2C526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3734909944"/>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54E4-C92C-E5E1-048A-CFE6234C4467}"/>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DB346E3B-300E-D9E1-EBB9-3C3DE0A9349F}"/>
              </a:ext>
            </a:extLst>
          </p:cNvPr>
          <p:cNvSpPr/>
          <p:nvPr/>
        </p:nvSpPr>
        <p:spPr>
          <a:xfrm>
            <a:off x="450985" y="89164"/>
            <a:ext cx="4381930" cy="1756103"/>
          </a:xfrm>
          <a:prstGeom prst="roundRect">
            <a:avLst>
              <a:gd name="adj" fmla="val 2000"/>
            </a:avLst>
          </a:prstGeom>
          <a:solidFill>
            <a:srgbClr val="ECF1F8"/>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EF0B267D-90C0-38A3-D16B-0DD3D65D62EB}"/>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AB3BC022-A619-B6D5-D09D-29711F1D2923}"/>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F1A5F3D-BB29-8794-C8AA-653684DEA06A}"/>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2AB167FA-A651-FE28-3F2A-F3810FB27DAE}"/>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DE5C921A-3CC7-8AD9-5A81-6027BADBA2AC}"/>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E5BBDF5A-9389-70B6-3282-3E68DDC58A6E}"/>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86AFA4D9-D92A-7BEC-125C-E82660B7FDE4}"/>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728A8988-283B-D582-8EF1-867D8F0CBEE4}"/>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DE266356-4BF3-B262-E3A5-AEAEFA818FBA}"/>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05ACE958-1CAA-2989-F795-8FC5B03849B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A18F61E8-2999-61A5-5D90-2994D6B7EDD7}"/>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F58B70C4-9603-0A1A-B2A4-FDB7BEAA2FC8}"/>
              </a:ext>
            </a:extLst>
          </p:cNvPr>
          <p:cNvSpPr/>
          <p:nvPr/>
        </p:nvSpPr>
        <p:spPr>
          <a:xfrm>
            <a:off x="1932849" y="284774"/>
            <a:ext cx="2183263" cy="743575"/>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6577B360-8EDA-93A1-7C11-AE6719FDCE1C}"/>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DB732642-3B6F-C7FC-2034-CAD03D534986}"/>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D65BB1FE-2027-B89F-BA1D-199884E36E74}"/>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1F7EB05E-C62E-F8B7-9F66-B70ACF573028}"/>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087058EA-52E9-65B2-13F0-840AA525CDB6}"/>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B78139E0-768D-E3F2-499B-C403611A68C4}"/>
              </a:ext>
            </a:extLst>
          </p:cNvPr>
          <p:cNvSpPr/>
          <p:nvPr/>
        </p:nvSpPr>
        <p:spPr>
          <a:xfrm>
            <a:off x="1932849" y="1170736"/>
            <a:ext cx="2183263" cy="585368"/>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CBF149C4-C780-28DB-64E1-7A1021F33B50}"/>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999BA71B-1BEB-5779-EC83-71EC041F4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B8866EA3-D854-863A-3FCE-057F6F35A1D3}"/>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B767B2DF-631C-A066-BAE5-B05C2E20BF6A}"/>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742855AF-61A4-A15E-5C97-45A0617BE32C}"/>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B2EAF94-2C69-1FC8-8039-E245129F9495}"/>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37879733-D9D5-9D7F-DCBB-9B81919C1089}"/>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90BFB6E-E7CA-71C9-041A-D190EF34C127}"/>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D92E8062-11B2-4B0D-ADFF-E0E2FF826D14}"/>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A6A4F338-8FB4-7BCE-34F5-E5171B2F3BCC}"/>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709AE7C0-8C78-F85E-A26E-0022CB05BEC2}"/>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1CF1B9A9-6DC0-05F7-86D2-C9D183B58B08}"/>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E76933BC-A58C-A9D6-D75B-81B42B2AB4D1}"/>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D64C26B-C85A-269E-D6DE-A9304B43FEAD}"/>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632DCE39-AC67-1ECD-B935-01B1C9272D7B}"/>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112378BE-7B2F-B2CE-18E9-CBD1204F2A7C}"/>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35273B1A-CBF1-5013-002A-F35D3DDDC1FE}"/>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E5E8247C-7662-9E4F-20A5-8EF45B5CAA33}"/>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3D6D55DA-DE2E-40D0-F5C5-1AB14C28DC38}"/>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CFF72254-C332-FD79-C0B4-D2B0735BEA0B}"/>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71AD1879-DBFC-E9EF-50E0-2CD58EE8C563}"/>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755F7733-46DE-FBCB-7B99-2251792732C6}"/>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32D15B95-4D0E-684D-B947-3081572A74FD}"/>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5CA6A986-C50B-92C5-8C9D-3C1550B72A5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C251143A-148D-AE40-78E8-F3746EB1EBAD}"/>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7A4A26C8-2008-755A-144B-6C4326DC977D}"/>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FD7EFFB9-72EB-52A4-E8C8-545E80B5C6AA}"/>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476F6B28-7FE0-6772-9D13-E4A490D00189}"/>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F2CBAB42-E8B9-B92B-E814-95E176ABE045}"/>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4CA102BA-D00D-8A9E-13F9-B2E950D2087C}"/>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1A2BF6-418C-ECBB-8E6A-10FBDCC5413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EE134B29-CC8C-3682-23BD-07B1641BDE16}"/>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347B422B-C4A6-90D0-59DA-E95B63CBB1D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4D72A65-4A8A-7AF5-1F1B-15D7997D2847}"/>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EE678E38-27EB-BE34-3A48-7E98A5C10B77}"/>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268D72C5-0D8C-F0E7-FC3C-E2EFF15D92CF}"/>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F21EAEC5-C1A8-F3CE-622D-E56E314C81EC}"/>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A2B1924A-01B2-E062-73F9-C2E864445BB4}"/>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3D9ABC5A-F9A8-113D-77C4-469A48278261}"/>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B906F61-2D28-6E64-A3C2-29EBF86981A6}"/>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D783BC19-1682-79CE-B9A0-4D922B39F7E5}"/>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2164BC90-5241-7675-42DB-980B432A19B5}"/>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6A1058DA-D9CB-8857-6C4C-E3CBAEB7F502}"/>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66158A73-B7AC-5437-1875-F4B3A1F7FDBA}"/>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3D74491B-2D8A-C597-113A-0DDB12A07D91}"/>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085BB1B3-9B8E-BE84-8833-46FF16D228C9}"/>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70A8B4D8-F94A-08F7-3863-7D80F7E16B2A}"/>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CA649C-56B5-84E8-5F03-28CFFF9CCA47}"/>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A7FAC7B3-C4D8-3C84-E8C2-C8FC96D97CD0}"/>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3E85E840-91DD-E1A7-ADB1-4534A1870503}"/>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0C691E33-6CAC-8FAB-FF48-309D6C9E6457}"/>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4FC0E9ED-7B76-85B7-9A66-1488A6560373}"/>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9A840460-0FBB-E276-592B-6BB076FC63E0}"/>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36F02793-11F7-7C57-9702-15E5318B58C6}"/>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EA53C084-FE17-24B2-008C-DF176E211528}"/>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24AAA1CB-8D62-3552-1132-1CE4A049FA8D}"/>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AD503294-5E5A-44A4-E8FC-FDA51AE6D3AB}"/>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8EF33EAC-DAC4-72B0-B86C-B13CE8C54988}"/>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257255D6-991D-3816-46E2-7C73E317E7DF}"/>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147E1465-5F51-73A7-337C-EBB8452CAA87}"/>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04BDC70-137D-B001-93B5-33495CAD6D7F}"/>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09491D58-5E41-6434-92AC-FEB9AAF26E61}"/>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6ABE696F-9463-864F-7D99-E63BE43B3C67}"/>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D1E5DC26-77B2-CE51-EE82-2A985823BD5F}"/>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F1077E52-1C84-C966-64C8-C9BA9C3D21FA}"/>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0622E8CB-531C-6B9F-DFD1-0BCBC832886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CBDD2F4C-8F1B-0067-82FE-63E2C8ADE1A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8617071B-8C69-6511-8101-B7667F385C34}"/>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6F9AC463-3DA5-C7A9-BB1D-DF2E0B65072B}"/>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4E5B2AF1-C1E1-63CA-D996-1C14B5DE0311}"/>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02983A98-0C74-44F7-7B85-59A5383B1747}"/>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B57ADFC0-76AC-CDAA-D719-7B5056C00239}"/>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46ADEFFF-C294-2D10-FF9E-5B9E50791758}"/>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8726FF12-25F2-880C-AAD7-FEB990DE351E}"/>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54F3DA07-3D3C-0A8D-0B57-A6773E0F22E9}"/>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22BA78AB-D31C-9D21-81A6-6517C046C969}"/>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977D18F3-F886-AF84-0504-F418B8A8499D}"/>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2FCE918D-FD0D-A410-E657-70E59FD64F07}"/>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376170BF-B9FB-A2CB-0A96-513245841F19}"/>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3540577D-E12C-7BE2-B39F-D8A35BC6AB99}"/>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F88466A6-C4ED-991B-129A-667B0F841C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B6088847-E67D-B76C-523B-CAFAC486AA53}"/>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D1B2411C-A9E9-5CE6-5A4B-CC9D508B6300}"/>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301AC40E-1FD2-3C19-C524-EF37F82BB735}"/>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50018619-2909-D9F8-F79F-08DF6E20D5AF}"/>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70988803-A81D-7F4E-E630-333E6624B7A2}"/>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D397A01D-2F82-CB78-863C-65E147E9F92B}"/>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62184694-9BBB-11AD-FBD0-35D0DB1EFFAE}"/>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252D31F5-26A7-C851-500D-AC5D9C8C5B83}"/>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59B724E2-03D6-D085-2BF1-AD066D9B28D1}"/>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85CC5C4C-B757-0BC6-BCBC-773686253F92}"/>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FFFF62D0-1DB4-21D5-5D85-0FAFCFC80FFF}"/>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81DBF956-EACD-FC9D-3FDB-3AA6622DD130}"/>
              </a:ext>
            </a:extLst>
          </p:cNvPr>
          <p:cNvSpPr/>
          <p:nvPr/>
        </p:nvSpPr>
        <p:spPr>
          <a:xfrm>
            <a:off x="608834" y="3452879"/>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33856ECA-B758-3DBD-E303-31F5A42A2ECA}"/>
              </a:ext>
            </a:extLst>
          </p:cNvPr>
          <p:cNvSpPr/>
          <p:nvPr/>
        </p:nvSpPr>
        <p:spPr>
          <a:xfrm>
            <a:off x="1304947" y="3452879"/>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5890642A-B810-958C-EFC3-0A24B651A116}"/>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F6D73074-EE7D-5B2A-73F0-150D69153180}"/>
              </a:ext>
            </a:extLst>
          </p:cNvPr>
          <p:cNvSpPr/>
          <p:nvPr/>
        </p:nvSpPr>
        <p:spPr>
          <a:xfrm>
            <a:off x="2095987" y="3738251"/>
            <a:ext cx="300518" cy="150259"/>
          </a:xfrm>
          <a:prstGeom prst="roundRect">
            <a:avLst>
              <a:gd name="adj" fmla="val 2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2B49B595-4B39-0704-709C-C8907EFD22ED}"/>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1C9EB5F5-984D-FC7B-F241-E36D8A091995}"/>
              </a:ext>
            </a:extLst>
          </p:cNvPr>
          <p:cNvSpPr/>
          <p:nvPr/>
        </p:nvSpPr>
        <p:spPr>
          <a:xfrm>
            <a:off x="1099255" y="3738251"/>
            <a:ext cx="347904" cy="150259"/>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5FE4FABB-744C-2CF5-F918-EC910DFD6E4C}"/>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A7090AC7-E6AD-5862-7A7A-95F6641405BC}"/>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C4629DBF-5AC9-CA4E-F13F-54FEFFCF6E1D}"/>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F2BDE901-45BA-A44B-2EFC-8B9BE2548828}"/>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6E9534B9-7206-B4B2-6442-5F9741A3D5D9}"/>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248206ED-79ED-85B5-BF1C-853081B25EC3}"/>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B90E5C28-5FB8-C3C2-F0B9-9CF8816104B1}"/>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05494094-75A7-2E6B-1D88-5A5876609970}"/>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5348D397-FFCE-30A8-BE50-37AFEFE7E608}"/>
              </a:ext>
            </a:extLst>
          </p:cNvPr>
          <p:cNvSpPr/>
          <p:nvPr/>
        </p:nvSpPr>
        <p:spPr>
          <a:xfrm>
            <a:off x="695848" y="4181937"/>
            <a:ext cx="696113"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71E28630-0C1F-E738-6747-8A07041F6711}"/>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59AF8C9F-62D8-4B58-F4BA-345BDA514251}"/>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62B55E12-416D-5929-77FA-D63A11AB56F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2A6D4535-9511-1039-C705-F166FA6B1B4E}"/>
              </a:ext>
            </a:extLst>
          </p:cNvPr>
          <p:cNvSpPr/>
          <p:nvPr/>
        </p:nvSpPr>
        <p:spPr>
          <a:xfrm>
            <a:off x="3250539" y="2309830"/>
            <a:ext cx="838500" cy="512745"/>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11D36D7A-2053-0203-E93D-8258322C006C}"/>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F94E72EA-62FD-D9BD-11AF-3A084C51DE52}"/>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EC85226D-DD8A-B87D-FECA-FAA304BE8EA0}"/>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8F8B0A7B-7B23-017E-3B88-3E1F1442A7BD}"/>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3590EEEA-C30E-7E1D-CEE8-4FD999AE556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0A577740-3405-59CD-57CC-7793FDE54B0E}"/>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1E5E0A74-B55C-94A5-5C23-90F99D29A9CD}"/>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B5C78D85-1CC0-C5AB-F553-9B5E0A0A25D2}"/>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6E055FF4-7887-A7F1-8F3E-DBC9C24E3AA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89B1F5E6-DD3F-2935-0C5D-1D79BE96B7AA}"/>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E12956A6-FA7D-9882-B940-F1FE9AEEA955}"/>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17413C88-CDA3-ADFA-DCF5-0BCF1409AFBE}"/>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FCF8420B-08AE-A2BD-E006-1BA6276DD621}"/>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9DA08028-8972-8EF8-D2EF-404D7FA56BAD}"/>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83F38FF6-CCB0-E3F7-6CAE-1092AA581B6D}"/>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C2EF8EA2-D210-6155-FE29-A21CD17FA28B}"/>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6116B654-C82A-7D8D-221B-FEC24D9BC35B}"/>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D1188795-37DB-683B-0190-5C90F3D5E652}"/>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0C6EF088-0A14-80D7-8B1D-4B4898E7FFBB}"/>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46DECBC9-4974-8AE3-1013-2AF8B4976C0C}"/>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8BFBA965-D974-0336-328E-9388B5821A84}"/>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E841B2F8-5D35-413B-F508-9C2F78E1684A}"/>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CD025B8C-50EF-2D24-1C9B-737C243769D7}"/>
              </a:ext>
            </a:extLst>
          </p:cNvPr>
          <p:cNvSpPr/>
          <p:nvPr/>
        </p:nvSpPr>
        <p:spPr>
          <a:xfrm>
            <a:off x="2823379" y="3239299"/>
            <a:ext cx="363877"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36683559-3CBF-D989-0D4A-37975AD63C47}"/>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19322CD2-5AD1-7482-D627-0E2836FD3523}"/>
              </a:ext>
            </a:extLst>
          </p:cNvPr>
          <p:cNvSpPr/>
          <p:nvPr/>
        </p:nvSpPr>
        <p:spPr>
          <a:xfrm>
            <a:off x="2696813" y="3500341"/>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608D79B8-9D48-58C6-1CC8-44483B278221}"/>
              </a:ext>
            </a:extLst>
          </p:cNvPr>
          <p:cNvSpPr/>
          <p:nvPr/>
        </p:nvSpPr>
        <p:spPr>
          <a:xfrm>
            <a:off x="3459362" y="2971538"/>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130236D0-76A7-1012-3B41-B2CB733A554B}"/>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55E1D08-355B-309F-96AD-EB512EBD1BFA}"/>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64B47C27-69B8-9E91-D602-FA6537597E8C}"/>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E1B18501-149F-8094-68B3-4BA21316682E}"/>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18EBD2F2-BE09-9BE5-2879-BB55EF0D3CE9}"/>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2A45EB01-0046-80E6-5B40-84013BDA5CDC}"/>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3FA8855B-6068-D178-E690-9538FDBE52A4}"/>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E5730381-A647-455A-D29E-909FCCD60988}"/>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52F343BE-6559-FDED-A7AE-84AA3FB2DBCF}"/>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112A440C-351F-5C9F-2270-1361D2C94E3E}"/>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8AD35E6-1421-A2E6-4A70-C64593C4D0D9}"/>
              </a:ext>
            </a:extLst>
          </p:cNvPr>
          <p:cNvSpPr/>
          <p:nvPr/>
        </p:nvSpPr>
        <p:spPr>
          <a:xfrm>
            <a:off x="4140927" y="2967199"/>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BB27A32E-113F-D2E9-2371-AF9455241203}"/>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05F1929C-7F33-158D-27BA-C5583426047D}"/>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662A2F66-4F57-5AB6-19BC-C38956939267}"/>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67F011E-4AA3-C6B7-BEBA-03AD93490D1A}"/>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CE977707-CA4B-5983-68AC-81B511DB18CF}"/>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C5FA3902-C328-D66F-1E07-BB01D481156A}"/>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0EDC83EE-1769-5A66-5D0E-8266AB81D986}"/>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E0FF7DD8-3983-397E-511A-07E35C10772A}"/>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AD27791B-BAA3-BC74-3AE2-CF7D58494849}"/>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E37705EF-6D0B-89D0-48A9-97A6A3EB2CB7}"/>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D9DC2695-75BA-CAE7-1DF7-516F912B4470}"/>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3C306348-DBCD-1B2A-27D8-191B2064F2D3}"/>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DDF32FAE-D1A8-EC3E-C64C-B4DBEE23F811}"/>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08E6C466-AB87-B031-6115-EC01F075D09D}"/>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2BC83F60-8222-9466-11E0-6843C5A1C383}"/>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849F65F0-600D-DEE1-14B7-742BA5715E1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A305351E-0A56-BEBE-D6E3-F36395A9BD3B}"/>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70443BAB-5250-4C86-0486-D2C12A458209}"/>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50ECBD49-60B4-4B55-2875-7526697050D4}"/>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A2C9F1EA-8C19-FE37-F067-11F9B3F6F765}"/>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735A7634-980E-5895-732E-213A761AB123}"/>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C02F653-D565-D8BB-15A1-8FB1144A6D0F}"/>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79DE6AC1-3890-17D1-55AB-3B2104813636}"/>
              </a:ext>
            </a:extLst>
          </p:cNvPr>
          <p:cNvSpPr/>
          <p:nvPr/>
        </p:nvSpPr>
        <p:spPr>
          <a:xfrm>
            <a:off x="4025756" y="3500341"/>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C8ADA774-E66E-A6A2-016E-20B972F878BF}"/>
              </a:ext>
            </a:extLst>
          </p:cNvPr>
          <p:cNvSpPr/>
          <p:nvPr/>
        </p:nvSpPr>
        <p:spPr>
          <a:xfrm>
            <a:off x="3479940" y="3733697"/>
            <a:ext cx="379698" cy="14238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FECFA284-4082-BB36-CF29-F43EBA2D7044}"/>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02657CA5-9558-6D23-726C-B6991F5254D4}"/>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4EBC715A-C7DF-C3EC-15C9-EEB9A8132CBE}"/>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2012338B-F024-EBCC-E444-A4CCA9FE6843}"/>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B66CA711-BFB2-96DD-CA70-BEC60D33FE01}"/>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97DC8DD5-CC28-4D2F-BD22-4A1FB44D0129}"/>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4392C2A6-FC7B-48F7-CC98-7C339D85A959}"/>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A73F20F9-55DC-133E-3461-B599FB11A753}"/>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66DCF91F-1CBA-C7CE-BC4F-097CBF018C34}"/>
              </a:ext>
            </a:extLst>
          </p:cNvPr>
          <p:cNvSpPr/>
          <p:nvPr/>
        </p:nvSpPr>
        <p:spPr>
          <a:xfrm>
            <a:off x="3279920" y="4162465"/>
            <a:ext cx="569547"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95C180B8-3921-5D94-4DA1-811D1D005341}"/>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F14EBC8C-258E-262E-B6B0-3374292AA371}"/>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B6063C43-1232-5F60-74B7-68798C75DC6C}"/>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15839FA0-A4A5-7119-A610-31BD10CD9E2D}"/>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41A05C65-B3BD-0A3A-596B-AB2703459E8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FE055175-C1DF-98B9-D269-528B6DB8BCC5}"/>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A42061DF-CDC2-BBAD-CC04-D795ECC762D7}"/>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F7182FD9-6BC2-E0AB-C10D-A81656341249}"/>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F49C1191-397D-0F0D-8860-9255C16271B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153A91F1-6A82-46F5-CBC7-E29160DD5ED1}"/>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7A8C51E1-5C0E-2A3C-CEB2-E40CE7A36CD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AEDAB794-5537-C686-4BB0-738F687DCD6D}"/>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603A1D68-850F-4C5C-3192-425C9F2A2609}"/>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D87DAF7C-43B6-25FF-0769-9FF60D96AC9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99649E13-5C79-0619-BB5F-5A332F5FD747}"/>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9ED543D3-6582-CA5E-2403-A405345A45B4}"/>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744D1959-45EB-B1FB-6D2C-524FC9ECAEDC}"/>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7F2D0646-7A7C-8958-279B-F1CECFF09093}"/>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A7C8C46A-0A12-7692-FC5C-D670624E01D5}"/>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CAC02272-DF9C-4B1E-4DC2-2B8B65642E7D}"/>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4A981EA9-94EF-910F-60F4-6457C16F335A}"/>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18156510-7BE9-37BB-FC31-D73CEF36A4BA}"/>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07D408F7-73B8-504B-1638-47D6BE9FAF0C}"/>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37C5288C-532D-ACD6-124C-44740FF509B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7B2D3AC9-DAAA-2C64-E3ED-D5120C87777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7179DAC1-3327-E0E7-F1D4-84AB32380C1E}"/>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7FE9A235-CD65-1D11-9B18-9D02505BA5BA}"/>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B7C23605-DA85-BD4E-F76C-0A54A583D80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E00DBE8B-787C-93F3-1AD5-726880372CE5}"/>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9AD76A86-FA7F-E1DC-E566-584A703E96E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F8BC6FB8-22D5-0210-831F-1D5E506D853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2FA4A61-779F-842B-95B0-E5C1CB97DBCE}"/>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DEAFB1A4-3D52-7098-EB66-0B3DF2BAC5BD}"/>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4D42E3CA-DF50-C141-866F-CEDBA23EE500}"/>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BEDB810A-3058-A27D-9A9D-D7670A24D702}"/>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1859AFD7-0DCD-3E15-4760-F012FC7604E4}"/>
                </a:ext>
              </a:extLst>
            </p:cNvPr>
            <p:cNvSpPr>
              <a:spLocks noGrp="1"/>
            </p:cNvSpPr>
            <p:nvPr/>
          </p:nvSpPr>
          <p:spPr>
            <a:xfrm>
              <a:off x="3122581" y="669608"/>
              <a:ext cx="1028701" cy="3460433"/>
            </a:xfrm>
            <a:prstGeom prst="roundRect">
              <a:avLst>
                <a:gd name="adj" fmla="val 6481"/>
              </a:avLst>
            </a:prstGeom>
            <a:solidFill>
              <a:schemeClr val="bg1"/>
            </a:solidFill>
            <a:ln w="7290">
              <a:solidFill>
                <a:srgbClr val="BEC7CE"/>
              </a:solidFill>
            </a:ln>
          </p:spPr>
        </p:sp>
        <p:sp>
          <p:nvSpPr>
            <p:cNvPr id="1250" name="Preprocessing divider refined">
              <a:extLst>
                <a:ext uri="{FF2B5EF4-FFF2-40B4-BE49-F238E27FC236}">
                  <a16:creationId xmlns:a16="http://schemas.microsoft.com/office/drawing/2014/main" id="{E7611B8E-8A60-78DD-3DC7-1948E45A63FA}"/>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FB12AB95-9B44-93BD-70DD-6D91FA177EE3}"/>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9BD65A6D-920D-9175-9C4F-E9730CB47ED5}"/>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0EAB0855-F56D-DAE5-130E-7807B548A5CA}"/>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DB1D6A76-136E-E4BE-9CC6-0D4EC9F8E0F9}"/>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9154DEB9-0E91-A644-41CF-0F69BB3E95B9}"/>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5442672B-C67B-925E-F92D-E782FEC51616}"/>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C5738AA3-1033-6B2B-3221-DD68B1DA20EA}"/>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421A8DD9-856E-2E74-3485-6C48503C19AA}"/>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518388B9-EF42-86BD-973C-38C4F1FE2B8B}"/>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50529703-F6E8-FF0D-68B2-27D3AE465265}"/>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F0EEB8EC-34B5-3949-4157-8E6693E11853}"/>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0EF1DBCD-9CDE-0935-89B7-74A61EFB288F}"/>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747D7A9C-2C34-0063-C1EA-1E3A3213D778}"/>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41FEFB9C-6F52-F508-F1BA-FB2B9AE9E22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9067DD1-1D5D-4CFA-B477-53A708302654}"/>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6A1FC697-7A0A-D09D-4774-5AD7F204CA9B}"/>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C24A08FD-26FC-34D1-5D45-A099E2595C7C}"/>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CF903130-DC22-B904-AA1D-12D53F8F9957}"/>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2F075FF6-7455-E03B-1185-CBD8A17B1B3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53C83164-BCD5-77C9-CD49-46C82AD34FA1}"/>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22BA9D90-E678-168F-49EF-5EEA3F9435CC}"/>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3CEA22B1-95A4-1A3C-FA0B-1D1111859C00}"/>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087F0F00-9FC1-BDC4-4D70-97BA74B25968}"/>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E1EA4F0A-FD36-79E6-D19E-5C378F218002}"/>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97E5F366-5326-8A8E-140C-2942CD47086F}"/>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34601416-A376-1E9F-0C70-C60672718FC9}"/>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62F77A33-4C43-2892-8B0D-9BF0AFFF7841}"/>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85760DBA-A2D6-45EE-2A63-F252CE61967D}"/>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D78A43A8-0EE4-A256-3A93-F4C20D3F2712}"/>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84C8A1EE-1A30-2342-D474-860F37A26E39}"/>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B9168256-F5FB-F356-0DE7-CD52E3466B5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08488654-6E2C-D918-D25D-99AD8BF26373}"/>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260A184-D1D3-B392-D18C-0888E94BD126}"/>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2D2293A3-A3B0-0EEC-1B18-295065EC25D5}"/>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2AE6DD68-A490-7361-ABF1-8294F1BE56A0}"/>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B984019D-671C-4F67-A1B9-D0AD7D9C93A2}"/>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6280A1B1-F33F-8A8D-D2EE-BFA29D883537}"/>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438AA3F0-92C9-C0D4-7C8D-41F21A14E8DC}"/>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4D6E3235-3FBE-E9EF-7DF7-DF94909A2CDA}"/>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BA0FF643-E0ED-2762-7EFC-516C6552B6E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7A9944DD-E06E-9926-A098-8722DF601B45}"/>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60575C6B-5E38-4CEF-E886-DA0BD230F3E7}"/>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7B7D0220-596A-F818-E053-E0143A90926D}"/>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131051FC-F29B-A539-AC38-099DC00CECDC}"/>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1752AC5F-F53F-5759-FF54-FD709F3B0D12}"/>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4276E59C-6DF4-4912-668F-373DFA1F2AAC}"/>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4BE70C21-DF2A-83DC-0716-659B17C7F95F}"/>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CB35EBFF-F4A8-3B7E-94EB-45B0F026BED2}"/>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0D710ED1-196A-84C5-F8A3-CCC13A1D44DE}"/>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3BE72AF2-BCF6-6EE7-A8BA-43B781681547}"/>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5F823655-9888-2AB0-9FB4-61CB0C9C3ECB}"/>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584138E5-F053-921F-5112-94C16489A093}"/>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39FB1FEC-FE10-032B-FBC2-7CF790611C30}"/>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DDED006F-88A6-7429-5C0C-DE8CD4ADB5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3BEE743A-BB22-912A-D034-A4B82133DC6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72611C89-19AA-E8B9-E224-21DD0985ADE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B4C33DFF-760E-BB6C-5FC9-E68230722926}"/>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E6580992-1FD1-0EDE-3727-F247B9B84F56}"/>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8CAEAF44-4594-9BE1-FFEA-C24CCDC748C7}"/>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56D41846-2E5E-A705-7543-A69A8E9563FA}"/>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FFD90195-F68F-2396-3243-540B612A4D75}"/>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49AAB109-B5EA-15DD-185C-155F4F66EEBB}"/>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B70C13F0-0576-A203-6CBB-3C4C5417340B}"/>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81F18FA1-CCA5-0C63-5C3E-CBF8824988BC}"/>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E77F7BC-5720-61BC-25A6-58ED7CA03000}"/>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36ADBBB5-8DC9-1604-9F31-E90D9C28C374}"/>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B1176EA0-F32E-BC2D-EB8D-7D58F248FEDE}"/>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3E73D6D-C08E-F53F-AC14-D48723F82DA6}"/>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5E2BBD9A-D946-60F7-E0E5-241956F50DE4}"/>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ED5687EF-8D52-6F08-09FA-1BB7EDA568F6}"/>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C1855FFD-FC9F-3DA3-4800-4BDAB4C8EAE4}"/>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CD84B1BE-80A3-F735-71C2-C9021A96ED3C}"/>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C8B854DC-23D0-BC72-14D3-C8763AB30579}"/>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607B31CE-B5FA-3022-361F-10ADF824A84D}"/>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BB5D7BFF-4469-95EA-0226-462CA631AED0}"/>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68868F62-3CD4-6930-B070-51533DCD1530}"/>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C12D793B-0700-4395-4635-0274B508867B}"/>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05C29EA8-04A8-0788-F9B5-6213BBCDA8E7}"/>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A46180D4-69EB-8AE7-CDA2-F04A094745C5}"/>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3AE984D2-E1D8-ED29-0351-477843139B62}"/>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95244034-801E-119B-8522-4E45D7CE0861}"/>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F3259204-25A9-6387-95E4-09EFA79554FB}"/>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8746BBD3-9A92-59D3-6E63-C12DB6FDDD37}"/>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82AD34F7-C8D4-9C6E-BB23-7C5A9EEEC3FA}"/>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CFDFBC2A-F0EA-3D96-483E-8FF81A539358}"/>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FA233369-F9DF-2900-5A6D-DF29E378C870}"/>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0437C985-390E-4FF3-C5C8-27933E609C01}"/>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90881F0-9507-729A-88C9-9F6C9192DB7C}"/>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98A03B8C-0E10-717A-5C42-8B4134797536}"/>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48974519-1EC1-B101-76CE-78CFFA8DD7A0}"/>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54884F8D-B7C5-0A7E-0469-8888F2F4017B}"/>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B27C0CBB-7874-D786-B1AC-5AC319E4C5FF}"/>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658FCEB8-ADC5-A3A6-0ED5-FCED39E4A54E}"/>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60C42D79-C695-00EF-5B01-175FA7FB3605}"/>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83A0B664-ACCB-87DF-C129-C0F879D2D7B7}"/>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8CA8EAC-7861-9B4C-F0CE-1E3A5B591204}"/>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6975CDD-8F87-C2F9-EA69-936E0136B573}"/>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752B1E02-2FC4-F49F-2A36-D9536EC2AA84}"/>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04310EA6-8B85-4716-C7FE-1F1CB7529F8C}"/>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17EEEDD6-DD4D-4A87-1B93-66579A0131B0}"/>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79AAEC09-E915-3AB0-E946-341E2CE7251C}"/>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B27D8AA0-8D28-AFF2-0672-3D5781EF57FF}"/>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A4C8624A-823F-84BE-1A3B-214AB03CCFF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6F35C736-C168-3256-784E-026BBF3C9F31}"/>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DF6C23C6-29A5-5C2E-82D6-805B8A55BB4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FD8C8FBD-CDE0-78DB-0EB7-7D065E078D98}"/>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70DBAA85-F6EF-4A3B-34C3-CE706D0EB846}"/>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55831F3B-A155-236B-11B4-952A0FDC60D9}"/>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EE554AB-B64E-668E-5B85-951AD5BC92E6}"/>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8E46EB1-393B-9774-B8F0-1BCE296EB4CE}"/>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BA26E747-F34E-044A-66A2-17E12033CF99}"/>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EE08B38D-6E61-4AF9-9633-6EECD0A57D4F}"/>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218BDA07-8793-A80F-A536-6C3DDFE46280}"/>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B2BDFD1-DD71-015E-E090-3F67197C231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08EDC00E-1BA8-0DED-02A1-8F844BB42405}"/>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DA4F0EEB-BAE6-257E-5D26-BD1FC6E1B7DD}"/>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49AEFC15-6663-F250-8BB8-BAFCA78312D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30025E66-4059-5A39-3666-474B19B13010}"/>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0783D12D-81CC-B5BB-51AB-102C836D6FA0}"/>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2D1656C8-0BA3-A4F1-C9D5-C91CD4487DCA}"/>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9D9BCB70-DE13-862B-8F74-33721AE65E02}"/>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787B0F94-F912-04E5-D54A-CE0782D5E680}"/>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B0EF2E66-F693-9319-B432-C2CA32631F90}"/>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0A2FE7F1-B345-C943-517C-22FD55642EA2}"/>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37EDC431-EBF7-9312-431D-A2957061758A}"/>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5630A748-7842-E0ED-86A5-41E5E86BAA01}"/>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BB00AF64-5B2A-D365-CC0D-380632FE4EA4}"/>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677B3C70-08EB-021D-9103-DEEDBC7D40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8CCE3A78-2963-7CB2-D865-C436CCBD33FA}"/>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408BA2C5-D79D-A02D-1F20-3FD8F9F5C1BB}"/>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5828D8D-FCD4-CBE1-0099-78E2B703FEF0}"/>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8CED8A68-866E-2E83-95B4-FFC5DD0FA085}"/>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C18F2346-FD98-F51E-E383-6958B4C1D79C}"/>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1DB9AA9A-0259-832B-F21F-6A8BCC392083}"/>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5A4A0A60-AC36-84DA-6FFD-F3F5FC40FA3B}"/>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A34FF022-E1C8-6472-A051-0F3E908ED901}"/>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4F723D41-6C43-304F-F502-4CE7339BC917}"/>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470CCF64-CB25-D8B5-DE1F-4A803D37356B}"/>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FBD254F6-DFD8-1355-9AE1-D743D4CA5972}"/>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D2A5E4C9-B127-72D0-13C0-B178D10A9D46}"/>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A8C472CA-BC49-124B-7403-773C35E47E8B}"/>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1BF7DA47-398C-D887-DD3D-F3AA439887E2}"/>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40B3B19D-4379-CD7D-034D-C323FE227130}"/>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0F559390-62E2-E621-2546-B40E3F5FFDDB}"/>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99780122-71EF-3850-2098-1F401DE68540}"/>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486EB3FD-FB7D-8564-3A7C-18D757D5F92B}"/>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ACA92C90-D81D-37F5-BAA2-15B6A99F8C66}"/>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1A65287A-071D-D58C-C8EE-F053B920B350}"/>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EA75DD49-8DC1-09DC-A555-1A2F73EFD2BB}"/>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F5C7E82C-2C1B-E196-4796-2B51983E6EB5}"/>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1F20A392-B143-7FF3-3263-B30ACEE4DA02}"/>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4FE67884-5D7E-83D8-F457-E8D3D0F8F235}"/>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99FD1EB-9CD5-F052-0C1A-64FA033F4A98}"/>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B3776A2D-650F-13E5-1471-38A139AC3E80}"/>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5CCF2EAC-C06D-4051-79C6-56684EE849A0}"/>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D983E8D6-7DD6-3FD3-DFEC-0574C0D8077B}"/>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29D0605-8623-9346-1743-DA7BE7DCEFC8}"/>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B0C981CB-EB8A-FDB0-9049-F865C0A08E36}"/>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322F4C68-470A-5713-9037-C4AE72A961D3}"/>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936FF858-071B-39B8-20A7-A9F71CEBAD0A}"/>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898B4C34-D644-A33C-8C6D-C0E12505D725}"/>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BB07316E-D83C-1CC9-4B31-D8C511C9BA17}"/>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04DB471C-8FB2-74D6-0430-789809AE251D}"/>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0167F24-CA8C-EF31-0D1C-00630764F52B}"/>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3D7949D6-F788-3473-740C-611F86478B49}"/>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E9815DAA-908C-0E63-23C4-5F838E2FD47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06E27828-72D9-3682-1014-A1C2F340D6AA}"/>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C3940746-D167-E313-52AA-75FB624E8555}"/>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DE70BF67-1BCA-5C57-B7D0-FAABF9B39D13}"/>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9659B926-71F1-6E56-B70F-B613A7DBAB6A}"/>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C43D15D2-3D43-DE16-F166-1D0AF870FD19}"/>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7E0E7A92-DD15-E832-14D2-77F12D1D34B4}"/>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FCBD61BC-F464-FD53-9F5B-0D5535BE8251}"/>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1A529259-C135-EF5C-970B-7738B7F4548C}"/>
              </a:ext>
            </a:extLst>
          </p:cNvPr>
          <p:cNvSpPr/>
          <p:nvPr/>
        </p:nvSpPr>
        <p:spPr>
          <a:xfrm>
            <a:off x="1351898" y="1318283"/>
            <a:ext cx="386080" cy="417830"/>
          </a:xfrm>
          <a:prstGeom prst="roundRect">
            <a:avLst>
              <a:gd name="adj" fmla="val 6579"/>
            </a:avLst>
          </a:prstGeom>
          <a:solidFill>
            <a:schemeClr val="bg1"/>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E44D9DD8-82D7-A25B-AA98-F806DCAC84D6}"/>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E98407BC-C4CF-6413-6348-4B4AA3269088}"/>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DF6DC7B-C3CB-1596-B684-BB2A0E4E25FE}"/>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E0D7E525-5B44-C4EA-7B63-B7D005725612}"/>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61FE41BD-54C4-96BA-BCAB-08FB0C1F545D}"/>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3E49453D-365D-A806-E516-7F55FB0E18A5}"/>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C3E8089C-E285-85E4-5968-A5FCE05979CF}"/>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DB5372B8-7931-C219-420C-D1B5123824D4}"/>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1A3FF943-3FB5-5C9A-E078-9E2817DA11DB}"/>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4254689E-CF60-B8D1-07D5-77A70DE5CC67}"/>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12DAC5E0-DA28-1410-2EC7-DA03698FE227}"/>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DDE9BBFC-E235-F971-D59F-D73ABB945971}"/>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1AF0508C-689C-1E8D-300E-BF40E28EA181}"/>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6AA8839F-126E-885E-0DFE-C008B2EF1ECF}"/>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967AD83E-1C07-6D3C-E79B-F9D41847757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00F62071-296A-5E48-F980-2C20320385A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C4BBBF1B-5ADC-1A59-5E28-F9AF29FCE3AF}"/>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2B59EAA2-0FB6-A138-C47E-59E77A656D5D}"/>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A3A8D3D4-AD60-F00D-D0C4-7483B99B371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C76EBA3E-6C18-2B76-70C8-F1F5A5ED20B4}"/>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290E80AA-8B16-C201-B7DD-E81747F0963D}"/>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5BFE975E-0625-6A44-B271-D4A0EAD3DBF2}"/>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2B37A414-67B6-F94B-E31C-89E606A7BFA6}"/>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43F3F72D-1F29-8750-1187-9DDB60F0B14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00A1FE55-6557-0429-C6EB-0599207669FC}"/>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30EF5E93-BBBE-493F-5AC8-4B50E4B48ECE}"/>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02ED4828-EA7C-BCD9-5EDB-73F437500450}"/>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5351FC20-1EFA-3046-A67A-60A080E25430}"/>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FEECEC48-8097-17EF-5B69-806AE8B552D0}"/>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194CCBEA-A563-E1C4-75EF-A0D3C76F59AC}"/>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2CDB69E4-23E0-C0A2-6713-348EBF1C3F8F}"/>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F3D87676-068C-E48A-EC7D-9B0B3C1AF53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166BE9FB-9181-6CAD-992E-A2D11E9D59F8}"/>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98D84FF8-BC6C-50B4-6B2E-1EE2D570B8DD}"/>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FC6B198B-47D7-FFC4-DD2C-512ADB5BAC9D}"/>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5D9C9BEF-05CE-6AA6-E28E-771DFF6D66EA}"/>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75B91D94-AEBE-63B6-81C4-C0DA1164C79A}"/>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237F2A93-52DF-68E2-54F7-C8D3B93648B4}"/>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BC3C82B2-460D-CCF4-42B9-3E76FA9CB0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AC1088D6-C440-F1BD-F88C-F1EA027DE842}"/>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BDDC5820-76B2-62EF-B9DF-79BB8C6FD86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090879D7-57ED-02F4-D6DF-ECA0262710D3}"/>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31615CE3-8FFF-495C-F009-F60467821B1E}"/>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45D76177-F172-C3AC-3C24-EDD7709D386E}"/>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B538D1FE-2DFB-E34D-B78B-1ABE37A8AABA}"/>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B18CAE34-402D-B28F-0308-114860F6CC34}"/>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CFC0F380-6A3F-61A0-B200-90E2F860E6A0}"/>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7FF25DE1-543A-304D-0BE7-B4FCEB5FA3C1}"/>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79E26BBE-745A-D6E3-04A0-721460939865}"/>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1C10B641-CD4C-2F7F-41EA-C7051AD8871E}"/>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9E6C0E78-E519-2F5A-B74F-175E68A7684C}"/>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270B61F3-AB26-C38A-FCF2-C6522C39F1EE}"/>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6D892A9D-53D5-7F09-52A7-186E945CF92A}"/>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844592DB-E495-378B-159F-449E364665FA}"/>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141D58BB-3D10-70FD-6743-BDCBD0E08C76}"/>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D7C6F907-C288-7651-EFEC-5F0756AED18F}"/>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5F62FC0F-E009-6CF3-EBF5-5C24EB62C670}"/>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D52E5D98-B043-C08C-CFD8-BB43705D61EF}"/>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8593C30-09A3-1D42-22DC-DA9645B745BB}"/>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ACE25073-AEE0-A5D3-8A55-B62B9E4294CE}"/>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B5922CB6-88BA-6CA3-8709-D27F7849E637}"/>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E18BF2F-DC85-5C0A-5D1E-6029604835C6}"/>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80B18C8-B6A9-F142-9A44-229DDBDC949E}"/>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4B51F7DF-DD11-2A46-2326-B179D0E55168}"/>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6133F924-DB95-EE7F-FA88-B90ECD4EEC5A}"/>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47F420AC-0C78-EEF3-743D-7C6B317E3478}"/>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DB02FA5E-F4E8-4B69-C38F-36DA284FA9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a:extLst>
              <a:ext uri="{FF2B5EF4-FFF2-40B4-BE49-F238E27FC236}">
                <a16:creationId xmlns:a16="http://schemas.microsoft.com/office/drawing/2014/main" id="{F3BC0C3B-3001-9FD3-7A9D-FE6C87CC6D4D}"/>
              </a:ext>
            </a:extLst>
          </p:cNvPr>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BC1058C-7741-8A63-AE49-76B9DAC22914}"/>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057E3B4-9EA9-CD5E-16B1-B52A9FE53434}"/>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144801C9-76A0-DC4D-EA9B-028B9F942E24}"/>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44A96030-48F8-DB5D-8503-46D4555E1F50}"/>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a:extLst>
              <a:ext uri="{FF2B5EF4-FFF2-40B4-BE49-F238E27FC236}">
                <a16:creationId xmlns:a16="http://schemas.microsoft.com/office/drawing/2014/main" id="{6F4B83F2-80F6-71A5-E045-2B1D79E3107D}"/>
              </a:ext>
            </a:extLst>
          </p:cNvPr>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733BACB1-3566-AFEB-8B71-894E650FBBBF}"/>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9225833E-992F-E1D6-F0E8-22A07580BD49}"/>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D1652D81-52FE-06CC-A982-3882F25F6B1E}"/>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4F1D53FB-C8E1-9752-256B-398E74145282}"/>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a:extLst>
              <a:ext uri="{FF2B5EF4-FFF2-40B4-BE49-F238E27FC236}">
                <a16:creationId xmlns:a16="http://schemas.microsoft.com/office/drawing/2014/main" id="{553018F8-41C4-D891-3CED-00550F7A1BDF}"/>
              </a:ext>
            </a:extLst>
          </p:cNvPr>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D45A6AF-935E-912B-A9BF-D38D2913F558}"/>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95D1209B-32C5-8851-A06E-04F9A500FFD9}"/>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1AB5674E-C274-A395-7406-91477C5D8478}"/>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48460B87-088F-554D-2C65-AE35FFC0A68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424C05E5-7A0B-E891-E25F-87414893C572}"/>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400C13C7-1BBC-5592-326F-305464635819}"/>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ADC6E2A3-BB87-EB95-51FC-A7D7C22A6904}"/>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A93542CD-DE1A-AC53-FDC3-415AD7948DFA}"/>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414CA884-9F06-7BC7-8AC3-4D22133896A5}"/>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77E3C4C6-701E-0FF8-F71C-EE10234391FB}"/>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6893A416-B448-5604-D0E4-19CCB6D9459E}"/>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66E9D98-5576-EFD8-3BE3-882D383689A5}"/>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4FC35D18-39A7-F780-BC79-340224817D7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DA5987F2-BC01-CAA3-07FB-D4880302CDFC}"/>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4DD391B2-8E26-34FB-CC89-FA9880D550F1}"/>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9AE9E7D-062B-E387-61F4-93EA12E3A36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E138FCD2-82DE-8DA1-DB55-68E7C983E2D2}"/>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F6BB820-E5D0-06DB-C047-6204C0536D3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4F108C25-E2E7-4765-578F-AA6CD1C3A868}"/>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282B259E-F7F3-261E-1654-5CB945242B20}"/>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06A31A43-D8A9-A484-0FB0-0545AAA97C7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2872D8BE-A745-9991-D772-4BF1BD692B07}"/>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B60F5A5C-564F-D5DC-D3C7-64AEE0611D24}"/>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6BC776BF-4E20-63E6-B5A0-359A525F562B}"/>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739B6A03-AEFF-F69E-C9CF-167002B43D5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68D76741-6170-4D31-0639-95790678027F}"/>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BBDC15CA-C0BB-50B2-A152-4EF4E8C4C484}"/>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7C12D5FF-69D3-BD2F-D2D9-878359E2651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6D16E49F-E0BD-960B-1183-2E7966D0A4D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092F78F-651C-E8E7-D35E-B0FCC02EA96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B140029D-42AF-9872-78BD-48C601C4D552}"/>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4B79A1AA-B056-2C2D-6591-A7B6A1557CBE}"/>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E88657EE-13AB-6CC8-A0B7-AC9105978471}"/>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731FD5BB-CB91-48DE-A56A-9F0703309F16}"/>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9D8A7E2C-A978-3786-FA0E-40434CAE171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09A9EB6-79F7-9928-8A75-8907E1DB7101}"/>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57EB3DAC-E71A-4C36-C0C8-E3D97B33FF1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0B94B093-3F4F-DB63-AEF6-24ABBCBED563}"/>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B1697B9B-64AA-6542-4390-320CA0C1FF86}"/>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EA39A873-78E2-5B70-5FB9-033182976E3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2F8B0C35-E7DA-65DA-8718-485A161F3342}"/>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A48EAF0A-6189-C467-906A-BC006B0E05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929A43F7-9B42-BF91-A242-4A1A7F5C532C}"/>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9D04D088-A5A5-17ED-5B8A-455476980B5D}"/>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E0CEA4A7-5DEF-B648-8F19-946A8E522A7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3CD30FF-B90B-E8EF-7FE6-3B1B46A2F143}"/>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D07455BA-E377-986D-70A6-CBB64075B322}"/>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D8B799E3-E60F-C322-34E0-E47BE1F8ED7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80FE1079-B8B9-F615-F9EA-A09176BD76EA}"/>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3F22F57C-CD6A-8B02-A92D-D4204E6F024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D89A4D7C-4E30-903B-F4AB-89412C2E41AF}"/>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1553B156-0DF0-8366-FF97-AEE5807F4951}"/>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7CE7F55-4C45-3B0C-7F1C-0FBD74512919}"/>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1CCE2EA1-5E60-FC8A-07D6-31D904064330}"/>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CB06DA1-293D-F163-1C1E-2B41D71FC486}"/>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85803F23-0221-2DDE-9099-982A31280CED}"/>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87BA09CC-4BA6-5A52-F91B-1E7D1A90AE4F}"/>
              </a:ext>
            </a:extLst>
          </p:cNvPr>
          <p:cNvSpPr/>
          <p:nvPr/>
        </p:nvSpPr>
        <p:spPr>
          <a:xfrm>
            <a:off x="4999032" y="1900178"/>
            <a:ext cx="1106490" cy="456341"/>
          </a:xfrm>
          <a:prstGeom prst="roundRect">
            <a:avLst>
              <a:gd name="adj" fmla="val 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78908A4-8B7B-D718-4DC3-5388D27D5E7E}"/>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6FB8999E-1FD4-B898-6988-4EF1C9E80BD8}"/>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0568C7BD-45D3-8D8B-1C31-DBAFFB5A8EE1}"/>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809A216-F4DC-6BAE-04BA-2DF0FA2DF92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249C290B-E1A6-35D0-9DF9-D2113ECF0EE4}"/>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2B965B1-CBA1-280D-6168-1C239A58E0A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00A46E3E-5C2E-8088-5603-C5FAACCDC84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59ED97-239F-2300-553F-AADA13DD7890}"/>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113B2015-6A14-86A5-8F40-0EAA0B4007B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0D73B211-DFC9-1D39-0499-DF116B51AC1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4281A8F5-0A24-CA8F-6C83-7779B3829DB0}"/>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390E4ECD-6B7A-BE11-C959-7318E2A67BF3}"/>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0CC07613-0D1D-7AFE-64B3-2E063E7DBFFA}"/>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42EED7F4-86D3-D9AB-9137-DE181E85CCB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BDD5EC2D-96A1-5591-0422-7CA095430CF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05B48C9E-4EC1-94BF-ABDB-F1B26EB24C66}"/>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BB706D7-8F72-E573-A0ED-0E1F01D00476}"/>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FE45827B-E61F-5126-7A78-D3A9183D5E26}"/>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1EAA4A14-7DAA-DAD1-CF83-3D9152E571B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A79BFB5D-D9A2-4590-9DD6-158F2812D123}"/>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17A8693-BB73-A8AA-FCD4-93FD36EFB6DE}"/>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86D345E-1863-B0A3-E5A7-F93B31653858}"/>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7D00AF7B-3D76-8E5A-C288-CB42958910E0}"/>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BA66BF56-F06E-1A9B-2E4C-BE0E276D80CA}"/>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C0D35A31-EF54-C2F5-C016-F8D845C5782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B6624D75-554B-0973-D4B8-C894F6C372AC}"/>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22930A5-3291-B3C0-C98F-07A6D1813DC4}"/>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F7CDBBF3-A4ED-2D45-C0B9-43F7E61CB7A4}"/>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998E5926-AE57-FA19-4764-08122E1BE09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6BB342F9-D2A6-3FD7-1DD7-6808FE9DDD0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A99A18E1-05DC-5DA9-AD05-57443600EA1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4BFD68E-FE28-430D-1709-35E993C127BE}"/>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0820516B-44F5-69CF-ADFE-D0545540796B}"/>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31292AF8-99FB-DCAB-3C2F-0DE06840B0D3}"/>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350EF9BD-9B8B-8306-90D0-651AA6E1CC35}"/>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0FD3CDF8-91DA-5D74-040F-D5C51B3249D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F04DBE5-A0B1-557F-54F2-B81DAC6E804E}"/>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7FBAA090-5D87-D5E5-7BB7-4D05EAA4AB5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63E248CC-CBFB-793A-4F6D-287617A74C2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F2DCCE6-1114-AD9E-B618-42BDE1F77BC0}"/>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8291E166-BB82-6470-CC6C-7AE58EF5AA9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00CC15A4-8812-467B-B8CA-FC08B9CB118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36CC734-B73F-820A-39B1-ECB50EC9167D}"/>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87D73A47-1C94-6D21-6A49-A614BEF4177A}"/>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F2B22E49-F425-E445-C8B9-C1547BA7168A}"/>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504BF96E-560C-8928-7469-DE4C8E2ACAAC}"/>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9848E14-777A-09B1-92C4-DD7DFC02FFA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D53839EA-2821-8C0E-3778-7058F5741515}"/>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63F1E76F-28CE-9932-2199-BC0FF40D7BE4}"/>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6E64BD5-E2B0-91E9-00C0-7D0051E9D58E}"/>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12382973-5875-7ADC-FFAD-7DD775B01552}"/>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7DDC10DB-C444-F5CD-0129-35B9AD9D884A}"/>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94705187-375C-25D8-C64A-F40078E941F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A9A2FE46-9DB2-C394-A335-B77AF065D042}"/>
              </a:ext>
            </a:extLst>
          </p:cNvPr>
          <p:cNvSpPr txBox="1"/>
          <p:nvPr/>
        </p:nvSpPr>
        <p:spPr>
          <a:xfrm>
            <a:off x="5276711" y="1960854"/>
            <a:ext cx="819150" cy="93744"/>
          </a:xfrm>
          <a:prstGeom prst="rect">
            <a:avLst/>
          </a:prstGeom>
          <a:solidFill>
            <a:schemeClr val="bg1"/>
          </a:solid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3755CE78-F54B-ED16-5395-122A19B01D25}"/>
              </a:ext>
            </a:extLst>
          </p:cNvPr>
          <p:cNvSpPr txBox="1"/>
          <p:nvPr/>
        </p:nvSpPr>
        <p:spPr>
          <a:xfrm>
            <a:off x="5277204" y="2115727"/>
            <a:ext cx="819150" cy="163763"/>
          </a:xfrm>
          <a:prstGeom prst="rect">
            <a:avLst/>
          </a:prstGeom>
          <a:solidFill>
            <a:schemeClr val="bg1"/>
          </a:solid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F28D520A-1C58-6B18-FD54-EF16C83E921D}"/>
              </a:ext>
            </a:extLst>
          </p:cNvPr>
          <p:cNvSpPr txBox="1"/>
          <p:nvPr/>
        </p:nvSpPr>
        <p:spPr>
          <a:xfrm>
            <a:off x="5541145"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010BC5E9-89E5-40CB-9E7F-2CF9D5CEFA7F}"/>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839968219"/>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2005</TotalTime>
  <Words>3193</Words>
  <Application>Microsoft Office PowerPoint</Application>
  <DocSecurity>0</DocSecurity>
  <PresentationFormat>自定义</PresentationFormat>
  <Paragraphs>668</Paragraphs>
  <Slides>11</Slides>
  <Notes>11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201</cp:revision>
  <dcterms:created xsi:type="dcterms:W3CDTF">2026-10-01T15:00:20Z</dcterms:created>
  <dcterms:modified xsi:type="dcterms:W3CDTF">2026-10-29T07:59:40Z</dcterms:modified>
</cp:coreProperties>
</file>