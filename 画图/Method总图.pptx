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F_ACD76DD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71" r:id="rId2"/>
  </p:sldIdLst>
  <p:sldSz cx="6480175" cy="4468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146" autoAdjust="0"/>
  </p:normalViewPr>
  <p:slideViewPr>
    <p:cSldViewPr snapToGrid="0">
      <p:cViewPr varScale="1">
        <p:scale>
          <a:sx n="137" d="100"/>
          <a:sy n="137" d="100"/>
        </p:scale>
        <p:origin x="46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omments/modernComment_10F_ACD76D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B77152-ECE0-4451-BE2C-7417B3884E7F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@@fig-method-v9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b="1" dirty="0"/>
              <a:t>ENGLISH:</a:t>
            </a:r>
            <a:endParaRPr lang="en-US" b="1" dirty="0"/>
          </a:p>
          <a:p>
            <a:r>
              <a:rPr lang="en-US" dirty="0"/>
              <a:t>Network architecture and data flow of the </a:t>
            </a:r>
            <a:r>
              <a:rPr lang="en-US" dirty="0" err="1"/>
              <a:t>LigandSeek</a:t>
            </a:r>
            <a:r>
              <a:rPr lang="en-US" dirty="0"/>
              <a:t> Find–Match–Build framework.</a:t>
            </a:r>
          </a:p>
          <a:p>
            <a:r>
              <a:rPr lang="en-US" b="1" dirty="0"/>
              <a:t>a, </a:t>
            </a:r>
            <a:r>
              <a:rPr lang="en-US" dirty="0"/>
              <a:t>Find encodes density and receptor information to produce candidate ligand regions (blobs in $\</a:t>
            </a:r>
            <a:r>
              <a:rPr lang="en-US" dirty="0" err="1"/>
              <a:t>mathbb</a:t>
            </a:r>
            <a:r>
              <a:rPr lang="en-US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sz="1200" b="1" kern="1200" dirty="0"/>
              <a:t>b, </a:t>
            </a:r>
            <a:r>
              <a:rPr lang="en-US" dirty="0"/>
              <a:t>Match classifies candidates as foreground or background and assigns ligand identities. A 3D U-Net encodes a local voxel crop. </a:t>
            </a:r>
            <a:r>
              <a:rPr lang="zh-CN" altLang="zh-CN" dirty="0"/>
              <a:t>Pooling, cross-attention and FiLM integrate pocket and blob information with auxiliary features from Find into the candidate representation.</a:t>
            </a:r>
            <a:r>
              <a:rPr lang="en-US" altLang="zh-CN" dirty="0"/>
              <a:t> </a:t>
            </a:r>
            <a:r>
              <a:rPr lang="en-US" dirty="0"/>
              <a:t>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sz="1200" b="1" kern="1200" dirty="0"/>
              <a:t>c, </a:t>
            </a:r>
            <a:r>
              <a:rPr lang="en-US" dirty="0"/>
              <a:t>Build uses the binding site, SMILES identity, pocket and density information with downstream docking tools to reconstruct an all-atom ligand pose. </a:t>
            </a:r>
            <a:r>
              <a:rPr lang="en-US" dirty="0" err="1"/>
              <a:t>PocketXMol</a:t>
            </a:r>
            <a:r>
              <a:rPr lang="en-US" dirty="0"/>
              <a:t>-tuned is the default option.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61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F_ACD76DD8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246829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526966" y="284774"/>
            <a:ext cx="530017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59742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15" name="Fin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8CF1199C-6488-C5B6-B489-1131732B4FBF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25982" y="440507"/>
            <a:ext cx="501650" cy="479011"/>
          </a:xfrm>
          <a:prstGeom prst="rect">
            <a:avLst/>
          </a:prstGeom>
        </p:spPr>
      </p:pic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526966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433516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B2EAEF-8D89-55B5-F883-4E54E99BD78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EF55ECE2-C6C0-8216-6F8B-11F814326338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056983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F69C3484-D4CA-5CF5-A811-BAAD64D96D19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5BEDE59E-1502-910B-30AB-45323F0BF922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1ED618CE-9A0C-4D92-A1D9-567722D3895E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3A07A73D-051D-D9EE-920E-D1B700243604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BEFDE796-DF99-D474-7D35-F9E24C0A1D47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014FEADD-FB15-E6AE-9D31-E45B3205075B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41AD75BB-D36E-BD31-59B9-DF7CC662F99A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8A40F5E0-0D9F-BA9B-5567-E30F4021C6D7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5467AFFC-F78F-F5E3-4569-00F871160A16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55CA06D9-3668-9A0A-C973-C3444B44971F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7C67C13A-693A-3087-5B99-725B8214CB8F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31A6E3B8-3FBA-5BD8-F092-65EE8E42CFDB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7049FD4E-7E73-FF5A-C04B-2CCCB4F38AD0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F1E9671B-381D-088D-F190-A15764039392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36EACDF9-86D0-A467-CE8C-8D780D2CD2FE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2F9392FF-45BF-9F5D-A722-3A01BD3DBF8D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0415D1E7-A606-0DBD-8A24-00D99C0E2B31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830B83B6-A0A3-7A1B-2D4C-4189A44AEDF5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03F3EF40-1F47-3F9B-940E-73FF6FFB1F41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47FC8A07-9E8E-6379-044A-23421BF0D922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399ED067-8670-FDD7-0C32-EAFA50F69B2F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666F0459-E516-F217-3EC6-2C728EDFA919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6B61C1A9-C093-F176-9FC6-5C8CEF0F7DF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1E4F469F-7836-A0D6-A097-7B51DBF87E56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4CBFA1F1-3A6C-9653-5B6C-114BEFCD6085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590002FD-DA83-29F3-6B62-FF592DC42220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56CC2203-4EE3-5A4C-8D23-624CF16FFD42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1D5FB17F-EA91-CAE4-EB52-E76D15B5F493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57076EB4-FE1B-BF3D-64B3-ACC6232BDF67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DDB43086-8CBF-4438-63AE-DC95AD9CACD7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6EAE1600-B5CE-A50C-FC9E-B1F699B4F771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4D2E623A-5B8B-FE56-4F43-2CE6AABAE2FE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D65F9978-950A-BC27-431A-CBA0E9F59D56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85F127C5-0074-F3D8-62CD-E5127A2D76CB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B6319ED7-CA62-BA8A-E5C2-018FF7CDFC72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C2DADC9A-9E30-48E3-EB84-1DC15DCBBAE7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3226D532-F6B1-1B51-0FAC-94619B25DF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453D0FCF-FC02-6973-FFEE-8E1D7C99A029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A120FFD0-6C5E-5B2A-3298-1446F31AFC89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AC83C970-4B5F-AFB5-CA73-55ADDB689811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C00D2C30-AF90-12B6-94A3-A00C1891AEED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C72CECBF-50A3-3E90-EC36-0A23144C2F0F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9108DFD5-36A7-E2CA-E079-A52974128C76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CD4F37B2-B29D-5950-962E-FDDE84A671AA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310FD14C-22A9-D6FE-33DA-9541A4CA71BD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8CF5AAE6-0334-C38B-4BEF-8762159EEF2A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88365B54-F351-A2B6-BF54-911909F42E30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2DAC2BA4-3066-DA61-A768-F1D970E8544E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FABC2CD2-4740-7DD9-D862-DD4245664756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ED397C9F-9FBF-40FC-B786-71A58C8D4A90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221BD795-609E-9BD6-95DF-B59A641B1DE2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E9F80C3C-FB1C-2936-07B2-BA007A23E287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41E9F6FF-FA9E-0326-612B-777A38EB88BF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67E55810-ED9E-3976-6B66-66567D455E9E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2134B44F-9E2E-3010-4E55-4C0FD07DDACF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C8D15C5E-5303-2273-F64D-DCD660FC02DE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B9028FB4-050F-BAB4-098C-6B86C0BF67DB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E4CB5225-E936-26D4-E422-31DBAF6CE73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CF25E1C6-48CF-2DEF-471C-24230CFF0AF9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430F8AF2-5590-E9CC-46F3-88FF949B68B7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5E0BD2B6-ACD5-1B1E-5B25-416CCC9FE69A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8A71246C-43AF-0900-059C-B0D4DF07335E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657C6804-6145-BB2E-08AD-23FBBEC70628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89A7C9CE-A0D8-FFBD-FFBF-3B2E2D0C68CE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A58408E6-85A1-E81F-6E54-9CF9BC0DB81F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ABB52148-696F-9B54-A058-EC85B93EF075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79E5D671-41ED-B269-E4AE-7D5B3E2DBECD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B08EE9BB-6C26-F34B-7EA3-BC8F289BD448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04A09EF3-DFDC-51EC-5876-104237C839E3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919272CC-ECDD-E524-6968-05E37DE0BDD4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66545033-7CFC-E6D6-9FD9-BC50B4BC2D3F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F892FC0E-4B04-3747-54CE-BBD74AB6BF48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6E3F51B8-F502-9C57-6713-794FAE4E0DCD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929B7EC6-18BE-A699-AC59-1DD2251E6FA3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D7B71D32-1FC7-8BC9-AA16-78B69BF07DC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3257CF93-3138-8D08-EC17-33E402CE33B9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91ACD27A-459C-D658-CF63-99DD4634CB8E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55231BA1-A44A-275E-3D25-B1B7DF2D00C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BF0886F4-21A9-7F29-09AC-A5C7B38425FA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42753A3A-9BF7-7B1F-AAF7-2455CD94D773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0404BBB8-A3CF-E4EE-4F79-572C24481AA1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413E3A6E-7EEB-2920-9949-3DD83C79C1AA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3B711B1D-1478-6557-117C-4786BE7A2F26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20A10593-66F5-56F4-053B-2A72F6EF9331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464B23C2-E203-5326-F115-EFCBEE2F9F3A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B10517A4-4CCB-10B8-A4F4-FDF19894B533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8FF7EACB-B49D-50E2-3F38-894DA9CC9DF4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239652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284988" y="1142791"/>
            <a:ext cx="187969" cy="128401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059561" y="1012468"/>
            <a:ext cx="210752" cy="119242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>
            <a:off x="4069342" y="1154249"/>
            <a:ext cx="190188" cy="103739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06007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457164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060070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71808C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7180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678223" y="415407"/>
            <a:ext cx="1158792" cy="124500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70688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713282" y="935387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29551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713914" y="143333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4719630" y="15307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289168" y="1447545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476201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70706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69403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E721F42D-5CED-D38B-D14F-93EB2714B427}"/>
              </a:ext>
            </a:extLst>
          </p:cNvPr>
          <p:cNvGrpSpPr/>
          <p:nvPr/>
        </p:nvGrpSpPr>
        <p:grpSpPr>
          <a:xfrm>
            <a:off x="47645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5F5CB325-D7B0-28A8-15EA-CB0CA76CBF7B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7B1B14CC-95A1-A7F0-5031-B4690ACB1EC3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9CD5BD57-1051-0ACB-6FC0-1D8CD64FECE0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61C3FBAD-3768-4534-EAC1-C013CBBB51DE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E78CA77C-B5D3-BFCA-062E-6123E13C821A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B92042C6-BB2D-64FE-3CA8-0211863737AE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0D9A4AF1-B651-1976-46D2-9F68DD96A5CD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4C1C909E-24A5-CDA1-1BF5-7DD7BFDA33C7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0298AEDA-837A-1A0D-C85B-0794200E8576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A3B09034-B702-D891-B0EE-10DFFF09E74C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8B78F3C5-6530-60BA-3A88-8CD46C5BA680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DEACF5CE-433D-345C-C39A-832ADB2C7D8A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88B9FEB7-F53E-4D6A-694B-5615BC4A4EBC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15ED7737-8004-0515-0B10-BD576E0A9ABB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9A5E1053-B458-51D7-8DA9-15690E40054A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BB74D9BF-D056-49D0-43FF-11C7BC565498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A929ABB5-8988-7BFB-75A0-3084B3ECFED4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A4FF7209-B4C2-65AA-3718-B2C9B9E718F4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630AB0D7-0A23-2EBB-D8AF-8D485EF8702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A2215CF3-CDD1-E298-B050-59D800AC8C6F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9AD4C9C3-5553-D82D-3BB2-125D8215F7C2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80DB7781-1331-67C3-1924-DCA9A363CCBD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FACCAFD7-65EA-185B-F029-1C5B8F082C75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2DC3ECAF-E1B7-A262-39D0-693B5D2ADFD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838C19A5-D196-A092-1779-A1A98181F2DF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AD54A032-0245-089C-78CC-DB2A6A2EDA0E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E4DDCADE-7EE6-4EA6-631F-00F7229047A9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929BE27D-12DC-5645-9755-FC17E057273A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ED5377EC-ACEB-3BEB-F78A-C2A36EF2C86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5D86DA43-E7FA-7156-490B-88ADC624FFF1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2458E3CC-1E08-8D8A-CF0A-F34D0FA238BB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EC79F3E9-78F0-E9A6-1E15-0CD47052FF67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84C0297D-8DA2-F5A7-814E-791819E4637D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4CB137F1-27B6-F26D-C2C8-7530BAB7660F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E5850A15-E2A8-0739-D4B9-964D208A96A1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60D25597-E102-A149-576E-A07EB4522D91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0D9127B2-7A62-702F-A5F8-1F076E0B5A33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019374AD-9098-9CBF-9CBF-DC9831831E13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EC99A7FA-5C41-4DD1-60CD-0E9F6D330F7D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6223111B-22AA-3FC6-427F-8378207EBF0B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63EC5C5A-5811-3A70-7C01-A2B7AB7CCCA1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12BE89AA-9B1A-3CAE-6836-EF087791CF6C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4F56B543-A6D8-9ED6-3A18-5AA1D66F0113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5DA98DDD-4DDF-C7BA-01C4-02A5ADCBF1CE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FACBC15F-CC30-86AB-0D28-C7BF6A25A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69791C55-487E-EC48-6E8A-91F4EC1F2BA4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07DEC25F-D2CF-9A52-B158-28F75351B7E8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F435FE74-CD27-07B4-E199-B4D1AA08B365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3F1F498A-D4A1-A219-54F2-98BFEF048397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B156B8D9-37CD-CB87-7D02-816D0A5CF48C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31AA94B8-B109-35B5-D714-3E8BE9F3B027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E2134194-5DFD-3615-A1E1-784C0EA2943F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37A409D0-9480-61D3-228B-0518D1458F0D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6A21B392-47AF-1AC2-ADA3-0D8CC2423D57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705225C6-76DF-1569-AA41-F1DEE9484371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D01487E8-695E-20EB-B22F-8E3EAB40E12E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FBBD33FF-D2A2-AF0E-FD99-9746011FA225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E0FCE3D3-5D38-5B0B-ABFB-C158839778CC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131F165A-9283-134F-9F8C-5B4CB3E629E1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2FB5F527-33F4-008D-99A3-184D29D6E1E1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959E1FA4-8AF2-4E18-508B-67B7D914B31D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E878782D-A58A-DC2F-1ABE-DF87BA6ED319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0C66597A-F73E-F89A-1EE9-09C2380D36DC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8D628C3E-9FAC-3C7F-E359-6F6E075D6E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C3298701-3E1A-7585-F847-765EEEC44DB4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388A004B-02DC-3C41-68EF-7B9DAE66310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B3B68297-C4DF-43ED-B13D-E293C644D5C1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CB1CBD99-8630-0A8C-F020-E9D9393D97BD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3FBF8555-846C-3E5D-D178-A45FD41B1498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2FD368FA-35AB-A437-2C04-13253CDF6522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18BE611C-FBB6-A7F8-029A-C7C1A1B15695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C5DB0A48-5F87-965F-B1D1-D3364E5468D7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52538605-7187-62FC-AA99-1EBAE548B946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EB6D764D-9E8F-0CCF-B0F2-B69E064149CD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12762689-805B-87AE-A4B3-C6DA7D505B1E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C33B4FD9-290E-74AF-0BE8-65B5C58B2204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EBE4D1C3-62FD-E92D-D5A9-7017811C531C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5A434FCE-65F2-695E-CFB0-C88B964B571E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D43857F3-D2C4-4DD9-27D3-D8BFDB072D25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284D1E2B-5E04-B2ED-2B09-89EB8A6B69CF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57980F62-9267-CBB8-1562-517DFCB3593A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C702F3C-AD06-EDED-6BD7-8D4D8D11E938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CA8486F6-DF01-56F8-D2E3-4495BC751E73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6E344F30-2300-02B1-A186-43DB8676B9DB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489D423B-E937-C087-D52A-03EF2DB28330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6AEAC629-8AF1-FF6D-3D6A-8A264835DFE5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2CC6CC9E-796A-3E7B-11CA-35E8DAD89773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465C39B5-A622-FE53-C818-7B4E85ECF4D8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A7CC364F-5151-F5A2-CF47-70FE575C0C51}"/>
              </a:ext>
            </a:extLst>
          </p:cNvPr>
          <p:cNvGrpSpPr/>
          <p:nvPr/>
        </p:nvGrpSpPr>
        <p:grpSpPr>
          <a:xfrm>
            <a:off x="5343474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206FE354-83B0-A5D1-A9BB-B29BD7AED2C7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7068EFB6-5D25-85D7-B932-E5E002F6ADF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64AA3755-334B-3E25-E68E-FB4A15FE4CEE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29EA654D-ABD2-5E01-CDF2-CD366021E8BA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F588CE7E-DB0F-8B89-F991-65544A972312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80524B57-540A-E390-A81E-A892BF592735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D818D2CA-562C-A846-852B-79E57EB11793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1AE78841-0A9D-B9B4-CACB-5DA8044BD2B9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327C9B77-4B4D-20C2-A47B-ACFC7BF96BA8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9E6DCF4F-CD6E-D960-1037-E1EC0FC0BBAD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DB5A4CEF-8D90-6A99-5DC2-F8E98011A7A1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CB6A3CAF-6017-5F82-E5CE-4DFECFCFB8E8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309760D5-D716-D247-23D6-9CD398C6CD2A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FA1259A3-2234-389E-58A8-32436A0A0136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49F180F6-6752-4355-DEEE-9AB967CE4DFC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6E36730B-FBEE-3CEB-618D-C02CF511E166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639BC331-E143-EE35-6F15-6EB8B986546C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3D94C491-9CC3-E660-2F0E-86DA7AF8352A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7CCED46B-C20E-F482-7E8D-90FB1967613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C3CEA769-6668-4E71-479B-64683F9E5C5B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0371FCE0-E9BF-DDDC-F07A-467930A6638C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6AAF36A0-FFEA-5C55-A4F4-5BB8D947F00A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68AC7DC7-5E83-1974-DFDE-7180491CC37D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9447FC04-4DA9-7727-B152-F3C2676DCD23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F9F1DE3C-AD0E-413F-1C78-9C6029BE217F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354AD320-6584-DBFA-784B-71136BBA0FA3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B701C22-AF6B-E1F8-F250-CD35A395BA6F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9009DBC5-C001-7FD4-5099-F877F3CE0D8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92AE9823-12EE-021F-73D4-D24539ECD18A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048F419C-8258-E87F-210E-855B1B299817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AE11306F-DCC9-5E11-4214-1F0124BD1129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AC832282-18E2-BFA1-FD30-69A7E4D1C8C6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AA224D7A-50A4-48EB-3AA6-EF2A0760970B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133E51C1-88D4-537E-F5B1-AB4D14FCE2AD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FCCEE117-A36A-754F-76EA-317FDFFB1429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42CEF832-895B-EDB4-5A52-614B7A9F44EE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0038CE02-08D2-19FC-0D86-04C4D8A0E7E0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8190D2A5-47A4-02CB-24FC-11B52B30E7FA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00E018ED-6A72-899B-7257-D6A137310F61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52F3D6CC-9754-A8F2-5CC7-DCF059E4D1A9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A0F5CFCE-F0F9-7798-916C-F9F9CF5A3A03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9E534F86-B094-EAC2-2402-A1626F713B11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8BB8CBC2-F25F-53B7-B2A6-64C87F6A12FF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E28E20F7-7468-F046-32C1-88F148D38A75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3CA42B4D-9606-C493-476B-F87E08E6AF72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F19D878A-F400-BA33-130D-F0944DC0091A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6C6E8944-F80C-E798-2F6D-7CF641C2B244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0449B013-DD18-5420-D984-B7EF0591A10B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49701510-4C19-B827-5AD7-B9578E0E3444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B2A9FB4B-2030-D566-A7B9-F2D68CB34C7F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5867F7E5-745F-E404-9078-B091DA0AFCBA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E2A5B4BB-8853-1ADE-9EB2-F4246904DB11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12239DE3-CDA9-D1CA-5B6D-9ECFF52C8EF2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155F65F8-C409-2037-E334-C666C3BD56CD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EA9C3AD6-7CB4-C4E4-6667-B4A34CA6C9B4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DDAF5F4E-F498-9512-A5D9-8686F294C493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82969CB4-1084-3799-994C-2BA001F7DFA6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ED6E955C-5F78-BA6F-EA05-D6C8F01912F7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513CEA41-389D-F52E-D0A0-9E553EC6383F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A2E526B0-8A05-FB6C-13EF-C9770D593B0B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C9474CFB-C4E0-8C7E-2F2E-3F67A5ECDE7B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AC062AFC-35E0-1E38-199E-533A8F02E7B5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C300301D-B234-D678-B508-457DBCC66261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94036C6A-FB77-15E3-7D2E-7904DC40FF99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8484F858-D812-ABB7-71B3-7D111099857D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9FD0BF84-BEF6-B66A-04BF-3434180319F4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29C78753-FCFA-12E8-BDFB-B602103BF873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AA29B03C-0268-9DF8-9ABB-6DFCB395138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97E7DE57-B103-75C8-5B08-C4069CD2D117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92316A3C-C51E-ABBB-53EF-26359B1AFDEC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E158789C-C7CC-E42B-AF42-53589FA88136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2EF4177E-9DE4-664D-F73A-89BE3D63F04B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0D902A1A-EA15-559F-92F2-B0A19E78ACA7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1B06646B-83AE-A12F-95C4-F409EDFD80E7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05499B8E-5BA1-382E-32E7-7B82B3F703F9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00A0500A-EC09-1E0F-5160-6C3BE7D3DF1A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FCBDF288-3B0E-FFA7-98C0-E2A8C3472574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B3742C92-60BD-B9FC-7C20-F62112C8E13D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1EFB1660-5D32-3BC8-BA17-D7EF5D72C65B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06D2197E-8F92-132E-83A9-C12A0E1EDCBA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9BCBBCF4-0C44-C397-5451-0F7692867C87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D915A45E-DA68-83C5-FEE4-CFFE3A10A824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92AEC499-40AD-4886-2C42-617205F0DEE5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5CC1F050-FCEF-7AAB-DDFD-C1B8D12BE9EB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CF0BD33F-B2C7-DE8E-893D-28AE2CC95725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A133269F-9361-DB02-5E35-67A026CB3116}"/>
              </a:ext>
            </a:extLst>
          </p:cNvPr>
          <p:cNvGrpSpPr/>
          <p:nvPr/>
        </p:nvGrpSpPr>
        <p:grpSpPr>
          <a:xfrm>
            <a:off x="4790658" y="1170736"/>
            <a:ext cx="472025" cy="229380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A0F7EFAD-8800-B368-6FF3-C3BA87C76FF1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D8734B22-C57D-67D9-A8AA-90CD25432653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4F2B2D23-05D2-25AE-F0FD-A758144FFEF9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2F407FF7-F6B6-7C42-1CE4-DC0BE1D69910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4A8B18C7-6BAF-213B-A982-EC22B9A67D00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8AF595ED-5C8E-27DB-2FC0-50074C6897AF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EA1D18DB-3A22-7563-F8AE-FE7E69411FA9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BE7F2CE3-826C-8442-18D3-B939F4AAF54E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16B8C0A8-9524-5753-2CFB-3A6E758C9DD4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2E219119-1D22-E787-3791-A431AB567EB6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7D1D62DD-329B-0884-DB63-F0C735ACC411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BC92D352-DE8A-FF16-CDD7-3FF2E46035FD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37179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D8820DAD-C856-C828-BB1A-D380253AF157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E61A4066-788B-5B12-50A8-1419E47F2E66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C9F46158-59CF-34E8-D872-FBF180C8ECC1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C81AEC01-9879-5247-5292-925FF171378F}"/>
              </a:ext>
            </a:extLst>
          </p:cNvPr>
          <p:cNvPicPr>
            <a:picLocks/>
          </p:cNvPicPr>
          <p:nvPr/>
        </p:nvPicPr>
        <p:blipFill>
          <a:blip r:embed="rId7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823347" y="284723"/>
            <a:ext cx="4153884" cy="3967446"/>
            <a:chOff x="1936337" y="669608"/>
            <a:chExt cx="976905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Atom embedding</a:t>
              </a:r>
              <a:endParaRPr sz="550" dirty="0">
                <a:solidFill>
                  <a:srgbClr val="1E293B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16D019FC-8FE3-D40F-821E-4F20BC4004C0}"/>
                </a:ext>
              </a:extLst>
            </p:cNvPr>
            <p:cNvSpPr>
              <a:spLocks noGrp="1"/>
            </p:cNvSpPr>
            <p:nvPr/>
          </p:nvSpPr>
          <p:spPr>
            <a:xfrm>
              <a:off x="11648243" y="1462212"/>
              <a:ext cx="57151" cy="57151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24C88AB2-5918-0F4D-EDE6-0D89FC02F100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46207" y="1226607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64B2259B-4593-C74C-1994-5CCAF189A87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2293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2855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3562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2595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4154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4109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4779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4287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4200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4122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5506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2700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3474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3375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2553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3856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3819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3696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3722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4262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4458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4655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4852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5049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5246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5443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5640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639889" y="1489896"/>
            <a:ext cx="95532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719844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>
            <a:off x="16675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>
            <a:extLst>
              <a:ext uri="{FF2B5EF4-FFF2-40B4-BE49-F238E27FC236}">
                <a16:creationId xmlns:a16="http://schemas.microsoft.com/office/drawing/2014/main" id="{BAE99500-F0C6-FF9E-5ADA-696300A3926E}"/>
              </a:ext>
            </a:extLst>
          </p:cNvPr>
          <p:cNvSpPr/>
          <p:nvPr/>
        </p:nvSpPr>
        <p:spPr>
          <a:xfrm>
            <a:off x="16553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>
            <a:off x="1634160" y="656526"/>
            <a:ext cx="96730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715313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>
            <a:extLst>
              <a:ext uri="{FF2B5EF4-FFF2-40B4-BE49-F238E27FC236}">
                <a16:creationId xmlns:a16="http://schemas.microsoft.com/office/drawing/2014/main" id="{93F36DE0-10B5-E2A2-60B2-341BCDB28517}"/>
              </a:ext>
            </a:extLst>
          </p:cNvPr>
          <p:cNvSpPr/>
          <p:nvPr/>
        </p:nvSpPr>
        <p:spPr>
          <a:xfrm>
            <a:off x="16595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530162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835463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191336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191336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179144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712652" y="452120"/>
            <a:ext cx="519754" cy="117094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278437" y="452120"/>
            <a:ext cx="527685" cy="117094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260340" y="1708155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23843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26034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23843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289700" y="1017496"/>
            <a:ext cx="210752" cy="119242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" name="Find candidate blob 2">
            <a:extLst>
              <a:ext uri="{FF2B5EF4-FFF2-40B4-BE49-F238E27FC236}">
                <a16:creationId xmlns:a16="http://schemas.microsoft.com/office/drawing/2014/main" id="{F546CADE-F799-FF54-D901-B1872437A4FD}"/>
              </a:ext>
            </a:extLst>
          </p:cNvPr>
          <p:cNvGrpSpPr/>
          <p:nvPr/>
        </p:nvGrpSpPr>
        <p:grpSpPr>
          <a:xfrm>
            <a:off x="4044174" y="980397"/>
            <a:ext cx="210752" cy="119242"/>
            <a:chOff x="1928706" y="3559489"/>
            <a:chExt cx="227897" cy="155682"/>
          </a:xfrm>
        </p:grpSpPr>
        <p:sp>
          <p:nvSpPr>
            <p:cNvPr id="19" name="Candidate blob | editable contour">
              <a:extLst>
                <a:ext uri="{FF2B5EF4-FFF2-40B4-BE49-F238E27FC236}">
                  <a16:creationId xmlns:a16="http://schemas.microsoft.com/office/drawing/2014/main" id="{D503CF1F-EC12-B63E-8F02-58032E7F13E3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" name="ellipse_2612">
              <a:extLst>
                <a:ext uri="{FF2B5EF4-FFF2-40B4-BE49-F238E27FC236}">
                  <a16:creationId xmlns:a16="http://schemas.microsoft.com/office/drawing/2014/main" id="{1A86510C-0316-73F3-76D0-D29503AE7080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pic>
        <p:nvPicPr>
          <p:cNvPr id="25" name="Fin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E01FAF0F-7383-AEC3-8192-CE781D4C8B9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4014845" y="470235"/>
            <a:ext cx="501650" cy="47901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6B0F837-8383-9660-CCC5-75B454A335E6}"/>
              </a:ext>
            </a:extLst>
          </p:cNvPr>
          <p:cNvSpPr txBox="1"/>
          <p:nvPr/>
        </p:nvSpPr>
        <p:spPr>
          <a:xfrm>
            <a:off x="874946" y="473312"/>
            <a:ext cx="712054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00" dirty="0"/>
              <a:t>Space transform(..?)</a:t>
            </a:r>
            <a:endParaRPr lang="zh-CN" altLang="en-US" sz="5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EB13465-5D7F-1961-8F05-CAD7F94CB2EF}"/>
              </a:ext>
            </a:extLst>
          </p:cNvPr>
          <p:cNvSpPr txBox="1"/>
          <p:nvPr/>
        </p:nvSpPr>
        <p:spPr>
          <a:xfrm>
            <a:off x="843436" y="1207504"/>
            <a:ext cx="324008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500" dirty="0"/>
              <a:t>Embedding head(..?)</a:t>
            </a:r>
            <a:endParaRPr lang="zh-CN" altLang="en-US" sz="500" dirty="0"/>
          </a:p>
        </p:txBody>
      </p:sp>
    </p:spTree>
    <p:extLst>
      <p:ext uri="{BB962C8B-B14F-4D97-AF65-F5344CB8AC3E}">
        <p14:creationId xmlns:p14="http://schemas.microsoft.com/office/powerpoint/2010/main" val="28997995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803</Words>
  <Application>Microsoft Office PowerPoint</Application>
  <DocSecurity>0</DocSecurity>
  <PresentationFormat>自定义</PresentationFormat>
  <Paragraphs>106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134</cp:revision>
  <dcterms:created xsi:type="dcterms:W3CDTF">2026-10-01T15:00:20Z</dcterms:created>
  <dcterms:modified xsi:type="dcterms:W3CDTF">2026-10-25T12:45:22Z</dcterms:modified>
</cp:coreProperties>
</file>