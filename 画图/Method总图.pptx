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07_51F486EC.xml" ContentType="application/vnd.ms-powerpoint.comments+xml"/>
  <Override PartName="/ppt/notesSlides/notesSlide3.xml" ContentType="application/vnd.openxmlformats-officedocument.presentationml.notesSlide+xml"/>
  <Override PartName="/ppt/comments/modernComment_108_51F486EC.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sldIdLst>
    <p:sldId id="256" r:id="rId2"/>
    <p:sldId id="263" r:id="rId3"/>
    <p:sldId id="264" r:id="rId4"/>
  </p:sldIdLst>
  <p:sldSz cx="6480175" cy="446881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3F71A66-0C34-DF1A-5236-FECDBC820DCB}" name="Hongen Peng" initials="HP" userId="965de47efeb7ffa5"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45946" autoAdjust="0"/>
  </p:normalViewPr>
  <p:slideViewPr>
    <p:cSldViewPr snapToGrid="0">
      <p:cViewPr varScale="1">
        <p:scale>
          <a:sx n="76" d="100"/>
          <a:sy n="76" d="100"/>
        </p:scale>
        <p:origin x="600"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7_51F486EC.xml><?xml version="1.0" encoding="utf-8"?>
<p188:cmLst xmlns:a="http://schemas.openxmlformats.org/drawingml/2006/main" xmlns:r="http://schemas.openxmlformats.org/officeDocument/2006/relationships" xmlns:p188="http://schemas.microsoft.com/office/powerpoint/2018/8/main">
  <p188:cm id="{1716EBE0-D356-48DF-A147-6610B2C11D06}"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F7B39D85-6EB4-4A25-BAD2-8E5D86CC2605}" authorId="{D3F71A66-0C34-DF1A-5236-FECDBC820DCB}" created="2026-10-02T04:04:56.395">
    <pc:sldMkLst xmlns:pc="http://schemas.microsoft.com/office/powerpoint/2013/main/command">
      <pc:docMk/>
      <pc:sldMk cId="1374979820" sldId="263"/>
    </pc:sldMkLst>
    <p188:txBody>
      <a:bodyPr/>
      <a:lstStyle/>
      <a:p>
        <a:r>
          <a:rPr lang="zh-CN" altLang="en-US"/>
          <a:t>@@fig-method-v4-baseline</a:t>
        </a:r>
      </a:p>
    </p188:txBody>
  </p188:cm>
</p188:cmLst>
</file>

<file path=ppt/comments/modernComment_108_51F486EC.xml><?xml version="1.0" encoding="utf-8"?>
<p188:cmLst xmlns:a="http://schemas.openxmlformats.org/drawingml/2006/main" xmlns:r="http://schemas.openxmlformats.org/officeDocument/2006/relationships" xmlns:p188="http://schemas.microsoft.com/office/powerpoint/2018/8/main">
  <p188:cm id="{AA5D51F7-3CB1-4B36-BB20-9743BD6D70F8}" authorId="{D3F71A66-0C34-DF1A-5236-FECDBC820DCB}" created="2026-10-02T04:04:18.672">
    <pc:sldMkLst xmlns:pc="http://schemas.microsoft.com/office/powerpoint/2013/main/command">
      <pc:docMk/>
      <pc:sldMk cId="1374979820" sldId="263"/>
    </pc:sldMkLst>
    <p188:txBody>
      <a:bodyPr/>
      <a:lstStyle/>
      <a:p>
        <a:r>
          <a:rPr lang="zh-CN" altLang="en-US"/>
          <a:t>v4 方法示意图。第 2 页保留生成式密度插图，第 3 页将指定 10 个 BOX 替换为原生可编辑形状。位点深蓝点表示 blob 的几何中心；输出配体为可编辑的三维球棍示意，保留原稿的连接关系。示意图不表示实验测量值，模块尺寸与数目不表示精确网络层数。</a:t>
        </a:r>
      </a:p>
    </p188:txBody>
  </p188:cm>
  <p188:cm id="{DA1AD77A-04DA-4271-A6CF-BB6B05634610}" authorId="{D3F71A66-0C34-DF1A-5236-FECDBC820DCB}" created="2026-10-02T04:04:56.395">
    <pc:sldMkLst xmlns:pc="http://schemas.microsoft.com/office/powerpoint/2013/main/command">
      <pc:docMk/>
      <pc:sldMk cId="1374979820" sldId="263"/>
    </pc:sldMkLst>
    <p188:txBody>
      <a:bodyPr/>
      <a:lstStyle/>
      <a:p>
        <a:r>
          <a:rPr lang="zh-CN" altLang="en-US"/>
          <a:t>@@fig-method-v4</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Match encodes each candidate region and each user-provided ligand identity from the same PDB. The candidate encoder combines a local density–atom voxel representation with pocket, blob and pseudo-atom features through pooling, attention and </a:t>
            </a:r>
            <a:r>
              <a:rPr dirty="0" err="1"/>
              <a:t>FiLM</a:t>
            </a:r>
            <a:r>
              <a:rPr dirty="0"/>
              <a:t> modulation. The identity encoder combines the original SMI-TED language representation with attention summaries from its own molecular graph and the other ligand identities. An independent foreground head predicts the foreground probability. Learned projections and cosine scoring relate candidate j to identity k in a J × K score matrix. The highlighted matrix cell identifies the illustrated candidate–identity pair; the grid does not display experimental scores. SMILES strings and molecular graphics are schematic examples. Fusion denotes integration of the identity branches at the level of this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3D84F-419E-4242-B19E-2D5D201F2A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A40C4D-1E37-03A9-4402-0F8E37B83632}"/>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5525C79-D0EB-00EC-08FF-71EBEB6AD4A4}"/>
              </a:ext>
            </a:extLst>
          </p:cNvPr>
          <p:cNvSpPr>
            <a:spLocks noGrp="1"/>
          </p:cNvSpPr>
          <p:nvPr>
            <p:ph type="body" sz="quarter" idx="3"/>
          </p:nvPr>
        </p:nvSpPr>
        <p:spPr/>
        <p:txBody>
          <a:bodyPr/>
          <a:lstStyle/>
          <a:p>
            <a:r>
              <a:rPr lang="zh-CN"/>
              <a:t>F</a:t>
            </a:r>
            <a:r>
              <a:rPr lang="zh-CN" dirty="0"/>
              <a:t>ind–Match–Build 的网络结构与信息流。</a:t>
            </a:r>
          </a:p>
          <a:p>
            <a:r>
              <a:rPr lang="zh-CN" dirty="0"/>
              <a:t>a，共享输入表示。四个基础密度场分别为实验密度 M_exp、模拟受体密度 M_sim、差密度 M_diff 和正差密度 M_diff⁺。每个密度场采用两种归一化方式和七种空间视图，组成 56 个密度通道；受体原子由 50 维特征表示。</a:t>
            </a:r>
          </a:p>
          <a:p>
            <a:r>
              <a:rPr lang="zh-CN" dirty="0"/>
              <a:t>b，Find 的体素–点云网络。3D voxel U-Net 与 Point Transformer V3 通过多尺度体素到点的特征融合协同定位配体区域，并分别输出配体区域概率与原子结合概率。回收连接用于迭代更新点云表示；候选区域（blob）和伪原子为 Match 提供局部线索。</a:t>
            </a:r>
          </a:p>
          <a:p>
            <a:r>
              <a:rPr lang="zh-CN" dirty="0"/>
              <a:t>c，Match 的候选–身份匹配。候选区域的密度与原子特征经 U-Net 编码为基础摘要，口袋、blob 和伪原子特征通过池化、交叉注意力与 FiLM 调制候选表示。身份编码器以 SMI-TED 语言表示为查询，分别对自身分子图特征和同一 PDB 中其他身份的语言表示执行图注意力（graph attention）和背景注意力（context attention），再融合为身份表示。候选与身份表示经可学习投影和余弦相似度计算形成 J × K 匹配分数矩阵，独立前景头输出候选的前景概率。J 为候选数，K 为有效身份数；Q、K、V 分别表示注意力中的查询、键和值。</a:t>
            </a:r>
          </a:p>
          <a:p>
            <a:r>
              <a:rPr lang="zh-CN" dirty="0"/>
              <a:t>d，Build 的下游构象重建。候选位点、匹配得到的 SMILES 身份和口袋环境输入密度条件微调的 PocketXMol，或满足适用条件的其他对接工具，得到全原子配体构象。blob 内的深蓝点表示几何中心及对接起始位点。密度、原子和配体构象均为示意。</a:t>
            </a:r>
          </a:p>
        </p:txBody>
      </p:sp>
      <p:sp>
        <p:nvSpPr>
          <p:cNvPr id="4" name="Slide Number Placeholder 3">
            <a:extLst>
              <a:ext uri="{FF2B5EF4-FFF2-40B4-BE49-F238E27FC236}">
                <a16:creationId xmlns:a16="http://schemas.microsoft.com/office/drawing/2014/main" id="{0D37FD3E-DB99-F3CE-87FD-800377475600}"/>
              </a:ext>
            </a:extLst>
          </p:cNvPr>
          <p:cNvSpPr>
            <a:spLocks noGrp="1"/>
          </p:cNvSpPr>
          <p:nvPr>
            <p:ph type="sldNum" sz="quarter" idx="5"/>
          </p:nvPr>
        </p:nvSpPr>
        <p:spPr/>
      </p:sp>
    </p:spTree>
    <p:extLst>
      <p:ext uri="{BB962C8B-B14F-4D97-AF65-F5344CB8AC3E}">
        <p14:creationId xmlns:p14="http://schemas.microsoft.com/office/powerpoint/2010/main" val="39583110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AF93-95A5-E700-EB3E-D633DC1444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391D0DC-1B34-631C-1675-038262F9188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B35DC54-749E-52ED-6A38-7450AEE2B1E7}"/>
              </a:ext>
            </a:extLst>
          </p:cNvPr>
          <p:cNvSpPr>
            <a:spLocks noGrp="1"/>
          </p:cNvSpPr>
          <p:nvPr>
            <p:ph type="body" sz="quarter" idx="3"/>
          </p:nvPr>
        </p:nvSpPr>
        <p:spPr/>
        <p:txBody>
          <a:bodyPr/>
          <a:lstStyle/>
          <a:p>
            <a:pPr marL="0" algn="l" defTabSz="914400" rtl="0" eaLnBrk="1" latinLnBrk="0" hangingPunct="1"/>
            <a:r>
              <a:rPr lang="en-US" altLang="zh-CN" sz="1200" kern="1200" dirty="0"/>
              <a:t>Find–Match–Build </a:t>
            </a:r>
            <a:r>
              <a:rPr lang="zh-CN" altLang="en-US" sz="1200" kern="1200" dirty="0"/>
              <a:t>框架的网络架构与数据流。</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1" kern="1200" dirty="0"/>
              <a:t>a</a:t>
            </a:r>
            <a:r>
              <a:rPr lang="zh-CN" altLang="en-US" sz="1200" b="1" kern="1200" dirty="0"/>
              <a:t>，</a:t>
            </a:r>
            <a:r>
              <a:rPr lang="zh-CN" altLang="en-US" sz="1200" kern="1200" dirty="0"/>
              <a:t>共享输入表示。密度信息首先表示为实验冷冻电镜密度 </a:t>
            </a:r>
            <a:r>
              <a:rPr lang="en-US" altLang="zh-CN" sz="1200" kern="1200" dirty="0" err="1"/>
              <a:t>M_exp</a:t>
            </a:r>
            <a:r>
              <a:rPr lang="zh-CN" altLang="en-US" sz="1200" kern="1200" dirty="0"/>
              <a:t>、受体结构模拟密度 </a:t>
            </a:r>
            <a:r>
              <a:rPr lang="en-US" altLang="zh-CN" sz="1200" kern="1200" dirty="0" err="1"/>
              <a:t>M_sim</a:t>
            </a:r>
            <a:r>
              <a:rPr lang="zh-CN" altLang="en-US" sz="1200" kern="1200" dirty="0"/>
              <a:t>、差密度 </a:t>
            </a:r>
            <a:r>
              <a:rPr lang="en-US" altLang="zh-CN" sz="1200" kern="1200" dirty="0" err="1"/>
              <a:t>M_diff</a:t>
            </a:r>
            <a:r>
              <a:rPr lang="en-US" altLang="zh-CN" sz="1200" kern="1200" dirty="0"/>
              <a:t> </a:t>
            </a:r>
            <a:r>
              <a:rPr lang="zh-CN" altLang="en-US" sz="1200" kern="1200" dirty="0"/>
              <a:t>以及正差密度 </a:t>
            </a:r>
            <a:r>
              <a:rPr lang="en-US" altLang="zh-CN" sz="1200" kern="1200" dirty="0" err="1"/>
              <a:t>M_diff</a:t>
            </a:r>
            <a:r>
              <a:rPr lang="en-US" altLang="zh-CN" sz="1200" kern="1200" dirty="0"/>
              <a:t>⁺ </a:t>
            </a:r>
            <a:r>
              <a:rPr lang="zh-CN" altLang="en-US" sz="1200" kern="1200" dirty="0"/>
              <a:t>四个基础密度场。各密度场</a:t>
            </a:r>
            <a:r>
              <a:rPr lang="zh-CN" altLang="en-US" sz="1200" b="0" kern="1200" dirty="0">
                <a:effectLst/>
              </a:rPr>
              <a:t>同</a:t>
            </a:r>
            <a:r>
              <a:rPr lang="zh-CN" altLang="zh-CN" sz="1200" b="0" kern="1200" dirty="0">
                <a:effectLst/>
              </a:rPr>
              <a:t>时保留未归一化表示和 Z-score 归一化表示</a:t>
            </a:r>
            <a:r>
              <a:rPr lang="zh-CN" altLang="en-US" sz="1200" kern="1200" dirty="0"/>
              <a:t>，并结合恒等映射、三维高斯平滑、差分高斯（</a:t>
            </a:r>
            <a:r>
              <a:rPr lang="en-US" altLang="zh-CN" sz="1200" kern="1200" dirty="0" err="1"/>
              <a:t>DoG</a:t>
            </a:r>
            <a:r>
              <a:rPr lang="zh-CN" altLang="en-US" sz="1200" kern="1200" dirty="0"/>
              <a:t>）滤波与受体邻域抑制等七种确定性空间变换，构建出覆盖多尺度几何与局部背景的 </a:t>
            </a:r>
            <a:r>
              <a:rPr lang="en-US" altLang="zh-CN" sz="1200" kern="1200" dirty="0"/>
              <a:t>56 </a:t>
            </a:r>
            <a:r>
              <a:rPr lang="zh-CN" altLang="en-US" sz="1200" kern="1200" dirty="0"/>
              <a:t>通道密度通道库。蛋白核酸受体原子统一采用 </a:t>
            </a:r>
            <a:r>
              <a:rPr lang="en-US" altLang="zh-CN" sz="1200" kern="1200" dirty="0"/>
              <a:t>50 </a:t>
            </a:r>
            <a:r>
              <a:rPr lang="zh-CN" altLang="en-US" sz="1200" kern="1200" dirty="0"/>
              <a:t>维特征向量表示，包含元素种类、残基类别、理化性质、相对质量、同心壳层局部堆积密度及主链标记。</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1" kern="1200" dirty="0"/>
              <a:t>b</a:t>
            </a:r>
            <a:r>
              <a:rPr lang="zh-CN" altLang="en-US" sz="1200" b="1" kern="1200" dirty="0"/>
              <a:t>，</a:t>
            </a:r>
            <a:r>
              <a:rPr lang="en-US" altLang="zh-CN" sz="1200" kern="1200" dirty="0"/>
              <a:t>Find </a:t>
            </a:r>
            <a:r>
              <a:rPr lang="zh-CN" altLang="en-US" sz="1200" kern="1200" dirty="0"/>
              <a:t>阶段体素</a:t>
            </a:r>
            <a:r>
              <a:rPr lang="en-US" altLang="zh-CN" sz="1200" kern="1200" dirty="0"/>
              <a:t>–</a:t>
            </a:r>
            <a:r>
              <a:rPr lang="zh-CN" altLang="en-US" sz="1200" kern="1200" dirty="0"/>
              <a:t>点云联合定位网络。体素分支通过 </a:t>
            </a:r>
            <a:r>
              <a:rPr lang="en-US" altLang="zh-CN" sz="1200" kern="1200" dirty="0"/>
              <a:t>3D</a:t>
            </a:r>
            <a:r>
              <a:rPr lang="zh-CN" altLang="en-US" sz="1200" kern="1200" dirty="0"/>
              <a:t> </a:t>
            </a:r>
            <a:r>
              <a:rPr lang="en-US" altLang="zh-CN" sz="1200" kern="1200" dirty="0"/>
              <a:t>U-Net </a:t>
            </a:r>
            <a:r>
              <a:rPr lang="zh-CN" altLang="en-US" sz="1200" kern="1200" dirty="0"/>
              <a:t>来融合 </a:t>
            </a:r>
            <a:r>
              <a:rPr lang="en-US" altLang="zh-CN" sz="1200" kern="1200" dirty="0"/>
              <a:t>56 </a:t>
            </a:r>
            <a:r>
              <a:rPr lang="zh-CN" altLang="en-US" sz="1200" kern="1200" dirty="0"/>
              <a:t>通道密度特征以及经过编码的受体原子特征，并低分辨率瓶颈层执行自注意力运算建立长程依赖，主解码头预测逐体素配体区域概率。点云分支采用 </a:t>
            </a:r>
            <a:r>
              <a:rPr lang="en-US" altLang="zh-CN" sz="1200" kern="1200" dirty="0"/>
              <a:t>Point Transformer V3</a:t>
            </a:r>
            <a:r>
              <a:rPr lang="zh-CN" altLang="en-US" sz="1200" kern="1200" dirty="0"/>
              <a:t>，对受体原子与从结合区域高概率区采样的伪原子进行几何与化学编码，并通过多尺度特征采样感知体素分支的信息，输出的受体原子结合概率被用于推理时候选 </a:t>
            </a:r>
            <a:r>
              <a:rPr lang="en-US" altLang="zh-CN" sz="1200" kern="1200" dirty="0"/>
              <a:t>blob </a:t>
            </a:r>
            <a:r>
              <a:rPr lang="zh-CN" altLang="en-US" sz="1200" kern="1200" dirty="0"/>
              <a:t>的打分。体素分支和点云分支通过 </a:t>
            </a:r>
            <a:r>
              <a:rPr lang="en-US" altLang="zh-CN" sz="1200" kern="1200" dirty="0"/>
              <a:t>AlphaFold3 </a:t>
            </a:r>
            <a:r>
              <a:rPr lang="zh-CN" altLang="en-US" sz="1200" kern="1200" dirty="0"/>
              <a:t>风格的 </a:t>
            </a:r>
            <a:r>
              <a:rPr lang="en-US" altLang="zh-CN" sz="1200" kern="1200" dirty="0"/>
              <a:t>Recycle</a:t>
            </a:r>
            <a:r>
              <a:rPr lang="zh-CN" altLang="en-US" sz="1200" kern="1200" dirty="0"/>
              <a:t> 机制预测效果的迭代改进。</a:t>
            </a:r>
            <a:r>
              <a:rPr lang="zh-CN" altLang="zh-CN" dirty="0"/>
              <a:t>候选区域（blob）和伪原子为</a:t>
            </a:r>
            <a:r>
              <a:rPr lang="zh-CN" altLang="en-US" dirty="0"/>
              <a:t>后续的</a:t>
            </a:r>
            <a:r>
              <a:rPr lang="zh-CN" altLang="zh-CN" dirty="0"/>
              <a:t> Match 提供局部线索。</a:t>
            </a:r>
            <a:endParaRPr lang="zh-CN" altLang="en-US" sz="1200" kern="1200" dirty="0"/>
          </a:p>
          <a:p>
            <a:pPr marL="0" algn="l" defTabSz="914400" rtl="0" eaLnBrk="1" latinLnBrk="0" hangingPunct="1"/>
            <a:r>
              <a:rPr lang="en-US" altLang="zh-CN" sz="1200" b="1" kern="1200" dirty="0"/>
              <a:t>c</a:t>
            </a:r>
            <a:r>
              <a:rPr lang="zh-CN" altLang="en-US" sz="1200" b="1" kern="1200" dirty="0"/>
              <a:t>，</a:t>
            </a:r>
            <a:r>
              <a:rPr lang="en-US" altLang="zh-CN" sz="1200" kern="1200" dirty="0"/>
              <a:t>Match </a:t>
            </a:r>
            <a:r>
              <a:rPr lang="zh-CN" altLang="en-US" sz="1200" kern="1200" dirty="0"/>
              <a:t>阶段候选区域的前景判别与配体身份指派。候选编码器以预测 </a:t>
            </a:r>
            <a:r>
              <a:rPr lang="en-US" altLang="zh-CN" sz="1200" kern="1200" dirty="0"/>
              <a:t>blob </a:t>
            </a:r>
            <a:r>
              <a:rPr lang="zh-CN" altLang="en-US" sz="1200" kern="1200" dirty="0"/>
              <a:t>的几何中心向外截取 </a:t>
            </a:r>
            <a:r>
              <a:rPr lang="en-US" altLang="zh-CN" sz="1200" kern="1200" dirty="0"/>
              <a:t>48³ </a:t>
            </a:r>
            <a:r>
              <a:rPr lang="zh-CN" altLang="en-US" sz="1200" kern="1200" dirty="0"/>
              <a:t>局部网格，经 </a:t>
            </a:r>
            <a:r>
              <a:rPr lang="en-US" altLang="zh-CN" sz="1200" kern="1200" dirty="0"/>
              <a:t>U-Net </a:t>
            </a:r>
            <a:r>
              <a:rPr lang="zh-CN" altLang="en-US" sz="1200" kern="1200" dirty="0"/>
              <a:t>提取体素基础摘要向量 </a:t>
            </a:r>
            <a:r>
              <a:rPr lang="en-US" altLang="zh-CN" sz="1200" kern="1200" dirty="0" err="1"/>
              <a:t>h_j^vox</a:t>
            </a:r>
            <a:r>
              <a:rPr lang="zh-CN" altLang="en-US" sz="1200" kern="1200" dirty="0"/>
              <a:t>；来自 </a:t>
            </a:r>
            <a:r>
              <a:rPr lang="en-US" altLang="zh-CN" sz="1200" kern="1200" dirty="0"/>
              <a:t>Find </a:t>
            </a:r>
            <a:r>
              <a:rPr lang="zh-CN" altLang="en-US" sz="1200" kern="1200" dirty="0"/>
              <a:t>阶段的候选 </a:t>
            </a:r>
            <a:r>
              <a:rPr lang="en-US" altLang="zh-CN" sz="1200" kern="1200" dirty="0"/>
              <a:t>blob </a:t>
            </a:r>
            <a:r>
              <a:rPr lang="zh-CN" altLang="en-US" sz="1200" kern="1200" dirty="0"/>
              <a:t>特征、局部结合口袋以及伪原子特征，经双重池化与交叉注意力汇总后，通过特征线性调制（</a:t>
            </a:r>
            <a:r>
              <a:rPr lang="en-US" altLang="zh-CN" sz="1200" kern="1200" dirty="0" err="1"/>
              <a:t>FiLM</a:t>
            </a:r>
            <a:r>
              <a:rPr lang="zh-CN" altLang="en-US" sz="1200" kern="1200" dirty="0"/>
              <a:t>）自适应增强 </a:t>
            </a:r>
            <a:r>
              <a:rPr lang="en-US" altLang="zh-CN" sz="1200" kern="1200" dirty="0" err="1"/>
              <a:t>h_j^vox</a:t>
            </a:r>
            <a:r>
              <a:rPr lang="zh-CN" altLang="en-US" sz="1200" kern="1200" dirty="0"/>
              <a:t>，得到候选表征 </a:t>
            </a:r>
            <a:r>
              <a:rPr lang="en-US" altLang="zh-CN" sz="1200" kern="1200" dirty="0" err="1"/>
              <a:t>h_j</a:t>
            </a:r>
            <a:r>
              <a:rPr lang="zh-CN" altLang="en-US" sz="1200" kern="1200" dirty="0"/>
              <a:t>。身份编码器以配体语言模型 </a:t>
            </a:r>
            <a:r>
              <a:rPr lang="en-US" altLang="zh-CN" sz="1200" kern="1200" dirty="0"/>
              <a:t>SMI-TED </a:t>
            </a:r>
            <a:r>
              <a:rPr lang="zh-CN" altLang="en-US" sz="1200" kern="1200" dirty="0"/>
              <a:t>的嵌入为</a:t>
            </a:r>
            <a:r>
              <a:rPr lang="en-US" altLang="zh-CN" sz="1200" kern="1200" dirty="0"/>
              <a:t>query</a:t>
            </a:r>
            <a:r>
              <a:rPr lang="zh-CN" altLang="en-US" sz="1200" kern="1200" dirty="0"/>
              <a:t>，一方面通过图注意力，融合经过 </a:t>
            </a:r>
            <a:r>
              <a:rPr lang="en-US" altLang="zh-CN" sz="1200" kern="1200" dirty="0" err="1"/>
              <a:t>RDKit</a:t>
            </a:r>
            <a:r>
              <a:rPr lang="en-US" altLang="zh-CN" sz="1200" kern="1200" dirty="0"/>
              <a:t> </a:t>
            </a:r>
            <a:r>
              <a:rPr lang="zh-CN" altLang="en-US" sz="1200" kern="1200" dirty="0"/>
              <a:t>构建、</a:t>
            </a:r>
            <a:r>
              <a:rPr lang="en-US" altLang="zh-CN" sz="1200" kern="1200" dirty="0"/>
              <a:t>GNN</a:t>
            </a:r>
            <a:r>
              <a:rPr lang="zh-CN" altLang="en-US" sz="1200" kern="1200" dirty="0"/>
              <a:t>编码的自身分子图特征，另一方面通过背景注意力融合同一 </a:t>
            </a:r>
            <a:r>
              <a:rPr lang="en-US" altLang="zh-CN" sz="1200" kern="1200" dirty="0"/>
              <a:t>PDB </a:t>
            </a:r>
            <a:r>
              <a:rPr lang="zh-CN" altLang="en-US" sz="1200" kern="1200" dirty="0"/>
              <a:t>内其余配体身份的上下文信息，得到身份表征 </a:t>
            </a:r>
            <a:r>
              <a:rPr lang="en-US" altLang="zh-CN" sz="1200" kern="1200" dirty="0" err="1"/>
              <a:t>g_k</a:t>
            </a:r>
            <a:r>
              <a:rPr lang="zh-CN" altLang="en-US" sz="1200" kern="1200" dirty="0"/>
              <a:t>。最后，前景头根据候选表征 </a:t>
            </a:r>
            <a:r>
              <a:rPr lang="en-US" altLang="zh-CN" sz="1200" kern="1200" dirty="0" err="1"/>
              <a:t>h_j</a:t>
            </a:r>
            <a:r>
              <a:rPr lang="en-US" altLang="zh-CN" sz="1200" kern="1200" dirty="0"/>
              <a:t> </a:t>
            </a:r>
            <a:r>
              <a:rPr lang="zh-CN" altLang="en-US" sz="1200" kern="1200" dirty="0"/>
              <a:t>输出候选的前景概率 </a:t>
            </a:r>
            <a:r>
              <a:rPr lang="en-US" altLang="zh-CN" sz="1200" kern="1200" dirty="0" err="1"/>
              <a:t>p_j^fg</a:t>
            </a:r>
            <a:r>
              <a:rPr lang="zh-CN" altLang="en-US" sz="1200" kern="1200" dirty="0"/>
              <a:t>，同时候选表征 </a:t>
            </a:r>
            <a:r>
              <a:rPr lang="en-US" altLang="zh-CN" sz="1200" kern="1200" dirty="0" err="1"/>
              <a:t>h_j</a:t>
            </a:r>
            <a:r>
              <a:rPr lang="zh-CN" altLang="en-US" sz="1200" kern="1200" dirty="0"/>
              <a:t>和身份表征 </a:t>
            </a:r>
            <a:r>
              <a:rPr lang="en-US" altLang="zh-CN" sz="1200" kern="1200" dirty="0" err="1"/>
              <a:t>g_k</a:t>
            </a:r>
            <a:r>
              <a:rPr lang="zh-CN" altLang="en-US" sz="1200" kern="1200" dirty="0"/>
              <a:t>经过可学习的线性投影与余弦相似度计算，生成 </a:t>
            </a:r>
            <a:r>
              <a:rPr lang="en-US" altLang="zh-CN" sz="1200" kern="1200" dirty="0"/>
              <a:t>J × K </a:t>
            </a:r>
            <a:r>
              <a:rPr lang="zh-CN" altLang="en-US" sz="1200" kern="1200" dirty="0"/>
              <a:t>维配体分配分数矩阵 </a:t>
            </a:r>
            <a:r>
              <a:rPr lang="en-US" altLang="zh-CN" sz="1200" kern="1200" dirty="0" err="1"/>
              <a:t>s_j,k</a:t>
            </a:r>
            <a:r>
              <a:rPr lang="zh-CN" altLang="en-US" sz="1200" kern="1200" dirty="0"/>
              <a:t>。</a:t>
            </a:r>
          </a:p>
          <a:p>
            <a:pPr marL="0" algn="l" defTabSz="914400" rtl="0" eaLnBrk="1" latinLnBrk="0" hangingPunct="1"/>
            <a:r>
              <a:rPr lang="en-US" altLang="zh-CN" sz="1200" b="1" kern="1200" dirty="0"/>
              <a:t>d</a:t>
            </a:r>
            <a:r>
              <a:rPr lang="zh-CN" altLang="en-US" sz="1200" b="1" kern="1200" dirty="0"/>
              <a:t>，</a:t>
            </a:r>
            <a:r>
              <a:rPr lang="en-US" altLang="zh-CN" sz="1200" kern="1200" dirty="0"/>
              <a:t>Build </a:t>
            </a:r>
            <a:r>
              <a:rPr lang="zh-CN" altLang="en-US" sz="1200" kern="1200" dirty="0"/>
              <a:t>阶段的构象重建。将 </a:t>
            </a:r>
            <a:r>
              <a:rPr lang="en-US" altLang="zh-CN" sz="1200" kern="1200" dirty="0"/>
              <a:t>Find </a:t>
            </a:r>
            <a:r>
              <a:rPr lang="zh-CN" altLang="en-US" sz="1200" kern="1200" dirty="0"/>
              <a:t>预测的候选结合位点 </a:t>
            </a:r>
            <a:r>
              <a:rPr lang="en-US" altLang="zh-CN" sz="1200" kern="1200" dirty="0"/>
              <a:t>p</a:t>
            </a:r>
            <a:r>
              <a:rPr lang="zh-CN" altLang="en-US" sz="1200" kern="1200" dirty="0"/>
              <a:t>（</a:t>
            </a:r>
            <a:r>
              <a:rPr lang="en-US" altLang="zh-CN" sz="1200" kern="1200" dirty="0"/>
              <a:t>blob </a:t>
            </a:r>
            <a:r>
              <a:rPr lang="zh-CN" altLang="en-US" sz="1200" kern="1200" dirty="0"/>
              <a:t>几何中心）、</a:t>
            </a:r>
            <a:r>
              <a:rPr lang="en-US" altLang="zh-CN" sz="1200" kern="1200" dirty="0"/>
              <a:t>Match </a:t>
            </a:r>
            <a:r>
              <a:rPr lang="zh-CN" altLang="en-US" sz="1200" kern="1200" dirty="0"/>
              <a:t>赋予的配体身份，以及受体口袋环境传入下游分子对接工具，输出配体的全原子三维构象。默认采用密度引导微调的 </a:t>
            </a:r>
            <a:r>
              <a:rPr lang="en-US" altLang="zh-CN" sz="1200" kern="1200" dirty="0" err="1"/>
              <a:t>PocketXMol</a:t>
            </a:r>
            <a:r>
              <a:rPr lang="zh-CN" altLang="en-US" sz="1200" kern="1200" dirty="0"/>
              <a:t>，同时也可以使用 </a:t>
            </a:r>
            <a:r>
              <a:rPr lang="en-US" altLang="zh-CN" sz="1200" kern="1200" dirty="0"/>
              <a:t>Vina</a:t>
            </a:r>
            <a:r>
              <a:rPr lang="zh-CN" altLang="en-US" sz="1200" kern="1200" dirty="0"/>
              <a:t>、</a:t>
            </a:r>
            <a:r>
              <a:rPr lang="en-US" altLang="zh-CN" sz="1200" kern="1200" dirty="0" err="1"/>
              <a:t>DiffDock</a:t>
            </a:r>
            <a:r>
              <a:rPr lang="en-US" altLang="zh-CN" sz="1200" kern="1200" dirty="0"/>
              <a:t> </a:t>
            </a:r>
            <a:r>
              <a:rPr lang="zh-CN" altLang="en-US" sz="1200" kern="1200" dirty="0"/>
              <a:t>及 </a:t>
            </a:r>
            <a:r>
              <a:rPr lang="en-US" altLang="zh-CN" sz="1200" kern="1200" dirty="0"/>
              <a:t>EMERALD </a:t>
            </a:r>
            <a:r>
              <a:rPr lang="zh-CN" altLang="en-US" sz="1200" kern="1200" dirty="0"/>
              <a:t>等其他分子对接工具。</a:t>
            </a:r>
          </a:p>
        </p:txBody>
      </p:sp>
      <p:sp>
        <p:nvSpPr>
          <p:cNvPr id="4" name="Slide Number Placeholder 3">
            <a:extLst>
              <a:ext uri="{FF2B5EF4-FFF2-40B4-BE49-F238E27FC236}">
                <a16:creationId xmlns:a16="http://schemas.microsoft.com/office/drawing/2014/main" id="{7C62A1B0-47C1-F87B-2343-1BB93F2982F5}"/>
              </a:ext>
            </a:extLst>
          </p:cNvPr>
          <p:cNvSpPr>
            <a:spLocks noGrp="1"/>
          </p:cNvSpPr>
          <p:nvPr>
            <p:ph type="sldNum" sz="quarter" idx="5"/>
          </p:nvPr>
        </p:nvSpPr>
        <p:spPr/>
      </p:sp>
    </p:spTree>
    <p:extLst>
      <p:ext uri="{BB962C8B-B14F-4D97-AF65-F5344CB8AC3E}">
        <p14:creationId xmlns:p14="http://schemas.microsoft.com/office/powerpoint/2010/main" val="5002099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96109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microsoft.com/office/2018/10/relationships/comments" Target="../comments/modernComment_107_51F486EC.xml"/><Relationship Id="rId7" Type="http://schemas.openxmlformats.org/officeDocument/2006/relationships/image" Target="../media/image9.png"/><Relationship Id="rId12" Type="http://schemas.openxmlformats.org/officeDocument/2006/relationships/image" Target="../media/image14.png"/><Relationship Id="rId17" Type="http://schemas.openxmlformats.org/officeDocument/2006/relationships/image" Target="../media/image19.png"/><Relationship Id="rId2" Type="http://schemas.openxmlformats.org/officeDocument/2006/relationships/notesSlide" Target="../notesSlides/notesSlide2.xml"/><Relationship Id="rId16"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5" Type="http://schemas.openxmlformats.org/officeDocument/2006/relationships/image" Target="../media/image1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8.png"/><Relationship Id="rId3" Type="http://schemas.microsoft.com/office/2018/10/relationships/comments" Target="../comments/modernComment_108_51F486EC.xml"/><Relationship Id="rId7" Type="http://schemas.openxmlformats.org/officeDocument/2006/relationships/image" Target="../media/image9.png"/><Relationship Id="rId12" Type="http://schemas.openxmlformats.org/officeDocument/2006/relationships/image" Target="../media/image17.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6.png"/><Relationship Id="rId5" Type="http://schemas.openxmlformats.org/officeDocument/2006/relationships/image" Target="../media/image7.png"/><Relationship Id="rId10" Type="http://schemas.openxmlformats.org/officeDocument/2006/relationships/image" Target="../media/image15.png"/><Relationship Id="rId4" Type="http://schemas.openxmlformats.org/officeDocument/2006/relationships/image" Target="../media/image6.png"/><Relationship Id="rId9"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2" name="Match c | refined editable panel"/>
          <p:cNvGrpSpPr/>
          <p:nvPr/>
        </p:nvGrpSpPr>
        <p:grpSpPr>
          <a:xfrm>
            <a:off x="115391" y="0"/>
            <a:ext cx="6249394" cy="4468813"/>
            <a:chOff x="0" y="0"/>
            <a:chExt cx="13811250" cy="9877425"/>
          </a:xfrm>
        </p:grpSpPr>
        <p:sp>
          <p:nvSpPr>
            <p:cNvPr id="3" name="Label 1 c">
              <a:extLst>
                <a:ext uri="{FF2B5EF4-FFF2-40B4-BE49-F238E27FC236}">
                  <a16:creationId xmlns:a16="http://schemas.microsoft.com/office/drawing/2014/main" id="{7F1D8F82-46C9-4C0A-8C0C-1CF5CEA37FF0}"/>
                </a:ext>
              </a:extLst>
            </p:cNvPr>
            <p:cNvSpPr>
              <a:spLocks noGrp="1"/>
            </p:cNvSpPr>
            <p:nvPr/>
          </p:nvSpPr>
          <p:spPr>
            <a:xfrm>
              <a:off x="400050" y="285750"/>
              <a:ext cx="285750" cy="428625"/>
            </a:xfrm>
            <a:prstGeom prst="rect">
              <a:avLst/>
            </a:prstGeom>
            <a:noFill/>
            <a:ln w="0">
              <a:noFill/>
            </a:ln>
          </p:spPr>
          <p:txBody>
            <a:bodyPr wrap="none" lIns="0" tIns="0" rIns="0" bIns="0" anchor="ctr">
              <a:noAutofit/>
            </a:bodyPr>
            <a:lstStyle/>
            <a:p>
              <a:pPr algn="ctr">
                <a:defRPr sz="1153" b="1">
                  <a:solidFill>
                    <a:srgbClr val="203646"/>
                  </a:solidFill>
                  <a:latin typeface="Arial"/>
                  <a:ea typeface="Arial"/>
                  <a:cs typeface="Arial"/>
                </a:defRPr>
              </a:pPr>
              <a:r>
                <a:rPr sz="1153" b="1">
                  <a:solidFill>
                    <a:srgbClr val="203646"/>
                  </a:solidFill>
                  <a:latin typeface="Arial"/>
                  <a:ea typeface="Arial"/>
                  <a:cs typeface="Arial"/>
                </a:rPr>
                <a:t>c</a:t>
              </a:r>
            </a:p>
          </p:txBody>
        </p:sp>
        <p:sp>
          <p:nvSpPr>
            <p:cNvPr id="4" name="Label 2 Match: candidate-to-identity assignment">
              <a:extLst>
                <a:ext uri="{FF2B5EF4-FFF2-40B4-BE49-F238E27FC236}">
                  <a16:creationId xmlns:a16="http://schemas.microsoft.com/office/drawing/2014/main" id="{24D27383-DCF3-437F-978F-1E57E6F8C6BD}"/>
                </a:ext>
              </a:extLst>
            </p:cNvPr>
            <p:cNvSpPr>
              <a:spLocks noGrp="1"/>
            </p:cNvSpPr>
            <p:nvPr/>
          </p:nvSpPr>
          <p:spPr>
            <a:xfrm>
              <a:off x="828675" y="285750"/>
              <a:ext cx="12001500" cy="428625"/>
            </a:xfrm>
            <a:prstGeom prst="rect">
              <a:avLst/>
            </a:prstGeom>
            <a:noFill/>
            <a:ln w="0">
              <a:noFill/>
            </a:ln>
          </p:spPr>
          <p:txBody>
            <a:bodyPr wrap="none" lIns="0" tIns="0" rIns="0" bIns="0" anchor="ctr">
              <a:noAutofit/>
            </a:bodyPr>
            <a:lstStyle/>
            <a:p>
              <a:pPr algn="l">
                <a:defRPr sz="1086" b="1">
                  <a:solidFill>
                    <a:srgbClr val="203646"/>
                  </a:solidFill>
                  <a:latin typeface="Arial"/>
                  <a:ea typeface="Arial"/>
                  <a:cs typeface="Arial"/>
                </a:defRPr>
              </a:pPr>
              <a:r>
                <a:rPr sz="1086" b="1">
                  <a:solidFill>
                    <a:srgbClr val="203646"/>
                  </a:solidFill>
                  <a:latin typeface="Arial"/>
                  <a:ea typeface="Arial"/>
                  <a:cs typeface="Arial"/>
                </a:rPr>
                <a:t>Match: candidate-to-identity assignment</a:t>
              </a:r>
            </a:p>
          </p:txBody>
        </p:sp>
        <p:sp>
          <p:nvSpPr>
            <p:cNvPr id="5" name="Label 3 Candidate encoder">
              <a:extLst>
                <a:ext uri="{FF2B5EF4-FFF2-40B4-BE49-F238E27FC236}">
                  <a16:creationId xmlns:a16="http://schemas.microsoft.com/office/drawing/2014/main" id="{5CA87B76-B1BE-4111-AE84-356529F105DA}"/>
                </a:ext>
              </a:extLst>
            </p:cNvPr>
            <p:cNvSpPr>
              <a:spLocks noGrp="1"/>
            </p:cNvSpPr>
            <p:nvPr/>
          </p:nvSpPr>
          <p:spPr>
            <a:xfrm>
              <a:off x="495300" y="971550"/>
              <a:ext cx="5476875"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Candidate encoder</a:t>
              </a:r>
            </a:p>
          </p:txBody>
        </p:sp>
        <p:sp>
          <p:nvSpPr>
            <p:cNvPr id="6" name="Label 4 Identity encoder">
              <a:extLst>
                <a:ext uri="{FF2B5EF4-FFF2-40B4-BE49-F238E27FC236}">
                  <a16:creationId xmlns:a16="http://schemas.microsoft.com/office/drawing/2014/main" id="{291430B5-5ADB-45F0-9A21-F2A7D2071A56}"/>
                </a:ext>
              </a:extLst>
            </p:cNvPr>
            <p:cNvSpPr>
              <a:spLocks noGrp="1"/>
            </p:cNvSpPr>
            <p:nvPr/>
          </p:nvSpPr>
          <p:spPr>
            <a:xfrm>
              <a:off x="7210425" y="971550"/>
              <a:ext cx="5810250" cy="333375"/>
            </a:xfrm>
            <a:prstGeom prst="rect">
              <a:avLst/>
            </a:prstGeom>
            <a:noFill/>
            <a:ln w="0">
              <a:noFill/>
            </a:ln>
          </p:spPr>
          <p:txBody>
            <a:bodyPr wrap="none" lIns="0" tIns="0" rIns="0" bIns="0" anchor="ctr">
              <a:noAutofit/>
            </a:bodyPr>
            <a:lstStyle/>
            <a:p>
              <a:pPr algn="l">
                <a:defRPr sz="950" b="1">
                  <a:solidFill>
                    <a:srgbClr val="203646"/>
                  </a:solidFill>
                  <a:latin typeface="Arial"/>
                  <a:ea typeface="Arial"/>
                  <a:cs typeface="Arial"/>
                </a:defRPr>
              </a:pPr>
              <a:r>
                <a:rPr sz="950" b="1">
                  <a:solidFill>
                    <a:srgbClr val="203646"/>
                  </a:solidFill>
                  <a:latin typeface="Arial"/>
                  <a:ea typeface="Arial"/>
                  <a:cs typeface="Arial"/>
                </a:rPr>
                <a:t>Identity encoder</a:t>
              </a:r>
            </a:p>
          </p:txBody>
        </p:sp>
        <p:sp>
          <p:nvSpPr>
            <p:cNvPr id="7" name="Line 5">
              <a:extLst>
                <a:ext uri="{FF2B5EF4-FFF2-40B4-BE49-F238E27FC236}">
                  <a16:creationId xmlns:a16="http://schemas.microsoft.com/office/drawing/2014/main" id="{BDE4DB87-1BAD-4BC9-9DB4-8E5B33FC0DAF}"/>
                </a:ext>
              </a:extLst>
            </p:cNvPr>
            <p:cNvSpPr>
              <a:spLocks noGrp="1"/>
            </p:cNvSpPr>
            <p:nvPr/>
          </p:nvSpPr>
          <p:spPr>
            <a:xfrm>
              <a:off x="6810375" y="990600"/>
              <a:ext cx="95" cy="7113084"/>
            </a:xfrm>
            <a:custGeom>
              <a:avLst/>
              <a:gdLst/>
              <a:ahLst/>
              <a:cxnLst/>
              <a:rect l="0" t="0" r="0" b="0"/>
              <a:pathLst>
                <a:path w="95" h="6534150">
                  <a:moveTo>
                    <a:pt x="0" y="0"/>
                  </a:moveTo>
                  <a:lnTo>
                    <a:pt x="0" y="6534150"/>
                  </a:lnTo>
                </a:path>
              </a:pathLst>
            </a:custGeom>
            <a:noFill/>
            <a:ln w="5172">
              <a:solidFill>
                <a:srgbClr val="DCE6E5"/>
              </a:solidFill>
              <a:prstDash val="solid"/>
            </a:ln>
          </p:spPr>
        </p:sp>
        <p:sp>
          <p:nvSpPr>
            <p:cNvPr id="8" name="Label 6 Density + atoms">
              <a:extLst>
                <a:ext uri="{FF2B5EF4-FFF2-40B4-BE49-F238E27FC236}">
                  <a16:creationId xmlns:a16="http://schemas.microsoft.com/office/drawing/2014/main" id="{191268D5-D037-466D-AB21-0BECAC829F0B}"/>
                </a:ext>
              </a:extLst>
            </p:cNvPr>
            <p:cNvSpPr>
              <a:spLocks noGrp="1"/>
            </p:cNvSpPr>
            <p:nvPr/>
          </p:nvSpPr>
          <p:spPr>
            <a:xfrm>
              <a:off x="400050" y="1504950"/>
              <a:ext cx="171450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Density + atoms</a:t>
              </a:r>
            </a:p>
          </p:txBody>
        </p:sp>
        <p:sp>
          <p:nvSpPr>
            <p:cNvPr id="9" name="Label 7 48³ crop">
              <a:extLst>
                <a:ext uri="{FF2B5EF4-FFF2-40B4-BE49-F238E27FC236}">
                  <a16:creationId xmlns:a16="http://schemas.microsoft.com/office/drawing/2014/main" id="{A1E69B51-0D26-4D32-B055-54B9B9544EF9}"/>
                </a:ext>
              </a:extLst>
            </p:cNvPr>
            <p:cNvSpPr>
              <a:spLocks noGrp="1"/>
            </p:cNvSpPr>
            <p:nvPr/>
          </p:nvSpPr>
          <p:spPr>
            <a:xfrm>
              <a:off x="342900" y="2809875"/>
              <a:ext cx="1504950"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48³ crop</a:t>
              </a:r>
            </a:p>
          </p:txBody>
        </p:sp>
        <p:sp>
          <p:nvSpPr>
            <p:cNvPr id="10" name="Label 8 Base summary">
              <a:extLst>
                <a:ext uri="{FF2B5EF4-FFF2-40B4-BE49-F238E27FC236}">
                  <a16:creationId xmlns:a16="http://schemas.microsoft.com/office/drawing/2014/main" id="{6612CC9B-9442-436B-BD97-65A9DC658AE7}"/>
                </a:ext>
              </a:extLst>
            </p:cNvPr>
            <p:cNvSpPr>
              <a:spLocks noGrp="1"/>
            </p:cNvSpPr>
            <p:nvPr/>
          </p:nvSpPr>
          <p:spPr>
            <a:xfrm>
              <a:off x="4914900" y="1495425"/>
              <a:ext cx="1695450" cy="276225"/>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11" name="Label 9 h">
                  <a:extLst>
                    <a:ext uri="{FF2B5EF4-FFF2-40B4-BE49-F238E27FC236}">
                      <a16:creationId xmlns:a16="http://schemas.microsoft.com/office/drawing/2014/main" id="{6DAFBB7D-906C-48B7-BC48-2740B4B59D07}"/>
                    </a:ext>
                  </a:extLst>
                </p:cNvPr>
                <p:cNvSpPr>
                  <a:spLocks noGrp="1"/>
                </p:cNvSpPr>
                <p:nvPr/>
              </p:nvSpPr>
              <p:spPr>
                <a:xfrm>
                  <a:off x="5524500" y="1790700"/>
                  <a:ext cx="714375" cy="3619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ℎ</m:t>
                            </m:r>
                          </m:e>
                          <m:sub>
                            <m:r>
                              <a:rPr lang="en-US" sz="950">
                                <a:solidFill>
                                  <a:srgbClr val="203646"/>
                                </a:solidFill>
                                <a:latin typeface="Cambria Math"/>
                              </a:rPr>
                              <m:t>𝑗</m:t>
                            </m:r>
                          </m:sub>
                          <m:sup>
                            <m:r>
                              <m:rPr>
                                <m:sty m:val="p"/>
                              </m:rPr>
                              <a:rPr lang="en-US" sz="950">
                                <a:solidFill>
                                  <a:srgbClr val="203646"/>
                                </a:solidFill>
                                <a:latin typeface="Cambria Math"/>
                              </a:rPr>
                              <m:t>vox</m:t>
                            </m:r>
                          </m:sup>
                        </m:sSubSup>
                      </m:oMath>
                    </m:oMathPara>
                  </a14:m>
                  <a:endParaRPr lang="en-US" sz="950"/>
                </a:p>
              </p:txBody>
            </p:sp>
          </mc:Choice>
          <mc:Fallback xmlns="">
            <p:sp>
              <p:nvSpPr>
                <p:cNvPr id="11" name="Label 9 h">
                  <a:extLst>
                    <a:ext uri="{FF2B5EF4-FFF2-40B4-BE49-F238E27FC236}">
                      <a16:creationId xmlns:a16="http://schemas.microsoft.com/office/drawing/2014/main" id="{6DAFBB7D-906C-48B7-BC48-2740B4B59D07}"/>
                    </a:ext>
                  </a:extLst>
                </p:cNvPr>
                <p:cNvSpPr>
                  <a:spLocks noGrp="1" noRot="1" noChangeAspect="1" noMove="1" noResize="1" noEditPoints="1" noAdjustHandles="1" noChangeArrowheads="1" noChangeShapeType="1" noTextEdit="1"/>
                </p:cNvSpPr>
                <p:nvPr/>
              </p:nvSpPr>
              <p:spPr>
                <a:xfrm>
                  <a:off x="5524500" y="1790700"/>
                  <a:ext cx="714375" cy="361950"/>
                </a:xfrm>
                <a:prstGeom prst="rect">
                  <a:avLst/>
                </a:prstGeom>
                <a:blipFill>
                  <a:blip r:embed="rId3"/>
                  <a:stretch>
                    <a:fillRect l="-15094" b="-25926"/>
                  </a:stretch>
                </a:blipFill>
                <a:ln w="0">
                  <a:noFill/>
                </a:ln>
              </p:spPr>
              <p:txBody>
                <a:bodyPr/>
                <a:lstStyle/>
                <a:p>
                  <a:r>
                    <a:rPr lang="zh-CN" altLang="en-US">
                      <a:noFill/>
                    </a:rPr>
                    <a:t> </a:t>
                  </a:r>
                </a:p>
              </p:txBody>
            </p:sp>
          </mc:Fallback>
        </mc:AlternateContent>
        <p:sp>
          <p:nvSpPr>
            <p:cNvPr id="12" name="Arrow 10">
              <a:extLst>
                <a:ext uri="{FF2B5EF4-FFF2-40B4-BE49-F238E27FC236}">
                  <a16:creationId xmlns:a16="http://schemas.microsoft.com/office/drawing/2014/main" id="{DF6FC9A7-560D-4F48-9229-F63DEEB9E74A}"/>
                </a:ext>
              </a:extLst>
            </p:cNvPr>
            <p:cNvSpPr>
              <a:spLocks noGrp="1"/>
            </p:cNvSpPr>
            <p:nvPr/>
          </p:nvSpPr>
          <p:spPr>
            <a:xfrm>
              <a:off x="1647825" y="2390775"/>
              <a:ext cx="1076325" cy="95"/>
            </a:xfrm>
            <a:custGeom>
              <a:avLst/>
              <a:gdLst/>
              <a:ahLst/>
              <a:cxnLst/>
              <a:rect l="0" t="0" r="0" b="0"/>
              <a:pathLst>
                <a:path w="1076325" h="95">
                  <a:moveTo>
                    <a:pt x="0" y="0"/>
                  </a:moveTo>
                  <a:lnTo>
                    <a:pt x="1076325" y="0"/>
                  </a:lnTo>
                </a:path>
              </a:pathLst>
            </a:custGeom>
            <a:noFill/>
            <a:ln w="7327">
              <a:solidFill>
                <a:srgbClr val="397FA6"/>
              </a:solidFill>
              <a:prstDash val="solid"/>
            </a:ln>
          </p:spPr>
        </p:sp>
        <p:sp>
          <p:nvSpPr>
            <p:cNvPr id="13" name="Arrow 11">
              <a:extLst>
                <a:ext uri="{FF2B5EF4-FFF2-40B4-BE49-F238E27FC236}">
                  <a16:creationId xmlns:a16="http://schemas.microsoft.com/office/drawing/2014/main" id="{B0A7842E-1518-4284-BC52-3D126FD41DF5}"/>
                </a:ext>
              </a:extLst>
            </p:cNvPr>
            <p:cNvSpPr>
              <a:spLocks noGrp="1"/>
            </p:cNvSpPr>
            <p:nvPr/>
          </p:nvSpPr>
          <p:spPr>
            <a:xfrm>
              <a:off x="3876675" y="2390775"/>
              <a:ext cx="1162050" cy="95"/>
            </a:xfrm>
            <a:custGeom>
              <a:avLst/>
              <a:gdLst/>
              <a:ahLst/>
              <a:cxnLst/>
              <a:rect l="0" t="0" r="0" b="0"/>
              <a:pathLst>
                <a:path w="1162050" h="95">
                  <a:moveTo>
                    <a:pt x="0" y="0"/>
                  </a:moveTo>
                  <a:lnTo>
                    <a:pt x="1162050" y="0"/>
                  </a:lnTo>
                </a:path>
              </a:pathLst>
            </a:custGeom>
            <a:noFill/>
            <a:ln w="7327">
              <a:solidFill>
                <a:srgbClr val="397FA6"/>
              </a:solidFill>
              <a:prstDash val="solid"/>
            </a:ln>
          </p:spPr>
        </p:sp>
        <p:sp>
          <p:nvSpPr>
            <p:cNvPr id="14" name="Arrow 12">
              <a:extLst>
                <a:ext uri="{FF2B5EF4-FFF2-40B4-BE49-F238E27FC236}">
                  <a16:creationId xmlns:a16="http://schemas.microsoft.com/office/drawing/2014/main" id="{4F9C0D86-B3EB-4D05-A329-7F4A2706A3D4}"/>
                </a:ext>
              </a:extLst>
            </p:cNvPr>
            <p:cNvSpPr>
              <a:spLocks noGrp="1"/>
            </p:cNvSpPr>
            <p:nvPr/>
          </p:nvSpPr>
          <p:spPr>
            <a:xfrm>
              <a:off x="5762625" y="2514600"/>
              <a:ext cx="95" cy="4260850"/>
            </a:xfrm>
            <a:custGeom>
              <a:avLst/>
              <a:gdLst/>
              <a:ahLst/>
              <a:cxnLst/>
              <a:rect l="0" t="0" r="0" b="0"/>
              <a:pathLst>
                <a:path w="95" h="3609975">
                  <a:moveTo>
                    <a:pt x="0" y="0"/>
                  </a:moveTo>
                  <a:lnTo>
                    <a:pt x="0" y="3609975"/>
                  </a:lnTo>
                </a:path>
              </a:pathLst>
            </a:custGeom>
            <a:noFill/>
            <a:ln w="7327">
              <a:solidFill>
                <a:srgbClr val="397FA6"/>
              </a:solidFill>
              <a:prstDash val="solid"/>
            </a:ln>
          </p:spPr>
        </p:sp>
        <p:sp>
          <p:nvSpPr>
            <p:cNvPr id="15" name="Operator ">
              <a:extLst>
                <a:ext uri="{FF2B5EF4-FFF2-40B4-BE49-F238E27FC236}">
                  <a16:creationId xmlns:a16="http://schemas.microsoft.com/office/drawing/2014/main" id="{6A635DDF-931C-40C7-9372-FBE3D0225AAE}"/>
                </a:ext>
              </a:extLst>
            </p:cNvPr>
            <p:cNvSpPr>
              <a:spLocks noGrp="1"/>
            </p:cNvSpPr>
            <p:nvPr/>
          </p:nvSpPr>
          <p:spPr>
            <a:xfrm>
              <a:off x="647700" y="3638550"/>
              <a:ext cx="4552950" cy="1362075"/>
            </a:xfrm>
            <a:prstGeom prst="roundRect">
              <a:avLst>
                <a:gd name="adj" fmla="val 4895"/>
              </a:avLst>
            </a:prstGeom>
            <a:solidFill>
              <a:srgbClr val="FCFEFD"/>
            </a:solidFill>
            <a:ln w="6896">
              <a:solidFill>
                <a:srgbClr val="C6DDD5"/>
              </a:solidFill>
            </a:ln>
          </p:spPr>
        </p:sp>
        <p:sp>
          <p:nvSpPr>
            <p:cNvPr id="16" name="Line 13">
              <a:extLst>
                <a:ext uri="{FF2B5EF4-FFF2-40B4-BE49-F238E27FC236}">
                  <a16:creationId xmlns:a16="http://schemas.microsoft.com/office/drawing/2014/main" id="{9DCC26C4-3AFD-4B6C-82E8-F2A92BE1B4ED}"/>
                </a:ext>
              </a:extLst>
            </p:cNvPr>
            <p:cNvSpPr>
              <a:spLocks noGrp="1"/>
            </p:cNvSpPr>
            <p:nvPr/>
          </p:nvSpPr>
          <p:spPr>
            <a:xfrm>
              <a:off x="2343150" y="3771900"/>
              <a:ext cx="95" cy="1095375"/>
            </a:xfrm>
            <a:custGeom>
              <a:avLst/>
              <a:gdLst/>
              <a:ahLst/>
              <a:cxnLst/>
              <a:rect l="0" t="0" r="0" b="0"/>
              <a:pathLst>
                <a:path w="95" h="1095375">
                  <a:moveTo>
                    <a:pt x="0" y="0"/>
                  </a:moveTo>
                  <a:lnTo>
                    <a:pt x="0" y="1095375"/>
                  </a:lnTo>
                </a:path>
              </a:pathLst>
            </a:custGeom>
            <a:noFill/>
            <a:ln w="5172">
              <a:solidFill>
                <a:srgbClr val="C6DDD5"/>
              </a:solidFill>
              <a:prstDash val="dash"/>
            </a:ln>
          </p:spPr>
        </p:sp>
        <p:sp>
          <p:nvSpPr>
            <p:cNvPr id="17" name="Label 14 Pocket">
              <a:extLst>
                <a:ext uri="{FF2B5EF4-FFF2-40B4-BE49-F238E27FC236}">
                  <a16:creationId xmlns:a16="http://schemas.microsoft.com/office/drawing/2014/main" id="{7B341D76-822C-4EFC-896B-D7DA5224B4D2}"/>
                </a:ext>
              </a:extLst>
            </p:cNvPr>
            <p:cNvSpPr>
              <a:spLocks noGrp="1"/>
            </p:cNvSpPr>
            <p:nvPr/>
          </p:nvSpPr>
          <p:spPr>
            <a:xfrm>
              <a:off x="781050" y="3714750"/>
              <a:ext cx="1409700"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Pocket</a:t>
              </a:r>
            </a:p>
          </p:txBody>
        </p:sp>
        <p:sp>
          <p:nvSpPr>
            <p:cNvPr id="18" name="Label 15 Cues from Find">
              <a:extLst>
                <a:ext uri="{FF2B5EF4-FFF2-40B4-BE49-F238E27FC236}">
                  <a16:creationId xmlns:a16="http://schemas.microsoft.com/office/drawing/2014/main" id="{C141CF89-3E5E-4857-A84C-31A6C715361F}"/>
                </a:ext>
              </a:extLst>
            </p:cNvPr>
            <p:cNvSpPr>
              <a:spLocks noGrp="1"/>
            </p:cNvSpPr>
            <p:nvPr/>
          </p:nvSpPr>
          <p:spPr>
            <a:xfrm>
              <a:off x="2409825" y="3714750"/>
              <a:ext cx="2695575" cy="285750"/>
            </a:xfrm>
            <a:prstGeom prst="rect">
              <a:avLst/>
            </a:prstGeom>
            <a:noFill/>
            <a:ln w="0">
              <a:noFill/>
            </a:ln>
          </p:spPr>
          <p:txBody>
            <a:bodyPr wrap="none" lIns="0" tIns="0" rIns="0" bIns="0" anchor="ctr">
              <a:noAutofit/>
            </a:bodyPr>
            <a:lstStyle/>
            <a:p>
              <a:pPr algn="ctr">
                <a:defRPr sz="780" b="1">
                  <a:solidFill>
                    <a:srgbClr val="203646"/>
                  </a:solidFill>
                  <a:latin typeface="Arial"/>
                  <a:ea typeface="Arial"/>
                  <a:cs typeface="Arial"/>
                </a:defRPr>
              </a:pPr>
              <a:r>
                <a:rPr sz="780" b="1">
                  <a:solidFill>
                    <a:srgbClr val="203646"/>
                  </a:solidFill>
                  <a:latin typeface="Arial"/>
                  <a:ea typeface="Arial"/>
                  <a:cs typeface="Arial"/>
                </a:rPr>
                <a:t>Cues from Find</a:t>
              </a:r>
            </a:p>
          </p:txBody>
        </p:sp>
        <p:sp>
          <p:nvSpPr>
            <p:cNvPr id="19" name="Label 16 Blob">
              <a:extLst>
                <a:ext uri="{FF2B5EF4-FFF2-40B4-BE49-F238E27FC236}">
                  <a16:creationId xmlns:a16="http://schemas.microsoft.com/office/drawing/2014/main" id="{DC548A32-F72A-40A4-8418-2A9509570565}"/>
                </a:ext>
              </a:extLst>
            </p:cNvPr>
            <p:cNvSpPr>
              <a:spLocks noGrp="1"/>
            </p:cNvSpPr>
            <p:nvPr/>
          </p:nvSpPr>
          <p:spPr>
            <a:xfrm>
              <a:off x="2667000" y="4667250"/>
              <a:ext cx="1000125" cy="266700"/>
            </a:xfrm>
            <a:prstGeom prst="rect">
              <a:avLst/>
            </a:prstGeom>
            <a:noFill/>
            <a:ln w="0">
              <a:noFill/>
            </a:ln>
          </p:spPr>
          <p:txBody>
            <a:bodyPr wrap="none" lIns="0" tIns="0" rIns="0" bIns="0" anchor="ctr">
              <a:noAutofit/>
            </a:bodyPr>
            <a:lstStyle/>
            <a:p>
              <a:pPr algn="ctr">
                <a:defRPr sz="679" b="0">
                  <a:solidFill>
                    <a:srgbClr val="203646"/>
                  </a:solidFill>
                  <a:latin typeface="Arial"/>
                  <a:ea typeface="Arial"/>
                  <a:cs typeface="Arial"/>
                </a:defRPr>
              </a:pPr>
              <a:r>
                <a:rPr sz="679" b="0">
                  <a:solidFill>
                    <a:srgbClr val="203646"/>
                  </a:solidFill>
                  <a:latin typeface="Arial"/>
                  <a:ea typeface="Arial"/>
                  <a:cs typeface="Arial"/>
                </a:rPr>
                <a:t>Blob</a:t>
              </a:r>
            </a:p>
          </p:txBody>
        </p:sp>
        <p:sp>
          <p:nvSpPr>
            <p:cNvPr id="20" name="Label 17 Pseudo">
              <a:extLst>
                <a:ext uri="{FF2B5EF4-FFF2-40B4-BE49-F238E27FC236}">
                  <a16:creationId xmlns:a16="http://schemas.microsoft.com/office/drawing/2014/main" id="{9BD417D3-0E17-4ACF-9018-0BE403FB89B6}"/>
                </a:ext>
              </a:extLst>
            </p:cNvPr>
            <p:cNvSpPr>
              <a:spLocks noGrp="1"/>
            </p:cNvSpPr>
            <p:nvPr/>
          </p:nvSpPr>
          <p:spPr>
            <a:xfrm>
              <a:off x="4133850" y="4667250"/>
              <a:ext cx="1000125" cy="266700"/>
            </a:xfrm>
            <a:prstGeom prst="rect">
              <a:avLst/>
            </a:prstGeom>
            <a:noFill/>
            <a:ln w="0">
              <a:noFill/>
            </a:ln>
          </p:spPr>
          <p:txBody>
            <a:bodyPr wrap="none" lIns="0" tIns="0" rIns="0" bIns="0" anchor="ctr">
              <a:noAutofit/>
            </a:bodyPr>
            <a:lstStyle/>
            <a:p>
              <a:pPr algn="ctr">
                <a:defRPr sz="746" b="0">
                  <a:solidFill>
                    <a:srgbClr val="203646"/>
                  </a:solidFill>
                  <a:latin typeface="Arial"/>
                  <a:ea typeface="Arial"/>
                  <a:cs typeface="Arial"/>
                </a:defRPr>
              </a:pPr>
              <a:r>
                <a:rPr sz="746" b="0">
                  <a:solidFill>
                    <a:srgbClr val="203646"/>
                  </a:solidFill>
                  <a:latin typeface="Arial"/>
                  <a:ea typeface="Arial"/>
                  <a:cs typeface="Arial"/>
                </a:rPr>
                <a:t>Pseudo</a:t>
              </a:r>
            </a:p>
          </p:txBody>
        </p:sp>
        <p:sp>
          <p:nvSpPr>
            <p:cNvPr id="21" name="Operator Mean/max pool">
              <a:extLst>
                <a:ext uri="{FF2B5EF4-FFF2-40B4-BE49-F238E27FC236}">
                  <a16:creationId xmlns:a16="http://schemas.microsoft.com/office/drawing/2014/main" id="{B4DDAE5A-8AC7-44AF-AC70-FFA982BC313D}"/>
                </a:ext>
              </a:extLst>
            </p:cNvPr>
            <p:cNvSpPr>
              <a:spLocks noGrp="1"/>
            </p:cNvSpPr>
            <p:nvPr/>
          </p:nvSpPr>
          <p:spPr>
            <a:xfrm>
              <a:off x="6477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Mean/max pool</a:t>
              </a:r>
            </a:p>
          </p:txBody>
        </p:sp>
        <p:sp>
          <p:nvSpPr>
            <p:cNvPr id="22" name="Operator Attention">
              <a:extLst>
                <a:ext uri="{FF2B5EF4-FFF2-40B4-BE49-F238E27FC236}">
                  <a16:creationId xmlns:a16="http://schemas.microsoft.com/office/drawing/2014/main" id="{C4710753-9AFD-4D68-B8DC-20EB145331A3}"/>
                </a:ext>
              </a:extLst>
            </p:cNvPr>
            <p:cNvSpPr>
              <a:spLocks noGrp="1"/>
            </p:cNvSpPr>
            <p:nvPr/>
          </p:nvSpPr>
          <p:spPr>
            <a:xfrm>
              <a:off x="3200400" y="5895975"/>
              <a:ext cx="20002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Attention</a:t>
              </a:r>
            </a:p>
          </p:txBody>
        </p:sp>
        <p:sp>
          <p:nvSpPr>
            <p:cNvPr id="23" name="Line 18">
              <a:extLst>
                <a:ext uri="{FF2B5EF4-FFF2-40B4-BE49-F238E27FC236}">
                  <a16:creationId xmlns:a16="http://schemas.microsoft.com/office/drawing/2014/main" id="{1BF7E2D7-D737-4FE4-934A-06CC5E30649E}"/>
                </a:ext>
              </a:extLst>
            </p:cNvPr>
            <p:cNvSpPr>
              <a:spLocks noGrp="1"/>
            </p:cNvSpPr>
            <p:nvPr/>
          </p:nvSpPr>
          <p:spPr>
            <a:xfrm>
              <a:off x="2924175" y="5000625"/>
              <a:ext cx="95" cy="285750"/>
            </a:xfrm>
            <a:custGeom>
              <a:avLst/>
              <a:gdLst/>
              <a:ahLst/>
              <a:cxnLst/>
              <a:rect l="0" t="0" r="0" b="0"/>
              <a:pathLst>
                <a:path w="95" h="247650">
                  <a:moveTo>
                    <a:pt x="0" y="0"/>
                  </a:moveTo>
                  <a:lnTo>
                    <a:pt x="0" y="247650"/>
                  </a:lnTo>
                </a:path>
              </a:pathLst>
            </a:custGeom>
            <a:noFill/>
            <a:ln w="7327">
              <a:solidFill>
                <a:srgbClr val="2B887C"/>
              </a:solidFill>
              <a:prstDash val="solid"/>
            </a:ln>
          </p:spPr>
        </p:sp>
        <p:sp>
          <p:nvSpPr>
            <p:cNvPr id="24" name="Line 19">
              <a:extLst>
                <a:ext uri="{FF2B5EF4-FFF2-40B4-BE49-F238E27FC236}">
                  <a16:creationId xmlns:a16="http://schemas.microsoft.com/office/drawing/2014/main" id="{658B351A-0E49-40EB-95A6-11DB603CE18C}"/>
                </a:ext>
              </a:extLst>
            </p:cNvPr>
            <p:cNvSpPr>
              <a:spLocks noGrp="1"/>
            </p:cNvSpPr>
            <p:nvPr/>
          </p:nvSpPr>
          <p:spPr>
            <a:xfrm>
              <a:off x="1647825" y="5286375"/>
              <a:ext cx="2552700" cy="217"/>
            </a:xfrm>
            <a:custGeom>
              <a:avLst/>
              <a:gdLst/>
              <a:ahLst/>
              <a:cxnLst/>
              <a:rect l="0" t="0" r="0" b="0"/>
              <a:pathLst>
                <a:path w="2552700" h="95">
                  <a:moveTo>
                    <a:pt x="0" y="0"/>
                  </a:moveTo>
                  <a:lnTo>
                    <a:pt x="2552700" y="0"/>
                  </a:lnTo>
                </a:path>
              </a:pathLst>
            </a:custGeom>
            <a:noFill/>
            <a:ln w="7327">
              <a:solidFill>
                <a:srgbClr val="2B887C"/>
              </a:solidFill>
              <a:prstDash val="solid"/>
            </a:ln>
          </p:spPr>
        </p:sp>
        <p:sp>
          <p:nvSpPr>
            <p:cNvPr id="25" name="Arrow 20">
              <a:extLst>
                <a:ext uri="{FF2B5EF4-FFF2-40B4-BE49-F238E27FC236}">
                  <a16:creationId xmlns:a16="http://schemas.microsoft.com/office/drawing/2014/main" id="{881D18E0-1778-4056-B675-EB9110133E74}"/>
                </a:ext>
              </a:extLst>
            </p:cNvPr>
            <p:cNvSpPr>
              <a:spLocks noGrp="1"/>
            </p:cNvSpPr>
            <p:nvPr/>
          </p:nvSpPr>
          <p:spPr>
            <a:xfrm>
              <a:off x="16478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6" name="Arrow 21">
              <a:extLst>
                <a:ext uri="{FF2B5EF4-FFF2-40B4-BE49-F238E27FC236}">
                  <a16:creationId xmlns:a16="http://schemas.microsoft.com/office/drawing/2014/main" id="{C977B47A-45AC-4FB5-9C20-E8F7776A388E}"/>
                </a:ext>
              </a:extLst>
            </p:cNvPr>
            <p:cNvSpPr>
              <a:spLocks noGrp="1"/>
            </p:cNvSpPr>
            <p:nvPr/>
          </p:nvSpPr>
          <p:spPr>
            <a:xfrm>
              <a:off x="4200525" y="5286375"/>
              <a:ext cx="95" cy="478971"/>
            </a:xfrm>
            <a:custGeom>
              <a:avLst/>
              <a:gdLst/>
              <a:ahLst/>
              <a:cxnLst/>
              <a:rect l="0" t="0" r="0" b="0"/>
              <a:pathLst>
                <a:path w="95" h="209550">
                  <a:moveTo>
                    <a:pt x="0" y="0"/>
                  </a:moveTo>
                  <a:lnTo>
                    <a:pt x="0" y="209550"/>
                  </a:lnTo>
                </a:path>
              </a:pathLst>
            </a:custGeom>
            <a:noFill/>
            <a:ln w="7327">
              <a:solidFill>
                <a:srgbClr val="2B887C"/>
              </a:solidFill>
              <a:prstDash val="solid"/>
            </a:ln>
          </p:spPr>
        </p:sp>
        <p:sp>
          <p:nvSpPr>
            <p:cNvPr id="27" name="Label 22 K, V">
              <a:extLst>
                <a:ext uri="{FF2B5EF4-FFF2-40B4-BE49-F238E27FC236}">
                  <a16:creationId xmlns:a16="http://schemas.microsoft.com/office/drawing/2014/main" id="{BC6C5941-143C-4B3A-BF30-F79717A25DAA}"/>
                </a:ext>
              </a:extLst>
            </p:cNvPr>
            <p:cNvSpPr>
              <a:spLocks noGrp="1"/>
            </p:cNvSpPr>
            <p:nvPr/>
          </p:nvSpPr>
          <p:spPr>
            <a:xfrm>
              <a:off x="4276725" y="5275385"/>
              <a:ext cx="628650" cy="577048"/>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28" name="Arrow 23">
              <a:extLst>
                <a:ext uri="{FF2B5EF4-FFF2-40B4-BE49-F238E27FC236}">
                  <a16:creationId xmlns:a16="http://schemas.microsoft.com/office/drawing/2014/main" id="{4BBAE0E3-9C64-4507-AE3A-19062B74C54C}"/>
                </a:ext>
              </a:extLst>
            </p:cNvPr>
            <p:cNvSpPr>
              <a:spLocks noGrp="1"/>
            </p:cNvSpPr>
            <p:nvPr/>
          </p:nvSpPr>
          <p:spPr>
            <a:xfrm>
              <a:off x="5248275" y="6124575"/>
              <a:ext cx="514350" cy="95"/>
            </a:xfrm>
            <a:custGeom>
              <a:avLst/>
              <a:gdLst/>
              <a:ahLst/>
              <a:cxnLst/>
              <a:rect l="0" t="0" r="0" b="0"/>
              <a:pathLst>
                <a:path w="514350" h="95">
                  <a:moveTo>
                    <a:pt x="514350" y="0"/>
                  </a:moveTo>
                  <a:lnTo>
                    <a:pt x="0" y="0"/>
                  </a:lnTo>
                </a:path>
              </a:pathLst>
            </a:custGeom>
            <a:noFill/>
            <a:ln w="7327">
              <a:solidFill>
                <a:srgbClr val="397FA6"/>
              </a:solidFill>
              <a:prstDash val="solid"/>
            </a:ln>
          </p:spPr>
        </p:sp>
        <p:sp>
          <p:nvSpPr>
            <p:cNvPr id="29" name="Label 24 Q">
              <a:extLst>
                <a:ext uri="{FF2B5EF4-FFF2-40B4-BE49-F238E27FC236}">
                  <a16:creationId xmlns:a16="http://schemas.microsoft.com/office/drawing/2014/main" id="{74FA3950-7A10-43A3-BA6B-CF1CD62A35FE}"/>
                </a:ext>
              </a:extLst>
            </p:cNvPr>
            <p:cNvSpPr>
              <a:spLocks noGrp="1"/>
            </p:cNvSpPr>
            <p:nvPr/>
          </p:nvSpPr>
          <p:spPr>
            <a:xfrm>
              <a:off x="5400675" y="5721804"/>
              <a:ext cx="276225" cy="364671"/>
            </a:xfrm>
            <a:prstGeom prst="rect">
              <a:avLst/>
            </a:prstGeom>
            <a:noFill/>
            <a:ln w="0">
              <a:noFill/>
            </a:ln>
          </p:spPr>
          <p:txBody>
            <a:bodyPr wrap="none" lIns="0" tIns="0" rIns="0" bIns="0" anchor="ctr">
              <a:noAutofit/>
            </a:bodyPr>
            <a:lstStyle/>
            <a:p>
              <a:pPr algn="ctr">
                <a:defRPr sz="746" b="1">
                  <a:solidFill>
                    <a:srgbClr val="397FA6"/>
                  </a:solidFill>
                  <a:latin typeface="Arial"/>
                  <a:ea typeface="Arial"/>
                  <a:cs typeface="Arial"/>
                </a:defRPr>
              </a:pPr>
              <a:r>
                <a:rPr sz="746" b="1">
                  <a:solidFill>
                    <a:srgbClr val="397FA6"/>
                  </a:solidFill>
                  <a:latin typeface="Arial"/>
                  <a:ea typeface="Arial"/>
                  <a:cs typeface="Arial"/>
                </a:rPr>
                <a:t>Q</a:t>
              </a:r>
            </a:p>
          </p:txBody>
        </p:sp>
        <p:sp>
          <p:nvSpPr>
            <p:cNvPr id="30" name="Line 25">
              <a:extLst>
                <a:ext uri="{FF2B5EF4-FFF2-40B4-BE49-F238E27FC236}">
                  <a16:creationId xmlns:a16="http://schemas.microsoft.com/office/drawing/2014/main" id="{941239EA-C042-477A-B5C9-A512EFC05EFB}"/>
                </a:ext>
              </a:extLst>
            </p:cNvPr>
            <p:cNvSpPr>
              <a:spLocks noGrp="1"/>
            </p:cNvSpPr>
            <p:nvPr/>
          </p:nvSpPr>
          <p:spPr>
            <a:xfrm>
              <a:off x="1647825" y="6362700"/>
              <a:ext cx="1276350" cy="353786"/>
            </a:xfrm>
            <a:custGeom>
              <a:avLst/>
              <a:gdLst/>
              <a:ahLst/>
              <a:cxnLst/>
              <a:rect l="0" t="0" r="0" b="0"/>
              <a:pathLst>
                <a:path w="1276350" h="285750">
                  <a:moveTo>
                    <a:pt x="0" y="0"/>
                  </a:moveTo>
                  <a:lnTo>
                    <a:pt x="0" y="285750"/>
                  </a:lnTo>
                  <a:lnTo>
                    <a:pt x="1276350" y="285750"/>
                  </a:lnTo>
                </a:path>
              </a:pathLst>
            </a:custGeom>
            <a:noFill/>
            <a:ln w="7327">
              <a:solidFill>
                <a:srgbClr val="2B887C"/>
              </a:solidFill>
              <a:prstDash val="solid"/>
            </a:ln>
          </p:spPr>
        </p:sp>
        <p:sp>
          <p:nvSpPr>
            <p:cNvPr id="31" name="Arrow 26">
              <a:extLst>
                <a:ext uri="{FF2B5EF4-FFF2-40B4-BE49-F238E27FC236}">
                  <a16:creationId xmlns:a16="http://schemas.microsoft.com/office/drawing/2014/main" id="{EDDA4103-FB14-434A-B443-98C1C25E015D}"/>
                </a:ext>
              </a:extLst>
            </p:cNvPr>
            <p:cNvSpPr>
              <a:spLocks noGrp="1"/>
            </p:cNvSpPr>
            <p:nvPr/>
          </p:nvSpPr>
          <p:spPr>
            <a:xfrm>
              <a:off x="2924175" y="6362700"/>
              <a:ext cx="1276350" cy="495300"/>
            </a:xfrm>
            <a:custGeom>
              <a:avLst/>
              <a:gdLst/>
              <a:ahLst/>
              <a:cxnLst/>
              <a:rect l="0" t="0" r="0" b="0"/>
              <a:pathLst>
                <a:path w="1276350" h="400050">
                  <a:moveTo>
                    <a:pt x="1276350" y="0"/>
                  </a:moveTo>
                  <a:lnTo>
                    <a:pt x="1276350" y="285750"/>
                  </a:lnTo>
                  <a:lnTo>
                    <a:pt x="0" y="285750"/>
                  </a:lnTo>
                  <a:lnTo>
                    <a:pt x="0" y="400050"/>
                  </a:lnTo>
                </a:path>
              </a:pathLst>
            </a:custGeom>
            <a:noFill/>
            <a:ln w="7327">
              <a:solidFill>
                <a:srgbClr val="2B887C"/>
              </a:solidFill>
              <a:prstDash val="solid"/>
            </a:ln>
          </p:spPr>
        </p:sp>
        <p:sp>
          <p:nvSpPr>
            <p:cNvPr id="32" name="Label 27 Concat">
              <a:extLst>
                <a:ext uri="{FF2B5EF4-FFF2-40B4-BE49-F238E27FC236}">
                  <a16:creationId xmlns:a16="http://schemas.microsoft.com/office/drawing/2014/main" id="{FEFF408E-DA64-45BC-A367-88F641E0AED5}"/>
                </a:ext>
              </a:extLst>
            </p:cNvPr>
            <p:cNvSpPr>
              <a:spLocks noGrp="1"/>
            </p:cNvSpPr>
            <p:nvPr/>
          </p:nvSpPr>
          <p:spPr>
            <a:xfrm>
              <a:off x="2495550" y="6374493"/>
              <a:ext cx="857250" cy="294821"/>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Concat</a:t>
              </a:r>
            </a:p>
          </p:txBody>
        </p:sp>
        <p:sp>
          <p:nvSpPr>
            <p:cNvPr id="33" name="Operator MLP">
              <a:extLst>
                <a:ext uri="{FF2B5EF4-FFF2-40B4-BE49-F238E27FC236}">
                  <a16:creationId xmlns:a16="http://schemas.microsoft.com/office/drawing/2014/main" id="{DB8678C0-7F9E-41E0-8E9E-F8392CC539A3}"/>
                </a:ext>
              </a:extLst>
            </p:cNvPr>
            <p:cNvSpPr>
              <a:spLocks noGrp="1"/>
            </p:cNvSpPr>
            <p:nvPr/>
          </p:nvSpPr>
          <p:spPr>
            <a:xfrm>
              <a:off x="2428875" y="6896100"/>
              <a:ext cx="990600" cy="400050"/>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MLP</a:t>
              </a:r>
            </a:p>
          </p:txBody>
        </p:sp>
        <p:sp>
          <p:nvSpPr>
            <p:cNvPr id="34" name="Arrow 28">
              <a:extLst>
                <a:ext uri="{FF2B5EF4-FFF2-40B4-BE49-F238E27FC236}">
                  <a16:creationId xmlns:a16="http://schemas.microsoft.com/office/drawing/2014/main" id="{41F4A7D2-1A3C-44B9-8902-187FFF02BED9}"/>
                </a:ext>
              </a:extLst>
            </p:cNvPr>
            <p:cNvSpPr>
              <a:spLocks noGrp="1"/>
            </p:cNvSpPr>
            <p:nvPr/>
          </p:nvSpPr>
          <p:spPr>
            <a:xfrm>
              <a:off x="3419475" y="7096125"/>
              <a:ext cx="1828800" cy="95"/>
            </a:xfrm>
            <a:custGeom>
              <a:avLst/>
              <a:gdLst/>
              <a:ahLst/>
              <a:cxnLst/>
              <a:rect l="0" t="0" r="0" b="0"/>
              <a:pathLst>
                <a:path w="1828800" h="95">
                  <a:moveTo>
                    <a:pt x="0" y="0"/>
                  </a:moveTo>
                  <a:lnTo>
                    <a:pt x="1828800" y="0"/>
                  </a:lnTo>
                </a:path>
              </a:pathLst>
            </a:custGeom>
            <a:noFill/>
            <a:ln w="7327">
              <a:solidFill>
                <a:srgbClr val="2B887C"/>
              </a:solidFill>
              <a:prstDash val="solid"/>
            </a:ln>
          </p:spPr>
        </p:sp>
        <p:sp>
          <p:nvSpPr>
            <p:cNvPr id="35" name="Operator FiLM">
              <a:extLst>
                <a:ext uri="{FF2B5EF4-FFF2-40B4-BE49-F238E27FC236}">
                  <a16:creationId xmlns:a16="http://schemas.microsoft.com/office/drawing/2014/main" id="{2E220EB8-C1B7-4DED-9534-935CEE22A04E}"/>
                </a:ext>
              </a:extLst>
            </p:cNvPr>
            <p:cNvSpPr>
              <a:spLocks noGrp="1"/>
            </p:cNvSpPr>
            <p:nvPr/>
          </p:nvSpPr>
          <p:spPr>
            <a:xfrm>
              <a:off x="5305425" y="6858000"/>
              <a:ext cx="914400" cy="466725"/>
            </a:xfrm>
            <a:prstGeom prst="roundRect">
              <a:avLst>
                <a:gd name="adj" fmla="val 14286"/>
              </a:avLst>
            </a:prstGeom>
            <a:solidFill>
              <a:srgbClr val="F4F0F8"/>
            </a:solidFill>
            <a:ln w="6896">
              <a:solidFill>
                <a:srgbClr val="9988B8"/>
              </a:solidFill>
            </a:ln>
          </p:spPr>
          <p:txBody>
            <a:bodyPr wrap="none" lIns="28575" tIns="9525" rIns="28575" bIns="9525" anchor="ctr">
              <a:noAutofit/>
            </a:bodyPr>
            <a:lstStyle/>
            <a:p>
              <a:pPr algn="ctr">
                <a:defRPr sz="815" b="1">
                  <a:solidFill>
                    <a:srgbClr val="9988B8"/>
                  </a:solidFill>
                  <a:latin typeface="Arial"/>
                  <a:ea typeface="Arial"/>
                  <a:cs typeface="Arial"/>
                </a:defRPr>
              </a:pPr>
              <a:r>
                <a:rPr sz="815" b="1">
                  <a:solidFill>
                    <a:srgbClr val="9988B8"/>
                  </a:solidFill>
                  <a:latin typeface="Arial"/>
                  <a:ea typeface="Arial"/>
                  <a:cs typeface="Arial"/>
                </a:rPr>
                <a:t>FiLM</a:t>
              </a:r>
            </a:p>
          </p:txBody>
        </p:sp>
        <p:sp>
          <p:nvSpPr>
            <p:cNvPr id="36" name="Arrow 29">
              <a:extLst>
                <a:ext uri="{FF2B5EF4-FFF2-40B4-BE49-F238E27FC236}">
                  <a16:creationId xmlns:a16="http://schemas.microsoft.com/office/drawing/2014/main" id="{8496D510-7A9D-444B-81B8-AF35E30C9CA5}"/>
                </a:ext>
              </a:extLst>
            </p:cNvPr>
            <p:cNvSpPr>
              <a:spLocks noGrp="1"/>
            </p:cNvSpPr>
            <p:nvPr/>
          </p:nvSpPr>
          <p:spPr>
            <a:xfrm>
              <a:off x="57626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37" name="Label 30 h">
                  <a:extLst>
                    <a:ext uri="{FF2B5EF4-FFF2-40B4-BE49-F238E27FC236}">
                      <a16:creationId xmlns:a16="http://schemas.microsoft.com/office/drawing/2014/main" id="{101BB5F8-22E8-49B4-8D3D-39A424D3750D}"/>
                    </a:ext>
                  </a:extLst>
                </p:cNvPr>
                <p:cNvSpPr>
                  <a:spLocks noGrp="1"/>
                </p:cNvSpPr>
                <p:nvPr/>
              </p:nvSpPr>
              <p:spPr>
                <a:xfrm>
                  <a:off x="515302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ℎ</m:t>
                            </m:r>
                          </m:e>
                          <m:sub>
                            <m:r>
                              <a:rPr lang="en-US" sz="950">
                                <a:solidFill>
                                  <a:srgbClr val="203646"/>
                                </a:solidFill>
                                <a:latin typeface="Cambria Math"/>
                              </a:rPr>
                              <m:t>𝑗</m:t>
                            </m:r>
                          </m:sub>
                        </m:sSub>
                      </m:oMath>
                    </m:oMathPara>
                  </a14:m>
                  <a:endParaRPr lang="en-US" sz="950"/>
                </a:p>
              </p:txBody>
            </p:sp>
          </mc:Choice>
          <mc:Fallback xmlns="">
            <p:sp>
              <p:nvSpPr>
                <p:cNvPr id="37" name="Label 30 h">
                  <a:extLst>
                    <a:ext uri="{FF2B5EF4-FFF2-40B4-BE49-F238E27FC236}">
                      <a16:creationId xmlns:a16="http://schemas.microsoft.com/office/drawing/2014/main" id="{101BB5F8-22E8-49B4-8D3D-39A424D3750D}"/>
                    </a:ext>
                  </a:extLst>
                </p:cNvPr>
                <p:cNvSpPr>
                  <a:spLocks noGrp="1" noRot="1" noChangeAspect="1" noMove="1" noResize="1" noEditPoints="1" noAdjustHandles="1" noChangeArrowheads="1" noChangeShapeType="1" noTextEdit="1"/>
                </p:cNvSpPr>
                <p:nvPr/>
              </p:nvSpPr>
              <p:spPr>
                <a:xfrm>
                  <a:off x="5153025" y="7372350"/>
                  <a:ext cx="495300" cy="323850"/>
                </a:xfrm>
                <a:prstGeom prst="rect">
                  <a:avLst/>
                </a:prstGeom>
                <a:blipFill>
                  <a:blip r:embed="rId4"/>
                  <a:stretch>
                    <a:fillRect l="-18919" b="-33333"/>
                  </a:stretch>
                </a:blipFill>
                <a:ln w="0">
                  <a:noFill/>
                </a:ln>
              </p:spPr>
              <p:txBody>
                <a:bodyPr/>
                <a:lstStyle/>
                <a:p>
                  <a:r>
                    <a:rPr lang="zh-CN" altLang="en-US">
                      <a:noFill/>
                    </a:rPr>
                    <a:t> </a:t>
                  </a:r>
                </a:p>
              </p:txBody>
            </p:sp>
          </mc:Fallback>
        </mc:AlternateContent>
        <p:sp>
          <p:nvSpPr>
            <p:cNvPr id="38" name="Label 31 User-provided SMILES · same PDB">
              <a:extLst>
                <a:ext uri="{FF2B5EF4-FFF2-40B4-BE49-F238E27FC236}">
                  <a16:creationId xmlns:a16="http://schemas.microsoft.com/office/drawing/2014/main" id="{ED1CAD8D-F73B-4069-B67E-F003ABB90BE6}"/>
                </a:ext>
              </a:extLst>
            </p:cNvPr>
            <p:cNvSpPr>
              <a:spLocks noGrp="1"/>
            </p:cNvSpPr>
            <p:nvPr/>
          </p:nvSpPr>
          <p:spPr>
            <a:xfrm>
              <a:off x="7429500" y="1323975"/>
              <a:ext cx="5772150" cy="304800"/>
            </a:xfrm>
            <a:prstGeom prst="rect">
              <a:avLst/>
            </a:prstGeom>
            <a:noFill/>
            <a:ln w="0">
              <a:noFill/>
            </a:ln>
          </p:spPr>
          <p:txBody>
            <a:bodyPr wrap="none" lIns="0" tIns="0" rIns="0" bIns="0" anchor="ctr">
              <a:noAutofit/>
            </a:bodyPr>
            <a:lstStyle/>
            <a:p>
              <a:pPr algn="ctr">
                <a:defRPr sz="815" b="0">
                  <a:solidFill>
                    <a:srgbClr val="6F8290"/>
                  </a:solidFill>
                  <a:latin typeface="Arial"/>
                  <a:ea typeface="Arial"/>
                  <a:cs typeface="Arial"/>
                </a:defRPr>
              </a:pPr>
              <a:r>
                <a:rPr sz="815" b="0">
                  <a:solidFill>
                    <a:srgbClr val="6F8290"/>
                  </a:solidFill>
                  <a:latin typeface="Arial"/>
                  <a:ea typeface="Arial"/>
                  <a:cs typeface="Arial"/>
                </a:rPr>
                <a:t>User-provided SMILES · same PDB</a:t>
              </a:r>
            </a:p>
          </p:txBody>
        </p:sp>
        <p:sp>
          <p:nvSpPr>
            <p:cNvPr id="39" name="Operator ">
              <a:extLst>
                <a:ext uri="{FF2B5EF4-FFF2-40B4-BE49-F238E27FC236}">
                  <a16:creationId xmlns:a16="http://schemas.microsoft.com/office/drawing/2014/main" id="{FE5F9913-0FBC-41FD-87CA-F2E109C36703}"/>
                </a:ext>
              </a:extLst>
            </p:cNvPr>
            <p:cNvSpPr>
              <a:spLocks noGrp="1"/>
            </p:cNvSpPr>
            <p:nvPr/>
          </p:nvSpPr>
          <p:spPr>
            <a:xfrm>
              <a:off x="9124950" y="1676400"/>
              <a:ext cx="2047875" cy="1630456"/>
            </a:xfrm>
            <a:prstGeom prst="roundRect">
              <a:avLst>
                <a:gd name="adj" fmla="val 4118"/>
              </a:avLst>
            </a:prstGeom>
            <a:solidFill>
              <a:srgbClr val="FFFFFF"/>
            </a:solidFill>
            <a:ln w="6896">
              <a:solidFill>
                <a:srgbClr val="BFD9CF"/>
              </a:solidFill>
            </a:ln>
          </p:spPr>
        </p:sp>
        <p:sp>
          <p:nvSpPr>
            <p:cNvPr id="40" name="Operator ">
              <a:extLst>
                <a:ext uri="{FF2B5EF4-FFF2-40B4-BE49-F238E27FC236}">
                  <a16:creationId xmlns:a16="http://schemas.microsoft.com/office/drawing/2014/main" id="{CF510BAF-F25B-4A99-A7E7-169D78E5753A}"/>
                </a:ext>
              </a:extLst>
            </p:cNvPr>
            <p:cNvSpPr>
              <a:spLocks noGrp="1"/>
            </p:cNvSpPr>
            <p:nvPr/>
          </p:nvSpPr>
          <p:spPr>
            <a:xfrm>
              <a:off x="9182100" y="2543175"/>
              <a:ext cx="1933575" cy="323850"/>
            </a:xfrm>
            <a:prstGeom prst="roundRect">
              <a:avLst>
                <a:gd name="adj" fmla="val 20588"/>
              </a:avLst>
            </a:prstGeom>
            <a:solidFill>
              <a:srgbClr val="EDF6F1"/>
            </a:solidFill>
            <a:ln w="6896">
              <a:solidFill>
                <a:srgbClr val="2B887C"/>
              </a:solidFill>
            </a:ln>
          </p:spPr>
        </p:sp>
        <p:sp>
          <p:nvSpPr>
            <p:cNvPr id="41" name="Label 32 1">
              <a:extLst>
                <a:ext uri="{FF2B5EF4-FFF2-40B4-BE49-F238E27FC236}">
                  <a16:creationId xmlns:a16="http://schemas.microsoft.com/office/drawing/2014/main" id="{7B38CB17-43C9-4848-8401-8A6E12FCA3BD}"/>
                </a:ext>
              </a:extLst>
            </p:cNvPr>
            <p:cNvSpPr>
              <a:spLocks noGrp="1"/>
            </p:cNvSpPr>
            <p:nvPr/>
          </p:nvSpPr>
          <p:spPr>
            <a:xfrm>
              <a:off x="9229725" y="1733550"/>
              <a:ext cx="247650" cy="266700"/>
            </a:xfrm>
            <a:prstGeom prst="rect">
              <a:avLst/>
            </a:prstGeom>
            <a:noFill/>
            <a:ln w="0">
              <a:noFill/>
            </a:ln>
          </p:spPr>
          <p:txBody>
            <a:bodyPr wrap="none" lIns="0" tIns="0" rIns="0" bIns="0" anchor="ctr">
              <a:noAutofit/>
            </a:bodyPr>
            <a:lstStyle/>
            <a:p>
              <a:pPr algn="ctr">
                <a:defRPr sz="746" b="0">
                  <a:solidFill>
                    <a:srgbClr val="5D83A8"/>
                  </a:solidFill>
                  <a:latin typeface="Arial"/>
                  <a:ea typeface="Arial"/>
                  <a:cs typeface="Arial"/>
                </a:defRPr>
              </a:pPr>
              <a:r>
                <a:rPr sz="746" b="0">
                  <a:solidFill>
                    <a:srgbClr val="5D83A8"/>
                  </a:solidFill>
                  <a:latin typeface="Arial"/>
                  <a:ea typeface="Arial"/>
                  <a:cs typeface="Arial"/>
                </a:rPr>
                <a:t>1</a:t>
              </a:r>
            </a:p>
          </p:txBody>
        </p:sp>
        <p:sp>
          <p:nvSpPr>
            <p:cNvPr id="42" name="Label 33 CCO">
              <a:extLst>
                <a:ext uri="{FF2B5EF4-FFF2-40B4-BE49-F238E27FC236}">
                  <a16:creationId xmlns:a16="http://schemas.microsoft.com/office/drawing/2014/main" id="{2D2F080F-6D00-409D-AF6C-BD6B8EBBD9FD}"/>
                </a:ext>
              </a:extLst>
            </p:cNvPr>
            <p:cNvSpPr>
              <a:spLocks noGrp="1"/>
            </p:cNvSpPr>
            <p:nvPr/>
          </p:nvSpPr>
          <p:spPr>
            <a:xfrm>
              <a:off x="9553575" y="1733550"/>
              <a:ext cx="1504950" cy="266700"/>
            </a:xfrm>
            <a:prstGeom prst="rect">
              <a:avLst/>
            </a:prstGeom>
            <a:noFill/>
            <a:ln w="0">
              <a:noFill/>
            </a:ln>
          </p:spPr>
          <p:txBody>
            <a:bodyPr wrap="none" lIns="0" tIns="0" rIns="0" bIns="0" anchor="ctr">
              <a:noAutofit/>
            </a:bodyPr>
            <a:lstStyle/>
            <a:p>
              <a:pPr algn="l">
                <a:defRPr sz="780" b="0">
                  <a:solidFill>
                    <a:srgbClr val="5D83A8"/>
                  </a:solidFill>
                  <a:latin typeface="Arial"/>
                  <a:ea typeface="Arial"/>
                  <a:cs typeface="Arial"/>
                </a:defRPr>
              </a:pPr>
              <a:r>
                <a:rPr sz="780" b="0">
                  <a:solidFill>
                    <a:srgbClr val="5D83A8"/>
                  </a:solidFill>
                  <a:latin typeface="Arial"/>
                  <a:ea typeface="Arial"/>
                  <a:cs typeface="Arial"/>
                </a:rPr>
                <a:t>CCO</a:t>
              </a:r>
            </a:p>
          </p:txBody>
        </p:sp>
        <p:sp>
          <p:nvSpPr>
            <p:cNvPr id="43" name="Label 34 2">
              <a:extLst>
                <a:ext uri="{FF2B5EF4-FFF2-40B4-BE49-F238E27FC236}">
                  <a16:creationId xmlns:a16="http://schemas.microsoft.com/office/drawing/2014/main" id="{E9DA0728-EA12-4AB4-B455-161C33F5CCD3}"/>
                </a:ext>
              </a:extLst>
            </p:cNvPr>
            <p:cNvSpPr>
              <a:spLocks noGrp="1"/>
            </p:cNvSpPr>
            <p:nvPr/>
          </p:nvSpPr>
          <p:spPr>
            <a:xfrm>
              <a:off x="9229725" y="2152650"/>
              <a:ext cx="247650" cy="266700"/>
            </a:xfrm>
            <a:prstGeom prst="rect">
              <a:avLst/>
            </a:prstGeom>
            <a:noFill/>
            <a:ln w="0">
              <a:noFill/>
            </a:ln>
          </p:spPr>
          <p:txBody>
            <a:bodyPr wrap="none" lIns="0" tIns="0" rIns="0" bIns="0" anchor="ctr">
              <a:noAutofit/>
            </a:bodyPr>
            <a:lstStyle/>
            <a:p>
              <a:pPr algn="ctr">
                <a:defRPr sz="746" b="0">
                  <a:solidFill>
                    <a:srgbClr val="AC844C"/>
                  </a:solidFill>
                  <a:latin typeface="Arial"/>
                  <a:ea typeface="Arial"/>
                  <a:cs typeface="Arial"/>
                </a:defRPr>
              </a:pPr>
              <a:r>
                <a:rPr sz="746" b="0">
                  <a:solidFill>
                    <a:srgbClr val="AC844C"/>
                  </a:solidFill>
                  <a:latin typeface="Arial"/>
                  <a:ea typeface="Arial"/>
                  <a:cs typeface="Arial"/>
                </a:rPr>
                <a:t>2</a:t>
              </a:r>
            </a:p>
          </p:txBody>
        </p:sp>
        <p:sp>
          <p:nvSpPr>
            <p:cNvPr id="44" name="Label 35 CC(=O)O">
              <a:extLst>
                <a:ext uri="{FF2B5EF4-FFF2-40B4-BE49-F238E27FC236}">
                  <a16:creationId xmlns:a16="http://schemas.microsoft.com/office/drawing/2014/main" id="{3AFB7644-D7C9-4E0C-87DB-F35C2A74A94F}"/>
                </a:ext>
              </a:extLst>
            </p:cNvPr>
            <p:cNvSpPr>
              <a:spLocks noGrp="1"/>
            </p:cNvSpPr>
            <p:nvPr/>
          </p:nvSpPr>
          <p:spPr>
            <a:xfrm>
              <a:off x="9553575" y="2152650"/>
              <a:ext cx="1504950" cy="266700"/>
            </a:xfrm>
            <a:prstGeom prst="rect">
              <a:avLst/>
            </a:prstGeom>
            <a:noFill/>
            <a:ln w="0">
              <a:noFill/>
            </a:ln>
          </p:spPr>
          <p:txBody>
            <a:bodyPr wrap="none" lIns="0" tIns="0" rIns="0" bIns="0" anchor="ctr">
              <a:noAutofit/>
            </a:bodyPr>
            <a:lstStyle/>
            <a:p>
              <a:pPr algn="l">
                <a:defRPr sz="780" b="0">
                  <a:solidFill>
                    <a:srgbClr val="AC844C"/>
                  </a:solidFill>
                  <a:latin typeface="Arial"/>
                  <a:ea typeface="Arial"/>
                  <a:cs typeface="Arial"/>
                </a:defRPr>
              </a:pPr>
              <a:r>
                <a:rPr sz="780" b="0">
                  <a:solidFill>
                    <a:srgbClr val="AC844C"/>
                  </a:solidFill>
                  <a:latin typeface="Arial"/>
                  <a:ea typeface="Arial"/>
                  <a:cs typeface="Arial"/>
                </a:rPr>
                <a:t>CC(=O)O</a:t>
              </a:r>
            </a:p>
          </p:txBody>
        </p:sp>
        <p:sp>
          <p:nvSpPr>
            <p:cNvPr id="45" name="Label 36 k">
              <a:extLst>
                <a:ext uri="{FF2B5EF4-FFF2-40B4-BE49-F238E27FC236}">
                  <a16:creationId xmlns:a16="http://schemas.microsoft.com/office/drawing/2014/main" id="{1FBD9557-EC77-4A33-8786-61A01BD2331E}"/>
                </a:ext>
              </a:extLst>
            </p:cNvPr>
            <p:cNvSpPr>
              <a:spLocks noGrp="1"/>
            </p:cNvSpPr>
            <p:nvPr/>
          </p:nvSpPr>
          <p:spPr>
            <a:xfrm>
              <a:off x="9229725" y="2571750"/>
              <a:ext cx="247650" cy="266700"/>
            </a:xfrm>
            <a:prstGeom prst="rect">
              <a:avLst/>
            </a:prstGeom>
            <a:noFill/>
            <a:ln w="0">
              <a:noFill/>
            </a:ln>
          </p:spPr>
          <p:txBody>
            <a:bodyPr wrap="none" lIns="0" tIns="0" rIns="0" bIns="0"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k</a:t>
              </a:r>
            </a:p>
          </p:txBody>
        </p:sp>
        <p:sp>
          <p:nvSpPr>
            <p:cNvPr id="46" name="Label 37 Cc1ccccc1">
              <a:extLst>
                <a:ext uri="{FF2B5EF4-FFF2-40B4-BE49-F238E27FC236}">
                  <a16:creationId xmlns:a16="http://schemas.microsoft.com/office/drawing/2014/main" id="{986EA45A-2020-48EF-8536-9309D8414E45}"/>
                </a:ext>
              </a:extLst>
            </p:cNvPr>
            <p:cNvSpPr>
              <a:spLocks noGrp="1"/>
            </p:cNvSpPr>
            <p:nvPr/>
          </p:nvSpPr>
          <p:spPr>
            <a:xfrm>
              <a:off x="9553575" y="2571750"/>
              <a:ext cx="1504950" cy="266700"/>
            </a:xfrm>
            <a:prstGeom prst="rect">
              <a:avLst/>
            </a:prstGeom>
            <a:noFill/>
            <a:ln w="0">
              <a:noFill/>
            </a:ln>
          </p:spPr>
          <p:txBody>
            <a:bodyPr wrap="none" lIns="0" tIns="0" rIns="0" bIns="0" anchor="ctr">
              <a:noAutofit/>
            </a:bodyPr>
            <a:lstStyle/>
            <a:p>
              <a:pPr algn="l">
                <a:defRPr sz="780" b="1">
                  <a:solidFill>
                    <a:srgbClr val="2B887C"/>
                  </a:solidFill>
                  <a:latin typeface="Arial"/>
                  <a:ea typeface="Arial"/>
                  <a:cs typeface="Arial"/>
                </a:defRPr>
              </a:pPr>
              <a:r>
                <a:rPr sz="780" b="1">
                  <a:solidFill>
                    <a:srgbClr val="2B887C"/>
                  </a:solidFill>
                  <a:latin typeface="Arial"/>
                  <a:ea typeface="Arial"/>
                  <a:cs typeface="Arial"/>
                </a:rPr>
                <a:t>Cc1ccccc1</a:t>
              </a:r>
            </a:p>
          </p:txBody>
        </p:sp>
        <p:sp>
          <p:nvSpPr>
            <p:cNvPr id="47" name="Label 38 K">
              <a:extLst>
                <a:ext uri="{FF2B5EF4-FFF2-40B4-BE49-F238E27FC236}">
                  <a16:creationId xmlns:a16="http://schemas.microsoft.com/office/drawing/2014/main" id="{792DC12A-7C0C-4B1D-85D3-DF3B198DFE56}"/>
                </a:ext>
              </a:extLst>
            </p:cNvPr>
            <p:cNvSpPr>
              <a:spLocks noGrp="1"/>
            </p:cNvSpPr>
            <p:nvPr/>
          </p:nvSpPr>
          <p:spPr>
            <a:xfrm>
              <a:off x="9229725" y="2990850"/>
              <a:ext cx="247650" cy="266700"/>
            </a:xfrm>
            <a:prstGeom prst="rect">
              <a:avLst/>
            </a:prstGeom>
            <a:noFill/>
            <a:ln w="0">
              <a:noFill/>
            </a:ln>
          </p:spPr>
          <p:txBody>
            <a:bodyPr wrap="none" lIns="0" tIns="0" rIns="0" bIns="0" anchor="ctr">
              <a:noAutofit/>
            </a:bodyPr>
            <a:lstStyle/>
            <a:p>
              <a:pPr algn="ctr">
                <a:defRPr sz="746" b="0">
                  <a:solidFill>
                    <a:srgbClr val="9580A8"/>
                  </a:solidFill>
                  <a:latin typeface="Arial"/>
                  <a:ea typeface="Arial"/>
                  <a:cs typeface="Arial"/>
                </a:defRPr>
              </a:pPr>
              <a:r>
                <a:rPr sz="746" b="0">
                  <a:solidFill>
                    <a:srgbClr val="9580A8"/>
                  </a:solidFill>
                  <a:latin typeface="Arial"/>
                  <a:ea typeface="Arial"/>
                  <a:cs typeface="Arial"/>
                </a:rPr>
                <a:t>K</a:t>
              </a:r>
            </a:p>
          </p:txBody>
        </p:sp>
        <p:sp>
          <p:nvSpPr>
            <p:cNvPr id="48" name="Label 39 CC(N)=O">
              <a:extLst>
                <a:ext uri="{FF2B5EF4-FFF2-40B4-BE49-F238E27FC236}">
                  <a16:creationId xmlns:a16="http://schemas.microsoft.com/office/drawing/2014/main" id="{019D17D9-C664-46C8-AEE8-2973000375A4}"/>
                </a:ext>
              </a:extLst>
            </p:cNvPr>
            <p:cNvSpPr>
              <a:spLocks noGrp="1"/>
            </p:cNvSpPr>
            <p:nvPr/>
          </p:nvSpPr>
          <p:spPr>
            <a:xfrm>
              <a:off x="9553575" y="2990850"/>
              <a:ext cx="1504950" cy="266700"/>
            </a:xfrm>
            <a:prstGeom prst="rect">
              <a:avLst/>
            </a:prstGeom>
            <a:noFill/>
            <a:ln w="0">
              <a:noFill/>
            </a:ln>
          </p:spPr>
          <p:txBody>
            <a:bodyPr wrap="none" lIns="0" tIns="0" rIns="0" bIns="0" anchor="ctr">
              <a:noAutofit/>
            </a:bodyPr>
            <a:lstStyle/>
            <a:p>
              <a:pPr algn="l">
                <a:defRPr sz="780" b="0">
                  <a:solidFill>
                    <a:srgbClr val="9580A8"/>
                  </a:solidFill>
                  <a:latin typeface="Arial"/>
                  <a:ea typeface="Arial"/>
                  <a:cs typeface="Arial"/>
                </a:defRPr>
              </a:pPr>
              <a:r>
                <a:rPr sz="780" b="0">
                  <a:solidFill>
                    <a:srgbClr val="9580A8"/>
                  </a:solidFill>
                  <a:latin typeface="Arial"/>
                  <a:ea typeface="Arial"/>
                  <a:cs typeface="Arial"/>
                </a:rPr>
                <a:t>CC(N)=O</a:t>
              </a:r>
            </a:p>
          </p:txBody>
        </p:sp>
        <p:sp>
          <p:nvSpPr>
            <p:cNvPr id="49" name="Label 40 ···">
              <a:extLst>
                <a:ext uri="{FF2B5EF4-FFF2-40B4-BE49-F238E27FC236}">
                  <a16:creationId xmlns:a16="http://schemas.microsoft.com/office/drawing/2014/main" id="{8FEA4283-3967-4F3D-81E9-43D290844C61}"/>
                </a:ext>
              </a:extLst>
            </p:cNvPr>
            <p:cNvSpPr>
              <a:spLocks noGrp="1"/>
            </p:cNvSpPr>
            <p:nvPr/>
          </p:nvSpPr>
          <p:spPr>
            <a:xfrm>
              <a:off x="9725025" y="240982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0" name="Label 41 ···">
              <a:extLst>
                <a:ext uri="{FF2B5EF4-FFF2-40B4-BE49-F238E27FC236}">
                  <a16:creationId xmlns:a16="http://schemas.microsoft.com/office/drawing/2014/main" id="{76922B7D-4423-435C-B1A7-9865C8B9F602}"/>
                </a:ext>
              </a:extLst>
            </p:cNvPr>
            <p:cNvSpPr>
              <a:spLocks noGrp="1"/>
            </p:cNvSpPr>
            <p:nvPr/>
          </p:nvSpPr>
          <p:spPr>
            <a:xfrm>
              <a:off x="9725025" y="2847975"/>
              <a:ext cx="857250" cy="133350"/>
            </a:xfrm>
            <a:prstGeom prst="rect">
              <a:avLst/>
            </a:prstGeom>
            <a:noFill/>
            <a:ln w="0">
              <a:noFill/>
            </a:ln>
          </p:spPr>
          <p:txBody>
            <a:bodyPr wrap="none" lIns="0" tIns="0" rIns="0" bIns="0" anchor="ctr">
              <a:noAutofit/>
            </a:bodyPr>
            <a:lstStyle/>
            <a:p>
              <a:pPr algn="ctr">
                <a:defRPr sz="645" b="0">
                  <a:solidFill>
                    <a:srgbClr val="6F8290"/>
                  </a:solidFill>
                  <a:latin typeface="Arial"/>
                  <a:ea typeface="Arial"/>
                  <a:cs typeface="Arial"/>
                </a:defRPr>
              </a:pPr>
              <a:r>
                <a:rPr sz="645" b="0">
                  <a:solidFill>
                    <a:srgbClr val="6F8290"/>
                  </a:solidFill>
                  <a:latin typeface="Arial"/>
                  <a:ea typeface="Arial"/>
                  <a:cs typeface="Arial"/>
                </a:rPr>
                <a:t>···</a:t>
              </a:r>
            </a:p>
          </p:txBody>
        </p:sp>
        <p:sp>
          <p:nvSpPr>
            <p:cNvPr id="51" name="Arrow 42">
              <a:extLst>
                <a:ext uri="{FF2B5EF4-FFF2-40B4-BE49-F238E27FC236}">
                  <a16:creationId xmlns:a16="http://schemas.microsoft.com/office/drawing/2014/main" id="{AFAB896C-98EA-4808-AA6F-46D561F74290}"/>
                </a:ext>
              </a:extLst>
            </p:cNvPr>
            <p:cNvSpPr>
              <a:spLocks noGrp="1"/>
            </p:cNvSpPr>
            <p:nvPr/>
          </p:nvSpPr>
          <p:spPr>
            <a:xfrm>
              <a:off x="7953375" y="2705100"/>
              <a:ext cx="1171575" cy="850526"/>
            </a:xfrm>
            <a:custGeom>
              <a:avLst/>
              <a:gdLst/>
              <a:ahLst/>
              <a:cxnLst/>
              <a:rect l="0" t="0" r="0" b="0"/>
              <a:pathLst>
                <a:path w="1171575" h="704850">
                  <a:moveTo>
                    <a:pt x="1171575" y="0"/>
                  </a:moveTo>
                  <a:lnTo>
                    <a:pt x="0" y="0"/>
                  </a:lnTo>
                  <a:lnTo>
                    <a:pt x="0" y="704850"/>
                  </a:lnTo>
                </a:path>
              </a:pathLst>
            </a:custGeom>
            <a:noFill/>
            <a:ln w="7327">
              <a:solidFill>
                <a:srgbClr val="2B887C"/>
              </a:solidFill>
              <a:prstDash val="solid"/>
            </a:ln>
          </p:spPr>
        </p:sp>
        <p:sp>
          <p:nvSpPr>
            <p:cNvPr id="52" name="Label 43 RDKit">
              <a:extLst>
                <a:ext uri="{FF2B5EF4-FFF2-40B4-BE49-F238E27FC236}">
                  <a16:creationId xmlns:a16="http://schemas.microsoft.com/office/drawing/2014/main" id="{8F74F837-8D93-413F-90E2-DBDD415CFE98}"/>
                </a:ext>
              </a:extLst>
            </p:cNvPr>
            <p:cNvSpPr>
              <a:spLocks noGrp="1"/>
            </p:cNvSpPr>
            <p:nvPr/>
          </p:nvSpPr>
          <p:spPr>
            <a:xfrm>
              <a:off x="8143875" y="2762250"/>
              <a:ext cx="809625" cy="25717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RDKit</a:t>
              </a:r>
            </a:p>
          </p:txBody>
        </p:sp>
        <p:sp>
          <p:nvSpPr>
            <p:cNvPr id="53" name="Arrow 44">
              <a:extLst>
                <a:ext uri="{FF2B5EF4-FFF2-40B4-BE49-F238E27FC236}">
                  <a16:creationId xmlns:a16="http://schemas.microsoft.com/office/drawing/2014/main" id="{674136A9-6A3D-4868-A3AB-D8E80853FF10}"/>
                </a:ext>
              </a:extLst>
            </p:cNvPr>
            <p:cNvSpPr>
              <a:spLocks noGrp="1"/>
            </p:cNvSpPr>
            <p:nvPr/>
          </p:nvSpPr>
          <p:spPr>
            <a:xfrm>
              <a:off x="10144125" y="3306856"/>
              <a:ext cx="95" cy="407894"/>
            </a:xfrm>
            <a:custGeom>
              <a:avLst/>
              <a:gdLst/>
              <a:ahLst/>
              <a:cxnLst/>
              <a:rect l="0" t="0" r="0" b="0"/>
              <a:pathLst>
                <a:path w="95" h="228600">
                  <a:moveTo>
                    <a:pt x="0" y="0"/>
                  </a:moveTo>
                  <a:lnTo>
                    <a:pt x="0" y="228600"/>
                  </a:lnTo>
                </a:path>
              </a:pathLst>
            </a:custGeom>
            <a:noFill/>
            <a:ln w="7327">
              <a:solidFill>
                <a:srgbClr val="2B887C"/>
              </a:solidFill>
              <a:prstDash val="solid"/>
            </a:ln>
          </p:spPr>
        </p:sp>
        <p:sp>
          <p:nvSpPr>
            <p:cNvPr id="54" name="Arrow 45">
              <a:extLst>
                <a:ext uri="{FF2B5EF4-FFF2-40B4-BE49-F238E27FC236}">
                  <a16:creationId xmlns:a16="http://schemas.microsoft.com/office/drawing/2014/main" id="{1486C32B-90D7-47A2-AF46-FF66831DD660}"/>
                </a:ext>
              </a:extLst>
            </p:cNvPr>
            <p:cNvSpPr>
              <a:spLocks noGrp="1"/>
            </p:cNvSpPr>
            <p:nvPr/>
          </p:nvSpPr>
          <p:spPr>
            <a:xfrm>
              <a:off x="11172825" y="1866900"/>
              <a:ext cx="1162050" cy="1838325"/>
            </a:xfrm>
            <a:custGeom>
              <a:avLst/>
              <a:gdLst/>
              <a:ahLst/>
              <a:cxnLst/>
              <a:rect l="0" t="0" r="0" b="0"/>
              <a:pathLst>
                <a:path w="1162050" h="1647825">
                  <a:moveTo>
                    <a:pt x="0" y="0"/>
                  </a:moveTo>
                  <a:lnTo>
                    <a:pt x="1162050" y="0"/>
                  </a:lnTo>
                  <a:lnTo>
                    <a:pt x="1162050" y="1647825"/>
                  </a:lnTo>
                </a:path>
              </a:pathLst>
            </a:custGeom>
            <a:noFill/>
            <a:ln w="7327">
              <a:solidFill>
                <a:srgbClr val="2B887C"/>
              </a:solidFill>
              <a:prstDash val="solid"/>
            </a:ln>
          </p:spPr>
        </p:sp>
        <p:sp>
          <p:nvSpPr>
            <p:cNvPr id="55" name="Line 46">
              <a:extLst>
                <a:ext uri="{FF2B5EF4-FFF2-40B4-BE49-F238E27FC236}">
                  <a16:creationId xmlns:a16="http://schemas.microsoft.com/office/drawing/2014/main" id="{016A1C10-1874-47CE-BC54-87D809A1117F}"/>
                </a:ext>
              </a:extLst>
            </p:cNvPr>
            <p:cNvSpPr>
              <a:spLocks noGrp="1"/>
            </p:cNvSpPr>
            <p:nvPr/>
          </p:nvSpPr>
          <p:spPr>
            <a:xfrm>
              <a:off x="11172825" y="22860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6" name="Line 47">
              <a:extLst>
                <a:ext uri="{FF2B5EF4-FFF2-40B4-BE49-F238E27FC236}">
                  <a16:creationId xmlns:a16="http://schemas.microsoft.com/office/drawing/2014/main" id="{E259FDCB-0955-4FBA-9434-55FA0E075B4E}"/>
                </a:ext>
              </a:extLst>
            </p:cNvPr>
            <p:cNvSpPr>
              <a:spLocks noGrp="1"/>
            </p:cNvSpPr>
            <p:nvPr/>
          </p:nvSpPr>
          <p:spPr>
            <a:xfrm>
              <a:off x="11172825" y="3124200"/>
              <a:ext cx="1162050" cy="95"/>
            </a:xfrm>
            <a:custGeom>
              <a:avLst/>
              <a:gdLst/>
              <a:ahLst/>
              <a:cxnLst/>
              <a:rect l="0" t="0" r="0" b="0"/>
              <a:pathLst>
                <a:path w="1162050" h="95">
                  <a:moveTo>
                    <a:pt x="0" y="0"/>
                  </a:moveTo>
                  <a:lnTo>
                    <a:pt x="1162050" y="0"/>
                  </a:lnTo>
                </a:path>
              </a:pathLst>
            </a:custGeom>
            <a:noFill/>
            <a:ln w="7327">
              <a:solidFill>
                <a:srgbClr val="2B887C"/>
              </a:solidFill>
              <a:prstDash val="solid"/>
            </a:ln>
          </p:spPr>
        </p:sp>
        <p:sp>
          <p:nvSpPr>
            <p:cNvPr id="57" name="Label 48 Other identities">
              <a:extLst>
                <a:ext uri="{FF2B5EF4-FFF2-40B4-BE49-F238E27FC236}">
                  <a16:creationId xmlns:a16="http://schemas.microsoft.com/office/drawing/2014/main" id="{3B1A6A32-3716-471F-8EAE-AEA9F3651D58}"/>
                </a:ext>
              </a:extLst>
            </p:cNvPr>
            <p:cNvSpPr>
              <a:spLocks noGrp="1"/>
            </p:cNvSpPr>
            <p:nvPr/>
          </p:nvSpPr>
          <p:spPr>
            <a:xfrm>
              <a:off x="12477750" y="2571750"/>
              <a:ext cx="1095375" cy="514350"/>
            </a:xfrm>
            <a:prstGeom prst="rect">
              <a:avLst/>
            </a:prstGeom>
            <a:noFill/>
            <a:ln w="0">
              <a:noFill/>
            </a:ln>
          </p:spPr>
          <p:txBody>
            <a:bodyPr wrap="none" lIns="0" tIns="0" rIns="0" bIns="0" anchor="ctr">
              <a:noAutofit/>
            </a:bodyPr>
            <a:lstStyle/>
            <a:p>
              <a:pPr algn="ctr">
                <a:defRPr sz="713" b="0">
                  <a:solidFill>
                    <a:srgbClr val="6F8290"/>
                  </a:solidFill>
                  <a:latin typeface="Arial"/>
                  <a:ea typeface="Arial"/>
                  <a:cs typeface="Arial"/>
                </a:defRPr>
              </a:pPr>
              <a:r>
                <a:rPr sz="713" b="0">
                  <a:solidFill>
                    <a:srgbClr val="6F8290"/>
                  </a:solidFill>
                  <a:latin typeface="Arial"/>
                  <a:ea typeface="Arial"/>
                  <a:cs typeface="Arial"/>
                </a:rPr>
                <a:t>Other</a:t>
              </a:r>
            </a:p>
            <a:p>
              <a:pPr algn="ctr">
                <a:defRPr sz="713" b="0">
                  <a:solidFill>
                    <a:srgbClr val="6F8290"/>
                  </a:solidFill>
                  <a:latin typeface="Arial"/>
                  <a:ea typeface="Arial"/>
                  <a:cs typeface="Arial"/>
                </a:defRPr>
              </a:pPr>
              <a:r>
                <a:rPr sz="713" b="0">
                  <a:solidFill>
                    <a:srgbClr val="6F8290"/>
                  </a:solidFill>
                  <a:latin typeface="Arial"/>
                  <a:ea typeface="Arial"/>
                  <a:cs typeface="Arial"/>
                </a:rPr>
                <a:t>identities</a:t>
              </a:r>
            </a:p>
          </p:txBody>
        </p:sp>
        <p:sp>
          <p:nvSpPr>
            <p:cNvPr id="58" name="Label 49 Own graph">
              <a:extLst>
                <a:ext uri="{FF2B5EF4-FFF2-40B4-BE49-F238E27FC236}">
                  <a16:creationId xmlns:a16="http://schemas.microsoft.com/office/drawing/2014/main" id="{27EAE6F9-109D-4D9B-AF4E-51FDF92C760D}"/>
                </a:ext>
              </a:extLst>
            </p:cNvPr>
            <p:cNvSpPr>
              <a:spLocks noGrp="1"/>
            </p:cNvSpPr>
            <p:nvPr/>
          </p:nvSpPr>
          <p:spPr>
            <a:xfrm>
              <a:off x="7229475" y="4324350"/>
              <a:ext cx="1438275" cy="285750"/>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Own graph</a:t>
              </a:r>
            </a:p>
          </p:txBody>
        </p:sp>
        <p:sp>
          <p:nvSpPr>
            <p:cNvPr id="59" name="Operator SMI-TED">
              <a:extLst>
                <a:ext uri="{FF2B5EF4-FFF2-40B4-BE49-F238E27FC236}">
                  <a16:creationId xmlns:a16="http://schemas.microsoft.com/office/drawing/2014/main" id="{D27CA22D-BBBA-4386-95C5-6BB50F4DFA89}"/>
                </a:ext>
              </a:extLst>
            </p:cNvPr>
            <p:cNvSpPr>
              <a:spLocks noGrp="1"/>
            </p:cNvSpPr>
            <p:nvPr/>
          </p:nvSpPr>
          <p:spPr>
            <a:xfrm>
              <a:off x="939165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0" name="Label 50 + linear">
              <a:extLst>
                <a:ext uri="{FF2B5EF4-FFF2-40B4-BE49-F238E27FC236}">
                  <a16:creationId xmlns:a16="http://schemas.microsoft.com/office/drawing/2014/main" id="{896B2FD9-1A88-4015-9E11-62DEE9BCA953}"/>
                </a:ext>
              </a:extLst>
            </p:cNvPr>
            <p:cNvSpPr>
              <a:spLocks noGrp="1"/>
            </p:cNvSpPr>
            <p:nvPr/>
          </p:nvSpPr>
          <p:spPr>
            <a:xfrm>
              <a:off x="952500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1" name="Operator SMI-TED">
              <a:extLst>
                <a:ext uri="{FF2B5EF4-FFF2-40B4-BE49-F238E27FC236}">
                  <a16:creationId xmlns:a16="http://schemas.microsoft.com/office/drawing/2014/main" id="{6A8EDFBF-01BA-4A67-9863-CA0818640501}"/>
                </a:ext>
              </a:extLst>
            </p:cNvPr>
            <p:cNvSpPr>
              <a:spLocks noGrp="1"/>
            </p:cNvSpPr>
            <p:nvPr/>
          </p:nvSpPr>
          <p:spPr>
            <a:xfrm>
              <a:off x="11582400" y="3762375"/>
              <a:ext cx="150495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SMI-TED</a:t>
              </a:r>
            </a:p>
          </p:txBody>
        </p:sp>
        <p:sp>
          <p:nvSpPr>
            <p:cNvPr id="62" name="Label 51 + linear">
              <a:extLst>
                <a:ext uri="{FF2B5EF4-FFF2-40B4-BE49-F238E27FC236}">
                  <a16:creationId xmlns:a16="http://schemas.microsoft.com/office/drawing/2014/main" id="{10FFCDF8-8B1A-454D-8FFC-73D334A127B8}"/>
                </a:ext>
              </a:extLst>
            </p:cNvPr>
            <p:cNvSpPr>
              <a:spLocks noGrp="1"/>
            </p:cNvSpPr>
            <p:nvPr/>
          </p:nvSpPr>
          <p:spPr>
            <a:xfrm>
              <a:off x="11715750" y="4295775"/>
              <a:ext cx="1238250" cy="276225"/>
            </a:xfrm>
            <a:prstGeom prst="rect">
              <a:avLst/>
            </a:prstGeom>
            <a:noFill/>
            <a:ln w="0">
              <a:noFill/>
            </a:ln>
          </p:spPr>
          <p:txBody>
            <a:bodyPr wrap="none" lIns="0" tIns="0" rIns="0" bIns="0" anchor="ctr">
              <a:noAutofit/>
            </a:bodyPr>
            <a:lstStyle/>
            <a:p>
              <a:pPr algn="ctr">
                <a:defRPr sz="746" b="0">
                  <a:solidFill>
                    <a:srgbClr val="6F8290"/>
                  </a:solidFill>
                  <a:latin typeface="Arial"/>
                  <a:ea typeface="Arial"/>
                  <a:cs typeface="Arial"/>
                </a:defRPr>
              </a:pPr>
              <a:r>
                <a:rPr sz="746" b="0">
                  <a:solidFill>
                    <a:srgbClr val="6F8290"/>
                  </a:solidFill>
                  <a:latin typeface="Arial"/>
                  <a:ea typeface="Arial"/>
                  <a:cs typeface="Arial"/>
                </a:rPr>
                <a:t>+ linear</a:t>
              </a:r>
            </a:p>
          </p:txBody>
        </p:sp>
        <p:sp>
          <p:nvSpPr>
            <p:cNvPr id="63" name="Arrow 52">
              <a:extLst>
                <a:ext uri="{FF2B5EF4-FFF2-40B4-BE49-F238E27FC236}">
                  <a16:creationId xmlns:a16="http://schemas.microsoft.com/office/drawing/2014/main" id="{9C942E65-4659-449B-B193-4D07CB0E84E0}"/>
                </a:ext>
              </a:extLst>
            </p:cNvPr>
            <p:cNvSpPr>
              <a:spLocks noGrp="1"/>
            </p:cNvSpPr>
            <p:nvPr/>
          </p:nvSpPr>
          <p:spPr>
            <a:xfrm>
              <a:off x="7953375" y="4619625"/>
              <a:ext cx="95" cy="104775"/>
            </a:xfrm>
            <a:custGeom>
              <a:avLst/>
              <a:gdLst/>
              <a:ahLst/>
              <a:cxnLst/>
              <a:rect l="0" t="0" r="0" b="0"/>
              <a:pathLst>
                <a:path w="95" h="104775">
                  <a:moveTo>
                    <a:pt x="0" y="0"/>
                  </a:moveTo>
                  <a:lnTo>
                    <a:pt x="0" y="104775"/>
                  </a:lnTo>
                </a:path>
              </a:pathLst>
            </a:custGeom>
            <a:noFill/>
            <a:ln w="7327">
              <a:solidFill>
                <a:srgbClr val="2B887C"/>
              </a:solidFill>
              <a:prstDash val="solid"/>
            </a:ln>
          </p:spPr>
        </p:sp>
        <p:sp>
          <p:nvSpPr>
            <p:cNvPr id="64" name="Operator GNN">
              <a:extLst>
                <a:ext uri="{FF2B5EF4-FFF2-40B4-BE49-F238E27FC236}">
                  <a16:creationId xmlns:a16="http://schemas.microsoft.com/office/drawing/2014/main" id="{16B978A5-FB9C-4170-978D-794C78029223}"/>
                </a:ext>
              </a:extLst>
            </p:cNvPr>
            <p:cNvSpPr>
              <a:spLocks noGrp="1"/>
            </p:cNvSpPr>
            <p:nvPr/>
          </p:nvSpPr>
          <p:spPr>
            <a:xfrm>
              <a:off x="7372350" y="4772025"/>
              <a:ext cx="1162050" cy="426427"/>
            </a:xfrm>
            <a:prstGeom prst="roundRect">
              <a:avLst>
                <a:gd name="adj" fmla="val 16667"/>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GNN</a:t>
              </a:r>
            </a:p>
          </p:txBody>
        </p:sp>
        <p:sp>
          <p:nvSpPr>
            <p:cNvPr id="65" name="Arrow 53">
              <a:extLst>
                <a:ext uri="{FF2B5EF4-FFF2-40B4-BE49-F238E27FC236}">
                  <a16:creationId xmlns:a16="http://schemas.microsoft.com/office/drawing/2014/main" id="{50775265-235D-426D-81B9-F1DF1347D804}"/>
                </a:ext>
              </a:extLst>
            </p:cNvPr>
            <p:cNvSpPr>
              <a:spLocks noGrp="1"/>
            </p:cNvSpPr>
            <p:nvPr/>
          </p:nvSpPr>
          <p:spPr>
            <a:xfrm>
              <a:off x="7953375" y="5198452"/>
              <a:ext cx="95" cy="545123"/>
            </a:xfrm>
            <a:custGeom>
              <a:avLst/>
              <a:gdLst/>
              <a:ahLst/>
              <a:cxnLst/>
              <a:rect l="0" t="0" r="0" b="0"/>
              <a:pathLst>
                <a:path w="95" h="276225">
                  <a:moveTo>
                    <a:pt x="0" y="0"/>
                  </a:moveTo>
                  <a:lnTo>
                    <a:pt x="0" y="276225"/>
                  </a:lnTo>
                </a:path>
              </a:pathLst>
            </a:custGeom>
            <a:noFill/>
            <a:ln w="7327">
              <a:solidFill>
                <a:srgbClr val="2B887C"/>
              </a:solidFill>
              <a:prstDash val="solid"/>
            </a:ln>
          </p:spPr>
        </p:sp>
        <p:sp>
          <p:nvSpPr>
            <p:cNvPr id="66" name="Label 54 K, V">
              <a:extLst>
                <a:ext uri="{FF2B5EF4-FFF2-40B4-BE49-F238E27FC236}">
                  <a16:creationId xmlns:a16="http://schemas.microsoft.com/office/drawing/2014/main" id="{C6B929A9-F769-4090-915E-E4B3BBE9AA64}"/>
                </a:ext>
              </a:extLst>
            </p:cNvPr>
            <p:cNvSpPr>
              <a:spLocks noGrp="1"/>
            </p:cNvSpPr>
            <p:nvPr/>
          </p:nvSpPr>
          <p:spPr>
            <a:xfrm>
              <a:off x="8058150" y="5242413"/>
              <a:ext cx="609600" cy="544704"/>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67" name="Arrow 55">
              <a:extLst>
                <a:ext uri="{FF2B5EF4-FFF2-40B4-BE49-F238E27FC236}">
                  <a16:creationId xmlns:a16="http://schemas.microsoft.com/office/drawing/2014/main" id="{A7E1DF6F-09D1-4D55-BCE0-B5EBD41D93B9}"/>
                </a:ext>
              </a:extLst>
            </p:cNvPr>
            <p:cNvSpPr>
              <a:spLocks noGrp="1"/>
            </p:cNvSpPr>
            <p:nvPr/>
          </p:nvSpPr>
          <p:spPr>
            <a:xfrm>
              <a:off x="10144125" y="4600575"/>
              <a:ext cx="95" cy="1314450"/>
            </a:xfrm>
            <a:custGeom>
              <a:avLst/>
              <a:gdLst/>
              <a:ahLst/>
              <a:cxnLst/>
              <a:rect l="0" t="0" r="0" b="0"/>
              <a:pathLst>
                <a:path w="95" h="933450">
                  <a:moveTo>
                    <a:pt x="0" y="0"/>
                  </a:moveTo>
                  <a:lnTo>
                    <a:pt x="0" y="933450"/>
                  </a:lnTo>
                </a:path>
              </a:pathLst>
            </a:custGeom>
            <a:noFill/>
            <a:ln w="7327">
              <a:solidFill>
                <a:srgbClr val="2B887C"/>
              </a:solidFill>
              <a:prstDash val="solid"/>
            </a:ln>
          </p:spPr>
        </p:sp>
        <p:sp>
          <p:nvSpPr>
            <p:cNvPr id="68" name="Arrow 56">
              <a:extLst>
                <a:ext uri="{FF2B5EF4-FFF2-40B4-BE49-F238E27FC236}">
                  <a16:creationId xmlns:a16="http://schemas.microsoft.com/office/drawing/2014/main" id="{F78BAAAF-603C-465E-A06C-FE576E5ACFB7}"/>
                </a:ext>
              </a:extLst>
            </p:cNvPr>
            <p:cNvSpPr>
              <a:spLocks noGrp="1"/>
            </p:cNvSpPr>
            <p:nvPr/>
          </p:nvSpPr>
          <p:spPr>
            <a:xfrm>
              <a:off x="12334875" y="4600575"/>
              <a:ext cx="95" cy="142875"/>
            </a:xfrm>
            <a:custGeom>
              <a:avLst/>
              <a:gdLst/>
              <a:ahLst/>
              <a:cxnLst/>
              <a:rect l="0" t="0" r="0" b="0"/>
              <a:pathLst>
                <a:path w="95" h="142875">
                  <a:moveTo>
                    <a:pt x="0" y="0"/>
                  </a:moveTo>
                  <a:lnTo>
                    <a:pt x="0" y="142875"/>
                  </a:lnTo>
                </a:path>
              </a:pathLst>
            </a:custGeom>
            <a:noFill/>
            <a:ln w="7327">
              <a:solidFill>
                <a:srgbClr val="2B887C"/>
              </a:solidFill>
              <a:prstDash val="solid"/>
            </a:ln>
          </p:spPr>
        </p:sp>
        <p:sp>
          <p:nvSpPr>
            <p:cNvPr id="69" name="Label 57 1">
              <a:extLst>
                <a:ext uri="{FF2B5EF4-FFF2-40B4-BE49-F238E27FC236}">
                  <a16:creationId xmlns:a16="http://schemas.microsoft.com/office/drawing/2014/main" id="{9343C393-C2D5-4150-9596-D1E8E97C1474}"/>
                </a:ext>
              </a:extLst>
            </p:cNvPr>
            <p:cNvSpPr>
              <a:spLocks noGrp="1"/>
            </p:cNvSpPr>
            <p:nvPr/>
          </p:nvSpPr>
          <p:spPr>
            <a:xfrm>
              <a:off x="11487150" y="4772025"/>
              <a:ext cx="190500" cy="219075"/>
            </a:xfrm>
            <a:prstGeom prst="rect">
              <a:avLst/>
            </a:prstGeom>
            <a:noFill/>
            <a:ln w="0">
              <a:noFill/>
            </a:ln>
          </p:spPr>
          <p:txBody>
            <a:bodyPr wrap="none" lIns="0" tIns="0" rIns="0" bIns="0" anchor="ctr">
              <a:noAutofit/>
            </a:bodyPr>
            <a:lstStyle/>
            <a:p>
              <a:pPr algn="ctr">
                <a:defRPr sz="610" b="0">
                  <a:solidFill>
                    <a:srgbClr val="5D83A8"/>
                  </a:solidFill>
                  <a:latin typeface="Arial"/>
                  <a:ea typeface="Arial"/>
                  <a:cs typeface="Arial"/>
                </a:defRPr>
              </a:pPr>
              <a:r>
                <a:rPr sz="610" b="0">
                  <a:solidFill>
                    <a:srgbClr val="5D83A8"/>
                  </a:solidFill>
                  <a:latin typeface="Arial"/>
                  <a:ea typeface="Arial"/>
                  <a:cs typeface="Arial"/>
                </a:rPr>
                <a:t>1</a:t>
              </a:r>
            </a:p>
          </p:txBody>
        </p:sp>
        <p:sp>
          <p:nvSpPr>
            <p:cNvPr id="70" name="Label 58 2">
              <a:extLst>
                <a:ext uri="{FF2B5EF4-FFF2-40B4-BE49-F238E27FC236}">
                  <a16:creationId xmlns:a16="http://schemas.microsoft.com/office/drawing/2014/main" id="{61A743F1-4DAD-4620-B9BD-0AC68A864F62}"/>
                </a:ext>
              </a:extLst>
            </p:cNvPr>
            <p:cNvSpPr>
              <a:spLocks noGrp="1"/>
            </p:cNvSpPr>
            <p:nvPr/>
          </p:nvSpPr>
          <p:spPr>
            <a:xfrm>
              <a:off x="11487150" y="4943475"/>
              <a:ext cx="190500" cy="243987"/>
            </a:xfrm>
            <a:prstGeom prst="rect">
              <a:avLst/>
            </a:prstGeom>
            <a:noFill/>
            <a:ln w="0">
              <a:noFill/>
            </a:ln>
          </p:spPr>
          <p:txBody>
            <a:bodyPr wrap="none" lIns="0" tIns="0" rIns="0" bIns="0" anchor="ctr">
              <a:noAutofit/>
            </a:bodyPr>
            <a:lstStyle/>
            <a:p>
              <a:pPr algn="ctr">
                <a:defRPr sz="610" b="0">
                  <a:solidFill>
                    <a:srgbClr val="AC844C"/>
                  </a:solidFill>
                  <a:latin typeface="Arial"/>
                  <a:ea typeface="Arial"/>
                  <a:cs typeface="Arial"/>
                </a:defRPr>
              </a:pPr>
              <a:r>
                <a:rPr sz="610" b="0">
                  <a:solidFill>
                    <a:srgbClr val="AC844C"/>
                  </a:solidFill>
                  <a:latin typeface="Arial"/>
                  <a:ea typeface="Arial"/>
                  <a:cs typeface="Arial"/>
                </a:rPr>
                <a:t>2</a:t>
              </a:r>
            </a:p>
          </p:txBody>
        </p:sp>
        <p:sp>
          <p:nvSpPr>
            <p:cNvPr id="71" name="Label 59 K">
              <a:extLst>
                <a:ext uri="{FF2B5EF4-FFF2-40B4-BE49-F238E27FC236}">
                  <a16:creationId xmlns:a16="http://schemas.microsoft.com/office/drawing/2014/main" id="{B12A73FD-EB4D-48C0-9C62-A5ABAD17C285}"/>
                </a:ext>
              </a:extLst>
            </p:cNvPr>
            <p:cNvSpPr>
              <a:spLocks noGrp="1"/>
            </p:cNvSpPr>
            <p:nvPr/>
          </p:nvSpPr>
          <p:spPr>
            <a:xfrm>
              <a:off x="11487150" y="5132510"/>
              <a:ext cx="190500" cy="349808"/>
            </a:xfrm>
            <a:prstGeom prst="rect">
              <a:avLst/>
            </a:prstGeom>
            <a:noFill/>
            <a:ln w="0">
              <a:noFill/>
            </a:ln>
          </p:spPr>
          <p:txBody>
            <a:bodyPr wrap="none" lIns="0" tIns="0" rIns="0" bIns="0" anchor="ctr">
              <a:noAutofit/>
            </a:bodyPr>
            <a:lstStyle/>
            <a:p>
              <a:pPr algn="ctr">
                <a:defRPr sz="610" b="0">
                  <a:solidFill>
                    <a:srgbClr val="9580A8"/>
                  </a:solidFill>
                  <a:latin typeface="Arial"/>
                  <a:ea typeface="Arial"/>
                  <a:cs typeface="Arial"/>
                </a:defRPr>
              </a:pPr>
              <a:r>
                <a:rPr sz="610" b="0">
                  <a:solidFill>
                    <a:srgbClr val="9580A8"/>
                  </a:solidFill>
                  <a:latin typeface="Arial"/>
                  <a:ea typeface="Arial"/>
                  <a:cs typeface="Arial"/>
                </a:rPr>
                <a:t>K</a:t>
              </a:r>
            </a:p>
          </p:txBody>
        </p:sp>
        <p:sp>
          <p:nvSpPr>
            <p:cNvPr id="72" name="Arrow 60">
              <a:extLst>
                <a:ext uri="{FF2B5EF4-FFF2-40B4-BE49-F238E27FC236}">
                  <a16:creationId xmlns:a16="http://schemas.microsoft.com/office/drawing/2014/main" id="{79F81BC1-8836-4E4C-ABFD-EB15DB64F361}"/>
                </a:ext>
              </a:extLst>
            </p:cNvPr>
            <p:cNvSpPr>
              <a:spLocks noGrp="1"/>
            </p:cNvSpPr>
            <p:nvPr/>
          </p:nvSpPr>
          <p:spPr>
            <a:xfrm>
              <a:off x="12334875" y="5395232"/>
              <a:ext cx="95" cy="348343"/>
            </a:xfrm>
            <a:custGeom>
              <a:avLst/>
              <a:gdLst/>
              <a:ahLst/>
              <a:cxnLst/>
              <a:rect l="0" t="0" r="0" b="0"/>
              <a:pathLst>
                <a:path w="95" h="152400">
                  <a:moveTo>
                    <a:pt x="0" y="0"/>
                  </a:moveTo>
                  <a:lnTo>
                    <a:pt x="0" y="152400"/>
                  </a:lnTo>
                </a:path>
              </a:pathLst>
            </a:custGeom>
            <a:noFill/>
            <a:ln w="7327">
              <a:solidFill>
                <a:srgbClr val="2B887C"/>
              </a:solidFill>
              <a:prstDash val="solid"/>
            </a:ln>
          </p:spPr>
        </p:sp>
        <p:sp>
          <p:nvSpPr>
            <p:cNvPr id="73" name="Label 61 K, V">
              <a:extLst>
                <a:ext uri="{FF2B5EF4-FFF2-40B4-BE49-F238E27FC236}">
                  <a16:creationId xmlns:a16="http://schemas.microsoft.com/office/drawing/2014/main" id="{2DC18B0A-509E-4F7E-93C4-D5AA05475B5F}"/>
                </a:ext>
              </a:extLst>
            </p:cNvPr>
            <p:cNvSpPr>
              <a:spLocks noGrp="1"/>
            </p:cNvSpPr>
            <p:nvPr/>
          </p:nvSpPr>
          <p:spPr>
            <a:xfrm>
              <a:off x="12439650" y="5286375"/>
              <a:ext cx="619125" cy="587829"/>
            </a:xfrm>
            <a:prstGeom prst="rect">
              <a:avLst/>
            </a:prstGeom>
            <a:noFill/>
            <a:ln w="0">
              <a:noFill/>
            </a:ln>
          </p:spPr>
          <p:txBody>
            <a:bodyPr wrap="none" lIns="0" tIns="0" rIns="0" bIns="0" anchor="ctr">
              <a:noAutofit/>
            </a:bodyPr>
            <a:lstStyle/>
            <a:p>
              <a:pPr algn="ctr">
                <a:defRPr sz="713" b="0">
                  <a:solidFill>
                    <a:srgbClr val="2B887C"/>
                  </a:solidFill>
                  <a:latin typeface="Arial"/>
                  <a:ea typeface="Arial"/>
                  <a:cs typeface="Arial"/>
                </a:defRPr>
              </a:pPr>
              <a:r>
                <a:rPr sz="713" b="0">
                  <a:solidFill>
                    <a:srgbClr val="2B887C"/>
                  </a:solidFill>
                  <a:latin typeface="Arial"/>
                  <a:ea typeface="Arial"/>
                  <a:cs typeface="Arial"/>
                </a:rPr>
                <a:t>K, V</a:t>
              </a:r>
            </a:p>
          </p:txBody>
        </p:sp>
        <p:sp>
          <p:nvSpPr>
            <p:cNvPr id="74" name="Operator Graph attention">
              <a:extLst>
                <a:ext uri="{FF2B5EF4-FFF2-40B4-BE49-F238E27FC236}">
                  <a16:creationId xmlns:a16="http://schemas.microsoft.com/office/drawing/2014/main" id="{F33C7717-9897-420C-98A5-DCC73A6E93CD}"/>
                </a:ext>
              </a:extLst>
            </p:cNvPr>
            <p:cNvSpPr>
              <a:spLocks noGrp="1"/>
            </p:cNvSpPr>
            <p:nvPr/>
          </p:nvSpPr>
          <p:spPr>
            <a:xfrm>
              <a:off x="69294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Graph attention</a:t>
              </a:r>
            </a:p>
          </p:txBody>
        </p:sp>
        <p:sp>
          <p:nvSpPr>
            <p:cNvPr id="75" name="Operator Context attention">
              <a:extLst>
                <a:ext uri="{FF2B5EF4-FFF2-40B4-BE49-F238E27FC236}">
                  <a16:creationId xmlns:a16="http://schemas.microsoft.com/office/drawing/2014/main" id="{126DAB68-C90F-47E9-B4A8-8339C15959E2}"/>
                </a:ext>
              </a:extLst>
            </p:cNvPr>
            <p:cNvSpPr>
              <a:spLocks noGrp="1"/>
            </p:cNvSpPr>
            <p:nvPr/>
          </p:nvSpPr>
          <p:spPr>
            <a:xfrm>
              <a:off x="11310938" y="5895975"/>
              <a:ext cx="2047875"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46" b="1">
                  <a:solidFill>
                    <a:srgbClr val="2B887C"/>
                  </a:solidFill>
                  <a:latin typeface="Arial"/>
                  <a:ea typeface="Arial"/>
                  <a:cs typeface="Arial"/>
                </a:defRPr>
              </a:pPr>
              <a:r>
                <a:rPr sz="746" b="1">
                  <a:solidFill>
                    <a:srgbClr val="2B887C"/>
                  </a:solidFill>
                  <a:latin typeface="Arial"/>
                  <a:ea typeface="Arial"/>
                  <a:cs typeface="Arial"/>
                </a:rPr>
                <a:t>Context attention</a:t>
              </a:r>
            </a:p>
          </p:txBody>
        </p:sp>
        <p:sp>
          <p:nvSpPr>
            <p:cNvPr id="76" name="Operator ">
              <a:extLst>
                <a:ext uri="{FF2B5EF4-FFF2-40B4-BE49-F238E27FC236}">
                  <a16:creationId xmlns:a16="http://schemas.microsoft.com/office/drawing/2014/main" id="{09E429E9-4930-4308-A974-9868AE297957}"/>
                </a:ext>
              </a:extLst>
            </p:cNvPr>
            <p:cNvSpPr>
              <a:spLocks noGrp="1"/>
            </p:cNvSpPr>
            <p:nvPr/>
          </p:nvSpPr>
          <p:spPr>
            <a:xfrm>
              <a:off x="9515475" y="5981700"/>
              <a:ext cx="1257300" cy="304800"/>
            </a:xfrm>
            <a:prstGeom prst="roundRect">
              <a:avLst>
                <a:gd name="adj" fmla="val 21875"/>
              </a:avLst>
            </a:prstGeom>
            <a:solidFill>
              <a:srgbClr val="F7FBF8"/>
            </a:solidFill>
            <a:ln w="6896">
              <a:solidFill>
                <a:srgbClr val="8AB9AB"/>
              </a:solidFill>
            </a:ln>
          </p:spPr>
        </p:sp>
        <p:sp>
          <p:nvSpPr>
            <p:cNvPr id="77" name="Arrow 62">
              <a:extLst>
                <a:ext uri="{FF2B5EF4-FFF2-40B4-BE49-F238E27FC236}">
                  <a16:creationId xmlns:a16="http://schemas.microsoft.com/office/drawing/2014/main" id="{8D4F3E0D-F6FF-4E2F-880E-82295C7C71BE}"/>
                </a:ext>
              </a:extLst>
            </p:cNvPr>
            <p:cNvSpPr>
              <a:spLocks noGrp="1"/>
            </p:cNvSpPr>
            <p:nvPr/>
          </p:nvSpPr>
          <p:spPr>
            <a:xfrm>
              <a:off x="9029700" y="6134100"/>
              <a:ext cx="428625" cy="95"/>
            </a:xfrm>
            <a:custGeom>
              <a:avLst/>
              <a:gdLst/>
              <a:ahLst/>
              <a:cxnLst/>
              <a:rect l="0" t="0" r="0" b="0"/>
              <a:pathLst>
                <a:path w="428625" h="95">
                  <a:moveTo>
                    <a:pt x="428625" y="0"/>
                  </a:moveTo>
                  <a:lnTo>
                    <a:pt x="0" y="0"/>
                  </a:lnTo>
                </a:path>
              </a:pathLst>
            </a:custGeom>
            <a:noFill/>
            <a:ln w="7327">
              <a:solidFill>
                <a:srgbClr val="397FA6"/>
              </a:solidFill>
              <a:prstDash val="solid"/>
            </a:ln>
          </p:spPr>
        </p:sp>
        <p:sp>
          <p:nvSpPr>
            <p:cNvPr id="78" name="Arrow 63">
              <a:extLst>
                <a:ext uri="{FF2B5EF4-FFF2-40B4-BE49-F238E27FC236}">
                  <a16:creationId xmlns:a16="http://schemas.microsoft.com/office/drawing/2014/main" id="{539EBA44-2D01-4D56-9DF3-766D930FB78F}"/>
                </a:ext>
              </a:extLst>
            </p:cNvPr>
            <p:cNvSpPr>
              <a:spLocks noGrp="1"/>
            </p:cNvSpPr>
            <p:nvPr/>
          </p:nvSpPr>
          <p:spPr>
            <a:xfrm>
              <a:off x="10829925" y="6134100"/>
              <a:ext cx="428625" cy="95"/>
            </a:xfrm>
            <a:custGeom>
              <a:avLst/>
              <a:gdLst/>
              <a:ahLst/>
              <a:cxnLst/>
              <a:rect l="0" t="0" r="0" b="0"/>
              <a:pathLst>
                <a:path w="428625" h="95">
                  <a:moveTo>
                    <a:pt x="0" y="0"/>
                  </a:moveTo>
                  <a:lnTo>
                    <a:pt x="428625" y="0"/>
                  </a:lnTo>
                </a:path>
              </a:pathLst>
            </a:custGeom>
            <a:noFill/>
            <a:ln w="7327">
              <a:solidFill>
                <a:srgbClr val="397FA6"/>
              </a:solidFill>
              <a:prstDash val="solid"/>
            </a:ln>
          </p:spPr>
        </p:sp>
        <p:sp>
          <p:nvSpPr>
            <p:cNvPr id="79" name="Label 64 Q">
              <a:extLst>
                <a:ext uri="{FF2B5EF4-FFF2-40B4-BE49-F238E27FC236}">
                  <a16:creationId xmlns:a16="http://schemas.microsoft.com/office/drawing/2014/main" id="{D7AF6D8A-02DB-465D-8BEE-8146AA3317A9}"/>
                </a:ext>
              </a:extLst>
            </p:cNvPr>
            <p:cNvSpPr>
              <a:spLocks noGrp="1"/>
            </p:cNvSpPr>
            <p:nvPr/>
          </p:nvSpPr>
          <p:spPr>
            <a:xfrm>
              <a:off x="9110663"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0" name="Label 65 Q">
              <a:extLst>
                <a:ext uri="{FF2B5EF4-FFF2-40B4-BE49-F238E27FC236}">
                  <a16:creationId xmlns:a16="http://schemas.microsoft.com/office/drawing/2014/main" id="{F8030BF6-784A-4820-B0A2-F9E20A0E01E8}"/>
                </a:ext>
              </a:extLst>
            </p:cNvPr>
            <p:cNvSpPr>
              <a:spLocks noGrp="1"/>
            </p:cNvSpPr>
            <p:nvPr/>
          </p:nvSpPr>
          <p:spPr>
            <a:xfrm>
              <a:off x="10910888" y="5721804"/>
              <a:ext cx="266700" cy="364671"/>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Q</a:t>
              </a:r>
            </a:p>
          </p:txBody>
        </p:sp>
        <p:sp>
          <p:nvSpPr>
            <p:cNvPr id="81" name="Arrow 66">
              <a:extLst>
                <a:ext uri="{FF2B5EF4-FFF2-40B4-BE49-F238E27FC236}">
                  <a16:creationId xmlns:a16="http://schemas.microsoft.com/office/drawing/2014/main" id="{75A8B12C-3E76-40DC-BED2-5B2AE9D76BC8}"/>
                </a:ext>
              </a:extLst>
            </p:cNvPr>
            <p:cNvSpPr>
              <a:spLocks noGrp="1"/>
            </p:cNvSpPr>
            <p:nvPr/>
          </p:nvSpPr>
          <p:spPr>
            <a:xfrm>
              <a:off x="7953375" y="6362700"/>
              <a:ext cx="1504950" cy="733425"/>
            </a:xfrm>
            <a:custGeom>
              <a:avLst/>
              <a:gdLst/>
              <a:ahLst/>
              <a:cxnLst/>
              <a:rect l="0" t="0" r="0" b="0"/>
              <a:pathLst>
                <a:path w="1504950" h="638175">
                  <a:moveTo>
                    <a:pt x="0" y="0"/>
                  </a:moveTo>
                  <a:lnTo>
                    <a:pt x="0" y="638175"/>
                  </a:lnTo>
                  <a:lnTo>
                    <a:pt x="1504950" y="638175"/>
                  </a:lnTo>
                </a:path>
              </a:pathLst>
            </a:custGeom>
            <a:noFill/>
            <a:ln w="7327">
              <a:solidFill>
                <a:srgbClr val="2B887C"/>
              </a:solidFill>
              <a:prstDash val="solid"/>
            </a:ln>
          </p:spPr>
        </p:sp>
        <p:sp>
          <p:nvSpPr>
            <p:cNvPr id="82" name="Arrow 67">
              <a:extLst>
                <a:ext uri="{FF2B5EF4-FFF2-40B4-BE49-F238E27FC236}">
                  <a16:creationId xmlns:a16="http://schemas.microsoft.com/office/drawing/2014/main" id="{DF50BC25-37EE-4A36-A5EA-CBB9340D342A}"/>
                </a:ext>
              </a:extLst>
            </p:cNvPr>
            <p:cNvSpPr>
              <a:spLocks noGrp="1"/>
            </p:cNvSpPr>
            <p:nvPr/>
          </p:nvSpPr>
          <p:spPr>
            <a:xfrm>
              <a:off x="10829925" y="6362700"/>
              <a:ext cx="1504950" cy="733425"/>
            </a:xfrm>
            <a:custGeom>
              <a:avLst/>
              <a:gdLst/>
              <a:ahLst/>
              <a:cxnLst/>
              <a:rect l="0" t="0" r="0" b="0"/>
              <a:pathLst>
                <a:path w="1504950" h="638175">
                  <a:moveTo>
                    <a:pt x="1504950" y="0"/>
                  </a:moveTo>
                  <a:lnTo>
                    <a:pt x="1504950" y="638175"/>
                  </a:lnTo>
                  <a:lnTo>
                    <a:pt x="0" y="638175"/>
                  </a:lnTo>
                </a:path>
              </a:pathLst>
            </a:custGeom>
            <a:noFill/>
            <a:ln w="7327">
              <a:solidFill>
                <a:srgbClr val="2B887C"/>
              </a:solidFill>
              <a:prstDash val="solid"/>
            </a:ln>
          </p:spPr>
        </p:sp>
        <p:sp>
          <p:nvSpPr>
            <p:cNvPr id="83" name="Arrow 68">
              <a:extLst>
                <a:ext uri="{FF2B5EF4-FFF2-40B4-BE49-F238E27FC236}">
                  <a16:creationId xmlns:a16="http://schemas.microsoft.com/office/drawing/2014/main" id="{34DE6FDB-0F74-4B5D-B9A6-F975BBA67297}"/>
                </a:ext>
              </a:extLst>
            </p:cNvPr>
            <p:cNvSpPr>
              <a:spLocks noGrp="1"/>
            </p:cNvSpPr>
            <p:nvPr/>
          </p:nvSpPr>
          <p:spPr>
            <a:xfrm>
              <a:off x="10144125" y="6229350"/>
              <a:ext cx="95" cy="546100"/>
            </a:xfrm>
            <a:custGeom>
              <a:avLst/>
              <a:gdLst/>
              <a:ahLst/>
              <a:cxnLst/>
              <a:rect l="0" t="0" r="0" b="0"/>
              <a:pathLst>
                <a:path w="95" h="466725">
                  <a:moveTo>
                    <a:pt x="0" y="0"/>
                  </a:moveTo>
                  <a:lnTo>
                    <a:pt x="0" y="466725"/>
                  </a:lnTo>
                </a:path>
              </a:pathLst>
            </a:custGeom>
            <a:noFill/>
            <a:ln w="7327">
              <a:solidFill>
                <a:srgbClr val="2B887C"/>
              </a:solidFill>
              <a:prstDash val="solid"/>
            </a:ln>
          </p:spPr>
        </p:sp>
        <p:sp>
          <p:nvSpPr>
            <p:cNvPr id="84" name="Operator Fusion">
              <a:extLst>
                <a:ext uri="{FF2B5EF4-FFF2-40B4-BE49-F238E27FC236}">
                  <a16:creationId xmlns:a16="http://schemas.microsoft.com/office/drawing/2014/main" id="{07CAC510-F36F-4FDE-9E3F-512FC9BB9F45}"/>
                </a:ext>
              </a:extLst>
            </p:cNvPr>
            <p:cNvSpPr>
              <a:spLocks noGrp="1"/>
            </p:cNvSpPr>
            <p:nvPr/>
          </p:nvSpPr>
          <p:spPr>
            <a:xfrm>
              <a:off x="9553575" y="6858000"/>
              <a:ext cx="11811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780" b="1">
                  <a:solidFill>
                    <a:srgbClr val="2B887C"/>
                  </a:solidFill>
                  <a:latin typeface="Arial"/>
                  <a:ea typeface="Arial"/>
                  <a:cs typeface="Arial"/>
                </a:defRPr>
              </a:pPr>
              <a:r>
                <a:rPr sz="780" b="1">
                  <a:solidFill>
                    <a:srgbClr val="2B887C"/>
                  </a:solidFill>
                  <a:latin typeface="Arial"/>
                  <a:ea typeface="Arial"/>
                  <a:cs typeface="Arial"/>
                </a:rPr>
                <a:t>Fusion</a:t>
              </a:r>
            </a:p>
          </p:txBody>
        </p:sp>
        <p:sp>
          <p:nvSpPr>
            <p:cNvPr id="85" name="Arrow 69">
              <a:extLst>
                <a:ext uri="{FF2B5EF4-FFF2-40B4-BE49-F238E27FC236}">
                  <a16:creationId xmlns:a16="http://schemas.microsoft.com/office/drawing/2014/main" id="{E7A7D860-51A0-4743-A4A8-852602D5DD07}"/>
                </a:ext>
              </a:extLst>
            </p:cNvPr>
            <p:cNvSpPr>
              <a:spLocks noGrp="1"/>
            </p:cNvSpPr>
            <p:nvPr/>
          </p:nvSpPr>
          <p:spPr>
            <a:xfrm>
              <a:off x="10144125" y="7324725"/>
              <a:ext cx="95" cy="352425"/>
            </a:xfrm>
            <a:custGeom>
              <a:avLst/>
              <a:gdLst/>
              <a:ahLst/>
              <a:cxnLst/>
              <a:rect l="0" t="0" r="0" b="0"/>
              <a:pathLst>
                <a:path w="95" h="352425">
                  <a:moveTo>
                    <a:pt x="0" y="0"/>
                  </a:moveTo>
                  <a:lnTo>
                    <a:pt x="0" y="352425"/>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86" name="Label 70 g">
                  <a:extLst>
                    <a:ext uri="{FF2B5EF4-FFF2-40B4-BE49-F238E27FC236}">
                      <a16:creationId xmlns:a16="http://schemas.microsoft.com/office/drawing/2014/main" id="{D5DA0F07-BFD0-4B32-BB25-43B814104440}"/>
                    </a:ext>
                  </a:extLst>
                </p:cNvPr>
                <p:cNvSpPr>
                  <a:spLocks noGrp="1"/>
                </p:cNvSpPr>
                <p:nvPr/>
              </p:nvSpPr>
              <p:spPr>
                <a:xfrm>
                  <a:off x="10315575" y="7372350"/>
                  <a:ext cx="495300" cy="323850"/>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𝑔</m:t>
                            </m:r>
                          </m:e>
                          <m:sub>
                            <m:r>
                              <a:rPr lang="en-US" sz="950">
                                <a:solidFill>
                                  <a:srgbClr val="203646"/>
                                </a:solidFill>
                                <a:latin typeface="Cambria Math"/>
                              </a:rPr>
                              <m:t>𝑘</m:t>
                            </m:r>
                          </m:sub>
                        </m:sSub>
                      </m:oMath>
                    </m:oMathPara>
                  </a14:m>
                  <a:endParaRPr lang="en-US" sz="950"/>
                </a:p>
              </p:txBody>
            </p:sp>
          </mc:Choice>
          <mc:Fallback xmlns="">
            <p:sp>
              <p:nvSpPr>
                <p:cNvPr id="86" name="Label 70 g">
                  <a:extLst>
                    <a:ext uri="{FF2B5EF4-FFF2-40B4-BE49-F238E27FC236}">
                      <a16:creationId xmlns:a16="http://schemas.microsoft.com/office/drawing/2014/main" id="{D5DA0F07-BFD0-4B32-BB25-43B814104440}"/>
                    </a:ext>
                  </a:extLst>
                </p:cNvPr>
                <p:cNvSpPr>
                  <a:spLocks noGrp="1" noRot="1" noChangeAspect="1" noMove="1" noResize="1" noEditPoints="1" noAdjustHandles="1" noChangeArrowheads="1" noChangeShapeType="1" noTextEdit="1"/>
                </p:cNvSpPr>
                <p:nvPr/>
              </p:nvSpPr>
              <p:spPr>
                <a:xfrm>
                  <a:off x="10315575" y="7372350"/>
                  <a:ext cx="495300" cy="323850"/>
                </a:xfrm>
                <a:prstGeom prst="rect">
                  <a:avLst/>
                </a:prstGeom>
                <a:blipFill>
                  <a:blip r:embed="rId5"/>
                  <a:stretch>
                    <a:fillRect l="-19444" b="-25000"/>
                  </a:stretch>
                </a:blipFill>
                <a:ln w="0">
                  <a:noFill/>
                </a:ln>
              </p:spPr>
              <p:txBody>
                <a:bodyPr/>
                <a:lstStyle/>
                <a:p>
                  <a:r>
                    <a:rPr lang="zh-CN" altLang="en-US">
                      <a:noFill/>
                    </a:rPr>
                    <a:t> </a:t>
                  </a:r>
                </a:p>
              </p:txBody>
            </p:sp>
          </mc:Fallback>
        </mc:AlternateContent>
        <p:sp>
          <p:nvSpPr>
            <p:cNvPr id="87" name="Arrow 71">
              <a:extLst>
                <a:ext uri="{FF2B5EF4-FFF2-40B4-BE49-F238E27FC236}">
                  <a16:creationId xmlns:a16="http://schemas.microsoft.com/office/drawing/2014/main" id="{0A2A98D2-E2C3-4EC2-BBFC-B83B74C59939}"/>
                </a:ext>
              </a:extLst>
            </p:cNvPr>
            <p:cNvSpPr>
              <a:spLocks noGrp="1"/>
            </p:cNvSpPr>
            <p:nvPr/>
          </p:nvSpPr>
          <p:spPr>
            <a:xfrm>
              <a:off x="1647825" y="7867650"/>
              <a:ext cx="3486150" cy="613204"/>
            </a:xfrm>
            <a:custGeom>
              <a:avLst/>
              <a:gdLst/>
              <a:ahLst/>
              <a:cxnLst/>
              <a:rect l="0" t="0" r="0" b="0"/>
              <a:pathLst>
                <a:path w="3486150" h="800100">
                  <a:moveTo>
                    <a:pt x="3486150" y="0"/>
                  </a:moveTo>
                  <a:lnTo>
                    <a:pt x="0" y="0"/>
                  </a:lnTo>
                  <a:lnTo>
                    <a:pt x="0" y="800100"/>
                  </a:lnTo>
                </a:path>
              </a:pathLst>
            </a:custGeom>
            <a:noFill/>
            <a:ln w="7327">
              <a:solidFill>
                <a:srgbClr val="397FA6"/>
              </a:solidFill>
              <a:prstDash val="solid"/>
            </a:ln>
          </p:spPr>
        </p:sp>
        <p:sp>
          <p:nvSpPr>
            <p:cNvPr id="88" name="Operator Foreground head">
              <a:extLst>
                <a:ext uri="{FF2B5EF4-FFF2-40B4-BE49-F238E27FC236}">
                  <a16:creationId xmlns:a16="http://schemas.microsoft.com/office/drawing/2014/main" id="{E649E0DB-319F-4592-937B-AB168647A014}"/>
                </a:ext>
              </a:extLst>
            </p:cNvPr>
            <p:cNvSpPr>
              <a:spLocks noGrp="1"/>
            </p:cNvSpPr>
            <p:nvPr/>
          </p:nvSpPr>
          <p:spPr>
            <a:xfrm>
              <a:off x="609600" y="8543925"/>
              <a:ext cx="2190750" cy="466725"/>
            </a:xfrm>
            <a:prstGeom prst="roundRect">
              <a:avLst>
                <a:gd name="adj" fmla="val 14286"/>
              </a:avLst>
            </a:prstGeom>
            <a:solidFill>
              <a:srgbClr val="F7FAFC"/>
            </a:solidFill>
            <a:ln w="6896">
              <a:solidFill>
                <a:srgbClr val="397FA6"/>
              </a:solidFill>
            </a:ln>
          </p:spPr>
          <p:txBody>
            <a:bodyPr wrap="none" lIns="28575" tIns="9525" rIns="28575" bIns="9525" anchor="ctr">
              <a:noAutofit/>
            </a:bodyPr>
            <a:lstStyle/>
            <a:p>
              <a:pPr algn="ctr">
                <a:defRPr sz="815" b="1">
                  <a:solidFill>
                    <a:srgbClr val="397FA6"/>
                  </a:solidFill>
                  <a:latin typeface="Arial"/>
                  <a:ea typeface="Arial"/>
                  <a:cs typeface="Arial"/>
                </a:defRPr>
              </a:pPr>
              <a:r>
                <a:rPr sz="815" b="1">
                  <a:solidFill>
                    <a:srgbClr val="397FA6"/>
                  </a:solidFill>
                  <a:latin typeface="Arial"/>
                  <a:ea typeface="Arial"/>
                  <a:cs typeface="Arial"/>
                </a:rPr>
                <a:t>Foreground head</a:t>
              </a:r>
            </a:p>
          </p:txBody>
        </p:sp>
        <p:sp>
          <p:nvSpPr>
            <p:cNvPr id="89" name="Arrow 72">
              <a:extLst>
                <a:ext uri="{FF2B5EF4-FFF2-40B4-BE49-F238E27FC236}">
                  <a16:creationId xmlns:a16="http://schemas.microsoft.com/office/drawing/2014/main" id="{AC950889-7950-4382-989F-4ADA2971A5D8}"/>
                </a:ext>
              </a:extLst>
            </p:cNvPr>
            <p:cNvSpPr>
              <a:spLocks noGrp="1"/>
            </p:cNvSpPr>
            <p:nvPr/>
          </p:nvSpPr>
          <p:spPr>
            <a:xfrm>
              <a:off x="2800350" y="8772525"/>
              <a:ext cx="400050" cy="95"/>
            </a:xfrm>
            <a:custGeom>
              <a:avLst/>
              <a:gdLst/>
              <a:ahLst/>
              <a:cxnLst/>
              <a:rect l="0" t="0" r="0" b="0"/>
              <a:pathLst>
                <a:path w="400050" h="95">
                  <a:moveTo>
                    <a:pt x="0" y="0"/>
                  </a:moveTo>
                  <a:lnTo>
                    <a:pt x="400050" y="0"/>
                  </a:lnTo>
                </a:path>
              </a:pathLst>
            </a:custGeom>
            <a:noFill/>
            <a:ln w="7327">
              <a:solidFill>
                <a:srgbClr val="397FA6"/>
              </a:solidFill>
              <a:prstDash val="solid"/>
            </a:ln>
          </p:spPr>
        </p:sp>
        <p:sp>
          <p:nvSpPr>
            <p:cNvPr id="90" name="Label 73 Foreground probability">
              <a:extLst>
                <a:ext uri="{FF2B5EF4-FFF2-40B4-BE49-F238E27FC236}">
                  <a16:creationId xmlns:a16="http://schemas.microsoft.com/office/drawing/2014/main" id="{217FE554-D66D-431D-A008-17522F8D7032}"/>
                </a:ext>
              </a:extLst>
            </p:cNvPr>
            <p:cNvSpPr>
              <a:spLocks noGrp="1"/>
            </p:cNvSpPr>
            <p:nvPr/>
          </p:nvSpPr>
          <p:spPr>
            <a:xfrm>
              <a:off x="647700" y="9153525"/>
              <a:ext cx="2952750" cy="276225"/>
            </a:xfrm>
            <a:prstGeom prst="rect">
              <a:avLst/>
            </a:prstGeom>
            <a:noFill/>
            <a:ln w="0">
              <a:noFill/>
            </a:ln>
          </p:spPr>
          <p:txBody>
            <a:bodyPr wrap="none" lIns="0" tIns="0" rIns="0" bIns="0" anchor="ctr">
              <a:noAutofit/>
            </a:bodyPr>
            <a:lstStyle/>
            <a:p>
              <a:pPr algn="l">
                <a:defRPr sz="780" b="0">
                  <a:solidFill>
                    <a:srgbClr val="6F8290"/>
                  </a:solidFill>
                  <a:latin typeface="Arial"/>
                  <a:ea typeface="Arial"/>
                  <a:cs typeface="Arial"/>
                </a:defRPr>
              </a:pPr>
              <a:r>
                <a:rPr sz="78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91" name="Label 74 p">
                  <a:extLst>
                    <a:ext uri="{FF2B5EF4-FFF2-40B4-BE49-F238E27FC236}">
                      <a16:creationId xmlns:a16="http://schemas.microsoft.com/office/drawing/2014/main" id="{62FF4945-B9A9-44F5-926F-B575BA07572C}"/>
                    </a:ext>
                  </a:extLst>
                </p:cNvPr>
                <p:cNvSpPr>
                  <a:spLocks noGrp="1"/>
                </p:cNvSpPr>
                <p:nvPr/>
              </p:nvSpPr>
              <p:spPr>
                <a:xfrm>
                  <a:off x="3343275" y="8582025"/>
                  <a:ext cx="714375" cy="40957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950">
                                <a:solidFill>
                                  <a:srgbClr val="203646"/>
                                </a:solidFill>
                                <a:latin typeface="Cambria Math"/>
                              </a:rPr>
                            </m:ctrlPr>
                          </m:sSubSupPr>
                          <m:e>
                            <m:r>
                              <a:rPr lang="en-US" sz="950">
                                <a:solidFill>
                                  <a:srgbClr val="203646"/>
                                </a:solidFill>
                                <a:latin typeface="Cambria Math"/>
                              </a:rPr>
                              <m:t>𝑝</m:t>
                            </m:r>
                          </m:e>
                          <m:sub>
                            <m:r>
                              <a:rPr lang="en-US" sz="950">
                                <a:solidFill>
                                  <a:srgbClr val="203646"/>
                                </a:solidFill>
                                <a:latin typeface="Cambria Math"/>
                              </a:rPr>
                              <m:t>𝑗</m:t>
                            </m:r>
                          </m:sub>
                          <m:sup>
                            <m:r>
                              <m:rPr>
                                <m:sty m:val="p"/>
                              </m:rPr>
                              <a:rPr lang="en-US" sz="950">
                                <a:solidFill>
                                  <a:srgbClr val="203646"/>
                                </a:solidFill>
                                <a:latin typeface="Cambria Math"/>
                              </a:rPr>
                              <m:t>fg</m:t>
                            </m:r>
                          </m:sup>
                        </m:sSubSup>
                      </m:oMath>
                    </m:oMathPara>
                  </a14:m>
                  <a:endParaRPr lang="en-US" sz="950"/>
                </a:p>
              </p:txBody>
            </p:sp>
          </mc:Choice>
          <mc:Fallback xmlns="">
            <p:sp>
              <p:nvSpPr>
                <p:cNvPr id="91" name="Label 74 p">
                  <a:extLst>
                    <a:ext uri="{FF2B5EF4-FFF2-40B4-BE49-F238E27FC236}">
                      <a16:creationId xmlns:a16="http://schemas.microsoft.com/office/drawing/2014/main" id="{62FF4945-B9A9-44F5-926F-B575BA07572C}"/>
                    </a:ext>
                  </a:extLst>
                </p:cNvPr>
                <p:cNvSpPr>
                  <a:spLocks noGrp="1" noRot="1" noChangeAspect="1" noMove="1" noResize="1" noEditPoints="1" noAdjustHandles="1" noChangeArrowheads="1" noChangeShapeType="1" noTextEdit="1"/>
                </p:cNvSpPr>
                <p:nvPr/>
              </p:nvSpPr>
              <p:spPr>
                <a:xfrm>
                  <a:off x="3343275" y="8582025"/>
                  <a:ext cx="714375" cy="409575"/>
                </a:xfrm>
                <a:prstGeom prst="rect">
                  <a:avLst/>
                </a:prstGeom>
                <a:blipFill>
                  <a:blip r:embed="rId6"/>
                  <a:stretch>
                    <a:fillRect l="-13208" t="-3333" b="-30000"/>
                  </a:stretch>
                </a:blipFill>
                <a:ln w="0">
                  <a:noFill/>
                </a:ln>
              </p:spPr>
              <p:txBody>
                <a:bodyPr/>
                <a:lstStyle/>
                <a:p>
                  <a:r>
                    <a:rPr lang="zh-CN" altLang="en-US">
                      <a:noFill/>
                    </a:rPr>
                    <a:t> </a:t>
                  </a:r>
                </a:p>
              </p:txBody>
            </p:sp>
          </mc:Fallback>
        </mc:AlternateContent>
        <p:sp>
          <p:nvSpPr>
            <p:cNvPr id="92" name="Arrow 75">
              <a:extLst>
                <a:ext uri="{FF2B5EF4-FFF2-40B4-BE49-F238E27FC236}">
                  <a16:creationId xmlns:a16="http://schemas.microsoft.com/office/drawing/2014/main" id="{093631D5-4355-4D52-BEAC-53E2913549AD}"/>
                </a:ext>
              </a:extLst>
            </p:cNvPr>
            <p:cNvSpPr>
              <a:spLocks noGrp="1"/>
            </p:cNvSpPr>
            <p:nvPr/>
          </p:nvSpPr>
          <p:spPr>
            <a:xfrm>
              <a:off x="5762625" y="7991475"/>
              <a:ext cx="1333500" cy="781050"/>
            </a:xfrm>
            <a:custGeom>
              <a:avLst/>
              <a:gdLst/>
              <a:ahLst/>
              <a:cxnLst/>
              <a:rect l="0" t="0" r="0" b="0"/>
              <a:pathLst>
                <a:path w="1333500" h="971550">
                  <a:moveTo>
                    <a:pt x="0" y="0"/>
                  </a:moveTo>
                  <a:lnTo>
                    <a:pt x="0" y="971550"/>
                  </a:lnTo>
                  <a:lnTo>
                    <a:pt x="1333500" y="971550"/>
                  </a:lnTo>
                </a:path>
              </a:pathLst>
            </a:custGeom>
            <a:noFill/>
            <a:ln w="7327">
              <a:solidFill>
                <a:srgbClr val="397FA6"/>
              </a:solidFill>
              <a:prstDash val="solid"/>
            </a:ln>
          </p:spPr>
        </p:sp>
        <p:sp>
          <p:nvSpPr>
            <p:cNvPr id="93" name="Arrow 76">
              <a:extLst>
                <a:ext uri="{FF2B5EF4-FFF2-40B4-BE49-F238E27FC236}">
                  <a16:creationId xmlns:a16="http://schemas.microsoft.com/office/drawing/2014/main" id="{7401EFE1-C3B2-44A7-8AE1-991F702E00FA}"/>
                </a:ext>
              </a:extLst>
            </p:cNvPr>
            <p:cNvSpPr>
              <a:spLocks noGrp="1"/>
            </p:cNvSpPr>
            <p:nvPr/>
          </p:nvSpPr>
          <p:spPr>
            <a:xfrm>
              <a:off x="8105775" y="7991475"/>
              <a:ext cx="2038350" cy="498389"/>
            </a:xfrm>
            <a:custGeom>
              <a:avLst/>
              <a:gdLst/>
              <a:ahLst/>
              <a:cxnLst/>
              <a:rect l="0" t="0" r="0" b="0"/>
              <a:pathLst>
                <a:path w="2038350" h="685800">
                  <a:moveTo>
                    <a:pt x="2038350" y="0"/>
                  </a:moveTo>
                  <a:lnTo>
                    <a:pt x="2038350" y="390525"/>
                  </a:lnTo>
                  <a:lnTo>
                    <a:pt x="0" y="390525"/>
                  </a:lnTo>
                  <a:lnTo>
                    <a:pt x="0" y="685800"/>
                  </a:lnTo>
                </a:path>
              </a:pathLst>
            </a:custGeom>
            <a:noFill/>
            <a:ln w="7327">
              <a:solidFill>
                <a:srgbClr val="2B887C"/>
              </a:solidFill>
              <a:prstDash val="solid"/>
            </a:ln>
          </p:spPr>
        </p:sp>
        <p:sp>
          <p:nvSpPr>
            <p:cNvPr id="94" name="Operator Cosine score">
              <a:extLst>
                <a:ext uri="{FF2B5EF4-FFF2-40B4-BE49-F238E27FC236}">
                  <a16:creationId xmlns:a16="http://schemas.microsoft.com/office/drawing/2014/main" id="{43153F0F-030E-4A8C-975D-BCDD7031D716}"/>
                </a:ext>
              </a:extLst>
            </p:cNvPr>
            <p:cNvSpPr>
              <a:spLocks noGrp="1"/>
            </p:cNvSpPr>
            <p:nvPr/>
          </p:nvSpPr>
          <p:spPr>
            <a:xfrm>
              <a:off x="7153275" y="8543925"/>
              <a:ext cx="1905000" cy="466725"/>
            </a:xfrm>
            <a:prstGeom prst="roundRect">
              <a:avLst>
                <a:gd name="adj" fmla="val 14286"/>
              </a:avLst>
            </a:prstGeom>
            <a:solidFill>
              <a:srgbClr val="FFFFFF"/>
            </a:solidFill>
            <a:ln w="6896">
              <a:solidFill>
                <a:srgbClr val="2B887C"/>
              </a:solidFill>
            </a:ln>
          </p:spPr>
          <p:txBody>
            <a:bodyPr wrap="none" lIns="28575" tIns="9525" rIns="28575" bIns="9525" anchor="ctr">
              <a:noAutofit/>
            </a:bodyPr>
            <a:lstStyle/>
            <a:p>
              <a:pPr algn="ctr">
                <a:defRPr sz="815" b="1">
                  <a:solidFill>
                    <a:srgbClr val="2B887C"/>
                  </a:solidFill>
                  <a:latin typeface="Arial"/>
                  <a:ea typeface="Arial"/>
                  <a:cs typeface="Arial"/>
                </a:defRPr>
              </a:pPr>
              <a:r>
                <a:rPr sz="815" b="1">
                  <a:solidFill>
                    <a:srgbClr val="2B887C"/>
                  </a:solidFill>
                  <a:latin typeface="Arial"/>
                  <a:ea typeface="Arial"/>
                  <a:cs typeface="Arial"/>
                </a:rPr>
                <a:t>Cosine score</a:t>
              </a:r>
            </a:p>
          </p:txBody>
        </p:sp>
        <p:sp>
          <p:nvSpPr>
            <p:cNvPr id="95" name="Label 77 Learned projections">
              <a:extLst>
                <a:ext uri="{FF2B5EF4-FFF2-40B4-BE49-F238E27FC236}">
                  <a16:creationId xmlns:a16="http://schemas.microsoft.com/office/drawing/2014/main" id="{A1B660C7-6D72-43DF-93D6-AF904693EE8F}"/>
                </a:ext>
              </a:extLst>
            </p:cNvPr>
            <p:cNvSpPr>
              <a:spLocks noGrp="1"/>
            </p:cNvSpPr>
            <p:nvPr/>
          </p:nvSpPr>
          <p:spPr>
            <a:xfrm>
              <a:off x="7019925" y="9153525"/>
              <a:ext cx="2171700" cy="276225"/>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Learned projections</a:t>
              </a:r>
            </a:p>
          </p:txBody>
        </p:sp>
        <p:sp>
          <p:nvSpPr>
            <p:cNvPr id="96" name="Arrow 78">
              <a:extLst>
                <a:ext uri="{FF2B5EF4-FFF2-40B4-BE49-F238E27FC236}">
                  <a16:creationId xmlns:a16="http://schemas.microsoft.com/office/drawing/2014/main" id="{29BF68B1-3859-428B-B99B-2E1D9F95D8F3}"/>
                </a:ext>
              </a:extLst>
            </p:cNvPr>
            <p:cNvSpPr>
              <a:spLocks noGrp="1"/>
            </p:cNvSpPr>
            <p:nvPr/>
          </p:nvSpPr>
          <p:spPr>
            <a:xfrm>
              <a:off x="9058275" y="8772525"/>
              <a:ext cx="1466850" cy="95"/>
            </a:xfrm>
            <a:custGeom>
              <a:avLst/>
              <a:gdLst/>
              <a:ahLst/>
              <a:cxnLst/>
              <a:rect l="0" t="0" r="0" b="0"/>
              <a:pathLst>
                <a:path w="1466850" h="95">
                  <a:moveTo>
                    <a:pt x="0" y="0"/>
                  </a:moveTo>
                  <a:lnTo>
                    <a:pt x="1466850" y="0"/>
                  </a:lnTo>
                </a:path>
              </a:pathLst>
            </a:custGeom>
            <a:noFill/>
            <a:ln w="7327">
              <a:solidFill>
                <a:srgbClr val="2B887C"/>
              </a:solidFill>
              <a:prstDash val="solid"/>
            </a:ln>
          </p:spPr>
        </p:sp>
        <mc:AlternateContent xmlns:mc="http://schemas.openxmlformats.org/markup-compatibility/2006" xmlns:a14="http://schemas.microsoft.com/office/drawing/2010/main">
          <mc:Choice Requires="a14">
            <p:sp>
              <p:nvSpPr>
                <p:cNvPr id="97" name="Label 79 s">
                  <a:extLst>
                    <a:ext uri="{FF2B5EF4-FFF2-40B4-BE49-F238E27FC236}">
                      <a16:creationId xmlns:a16="http://schemas.microsoft.com/office/drawing/2014/main" id="{2EEC63D8-78ED-4A57-B28C-7028FF104957}"/>
                    </a:ext>
                  </a:extLst>
                </p:cNvPr>
                <p:cNvSpPr>
                  <a:spLocks noGrp="1"/>
                </p:cNvSpPr>
                <p:nvPr/>
              </p:nvSpPr>
              <p:spPr>
                <a:xfrm>
                  <a:off x="9582150" y="8336692"/>
                  <a:ext cx="742950" cy="33105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950">
                                <a:solidFill>
                                  <a:srgbClr val="203646"/>
                                </a:solidFill>
                                <a:latin typeface="Cambria Math"/>
                              </a:rPr>
                            </m:ctrlPr>
                          </m:sSubPr>
                          <m:e>
                            <m:r>
                              <a:rPr lang="en-US" sz="950">
                                <a:solidFill>
                                  <a:srgbClr val="203646"/>
                                </a:solidFill>
                                <a:latin typeface="Cambria Math"/>
                              </a:rPr>
                              <m:t>𝑠</m:t>
                            </m:r>
                          </m:e>
                          <m:sub>
                            <m:r>
                              <a:rPr lang="en-US" sz="950">
                                <a:solidFill>
                                  <a:srgbClr val="203646"/>
                                </a:solidFill>
                                <a:latin typeface="Cambria Math"/>
                              </a:rPr>
                              <m:t>𝑗</m:t>
                            </m:r>
                            <m:r>
                              <a:rPr lang="en-US" sz="950">
                                <a:solidFill>
                                  <a:srgbClr val="203646"/>
                                </a:solidFill>
                                <a:latin typeface="Cambria Math"/>
                              </a:rPr>
                              <m:t>,</m:t>
                            </m:r>
                            <m:r>
                              <a:rPr lang="en-US" sz="950">
                                <a:solidFill>
                                  <a:srgbClr val="203646"/>
                                </a:solidFill>
                                <a:latin typeface="Cambria Math"/>
                              </a:rPr>
                              <m:t>𝑘</m:t>
                            </m:r>
                          </m:sub>
                        </m:sSub>
                      </m:oMath>
                    </m:oMathPara>
                  </a14:m>
                  <a:endParaRPr lang="en-US" sz="950"/>
                </a:p>
              </p:txBody>
            </p:sp>
          </mc:Choice>
          <mc:Fallback xmlns="">
            <p:sp>
              <p:nvSpPr>
                <p:cNvPr id="97" name="Label 79 s">
                  <a:extLst>
                    <a:ext uri="{FF2B5EF4-FFF2-40B4-BE49-F238E27FC236}">
                      <a16:creationId xmlns:a16="http://schemas.microsoft.com/office/drawing/2014/main" id="{2EEC63D8-78ED-4A57-B28C-7028FF104957}"/>
                    </a:ext>
                  </a:extLst>
                </p:cNvPr>
                <p:cNvSpPr>
                  <a:spLocks noGrp="1" noRot="1" noChangeAspect="1" noMove="1" noResize="1" noEditPoints="1" noAdjustHandles="1" noChangeArrowheads="1" noChangeShapeType="1" noTextEdit="1"/>
                </p:cNvSpPr>
                <p:nvPr/>
              </p:nvSpPr>
              <p:spPr>
                <a:xfrm>
                  <a:off x="9582150" y="8336692"/>
                  <a:ext cx="742950" cy="331058"/>
                </a:xfrm>
                <a:prstGeom prst="rect">
                  <a:avLst/>
                </a:prstGeom>
                <a:blipFill>
                  <a:blip r:embed="rId7"/>
                  <a:stretch>
                    <a:fillRect l="-9091" b="-33333"/>
                  </a:stretch>
                </a:blipFill>
                <a:ln w="0">
                  <a:noFill/>
                </a:ln>
              </p:spPr>
              <p:txBody>
                <a:bodyPr/>
                <a:lstStyle/>
                <a:p>
                  <a:r>
                    <a:rPr lang="zh-CN" altLang="en-US">
                      <a:noFill/>
                    </a:rPr>
                    <a:t> </a:t>
                  </a:r>
                </a:p>
              </p:txBody>
            </p:sp>
          </mc:Fallback>
        </mc:AlternateContent>
        <p:sp>
          <p:nvSpPr>
            <p:cNvPr id="98" name="Label 80 Identity scores">
              <a:extLst>
                <a:ext uri="{FF2B5EF4-FFF2-40B4-BE49-F238E27FC236}">
                  <a16:creationId xmlns:a16="http://schemas.microsoft.com/office/drawing/2014/main" id="{BC06909F-029C-45B3-86C0-EA89CC5D8A63}"/>
                </a:ext>
              </a:extLst>
            </p:cNvPr>
            <p:cNvSpPr>
              <a:spLocks noGrp="1"/>
            </p:cNvSpPr>
            <p:nvPr/>
          </p:nvSpPr>
          <p:spPr>
            <a:xfrm>
              <a:off x="10601325" y="7953375"/>
              <a:ext cx="2362200" cy="171682"/>
            </a:xfrm>
            <a:prstGeom prst="rect">
              <a:avLst/>
            </a:prstGeom>
            <a:noFill/>
            <a:ln w="0">
              <a:noFill/>
            </a:ln>
          </p:spPr>
          <p:txBody>
            <a:bodyPr wrap="none" lIns="0" tIns="0" rIns="0" bIns="0" anchor="ctr">
              <a:noAutofit/>
            </a:bodyPr>
            <a:lstStyle/>
            <a:p>
              <a:pPr algn="ctr">
                <a:defRPr sz="746" b="1">
                  <a:solidFill>
                    <a:srgbClr val="203646"/>
                  </a:solidFill>
                  <a:latin typeface="Arial"/>
                  <a:ea typeface="Arial"/>
                  <a:cs typeface="Arial"/>
                </a:defRPr>
              </a:pPr>
              <a:r>
                <a:rPr sz="746" b="1">
                  <a:solidFill>
                    <a:srgbClr val="203646"/>
                  </a:solidFill>
                  <a:latin typeface="Arial"/>
                  <a:ea typeface="Arial"/>
                  <a:cs typeface="Arial"/>
                </a:rPr>
                <a:t>Identity scores</a:t>
              </a:r>
            </a:p>
          </p:txBody>
        </p:sp>
        <p:sp>
          <p:nvSpPr>
            <p:cNvPr id="99" name="Highlighted identity column k">
              <a:extLst>
                <a:ext uri="{FF2B5EF4-FFF2-40B4-BE49-F238E27FC236}">
                  <a16:creationId xmlns:a16="http://schemas.microsoft.com/office/drawing/2014/main" id="{633B4652-EF6E-4C92-95AA-35395D1D6274}"/>
                </a:ext>
              </a:extLst>
            </p:cNvPr>
            <p:cNvSpPr>
              <a:spLocks noGrp="1"/>
            </p:cNvSpPr>
            <p:nvPr/>
          </p:nvSpPr>
          <p:spPr>
            <a:xfrm>
              <a:off x="11382375" y="8390753"/>
              <a:ext cx="428625" cy="1019947"/>
            </a:xfrm>
            <a:prstGeom prst="rect">
              <a:avLst/>
            </a:prstGeom>
            <a:solidFill>
              <a:srgbClr val="EDF6F1"/>
            </a:solidFill>
            <a:ln w="0">
              <a:noFill/>
            </a:ln>
          </p:spPr>
        </p:sp>
        <p:sp>
          <p:nvSpPr>
            <p:cNvPr id="100" name="Current pair score j,k">
              <a:extLst>
                <a:ext uri="{FF2B5EF4-FFF2-40B4-BE49-F238E27FC236}">
                  <a16:creationId xmlns:a16="http://schemas.microsoft.com/office/drawing/2014/main" id="{6344FA62-990A-40EE-ABD0-40ABCCC43574}"/>
                </a:ext>
              </a:extLst>
            </p:cNvPr>
            <p:cNvSpPr>
              <a:spLocks noGrp="1"/>
            </p:cNvSpPr>
            <p:nvPr/>
          </p:nvSpPr>
          <p:spPr>
            <a:xfrm>
              <a:off x="11382375" y="8639175"/>
              <a:ext cx="428625" cy="257175"/>
            </a:xfrm>
            <a:prstGeom prst="rect">
              <a:avLst/>
            </a:prstGeom>
            <a:solidFill>
              <a:srgbClr val="4C9D8F"/>
            </a:solidFill>
            <a:ln w="0">
              <a:noFill/>
            </a:ln>
          </p:spPr>
        </p:sp>
        <p:sp>
          <p:nvSpPr>
            <p:cNvPr id="101" name="Line 81">
              <a:extLst>
                <a:ext uri="{FF2B5EF4-FFF2-40B4-BE49-F238E27FC236}">
                  <a16:creationId xmlns:a16="http://schemas.microsoft.com/office/drawing/2014/main" id="{9156ECC4-48D8-435F-A10D-F829C6206D94}"/>
                </a:ext>
              </a:extLst>
            </p:cNvPr>
            <p:cNvSpPr>
              <a:spLocks noGrp="1"/>
            </p:cNvSpPr>
            <p:nvPr/>
          </p:nvSpPr>
          <p:spPr>
            <a:xfrm>
              <a:off x="109537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2" name="Line 82">
              <a:extLst>
                <a:ext uri="{FF2B5EF4-FFF2-40B4-BE49-F238E27FC236}">
                  <a16:creationId xmlns:a16="http://schemas.microsoft.com/office/drawing/2014/main" id="{C726D88E-6921-4ECB-B1A0-22AFABC86A49}"/>
                </a:ext>
              </a:extLst>
            </p:cNvPr>
            <p:cNvSpPr>
              <a:spLocks noGrp="1"/>
            </p:cNvSpPr>
            <p:nvPr/>
          </p:nvSpPr>
          <p:spPr>
            <a:xfrm>
              <a:off x="1138237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3" name="Line 83">
              <a:extLst>
                <a:ext uri="{FF2B5EF4-FFF2-40B4-BE49-F238E27FC236}">
                  <a16:creationId xmlns:a16="http://schemas.microsoft.com/office/drawing/2014/main" id="{8FE62384-1DD2-4E24-A484-F9148874D6AA}"/>
                </a:ext>
              </a:extLst>
            </p:cNvPr>
            <p:cNvSpPr>
              <a:spLocks noGrp="1"/>
            </p:cNvSpPr>
            <p:nvPr/>
          </p:nvSpPr>
          <p:spPr>
            <a:xfrm>
              <a:off x="1181100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4" name="Line 84">
              <a:extLst>
                <a:ext uri="{FF2B5EF4-FFF2-40B4-BE49-F238E27FC236}">
                  <a16:creationId xmlns:a16="http://schemas.microsoft.com/office/drawing/2014/main" id="{1E72C4A4-012C-4A16-9ED7-7F4CDEE8A18B}"/>
                </a:ext>
              </a:extLst>
            </p:cNvPr>
            <p:cNvSpPr>
              <a:spLocks noGrp="1"/>
            </p:cNvSpPr>
            <p:nvPr/>
          </p:nvSpPr>
          <p:spPr>
            <a:xfrm>
              <a:off x="12239625"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5" name="Line 85">
              <a:extLst>
                <a:ext uri="{FF2B5EF4-FFF2-40B4-BE49-F238E27FC236}">
                  <a16:creationId xmlns:a16="http://schemas.microsoft.com/office/drawing/2014/main" id="{0081AE91-CAB1-4A31-B437-466188445080}"/>
                </a:ext>
              </a:extLst>
            </p:cNvPr>
            <p:cNvSpPr>
              <a:spLocks noGrp="1"/>
            </p:cNvSpPr>
            <p:nvPr/>
          </p:nvSpPr>
          <p:spPr>
            <a:xfrm>
              <a:off x="12668250" y="8390753"/>
              <a:ext cx="95" cy="1019947"/>
            </a:xfrm>
            <a:custGeom>
              <a:avLst/>
              <a:gdLst/>
              <a:ahLst/>
              <a:cxnLst/>
              <a:rect l="0" t="0" r="0" b="0"/>
              <a:pathLst>
                <a:path w="95" h="1028700">
                  <a:moveTo>
                    <a:pt x="0" y="0"/>
                  </a:moveTo>
                  <a:lnTo>
                    <a:pt x="0" y="1028700"/>
                  </a:lnTo>
                </a:path>
              </a:pathLst>
            </a:custGeom>
            <a:noFill/>
            <a:ln w="5172">
              <a:solidFill>
                <a:srgbClr val="A7C4BD"/>
              </a:solidFill>
              <a:prstDash val="solid"/>
            </a:ln>
          </p:spPr>
        </p:sp>
        <p:sp>
          <p:nvSpPr>
            <p:cNvPr id="106" name="Line 86">
              <a:extLst>
                <a:ext uri="{FF2B5EF4-FFF2-40B4-BE49-F238E27FC236}">
                  <a16:creationId xmlns:a16="http://schemas.microsoft.com/office/drawing/2014/main" id="{5F7CB2D8-F16D-49E0-8122-C35EDC167CDA}"/>
                </a:ext>
              </a:extLst>
            </p:cNvPr>
            <p:cNvSpPr>
              <a:spLocks noGrp="1"/>
            </p:cNvSpPr>
            <p:nvPr/>
          </p:nvSpPr>
          <p:spPr>
            <a:xfrm>
              <a:off x="10953750" y="8390753"/>
              <a:ext cx="1714500" cy="90"/>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7" name="Line 87">
              <a:extLst>
                <a:ext uri="{FF2B5EF4-FFF2-40B4-BE49-F238E27FC236}">
                  <a16:creationId xmlns:a16="http://schemas.microsoft.com/office/drawing/2014/main" id="{4996B01C-BC9A-4CBA-9586-E6C7B4AFF172}"/>
                </a:ext>
              </a:extLst>
            </p:cNvPr>
            <p:cNvSpPr>
              <a:spLocks noGrp="1"/>
            </p:cNvSpPr>
            <p:nvPr/>
          </p:nvSpPr>
          <p:spPr>
            <a:xfrm>
              <a:off x="10953750" y="863917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8" name="Line 88">
              <a:extLst>
                <a:ext uri="{FF2B5EF4-FFF2-40B4-BE49-F238E27FC236}">
                  <a16:creationId xmlns:a16="http://schemas.microsoft.com/office/drawing/2014/main" id="{550E0803-B892-4F46-B3CF-CF2F4E2653F0}"/>
                </a:ext>
              </a:extLst>
            </p:cNvPr>
            <p:cNvSpPr>
              <a:spLocks noGrp="1"/>
            </p:cNvSpPr>
            <p:nvPr/>
          </p:nvSpPr>
          <p:spPr>
            <a:xfrm>
              <a:off x="10953750" y="889635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09" name="Line 89">
              <a:extLst>
                <a:ext uri="{FF2B5EF4-FFF2-40B4-BE49-F238E27FC236}">
                  <a16:creationId xmlns:a16="http://schemas.microsoft.com/office/drawing/2014/main" id="{2DA6A8F3-819C-43AE-8E1F-E62488936338}"/>
                </a:ext>
              </a:extLst>
            </p:cNvPr>
            <p:cNvSpPr>
              <a:spLocks noGrp="1"/>
            </p:cNvSpPr>
            <p:nvPr/>
          </p:nvSpPr>
          <p:spPr>
            <a:xfrm>
              <a:off x="10953750" y="9153525"/>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0" name="Line 90">
              <a:extLst>
                <a:ext uri="{FF2B5EF4-FFF2-40B4-BE49-F238E27FC236}">
                  <a16:creationId xmlns:a16="http://schemas.microsoft.com/office/drawing/2014/main" id="{66A8BF9F-3528-4A2C-A310-71C77BCD8F48}"/>
                </a:ext>
              </a:extLst>
            </p:cNvPr>
            <p:cNvSpPr>
              <a:spLocks noGrp="1"/>
            </p:cNvSpPr>
            <p:nvPr/>
          </p:nvSpPr>
          <p:spPr>
            <a:xfrm>
              <a:off x="10953750" y="9410700"/>
              <a:ext cx="1714500" cy="95"/>
            </a:xfrm>
            <a:custGeom>
              <a:avLst/>
              <a:gdLst/>
              <a:ahLst/>
              <a:cxnLst/>
              <a:rect l="0" t="0" r="0" b="0"/>
              <a:pathLst>
                <a:path w="1714500" h="95">
                  <a:moveTo>
                    <a:pt x="0" y="0"/>
                  </a:moveTo>
                  <a:lnTo>
                    <a:pt x="1714500" y="0"/>
                  </a:lnTo>
                </a:path>
              </a:pathLst>
            </a:custGeom>
            <a:noFill/>
            <a:ln w="5172">
              <a:solidFill>
                <a:srgbClr val="A7C4BD"/>
              </a:solidFill>
              <a:prstDash val="solid"/>
            </a:ln>
          </p:spPr>
        </p:sp>
        <p:sp>
          <p:nvSpPr>
            <p:cNvPr id="111" name="Label 91 k">
              <a:extLst>
                <a:ext uri="{FF2B5EF4-FFF2-40B4-BE49-F238E27FC236}">
                  <a16:creationId xmlns:a16="http://schemas.microsoft.com/office/drawing/2014/main" id="{6907892D-46D5-436F-860B-90D18798F92C}"/>
                </a:ext>
              </a:extLst>
            </p:cNvPr>
            <p:cNvSpPr>
              <a:spLocks noGrp="1"/>
            </p:cNvSpPr>
            <p:nvPr/>
          </p:nvSpPr>
          <p:spPr>
            <a:xfrm>
              <a:off x="11477625" y="8183834"/>
              <a:ext cx="238125" cy="197909"/>
            </a:xfrm>
            <a:prstGeom prst="rect">
              <a:avLst/>
            </a:prstGeom>
            <a:noFill/>
            <a:ln w="0">
              <a:noFill/>
            </a:ln>
          </p:spPr>
          <p:txBody>
            <a:bodyPr wrap="none" lIns="0" tIns="0" rIns="0" bIns="0" anchor="ctr">
              <a:noAutofit/>
            </a:bodyPr>
            <a:lstStyle/>
            <a:p>
              <a:pPr algn="ctr">
                <a:defRPr sz="679" b="1">
                  <a:solidFill>
                    <a:srgbClr val="2B887C"/>
                  </a:solidFill>
                  <a:latin typeface="Arial"/>
                  <a:ea typeface="Arial"/>
                  <a:cs typeface="Arial"/>
                </a:defRPr>
              </a:pPr>
              <a:r>
                <a:rPr sz="679" b="1">
                  <a:solidFill>
                    <a:srgbClr val="2B887C"/>
                  </a:solidFill>
                  <a:latin typeface="Arial"/>
                  <a:ea typeface="Arial"/>
                  <a:cs typeface="Arial"/>
                </a:rPr>
                <a:t>k</a:t>
              </a:r>
            </a:p>
          </p:txBody>
        </p:sp>
        <p:sp>
          <p:nvSpPr>
            <p:cNvPr id="112" name="Label 92 j">
              <a:extLst>
                <a:ext uri="{FF2B5EF4-FFF2-40B4-BE49-F238E27FC236}">
                  <a16:creationId xmlns:a16="http://schemas.microsoft.com/office/drawing/2014/main" id="{7894E8FB-429B-4FCC-A36E-6ABCEC47B722}"/>
                </a:ext>
              </a:extLst>
            </p:cNvPr>
            <p:cNvSpPr>
              <a:spLocks noGrp="1"/>
            </p:cNvSpPr>
            <p:nvPr/>
          </p:nvSpPr>
          <p:spPr>
            <a:xfrm>
              <a:off x="10687050" y="8639175"/>
              <a:ext cx="200025" cy="257175"/>
            </a:xfrm>
            <a:prstGeom prst="rect">
              <a:avLst/>
            </a:prstGeom>
            <a:noFill/>
            <a:ln w="0">
              <a:noFill/>
            </a:ln>
          </p:spPr>
          <p:txBody>
            <a:bodyPr wrap="none" lIns="0" tIns="0" rIns="0" bIns="0" anchor="ctr">
              <a:noAutofit/>
            </a:bodyPr>
            <a:lstStyle/>
            <a:p>
              <a:pPr algn="ctr">
                <a:defRPr sz="679" b="1">
                  <a:solidFill>
                    <a:srgbClr val="397FA6"/>
                  </a:solidFill>
                  <a:latin typeface="Arial"/>
                  <a:ea typeface="Arial"/>
                  <a:cs typeface="Arial"/>
                </a:defRPr>
              </a:pPr>
              <a:r>
                <a:rPr sz="679" b="1">
                  <a:solidFill>
                    <a:srgbClr val="397FA6"/>
                  </a:solidFill>
                  <a:latin typeface="Arial"/>
                  <a:ea typeface="Arial"/>
                  <a:cs typeface="Arial"/>
                </a:rPr>
                <a:t>j</a:t>
              </a:r>
            </a:p>
          </p:txBody>
        </p:sp>
        <p:sp>
          <p:nvSpPr>
            <p:cNvPr id="113" name="Label 93 J × K">
              <a:extLst>
                <a:ext uri="{FF2B5EF4-FFF2-40B4-BE49-F238E27FC236}">
                  <a16:creationId xmlns:a16="http://schemas.microsoft.com/office/drawing/2014/main" id="{4BDCB8EA-D4C5-4CB9-878A-5BB1A5D3899F}"/>
                </a:ext>
              </a:extLst>
            </p:cNvPr>
            <p:cNvSpPr>
              <a:spLocks noGrp="1"/>
            </p:cNvSpPr>
            <p:nvPr/>
          </p:nvSpPr>
          <p:spPr>
            <a:xfrm>
              <a:off x="11163300" y="9508331"/>
              <a:ext cx="1304925" cy="207169"/>
            </a:xfrm>
            <a:prstGeom prst="rect">
              <a:avLst/>
            </a:prstGeom>
            <a:noFill/>
            <a:ln w="0">
              <a:noFill/>
            </a:ln>
          </p:spPr>
          <p:txBody>
            <a:bodyPr wrap="none" lIns="0" tIns="0" rIns="0" bIns="0" anchor="ctr">
              <a:noAutofit/>
            </a:bodyPr>
            <a:lstStyle/>
            <a:p>
              <a:pPr algn="ctr">
                <a:defRPr sz="780" b="0">
                  <a:solidFill>
                    <a:srgbClr val="6F8290"/>
                  </a:solidFill>
                  <a:latin typeface="Arial"/>
                  <a:ea typeface="Arial"/>
                  <a:cs typeface="Arial"/>
                </a:defRPr>
              </a:pPr>
              <a:r>
                <a:rPr sz="780" b="0">
                  <a:solidFill>
                    <a:srgbClr val="6F8290"/>
                  </a:solidFill>
                  <a:latin typeface="Arial"/>
                  <a:ea typeface="Arial"/>
                  <a:cs typeface="Arial"/>
                </a:rPr>
                <a:t>J × K</a:t>
              </a:r>
            </a:p>
          </p:txBody>
        </p:sp>
        <p:grpSp>
          <p:nvGrpSpPr>
            <p:cNvPr id="114" name="Density voxel illustration | exp">
              <a:extLst>
                <a:ext uri="{FF2B5EF4-FFF2-40B4-BE49-F238E27FC236}">
                  <a16:creationId xmlns:a16="http://schemas.microsoft.com/office/drawing/2014/main" id="{F17BDBC2-33AE-C128-EAA3-5581B99C76F7}"/>
                </a:ext>
              </a:extLst>
            </p:cNvPr>
            <p:cNvGrpSpPr/>
            <p:nvPr/>
          </p:nvGrpSpPr>
          <p:grpSpPr>
            <a:xfrm>
              <a:off x="647700" y="1990725"/>
              <a:ext cx="904875" cy="800100"/>
              <a:chOff x="1179315" y="2886201"/>
              <a:chExt cx="295650" cy="262800"/>
            </a:xfrm>
          </p:grpSpPr>
          <p:sp>
            <p:nvSpPr>
              <p:cNvPr id="115" name="path_2370">
                <a:extLst>
                  <a:ext uri="{FF2B5EF4-FFF2-40B4-BE49-F238E27FC236}">
                    <a16:creationId xmlns:a16="http://schemas.microsoft.com/office/drawing/2014/main" id="{3B46EB8D-B8F6-3337-7DC2-FD5800A84A85}"/>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2534" cap="rnd" cmpd="sng" algn="ctr">
                <a:solidFill>
                  <a:srgbClr val="367FB7">
                    <a:alpha val="70000"/>
                  </a:srgbClr>
                </a:solidFill>
                <a:prstDash val="solid"/>
                <a:round/>
                <a:headEnd type="none" w="med" len="med"/>
                <a:tailEnd type="none" w="med" len="med"/>
              </a:ln>
              <a:effectLst/>
            </p:spPr>
          </p:sp>
          <p:sp>
            <p:nvSpPr>
              <p:cNvPr id="116" name="path_2371">
                <a:extLst>
                  <a:ext uri="{FF2B5EF4-FFF2-40B4-BE49-F238E27FC236}">
                    <a16:creationId xmlns:a16="http://schemas.microsoft.com/office/drawing/2014/main" id="{97A60EDB-AB8B-4A6B-AB9C-7023D70C0734}"/>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2534" cap="rnd" cmpd="sng" algn="ctr">
                <a:solidFill>
                  <a:srgbClr val="367FB7">
                    <a:alpha val="60000"/>
                  </a:srgbClr>
                </a:solidFill>
                <a:prstDash val="solid"/>
                <a:round/>
                <a:headEnd type="none" w="med" len="med"/>
                <a:tailEnd type="none" w="med" len="med"/>
              </a:ln>
              <a:effectLst/>
            </p:spPr>
          </p:sp>
          <p:sp>
            <p:nvSpPr>
              <p:cNvPr id="117" name="rect_2372">
                <a:extLst>
                  <a:ext uri="{FF2B5EF4-FFF2-40B4-BE49-F238E27FC236}">
                    <a16:creationId xmlns:a16="http://schemas.microsoft.com/office/drawing/2014/main" id="{4D08E4CD-76E8-47FE-4B88-41CFC087E247}"/>
                  </a:ext>
                </a:extLst>
              </p:cNvPr>
              <p:cNvSpPr/>
              <p:nvPr/>
            </p:nvSpPr>
            <p:spPr>
              <a:xfrm>
                <a:off x="1179315" y="2933505"/>
                <a:ext cx="248346" cy="215496"/>
              </a:xfrm>
              <a:prstGeom prst="rect">
                <a:avLst/>
              </a:prstGeom>
              <a:solidFill>
                <a:srgbClr val="F7FBFE"/>
              </a:solidFill>
              <a:ln w="2534" cap="rnd" cmpd="sng" algn="ctr">
                <a:solidFill>
                  <a:srgbClr val="367FB7"/>
                </a:solidFill>
                <a:prstDash val="solid"/>
                <a:round/>
                <a:headEnd type="none" w="med" len="med"/>
                <a:tailEnd type="none" w="med" len="med"/>
              </a:ln>
              <a:effectLst/>
            </p:spPr>
          </p:sp>
          <p:sp>
            <p:nvSpPr>
              <p:cNvPr id="118" name="Density voxel cell">
                <a:extLst>
                  <a:ext uri="{FF2B5EF4-FFF2-40B4-BE49-F238E27FC236}">
                    <a16:creationId xmlns:a16="http://schemas.microsoft.com/office/drawing/2014/main" id="{9BF715A1-25E2-DA2F-DD9A-72ADFBE4DCBF}"/>
                  </a:ext>
                </a:extLst>
              </p:cNvPr>
              <p:cNvSpPr/>
              <p:nvPr/>
            </p:nvSpPr>
            <p:spPr>
              <a:xfrm>
                <a:off x="1180465" y="2934655"/>
                <a:ext cx="20277" cy="17291"/>
              </a:xfrm>
              <a:prstGeom prst="rect">
                <a:avLst/>
              </a:prstGeom>
              <a:solidFill>
                <a:srgbClr val="F1F7FC"/>
              </a:solidFill>
              <a:ln w="4435" cap="rnd" cmpd="sng" algn="ctr">
                <a:noFill/>
                <a:prstDash val="solid"/>
                <a:round/>
                <a:headEnd type="none" w="med" len="med"/>
                <a:tailEnd type="none" w="med" len="med"/>
              </a:ln>
              <a:effectLst/>
            </p:spPr>
          </p:sp>
          <p:sp>
            <p:nvSpPr>
              <p:cNvPr id="119" name="Density voxel cell">
                <a:extLst>
                  <a:ext uri="{FF2B5EF4-FFF2-40B4-BE49-F238E27FC236}">
                    <a16:creationId xmlns:a16="http://schemas.microsoft.com/office/drawing/2014/main" id="{41E334CD-D4DD-DB35-255B-BECD98FCCA34}"/>
                  </a:ext>
                </a:extLst>
              </p:cNvPr>
              <p:cNvSpPr/>
              <p:nvPr/>
            </p:nvSpPr>
            <p:spPr>
              <a:xfrm>
                <a:off x="1203042" y="2934655"/>
                <a:ext cx="20277" cy="17291"/>
              </a:xfrm>
              <a:prstGeom prst="rect">
                <a:avLst/>
              </a:prstGeom>
              <a:solidFill>
                <a:srgbClr val="E5F0F8"/>
              </a:solidFill>
              <a:ln w="4435" cap="rnd" cmpd="sng" algn="ctr">
                <a:noFill/>
                <a:prstDash val="solid"/>
                <a:round/>
                <a:headEnd type="none" w="med" len="med"/>
                <a:tailEnd type="none" w="med" len="med"/>
              </a:ln>
              <a:effectLst/>
            </p:spPr>
          </p:sp>
          <p:sp>
            <p:nvSpPr>
              <p:cNvPr id="120" name="Density voxel cell">
                <a:extLst>
                  <a:ext uri="{FF2B5EF4-FFF2-40B4-BE49-F238E27FC236}">
                    <a16:creationId xmlns:a16="http://schemas.microsoft.com/office/drawing/2014/main" id="{D9569432-012A-B5B3-8C53-37F77AFF3FD3}"/>
                  </a:ext>
                </a:extLst>
              </p:cNvPr>
              <p:cNvSpPr/>
              <p:nvPr/>
            </p:nvSpPr>
            <p:spPr>
              <a:xfrm>
                <a:off x="1225619" y="2934655"/>
                <a:ext cx="20277" cy="17291"/>
              </a:xfrm>
              <a:prstGeom prst="rect">
                <a:avLst/>
              </a:prstGeom>
              <a:solidFill>
                <a:srgbClr val="D3E5F1"/>
              </a:solidFill>
              <a:ln w="4435" cap="rnd" cmpd="sng" algn="ctr">
                <a:noFill/>
                <a:prstDash val="solid"/>
                <a:round/>
                <a:headEnd type="none" w="med" len="med"/>
                <a:tailEnd type="none" w="med" len="med"/>
              </a:ln>
              <a:effectLst/>
            </p:spPr>
          </p:sp>
          <p:sp>
            <p:nvSpPr>
              <p:cNvPr id="121" name="Density voxel cell">
                <a:extLst>
                  <a:ext uri="{FF2B5EF4-FFF2-40B4-BE49-F238E27FC236}">
                    <a16:creationId xmlns:a16="http://schemas.microsoft.com/office/drawing/2014/main" id="{A02D6558-ACDB-39C3-E1F7-C7675C780653}"/>
                  </a:ext>
                </a:extLst>
              </p:cNvPr>
              <p:cNvSpPr/>
              <p:nvPr/>
            </p:nvSpPr>
            <p:spPr>
              <a:xfrm>
                <a:off x="1248195" y="2934655"/>
                <a:ext cx="20277" cy="17291"/>
              </a:xfrm>
              <a:prstGeom prst="rect">
                <a:avLst/>
              </a:prstGeom>
              <a:solidFill>
                <a:srgbClr val="C6DDED"/>
              </a:solidFill>
              <a:ln w="4435" cap="rnd" cmpd="sng" algn="ctr">
                <a:noFill/>
                <a:prstDash val="solid"/>
                <a:round/>
                <a:headEnd type="none" w="med" len="med"/>
                <a:tailEnd type="none" w="med" len="med"/>
              </a:ln>
              <a:effectLst/>
            </p:spPr>
          </p:sp>
          <p:sp>
            <p:nvSpPr>
              <p:cNvPr id="122" name="Density voxel cell">
                <a:extLst>
                  <a:ext uri="{FF2B5EF4-FFF2-40B4-BE49-F238E27FC236}">
                    <a16:creationId xmlns:a16="http://schemas.microsoft.com/office/drawing/2014/main" id="{29585C36-18BD-AE6D-FF3D-F4A54A407BA6}"/>
                  </a:ext>
                </a:extLst>
              </p:cNvPr>
              <p:cNvSpPr/>
              <p:nvPr/>
            </p:nvSpPr>
            <p:spPr>
              <a:xfrm>
                <a:off x="1270772" y="2934655"/>
                <a:ext cx="20277" cy="17291"/>
              </a:xfrm>
              <a:prstGeom prst="rect">
                <a:avLst/>
              </a:prstGeom>
              <a:solidFill>
                <a:srgbClr val="C9DEEE"/>
              </a:solidFill>
              <a:ln w="4435" cap="rnd" cmpd="sng" algn="ctr">
                <a:noFill/>
                <a:prstDash val="solid"/>
                <a:round/>
                <a:headEnd type="none" w="med" len="med"/>
                <a:tailEnd type="none" w="med" len="med"/>
              </a:ln>
              <a:effectLst/>
            </p:spPr>
          </p:sp>
          <p:sp>
            <p:nvSpPr>
              <p:cNvPr id="123" name="Density voxel cell">
                <a:extLst>
                  <a:ext uri="{FF2B5EF4-FFF2-40B4-BE49-F238E27FC236}">
                    <a16:creationId xmlns:a16="http://schemas.microsoft.com/office/drawing/2014/main" id="{AB02672E-1DBC-F1A5-0456-4138E5C86DE0}"/>
                  </a:ext>
                </a:extLst>
              </p:cNvPr>
              <p:cNvSpPr/>
              <p:nvPr/>
            </p:nvSpPr>
            <p:spPr>
              <a:xfrm>
                <a:off x="1293349" y="2934655"/>
                <a:ext cx="20277" cy="17291"/>
              </a:xfrm>
              <a:prstGeom prst="rect">
                <a:avLst/>
              </a:prstGeom>
              <a:solidFill>
                <a:srgbClr val="D9E8F3"/>
              </a:solidFill>
              <a:ln w="4435" cap="rnd" cmpd="sng" algn="ctr">
                <a:noFill/>
                <a:prstDash val="solid"/>
                <a:round/>
                <a:headEnd type="none" w="med" len="med"/>
                <a:tailEnd type="none" w="med" len="med"/>
              </a:ln>
              <a:effectLst/>
            </p:spPr>
          </p:sp>
          <p:sp>
            <p:nvSpPr>
              <p:cNvPr id="124" name="Density voxel cell">
                <a:extLst>
                  <a:ext uri="{FF2B5EF4-FFF2-40B4-BE49-F238E27FC236}">
                    <a16:creationId xmlns:a16="http://schemas.microsoft.com/office/drawing/2014/main" id="{CC3278B1-6432-9508-0D2E-389BD2185A93}"/>
                  </a:ext>
                </a:extLst>
              </p:cNvPr>
              <p:cNvSpPr/>
              <p:nvPr/>
            </p:nvSpPr>
            <p:spPr>
              <a:xfrm>
                <a:off x="1315926" y="2934655"/>
                <a:ext cx="20277" cy="17291"/>
              </a:xfrm>
              <a:prstGeom prst="rect">
                <a:avLst/>
              </a:prstGeom>
              <a:solidFill>
                <a:srgbClr val="E9F3F9"/>
              </a:solidFill>
              <a:ln w="4435" cap="rnd" cmpd="sng" algn="ctr">
                <a:noFill/>
                <a:prstDash val="solid"/>
                <a:round/>
                <a:headEnd type="none" w="med" len="med"/>
                <a:tailEnd type="none" w="med" len="med"/>
              </a:ln>
              <a:effectLst/>
            </p:spPr>
          </p:sp>
          <p:sp>
            <p:nvSpPr>
              <p:cNvPr id="125" name="Density voxel cell">
                <a:extLst>
                  <a:ext uri="{FF2B5EF4-FFF2-40B4-BE49-F238E27FC236}">
                    <a16:creationId xmlns:a16="http://schemas.microsoft.com/office/drawing/2014/main" id="{7F566B7C-FEA4-641B-FAEA-4707B0E6F894}"/>
                  </a:ext>
                </a:extLst>
              </p:cNvPr>
              <p:cNvSpPr/>
              <p:nvPr/>
            </p:nvSpPr>
            <p:spPr>
              <a:xfrm>
                <a:off x="1338503" y="2934655"/>
                <a:ext cx="20277" cy="17291"/>
              </a:xfrm>
              <a:prstGeom prst="rect">
                <a:avLst/>
              </a:prstGeom>
              <a:solidFill>
                <a:srgbClr val="F3F8FC"/>
              </a:solidFill>
              <a:ln w="4435" cap="rnd" cmpd="sng" algn="ctr">
                <a:noFill/>
                <a:prstDash val="solid"/>
                <a:round/>
                <a:headEnd type="none" w="med" len="med"/>
                <a:tailEnd type="none" w="med" len="med"/>
              </a:ln>
              <a:effectLst/>
            </p:spPr>
          </p:sp>
          <p:sp>
            <p:nvSpPr>
              <p:cNvPr id="126" name="Density voxel cell">
                <a:extLst>
                  <a:ext uri="{FF2B5EF4-FFF2-40B4-BE49-F238E27FC236}">
                    <a16:creationId xmlns:a16="http://schemas.microsoft.com/office/drawing/2014/main" id="{74619C84-F5DB-6106-06C8-6E595EBB5358}"/>
                  </a:ext>
                </a:extLst>
              </p:cNvPr>
              <p:cNvSpPr/>
              <p:nvPr/>
            </p:nvSpPr>
            <p:spPr>
              <a:xfrm>
                <a:off x="1361080" y="2934655"/>
                <a:ext cx="20277" cy="17291"/>
              </a:xfrm>
              <a:prstGeom prst="rect">
                <a:avLst/>
              </a:prstGeom>
              <a:solidFill>
                <a:srgbClr val="F6FAFE"/>
              </a:solidFill>
              <a:ln w="4435" cap="rnd" cmpd="sng" algn="ctr">
                <a:noFill/>
                <a:prstDash val="solid"/>
                <a:round/>
                <a:headEnd type="none" w="med" len="med"/>
                <a:tailEnd type="none" w="med" len="med"/>
              </a:ln>
              <a:effectLst/>
            </p:spPr>
          </p:sp>
          <p:sp>
            <p:nvSpPr>
              <p:cNvPr id="127" name="Density voxel cell">
                <a:extLst>
                  <a:ext uri="{FF2B5EF4-FFF2-40B4-BE49-F238E27FC236}">
                    <a16:creationId xmlns:a16="http://schemas.microsoft.com/office/drawing/2014/main" id="{C4C408E6-DB20-1598-25A2-EAAB8F6FE3DB}"/>
                  </a:ext>
                </a:extLst>
              </p:cNvPr>
              <p:cNvSpPr/>
              <p:nvPr/>
            </p:nvSpPr>
            <p:spPr>
              <a:xfrm>
                <a:off x="1383657"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8" name="Density voxel cell">
                <a:extLst>
                  <a:ext uri="{FF2B5EF4-FFF2-40B4-BE49-F238E27FC236}">
                    <a16:creationId xmlns:a16="http://schemas.microsoft.com/office/drawing/2014/main" id="{000F8736-20AE-E5AF-3296-BF98AF8EDEBC}"/>
                  </a:ext>
                </a:extLst>
              </p:cNvPr>
              <p:cNvSpPr/>
              <p:nvPr/>
            </p:nvSpPr>
            <p:spPr>
              <a:xfrm>
                <a:off x="1406234" y="293465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29" name="Density voxel cell">
                <a:extLst>
                  <a:ext uri="{FF2B5EF4-FFF2-40B4-BE49-F238E27FC236}">
                    <a16:creationId xmlns:a16="http://schemas.microsoft.com/office/drawing/2014/main" id="{224FBE94-90E6-5C71-8E73-A0856AADCDB5}"/>
                  </a:ext>
                </a:extLst>
              </p:cNvPr>
              <p:cNvSpPr/>
              <p:nvPr/>
            </p:nvSpPr>
            <p:spPr>
              <a:xfrm>
                <a:off x="1180465" y="2954245"/>
                <a:ext cx="20277" cy="17291"/>
              </a:xfrm>
              <a:prstGeom prst="rect">
                <a:avLst/>
              </a:prstGeom>
              <a:solidFill>
                <a:srgbClr val="EBF3FA"/>
              </a:solidFill>
              <a:ln w="4435" cap="rnd" cmpd="sng" algn="ctr">
                <a:noFill/>
                <a:prstDash val="solid"/>
                <a:round/>
                <a:headEnd type="none" w="med" len="med"/>
                <a:tailEnd type="none" w="med" len="med"/>
              </a:ln>
              <a:effectLst/>
            </p:spPr>
          </p:sp>
          <p:sp>
            <p:nvSpPr>
              <p:cNvPr id="130" name="Density voxel cell">
                <a:extLst>
                  <a:ext uri="{FF2B5EF4-FFF2-40B4-BE49-F238E27FC236}">
                    <a16:creationId xmlns:a16="http://schemas.microsoft.com/office/drawing/2014/main" id="{35259CD0-2279-92F6-B157-01ABF8D47E63}"/>
                  </a:ext>
                </a:extLst>
              </p:cNvPr>
              <p:cNvSpPr/>
              <p:nvPr/>
            </p:nvSpPr>
            <p:spPr>
              <a:xfrm>
                <a:off x="1203042" y="2954245"/>
                <a:ext cx="20277" cy="17291"/>
              </a:xfrm>
              <a:prstGeom prst="rect">
                <a:avLst/>
              </a:prstGeom>
              <a:solidFill>
                <a:srgbClr val="D4E5F2"/>
              </a:solidFill>
              <a:ln w="4435" cap="rnd" cmpd="sng" algn="ctr">
                <a:noFill/>
                <a:prstDash val="solid"/>
                <a:round/>
                <a:headEnd type="none" w="med" len="med"/>
                <a:tailEnd type="none" w="med" len="med"/>
              </a:ln>
              <a:effectLst/>
            </p:spPr>
          </p:sp>
          <p:sp>
            <p:nvSpPr>
              <p:cNvPr id="131" name="Density voxel cell">
                <a:extLst>
                  <a:ext uri="{FF2B5EF4-FFF2-40B4-BE49-F238E27FC236}">
                    <a16:creationId xmlns:a16="http://schemas.microsoft.com/office/drawing/2014/main" id="{B77C8B13-85DC-D197-AC55-B201052B606B}"/>
                  </a:ext>
                </a:extLst>
              </p:cNvPr>
              <p:cNvSpPr/>
              <p:nvPr/>
            </p:nvSpPr>
            <p:spPr>
              <a:xfrm>
                <a:off x="1225619" y="2954245"/>
                <a:ext cx="20277" cy="17291"/>
              </a:xfrm>
              <a:prstGeom prst="rect">
                <a:avLst/>
              </a:prstGeom>
              <a:solidFill>
                <a:srgbClr val="B1D0E5"/>
              </a:solidFill>
              <a:ln w="4435" cap="rnd" cmpd="sng" algn="ctr">
                <a:noFill/>
                <a:prstDash val="solid"/>
                <a:round/>
                <a:headEnd type="none" w="med" len="med"/>
                <a:tailEnd type="none" w="med" len="med"/>
              </a:ln>
              <a:effectLst/>
            </p:spPr>
          </p:sp>
          <p:sp>
            <p:nvSpPr>
              <p:cNvPr id="132" name="Density voxel cell">
                <a:extLst>
                  <a:ext uri="{FF2B5EF4-FFF2-40B4-BE49-F238E27FC236}">
                    <a16:creationId xmlns:a16="http://schemas.microsoft.com/office/drawing/2014/main" id="{EF4D52F1-2674-F849-A5DF-A66200610794}"/>
                  </a:ext>
                </a:extLst>
              </p:cNvPr>
              <p:cNvSpPr/>
              <p:nvPr/>
            </p:nvSpPr>
            <p:spPr>
              <a:xfrm>
                <a:off x="1248195" y="2954245"/>
                <a:ext cx="20277" cy="17291"/>
              </a:xfrm>
              <a:prstGeom prst="rect">
                <a:avLst/>
              </a:prstGeom>
              <a:solidFill>
                <a:srgbClr val="98C0DC"/>
              </a:solidFill>
              <a:ln w="4435" cap="rnd" cmpd="sng" algn="ctr">
                <a:noFill/>
                <a:prstDash val="solid"/>
                <a:round/>
                <a:headEnd type="none" w="med" len="med"/>
                <a:tailEnd type="none" w="med" len="med"/>
              </a:ln>
              <a:effectLst/>
            </p:spPr>
          </p:sp>
          <p:sp>
            <p:nvSpPr>
              <p:cNvPr id="133" name="Density voxel cell">
                <a:extLst>
                  <a:ext uri="{FF2B5EF4-FFF2-40B4-BE49-F238E27FC236}">
                    <a16:creationId xmlns:a16="http://schemas.microsoft.com/office/drawing/2014/main" id="{EF8A9DEE-3146-0A8C-07F6-4B0436080DCD}"/>
                  </a:ext>
                </a:extLst>
              </p:cNvPr>
              <p:cNvSpPr/>
              <p:nvPr/>
            </p:nvSpPr>
            <p:spPr>
              <a:xfrm>
                <a:off x="1270772" y="2954245"/>
                <a:ext cx="20277" cy="17291"/>
              </a:xfrm>
              <a:prstGeom prst="rect">
                <a:avLst/>
              </a:prstGeom>
              <a:solidFill>
                <a:srgbClr val="9DC3DE"/>
              </a:solidFill>
              <a:ln w="4435" cap="rnd" cmpd="sng" algn="ctr">
                <a:noFill/>
                <a:prstDash val="solid"/>
                <a:round/>
                <a:headEnd type="none" w="med" len="med"/>
                <a:tailEnd type="none" w="med" len="med"/>
              </a:ln>
              <a:effectLst/>
            </p:spPr>
          </p:sp>
          <p:sp>
            <p:nvSpPr>
              <p:cNvPr id="134" name="Density voxel cell">
                <a:extLst>
                  <a:ext uri="{FF2B5EF4-FFF2-40B4-BE49-F238E27FC236}">
                    <a16:creationId xmlns:a16="http://schemas.microsoft.com/office/drawing/2014/main" id="{E92FF767-262B-48EB-1794-7F8A74486342}"/>
                  </a:ext>
                </a:extLst>
              </p:cNvPr>
              <p:cNvSpPr/>
              <p:nvPr/>
            </p:nvSpPr>
            <p:spPr>
              <a:xfrm>
                <a:off x="1293349" y="2954245"/>
                <a:ext cx="20277" cy="17291"/>
              </a:xfrm>
              <a:prstGeom prst="rect">
                <a:avLst/>
              </a:prstGeom>
              <a:solidFill>
                <a:srgbClr val="BCD6E9"/>
              </a:solidFill>
              <a:ln w="4435" cap="rnd" cmpd="sng" algn="ctr">
                <a:noFill/>
                <a:prstDash val="solid"/>
                <a:round/>
                <a:headEnd type="none" w="med" len="med"/>
                <a:tailEnd type="none" w="med" len="med"/>
              </a:ln>
              <a:effectLst/>
            </p:spPr>
          </p:sp>
          <p:sp>
            <p:nvSpPr>
              <p:cNvPr id="135" name="Density voxel cell">
                <a:extLst>
                  <a:ext uri="{FF2B5EF4-FFF2-40B4-BE49-F238E27FC236}">
                    <a16:creationId xmlns:a16="http://schemas.microsoft.com/office/drawing/2014/main" id="{31CD1140-55D8-695B-4B32-15A7EEFA7C2E}"/>
                  </a:ext>
                </a:extLst>
              </p:cNvPr>
              <p:cNvSpPr/>
              <p:nvPr/>
            </p:nvSpPr>
            <p:spPr>
              <a:xfrm>
                <a:off x="1315926" y="2954245"/>
                <a:ext cx="20277" cy="17291"/>
              </a:xfrm>
              <a:prstGeom prst="rect">
                <a:avLst/>
              </a:prstGeom>
              <a:solidFill>
                <a:srgbClr val="DCEAF5"/>
              </a:solidFill>
              <a:ln w="4435" cap="rnd" cmpd="sng" algn="ctr">
                <a:noFill/>
                <a:prstDash val="solid"/>
                <a:round/>
                <a:headEnd type="none" w="med" len="med"/>
                <a:tailEnd type="none" w="med" len="med"/>
              </a:ln>
              <a:effectLst/>
            </p:spPr>
          </p:sp>
          <p:sp>
            <p:nvSpPr>
              <p:cNvPr id="136" name="Density voxel cell">
                <a:extLst>
                  <a:ext uri="{FF2B5EF4-FFF2-40B4-BE49-F238E27FC236}">
                    <a16:creationId xmlns:a16="http://schemas.microsoft.com/office/drawing/2014/main" id="{6FCEC984-9FA2-8D34-062A-E775AEC21276}"/>
                  </a:ext>
                </a:extLst>
              </p:cNvPr>
              <p:cNvSpPr/>
              <p:nvPr/>
            </p:nvSpPr>
            <p:spPr>
              <a:xfrm>
                <a:off x="1338503" y="2954245"/>
                <a:ext cx="20277" cy="17291"/>
              </a:xfrm>
              <a:prstGeom prst="rect">
                <a:avLst/>
              </a:prstGeom>
              <a:solidFill>
                <a:srgbClr val="EFF6FB"/>
              </a:solidFill>
              <a:ln w="4435" cap="rnd" cmpd="sng" algn="ctr">
                <a:noFill/>
                <a:prstDash val="solid"/>
                <a:round/>
                <a:headEnd type="none" w="med" len="med"/>
                <a:tailEnd type="none" w="med" len="med"/>
              </a:ln>
              <a:effectLst/>
            </p:spPr>
          </p:sp>
          <p:sp>
            <p:nvSpPr>
              <p:cNvPr id="137" name="Density voxel cell">
                <a:extLst>
                  <a:ext uri="{FF2B5EF4-FFF2-40B4-BE49-F238E27FC236}">
                    <a16:creationId xmlns:a16="http://schemas.microsoft.com/office/drawing/2014/main" id="{5B7E56B6-C03E-EDB6-BE88-674B363A848A}"/>
                  </a:ext>
                </a:extLst>
              </p:cNvPr>
              <p:cNvSpPr/>
              <p:nvPr/>
            </p:nvSpPr>
            <p:spPr>
              <a:xfrm>
                <a:off x="1361080" y="2954245"/>
                <a:ext cx="20277" cy="17291"/>
              </a:xfrm>
              <a:prstGeom prst="rect">
                <a:avLst/>
              </a:prstGeom>
              <a:solidFill>
                <a:srgbClr val="F5FAFD"/>
              </a:solidFill>
              <a:ln w="4435" cap="rnd" cmpd="sng" algn="ctr">
                <a:noFill/>
                <a:prstDash val="solid"/>
                <a:round/>
                <a:headEnd type="none" w="med" len="med"/>
                <a:tailEnd type="none" w="med" len="med"/>
              </a:ln>
              <a:effectLst/>
            </p:spPr>
          </p:sp>
          <p:sp>
            <p:nvSpPr>
              <p:cNvPr id="138" name="Density voxel cell">
                <a:extLst>
                  <a:ext uri="{FF2B5EF4-FFF2-40B4-BE49-F238E27FC236}">
                    <a16:creationId xmlns:a16="http://schemas.microsoft.com/office/drawing/2014/main" id="{494C6813-DE42-273F-B43D-4042EF74AD85}"/>
                  </a:ext>
                </a:extLst>
              </p:cNvPr>
              <p:cNvSpPr/>
              <p:nvPr/>
            </p:nvSpPr>
            <p:spPr>
              <a:xfrm>
                <a:off x="1383657"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39" name="Density voxel cell">
                <a:extLst>
                  <a:ext uri="{FF2B5EF4-FFF2-40B4-BE49-F238E27FC236}">
                    <a16:creationId xmlns:a16="http://schemas.microsoft.com/office/drawing/2014/main" id="{FE7FDE35-BDF0-6CC8-771C-E6D66E5E1759}"/>
                  </a:ext>
                </a:extLst>
              </p:cNvPr>
              <p:cNvSpPr/>
              <p:nvPr/>
            </p:nvSpPr>
            <p:spPr>
              <a:xfrm>
                <a:off x="1406234" y="2954245"/>
                <a:ext cx="20277" cy="17291"/>
              </a:xfrm>
              <a:prstGeom prst="rect">
                <a:avLst/>
              </a:prstGeom>
              <a:solidFill>
                <a:srgbClr val="F7FBFE"/>
              </a:solidFill>
              <a:ln w="4435" cap="rnd" cmpd="sng" algn="ctr">
                <a:noFill/>
                <a:prstDash val="solid"/>
                <a:round/>
                <a:headEnd type="none" w="med" len="med"/>
                <a:tailEnd type="none" w="med" len="med"/>
              </a:ln>
              <a:effectLst/>
            </p:spPr>
          </p:sp>
          <p:sp>
            <p:nvSpPr>
              <p:cNvPr id="140" name="Density voxel cell">
                <a:extLst>
                  <a:ext uri="{FF2B5EF4-FFF2-40B4-BE49-F238E27FC236}">
                    <a16:creationId xmlns:a16="http://schemas.microsoft.com/office/drawing/2014/main" id="{094997D5-E3E4-5104-D0E8-B2AC28130CA0}"/>
                  </a:ext>
                </a:extLst>
              </p:cNvPr>
              <p:cNvSpPr/>
              <p:nvPr/>
            </p:nvSpPr>
            <p:spPr>
              <a:xfrm>
                <a:off x="1180465" y="2973836"/>
                <a:ext cx="20277" cy="17291"/>
              </a:xfrm>
              <a:prstGeom prst="rect">
                <a:avLst/>
              </a:prstGeom>
              <a:solidFill>
                <a:srgbClr val="E4EFF7"/>
              </a:solidFill>
              <a:ln w="4435" cap="rnd" cmpd="sng" algn="ctr">
                <a:noFill/>
                <a:prstDash val="solid"/>
                <a:round/>
                <a:headEnd type="none" w="med" len="med"/>
                <a:tailEnd type="none" w="med" len="med"/>
              </a:ln>
              <a:effectLst/>
            </p:spPr>
          </p:sp>
          <p:sp>
            <p:nvSpPr>
              <p:cNvPr id="141" name="Density voxel cell">
                <a:extLst>
                  <a:ext uri="{FF2B5EF4-FFF2-40B4-BE49-F238E27FC236}">
                    <a16:creationId xmlns:a16="http://schemas.microsoft.com/office/drawing/2014/main" id="{EE2C12DD-02FF-046F-2A0F-797EA7D614B8}"/>
                  </a:ext>
                </a:extLst>
              </p:cNvPr>
              <p:cNvSpPr/>
              <p:nvPr/>
            </p:nvSpPr>
            <p:spPr>
              <a:xfrm>
                <a:off x="1203042" y="2973836"/>
                <a:ext cx="20277" cy="17291"/>
              </a:xfrm>
              <a:prstGeom prst="rect">
                <a:avLst/>
              </a:prstGeom>
              <a:solidFill>
                <a:srgbClr val="C0D9EB"/>
              </a:solidFill>
              <a:ln w="4435" cap="rnd" cmpd="sng" algn="ctr">
                <a:noFill/>
                <a:prstDash val="solid"/>
                <a:round/>
                <a:headEnd type="none" w="med" len="med"/>
                <a:tailEnd type="none" w="med" len="med"/>
              </a:ln>
              <a:effectLst/>
            </p:spPr>
          </p:sp>
          <p:sp>
            <p:nvSpPr>
              <p:cNvPr id="142" name="Density voxel cell">
                <a:extLst>
                  <a:ext uri="{FF2B5EF4-FFF2-40B4-BE49-F238E27FC236}">
                    <a16:creationId xmlns:a16="http://schemas.microsoft.com/office/drawing/2014/main" id="{B9BBCA64-478C-5BD7-5318-091F2F56B8BD}"/>
                  </a:ext>
                </a:extLst>
              </p:cNvPr>
              <p:cNvSpPr/>
              <p:nvPr/>
            </p:nvSpPr>
            <p:spPr>
              <a:xfrm>
                <a:off x="1225619" y="2973836"/>
                <a:ext cx="20277" cy="17291"/>
              </a:xfrm>
              <a:prstGeom prst="rect">
                <a:avLst/>
              </a:prstGeom>
              <a:solidFill>
                <a:srgbClr val="8BB8D8"/>
              </a:solidFill>
              <a:ln w="4435" cap="rnd" cmpd="sng" algn="ctr">
                <a:noFill/>
                <a:prstDash val="solid"/>
                <a:round/>
                <a:headEnd type="none" w="med" len="med"/>
                <a:tailEnd type="none" w="med" len="med"/>
              </a:ln>
              <a:effectLst/>
            </p:spPr>
          </p:sp>
          <p:sp>
            <p:nvSpPr>
              <p:cNvPr id="143" name="Density voxel cell">
                <a:extLst>
                  <a:ext uri="{FF2B5EF4-FFF2-40B4-BE49-F238E27FC236}">
                    <a16:creationId xmlns:a16="http://schemas.microsoft.com/office/drawing/2014/main" id="{328B4C68-24A7-4D3A-1162-518030C1CCD3}"/>
                  </a:ext>
                </a:extLst>
              </p:cNvPr>
              <p:cNvSpPr/>
              <p:nvPr/>
            </p:nvSpPr>
            <p:spPr>
              <a:xfrm>
                <a:off x="1248195" y="2973836"/>
                <a:ext cx="20277" cy="17291"/>
              </a:xfrm>
              <a:prstGeom prst="rect">
                <a:avLst/>
              </a:prstGeom>
              <a:solidFill>
                <a:srgbClr val="64A0CA"/>
              </a:solidFill>
              <a:ln w="4435" cap="rnd" cmpd="sng" algn="ctr">
                <a:noFill/>
                <a:prstDash val="solid"/>
                <a:round/>
                <a:headEnd type="none" w="med" len="med"/>
                <a:tailEnd type="none" w="med" len="med"/>
              </a:ln>
              <a:effectLst/>
            </p:spPr>
          </p:sp>
          <p:sp>
            <p:nvSpPr>
              <p:cNvPr id="144" name="Density voxel cell">
                <a:extLst>
                  <a:ext uri="{FF2B5EF4-FFF2-40B4-BE49-F238E27FC236}">
                    <a16:creationId xmlns:a16="http://schemas.microsoft.com/office/drawing/2014/main" id="{4B15846C-2FE4-F7D5-05E5-91EC8565AA11}"/>
                  </a:ext>
                </a:extLst>
              </p:cNvPr>
              <p:cNvSpPr/>
              <p:nvPr/>
            </p:nvSpPr>
            <p:spPr>
              <a:xfrm>
                <a:off x="1270772" y="2973836"/>
                <a:ext cx="20277" cy="17291"/>
              </a:xfrm>
              <a:prstGeom prst="rect">
                <a:avLst/>
              </a:prstGeom>
              <a:solidFill>
                <a:srgbClr val="6BA4CD"/>
              </a:solidFill>
              <a:ln w="4435" cap="rnd" cmpd="sng" algn="ctr">
                <a:noFill/>
                <a:prstDash val="solid"/>
                <a:round/>
                <a:headEnd type="none" w="med" len="med"/>
                <a:tailEnd type="none" w="med" len="med"/>
              </a:ln>
              <a:effectLst/>
            </p:spPr>
          </p:sp>
          <p:sp>
            <p:nvSpPr>
              <p:cNvPr id="145" name="Density voxel cell">
                <a:extLst>
                  <a:ext uri="{FF2B5EF4-FFF2-40B4-BE49-F238E27FC236}">
                    <a16:creationId xmlns:a16="http://schemas.microsoft.com/office/drawing/2014/main" id="{CA5A2E20-5928-DB07-7696-7A70F5C87BBA}"/>
                  </a:ext>
                </a:extLst>
              </p:cNvPr>
              <p:cNvSpPr/>
              <p:nvPr/>
            </p:nvSpPr>
            <p:spPr>
              <a:xfrm>
                <a:off x="1293349" y="2973836"/>
                <a:ext cx="20277" cy="17291"/>
              </a:xfrm>
              <a:prstGeom prst="rect">
                <a:avLst/>
              </a:prstGeom>
              <a:solidFill>
                <a:srgbClr val="9CC2DE"/>
              </a:solidFill>
              <a:ln w="4435" cap="rnd" cmpd="sng" algn="ctr">
                <a:noFill/>
                <a:prstDash val="solid"/>
                <a:round/>
                <a:headEnd type="none" w="med" len="med"/>
                <a:tailEnd type="none" w="med" len="med"/>
              </a:ln>
              <a:effectLst/>
            </p:spPr>
          </p:sp>
          <p:sp>
            <p:nvSpPr>
              <p:cNvPr id="146" name="Density voxel cell">
                <a:extLst>
                  <a:ext uri="{FF2B5EF4-FFF2-40B4-BE49-F238E27FC236}">
                    <a16:creationId xmlns:a16="http://schemas.microsoft.com/office/drawing/2014/main" id="{D26E1A62-30DE-618F-0941-BEEDFE91EFFD}"/>
                  </a:ext>
                </a:extLst>
              </p:cNvPr>
              <p:cNvSpPr/>
              <p:nvPr/>
            </p:nvSpPr>
            <p:spPr>
              <a:xfrm>
                <a:off x="1315926" y="2973836"/>
                <a:ext cx="20277" cy="17291"/>
              </a:xfrm>
              <a:prstGeom prst="rect">
                <a:avLst/>
              </a:prstGeom>
              <a:solidFill>
                <a:srgbClr val="CDE1EF"/>
              </a:solidFill>
              <a:ln w="4435" cap="rnd" cmpd="sng" algn="ctr">
                <a:noFill/>
                <a:prstDash val="solid"/>
                <a:round/>
                <a:headEnd type="none" w="med" len="med"/>
                <a:tailEnd type="none" w="med" len="med"/>
              </a:ln>
              <a:effectLst/>
            </p:spPr>
          </p:sp>
          <p:sp>
            <p:nvSpPr>
              <p:cNvPr id="147" name="Density voxel cell">
                <a:extLst>
                  <a:ext uri="{FF2B5EF4-FFF2-40B4-BE49-F238E27FC236}">
                    <a16:creationId xmlns:a16="http://schemas.microsoft.com/office/drawing/2014/main" id="{D7EA461D-7C3B-D215-8C6C-D3015AB487A9}"/>
                  </a:ext>
                </a:extLst>
              </p:cNvPr>
              <p:cNvSpPr/>
              <p:nvPr/>
            </p:nvSpPr>
            <p:spPr>
              <a:xfrm>
                <a:off x="1338503" y="2973836"/>
                <a:ext cx="20277" cy="17291"/>
              </a:xfrm>
              <a:prstGeom prst="rect">
                <a:avLst/>
              </a:prstGeom>
              <a:solidFill>
                <a:srgbClr val="EAF3F9"/>
              </a:solidFill>
              <a:ln w="4435" cap="rnd" cmpd="sng" algn="ctr">
                <a:noFill/>
                <a:prstDash val="solid"/>
                <a:round/>
                <a:headEnd type="none" w="med" len="med"/>
                <a:tailEnd type="none" w="med" len="med"/>
              </a:ln>
              <a:effectLst/>
            </p:spPr>
          </p:sp>
          <p:sp>
            <p:nvSpPr>
              <p:cNvPr id="148" name="Density voxel cell">
                <a:extLst>
                  <a:ext uri="{FF2B5EF4-FFF2-40B4-BE49-F238E27FC236}">
                    <a16:creationId xmlns:a16="http://schemas.microsoft.com/office/drawing/2014/main" id="{3B6CE279-F093-9188-AF2B-3914C0F2C10D}"/>
                  </a:ext>
                </a:extLst>
              </p:cNvPr>
              <p:cNvSpPr/>
              <p:nvPr/>
            </p:nvSpPr>
            <p:spPr>
              <a:xfrm>
                <a:off x="1361080" y="2973836"/>
                <a:ext cx="20277" cy="17291"/>
              </a:xfrm>
              <a:prstGeom prst="rect">
                <a:avLst/>
              </a:prstGeom>
              <a:solidFill>
                <a:srgbClr val="F4F9FD"/>
              </a:solidFill>
              <a:ln w="4435" cap="rnd" cmpd="sng" algn="ctr">
                <a:noFill/>
                <a:prstDash val="solid"/>
                <a:round/>
                <a:headEnd type="none" w="med" len="med"/>
                <a:tailEnd type="none" w="med" len="med"/>
              </a:ln>
              <a:effectLst/>
            </p:spPr>
          </p:sp>
          <p:sp>
            <p:nvSpPr>
              <p:cNvPr id="149" name="Density voxel cell">
                <a:extLst>
                  <a:ext uri="{FF2B5EF4-FFF2-40B4-BE49-F238E27FC236}">
                    <a16:creationId xmlns:a16="http://schemas.microsoft.com/office/drawing/2014/main" id="{16D79E8C-A282-9C8D-5C2E-9A1CEE7DCB3C}"/>
                  </a:ext>
                </a:extLst>
              </p:cNvPr>
              <p:cNvSpPr/>
              <p:nvPr/>
            </p:nvSpPr>
            <p:spPr>
              <a:xfrm>
                <a:off x="1383657"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0" name="Density voxel cell">
                <a:extLst>
                  <a:ext uri="{FF2B5EF4-FFF2-40B4-BE49-F238E27FC236}">
                    <a16:creationId xmlns:a16="http://schemas.microsoft.com/office/drawing/2014/main" id="{C6BC222C-5D8E-5651-056E-8FBF2D1C8081}"/>
                  </a:ext>
                </a:extLst>
              </p:cNvPr>
              <p:cNvSpPr/>
              <p:nvPr/>
            </p:nvSpPr>
            <p:spPr>
              <a:xfrm>
                <a:off x="1406234" y="297383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51" name="Density voxel cell">
                <a:extLst>
                  <a:ext uri="{FF2B5EF4-FFF2-40B4-BE49-F238E27FC236}">
                    <a16:creationId xmlns:a16="http://schemas.microsoft.com/office/drawing/2014/main" id="{29FDEF44-D407-471E-31F0-9ECD70E8B9F1}"/>
                  </a:ext>
                </a:extLst>
              </p:cNvPr>
              <p:cNvSpPr/>
              <p:nvPr/>
            </p:nvSpPr>
            <p:spPr>
              <a:xfrm>
                <a:off x="1180465" y="2993426"/>
                <a:ext cx="20277" cy="17291"/>
              </a:xfrm>
              <a:prstGeom prst="rect">
                <a:avLst/>
              </a:prstGeom>
              <a:solidFill>
                <a:srgbClr val="E0ECF6"/>
              </a:solidFill>
              <a:ln w="4435" cap="rnd" cmpd="sng" algn="ctr">
                <a:noFill/>
                <a:prstDash val="solid"/>
                <a:round/>
                <a:headEnd type="none" w="med" len="med"/>
                <a:tailEnd type="none" w="med" len="med"/>
              </a:ln>
              <a:effectLst/>
            </p:spPr>
          </p:sp>
          <p:sp>
            <p:nvSpPr>
              <p:cNvPr id="152" name="Density voxel cell">
                <a:extLst>
                  <a:ext uri="{FF2B5EF4-FFF2-40B4-BE49-F238E27FC236}">
                    <a16:creationId xmlns:a16="http://schemas.microsoft.com/office/drawing/2014/main" id="{AFF7AAFF-AD23-F9E9-BD44-B1FAB0671920}"/>
                  </a:ext>
                </a:extLst>
              </p:cNvPr>
              <p:cNvSpPr/>
              <p:nvPr/>
            </p:nvSpPr>
            <p:spPr>
              <a:xfrm>
                <a:off x="1203042" y="2993426"/>
                <a:ext cx="20277" cy="17291"/>
              </a:xfrm>
              <a:prstGeom prst="rect">
                <a:avLst/>
              </a:prstGeom>
              <a:solidFill>
                <a:srgbClr val="B4D2E6"/>
              </a:solidFill>
              <a:ln w="4435" cap="rnd" cmpd="sng" algn="ctr">
                <a:noFill/>
                <a:prstDash val="solid"/>
                <a:round/>
                <a:headEnd type="none" w="med" len="med"/>
                <a:tailEnd type="none" w="med" len="med"/>
              </a:ln>
              <a:effectLst/>
            </p:spPr>
          </p:sp>
          <p:sp>
            <p:nvSpPr>
              <p:cNvPr id="153" name="Density voxel cell">
                <a:extLst>
                  <a:ext uri="{FF2B5EF4-FFF2-40B4-BE49-F238E27FC236}">
                    <a16:creationId xmlns:a16="http://schemas.microsoft.com/office/drawing/2014/main" id="{D7F8DD1C-1086-78A9-A4EB-A80D76C7CF6D}"/>
                  </a:ext>
                </a:extLst>
              </p:cNvPr>
              <p:cNvSpPr/>
              <p:nvPr/>
            </p:nvSpPr>
            <p:spPr>
              <a:xfrm>
                <a:off x="1225619" y="2993426"/>
                <a:ext cx="20277" cy="17291"/>
              </a:xfrm>
              <a:prstGeom prst="rect">
                <a:avLst/>
              </a:prstGeom>
              <a:solidFill>
                <a:srgbClr val="73A9CF"/>
              </a:solidFill>
              <a:ln w="4435" cap="rnd" cmpd="sng" algn="ctr">
                <a:noFill/>
                <a:prstDash val="solid"/>
                <a:round/>
                <a:headEnd type="none" w="med" len="med"/>
                <a:tailEnd type="none" w="med" len="med"/>
              </a:ln>
              <a:effectLst/>
            </p:spPr>
          </p:sp>
          <p:sp>
            <p:nvSpPr>
              <p:cNvPr id="154" name="Density voxel cell">
                <a:extLst>
                  <a:ext uri="{FF2B5EF4-FFF2-40B4-BE49-F238E27FC236}">
                    <a16:creationId xmlns:a16="http://schemas.microsoft.com/office/drawing/2014/main" id="{DCFFE912-BA8C-160E-1379-617364030841}"/>
                  </a:ext>
                </a:extLst>
              </p:cNvPr>
              <p:cNvSpPr/>
              <p:nvPr/>
            </p:nvSpPr>
            <p:spPr>
              <a:xfrm>
                <a:off x="1248195" y="2993426"/>
                <a:ext cx="20277" cy="17291"/>
              </a:xfrm>
              <a:prstGeom prst="rect">
                <a:avLst/>
              </a:prstGeom>
              <a:solidFill>
                <a:srgbClr val="458DBF"/>
              </a:solidFill>
              <a:ln w="4435" cap="rnd" cmpd="sng" algn="ctr">
                <a:noFill/>
                <a:prstDash val="solid"/>
                <a:round/>
                <a:headEnd type="none" w="med" len="med"/>
                <a:tailEnd type="none" w="med" len="med"/>
              </a:ln>
              <a:effectLst/>
            </p:spPr>
          </p:sp>
          <p:sp>
            <p:nvSpPr>
              <p:cNvPr id="155" name="Density voxel cell">
                <a:extLst>
                  <a:ext uri="{FF2B5EF4-FFF2-40B4-BE49-F238E27FC236}">
                    <a16:creationId xmlns:a16="http://schemas.microsoft.com/office/drawing/2014/main" id="{FF240BE5-31B8-0D82-B584-C61459649583}"/>
                  </a:ext>
                </a:extLst>
              </p:cNvPr>
              <p:cNvSpPr/>
              <p:nvPr/>
            </p:nvSpPr>
            <p:spPr>
              <a:xfrm>
                <a:off x="1270772" y="2993426"/>
                <a:ext cx="20277" cy="17291"/>
              </a:xfrm>
              <a:prstGeom prst="rect">
                <a:avLst/>
              </a:prstGeom>
              <a:solidFill>
                <a:srgbClr val="4C91C2"/>
              </a:solidFill>
              <a:ln w="4435" cap="rnd" cmpd="sng" algn="ctr">
                <a:noFill/>
                <a:prstDash val="solid"/>
                <a:round/>
                <a:headEnd type="none" w="med" len="med"/>
                <a:tailEnd type="none" w="med" len="med"/>
              </a:ln>
              <a:effectLst/>
            </p:spPr>
          </p:sp>
          <p:sp>
            <p:nvSpPr>
              <p:cNvPr id="156" name="Density voxel cell">
                <a:extLst>
                  <a:ext uri="{FF2B5EF4-FFF2-40B4-BE49-F238E27FC236}">
                    <a16:creationId xmlns:a16="http://schemas.microsoft.com/office/drawing/2014/main" id="{9318405E-D2F4-F1DD-2995-771F58D17300}"/>
                  </a:ext>
                </a:extLst>
              </p:cNvPr>
              <p:cNvSpPr/>
              <p:nvPr/>
            </p:nvSpPr>
            <p:spPr>
              <a:xfrm>
                <a:off x="1293349" y="2993426"/>
                <a:ext cx="20277" cy="17291"/>
              </a:xfrm>
              <a:prstGeom prst="rect">
                <a:avLst/>
              </a:prstGeom>
              <a:solidFill>
                <a:srgbClr val="87B6D7"/>
              </a:solidFill>
              <a:ln w="4435" cap="rnd" cmpd="sng" algn="ctr">
                <a:noFill/>
                <a:prstDash val="solid"/>
                <a:round/>
                <a:headEnd type="none" w="med" len="med"/>
                <a:tailEnd type="none" w="med" len="med"/>
              </a:ln>
              <a:effectLst/>
            </p:spPr>
          </p:sp>
          <p:sp>
            <p:nvSpPr>
              <p:cNvPr id="157" name="Density voxel cell">
                <a:extLst>
                  <a:ext uri="{FF2B5EF4-FFF2-40B4-BE49-F238E27FC236}">
                    <a16:creationId xmlns:a16="http://schemas.microsoft.com/office/drawing/2014/main" id="{41759856-FB43-40FB-DE97-D8EC0CA676BC}"/>
                  </a:ext>
                </a:extLst>
              </p:cNvPr>
              <p:cNvSpPr/>
              <p:nvPr/>
            </p:nvSpPr>
            <p:spPr>
              <a:xfrm>
                <a:off x="1315926" y="2993426"/>
                <a:ext cx="20277" cy="17291"/>
              </a:xfrm>
              <a:prstGeom prst="rect">
                <a:avLst/>
              </a:prstGeom>
              <a:solidFill>
                <a:srgbClr val="C4DBEC"/>
              </a:solidFill>
              <a:ln w="4435" cap="rnd" cmpd="sng" algn="ctr">
                <a:noFill/>
                <a:prstDash val="solid"/>
                <a:round/>
                <a:headEnd type="none" w="med" len="med"/>
                <a:tailEnd type="none" w="med" len="med"/>
              </a:ln>
              <a:effectLst/>
            </p:spPr>
          </p:sp>
          <p:sp>
            <p:nvSpPr>
              <p:cNvPr id="158" name="Density voxel cell">
                <a:extLst>
                  <a:ext uri="{FF2B5EF4-FFF2-40B4-BE49-F238E27FC236}">
                    <a16:creationId xmlns:a16="http://schemas.microsoft.com/office/drawing/2014/main" id="{B2D45D46-B054-3666-1A2D-8F4369758C8D}"/>
                  </a:ext>
                </a:extLst>
              </p:cNvPr>
              <p:cNvSpPr/>
              <p:nvPr/>
            </p:nvSpPr>
            <p:spPr>
              <a:xfrm>
                <a:off x="1338503" y="2993426"/>
                <a:ext cx="20277" cy="17291"/>
              </a:xfrm>
              <a:prstGeom prst="rect">
                <a:avLst/>
              </a:prstGeom>
              <a:solidFill>
                <a:srgbClr val="E7F1F8"/>
              </a:solidFill>
              <a:ln w="4435" cap="rnd" cmpd="sng" algn="ctr">
                <a:noFill/>
                <a:prstDash val="solid"/>
                <a:round/>
                <a:headEnd type="none" w="med" len="med"/>
                <a:tailEnd type="none" w="med" len="med"/>
              </a:ln>
              <a:effectLst/>
            </p:spPr>
          </p:sp>
          <p:sp>
            <p:nvSpPr>
              <p:cNvPr id="159" name="Density voxel cell">
                <a:extLst>
                  <a:ext uri="{FF2B5EF4-FFF2-40B4-BE49-F238E27FC236}">
                    <a16:creationId xmlns:a16="http://schemas.microsoft.com/office/drawing/2014/main" id="{AB84AB3F-F61A-0E19-6BC4-0B1CDFF16E7A}"/>
                  </a:ext>
                </a:extLst>
              </p:cNvPr>
              <p:cNvSpPr/>
              <p:nvPr/>
            </p:nvSpPr>
            <p:spPr>
              <a:xfrm>
                <a:off x="1361080" y="2993426"/>
                <a:ext cx="20277" cy="17291"/>
              </a:xfrm>
              <a:prstGeom prst="rect">
                <a:avLst/>
              </a:prstGeom>
              <a:solidFill>
                <a:srgbClr val="F3F9FD"/>
              </a:solidFill>
              <a:ln w="4435" cap="rnd" cmpd="sng" algn="ctr">
                <a:noFill/>
                <a:prstDash val="solid"/>
                <a:round/>
                <a:headEnd type="none" w="med" len="med"/>
                <a:tailEnd type="none" w="med" len="med"/>
              </a:ln>
              <a:effectLst/>
            </p:spPr>
          </p:sp>
          <p:sp>
            <p:nvSpPr>
              <p:cNvPr id="160" name="Density voxel cell">
                <a:extLst>
                  <a:ext uri="{FF2B5EF4-FFF2-40B4-BE49-F238E27FC236}">
                    <a16:creationId xmlns:a16="http://schemas.microsoft.com/office/drawing/2014/main" id="{DBB8CA3A-B5F3-298F-C7DA-D5A02CB9F963}"/>
                  </a:ext>
                </a:extLst>
              </p:cNvPr>
              <p:cNvSpPr/>
              <p:nvPr/>
            </p:nvSpPr>
            <p:spPr>
              <a:xfrm>
                <a:off x="1383657" y="2993426"/>
                <a:ext cx="20277" cy="17291"/>
              </a:xfrm>
              <a:prstGeom prst="rect">
                <a:avLst/>
              </a:prstGeom>
              <a:solidFill>
                <a:srgbClr val="F6FBFE"/>
              </a:solidFill>
              <a:ln w="4435" cap="rnd" cmpd="sng" algn="ctr">
                <a:noFill/>
                <a:prstDash val="solid"/>
                <a:round/>
                <a:headEnd type="none" w="med" len="med"/>
                <a:tailEnd type="none" w="med" len="med"/>
              </a:ln>
              <a:effectLst/>
            </p:spPr>
          </p:sp>
          <p:sp>
            <p:nvSpPr>
              <p:cNvPr id="161" name="Density voxel cell">
                <a:extLst>
                  <a:ext uri="{FF2B5EF4-FFF2-40B4-BE49-F238E27FC236}">
                    <a16:creationId xmlns:a16="http://schemas.microsoft.com/office/drawing/2014/main" id="{AF0D0C5C-EE51-C6D2-F0BE-AF0563DECEAD}"/>
                  </a:ext>
                </a:extLst>
              </p:cNvPr>
              <p:cNvSpPr/>
              <p:nvPr/>
            </p:nvSpPr>
            <p:spPr>
              <a:xfrm>
                <a:off x="1406234" y="2993426"/>
                <a:ext cx="20277" cy="17291"/>
              </a:xfrm>
              <a:prstGeom prst="rect">
                <a:avLst/>
              </a:prstGeom>
              <a:solidFill>
                <a:srgbClr val="F7FBFE"/>
              </a:solidFill>
              <a:ln w="4435" cap="rnd" cmpd="sng" algn="ctr">
                <a:noFill/>
                <a:prstDash val="solid"/>
                <a:round/>
                <a:headEnd type="none" w="med" len="med"/>
                <a:tailEnd type="none" w="med" len="med"/>
              </a:ln>
              <a:effectLst/>
            </p:spPr>
          </p:sp>
          <p:sp>
            <p:nvSpPr>
              <p:cNvPr id="162" name="Density voxel cell">
                <a:extLst>
                  <a:ext uri="{FF2B5EF4-FFF2-40B4-BE49-F238E27FC236}">
                    <a16:creationId xmlns:a16="http://schemas.microsoft.com/office/drawing/2014/main" id="{CF5045B6-EFCE-7D6C-B2F1-E33597D00C9C}"/>
                  </a:ext>
                </a:extLst>
              </p:cNvPr>
              <p:cNvSpPr/>
              <p:nvPr/>
            </p:nvSpPr>
            <p:spPr>
              <a:xfrm>
                <a:off x="1180465" y="3013017"/>
                <a:ext cx="20277" cy="17291"/>
              </a:xfrm>
              <a:prstGeom prst="rect">
                <a:avLst/>
              </a:prstGeom>
              <a:solidFill>
                <a:srgbClr val="E0EDF6"/>
              </a:solidFill>
              <a:ln w="4435" cap="rnd" cmpd="sng" algn="ctr">
                <a:noFill/>
                <a:prstDash val="solid"/>
                <a:round/>
                <a:headEnd type="none" w="med" len="med"/>
                <a:tailEnd type="none" w="med" len="med"/>
              </a:ln>
              <a:effectLst/>
            </p:spPr>
          </p:sp>
          <p:sp>
            <p:nvSpPr>
              <p:cNvPr id="163" name="Density voxel cell">
                <a:extLst>
                  <a:ext uri="{FF2B5EF4-FFF2-40B4-BE49-F238E27FC236}">
                    <a16:creationId xmlns:a16="http://schemas.microsoft.com/office/drawing/2014/main" id="{D63D7054-2E53-5AC5-0097-0387F842EDA9}"/>
                  </a:ext>
                </a:extLst>
              </p:cNvPr>
              <p:cNvSpPr/>
              <p:nvPr/>
            </p:nvSpPr>
            <p:spPr>
              <a:xfrm>
                <a:off x="1203042" y="3013017"/>
                <a:ext cx="20277" cy="17291"/>
              </a:xfrm>
              <a:prstGeom prst="rect">
                <a:avLst/>
              </a:prstGeom>
              <a:solidFill>
                <a:srgbClr val="B6D3E7"/>
              </a:solidFill>
              <a:ln w="4435" cap="rnd" cmpd="sng" algn="ctr">
                <a:no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5CAA6197-9453-7B21-0C08-24A19B30CBF8}"/>
                  </a:ext>
                </a:extLst>
              </p:cNvPr>
              <p:cNvSpPr/>
              <p:nvPr/>
            </p:nvSpPr>
            <p:spPr>
              <a:xfrm>
                <a:off x="1225619" y="301301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13E6F680-305F-6F27-2D70-E1C6C47E8153}"/>
                  </a:ext>
                </a:extLst>
              </p:cNvPr>
              <p:cNvSpPr/>
              <p:nvPr/>
            </p:nvSpPr>
            <p:spPr>
              <a:xfrm>
                <a:off x="1248195" y="3013017"/>
                <a:ext cx="20277" cy="17291"/>
              </a:xfrm>
              <a:prstGeom prst="rect">
                <a:avLst/>
              </a:prstGeom>
              <a:solidFill>
                <a:srgbClr val="498FC1"/>
              </a:solidFill>
              <a:ln w="4435"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947EEB47-6B02-0572-AC93-096BBD62465F}"/>
                  </a:ext>
                </a:extLst>
              </p:cNvPr>
              <p:cNvSpPr/>
              <p:nvPr/>
            </p:nvSpPr>
            <p:spPr>
              <a:xfrm>
                <a:off x="1270772" y="3013017"/>
                <a:ext cx="20277" cy="17291"/>
              </a:xfrm>
              <a:prstGeom prst="rect">
                <a:avLst/>
              </a:prstGeom>
              <a:solidFill>
                <a:srgbClr val="5295C4"/>
              </a:solidFill>
              <a:ln w="4435"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5C0E8D5A-2402-F860-B80A-808D1F874329}"/>
                  </a:ext>
                </a:extLst>
              </p:cNvPr>
              <p:cNvSpPr/>
              <p:nvPr/>
            </p:nvSpPr>
            <p:spPr>
              <a:xfrm>
                <a:off x="1293349" y="3013017"/>
                <a:ext cx="20277" cy="17291"/>
              </a:xfrm>
              <a:prstGeom prst="rect">
                <a:avLst/>
              </a:prstGeom>
              <a:solidFill>
                <a:srgbClr val="8AB7D7"/>
              </a:solidFill>
              <a:ln w="4435"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1936F1B8-C24F-60A2-7EE7-6C2382C21BBC}"/>
                  </a:ext>
                </a:extLst>
              </p:cNvPr>
              <p:cNvSpPr/>
              <p:nvPr/>
            </p:nvSpPr>
            <p:spPr>
              <a:xfrm>
                <a:off x="1315926" y="3013017"/>
                <a:ext cx="20277" cy="17291"/>
              </a:xfrm>
              <a:prstGeom prst="rect">
                <a:avLst/>
              </a:prstGeom>
              <a:solidFill>
                <a:srgbClr val="C3DBEC"/>
              </a:solidFill>
              <a:ln w="4435"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D60497D2-B940-473C-5DEE-E5F8DFCF1E67}"/>
                  </a:ext>
                </a:extLst>
              </p:cNvPr>
              <p:cNvSpPr/>
              <p:nvPr/>
            </p:nvSpPr>
            <p:spPr>
              <a:xfrm>
                <a:off x="1338503" y="3013017"/>
                <a:ext cx="20277" cy="17291"/>
              </a:xfrm>
              <a:prstGeom prst="rect">
                <a:avLst/>
              </a:prstGeom>
              <a:solidFill>
                <a:srgbClr val="E4EFF7"/>
              </a:solidFill>
              <a:ln w="4435"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E6F990AC-8B59-38D8-DA66-33F71DE0D1E1}"/>
                  </a:ext>
                </a:extLst>
              </p:cNvPr>
              <p:cNvSpPr/>
              <p:nvPr/>
            </p:nvSpPr>
            <p:spPr>
              <a:xfrm>
                <a:off x="1361080" y="3013017"/>
                <a:ext cx="20277" cy="17291"/>
              </a:xfrm>
              <a:prstGeom prst="rect">
                <a:avLst/>
              </a:prstGeom>
              <a:solidFill>
                <a:srgbClr val="F1F7FC"/>
              </a:solidFill>
              <a:ln w="4435"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20DB01DE-99E1-473C-EF92-1090C6B1A2CD}"/>
                  </a:ext>
                </a:extLst>
              </p:cNvPr>
              <p:cNvSpPr/>
              <p:nvPr/>
            </p:nvSpPr>
            <p:spPr>
              <a:xfrm>
                <a:off x="1383657" y="3013017"/>
                <a:ext cx="20277" cy="17291"/>
              </a:xfrm>
              <a:prstGeom prst="rect">
                <a:avLst/>
              </a:prstGeom>
              <a:solidFill>
                <a:srgbClr val="F6FAFE"/>
              </a:solidFill>
              <a:ln w="4435"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DF8C4298-EFBC-9938-84E9-FD43361BCAB5}"/>
                  </a:ext>
                </a:extLst>
              </p:cNvPr>
              <p:cNvSpPr/>
              <p:nvPr/>
            </p:nvSpPr>
            <p:spPr>
              <a:xfrm>
                <a:off x="1406234" y="3013017"/>
                <a:ext cx="20277" cy="17291"/>
              </a:xfrm>
              <a:prstGeom prst="rect">
                <a:avLst/>
              </a:prstGeom>
              <a:solidFill>
                <a:srgbClr val="F7FBFE"/>
              </a:solidFill>
              <a:ln w="4435"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4B5E68ED-FA3B-EE4B-4C1A-08FDC6B90916}"/>
                  </a:ext>
                </a:extLst>
              </p:cNvPr>
              <p:cNvSpPr/>
              <p:nvPr/>
            </p:nvSpPr>
            <p:spPr>
              <a:xfrm>
                <a:off x="1180465" y="3032607"/>
                <a:ext cx="20277" cy="17291"/>
              </a:xfrm>
              <a:prstGeom prst="rect">
                <a:avLst/>
              </a:prstGeom>
              <a:solidFill>
                <a:srgbClr val="E6F0F8"/>
              </a:solidFill>
              <a:ln w="4435"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2C46878B-5D28-6EC0-A85E-F58661601163}"/>
                  </a:ext>
                </a:extLst>
              </p:cNvPr>
              <p:cNvSpPr/>
              <p:nvPr/>
            </p:nvSpPr>
            <p:spPr>
              <a:xfrm>
                <a:off x="1203042" y="3032607"/>
                <a:ext cx="20277" cy="17291"/>
              </a:xfrm>
              <a:prstGeom prst="rect">
                <a:avLst/>
              </a:prstGeom>
              <a:solidFill>
                <a:srgbClr val="C6DCED"/>
              </a:solidFill>
              <a:ln w="4435"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EF6D6C3A-00F3-76CA-CF9B-7AFE3B80D361}"/>
                  </a:ext>
                </a:extLst>
              </p:cNvPr>
              <p:cNvSpPr/>
              <p:nvPr/>
            </p:nvSpPr>
            <p:spPr>
              <a:xfrm>
                <a:off x="1225619" y="3032607"/>
                <a:ext cx="20277" cy="17291"/>
              </a:xfrm>
              <a:prstGeom prst="rect">
                <a:avLst/>
              </a:prstGeom>
              <a:solidFill>
                <a:srgbClr val="96BFDC"/>
              </a:solidFill>
              <a:ln w="4435"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D79F7988-6E54-A275-98D1-5A8597F0CD75}"/>
                  </a:ext>
                </a:extLst>
              </p:cNvPr>
              <p:cNvSpPr/>
              <p:nvPr/>
            </p:nvSpPr>
            <p:spPr>
              <a:xfrm>
                <a:off x="1248195" y="3032607"/>
                <a:ext cx="20277" cy="17291"/>
              </a:xfrm>
              <a:prstGeom prst="rect">
                <a:avLst/>
              </a:prstGeom>
              <a:solidFill>
                <a:srgbClr val="72A9CF"/>
              </a:solidFill>
              <a:ln w="4435"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3025CE9C-A45C-236F-9071-2EABD11D38DE}"/>
                  </a:ext>
                </a:extLst>
              </p:cNvPr>
              <p:cNvSpPr/>
              <p:nvPr/>
            </p:nvSpPr>
            <p:spPr>
              <a:xfrm>
                <a:off x="1270772" y="3032607"/>
                <a:ext cx="20277" cy="17291"/>
              </a:xfrm>
              <a:prstGeom prst="rect">
                <a:avLst/>
              </a:prstGeom>
              <a:solidFill>
                <a:srgbClr val="78ACD1"/>
              </a:solidFill>
              <a:ln w="4435"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0AE665CC-128F-FA9F-7B0D-D6A82D94F792}"/>
                  </a:ext>
                </a:extLst>
              </p:cNvPr>
              <p:cNvSpPr/>
              <p:nvPr/>
            </p:nvSpPr>
            <p:spPr>
              <a:xfrm>
                <a:off x="1293349" y="3032607"/>
                <a:ext cx="20277" cy="17291"/>
              </a:xfrm>
              <a:prstGeom prst="rect">
                <a:avLst/>
              </a:prstGeom>
              <a:solidFill>
                <a:srgbClr val="9CC3DE"/>
              </a:solidFill>
              <a:ln w="4435"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FEA6CE90-C862-1C07-1285-808E319995AC}"/>
                  </a:ext>
                </a:extLst>
              </p:cNvPr>
              <p:cNvSpPr/>
              <p:nvPr/>
            </p:nvSpPr>
            <p:spPr>
              <a:xfrm>
                <a:off x="1315926" y="3032607"/>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5E1D3F84-F19E-6846-EDD1-AA1C15226817}"/>
                  </a:ext>
                </a:extLst>
              </p:cNvPr>
              <p:cNvSpPr/>
              <p:nvPr/>
            </p:nvSpPr>
            <p:spPr>
              <a:xfrm>
                <a:off x="1338503" y="3032607"/>
                <a:ext cx="20277" cy="17291"/>
              </a:xfrm>
              <a:prstGeom prst="rect">
                <a:avLst/>
              </a:prstGeom>
              <a:solidFill>
                <a:srgbClr val="D2E4F1"/>
              </a:solidFill>
              <a:ln w="4435"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E83125CD-EFD0-9BCE-34C6-B07A0A1A52F0}"/>
                  </a:ext>
                </a:extLst>
              </p:cNvPr>
              <p:cNvSpPr/>
              <p:nvPr/>
            </p:nvSpPr>
            <p:spPr>
              <a:xfrm>
                <a:off x="1361080" y="3032607"/>
                <a:ext cx="20277" cy="17291"/>
              </a:xfrm>
              <a:prstGeom prst="rect">
                <a:avLst/>
              </a:prstGeom>
              <a:solidFill>
                <a:srgbClr val="E5F0F8"/>
              </a:solidFill>
              <a:ln w="4435"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C9F65B22-FFBE-3683-2EC3-58135A9810CD}"/>
                  </a:ext>
                </a:extLst>
              </p:cNvPr>
              <p:cNvSpPr/>
              <p:nvPr/>
            </p:nvSpPr>
            <p:spPr>
              <a:xfrm>
                <a:off x="1383657" y="3032607"/>
                <a:ext cx="20277" cy="17291"/>
              </a:xfrm>
              <a:prstGeom prst="rect">
                <a:avLst/>
              </a:prstGeom>
              <a:solidFill>
                <a:srgbClr val="F2F8FC"/>
              </a:solidFill>
              <a:ln w="4435"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2361F1F5-5F63-35A6-52B0-09223E36E208}"/>
                  </a:ext>
                </a:extLst>
              </p:cNvPr>
              <p:cNvSpPr/>
              <p:nvPr/>
            </p:nvSpPr>
            <p:spPr>
              <a:xfrm>
                <a:off x="1406234" y="3032607"/>
                <a:ext cx="20277" cy="17291"/>
              </a:xfrm>
              <a:prstGeom prst="rect">
                <a:avLst/>
              </a:prstGeom>
              <a:solidFill>
                <a:srgbClr val="F6FBFE"/>
              </a:solidFill>
              <a:ln w="4435"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B84A6FB-0C1A-E1FB-7D56-BEA2E7165FF8}"/>
                  </a:ext>
                </a:extLst>
              </p:cNvPr>
              <p:cNvSpPr/>
              <p:nvPr/>
            </p:nvSpPr>
            <p:spPr>
              <a:xfrm>
                <a:off x="1180465" y="3052198"/>
                <a:ext cx="20277" cy="17291"/>
              </a:xfrm>
              <a:prstGeom prst="rect">
                <a:avLst/>
              </a:prstGeom>
              <a:solidFill>
                <a:srgbClr val="EDF5FA"/>
              </a:solidFill>
              <a:ln w="4435"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0B452EFE-49D3-B8D7-5845-9FF2877FD6E7}"/>
                  </a:ext>
                </a:extLst>
              </p:cNvPr>
              <p:cNvSpPr/>
              <p:nvPr/>
            </p:nvSpPr>
            <p:spPr>
              <a:xfrm>
                <a:off x="1203042" y="3052198"/>
                <a:ext cx="20277" cy="17291"/>
              </a:xfrm>
              <a:prstGeom prst="rect">
                <a:avLst/>
              </a:prstGeom>
              <a:solidFill>
                <a:srgbClr val="D9E9F4"/>
              </a:solidFill>
              <a:ln w="4435"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FDB8035-0DC0-5DFE-5366-6E292F265FEB}"/>
                  </a:ext>
                </a:extLst>
              </p:cNvPr>
              <p:cNvSpPr/>
              <p:nvPr/>
            </p:nvSpPr>
            <p:spPr>
              <a:xfrm>
                <a:off x="1225619" y="3052198"/>
                <a:ext cx="20277" cy="17291"/>
              </a:xfrm>
              <a:prstGeom prst="rect">
                <a:avLst/>
              </a:prstGeom>
              <a:solidFill>
                <a:srgbClr val="BDD7E9"/>
              </a:solidFill>
              <a:ln w="4435"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A0197778-3C7F-9E6B-47D8-DAC3CE347487}"/>
                  </a:ext>
                </a:extLst>
              </p:cNvPr>
              <p:cNvSpPr/>
              <p:nvPr/>
            </p:nvSpPr>
            <p:spPr>
              <a:xfrm>
                <a:off x="1248195" y="3052198"/>
                <a:ext cx="20277" cy="17291"/>
              </a:xfrm>
              <a:prstGeom prst="rect">
                <a:avLst/>
              </a:prstGeom>
              <a:solidFill>
                <a:srgbClr val="A7C9E2"/>
              </a:solidFill>
              <a:ln w="4435"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987C99AA-69B9-C9F5-45A6-408AA2C986F3}"/>
                  </a:ext>
                </a:extLst>
              </p:cNvPr>
              <p:cNvSpPr/>
              <p:nvPr/>
            </p:nvSpPr>
            <p:spPr>
              <a:xfrm>
                <a:off x="1270772" y="3052198"/>
                <a:ext cx="20277" cy="17291"/>
              </a:xfrm>
              <a:prstGeom prst="rect">
                <a:avLst/>
              </a:prstGeom>
              <a:solidFill>
                <a:srgbClr val="A5C8E1"/>
              </a:solidFill>
              <a:ln w="4435"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BA4E2FDF-B3FA-147B-FA94-2FD9346B0D93}"/>
                  </a:ext>
                </a:extLst>
              </p:cNvPr>
              <p:cNvSpPr/>
              <p:nvPr/>
            </p:nvSpPr>
            <p:spPr>
              <a:xfrm>
                <a:off x="1293349" y="3052198"/>
                <a:ext cx="20277" cy="17291"/>
              </a:xfrm>
              <a:prstGeom prst="rect">
                <a:avLst/>
              </a:prstGeom>
              <a:solidFill>
                <a:srgbClr val="A8CAE2"/>
              </a:solidFill>
              <a:ln w="4435"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46DBE3C-BEA2-20BE-E8E2-2B6AC76CC48F}"/>
                  </a:ext>
                </a:extLst>
              </p:cNvPr>
              <p:cNvSpPr/>
              <p:nvPr/>
            </p:nvSpPr>
            <p:spPr>
              <a:xfrm>
                <a:off x="1315926" y="3052198"/>
                <a:ext cx="20277" cy="17291"/>
              </a:xfrm>
              <a:prstGeom prst="rect">
                <a:avLst/>
              </a:prstGeom>
              <a:solidFill>
                <a:srgbClr val="9BC2DE"/>
              </a:solidFill>
              <a:ln w="4435"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EFBFDB7C-B1C8-DCAC-453D-03D3964A62E7}"/>
                  </a:ext>
                </a:extLst>
              </p:cNvPr>
              <p:cNvSpPr/>
              <p:nvPr/>
            </p:nvSpPr>
            <p:spPr>
              <a:xfrm>
                <a:off x="1338503" y="3052198"/>
                <a:ext cx="20277" cy="17291"/>
              </a:xfrm>
              <a:prstGeom prst="rect">
                <a:avLst/>
              </a:prstGeom>
              <a:solidFill>
                <a:srgbClr val="9DC3DE"/>
              </a:solidFill>
              <a:ln w="4435"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4C47AD83-2EBE-D266-B62C-F4E7DD877691}"/>
                  </a:ext>
                </a:extLst>
              </p:cNvPr>
              <p:cNvSpPr/>
              <p:nvPr/>
            </p:nvSpPr>
            <p:spPr>
              <a:xfrm>
                <a:off x="1361080" y="3052198"/>
                <a:ext cx="20277" cy="17291"/>
              </a:xfrm>
              <a:prstGeom prst="rect">
                <a:avLst/>
              </a:prstGeom>
              <a:solidFill>
                <a:srgbClr val="C4DBEC"/>
              </a:solidFill>
              <a:ln w="4435"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6DDB0CFF-B0B7-4D03-6378-A9A335C2EC35}"/>
                  </a:ext>
                </a:extLst>
              </p:cNvPr>
              <p:cNvSpPr/>
              <p:nvPr/>
            </p:nvSpPr>
            <p:spPr>
              <a:xfrm>
                <a:off x="1383657" y="3052198"/>
                <a:ext cx="20277" cy="17291"/>
              </a:xfrm>
              <a:prstGeom prst="rect">
                <a:avLst/>
              </a:prstGeom>
              <a:solidFill>
                <a:srgbClr val="E8F2F9"/>
              </a:solidFill>
              <a:ln w="4435"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ADB639B6-C644-5534-338F-E7CCE2EBCA84}"/>
                  </a:ext>
                </a:extLst>
              </p:cNvPr>
              <p:cNvSpPr/>
              <p:nvPr/>
            </p:nvSpPr>
            <p:spPr>
              <a:xfrm>
                <a:off x="1406234" y="3052198"/>
                <a:ext cx="20277" cy="17291"/>
              </a:xfrm>
              <a:prstGeom prst="rect">
                <a:avLst/>
              </a:prstGeom>
              <a:solidFill>
                <a:srgbClr val="F5FAFD"/>
              </a:solidFill>
              <a:ln w="4435"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F0FF42AB-4A20-ACEC-842A-C49E1C90F291}"/>
                  </a:ext>
                </a:extLst>
              </p:cNvPr>
              <p:cNvSpPr/>
              <p:nvPr/>
            </p:nvSpPr>
            <p:spPr>
              <a:xfrm>
                <a:off x="1180465" y="3071789"/>
                <a:ext cx="20277" cy="17291"/>
              </a:xfrm>
              <a:prstGeom prst="rect">
                <a:avLst/>
              </a:prstGeom>
              <a:solidFill>
                <a:srgbClr val="F2F8FC"/>
              </a:solidFill>
              <a:ln w="4435"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F76A7C32-7FFE-22DB-BF99-4B80BD3ABCE7}"/>
                  </a:ext>
                </a:extLst>
              </p:cNvPr>
              <p:cNvSpPr/>
              <p:nvPr/>
            </p:nvSpPr>
            <p:spPr>
              <a:xfrm>
                <a:off x="1203042" y="3071789"/>
                <a:ext cx="20277" cy="17291"/>
              </a:xfrm>
              <a:prstGeom prst="rect">
                <a:avLst/>
              </a:prstGeom>
              <a:solidFill>
                <a:srgbClr val="E9F2F9"/>
              </a:solidFill>
              <a:ln w="4435"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C390261F-5DB5-7257-F04E-DFB2C1E47954}"/>
                  </a:ext>
                </a:extLst>
              </p:cNvPr>
              <p:cNvSpPr/>
              <p:nvPr/>
            </p:nvSpPr>
            <p:spPr>
              <a:xfrm>
                <a:off x="1225619" y="3071789"/>
                <a:ext cx="20277" cy="17291"/>
              </a:xfrm>
              <a:prstGeom prst="rect">
                <a:avLst/>
              </a:prstGeom>
              <a:solidFill>
                <a:srgbClr val="DBEAF4"/>
              </a:solidFill>
              <a:ln w="4435"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E44EB6DA-5A90-65E6-2332-922FD555C953}"/>
                  </a:ext>
                </a:extLst>
              </p:cNvPr>
              <p:cNvSpPr/>
              <p:nvPr/>
            </p:nvSpPr>
            <p:spPr>
              <a:xfrm>
                <a:off x="1248195" y="3071789"/>
                <a:ext cx="20277" cy="17291"/>
              </a:xfrm>
              <a:prstGeom prst="rect">
                <a:avLst/>
              </a:prstGeom>
              <a:solidFill>
                <a:srgbClr val="D0E3F0"/>
              </a:solidFill>
              <a:ln w="4435"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3B8F5E53-2562-620B-C3DC-EC1CFD4F6BB9}"/>
                  </a:ext>
                </a:extLst>
              </p:cNvPr>
              <p:cNvSpPr/>
              <p:nvPr/>
            </p:nvSpPr>
            <p:spPr>
              <a:xfrm>
                <a:off x="1270772" y="3071789"/>
                <a:ext cx="20277" cy="17291"/>
              </a:xfrm>
              <a:prstGeom prst="rect">
                <a:avLst/>
              </a:prstGeom>
              <a:solidFill>
                <a:srgbClr val="C9DEEE"/>
              </a:solidFill>
              <a:ln w="4435"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233CD169-FEBD-C7E5-0057-F42B230601EB}"/>
                  </a:ext>
                </a:extLst>
              </p:cNvPr>
              <p:cNvSpPr/>
              <p:nvPr/>
            </p:nvSpPr>
            <p:spPr>
              <a:xfrm>
                <a:off x="1293349" y="3071789"/>
                <a:ext cx="20277" cy="17291"/>
              </a:xfrm>
              <a:prstGeom prst="rect">
                <a:avLst/>
              </a:prstGeom>
              <a:solidFill>
                <a:srgbClr val="AECDE4"/>
              </a:solidFill>
              <a:ln w="4435"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A78B04AD-B49C-B575-DB43-6D90B8CA84E8}"/>
                  </a:ext>
                </a:extLst>
              </p:cNvPr>
              <p:cNvSpPr/>
              <p:nvPr/>
            </p:nvSpPr>
            <p:spPr>
              <a:xfrm>
                <a:off x="1315926" y="3071789"/>
                <a:ext cx="20277" cy="17291"/>
              </a:xfrm>
              <a:prstGeom prst="rect">
                <a:avLst/>
              </a:prstGeom>
              <a:solidFill>
                <a:srgbClr val="76ABD0"/>
              </a:solidFill>
              <a:ln w="4435"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E373329B-E269-33B9-47CE-CBD9BD567DEE}"/>
                  </a:ext>
                </a:extLst>
              </p:cNvPr>
              <p:cNvSpPr/>
              <p:nvPr/>
            </p:nvSpPr>
            <p:spPr>
              <a:xfrm>
                <a:off x="1338503" y="3071789"/>
                <a:ext cx="20277" cy="17291"/>
              </a:xfrm>
              <a:prstGeom prst="rect">
                <a:avLst/>
              </a:prstGeom>
              <a:solidFill>
                <a:srgbClr val="66A1CB"/>
              </a:solidFill>
              <a:ln w="4435"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89C9FB42-58FB-C06E-EF6F-6A4979B619DD}"/>
                  </a:ext>
                </a:extLst>
              </p:cNvPr>
              <p:cNvSpPr/>
              <p:nvPr/>
            </p:nvSpPr>
            <p:spPr>
              <a:xfrm>
                <a:off x="1361080" y="3071789"/>
                <a:ext cx="20277" cy="17291"/>
              </a:xfrm>
              <a:prstGeom prst="rect">
                <a:avLst/>
              </a:prstGeom>
              <a:solidFill>
                <a:srgbClr val="A1C6E0"/>
              </a:solidFill>
              <a:ln w="4435"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E8E29BAB-F2E0-1C1F-885E-8286115BA070}"/>
                  </a:ext>
                </a:extLst>
              </p:cNvPr>
              <p:cNvSpPr/>
              <p:nvPr/>
            </p:nvSpPr>
            <p:spPr>
              <a:xfrm>
                <a:off x="1383657" y="3071789"/>
                <a:ext cx="20277" cy="17291"/>
              </a:xfrm>
              <a:prstGeom prst="rect">
                <a:avLst/>
              </a:prstGeom>
              <a:solidFill>
                <a:srgbClr val="DDEBF5"/>
              </a:solidFill>
              <a:ln w="4435"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75D528CE-9C97-1CF6-8C79-C0F9962F0830}"/>
                  </a:ext>
                </a:extLst>
              </p:cNvPr>
              <p:cNvSpPr/>
              <p:nvPr/>
            </p:nvSpPr>
            <p:spPr>
              <a:xfrm>
                <a:off x="1406234" y="3071789"/>
                <a:ext cx="20277" cy="17291"/>
              </a:xfrm>
              <a:prstGeom prst="rect">
                <a:avLst/>
              </a:prstGeom>
              <a:solidFill>
                <a:srgbClr val="F3F9FD"/>
              </a:solidFill>
              <a:ln w="4435"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02428E50-E939-8EF0-A73E-7EFF4C3BBE70}"/>
                  </a:ext>
                </a:extLst>
              </p:cNvPr>
              <p:cNvSpPr/>
              <p:nvPr/>
            </p:nvSpPr>
            <p:spPr>
              <a:xfrm>
                <a:off x="1180465" y="3091379"/>
                <a:ext cx="20277" cy="17291"/>
              </a:xfrm>
              <a:prstGeom prst="rect">
                <a:avLst/>
              </a:prstGeom>
              <a:solidFill>
                <a:srgbClr val="F5FAFD"/>
              </a:solidFill>
              <a:ln w="4435"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F81743CA-F6DF-D91B-C3E8-BFE02C7351D0}"/>
                  </a:ext>
                </a:extLst>
              </p:cNvPr>
              <p:cNvSpPr/>
              <p:nvPr/>
            </p:nvSpPr>
            <p:spPr>
              <a:xfrm>
                <a:off x="1203042" y="3091379"/>
                <a:ext cx="20277" cy="17291"/>
              </a:xfrm>
              <a:prstGeom prst="rect">
                <a:avLst/>
              </a:prstGeom>
              <a:solidFill>
                <a:srgbClr val="F2F8FC"/>
              </a:solidFill>
              <a:ln w="4435"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567B5E9B-8195-E7C2-DD90-053E494EA712}"/>
                  </a:ext>
                </a:extLst>
              </p:cNvPr>
              <p:cNvSpPr/>
              <p:nvPr/>
            </p:nvSpPr>
            <p:spPr>
              <a:xfrm>
                <a:off x="1225619" y="3091379"/>
                <a:ext cx="20277" cy="17291"/>
              </a:xfrm>
              <a:prstGeom prst="rect">
                <a:avLst/>
              </a:prstGeom>
              <a:solidFill>
                <a:srgbClr val="EDF5FA"/>
              </a:solidFill>
              <a:ln w="4435"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437C888C-5EB4-D1D5-64CD-5B2D31ECBD1C}"/>
                  </a:ext>
                </a:extLst>
              </p:cNvPr>
              <p:cNvSpPr/>
              <p:nvPr/>
            </p:nvSpPr>
            <p:spPr>
              <a:xfrm>
                <a:off x="1248195" y="3091379"/>
                <a:ext cx="20277" cy="17291"/>
              </a:xfrm>
              <a:prstGeom prst="rect">
                <a:avLst/>
              </a:prstGeom>
              <a:solidFill>
                <a:srgbClr val="E8F2F9"/>
              </a:solidFill>
              <a:ln w="4435"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7177DD2-52AD-D2DC-6B0C-CE46B5C8AB93}"/>
                  </a:ext>
                </a:extLst>
              </p:cNvPr>
              <p:cNvSpPr/>
              <p:nvPr/>
            </p:nvSpPr>
            <p:spPr>
              <a:xfrm>
                <a:off x="1270772"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390C67CD-39FD-A7A3-FF86-854A079F1972}"/>
                  </a:ext>
                </a:extLst>
              </p:cNvPr>
              <p:cNvSpPr/>
              <p:nvPr/>
            </p:nvSpPr>
            <p:spPr>
              <a:xfrm>
                <a:off x="1293349" y="3091379"/>
                <a:ext cx="20277" cy="17291"/>
              </a:xfrm>
              <a:prstGeom prst="rect">
                <a:avLst/>
              </a:prstGeom>
              <a:solidFill>
                <a:srgbClr val="C2DAEB"/>
              </a:solidFill>
              <a:ln w="4435"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0472FD8B-8575-FB6E-536D-722A71488750}"/>
                  </a:ext>
                </a:extLst>
              </p:cNvPr>
              <p:cNvSpPr/>
              <p:nvPr/>
            </p:nvSpPr>
            <p:spPr>
              <a:xfrm>
                <a:off x="1315926" y="3091379"/>
                <a:ext cx="20277" cy="17291"/>
              </a:xfrm>
              <a:prstGeom prst="rect">
                <a:avLst/>
              </a:prstGeom>
              <a:solidFill>
                <a:srgbClr val="8AB8D8"/>
              </a:solidFill>
              <a:ln w="4435"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1B9485FE-010C-F221-370D-F35EA3A77FD7}"/>
                  </a:ext>
                </a:extLst>
              </p:cNvPr>
              <p:cNvSpPr/>
              <p:nvPr/>
            </p:nvSpPr>
            <p:spPr>
              <a:xfrm>
                <a:off x="1338503" y="3091379"/>
                <a:ext cx="20277" cy="17291"/>
              </a:xfrm>
              <a:prstGeom prst="rect">
                <a:avLst/>
              </a:prstGeom>
              <a:solidFill>
                <a:srgbClr val="78ACD1"/>
              </a:solidFill>
              <a:ln w="4435"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E4F281DC-25B5-EEB5-0A4C-71BF432C1AF2}"/>
                  </a:ext>
                </a:extLst>
              </p:cNvPr>
              <p:cNvSpPr/>
              <p:nvPr/>
            </p:nvSpPr>
            <p:spPr>
              <a:xfrm>
                <a:off x="1361080" y="3091379"/>
                <a:ext cx="20277" cy="17291"/>
              </a:xfrm>
              <a:prstGeom prst="rect">
                <a:avLst/>
              </a:prstGeom>
              <a:solidFill>
                <a:srgbClr val="ABCCE3"/>
              </a:solidFill>
              <a:ln w="4435"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BA1F386-8BED-0209-20FD-A492341E9C24}"/>
                  </a:ext>
                </a:extLst>
              </p:cNvPr>
              <p:cNvSpPr/>
              <p:nvPr/>
            </p:nvSpPr>
            <p:spPr>
              <a:xfrm>
                <a:off x="1383657" y="3091379"/>
                <a:ext cx="20277" cy="17291"/>
              </a:xfrm>
              <a:prstGeom prst="rect">
                <a:avLst/>
              </a:prstGeom>
              <a:solidFill>
                <a:srgbClr val="E0EDF6"/>
              </a:solidFill>
              <a:ln w="4435"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BD2320C7-2820-4F0E-0BAA-C704E661014C}"/>
                  </a:ext>
                </a:extLst>
              </p:cNvPr>
              <p:cNvSpPr/>
              <p:nvPr/>
            </p:nvSpPr>
            <p:spPr>
              <a:xfrm>
                <a:off x="1406234" y="3091379"/>
                <a:ext cx="20277" cy="17291"/>
              </a:xfrm>
              <a:prstGeom prst="rect">
                <a:avLst/>
              </a:prstGeom>
              <a:solidFill>
                <a:srgbClr val="F4F9FD"/>
              </a:solidFill>
              <a:ln w="4435"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791DA4EC-F207-4355-726B-29C7909419F2}"/>
                  </a:ext>
                </a:extLst>
              </p:cNvPr>
              <p:cNvSpPr/>
              <p:nvPr/>
            </p:nvSpPr>
            <p:spPr>
              <a:xfrm>
                <a:off x="1180465" y="311097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C5200CDC-C1AD-5612-A9E5-92C188E339A4}"/>
                  </a:ext>
                </a:extLst>
              </p:cNvPr>
              <p:cNvSpPr/>
              <p:nvPr/>
            </p:nvSpPr>
            <p:spPr>
              <a:xfrm>
                <a:off x="1203042"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F20B94B5-E3AC-3C4A-E435-6361A575B5C7}"/>
                  </a:ext>
                </a:extLst>
              </p:cNvPr>
              <p:cNvSpPr/>
              <p:nvPr/>
            </p:nvSpPr>
            <p:spPr>
              <a:xfrm>
                <a:off x="1225619" y="3110970"/>
                <a:ext cx="20277" cy="17291"/>
              </a:xfrm>
              <a:prstGeom prst="rect">
                <a:avLst/>
              </a:prstGeom>
              <a:solidFill>
                <a:srgbClr val="F4F9FD"/>
              </a:solidFill>
              <a:ln w="4435"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C9F49614-963A-B610-A044-90733889FB62}"/>
                  </a:ext>
                </a:extLst>
              </p:cNvPr>
              <p:cNvSpPr/>
              <p:nvPr/>
            </p:nvSpPr>
            <p:spPr>
              <a:xfrm>
                <a:off x="1248195" y="311097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485F27DA-74DA-5260-DC15-A5EF7BC77E08}"/>
                  </a:ext>
                </a:extLst>
              </p:cNvPr>
              <p:cNvSpPr/>
              <p:nvPr/>
            </p:nvSpPr>
            <p:spPr>
              <a:xfrm>
                <a:off x="1270772" y="311097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3BD24B1C-E57B-608E-2846-BEC2E7789BF8}"/>
                  </a:ext>
                </a:extLst>
              </p:cNvPr>
              <p:cNvSpPr/>
              <p:nvPr/>
            </p:nvSpPr>
            <p:spPr>
              <a:xfrm>
                <a:off x="1293349" y="3110970"/>
                <a:ext cx="20277" cy="17291"/>
              </a:xfrm>
              <a:prstGeom prst="rect">
                <a:avLst/>
              </a:prstGeom>
              <a:solidFill>
                <a:srgbClr val="E0EDF6"/>
              </a:solidFill>
              <a:ln w="4435"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ABDD6ABC-C670-F257-1D49-85B687DE86C2}"/>
                  </a:ext>
                </a:extLst>
              </p:cNvPr>
              <p:cNvSpPr/>
              <p:nvPr/>
            </p:nvSpPr>
            <p:spPr>
              <a:xfrm>
                <a:off x="1315926" y="3110970"/>
                <a:ext cx="20277" cy="17291"/>
              </a:xfrm>
              <a:prstGeom prst="rect">
                <a:avLst/>
              </a:prstGeom>
              <a:solidFill>
                <a:srgbClr val="C6DDED"/>
              </a:solidFill>
              <a:ln w="4435"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5E004E6D-80D3-24E8-9F61-965C40CDCA94}"/>
                  </a:ext>
                </a:extLst>
              </p:cNvPr>
              <p:cNvSpPr/>
              <p:nvPr/>
            </p:nvSpPr>
            <p:spPr>
              <a:xfrm>
                <a:off x="1338503" y="3110970"/>
                <a:ext cx="20277" cy="17291"/>
              </a:xfrm>
              <a:prstGeom prst="rect">
                <a:avLst/>
              </a:prstGeom>
              <a:solidFill>
                <a:srgbClr val="BED7EA"/>
              </a:solidFill>
              <a:ln w="4435"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E4EAEBA9-4BDB-13A2-2DF8-9B02FCB0E0E3}"/>
                  </a:ext>
                </a:extLst>
              </p:cNvPr>
              <p:cNvSpPr/>
              <p:nvPr/>
            </p:nvSpPr>
            <p:spPr>
              <a:xfrm>
                <a:off x="1361080" y="3110970"/>
                <a:ext cx="20277" cy="17291"/>
              </a:xfrm>
              <a:prstGeom prst="rect">
                <a:avLst/>
              </a:prstGeom>
              <a:solidFill>
                <a:srgbClr val="D5E6F2"/>
              </a:solidFill>
              <a:ln w="4435"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C55EF68D-47DE-6970-D285-BA41F8F84F61}"/>
                  </a:ext>
                </a:extLst>
              </p:cNvPr>
              <p:cNvSpPr/>
              <p:nvPr/>
            </p:nvSpPr>
            <p:spPr>
              <a:xfrm>
                <a:off x="1383657" y="3110970"/>
                <a:ext cx="20277" cy="17291"/>
              </a:xfrm>
              <a:prstGeom prst="rect">
                <a:avLst/>
              </a:prstGeom>
              <a:solidFill>
                <a:srgbClr val="EDF5FA"/>
              </a:solidFill>
              <a:ln w="4435"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698EE93B-CD3D-2BF2-C390-AEB56B50AA1C}"/>
                  </a:ext>
                </a:extLst>
              </p:cNvPr>
              <p:cNvSpPr/>
              <p:nvPr/>
            </p:nvSpPr>
            <p:spPr>
              <a:xfrm>
                <a:off x="1406234" y="311097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6834CA26-32C8-D962-7881-DCBF2125F1E7}"/>
                  </a:ext>
                </a:extLst>
              </p:cNvPr>
              <p:cNvSpPr/>
              <p:nvPr/>
            </p:nvSpPr>
            <p:spPr>
              <a:xfrm>
                <a:off x="1180465"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5E3D5964-6562-BB5A-F8FD-57ED28074506}"/>
                  </a:ext>
                </a:extLst>
              </p:cNvPr>
              <p:cNvSpPr/>
              <p:nvPr/>
            </p:nvSpPr>
            <p:spPr>
              <a:xfrm>
                <a:off x="1203042" y="3130560"/>
                <a:ext cx="20277" cy="17291"/>
              </a:xfrm>
              <a:prstGeom prst="rect">
                <a:avLst/>
              </a:prstGeom>
              <a:solidFill>
                <a:srgbClr val="F7FBFE"/>
              </a:solidFill>
              <a:ln w="4435"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D5DC6309-4FE2-3123-0FE9-5EC8935B910C}"/>
                  </a:ext>
                </a:extLst>
              </p:cNvPr>
              <p:cNvSpPr/>
              <p:nvPr/>
            </p:nvSpPr>
            <p:spPr>
              <a:xfrm>
                <a:off x="1225619" y="3130560"/>
                <a:ext cx="20277" cy="17291"/>
              </a:xfrm>
              <a:prstGeom prst="rect">
                <a:avLst/>
              </a:prstGeom>
              <a:solidFill>
                <a:srgbClr val="F6FBFE"/>
              </a:solidFill>
              <a:ln w="4435"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4A4FADAD-B80D-5ACA-405F-56868FB8E113}"/>
                  </a:ext>
                </a:extLst>
              </p:cNvPr>
              <p:cNvSpPr/>
              <p:nvPr/>
            </p:nvSpPr>
            <p:spPr>
              <a:xfrm>
                <a:off x="1248195" y="3130560"/>
                <a:ext cx="20277" cy="17291"/>
              </a:xfrm>
              <a:prstGeom prst="rect">
                <a:avLst/>
              </a:prstGeom>
              <a:solidFill>
                <a:srgbClr val="F6FAFE"/>
              </a:solidFill>
              <a:ln w="4435"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583E2E26-C6D8-4638-2637-9FAF28C59D06}"/>
                  </a:ext>
                </a:extLst>
              </p:cNvPr>
              <p:cNvSpPr/>
              <p:nvPr/>
            </p:nvSpPr>
            <p:spPr>
              <a:xfrm>
                <a:off x="1270772" y="3130560"/>
                <a:ext cx="20277" cy="17291"/>
              </a:xfrm>
              <a:prstGeom prst="rect">
                <a:avLst/>
              </a:prstGeom>
              <a:solidFill>
                <a:srgbClr val="F5FAFD"/>
              </a:solidFill>
              <a:ln w="4435"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B0846FD2-5DE6-0BF0-221C-6B05EFC57C34}"/>
                  </a:ext>
                </a:extLst>
              </p:cNvPr>
              <p:cNvSpPr/>
              <p:nvPr/>
            </p:nvSpPr>
            <p:spPr>
              <a:xfrm>
                <a:off x="1293349" y="3130560"/>
                <a:ext cx="20277" cy="17291"/>
              </a:xfrm>
              <a:prstGeom prst="rect">
                <a:avLst/>
              </a:prstGeom>
              <a:solidFill>
                <a:srgbClr val="F2F8FC"/>
              </a:solidFill>
              <a:ln w="4435"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6A26C51-95BC-A1E2-FFF2-6C4B262754AD}"/>
                  </a:ext>
                </a:extLst>
              </p:cNvPr>
              <p:cNvSpPr/>
              <p:nvPr/>
            </p:nvSpPr>
            <p:spPr>
              <a:xfrm>
                <a:off x="1315926" y="3130560"/>
                <a:ext cx="20277" cy="17291"/>
              </a:xfrm>
              <a:prstGeom prst="rect">
                <a:avLst/>
              </a:prstGeom>
              <a:solidFill>
                <a:srgbClr val="ECF4FA"/>
              </a:solidFill>
              <a:ln w="4435"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5E08E8A1-D274-5576-92AC-83416D91C2AF}"/>
                  </a:ext>
                </a:extLst>
              </p:cNvPr>
              <p:cNvSpPr/>
              <p:nvPr/>
            </p:nvSpPr>
            <p:spPr>
              <a:xfrm>
                <a:off x="1338503" y="3130560"/>
                <a:ext cx="20277" cy="17291"/>
              </a:xfrm>
              <a:prstGeom prst="rect">
                <a:avLst/>
              </a:prstGeom>
              <a:solidFill>
                <a:srgbClr val="EAF3F9"/>
              </a:solidFill>
              <a:ln w="4435"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1703A6D7-7C4E-382A-0AB4-BF738D09CAE8}"/>
                  </a:ext>
                </a:extLst>
              </p:cNvPr>
              <p:cNvSpPr/>
              <p:nvPr/>
            </p:nvSpPr>
            <p:spPr>
              <a:xfrm>
                <a:off x="1361080" y="3130560"/>
                <a:ext cx="20277" cy="17291"/>
              </a:xfrm>
              <a:prstGeom prst="rect">
                <a:avLst/>
              </a:prstGeom>
              <a:solidFill>
                <a:srgbClr val="EFF6FB"/>
              </a:solidFill>
              <a:ln w="4435"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1F3C729F-004A-3286-EC69-46BAC4BF26A1}"/>
                  </a:ext>
                </a:extLst>
              </p:cNvPr>
              <p:cNvSpPr/>
              <p:nvPr/>
            </p:nvSpPr>
            <p:spPr>
              <a:xfrm>
                <a:off x="1383657" y="3130560"/>
                <a:ext cx="20277" cy="17291"/>
              </a:xfrm>
              <a:prstGeom prst="rect">
                <a:avLst/>
              </a:prstGeom>
              <a:solidFill>
                <a:srgbClr val="F5F9FD"/>
              </a:solidFill>
              <a:ln w="4435"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FE168EEC-3163-0F93-F72E-A96C3EE67157}"/>
                  </a:ext>
                </a:extLst>
              </p:cNvPr>
              <p:cNvSpPr/>
              <p:nvPr/>
            </p:nvSpPr>
            <p:spPr>
              <a:xfrm>
                <a:off x="1406234" y="3130560"/>
                <a:ext cx="20277" cy="17291"/>
              </a:xfrm>
              <a:prstGeom prst="rect">
                <a:avLst/>
              </a:prstGeom>
              <a:solidFill>
                <a:srgbClr val="F7FBFE"/>
              </a:solidFill>
              <a:ln w="4435" cap="rnd" cmpd="sng" algn="ctr">
                <a:noFill/>
                <a:prstDash val="solid"/>
                <a:round/>
                <a:headEnd type="none" w="med" len="med"/>
                <a:tailEnd type="none" w="med" len="med"/>
              </a:ln>
              <a:effectLst/>
            </p:spPr>
          </p:sp>
          <p:cxnSp>
            <p:nvCxnSpPr>
              <p:cNvPr id="239" name="path_2494">
                <a:extLst>
                  <a:ext uri="{FF2B5EF4-FFF2-40B4-BE49-F238E27FC236}">
                    <a16:creationId xmlns:a16="http://schemas.microsoft.com/office/drawing/2014/main" id="{799387D9-7A49-9398-861C-D424E0DF0775}"/>
                  </a:ext>
                </a:extLst>
              </p:cNvPr>
              <p:cNvCxnSpPr/>
              <p:nvPr/>
            </p:nvCxnSpPr>
            <p:spPr>
              <a:xfrm>
                <a:off x="1179315" y="2933505"/>
                <a:ext cx="248346" cy="0"/>
              </a:xfrm>
              <a:prstGeom prst="line">
                <a:avLst/>
              </a:prstGeom>
              <a:noFill/>
              <a:ln w="2534" cap="rnd" cmpd="sng" algn="ctr">
                <a:solidFill>
                  <a:srgbClr val="367FB7"/>
                </a:solidFill>
                <a:prstDash val="solid"/>
                <a:round/>
                <a:headEnd type="none" w="med" len="med"/>
                <a:tailEnd type="none" w="med" len="med"/>
              </a:ln>
              <a:effectLst/>
            </p:spPr>
          </p:cxnSp>
          <p:cxnSp>
            <p:nvCxnSpPr>
              <p:cNvPr id="240" name="path_2495">
                <a:extLst>
                  <a:ext uri="{FF2B5EF4-FFF2-40B4-BE49-F238E27FC236}">
                    <a16:creationId xmlns:a16="http://schemas.microsoft.com/office/drawing/2014/main" id="{D7DB86AF-B33F-58B0-7CE4-8F9B0CEBDC47}"/>
                  </a:ext>
                </a:extLst>
              </p:cNvPr>
              <p:cNvCxnSpPr/>
              <p:nvPr/>
            </p:nvCxnSpPr>
            <p:spPr>
              <a:xfrm>
                <a:off x="1427661" y="2933505"/>
                <a:ext cx="0" cy="215496"/>
              </a:xfrm>
              <a:prstGeom prst="line">
                <a:avLst/>
              </a:prstGeom>
              <a:noFill/>
              <a:ln w="2534" cap="rnd" cmpd="sng" algn="ctr">
                <a:solidFill>
                  <a:srgbClr val="367FB7"/>
                </a:solidFill>
                <a:prstDash val="solid"/>
                <a:round/>
                <a:headEnd type="none" w="med" len="med"/>
                <a:tailEnd type="none" w="med" len="med"/>
              </a:ln>
              <a:effectLst/>
            </p:spPr>
          </p:cxnSp>
        </p:grpSp>
        <p:grpSp>
          <p:nvGrpSpPr>
            <p:cNvPr id="241" name="Match | compact U-Net operator">
              <a:extLst>
                <a:ext uri="{FF2B5EF4-FFF2-40B4-BE49-F238E27FC236}">
                  <a16:creationId xmlns:a16="http://schemas.microsoft.com/office/drawing/2014/main" id="{6128B88F-43E7-0942-7C4A-9552DEAED3C7}"/>
                </a:ext>
              </a:extLst>
            </p:cNvPr>
            <p:cNvGrpSpPr/>
            <p:nvPr/>
          </p:nvGrpSpPr>
          <p:grpSpPr>
            <a:xfrm>
              <a:off x="2800350" y="2057400"/>
              <a:ext cx="990600" cy="666750"/>
              <a:chOff x="1680559" y="2920365"/>
              <a:chExt cx="333146" cy="216810"/>
            </a:xfrm>
          </p:grpSpPr>
          <p:sp>
            <p:nvSpPr>
              <p:cNvPr id="242" name="rect_2499">
                <a:extLst>
                  <a:ext uri="{FF2B5EF4-FFF2-40B4-BE49-F238E27FC236}">
                    <a16:creationId xmlns:a16="http://schemas.microsoft.com/office/drawing/2014/main" id="{EA8A9DBE-7A55-2477-6B9B-D1AF7B973F59}"/>
                  </a:ext>
                </a:extLst>
              </p:cNvPr>
              <p:cNvSpPr/>
              <p:nvPr/>
            </p:nvSpPr>
            <p:spPr>
              <a:xfrm>
                <a:off x="1757475" y="292036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3" name="rect_2500">
                <a:extLst>
                  <a:ext uri="{FF2B5EF4-FFF2-40B4-BE49-F238E27FC236}">
                    <a16:creationId xmlns:a16="http://schemas.microsoft.com/office/drawing/2014/main" id="{74FC5810-C12E-BEC7-522E-2688E68CB9AB}"/>
                  </a:ext>
                </a:extLst>
              </p:cNvPr>
              <p:cNvSpPr/>
              <p:nvPr/>
            </p:nvSpPr>
            <p:spPr>
              <a:xfrm>
                <a:off x="1731195" y="2936790"/>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4" name="rect_2501">
                <a:extLst>
                  <a:ext uri="{FF2B5EF4-FFF2-40B4-BE49-F238E27FC236}">
                    <a16:creationId xmlns:a16="http://schemas.microsoft.com/office/drawing/2014/main" id="{09AB4D47-BE4F-1476-F0C4-C6489A07AAE5}"/>
                  </a:ext>
                </a:extLst>
              </p:cNvPr>
              <p:cNvSpPr/>
              <p:nvPr/>
            </p:nvSpPr>
            <p:spPr>
              <a:xfrm>
                <a:off x="1704915" y="2953215"/>
                <a:ext cx="256230" cy="183960"/>
              </a:xfrm>
              <a:prstGeom prst="roundRect">
                <a:avLst>
                  <a:gd name="adj" fmla="val 5357"/>
                </a:avLst>
              </a:prstGeom>
              <a:solidFill>
                <a:srgbClr val="E3EFF7"/>
              </a:solidFill>
              <a:ln w="4118" cap="rnd" cmpd="sng" algn="ctr">
                <a:solidFill>
                  <a:srgbClr val="367FB7"/>
                </a:solidFill>
                <a:prstDash val="solid"/>
                <a:round/>
                <a:headEnd type="none" w="med" len="med"/>
                <a:tailEnd type="none" w="med" len="med"/>
              </a:ln>
              <a:effectLst/>
            </p:spPr>
          </p:sp>
          <p:sp>
            <p:nvSpPr>
              <p:cNvPr id="245" name="Text | U-Net">
                <a:extLst>
                  <a:ext uri="{FF2B5EF4-FFF2-40B4-BE49-F238E27FC236}">
                    <a16:creationId xmlns:a16="http://schemas.microsoft.com/office/drawing/2014/main" id="{6577FB68-AC88-51AF-1B52-0FA4D9D6F355}"/>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649" b="1" i="0" baseline="0" dirty="0">
                    <a:solidFill>
                      <a:srgbClr val="367FB7"/>
                    </a:solidFill>
                    <a:latin typeface="Arial"/>
                    <a:ea typeface="Arial"/>
                    <a:cs typeface="Arial"/>
                  </a:rPr>
                  <a:t>U-Net</a:t>
                </a:r>
                <a:endParaRPr lang="en-US" sz="649"/>
              </a:p>
            </p:txBody>
          </p:sp>
        </p:grpSp>
        <p:grpSp>
          <p:nvGrpSpPr>
            <p:cNvPr id="246" name="Base voxel summary h_j^vox">
              <a:extLst>
                <a:ext uri="{FF2B5EF4-FFF2-40B4-BE49-F238E27FC236}">
                  <a16:creationId xmlns:a16="http://schemas.microsoft.com/office/drawing/2014/main" id="{79AC2BE8-FFB5-CB34-4DD1-EB168FB65885}"/>
                </a:ext>
              </a:extLst>
            </p:cNvPr>
            <p:cNvGrpSpPr/>
            <p:nvPr/>
          </p:nvGrpSpPr>
          <p:grpSpPr>
            <a:xfrm>
              <a:off x="5133975" y="2276475"/>
              <a:ext cx="1257300" cy="238125"/>
              <a:chOff x="2375055" y="3012345"/>
              <a:chExt cx="400770" cy="78840"/>
            </a:xfrm>
          </p:grpSpPr>
          <p:sp>
            <p:nvSpPr>
              <p:cNvPr id="247" name="feature_1">
                <a:extLst>
                  <a:ext uri="{FF2B5EF4-FFF2-40B4-BE49-F238E27FC236}">
                    <a16:creationId xmlns:a16="http://schemas.microsoft.com/office/drawing/2014/main" id="{29394FE3-BC56-B2A3-2353-E9A847D61D45}"/>
                  </a:ext>
                </a:extLst>
              </p:cNvPr>
              <p:cNvSpPr/>
              <p:nvPr/>
            </p:nvSpPr>
            <p:spPr>
              <a:xfrm>
                <a:off x="2375055" y="3012345"/>
                <a:ext cx="54437" cy="78840"/>
              </a:xfrm>
              <a:prstGeom prst="rect">
                <a:avLst/>
              </a:prstGeom>
              <a:solidFill>
                <a:srgbClr val="367FB7"/>
              </a:solidFill>
              <a:ln w="4435" cap="rnd" cmpd="sng" algn="ctr">
                <a:noFill/>
                <a:prstDash val="solid"/>
                <a:round/>
                <a:headEnd type="none" w="med" len="med"/>
                <a:tailEnd type="none" w="med" len="med"/>
              </a:ln>
              <a:effectLst/>
            </p:spPr>
          </p:sp>
          <p:sp>
            <p:nvSpPr>
              <p:cNvPr id="248" name="feature_2">
                <a:extLst>
                  <a:ext uri="{FF2B5EF4-FFF2-40B4-BE49-F238E27FC236}">
                    <a16:creationId xmlns:a16="http://schemas.microsoft.com/office/drawing/2014/main" id="{6B847FE5-7D0C-46AE-D6A6-0B429D9C70ED}"/>
                  </a:ext>
                </a:extLst>
              </p:cNvPr>
              <p:cNvSpPr/>
              <p:nvPr/>
            </p:nvSpPr>
            <p:spPr>
              <a:xfrm>
                <a:off x="2432777" y="3012345"/>
                <a:ext cx="54437" cy="78840"/>
              </a:xfrm>
              <a:prstGeom prst="rect">
                <a:avLst/>
              </a:prstGeom>
              <a:solidFill>
                <a:srgbClr val="7EAED0"/>
              </a:solidFill>
              <a:ln w="4435" cap="rnd" cmpd="sng" algn="ctr">
                <a:noFill/>
                <a:prstDash val="solid"/>
                <a:round/>
                <a:headEnd type="none" w="med" len="med"/>
                <a:tailEnd type="none" w="med" len="med"/>
              </a:ln>
              <a:effectLst/>
            </p:spPr>
          </p:sp>
          <p:sp>
            <p:nvSpPr>
              <p:cNvPr id="249" name="feature_3">
                <a:extLst>
                  <a:ext uri="{FF2B5EF4-FFF2-40B4-BE49-F238E27FC236}">
                    <a16:creationId xmlns:a16="http://schemas.microsoft.com/office/drawing/2014/main" id="{ECA431BA-AB44-4006-5FA2-541B286DFEC3}"/>
                  </a:ext>
                </a:extLst>
              </p:cNvPr>
              <p:cNvSpPr/>
              <p:nvPr/>
            </p:nvSpPr>
            <p:spPr>
              <a:xfrm>
                <a:off x="2490499" y="3012345"/>
                <a:ext cx="54437" cy="78840"/>
              </a:xfrm>
              <a:prstGeom prst="rect">
                <a:avLst/>
              </a:prstGeom>
              <a:solidFill>
                <a:srgbClr val="BCD8E7"/>
              </a:solidFill>
              <a:ln w="4435" cap="rnd" cmpd="sng" algn="ctr">
                <a:noFill/>
                <a:prstDash val="solid"/>
                <a:round/>
                <a:headEnd type="none" w="med" len="med"/>
                <a:tailEnd type="none" w="med" len="med"/>
              </a:ln>
              <a:effectLst/>
            </p:spPr>
          </p:sp>
          <p:sp>
            <p:nvSpPr>
              <p:cNvPr id="250" name="feature_4">
                <a:extLst>
                  <a:ext uri="{FF2B5EF4-FFF2-40B4-BE49-F238E27FC236}">
                    <a16:creationId xmlns:a16="http://schemas.microsoft.com/office/drawing/2014/main" id="{6B29FB8D-B3FE-A122-980E-845475951D94}"/>
                  </a:ext>
                </a:extLst>
              </p:cNvPr>
              <p:cNvSpPr/>
              <p:nvPr/>
            </p:nvSpPr>
            <p:spPr>
              <a:xfrm>
                <a:off x="2548221" y="3012345"/>
                <a:ext cx="54437" cy="78840"/>
              </a:xfrm>
              <a:prstGeom prst="rect">
                <a:avLst/>
              </a:prstGeom>
              <a:solidFill>
                <a:srgbClr val="88C3B4"/>
              </a:solidFill>
              <a:ln w="4435" cap="rnd" cmpd="sng" algn="ctr">
                <a:noFill/>
                <a:prstDash val="solid"/>
                <a:round/>
                <a:headEnd type="none" w="med" len="med"/>
                <a:tailEnd type="none" w="med" len="med"/>
              </a:ln>
              <a:effectLst/>
            </p:spPr>
          </p:sp>
          <p:sp>
            <p:nvSpPr>
              <p:cNvPr id="251" name="feature_5">
                <a:extLst>
                  <a:ext uri="{FF2B5EF4-FFF2-40B4-BE49-F238E27FC236}">
                    <a16:creationId xmlns:a16="http://schemas.microsoft.com/office/drawing/2014/main" id="{F59B3894-1B47-2C50-5364-F7CEB5D830B6}"/>
                  </a:ext>
                </a:extLst>
              </p:cNvPr>
              <p:cNvSpPr/>
              <p:nvPr/>
            </p:nvSpPr>
            <p:spPr>
              <a:xfrm>
                <a:off x="2605944" y="3012345"/>
                <a:ext cx="54437" cy="78840"/>
              </a:xfrm>
              <a:prstGeom prst="rect">
                <a:avLst/>
              </a:prstGeom>
              <a:solidFill>
                <a:srgbClr val="238777"/>
              </a:solidFill>
              <a:ln w="4435" cap="rnd" cmpd="sng" algn="ctr">
                <a:noFill/>
                <a:prstDash val="solid"/>
                <a:round/>
                <a:headEnd type="none" w="med" len="med"/>
                <a:tailEnd type="none" w="med" len="med"/>
              </a:ln>
              <a:effectLst/>
            </p:spPr>
          </p:sp>
          <p:sp>
            <p:nvSpPr>
              <p:cNvPr id="252" name="feature_6">
                <a:extLst>
                  <a:ext uri="{FF2B5EF4-FFF2-40B4-BE49-F238E27FC236}">
                    <a16:creationId xmlns:a16="http://schemas.microsoft.com/office/drawing/2014/main" id="{58333F02-3010-74DD-0039-DCC5A70C8F96}"/>
                  </a:ext>
                </a:extLst>
              </p:cNvPr>
              <p:cNvSpPr/>
              <p:nvPr/>
            </p:nvSpPr>
            <p:spPr>
              <a:xfrm>
                <a:off x="2663666" y="3012345"/>
                <a:ext cx="54437" cy="78840"/>
              </a:xfrm>
              <a:prstGeom prst="rect">
                <a:avLst/>
              </a:prstGeom>
              <a:solidFill>
                <a:srgbClr val="B1A4CC"/>
              </a:solidFill>
              <a:ln w="4435" cap="rnd" cmpd="sng" algn="ctr">
                <a:noFill/>
                <a:prstDash val="solid"/>
                <a:round/>
                <a:headEnd type="none" w="med" len="med"/>
                <a:tailEnd type="none" w="med" len="med"/>
              </a:ln>
              <a:effectLst/>
            </p:spPr>
          </p:sp>
          <p:sp>
            <p:nvSpPr>
              <p:cNvPr id="253" name="feature_7">
                <a:extLst>
                  <a:ext uri="{FF2B5EF4-FFF2-40B4-BE49-F238E27FC236}">
                    <a16:creationId xmlns:a16="http://schemas.microsoft.com/office/drawing/2014/main" id="{5453F6F6-9116-A69E-A408-A0B9D7EC45C0}"/>
                  </a:ext>
                </a:extLst>
              </p:cNvPr>
              <p:cNvSpPr/>
              <p:nvPr/>
            </p:nvSpPr>
            <p:spPr>
              <a:xfrm>
                <a:off x="2721388" y="3012345"/>
                <a:ext cx="54437" cy="78840"/>
              </a:xfrm>
              <a:prstGeom prst="rect">
                <a:avLst/>
              </a:prstGeom>
              <a:solidFill>
                <a:srgbClr val="D4CBE6"/>
              </a:solidFill>
              <a:ln w="4435" cap="rnd" cmpd="sng" algn="ctr">
                <a:noFill/>
                <a:prstDash val="solid"/>
                <a:round/>
                <a:headEnd type="none" w="med" len="med"/>
                <a:tailEnd type="none" w="med" len="med"/>
              </a:ln>
              <a:effectLst/>
            </p:spPr>
          </p:sp>
        </p:grpSp>
        <p:grpSp>
          <p:nvGrpSpPr>
            <p:cNvPr id="254" name="Local receptor pocket | atom environment">
              <a:extLst>
                <a:ext uri="{FF2B5EF4-FFF2-40B4-BE49-F238E27FC236}">
                  <a16:creationId xmlns:a16="http://schemas.microsoft.com/office/drawing/2014/main" id="{8A546335-9C89-DCEA-5E5B-E281D0EDC93A}"/>
                </a:ext>
              </a:extLst>
            </p:cNvPr>
            <p:cNvGrpSpPr/>
            <p:nvPr/>
          </p:nvGrpSpPr>
          <p:grpSpPr>
            <a:xfrm>
              <a:off x="1066800" y="4076700"/>
              <a:ext cx="838200" cy="638175"/>
              <a:chOff x="1295748" y="3525328"/>
              <a:chExt cx="304113" cy="219890"/>
            </a:xfrm>
          </p:grpSpPr>
          <p:sp>
            <p:nvSpPr>
              <p:cNvPr id="255" name="ellipse_2517">
                <a:extLst>
                  <a:ext uri="{FF2B5EF4-FFF2-40B4-BE49-F238E27FC236}">
                    <a16:creationId xmlns:a16="http://schemas.microsoft.com/office/drawing/2014/main" id="{490F1E75-C64B-41E9-72C1-C7F3991B01D0}"/>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6" name="ellipse_2518">
                <a:extLst>
                  <a:ext uri="{FF2B5EF4-FFF2-40B4-BE49-F238E27FC236}">
                    <a16:creationId xmlns:a16="http://schemas.microsoft.com/office/drawing/2014/main" id="{892F2879-C479-A255-F42A-FEFBC395FAAE}"/>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257" name="ellipse_2519">
                <a:extLst>
                  <a:ext uri="{FF2B5EF4-FFF2-40B4-BE49-F238E27FC236}">
                    <a16:creationId xmlns:a16="http://schemas.microsoft.com/office/drawing/2014/main" id="{183D700E-8E04-8CC9-C754-A55CDA7851B7}"/>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258" name="ellipse_2520">
                <a:extLst>
                  <a:ext uri="{FF2B5EF4-FFF2-40B4-BE49-F238E27FC236}">
                    <a16:creationId xmlns:a16="http://schemas.microsoft.com/office/drawing/2014/main" id="{1ADF4877-FF02-CD7A-5512-5FE1EEADEC33}"/>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59" name="ellipse_2521">
                <a:extLst>
                  <a:ext uri="{FF2B5EF4-FFF2-40B4-BE49-F238E27FC236}">
                    <a16:creationId xmlns:a16="http://schemas.microsoft.com/office/drawing/2014/main" id="{AD4A39CA-B81B-3CE8-18C8-06CC1DA13101}"/>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60" name="ellipse_2522">
                <a:extLst>
                  <a:ext uri="{FF2B5EF4-FFF2-40B4-BE49-F238E27FC236}">
                    <a16:creationId xmlns:a16="http://schemas.microsoft.com/office/drawing/2014/main" id="{C71B0CFC-6744-0808-6F8F-052B64A931AF}"/>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61" name="ellipse_2523">
                <a:extLst>
                  <a:ext uri="{FF2B5EF4-FFF2-40B4-BE49-F238E27FC236}">
                    <a16:creationId xmlns:a16="http://schemas.microsoft.com/office/drawing/2014/main" id="{81B904B4-D981-7D31-114B-C8031DA7E1E2}"/>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62" name="ellipse_2524">
                <a:extLst>
                  <a:ext uri="{FF2B5EF4-FFF2-40B4-BE49-F238E27FC236}">
                    <a16:creationId xmlns:a16="http://schemas.microsoft.com/office/drawing/2014/main" id="{5CEC5C9B-6C6D-6ABE-8A4C-F9DFE218A0AD}"/>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63" name="ellipse_2525">
                <a:extLst>
                  <a:ext uri="{FF2B5EF4-FFF2-40B4-BE49-F238E27FC236}">
                    <a16:creationId xmlns:a16="http://schemas.microsoft.com/office/drawing/2014/main" id="{26592A73-BCD5-B8D3-5929-96E05DF73040}"/>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64" name="ellipse_2526">
                <a:extLst>
                  <a:ext uri="{FF2B5EF4-FFF2-40B4-BE49-F238E27FC236}">
                    <a16:creationId xmlns:a16="http://schemas.microsoft.com/office/drawing/2014/main" id="{C1AD6372-FE11-C8A0-662E-7FCAB201B8B8}"/>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265" name="ellipse_2527">
                <a:extLst>
                  <a:ext uri="{FF2B5EF4-FFF2-40B4-BE49-F238E27FC236}">
                    <a16:creationId xmlns:a16="http://schemas.microsoft.com/office/drawing/2014/main" id="{B2F41DFF-E9DE-FCEF-8307-67CB513293EF}"/>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1743" cap="rnd" cmpd="sng" algn="ctr">
                <a:noFill/>
                <a:prstDash val="solid"/>
                <a:round/>
                <a:headEnd type="none" w="med" len="med"/>
                <a:tailEnd type="none" w="med" len="med"/>
              </a:ln>
              <a:effectLst/>
            </p:spPr>
          </p:sp>
          <p:sp>
            <p:nvSpPr>
              <p:cNvPr id="266" name="ellipse_2528">
                <a:extLst>
                  <a:ext uri="{FF2B5EF4-FFF2-40B4-BE49-F238E27FC236}">
                    <a16:creationId xmlns:a16="http://schemas.microsoft.com/office/drawing/2014/main" id="{3A7C2394-B8D2-C5F1-80C2-555C570628AA}"/>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267" name="ellipse_2529">
                <a:extLst>
                  <a:ext uri="{FF2B5EF4-FFF2-40B4-BE49-F238E27FC236}">
                    <a16:creationId xmlns:a16="http://schemas.microsoft.com/office/drawing/2014/main" id="{D82D59C4-8258-92F6-372F-552A0222156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8" name="ellipse_2530">
                <a:extLst>
                  <a:ext uri="{FF2B5EF4-FFF2-40B4-BE49-F238E27FC236}">
                    <a16:creationId xmlns:a16="http://schemas.microsoft.com/office/drawing/2014/main" id="{6C0C96E3-2F52-EA25-C9DA-B71EC5622B4C}"/>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69" name="ellipse_2531">
                <a:extLst>
                  <a:ext uri="{FF2B5EF4-FFF2-40B4-BE49-F238E27FC236}">
                    <a16:creationId xmlns:a16="http://schemas.microsoft.com/office/drawing/2014/main" id="{93B3B389-A012-25BA-6F06-EC9DB59C4AFB}"/>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70" name="ellipse_2532">
                <a:extLst>
                  <a:ext uri="{FF2B5EF4-FFF2-40B4-BE49-F238E27FC236}">
                    <a16:creationId xmlns:a16="http://schemas.microsoft.com/office/drawing/2014/main" id="{2665C2E6-3081-4A7C-3918-CEE33E8D470F}"/>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71" name="ellipse_2533">
                <a:extLst>
                  <a:ext uri="{FF2B5EF4-FFF2-40B4-BE49-F238E27FC236}">
                    <a16:creationId xmlns:a16="http://schemas.microsoft.com/office/drawing/2014/main" id="{397B20B9-05A2-1028-A146-5C34D6D3B38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272" name="ellipse_2534">
                <a:extLst>
                  <a:ext uri="{FF2B5EF4-FFF2-40B4-BE49-F238E27FC236}">
                    <a16:creationId xmlns:a16="http://schemas.microsoft.com/office/drawing/2014/main" id="{24BEC070-0982-29B4-3C14-877FC589287C}"/>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1743" cap="rnd" cmpd="sng" algn="ctr">
                <a:noFill/>
                <a:prstDash val="solid"/>
                <a:round/>
                <a:headEnd type="none" w="med" len="med"/>
                <a:tailEnd type="none" w="med" len="med"/>
              </a:ln>
              <a:effectLst/>
            </p:spPr>
          </p:sp>
          <p:sp>
            <p:nvSpPr>
              <p:cNvPr id="273" name="ellipse_2535">
                <a:extLst>
                  <a:ext uri="{FF2B5EF4-FFF2-40B4-BE49-F238E27FC236}">
                    <a16:creationId xmlns:a16="http://schemas.microsoft.com/office/drawing/2014/main" id="{55DDB44C-FD52-691B-04E4-7F95F52CE81A}"/>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274" name="ellipse_2536">
                <a:extLst>
                  <a:ext uri="{FF2B5EF4-FFF2-40B4-BE49-F238E27FC236}">
                    <a16:creationId xmlns:a16="http://schemas.microsoft.com/office/drawing/2014/main" id="{DB3B2982-BFEB-6A45-029C-914E51F65C38}"/>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5" name="ellipse_2537">
                <a:extLst>
                  <a:ext uri="{FF2B5EF4-FFF2-40B4-BE49-F238E27FC236}">
                    <a16:creationId xmlns:a16="http://schemas.microsoft.com/office/drawing/2014/main" id="{1DCF7FB2-5804-A9AC-7BD3-2FD6484DAE31}"/>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1743" cap="rnd" cmpd="sng" algn="ctr">
                <a:noFill/>
                <a:prstDash val="solid"/>
                <a:round/>
                <a:headEnd type="none" w="med" len="med"/>
                <a:tailEnd type="none" w="med" len="med"/>
              </a:ln>
              <a:effectLst/>
            </p:spPr>
          </p:sp>
          <p:sp>
            <p:nvSpPr>
              <p:cNvPr id="276" name="ellipse_2538">
                <a:extLst>
                  <a:ext uri="{FF2B5EF4-FFF2-40B4-BE49-F238E27FC236}">
                    <a16:creationId xmlns:a16="http://schemas.microsoft.com/office/drawing/2014/main" id="{A02474CD-446B-71E2-5988-474DDE931302}"/>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1743" cap="rnd" cmpd="sng" algn="ctr">
                <a:noFill/>
                <a:prstDash val="solid"/>
                <a:round/>
                <a:headEnd type="none" w="med" len="med"/>
                <a:tailEnd type="none" w="med" len="med"/>
              </a:ln>
              <a:effectLst/>
            </p:spPr>
          </p:sp>
          <p:sp>
            <p:nvSpPr>
              <p:cNvPr id="277" name="ellipse_2539">
                <a:extLst>
                  <a:ext uri="{FF2B5EF4-FFF2-40B4-BE49-F238E27FC236}">
                    <a16:creationId xmlns:a16="http://schemas.microsoft.com/office/drawing/2014/main" id="{BD2F4409-7EEB-52D8-AAEB-448DFA620366}"/>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78" name="ellipse_2540">
                <a:extLst>
                  <a:ext uri="{FF2B5EF4-FFF2-40B4-BE49-F238E27FC236}">
                    <a16:creationId xmlns:a16="http://schemas.microsoft.com/office/drawing/2014/main" id="{B046F8B0-10BA-D952-FE90-C1B0C839E19C}"/>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1743" cap="rnd" cmpd="sng" algn="ctr">
                <a:noFill/>
                <a:prstDash val="solid"/>
                <a:round/>
                <a:headEnd type="none" w="med" len="med"/>
                <a:tailEnd type="none" w="med" len="med"/>
              </a:ln>
              <a:effectLst/>
            </p:spPr>
          </p:sp>
          <p:sp>
            <p:nvSpPr>
              <p:cNvPr id="279" name="ellipse_2541">
                <a:extLst>
                  <a:ext uri="{FF2B5EF4-FFF2-40B4-BE49-F238E27FC236}">
                    <a16:creationId xmlns:a16="http://schemas.microsoft.com/office/drawing/2014/main" id="{6CDD3FDB-8919-EB67-CF24-0BBBB42F1B40}"/>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0" name="ellipse_2542">
                <a:extLst>
                  <a:ext uri="{FF2B5EF4-FFF2-40B4-BE49-F238E27FC236}">
                    <a16:creationId xmlns:a16="http://schemas.microsoft.com/office/drawing/2014/main" id="{CFF69E3F-D140-DFDF-D864-A50C0FB1B7E6}"/>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81" name="ellipse_2543">
                <a:extLst>
                  <a:ext uri="{FF2B5EF4-FFF2-40B4-BE49-F238E27FC236}">
                    <a16:creationId xmlns:a16="http://schemas.microsoft.com/office/drawing/2014/main" id="{B433D9F3-CB47-4D67-4580-C3837455EBB1}"/>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2" name="ellipse_2544">
                <a:extLst>
                  <a:ext uri="{FF2B5EF4-FFF2-40B4-BE49-F238E27FC236}">
                    <a16:creationId xmlns:a16="http://schemas.microsoft.com/office/drawing/2014/main" id="{391AF5BE-594E-6140-B5B9-411507B66A8E}"/>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283" name="ellipse_2545">
                <a:extLst>
                  <a:ext uri="{FF2B5EF4-FFF2-40B4-BE49-F238E27FC236}">
                    <a16:creationId xmlns:a16="http://schemas.microsoft.com/office/drawing/2014/main" id="{7CC3A651-DEF4-1329-531E-5B06B51EB7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sp>
            <p:nvSpPr>
              <p:cNvPr id="284" name="ellipse_2546">
                <a:extLst>
                  <a:ext uri="{FF2B5EF4-FFF2-40B4-BE49-F238E27FC236}">
                    <a16:creationId xmlns:a16="http://schemas.microsoft.com/office/drawing/2014/main" id="{4C37BF13-BFF4-3F8C-15E9-FFCE23649A87}"/>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1743" cap="rnd" cmpd="sng" algn="ctr">
                <a:noFill/>
                <a:prstDash val="solid"/>
                <a:round/>
                <a:headEnd type="none" w="med" len="med"/>
                <a:tailEnd type="none" w="med" len="med"/>
              </a:ln>
              <a:effectLst/>
            </p:spPr>
          </p:sp>
          <p:sp>
            <p:nvSpPr>
              <p:cNvPr id="285" name="ellipse_2547">
                <a:extLst>
                  <a:ext uri="{FF2B5EF4-FFF2-40B4-BE49-F238E27FC236}">
                    <a16:creationId xmlns:a16="http://schemas.microsoft.com/office/drawing/2014/main" id="{15350B39-3D01-138C-1044-103868E6C1E9}"/>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286" name="ellipse_2548">
                <a:extLst>
                  <a:ext uri="{FF2B5EF4-FFF2-40B4-BE49-F238E27FC236}">
                    <a16:creationId xmlns:a16="http://schemas.microsoft.com/office/drawing/2014/main" id="{E5899459-B525-A733-FDD1-3CBAB3B3CEE2}"/>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287" name="ellipse_2549">
                <a:extLst>
                  <a:ext uri="{FF2B5EF4-FFF2-40B4-BE49-F238E27FC236}">
                    <a16:creationId xmlns:a16="http://schemas.microsoft.com/office/drawing/2014/main" id="{3EBF023C-14E9-4D4C-75BA-E653CC64E8C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288" name="ellipse_2550">
                <a:extLst>
                  <a:ext uri="{FF2B5EF4-FFF2-40B4-BE49-F238E27FC236}">
                    <a16:creationId xmlns:a16="http://schemas.microsoft.com/office/drawing/2014/main" id="{6067695C-84D5-EECB-20B9-F27354119662}"/>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289" name="ellipse_2551">
                <a:extLst>
                  <a:ext uri="{FF2B5EF4-FFF2-40B4-BE49-F238E27FC236}">
                    <a16:creationId xmlns:a16="http://schemas.microsoft.com/office/drawing/2014/main" id="{C98B24CA-1AB6-4100-96AF-C2D6F92CAEDE}"/>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290" name="ellipse_2552">
                <a:extLst>
                  <a:ext uri="{FF2B5EF4-FFF2-40B4-BE49-F238E27FC236}">
                    <a16:creationId xmlns:a16="http://schemas.microsoft.com/office/drawing/2014/main" id="{A0A6909F-141E-1139-9538-16BE3B9D2B9E}"/>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291" name="ellipse_2553">
                <a:extLst>
                  <a:ext uri="{FF2B5EF4-FFF2-40B4-BE49-F238E27FC236}">
                    <a16:creationId xmlns:a16="http://schemas.microsoft.com/office/drawing/2014/main" id="{B51F9887-55B5-C5DF-F28A-983B345D8191}"/>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1743" cap="rnd" cmpd="sng" algn="ctr">
                <a:noFill/>
                <a:prstDash val="solid"/>
                <a:round/>
                <a:headEnd type="none" w="med" len="med"/>
                <a:tailEnd type="none" w="med" len="med"/>
              </a:ln>
              <a:effectLst/>
            </p:spPr>
          </p:sp>
          <p:sp>
            <p:nvSpPr>
              <p:cNvPr id="292" name="ellipse_2554">
                <a:extLst>
                  <a:ext uri="{FF2B5EF4-FFF2-40B4-BE49-F238E27FC236}">
                    <a16:creationId xmlns:a16="http://schemas.microsoft.com/office/drawing/2014/main" id="{C9DD42D7-1497-EC7C-A5AF-39BDFD768099}"/>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1743" cap="rnd" cmpd="sng" algn="ctr">
                <a:noFill/>
                <a:prstDash val="solid"/>
                <a:round/>
                <a:headEnd type="none" w="med" len="med"/>
                <a:tailEnd type="none" w="med" len="med"/>
              </a:ln>
              <a:effectLst/>
            </p:spPr>
          </p:sp>
          <p:sp>
            <p:nvSpPr>
              <p:cNvPr id="293" name="ellipse_2555">
                <a:extLst>
                  <a:ext uri="{FF2B5EF4-FFF2-40B4-BE49-F238E27FC236}">
                    <a16:creationId xmlns:a16="http://schemas.microsoft.com/office/drawing/2014/main" id="{3F789A2A-09D0-392D-BA7C-1F90338938D1}"/>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294" name="ellipse_2556">
                <a:extLst>
                  <a:ext uri="{FF2B5EF4-FFF2-40B4-BE49-F238E27FC236}">
                    <a16:creationId xmlns:a16="http://schemas.microsoft.com/office/drawing/2014/main" id="{CDD4C285-88D5-EB92-4FF3-FBA259B28892}"/>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295" name="ellipse_2557">
                <a:extLst>
                  <a:ext uri="{FF2B5EF4-FFF2-40B4-BE49-F238E27FC236}">
                    <a16:creationId xmlns:a16="http://schemas.microsoft.com/office/drawing/2014/main" id="{036C5327-B2B8-9796-434A-27EAEA809D1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296" name="ellipse_2558">
                <a:extLst>
                  <a:ext uri="{FF2B5EF4-FFF2-40B4-BE49-F238E27FC236}">
                    <a16:creationId xmlns:a16="http://schemas.microsoft.com/office/drawing/2014/main" id="{4378DB49-3909-9476-9010-BB5A947A7C2A}"/>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297" name="ellipse_2559">
                <a:extLst>
                  <a:ext uri="{FF2B5EF4-FFF2-40B4-BE49-F238E27FC236}">
                    <a16:creationId xmlns:a16="http://schemas.microsoft.com/office/drawing/2014/main" id="{09D4CB75-D7FC-1A97-951D-9CD42B6CC4BF}"/>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298" name="ellipse_2560">
                <a:extLst>
                  <a:ext uri="{FF2B5EF4-FFF2-40B4-BE49-F238E27FC236}">
                    <a16:creationId xmlns:a16="http://schemas.microsoft.com/office/drawing/2014/main" id="{A7D5DCB9-A475-94C4-BF7C-287AB3E1BAFD}"/>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299" name="ellipse_2561">
                <a:extLst>
                  <a:ext uri="{FF2B5EF4-FFF2-40B4-BE49-F238E27FC236}">
                    <a16:creationId xmlns:a16="http://schemas.microsoft.com/office/drawing/2014/main" id="{0CA673BF-357C-B01C-31A9-9FB9B19F7DA6}"/>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0" name="ellipse_2562">
                <a:extLst>
                  <a:ext uri="{FF2B5EF4-FFF2-40B4-BE49-F238E27FC236}">
                    <a16:creationId xmlns:a16="http://schemas.microsoft.com/office/drawing/2014/main" id="{14D7837D-194C-E0A4-16A4-B5F8F1BBDC8D}"/>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01" name="ellipse_2563">
                <a:extLst>
                  <a:ext uri="{FF2B5EF4-FFF2-40B4-BE49-F238E27FC236}">
                    <a16:creationId xmlns:a16="http://schemas.microsoft.com/office/drawing/2014/main" id="{52EF51FB-802D-1292-5FE0-A46343ADBA16}"/>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02" name="ellipse_2564">
                <a:extLst>
                  <a:ext uri="{FF2B5EF4-FFF2-40B4-BE49-F238E27FC236}">
                    <a16:creationId xmlns:a16="http://schemas.microsoft.com/office/drawing/2014/main" id="{AA596AC5-44B7-562E-BE66-331758298370}"/>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1743" cap="rnd" cmpd="sng" algn="ctr">
                <a:noFill/>
                <a:prstDash val="solid"/>
                <a:round/>
                <a:headEnd type="none" w="med" len="med"/>
                <a:tailEnd type="none" w="med" len="med"/>
              </a:ln>
              <a:effectLst/>
            </p:spPr>
          </p:sp>
          <p:sp>
            <p:nvSpPr>
              <p:cNvPr id="303" name="ellipse_2565">
                <a:extLst>
                  <a:ext uri="{FF2B5EF4-FFF2-40B4-BE49-F238E27FC236}">
                    <a16:creationId xmlns:a16="http://schemas.microsoft.com/office/drawing/2014/main" id="{36782CF2-34EA-A5F7-ED53-7D6A038E7F34}"/>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1743" cap="rnd" cmpd="sng" algn="ctr">
                <a:noFill/>
                <a:prstDash val="solid"/>
                <a:round/>
                <a:headEnd type="none" w="med" len="med"/>
                <a:tailEnd type="none" w="med" len="med"/>
              </a:ln>
              <a:effectLst/>
            </p:spPr>
          </p:sp>
          <p:sp>
            <p:nvSpPr>
              <p:cNvPr id="304" name="ellipse_2566">
                <a:extLst>
                  <a:ext uri="{FF2B5EF4-FFF2-40B4-BE49-F238E27FC236}">
                    <a16:creationId xmlns:a16="http://schemas.microsoft.com/office/drawing/2014/main" id="{91F74E74-C2E5-F844-4C90-9158C8F7F24E}"/>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05" name="ellipse_2567">
                <a:extLst>
                  <a:ext uri="{FF2B5EF4-FFF2-40B4-BE49-F238E27FC236}">
                    <a16:creationId xmlns:a16="http://schemas.microsoft.com/office/drawing/2014/main" id="{30CC97B4-48A6-02D8-0F93-B2F921571F2C}"/>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1743" cap="rnd" cmpd="sng" algn="ctr">
                <a:noFill/>
                <a:prstDash val="solid"/>
                <a:round/>
                <a:headEnd type="none" w="med" len="med"/>
                <a:tailEnd type="none" w="med" len="med"/>
              </a:ln>
              <a:effectLst/>
            </p:spPr>
          </p:sp>
          <p:sp>
            <p:nvSpPr>
              <p:cNvPr id="306" name="ellipse_2568">
                <a:extLst>
                  <a:ext uri="{FF2B5EF4-FFF2-40B4-BE49-F238E27FC236}">
                    <a16:creationId xmlns:a16="http://schemas.microsoft.com/office/drawing/2014/main" id="{427C21BA-4F52-388F-8A08-05021637FE66}"/>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1743" cap="rnd" cmpd="sng" algn="ctr">
                <a:noFill/>
                <a:prstDash val="solid"/>
                <a:round/>
                <a:headEnd type="none" w="med" len="med"/>
                <a:tailEnd type="none" w="med" len="med"/>
              </a:ln>
              <a:effectLst/>
            </p:spPr>
          </p:sp>
          <p:sp>
            <p:nvSpPr>
              <p:cNvPr id="307" name="ellipse_2569">
                <a:extLst>
                  <a:ext uri="{FF2B5EF4-FFF2-40B4-BE49-F238E27FC236}">
                    <a16:creationId xmlns:a16="http://schemas.microsoft.com/office/drawing/2014/main" id="{202A57B2-4C56-8A50-B31E-918ED56AEA81}"/>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1743" cap="rnd" cmpd="sng" algn="ctr">
                <a:noFill/>
                <a:prstDash val="solid"/>
                <a:round/>
                <a:headEnd type="none" w="med" len="med"/>
                <a:tailEnd type="none" w="med" len="med"/>
              </a:ln>
              <a:effectLst/>
            </p:spPr>
          </p:sp>
          <p:sp>
            <p:nvSpPr>
              <p:cNvPr id="308" name="ellipse_2570">
                <a:extLst>
                  <a:ext uri="{FF2B5EF4-FFF2-40B4-BE49-F238E27FC236}">
                    <a16:creationId xmlns:a16="http://schemas.microsoft.com/office/drawing/2014/main" id="{F450F644-39EA-B580-690F-C2B43B177AA9}"/>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09" name="ellipse_2571">
                <a:extLst>
                  <a:ext uri="{FF2B5EF4-FFF2-40B4-BE49-F238E27FC236}">
                    <a16:creationId xmlns:a16="http://schemas.microsoft.com/office/drawing/2014/main" id="{04BDA40D-AF67-3544-4DB8-4D61A0831D23}"/>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1743" cap="rnd" cmpd="sng" algn="ctr">
                <a:noFill/>
                <a:prstDash val="solid"/>
                <a:round/>
                <a:headEnd type="none" w="med" len="med"/>
                <a:tailEnd type="none" w="med" len="med"/>
              </a:ln>
              <a:effectLst/>
            </p:spPr>
          </p:sp>
          <p:sp>
            <p:nvSpPr>
              <p:cNvPr id="310" name="ellipse_2572">
                <a:extLst>
                  <a:ext uri="{FF2B5EF4-FFF2-40B4-BE49-F238E27FC236}">
                    <a16:creationId xmlns:a16="http://schemas.microsoft.com/office/drawing/2014/main" id="{6FD6116B-B584-6C99-2635-006146E86C3A}"/>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1743" cap="rnd" cmpd="sng" algn="ctr">
                <a:noFill/>
                <a:prstDash val="solid"/>
                <a:round/>
                <a:headEnd type="none" w="med" len="med"/>
                <a:tailEnd type="none" w="med" len="med"/>
              </a:ln>
              <a:effectLst/>
            </p:spPr>
          </p:sp>
          <p:sp>
            <p:nvSpPr>
              <p:cNvPr id="311" name="ellipse_2573">
                <a:extLst>
                  <a:ext uri="{FF2B5EF4-FFF2-40B4-BE49-F238E27FC236}">
                    <a16:creationId xmlns:a16="http://schemas.microsoft.com/office/drawing/2014/main" id="{408C328A-DC76-75E1-2FC1-91AD0B00FAA2}"/>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2" name="ellipse_2574">
                <a:extLst>
                  <a:ext uri="{FF2B5EF4-FFF2-40B4-BE49-F238E27FC236}">
                    <a16:creationId xmlns:a16="http://schemas.microsoft.com/office/drawing/2014/main" id="{E4AA29BE-10CD-DD58-32D2-8B44264F3B03}"/>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13" name="ellipse_2575">
                <a:extLst>
                  <a:ext uri="{FF2B5EF4-FFF2-40B4-BE49-F238E27FC236}">
                    <a16:creationId xmlns:a16="http://schemas.microsoft.com/office/drawing/2014/main" id="{77F2D6ED-1157-A558-808E-36CB9FF125C4}"/>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1743" cap="rnd" cmpd="sng" algn="ctr">
                <a:noFill/>
                <a:prstDash val="solid"/>
                <a:round/>
                <a:headEnd type="none" w="med" len="med"/>
                <a:tailEnd type="none" w="med" len="med"/>
              </a:ln>
              <a:effectLst/>
            </p:spPr>
          </p:sp>
          <p:sp>
            <p:nvSpPr>
              <p:cNvPr id="314" name="ellipse_2576">
                <a:extLst>
                  <a:ext uri="{FF2B5EF4-FFF2-40B4-BE49-F238E27FC236}">
                    <a16:creationId xmlns:a16="http://schemas.microsoft.com/office/drawing/2014/main" id="{CD7AC9AE-9E63-1900-227E-81832A033440}"/>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1743" cap="rnd" cmpd="sng" algn="ctr">
                <a:noFill/>
                <a:prstDash val="solid"/>
                <a:round/>
                <a:headEnd type="none" w="med" len="med"/>
                <a:tailEnd type="none" w="med" len="med"/>
              </a:ln>
              <a:effectLst/>
            </p:spPr>
          </p:sp>
          <p:sp>
            <p:nvSpPr>
              <p:cNvPr id="315" name="ellipse_2577">
                <a:extLst>
                  <a:ext uri="{FF2B5EF4-FFF2-40B4-BE49-F238E27FC236}">
                    <a16:creationId xmlns:a16="http://schemas.microsoft.com/office/drawing/2014/main" id="{FC4B9BDD-1E64-62A4-931E-8BE8F4956F13}"/>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1743" cap="rnd" cmpd="sng" algn="ctr">
                <a:noFill/>
                <a:prstDash val="solid"/>
                <a:round/>
                <a:headEnd type="none" w="med" len="med"/>
                <a:tailEnd type="none" w="med" len="med"/>
              </a:ln>
              <a:effectLst/>
            </p:spPr>
          </p:sp>
          <p:sp>
            <p:nvSpPr>
              <p:cNvPr id="316" name="ellipse_2578">
                <a:extLst>
                  <a:ext uri="{FF2B5EF4-FFF2-40B4-BE49-F238E27FC236}">
                    <a16:creationId xmlns:a16="http://schemas.microsoft.com/office/drawing/2014/main" id="{E90A7BCF-BBFD-63AC-4DC2-F0400FA90659}"/>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17" name="ellipse_2579">
                <a:extLst>
                  <a:ext uri="{FF2B5EF4-FFF2-40B4-BE49-F238E27FC236}">
                    <a16:creationId xmlns:a16="http://schemas.microsoft.com/office/drawing/2014/main" id="{4CA60284-5726-C93A-3B96-4ADB5E0851CD}"/>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18" name="ellipse_2580">
                <a:extLst>
                  <a:ext uri="{FF2B5EF4-FFF2-40B4-BE49-F238E27FC236}">
                    <a16:creationId xmlns:a16="http://schemas.microsoft.com/office/drawing/2014/main" id="{02C998C6-D15B-4D3E-F65C-901603E718E2}"/>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1743" cap="rnd" cmpd="sng" algn="ctr">
                <a:noFill/>
                <a:prstDash val="solid"/>
                <a:round/>
                <a:headEnd type="none" w="med" len="med"/>
                <a:tailEnd type="none" w="med" len="med"/>
              </a:ln>
              <a:effectLst/>
            </p:spPr>
          </p:sp>
          <p:sp>
            <p:nvSpPr>
              <p:cNvPr id="319" name="ellipse_2581">
                <a:extLst>
                  <a:ext uri="{FF2B5EF4-FFF2-40B4-BE49-F238E27FC236}">
                    <a16:creationId xmlns:a16="http://schemas.microsoft.com/office/drawing/2014/main" id="{89A6ED92-C757-C6F6-B945-4BE2E2866F5C}"/>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0" name="ellipse_2582">
                <a:extLst>
                  <a:ext uri="{FF2B5EF4-FFF2-40B4-BE49-F238E27FC236}">
                    <a16:creationId xmlns:a16="http://schemas.microsoft.com/office/drawing/2014/main" id="{D5B36787-5D31-63F7-73E4-671D3E9D0003}"/>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1743" cap="rnd" cmpd="sng" algn="ctr">
                <a:noFill/>
                <a:prstDash val="solid"/>
                <a:round/>
                <a:headEnd type="none" w="med" len="med"/>
                <a:tailEnd type="none" w="med" len="med"/>
              </a:ln>
              <a:effectLst/>
            </p:spPr>
          </p:sp>
          <p:sp>
            <p:nvSpPr>
              <p:cNvPr id="321" name="ellipse_2583">
                <a:extLst>
                  <a:ext uri="{FF2B5EF4-FFF2-40B4-BE49-F238E27FC236}">
                    <a16:creationId xmlns:a16="http://schemas.microsoft.com/office/drawing/2014/main" id="{3CA56C3F-6592-2A93-F9E6-53959D44FCC5}"/>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1743" cap="rnd" cmpd="sng" algn="ctr">
                <a:noFill/>
                <a:prstDash val="solid"/>
                <a:round/>
                <a:headEnd type="none" w="med" len="med"/>
                <a:tailEnd type="none" w="med" len="med"/>
              </a:ln>
              <a:effectLst/>
            </p:spPr>
          </p:sp>
          <p:sp>
            <p:nvSpPr>
              <p:cNvPr id="322" name="ellipse_2584">
                <a:extLst>
                  <a:ext uri="{FF2B5EF4-FFF2-40B4-BE49-F238E27FC236}">
                    <a16:creationId xmlns:a16="http://schemas.microsoft.com/office/drawing/2014/main" id="{BF1413D5-2A2A-D768-79D7-116EC5F56505}"/>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1743" cap="rnd" cmpd="sng" algn="ctr">
                <a:noFill/>
                <a:prstDash val="solid"/>
                <a:round/>
                <a:headEnd type="none" w="med" len="med"/>
                <a:tailEnd type="none" w="med" len="med"/>
              </a:ln>
              <a:effectLst/>
            </p:spPr>
          </p:sp>
          <p:sp>
            <p:nvSpPr>
              <p:cNvPr id="323" name="ellipse_2585">
                <a:extLst>
                  <a:ext uri="{FF2B5EF4-FFF2-40B4-BE49-F238E27FC236}">
                    <a16:creationId xmlns:a16="http://schemas.microsoft.com/office/drawing/2014/main" id="{DC0E42FA-FFBC-0032-EEBE-AC23C2C8A18F}"/>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1743" cap="rnd" cmpd="sng" algn="ctr">
                <a:noFill/>
                <a:prstDash val="solid"/>
                <a:round/>
                <a:headEnd type="none" w="med" len="med"/>
                <a:tailEnd type="none" w="med" len="med"/>
              </a:ln>
              <a:effectLst/>
            </p:spPr>
          </p:sp>
          <p:sp>
            <p:nvSpPr>
              <p:cNvPr id="324" name="ellipse_2586">
                <a:extLst>
                  <a:ext uri="{FF2B5EF4-FFF2-40B4-BE49-F238E27FC236}">
                    <a16:creationId xmlns:a16="http://schemas.microsoft.com/office/drawing/2014/main" id="{D5C55BEC-D6E8-C8A4-8630-7F45F0BB57D2}"/>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25" name="ellipse_2587">
                <a:extLst>
                  <a:ext uri="{FF2B5EF4-FFF2-40B4-BE49-F238E27FC236}">
                    <a16:creationId xmlns:a16="http://schemas.microsoft.com/office/drawing/2014/main" id="{C0808DA2-649F-C26E-84AA-F0E33EFC7AFE}"/>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1743" cap="rnd" cmpd="sng" algn="ctr">
                <a:noFill/>
                <a:prstDash val="solid"/>
                <a:round/>
                <a:headEnd type="none" w="med" len="med"/>
                <a:tailEnd type="none" w="med" len="med"/>
              </a:ln>
              <a:effectLst/>
            </p:spPr>
          </p:sp>
          <p:sp>
            <p:nvSpPr>
              <p:cNvPr id="326" name="ellipse_2588">
                <a:extLst>
                  <a:ext uri="{FF2B5EF4-FFF2-40B4-BE49-F238E27FC236}">
                    <a16:creationId xmlns:a16="http://schemas.microsoft.com/office/drawing/2014/main" id="{29107B3C-1C57-DFFE-E1D0-E36792584C4A}"/>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1743" cap="rnd" cmpd="sng" algn="ctr">
                <a:noFill/>
                <a:prstDash val="solid"/>
                <a:round/>
                <a:headEnd type="none" w="med" len="med"/>
                <a:tailEnd type="none" w="med" len="med"/>
              </a:ln>
              <a:effectLst/>
            </p:spPr>
          </p:sp>
          <p:sp>
            <p:nvSpPr>
              <p:cNvPr id="327" name="ellipse_2589">
                <a:extLst>
                  <a:ext uri="{FF2B5EF4-FFF2-40B4-BE49-F238E27FC236}">
                    <a16:creationId xmlns:a16="http://schemas.microsoft.com/office/drawing/2014/main" id="{2CEAF87E-D6F6-42AD-E07A-770EF7AC154A}"/>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1743" cap="rnd" cmpd="sng" algn="ctr">
                <a:noFill/>
                <a:prstDash val="solid"/>
                <a:round/>
                <a:headEnd type="none" w="med" len="med"/>
                <a:tailEnd type="none" w="med" len="med"/>
              </a:ln>
              <a:effectLst/>
            </p:spPr>
          </p:sp>
          <p:sp>
            <p:nvSpPr>
              <p:cNvPr id="328" name="ellipse_2590">
                <a:extLst>
                  <a:ext uri="{FF2B5EF4-FFF2-40B4-BE49-F238E27FC236}">
                    <a16:creationId xmlns:a16="http://schemas.microsoft.com/office/drawing/2014/main" id="{C277D38E-B71B-37FE-B76B-E7CEDF17CC39}"/>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1743" cap="rnd" cmpd="sng" algn="ctr">
                <a:noFill/>
                <a:prstDash val="solid"/>
                <a:round/>
                <a:headEnd type="none" w="med" len="med"/>
                <a:tailEnd type="none" w="med" len="med"/>
              </a:ln>
              <a:effectLst/>
            </p:spPr>
          </p:sp>
          <p:sp>
            <p:nvSpPr>
              <p:cNvPr id="329" name="ellipse_2591">
                <a:extLst>
                  <a:ext uri="{FF2B5EF4-FFF2-40B4-BE49-F238E27FC236}">
                    <a16:creationId xmlns:a16="http://schemas.microsoft.com/office/drawing/2014/main" id="{5C5D75F6-3BFE-01B7-FAC9-0FE9C38DA789}"/>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1743" cap="rnd" cmpd="sng" algn="ctr">
                <a:noFill/>
                <a:prstDash val="solid"/>
                <a:round/>
                <a:headEnd type="none" w="med" len="med"/>
                <a:tailEnd type="none" w="med" len="med"/>
              </a:ln>
              <a:effectLst/>
            </p:spPr>
          </p:sp>
          <p:sp>
            <p:nvSpPr>
              <p:cNvPr id="330" name="ellipse_2592">
                <a:extLst>
                  <a:ext uri="{FF2B5EF4-FFF2-40B4-BE49-F238E27FC236}">
                    <a16:creationId xmlns:a16="http://schemas.microsoft.com/office/drawing/2014/main" id="{45E4E008-5C46-BA0E-38C4-A05788CDD8BF}"/>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1743" cap="rnd" cmpd="sng" algn="ctr">
                <a:noFill/>
                <a:prstDash val="solid"/>
                <a:round/>
                <a:headEnd type="none" w="med" len="med"/>
                <a:tailEnd type="none" w="med" len="med"/>
              </a:ln>
              <a:effectLst/>
            </p:spPr>
          </p:sp>
          <p:sp>
            <p:nvSpPr>
              <p:cNvPr id="331" name="ellipse_2593">
                <a:extLst>
                  <a:ext uri="{FF2B5EF4-FFF2-40B4-BE49-F238E27FC236}">
                    <a16:creationId xmlns:a16="http://schemas.microsoft.com/office/drawing/2014/main" id="{953775E4-20FB-6686-AA64-00A9EBB97126}"/>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2" name="ellipse_2594">
                <a:extLst>
                  <a:ext uri="{FF2B5EF4-FFF2-40B4-BE49-F238E27FC236}">
                    <a16:creationId xmlns:a16="http://schemas.microsoft.com/office/drawing/2014/main" id="{3F28BB9B-896D-933D-C8C4-5FF4AB72BB3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3" name="ellipse_2595">
                <a:extLst>
                  <a:ext uri="{FF2B5EF4-FFF2-40B4-BE49-F238E27FC236}">
                    <a16:creationId xmlns:a16="http://schemas.microsoft.com/office/drawing/2014/main" id="{369FC49F-F3C1-9361-482C-2D3F82CE8D95}"/>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1743" cap="rnd" cmpd="sng" algn="ctr">
                <a:noFill/>
                <a:prstDash val="solid"/>
                <a:round/>
                <a:headEnd type="none" w="med" len="med"/>
                <a:tailEnd type="none" w="med" len="med"/>
              </a:ln>
              <a:effectLst/>
            </p:spPr>
          </p:sp>
          <p:sp>
            <p:nvSpPr>
              <p:cNvPr id="334" name="ellipse_2596">
                <a:extLst>
                  <a:ext uri="{FF2B5EF4-FFF2-40B4-BE49-F238E27FC236}">
                    <a16:creationId xmlns:a16="http://schemas.microsoft.com/office/drawing/2014/main" id="{28872428-6A0B-EF19-253E-242AA15CBB05}"/>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1743" cap="rnd" cmpd="sng" algn="ctr">
                <a:noFill/>
                <a:prstDash val="solid"/>
                <a:round/>
                <a:headEnd type="none" w="med" len="med"/>
                <a:tailEnd type="none" w="med" len="med"/>
              </a:ln>
              <a:effectLst/>
            </p:spPr>
          </p:sp>
          <p:sp>
            <p:nvSpPr>
              <p:cNvPr id="335" name="ellipse_2597">
                <a:extLst>
                  <a:ext uri="{FF2B5EF4-FFF2-40B4-BE49-F238E27FC236}">
                    <a16:creationId xmlns:a16="http://schemas.microsoft.com/office/drawing/2014/main" id="{7E3D634A-DE46-4983-25A1-09E745B1FC39}"/>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1743" cap="rnd" cmpd="sng" algn="ctr">
                <a:noFill/>
                <a:prstDash val="solid"/>
                <a:round/>
                <a:headEnd type="none" w="med" len="med"/>
                <a:tailEnd type="none" w="med" len="med"/>
              </a:ln>
              <a:effectLst/>
            </p:spPr>
          </p:sp>
          <p:sp>
            <p:nvSpPr>
              <p:cNvPr id="336" name="ellipse_2598">
                <a:extLst>
                  <a:ext uri="{FF2B5EF4-FFF2-40B4-BE49-F238E27FC236}">
                    <a16:creationId xmlns:a16="http://schemas.microsoft.com/office/drawing/2014/main" id="{208125C0-72CA-275B-FB72-F553429AC006}"/>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1743" cap="rnd" cmpd="sng" algn="ctr">
                <a:noFill/>
                <a:prstDash val="solid"/>
                <a:round/>
                <a:headEnd type="none" w="med" len="med"/>
                <a:tailEnd type="none" w="med" len="med"/>
              </a:ln>
              <a:effectLst/>
            </p:spPr>
          </p:sp>
          <p:sp>
            <p:nvSpPr>
              <p:cNvPr id="337" name="ellipse_2599">
                <a:extLst>
                  <a:ext uri="{FF2B5EF4-FFF2-40B4-BE49-F238E27FC236}">
                    <a16:creationId xmlns:a16="http://schemas.microsoft.com/office/drawing/2014/main" id="{BAC57C4D-45D8-B3D0-7413-303B62B1EECC}"/>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1743" cap="rnd" cmpd="sng" algn="ctr">
                <a:noFill/>
                <a:prstDash val="solid"/>
                <a:round/>
                <a:headEnd type="none" w="med" len="med"/>
                <a:tailEnd type="none" w="med" len="med"/>
              </a:ln>
              <a:effectLst/>
            </p:spPr>
          </p:sp>
          <p:sp>
            <p:nvSpPr>
              <p:cNvPr id="338" name="ellipse_2600">
                <a:extLst>
                  <a:ext uri="{FF2B5EF4-FFF2-40B4-BE49-F238E27FC236}">
                    <a16:creationId xmlns:a16="http://schemas.microsoft.com/office/drawing/2014/main" id="{82CD3015-F894-BF2C-A919-4D7F1BCBADC0}"/>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1743" cap="rnd" cmpd="sng" algn="ctr">
                <a:noFill/>
                <a:prstDash val="solid"/>
                <a:round/>
                <a:headEnd type="none" w="med" len="med"/>
                <a:tailEnd type="none" w="med" len="med"/>
              </a:ln>
              <a:effectLst/>
            </p:spPr>
          </p:sp>
          <p:sp>
            <p:nvSpPr>
              <p:cNvPr id="339" name="ellipse_2601">
                <a:extLst>
                  <a:ext uri="{FF2B5EF4-FFF2-40B4-BE49-F238E27FC236}">
                    <a16:creationId xmlns:a16="http://schemas.microsoft.com/office/drawing/2014/main" id="{B53DDC9A-1BFA-12A8-12C0-A6C59A8AF631}"/>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1743" cap="rnd" cmpd="sng" algn="ctr">
                <a:noFill/>
                <a:prstDash val="solid"/>
                <a:round/>
                <a:headEnd type="none" w="med" len="med"/>
                <a:tailEnd type="none" w="med" len="med"/>
              </a:ln>
              <a:effectLst/>
            </p:spPr>
          </p:sp>
        </p:grpSp>
        <p:grpSp>
          <p:nvGrpSpPr>
            <p:cNvPr id="340" name="Feature vector">
              <a:extLst>
                <a:ext uri="{FF2B5EF4-FFF2-40B4-BE49-F238E27FC236}">
                  <a16:creationId xmlns:a16="http://schemas.microsoft.com/office/drawing/2014/main" id="{A560D1CF-DAE6-BC3C-8BCA-8EBDA8CCF180}"/>
                </a:ext>
              </a:extLst>
            </p:cNvPr>
            <p:cNvGrpSpPr/>
            <p:nvPr/>
          </p:nvGrpSpPr>
          <p:grpSpPr>
            <a:xfrm>
              <a:off x="1047750" y="4781550"/>
              <a:ext cx="885825" cy="123825"/>
              <a:chOff x="1274580" y="3787605"/>
              <a:chExt cx="338355" cy="49275"/>
            </a:xfrm>
          </p:grpSpPr>
          <p:sp>
            <p:nvSpPr>
              <p:cNvPr id="341" name="feature_1">
                <a:extLst>
                  <a:ext uri="{FF2B5EF4-FFF2-40B4-BE49-F238E27FC236}">
                    <a16:creationId xmlns:a16="http://schemas.microsoft.com/office/drawing/2014/main" id="{456842E3-0AD2-2B74-4A68-2F620A14BF62}"/>
                  </a:ext>
                </a:extLst>
              </p:cNvPr>
              <p:cNvSpPr/>
              <p:nvPr/>
            </p:nvSpPr>
            <p:spPr>
              <a:xfrm>
                <a:off x="1274580"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2" name="feature_2">
                <a:extLst>
                  <a:ext uri="{FF2B5EF4-FFF2-40B4-BE49-F238E27FC236}">
                    <a16:creationId xmlns:a16="http://schemas.microsoft.com/office/drawing/2014/main" id="{E257A1D0-E262-2434-240A-924058543E42}"/>
                  </a:ext>
                </a:extLst>
              </p:cNvPr>
              <p:cNvSpPr/>
              <p:nvPr/>
            </p:nvSpPr>
            <p:spPr>
              <a:xfrm>
                <a:off x="1323386"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3" name="feature_3">
                <a:extLst>
                  <a:ext uri="{FF2B5EF4-FFF2-40B4-BE49-F238E27FC236}">
                    <a16:creationId xmlns:a16="http://schemas.microsoft.com/office/drawing/2014/main" id="{DC8740C6-4939-88C3-3E33-A546101172DE}"/>
                  </a:ext>
                </a:extLst>
              </p:cNvPr>
              <p:cNvSpPr/>
              <p:nvPr/>
            </p:nvSpPr>
            <p:spPr>
              <a:xfrm>
                <a:off x="1372191"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4" name="feature_4">
                <a:extLst>
                  <a:ext uri="{FF2B5EF4-FFF2-40B4-BE49-F238E27FC236}">
                    <a16:creationId xmlns:a16="http://schemas.microsoft.com/office/drawing/2014/main" id="{0E62A0FF-31C4-AC66-9157-5CB48D4008B3}"/>
                  </a:ext>
                </a:extLst>
              </p:cNvPr>
              <p:cNvSpPr/>
              <p:nvPr/>
            </p:nvSpPr>
            <p:spPr>
              <a:xfrm>
                <a:off x="1420997" y="3787605"/>
                <a:ext cx="45521" cy="49275"/>
              </a:xfrm>
              <a:prstGeom prst="rect">
                <a:avLst/>
              </a:prstGeom>
              <a:solidFill>
                <a:srgbClr val="90C4B4"/>
              </a:solidFill>
              <a:ln w="4435" cap="rnd" cmpd="sng" algn="ctr">
                <a:noFill/>
                <a:prstDash val="solid"/>
                <a:round/>
                <a:headEnd type="none" w="med" len="med"/>
                <a:tailEnd type="none" w="med" len="med"/>
              </a:ln>
              <a:effectLst/>
            </p:spPr>
          </p:sp>
          <p:sp>
            <p:nvSpPr>
              <p:cNvPr id="345" name="feature_5">
                <a:extLst>
                  <a:ext uri="{FF2B5EF4-FFF2-40B4-BE49-F238E27FC236}">
                    <a16:creationId xmlns:a16="http://schemas.microsoft.com/office/drawing/2014/main" id="{49542B0A-2559-4130-16DB-38C68896B0B7}"/>
                  </a:ext>
                </a:extLst>
              </p:cNvPr>
              <p:cNvSpPr/>
              <p:nvPr/>
            </p:nvSpPr>
            <p:spPr>
              <a:xfrm>
                <a:off x="1469803" y="3787605"/>
                <a:ext cx="45521" cy="49275"/>
              </a:xfrm>
              <a:prstGeom prst="rect">
                <a:avLst/>
              </a:prstGeom>
              <a:solidFill>
                <a:srgbClr val="B9DBD1"/>
              </a:solidFill>
              <a:ln w="4435" cap="rnd" cmpd="sng" algn="ctr">
                <a:noFill/>
                <a:prstDash val="solid"/>
                <a:round/>
                <a:headEnd type="none" w="med" len="med"/>
                <a:tailEnd type="none" w="med" len="med"/>
              </a:ln>
              <a:effectLst/>
            </p:spPr>
          </p:sp>
          <p:sp>
            <p:nvSpPr>
              <p:cNvPr id="346" name="feature_6">
                <a:extLst>
                  <a:ext uri="{FF2B5EF4-FFF2-40B4-BE49-F238E27FC236}">
                    <a16:creationId xmlns:a16="http://schemas.microsoft.com/office/drawing/2014/main" id="{99C3E403-5EFD-7FBF-762E-0BE994BD05EB}"/>
                  </a:ext>
                </a:extLst>
              </p:cNvPr>
              <p:cNvSpPr/>
              <p:nvPr/>
            </p:nvSpPr>
            <p:spPr>
              <a:xfrm>
                <a:off x="1518609" y="3787605"/>
                <a:ext cx="45521" cy="49275"/>
              </a:xfrm>
              <a:prstGeom prst="rect">
                <a:avLst/>
              </a:prstGeom>
              <a:solidFill>
                <a:srgbClr val="4EAA93"/>
              </a:solidFill>
              <a:ln w="4435" cap="rnd" cmpd="sng" algn="ctr">
                <a:noFill/>
                <a:prstDash val="solid"/>
                <a:round/>
                <a:headEnd type="none" w="med" len="med"/>
                <a:tailEnd type="none" w="med" len="med"/>
              </a:ln>
              <a:effectLst/>
            </p:spPr>
          </p:sp>
          <p:sp>
            <p:nvSpPr>
              <p:cNvPr id="347" name="feature_7">
                <a:extLst>
                  <a:ext uri="{FF2B5EF4-FFF2-40B4-BE49-F238E27FC236}">
                    <a16:creationId xmlns:a16="http://schemas.microsoft.com/office/drawing/2014/main" id="{F9D7F0BE-3E1C-18E2-8C8F-DF1C870A483A}"/>
                  </a:ext>
                </a:extLst>
              </p:cNvPr>
              <p:cNvSpPr/>
              <p:nvPr/>
            </p:nvSpPr>
            <p:spPr>
              <a:xfrm>
                <a:off x="1567414" y="3787605"/>
                <a:ext cx="45521" cy="49275"/>
              </a:xfrm>
              <a:prstGeom prst="rect">
                <a:avLst/>
              </a:prstGeom>
              <a:solidFill>
                <a:srgbClr val="90C4B4"/>
              </a:solidFill>
              <a:ln w="4435" cap="rnd" cmpd="sng" algn="ctr">
                <a:noFill/>
                <a:prstDash val="solid"/>
                <a:round/>
                <a:headEnd type="none" w="med" len="med"/>
                <a:tailEnd type="none" w="med" len="med"/>
              </a:ln>
              <a:effectLst/>
            </p:spPr>
          </p:sp>
        </p:grpSp>
        <p:sp>
          <p:nvSpPr>
            <p:cNvPr id="348" name="Candidate blob | editable contour">
              <a:extLst>
                <a:ext uri="{FF2B5EF4-FFF2-40B4-BE49-F238E27FC236}">
                  <a16:creationId xmlns:a16="http://schemas.microsoft.com/office/drawing/2014/main" id="{DD152797-C49A-6F84-763F-2B8A80C79150}"/>
                </a:ext>
              </a:extLst>
            </p:cNvPr>
            <p:cNvSpPr/>
            <p:nvPr/>
          </p:nvSpPr>
          <p:spPr>
            <a:xfrm>
              <a:off x="2809875" y="4162425"/>
              <a:ext cx="723900" cy="4667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3168" cap="rnd" cmpd="sng" algn="ctr">
              <a:solidFill>
                <a:srgbClr val="71A9D4"/>
              </a:solidFill>
              <a:prstDash val="solid"/>
              <a:round/>
              <a:headEnd type="none" w="med" len="med"/>
              <a:tailEnd type="none" w="med" len="med"/>
            </a:ln>
            <a:effectLst/>
          </p:spPr>
        </p:sp>
        <p:sp>
          <p:nvSpPr>
            <p:cNvPr id="349" name="ellipse_2612">
              <a:extLst>
                <a:ext uri="{FF2B5EF4-FFF2-40B4-BE49-F238E27FC236}">
                  <a16:creationId xmlns:a16="http://schemas.microsoft.com/office/drawing/2014/main" id="{054E2078-AECF-BEDC-52E3-044625A8D5D7}"/>
                </a:ext>
              </a:extLst>
            </p:cNvPr>
            <p:cNvSpPr/>
            <p:nvPr/>
          </p:nvSpPr>
          <p:spPr>
            <a:xfrm>
              <a:off x="2867025" y="4200525"/>
              <a:ext cx="381000" cy="161925"/>
            </a:xfrm>
            <a:prstGeom prst="ellipse">
              <a:avLst/>
            </a:prstGeom>
            <a:solidFill>
              <a:srgbClr val="FFFFFF">
                <a:alpha val="35000"/>
              </a:srgbClr>
            </a:solidFill>
            <a:ln w="3168" cap="rnd" cmpd="sng" algn="ctr">
              <a:noFill/>
              <a:prstDash val="solid"/>
              <a:round/>
              <a:headEnd type="none" w="med" len="med"/>
              <a:tailEnd type="none" w="med" len="med"/>
            </a:ln>
            <a:effectLst/>
          </p:spPr>
        </p:sp>
        <p:grpSp>
          <p:nvGrpSpPr>
            <p:cNvPr id="350" name="Pseudo-atom sampling points; no chemical bonds">
              <a:extLst>
                <a:ext uri="{FF2B5EF4-FFF2-40B4-BE49-F238E27FC236}">
                  <a16:creationId xmlns:a16="http://schemas.microsoft.com/office/drawing/2014/main" id="{EA6D3834-51AA-0EDB-5019-9107894EC30B}"/>
                </a:ext>
              </a:extLst>
            </p:cNvPr>
            <p:cNvGrpSpPr/>
            <p:nvPr/>
          </p:nvGrpSpPr>
          <p:grpSpPr>
            <a:xfrm>
              <a:off x="4324350" y="4152900"/>
              <a:ext cx="619125" cy="466725"/>
              <a:chOff x="2356083" y="3581646"/>
              <a:chExt cx="132815" cy="121377"/>
            </a:xfrm>
          </p:grpSpPr>
          <p:sp>
            <p:nvSpPr>
              <p:cNvPr id="351" name="Pseudo atom | small solid diamond">
                <a:extLst>
                  <a:ext uri="{FF2B5EF4-FFF2-40B4-BE49-F238E27FC236}">
                    <a16:creationId xmlns:a16="http://schemas.microsoft.com/office/drawing/2014/main" id="{2DCF19C2-FAD9-12F7-1170-0231010DD7C1}"/>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2" name="Pseudo atom | small solid diamond">
                <a:extLst>
                  <a:ext uri="{FF2B5EF4-FFF2-40B4-BE49-F238E27FC236}">
                    <a16:creationId xmlns:a16="http://schemas.microsoft.com/office/drawing/2014/main" id="{4893D1A7-6A1F-0FC3-8271-EB9C49BD24DC}"/>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3" name="Pseudo atom | small solid diamond">
                <a:extLst>
                  <a:ext uri="{FF2B5EF4-FFF2-40B4-BE49-F238E27FC236}">
                    <a16:creationId xmlns:a16="http://schemas.microsoft.com/office/drawing/2014/main" id="{E1DFD2F0-447E-7173-90E0-F66005707545}"/>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4" name="Pseudo atom | small solid diamond">
                <a:extLst>
                  <a:ext uri="{FF2B5EF4-FFF2-40B4-BE49-F238E27FC236}">
                    <a16:creationId xmlns:a16="http://schemas.microsoft.com/office/drawing/2014/main" id="{2086D97D-8B8C-FF48-D6E3-C34611205208}"/>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5" name="Pseudo atom | small solid diamond">
                <a:extLst>
                  <a:ext uri="{FF2B5EF4-FFF2-40B4-BE49-F238E27FC236}">
                    <a16:creationId xmlns:a16="http://schemas.microsoft.com/office/drawing/2014/main" id="{F51D1AF9-A78D-ED4C-053C-710E0A9A3C36}"/>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6" name="Pseudo atom | small solid diamond">
                <a:extLst>
                  <a:ext uri="{FF2B5EF4-FFF2-40B4-BE49-F238E27FC236}">
                    <a16:creationId xmlns:a16="http://schemas.microsoft.com/office/drawing/2014/main" id="{C59EAD2E-876D-22B8-4EFC-04CF857179C6}"/>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7" name="Pseudo atom | small solid diamond">
                <a:extLst>
                  <a:ext uri="{FF2B5EF4-FFF2-40B4-BE49-F238E27FC236}">
                    <a16:creationId xmlns:a16="http://schemas.microsoft.com/office/drawing/2014/main" id="{757A4101-0737-DD60-BDFB-88358D6A3D06}"/>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8" name="Pseudo atom | small solid diamond">
                <a:extLst>
                  <a:ext uri="{FF2B5EF4-FFF2-40B4-BE49-F238E27FC236}">
                    <a16:creationId xmlns:a16="http://schemas.microsoft.com/office/drawing/2014/main" id="{AC71C9C7-3FA7-D82E-30ED-AE0089B220E8}"/>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59" name="Pseudo atom | small solid diamond">
                <a:extLst>
                  <a:ext uri="{FF2B5EF4-FFF2-40B4-BE49-F238E27FC236}">
                    <a16:creationId xmlns:a16="http://schemas.microsoft.com/office/drawing/2014/main" id="{3BE552A0-8510-E494-CF88-1B9C854BB1E4}"/>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sp>
            <p:nvSpPr>
              <p:cNvPr id="360" name="Pseudo atom | small solid diamond">
                <a:extLst>
                  <a:ext uri="{FF2B5EF4-FFF2-40B4-BE49-F238E27FC236}">
                    <a16:creationId xmlns:a16="http://schemas.microsoft.com/office/drawing/2014/main" id="{5712722E-EDB1-CCB6-322A-9A113FB270A7}"/>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2059" cap="rnd" cmpd="sng" algn="ctr">
                <a:solidFill>
                  <a:srgbClr val="AE6104"/>
                </a:solidFill>
                <a:prstDash val="solid"/>
                <a:round/>
                <a:headEnd type="none" w="med" len="med"/>
                <a:tailEnd type="none" w="med" len="med"/>
              </a:ln>
              <a:effectLst/>
            </p:spPr>
          </p:sp>
        </p:grpSp>
        <p:grpSp>
          <p:nvGrpSpPr>
            <p:cNvPr id="361" name="Candidate representation h_j">
              <a:extLst>
                <a:ext uri="{FF2B5EF4-FFF2-40B4-BE49-F238E27FC236}">
                  <a16:creationId xmlns:a16="http://schemas.microsoft.com/office/drawing/2014/main" id="{E808B083-4417-1771-308C-398A37FB7F8E}"/>
                </a:ext>
              </a:extLst>
            </p:cNvPr>
            <p:cNvGrpSpPr/>
            <p:nvPr/>
          </p:nvGrpSpPr>
          <p:grpSpPr>
            <a:xfrm>
              <a:off x="5133975" y="7753350"/>
              <a:ext cx="1257300" cy="238125"/>
              <a:chOff x="2641140" y="4746825"/>
              <a:chExt cx="397485" cy="72270"/>
            </a:xfrm>
          </p:grpSpPr>
          <p:sp>
            <p:nvSpPr>
              <p:cNvPr id="362"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363"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364"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365"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366"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367"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368"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grpSp>
          <p:nvGrpSpPr>
            <p:cNvPr id="369" name="Own molecular graph | preserved original"/>
            <p:cNvGrpSpPr/>
            <p:nvPr/>
          </p:nvGrpSpPr>
          <p:grpSpPr>
            <a:xfrm>
              <a:off x="7534275" y="3676650"/>
              <a:ext cx="847725" cy="581025"/>
              <a:chOff x="2933657" y="2962431"/>
              <a:chExt cx="311024" cy="187573"/>
            </a:xfrm>
          </p:grpSpPr>
          <p:cxnSp>
            <p:nvCxnSpPr>
              <p:cNvPr id="370" name="path_2698">
                <a:extLst>
                  <a:ext uri="{FF2B5EF4-FFF2-40B4-BE49-F238E27FC236}">
                    <a16:creationId xmlns:a16="http://schemas.microsoft.com/office/drawing/2014/main" id="{8247B682-DEF3-2B20-99DE-4A7500B6FA44}"/>
                  </a:ext>
                </a:extLst>
              </p:cNvPr>
              <p:cNvCxnSpPr/>
              <p:nvPr/>
            </p:nvCxnSpPr>
            <p:spPr>
              <a:xfrm flipV="1">
                <a:off x="2948439" y="2977214"/>
                <a:ext cx="63663" cy="70463"/>
              </a:xfrm>
              <a:prstGeom prst="line">
                <a:avLst/>
              </a:prstGeom>
              <a:noFill/>
              <a:ln w="5069" cap="rnd" cmpd="sng" algn="ctr">
                <a:solidFill>
                  <a:srgbClr val="238777"/>
                </a:solidFill>
                <a:prstDash val="solid"/>
                <a:round/>
                <a:headEnd type="none" w="med" len="med"/>
                <a:tailEnd type="none" w="med" len="med"/>
              </a:ln>
              <a:effectLst/>
            </p:spPr>
          </p:cxnSp>
          <p:cxnSp>
            <p:nvCxnSpPr>
              <p:cNvPr id="371" name="path_2699">
                <a:extLst>
                  <a:ext uri="{FF2B5EF4-FFF2-40B4-BE49-F238E27FC236}">
                    <a16:creationId xmlns:a16="http://schemas.microsoft.com/office/drawing/2014/main" id="{25EDF8BE-8730-F586-6CCC-BA81F22BBBCE}"/>
                  </a:ext>
                </a:extLst>
              </p:cNvPr>
              <p:cNvCxnSpPr/>
              <p:nvPr/>
            </p:nvCxnSpPr>
            <p:spPr>
              <a:xfrm>
                <a:off x="3012103" y="2977214"/>
                <a:ext cx="113924" cy="14947"/>
              </a:xfrm>
              <a:prstGeom prst="line">
                <a:avLst/>
              </a:prstGeom>
              <a:noFill/>
              <a:ln w="5069" cap="rnd" cmpd="sng" algn="ctr">
                <a:solidFill>
                  <a:srgbClr val="238777"/>
                </a:solidFill>
                <a:prstDash val="solid"/>
                <a:round/>
                <a:headEnd type="none" w="med" len="med"/>
                <a:tailEnd type="none" w="med" len="med"/>
              </a:ln>
              <a:effectLst/>
            </p:spPr>
          </p:cxnSp>
          <p:cxnSp>
            <p:nvCxnSpPr>
              <p:cNvPr id="372" name="path_2700">
                <a:extLst>
                  <a:ext uri="{FF2B5EF4-FFF2-40B4-BE49-F238E27FC236}">
                    <a16:creationId xmlns:a16="http://schemas.microsoft.com/office/drawing/2014/main" id="{26F6E1AF-D690-BF17-385C-6DE93B05ACD6}"/>
                  </a:ext>
                </a:extLst>
              </p:cNvPr>
              <p:cNvCxnSpPr/>
              <p:nvPr/>
            </p:nvCxnSpPr>
            <p:spPr>
              <a:xfrm>
                <a:off x="3126026" y="2992160"/>
                <a:ext cx="73715" cy="64058"/>
              </a:xfrm>
              <a:prstGeom prst="line">
                <a:avLst/>
              </a:prstGeom>
              <a:noFill/>
              <a:ln w="5069" cap="rnd" cmpd="sng" algn="ctr">
                <a:solidFill>
                  <a:srgbClr val="238777"/>
                </a:solidFill>
                <a:prstDash val="solid"/>
                <a:round/>
                <a:headEnd type="none" w="med" len="med"/>
                <a:tailEnd type="none" w="med" len="med"/>
              </a:ln>
              <a:effectLst/>
            </p:spPr>
          </p:cxnSp>
          <p:cxnSp>
            <p:nvCxnSpPr>
              <p:cNvPr id="373" name="path_2701">
                <a:extLst>
                  <a:ext uri="{FF2B5EF4-FFF2-40B4-BE49-F238E27FC236}">
                    <a16:creationId xmlns:a16="http://schemas.microsoft.com/office/drawing/2014/main" id="{D06CDC23-C46F-205E-F21F-F1B136635C33}"/>
                  </a:ext>
                </a:extLst>
              </p:cNvPr>
              <p:cNvCxnSpPr/>
              <p:nvPr/>
            </p:nvCxnSpPr>
            <p:spPr>
              <a:xfrm flipH="1">
                <a:off x="3129377" y="3056218"/>
                <a:ext cx="70365" cy="79004"/>
              </a:xfrm>
              <a:prstGeom prst="line">
                <a:avLst/>
              </a:prstGeom>
              <a:noFill/>
              <a:ln w="5069" cap="rnd" cmpd="sng" algn="ctr">
                <a:solidFill>
                  <a:srgbClr val="238777"/>
                </a:solidFill>
                <a:prstDash val="solid"/>
                <a:round/>
                <a:headEnd type="none" w="med" len="med"/>
                <a:tailEnd type="none" w="med" len="med"/>
              </a:ln>
              <a:effectLst/>
            </p:spPr>
          </p:cxnSp>
          <p:cxnSp>
            <p:nvCxnSpPr>
              <p:cNvPr id="374" name="path_2702">
                <a:extLst>
                  <a:ext uri="{FF2B5EF4-FFF2-40B4-BE49-F238E27FC236}">
                    <a16:creationId xmlns:a16="http://schemas.microsoft.com/office/drawing/2014/main" id="{FE67C821-2D25-0458-A234-F3F1DD54719C}"/>
                  </a:ext>
                </a:extLst>
              </p:cNvPr>
              <p:cNvCxnSpPr/>
              <p:nvPr/>
            </p:nvCxnSpPr>
            <p:spPr>
              <a:xfrm flipH="1" flipV="1">
                <a:off x="3012103" y="3116005"/>
                <a:ext cx="117275" cy="19217"/>
              </a:xfrm>
              <a:prstGeom prst="line">
                <a:avLst/>
              </a:prstGeom>
              <a:noFill/>
              <a:ln w="5069" cap="rnd" cmpd="sng" algn="ctr">
                <a:solidFill>
                  <a:srgbClr val="238777"/>
                </a:solidFill>
                <a:prstDash val="solid"/>
                <a:round/>
                <a:headEnd type="none" w="med" len="med"/>
                <a:tailEnd type="none" w="med" len="med"/>
              </a:ln>
              <a:effectLst/>
            </p:spPr>
          </p:cxnSp>
          <p:cxnSp>
            <p:nvCxnSpPr>
              <p:cNvPr id="375" name="path_2703">
                <a:extLst>
                  <a:ext uri="{FF2B5EF4-FFF2-40B4-BE49-F238E27FC236}">
                    <a16:creationId xmlns:a16="http://schemas.microsoft.com/office/drawing/2014/main" id="{2C25DEAD-FEDD-52AE-A649-F265E8FD2EC6}"/>
                  </a:ext>
                </a:extLst>
              </p:cNvPr>
              <p:cNvCxnSpPr/>
              <p:nvPr/>
            </p:nvCxnSpPr>
            <p:spPr>
              <a:xfrm flipH="1" flipV="1">
                <a:off x="2948439" y="3047677"/>
                <a:ext cx="63663" cy="68328"/>
              </a:xfrm>
              <a:prstGeom prst="line">
                <a:avLst/>
              </a:prstGeom>
              <a:noFill/>
              <a:ln w="5069" cap="rnd" cmpd="sng" algn="ctr">
                <a:solidFill>
                  <a:srgbClr val="238777"/>
                </a:solidFill>
                <a:prstDash val="solid"/>
                <a:round/>
                <a:headEnd type="none" w="med" len="med"/>
                <a:tailEnd type="none" w="med" len="med"/>
              </a:ln>
              <a:effectLst/>
            </p:spPr>
          </p:cxnSp>
          <p:cxnSp>
            <p:nvCxnSpPr>
              <p:cNvPr id="376" name="path_2704">
                <a:extLst>
                  <a:ext uri="{FF2B5EF4-FFF2-40B4-BE49-F238E27FC236}">
                    <a16:creationId xmlns:a16="http://schemas.microsoft.com/office/drawing/2014/main" id="{042ECEFF-3406-0DD7-1457-1907F31C43DA}"/>
                  </a:ext>
                </a:extLst>
              </p:cNvPr>
              <p:cNvCxnSpPr/>
              <p:nvPr/>
            </p:nvCxnSpPr>
            <p:spPr>
              <a:xfrm flipV="1">
                <a:off x="3126026" y="2985754"/>
                <a:ext cx="103872" cy="6406"/>
              </a:xfrm>
              <a:prstGeom prst="line">
                <a:avLst/>
              </a:prstGeom>
              <a:noFill/>
              <a:ln w="5069" cap="rnd" cmpd="sng" algn="ctr">
                <a:solidFill>
                  <a:srgbClr val="238777"/>
                </a:solidFill>
                <a:prstDash val="solid"/>
                <a:round/>
                <a:headEnd type="none" w="med" len="med"/>
                <a:tailEnd type="none" w="med" len="med"/>
              </a:ln>
              <a:effectLst/>
            </p:spPr>
          </p:cxnSp>
          <p:sp>
            <p:nvSpPr>
              <p:cNvPr id="377" name="ellipse_2705">
                <a:extLst>
                  <a:ext uri="{FF2B5EF4-FFF2-40B4-BE49-F238E27FC236}">
                    <a16:creationId xmlns:a16="http://schemas.microsoft.com/office/drawing/2014/main" id="{64A3024B-540B-6C35-7E80-907181C7D606}"/>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8" name="ellipse_2706">
                <a:extLst>
                  <a:ext uri="{FF2B5EF4-FFF2-40B4-BE49-F238E27FC236}">
                    <a16:creationId xmlns:a16="http://schemas.microsoft.com/office/drawing/2014/main" id="{A60D2CB6-5D70-A2D3-513C-5C0416711579}"/>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79" name="ellipse_2707">
                <a:extLst>
                  <a:ext uri="{FF2B5EF4-FFF2-40B4-BE49-F238E27FC236}">
                    <a16:creationId xmlns:a16="http://schemas.microsoft.com/office/drawing/2014/main" id="{E22DDDF6-F5C6-EAD0-7C6C-CE2538C6D2B5}"/>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0" name="ellipse_2708">
                <a:extLst>
                  <a:ext uri="{FF2B5EF4-FFF2-40B4-BE49-F238E27FC236}">
                    <a16:creationId xmlns:a16="http://schemas.microsoft.com/office/drawing/2014/main" id="{05FB74E9-A01D-5EC3-FBA8-890B0A2C9630}"/>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1" name="ellipse_2709">
                <a:extLst>
                  <a:ext uri="{FF2B5EF4-FFF2-40B4-BE49-F238E27FC236}">
                    <a16:creationId xmlns:a16="http://schemas.microsoft.com/office/drawing/2014/main" id="{547FEFFA-12B2-C3D0-57F9-7B673B35816F}"/>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2" name="ellipse_2710">
                <a:extLst>
                  <a:ext uri="{FF2B5EF4-FFF2-40B4-BE49-F238E27FC236}">
                    <a16:creationId xmlns:a16="http://schemas.microsoft.com/office/drawing/2014/main" id="{97D3BE81-F0B1-0BB3-339A-8559E3C522E4}"/>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sp>
            <p:nvSpPr>
              <p:cNvPr id="383" name="ellipse_2711">
                <a:extLst>
                  <a:ext uri="{FF2B5EF4-FFF2-40B4-BE49-F238E27FC236}">
                    <a16:creationId xmlns:a16="http://schemas.microsoft.com/office/drawing/2014/main" id="{7CD12097-1C5B-0233-090C-7479C3BE8EB5}"/>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1743" cap="rnd" cmpd="sng" algn="ctr">
                <a:noFill/>
                <a:prstDash val="solid"/>
                <a:round/>
                <a:headEnd type="none" w="med" len="med"/>
                <a:tailEnd type="none" w="med" len="med"/>
              </a:ln>
              <a:effectLst/>
            </p:spPr>
          </p:sp>
        </p:grpSp>
        <p:grpSp>
          <p:nvGrpSpPr>
            <p:cNvPr id="384" name="Language vector v_k">
              <a:extLst>
                <a:ext uri="{FF2B5EF4-FFF2-40B4-BE49-F238E27FC236}">
                  <a16:creationId xmlns:a16="http://schemas.microsoft.com/office/drawing/2014/main" id="{581DCD05-3DE1-0842-01CE-4207D1A743B0}"/>
                </a:ext>
              </a:extLst>
            </p:cNvPr>
            <p:cNvGrpSpPr/>
            <p:nvPr/>
          </p:nvGrpSpPr>
          <p:grpSpPr>
            <a:xfrm>
              <a:off x="11744325" y="4819650"/>
              <a:ext cx="1181100" cy="114300"/>
              <a:chOff x="3942000" y="3774465"/>
              <a:chExt cx="338355" cy="75555"/>
            </a:xfrm>
          </p:grpSpPr>
          <p:sp>
            <p:nvSpPr>
              <p:cNvPr id="385"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88AAC7"/>
              </a:solidFill>
              <a:ln w="4435" cap="rnd" cmpd="sng" algn="ctr">
                <a:noFill/>
                <a:prstDash val="solid"/>
                <a:round/>
                <a:headEnd type="none" w="med" len="med"/>
                <a:tailEnd type="none" w="med" len="med"/>
              </a:ln>
              <a:effectLst/>
            </p:spPr>
          </p:sp>
          <p:sp>
            <p:nvSpPr>
              <p:cNvPr id="386"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98BB"/>
              </a:solidFill>
              <a:ln w="4435" cap="rnd" cmpd="sng" algn="ctr">
                <a:noFill/>
                <a:prstDash val="solid"/>
                <a:round/>
                <a:headEnd type="none" w="med" len="med"/>
                <a:tailEnd type="none" w="med" len="med"/>
              </a:ln>
              <a:effectLst/>
            </p:spPr>
          </p:sp>
          <p:sp>
            <p:nvSpPr>
              <p:cNvPr id="387"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AC2D6"/>
              </a:solidFill>
              <a:ln w="4435" cap="rnd" cmpd="sng" algn="ctr">
                <a:noFill/>
                <a:prstDash val="solid"/>
                <a:round/>
                <a:headEnd type="none" w="med" len="med"/>
                <a:tailEnd type="none" w="med" len="med"/>
              </a:ln>
              <a:effectLst/>
            </p:spPr>
          </p:sp>
          <p:sp>
            <p:nvSpPr>
              <p:cNvPr id="388"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507FA8"/>
              </a:solidFill>
              <a:ln w="4435" cap="rnd" cmpd="sng" algn="ctr">
                <a:noFill/>
                <a:prstDash val="solid"/>
                <a:round/>
                <a:headEnd type="none" w="med" len="med"/>
                <a:tailEnd type="none" w="med" len="med"/>
              </a:ln>
              <a:effectLst/>
            </p:spPr>
          </p:sp>
          <p:sp>
            <p:nvSpPr>
              <p:cNvPr id="389"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BFD2E1"/>
              </a:solidFill>
              <a:ln w="4435" cap="rnd" cmpd="sng" algn="ctr">
                <a:noFill/>
                <a:prstDash val="solid"/>
                <a:round/>
                <a:headEnd type="none" w="med" len="med"/>
                <a:tailEnd type="none" w="med" len="med"/>
              </a:ln>
              <a:effectLst/>
            </p:spPr>
          </p:sp>
          <p:sp>
            <p:nvSpPr>
              <p:cNvPr id="390"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739DBF"/>
              </a:solidFill>
              <a:ln w="4435" cap="rnd" cmpd="sng" algn="ctr">
                <a:noFill/>
                <a:prstDash val="solid"/>
                <a:round/>
                <a:headEnd type="none" w="med" len="med"/>
                <a:tailEnd type="none" w="med" len="med"/>
              </a:ln>
              <a:effectLst/>
            </p:spPr>
          </p:sp>
          <p:sp>
            <p:nvSpPr>
              <p:cNvPr id="391"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96B8D0"/>
              </a:solidFill>
              <a:ln w="4435" cap="rnd" cmpd="sng" algn="ctr">
                <a:noFill/>
                <a:prstDash val="solid"/>
                <a:round/>
                <a:headEnd type="none" w="med" len="med"/>
                <a:tailEnd type="none" w="med" len="med"/>
              </a:ln>
              <a:effectLst/>
            </p:spPr>
          </p:sp>
        </p:grpSp>
        <p:grpSp>
          <p:nvGrpSpPr>
            <p:cNvPr id="392" name="Language vector v_k">
              <a:extLst>
                <a:ext uri="{FF2B5EF4-FFF2-40B4-BE49-F238E27FC236}">
                  <a16:creationId xmlns:a16="http://schemas.microsoft.com/office/drawing/2014/main" id="{581DCD05-3DE1-0842-01CE-4207D1A743B0}"/>
                </a:ext>
              </a:extLst>
            </p:cNvPr>
            <p:cNvGrpSpPr/>
            <p:nvPr/>
          </p:nvGrpSpPr>
          <p:grpSpPr>
            <a:xfrm>
              <a:off x="11744325" y="4991100"/>
              <a:ext cx="1181100" cy="130419"/>
              <a:chOff x="3942000" y="3774465"/>
              <a:chExt cx="338355" cy="75555"/>
            </a:xfrm>
          </p:grpSpPr>
          <p:sp>
            <p:nvSpPr>
              <p:cNvPr id="393"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C6A56F"/>
              </a:solidFill>
              <a:ln w="4435" cap="rnd" cmpd="sng" algn="ctr">
                <a:noFill/>
                <a:prstDash val="solid"/>
                <a:round/>
                <a:headEnd type="none" w="med" len="med"/>
                <a:tailEnd type="none" w="med" len="med"/>
              </a:ln>
              <a:effectLst/>
            </p:spPr>
          </p:sp>
          <p:sp>
            <p:nvSpPr>
              <p:cNvPr id="394"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AF8A50"/>
              </a:solidFill>
              <a:ln w="4435" cap="rnd" cmpd="sng" algn="ctr">
                <a:noFill/>
                <a:prstDash val="solid"/>
                <a:round/>
                <a:headEnd type="none" w="med" len="med"/>
                <a:tailEnd type="none" w="med" len="med"/>
              </a:ln>
              <a:effectLst/>
            </p:spPr>
          </p:sp>
          <p:sp>
            <p:nvSpPr>
              <p:cNvPr id="395"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DDC6A3"/>
              </a:solidFill>
              <a:ln w="4435" cap="rnd" cmpd="sng" algn="ctr">
                <a:noFill/>
                <a:prstDash val="solid"/>
                <a:round/>
                <a:headEnd type="none" w="med" len="med"/>
                <a:tailEnd type="none" w="med" len="med"/>
              </a:ln>
              <a:effectLst/>
            </p:spPr>
          </p:sp>
          <p:sp>
            <p:nvSpPr>
              <p:cNvPr id="396"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F9A62"/>
              </a:solidFill>
              <a:ln w="4435" cap="rnd" cmpd="sng" algn="ctr">
                <a:noFill/>
                <a:prstDash val="solid"/>
                <a:round/>
                <a:headEnd type="none" w="med" len="med"/>
                <a:tailEnd type="none" w="med" len="med"/>
              </a:ln>
              <a:effectLst/>
            </p:spPr>
          </p:sp>
          <p:sp>
            <p:nvSpPr>
              <p:cNvPr id="397"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E5D4B7"/>
              </a:solidFill>
              <a:ln w="4435" cap="rnd" cmpd="sng" algn="ctr">
                <a:noFill/>
                <a:prstDash val="solid"/>
                <a:round/>
                <a:headEnd type="none" w="med" len="med"/>
                <a:tailEnd type="none" w="med" len="med"/>
              </a:ln>
              <a:effectLst/>
            </p:spPr>
          </p:sp>
          <p:sp>
            <p:nvSpPr>
              <p:cNvPr id="398"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D8241"/>
              </a:solidFill>
              <a:ln w="4435" cap="rnd" cmpd="sng" algn="ctr">
                <a:noFill/>
                <a:prstDash val="solid"/>
                <a:round/>
                <a:headEnd type="none" w="med" len="med"/>
                <a:tailEnd type="none" w="med" len="med"/>
              </a:ln>
              <a:effectLst/>
            </p:spPr>
          </p:sp>
          <p:sp>
            <p:nvSpPr>
              <p:cNvPr id="399"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D5B887"/>
              </a:solidFill>
              <a:ln w="4435" cap="rnd" cmpd="sng" algn="ctr">
                <a:noFill/>
                <a:prstDash val="solid"/>
                <a:round/>
                <a:headEnd type="none" w="med" len="med"/>
                <a:tailEnd type="none" w="med" len="med"/>
              </a:ln>
              <a:effectLst/>
            </p:spPr>
          </p:sp>
        </p:grpSp>
        <p:grpSp>
          <p:nvGrpSpPr>
            <p:cNvPr id="400" name="Language vector v_k">
              <a:extLst>
                <a:ext uri="{FF2B5EF4-FFF2-40B4-BE49-F238E27FC236}">
                  <a16:creationId xmlns:a16="http://schemas.microsoft.com/office/drawing/2014/main" id="{581DCD05-3DE1-0842-01CE-4207D1A743B0}"/>
                </a:ext>
              </a:extLst>
            </p:cNvPr>
            <p:cNvGrpSpPr/>
            <p:nvPr/>
          </p:nvGrpSpPr>
          <p:grpSpPr>
            <a:xfrm>
              <a:off x="11744325" y="5187462"/>
              <a:ext cx="1181100" cy="164228"/>
              <a:chOff x="3942000" y="3774465"/>
              <a:chExt cx="338355" cy="75555"/>
            </a:xfrm>
          </p:grpSpPr>
          <p:sp>
            <p:nvSpPr>
              <p:cNvPr id="401"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A796B9"/>
              </a:solidFill>
              <a:ln w="4435" cap="rnd" cmpd="sng" algn="ctr">
                <a:noFill/>
                <a:prstDash val="solid"/>
                <a:round/>
                <a:headEnd type="none" w="med" len="med"/>
                <a:tailEnd type="none" w="med" len="med"/>
              </a:ln>
              <a:effectLst/>
            </p:spPr>
          </p:sp>
          <p:sp>
            <p:nvSpPr>
              <p:cNvPr id="402"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C4B5D0"/>
              </a:solidFill>
              <a:ln w="4435" cap="rnd" cmpd="sng" algn="ctr">
                <a:noFill/>
                <a:prstDash val="solid"/>
                <a:round/>
                <a:headEnd type="none" w="med" len="med"/>
                <a:tailEnd type="none" w="med" len="med"/>
              </a:ln>
              <a:effectLst/>
            </p:spPr>
          </p:sp>
          <p:sp>
            <p:nvSpPr>
              <p:cNvPr id="403"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8F79A4"/>
              </a:solidFill>
              <a:ln w="4435" cap="rnd" cmpd="sng" algn="ctr">
                <a:noFill/>
                <a:prstDash val="solid"/>
                <a:round/>
                <a:headEnd type="none" w="med" len="med"/>
                <a:tailEnd type="none" w="med" len="med"/>
              </a:ln>
              <a:effectLst/>
            </p:spPr>
          </p:sp>
          <p:sp>
            <p:nvSpPr>
              <p:cNvPr id="404"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B2A0C1"/>
              </a:solidFill>
              <a:ln w="4435" cap="rnd" cmpd="sng" algn="ctr">
                <a:noFill/>
                <a:prstDash val="solid"/>
                <a:round/>
                <a:headEnd type="none" w="med" len="med"/>
                <a:tailEnd type="none" w="med" len="med"/>
              </a:ln>
              <a:effectLst/>
            </p:spPr>
          </p:sp>
          <p:sp>
            <p:nvSpPr>
              <p:cNvPr id="405"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D6CBE0"/>
              </a:solidFill>
              <a:ln w="4435" cap="rnd" cmpd="sng" algn="ctr">
                <a:noFill/>
                <a:prstDash val="solid"/>
                <a:round/>
                <a:headEnd type="none" w="med" len="med"/>
                <a:tailEnd type="none" w="med" len="med"/>
              </a:ln>
              <a:effectLst/>
            </p:spPr>
          </p:sp>
          <p:sp>
            <p:nvSpPr>
              <p:cNvPr id="406"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A68AB9"/>
              </a:solidFill>
              <a:ln w="4435" cap="rnd" cmpd="sng" algn="ctr">
                <a:noFill/>
                <a:prstDash val="solid"/>
                <a:round/>
                <a:headEnd type="none" w="med" len="med"/>
                <a:tailEnd type="none" w="med" len="med"/>
              </a:ln>
              <a:effectLst/>
            </p:spPr>
          </p:sp>
          <p:sp>
            <p:nvSpPr>
              <p:cNvPr id="407"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BBA8CC"/>
              </a:solidFill>
              <a:ln w="4435" cap="rnd" cmpd="sng" algn="ctr">
                <a:noFill/>
                <a:prstDash val="solid"/>
                <a:round/>
                <a:headEnd type="none" w="med" len="med"/>
                <a:tailEnd type="none" w="med" len="med"/>
              </a:ln>
              <a:effectLst/>
            </p:spPr>
          </p:sp>
        </p:grpSp>
        <p:grpSp>
          <p:nvGrpSpPr>
            <p:cNvPr id="408" name="Language vector v_k">
              <a:extLst>
                <a:ext uri="{FF2B5EF4-FFF2-40B4-BE49-F238E27FC236}">
                  <a16:creationId xmlns:a16="http://schemas.microsoft.com/office/drawing/2014/main" id="{581DCD05-3DE1-0842-01CE-4207D1A743B0}"/>
                </a:ext>
              </a:extLst>
            </p:cNvPr>
            <p:cNvGrpSpPr/>
            <p:nvPr/>
          </p:nvGrpSpPr>
          <p:grpSpPr>
            <a:xfrm>
              <a:off x="9572625" y="6038850"/>
              <a:ext cx="1143000" cy="190500"/>
              <a:chOff x="3942000" y="3774465"/>
              <a:chExt cx="338355" cy="75555"/>
            </a:xfrm>
          </p:grpSpPr>
          <p:sp>
            <p:nvSpPr>
              <p:cNvPr id="409" name="feature_1">
                <a:extLst>
                  <a:ext uri="{FF2B5EF4-FFF2-40B4-BE49-F238E27FC236}">
                    <a16:creationId xmlns:a16="http://schemas.microsoft.com/office/drawing/2014/main" id="{89922B52-C3FA-C682-2B4F-172D81758F86}"/>
                  </a:ext>
                </a:extLst>
              </p:cNvPr>
              <p:cNvSpPr/>
              <p:nvPr/>
            </p:nvSpPr>
            <p:spPr>
              <a:xfrm>
                <a:off x="3942000"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0" name="feature_2">
                <a:extLst>
                  <a:ext uri="{FF2B5EF4-FFF2-40B4-BE49-F238E27FC236}">
                    <a16:creationId xmlns:a16="http://schemas.microsoft.com/office/drawing/2014/main" id="{C1C68710-FDC8-15EA-6238-610EC7ED2D78}"/>
                  </a:ext>
                </a:extLst>
              </p:cNvPr>
              <p:cNvSpPr/>
              <p:nvPr/>
            </p:nvSpPr>
            <p:spPr>
              <a:xfrm>
                <a:off x="3990806"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1" name="feature_3">
                <a:extLst>
                  <a:ext uri="{FF2B5EF4-FFF2-40B4-BE49-F238E27FC236}">
                    <a16:creationId xmlns:a16="http://schemas.microsoft.com/office/drawing/2014/main" id="{8E644591-396E-76E4-A75A-884D09156A61}"/>
                  </a:ext>
                </a:extLst>
              </p:cNvPr>
              <p:cNvSpPr/>
              <p:nvPr/>
            </p:nvSpPr>
            <p:spPr>
              <a:xfrm>
                <a:off x="4039611" y="3774465"/>
                <a:ext cx="45521" cy="75555"/>
              </a:xfrm>
              <a:prstGeom prst="rect">
                <a:avLst/>
              </a:prstGeom>
              <a:solidFill>
                <a:srgbClr val="ADD8CA"/>
              </a:solidFill>
              <a:ln w="4435" cap="rnd" cmpd="sng" algn="ctr">
                <a:noFill/>
                <a:prstDash val="solid"/>
                <a:round/>
                <a:headEnd type="none" w="med" len="med"/>
                <a:tailEnd type="none" w="med" len="med"/>
              </a:ln>
              <a:effectLst/>
            </p:spPr>
          </p:sp>
          <p:sp>
            <p:nvSpPr>
              <p:cNvPr id="412" name="feature_4">
                <a:extLst>
                  <a:ext uri="{FF2B5EF4-FFF2-40B4-BE49-F238E27FC236}">
                    <a16:creationId xmlns:a16="http://schemas.microsoft.com/office/drawing/2014/main" id="{B6B906AC-26D5-EADA-095A-01B162BCCFD7}"/>
                  </a:ext>
                </a:extLst>
              </p:cNvPr>
              <p:cNvSpPr/>
              <p:nvPr/>
            </p:nvSpPr>
            <p:spPr>
              <a:xfrm>
                <a:off x="4088417" y="3774465"/>
                <a:ext cx="45521" cy="75555"/>
              </a:xfrm>
              <a:prstGeom prst="rect">
                <a:avLst/>
              </a:prstGeom>
              <a:solidFill>
                <a:srgbClr val="CBE7DC"/>
              </a:solidFill>
              <a:ln w="4435" cap="rnd" cmpd="sng" algn="ctr">
                <a:noFill/>
                <a:prstDash val="solid"/>
                <a:round/>
                <a:headEnd type="none" w="med" len="med"/>
                <a:tailEnd type="none" w="med" len="med"/>
              </a:ln>
              <a:effectLst/>
            </p:spPr>
          </p:sp>
          <p:sp>
            <p:nvSpPr>
              <p:cNvPr id="413" name="feature_5">
                <a:extLst>
                  <a:ext uri="{FF2B5EF4-FFF2-40B4-BE49-F238E27FC236}">
                    <a16:creationId xmlns:a16="http://schemas.microsoft.com/office/drawing/2014/main" id="{94254A4E-B147-BCB1-E097-D30644901AAC}"/>
                  </a:ext>
                </a:extLst>
              </p:cNvPr>
              <p:cNvSpPr/>
              <p:nvPr/>
            </p:nvSpPr>
            <p:spPr>
              <a:xfrm>
                <a:off x="4137223" y="3774465"/>
                <a:ext cx="45521" cy="75555"/>
              </a:xfrm>
              <a:prstGeom prst="rect">
                <a:avLst/>
              </a:prstGeom>
              <a:solidFill>
                <a:srgbClr val="3C9B84"/>
              </a:solidFill>
              <a:ln w="4435" cap="rnd" cmpd="sng" algn="ctr">
                <a:noFill/>
                <a:prstDash val="solid"/>
                <a:round/>
                <a:headEnd type="none" w="med" len="med"/>
                <a:tailEnd type="none" w="med" len="med"/>
              </a:ln>
              <a:effectLst/>
            </p:spPr>
          </p:sp>
          <p:sp>
            <p:nvSpPr>
              <p:cNvPr id="414" name="feature_6">
                <a:extLst>
                  <a:ext uri="{FF2B5EF4-FFF2-40B4-BE49-F238E27FC236}">
                    <a16:creationId xmlns:a16="http://schemas.microsoft.com/office/drawing/2014/main" id="{C6E3E1E6-20F7-3C8B-1EA2-C8893D7CC92F}"/>
                  </a:ext>
                </a:extLst>
              </p:cNvPr>
              <p:cNvSpPr/>
              <p:nvPr/>
            </p:nvSpPr>
            <p:spPr>
              <a:xfrm>
                <a:off x="4186029" y="3774465"/>
                <a:ext cx="45521" cy="75555"/>
              </a:xfrm>
              <a:prstGeom prst="rect">
                <a:avLst/>
              </a:prstGeom>
              <a:solidFill>
                <a:srgbClr val="6FB9A3"/>
              </a:solidFill>
              <a:ln w="4435" cap="rnd" cmpd="sng" algn="ctr">
                <a:noFill/>
                <a:prstDash val="solid"/>
                <a:round/>
                <a:headEnd type="none" w="med" len="med"/>
                <a:tailEnd type="none" w="med" len="med"/>
              </a:ln>
              <a:effectLst/>
            </p:spPr>
          </p:sp>
          <p:sp>
            <p:nvSpPr>
              <p:cNvPr id="415" name="feature_7">
                <a:extLst>
                  <a:ext uri="{FF2B5EF4-FFF2-40B4-BE49-F238E27FC236}">
                    <a16:creationId xmlns:a16="http://schemas.microsoft.com/office/drawing/2014/main" id="{7DEF0E11-84CB-9994-BC07-B2E4C6E184D8}"/>
                  </a:ext>
                </a:extLst>
              </p:cNvPr>
              <p:cNvSpPr/>
              <p:nvPr/>
            </p:nvSpPr>
            <p:spPr>
              <a:xfrm>
                <a:off x="4234834" y="3774465"/>
                <a:ext cx="45521" cy="75555"/>
              </a:xfrm>
              <a:prstGeom prst="rect">
                <a:avLst/>
              </a:prstGeom>
              <a:solidFill>
                <a:srgbClr val="ADD8CA"/>
              </a:solidFill>
              <a:ln w="4435" cap="rnd" cmpd="sng" algn="ctr">
                <a:noFill/>
                <a:prstDash val="solid"/>
                <a:round/>
                <a:headEnd type="none" w="med" len="med"/>
                <a:tailEnd type="none" w="med" len="med"/>
              </a:ln>
              <a:effectLst/>
            </p:spPr>
          </p:sp>
        </p:grpSp>
        <p:grpSp>
          <p:nvGrpSpPr>
            <p:cNvPr id="416" name="Candidate representation h_j">
              <a:extLst>
                <a:ext uri="{FF2B5EF4-FFF2-40B4-BE49-F238E27FC236}">
                  <a16:creationId xmlns:a16="http://schemas.microsoft.com/office/drawing/2014/main" id="{E808B083-4417-1771-308C-398A37FB7F8E}"/>
                </a:ext>
              </a:extLst>
            </p:cNvPr>
            <p:cNvGrpSpPr/>
            <p:nvPr/>
          </p:nvGrpSpPr>
          <p:grpSpPr>
            <a:xfrm>
              <a:off x="9515475" y="7753350"/>
              <a:ext cx="1257300" cy="238125"/>
              <a:chOff x="2641140" y="4746825"/>
              <a:chExt cx="397485" cy="72270"/>
            </a:xfrm>
          </p:grpSpPr>
          <p:sp>
            <p:nvSpPr>
              <p:cNvPr id="417" name="feature_1">
                <a:extLst>
                  <a:ext uri="{FF2B5EF4-FFF2-40B4-BE49-F238E27FC236}">
                    <a16:creationId xmlns:a16="http://schemas.microsoft.com/office/drawing/2014/main" id="{F4BEE608-E132-2011-1392-3EF6316D3900}"/>
                  </a:ext>
                </a:extLst>
              </p:cNvPr>
              <p:cNvSpPr/>
              <p:nvPr/>
            </p:nvSpPr>
            <p:spPr>
              <a:xfrm>
                <a:off x="2641140" y="4746825"/>
                <a:ext cx="53968" cy="72270"/>
              </a:xfrm>
              <a:prstGeom prst="rect">
                <a:avLst/>
              </a:prstGeom>
              <a:solidFill>
                <a:srgbClr val="367FB7"/>
              </a:solidFill>
              <a:ln w="4435" cap="rnd" cmpd="sng" algn="ctr">
                <a:noFill/>
                <a:prstDash val="solid"/>
                <a:round/>
                <a:headEnd type="none" w="med" len="med"/>
                <a:tailEnd type="none" w="med" len="med"/>
              </a:ln>
              <a:effectLst/>
            </p:spPr>
          </p:sp>
          <p:sp>
            <p:nvSpPr>
              <p:cNvPr id="418" name="feature_2">
                <a:extLst>
                  <a:ext uri="{FF2B5EF4-FFF2-40B4-BE49-F238E27FC236}">
                    <a16:creationId xmlns:a16="http://schemas.microsoft.com/office/drawing/2014/main" id="{DF9F730B-53CC-06D6-A48E-43BC0951C4BC}"/>
                  </a:ext>
                </a:extLst>
              </p:cNvPr>
              <p:cNvSpPr/>
              <p:nvPr/>
            </p:nvSpPr>
            <p:spPr>
              <a:xfrm>
                <a:off x="2698393" y="4746825"/>
                <a:ext cx="53968" cy="72270"/>
              </a:xfrm>
              <a:prstGeom prst="rect">
                <a:avLst/>
              </a:prstGeom>
              <a:solidFill>
                <a:srgbClr val="7EAED0"/>
              </a:solidFill>
              <a:ln w="4435" cap="rnd" cmpd="sng" algn="ctr">
                <a:noFill/>
                <a:prstDash val="solid"/>
                <a:round/>
                <a:headEnd type="none" w="med" len="med"/>
                <a:tailEnd type="none" w="med" len="med"/>
              </a:ln>
              <a:effectLst/>
            </p:spPr>
          </p:sp>
          <p:sp>
            <p:nvSpPr>
              <p:cNvPr id="419" name="feature_3">
                <a:extLst>
                  <a:ext uri="{FF2B5EF4-FFF2-40B4-BE49-F238E27FC236}">
                    <a16:creationId xmlns:a16="http://schemas.microsoft.com/office/drawing/2014/main" id="{91720B8E-8505-0587-4865-8FE400661764}"/>
                  </a:ext>
                </a:extLst>
              </p:cNvPr>
              <p:cNvSpPr/>
              <p:nvPr/>
            </p:nvSpPr>
            <p:spPr>
              <a:xfrm>
                <a:off x="2755646" y="4746825"/>
                <a:ext cx="53968" cy="72270"/>
              </a:xfrm>
              <a:prstGeom prst="rect">
                <a:avLst/>
              </a:prstGeom>
              <a:solidFill>
                <a:srgbClr val="BCD8E7"/>
              </a:solidFill>
              <a:ln w="4435" cap="rnd" cmpd="sng" algn="ctr">
                <a:noFill/>
                <a:prstDash val="solid"/>
                <a:round/>
                <a:headEnd type="none" w="med" len="med"/>
                <a:tailEnd type="none" w="med" len="med"/>
              </a:ln>
              <a:effectLst/>
            </p:spPr>
          </p:sp>
          <p:sp>
            <p:nvSpPr>
              <p:cNvPr id="420" name="feature_4">
                <a:extLst>
                  <a:ext uri="{FF2B5EF4-FFF2-40B4-BE49-F238E27FC236}">
                    <a16:creationId xmlns:a16="http://schemas.microsoft.com/office/drawing/2014/main" id="{D7520224-E604-841B-2211-D7B4D981DE70}"/>
                  </a:ext>
                </a:extLst>
              </p:cNvPr>
              <p:cNvSpPr/>
              <p:nvPr/>
            </p:nvSpPr>
            <p:spPr>
              <a:xfrm>
                <a:off x="2812899" y="4746825"/>
                <a:ext cx="53968" cy="72270"/>
              </a:xfrm>
              <a:prstGeom prst="rect">
                <a:avLst/>
              </a:prstGeom>
              <a:solidFill>
                <a:srgbClr val="88C3B4"/>
              </a:solidFill>
              <a:ln w="4435" cap="rnd" cmpd="sng" algn="ctr">
                <a:noFill/>
                <a:prstDash val="solid"/>
                <a:round/>
                <a:headEnd type="none" w="med" len="med"/>
                <a:tailEnd type="none" w="med" len="med"/>
              </a:ln>
              <a:effectLst/>
            </p:spPr>
          </p:sp>
          <p:sp>
            <p:nvSpPr>
              <p:cNvPr id="421" name="feature_5">
                <a:extLst>
                  <a:ext uri="{FF2B5EF4-FFF2-40B4-BE49-F238E27FC236}">
                    <a16:creationId xmlns:a16="http://schemas.microsoft.com/office/drawing/2014/main" id="{816AEF65-3B8B-B61C-DB09-D93452B7A034}"/>
                  </a:ext>
                </a:extLst>
              </p:cNvPr>
              <p:cNvSpPr/>
              <p:nvPr/>
            </p:nvSpPr>
            <p:spPr>
              <a:xfrm>
                <a:off x="2870151" y="4746825"/>
                <a:ext cx="53968" cy="72270"/>
              </a:xfrm>
              <a:prstGeom prst="rect">
                <a:avLst/>
              </a:prstGeom>
              <a:solidFill>
                <a:srgbClr val="238777"/>
              </a:solidFill>
              <a:ln w="4435" cap="rnd" cmpd="sng" algn="ctr">
                <a:noFill/>
                <a:prstDash val="solid"/>
                <a:round/>
                <a:headEnd type="none" w="med" len="med"/>
                <a:tailEnd type="none" w="med" len="med"/>
              </a:ln>
              <a:effectLst/>
            </p:spPr>
          </p:sp>
          <p:sp>
            <p:nvSpPr>
              <p:cNvPr id="422" name="feature_6">
                <a:extLst>
                  <a:ext uri="{FF2B5EF4-FFF2-40B4-BE49-F238E27FC236}">
                    <a16:creationId xmlns:a16="http://schemas.microsoft.com/office/drawing/2014/main" id="{D45037CD-8F54-52FA-B088-E161A8C65847}"/>
                  </a:ext>
                </a:extLst>
              </p:cNvPr>
              <p:cNvSpPr/>
              <p:nvPr/>
            </p:nvSpPr>
            <p:spPr>
              <a:xfrm>
                <a:off x="2927404" y="4746825"/>
                <a:ext cx="53968" cy="72270"/>
              </a:xfrm>
              <a:prstGeom prst="rect">
                <a:avLst/>
              </a:prstGeom>
              <a:solidFill>
                <a:srgbClr val="B1A4CC"/>
              </a:solidFill>
              <a:ln w="4435" cap="rnd" cmpd="sng" algn="ctr">
                <a:noFill/>
                <a:prstDash val="solid"/>
                <a:round/>
                <a:headEnd type="none" w="med" len="med"/>
                <a:tailEnd type="none" w="med" len="med"/>
              </a:ln>
              <a:effectLst/>
            </p:spPr>
          </p:sp>
          <p:sp>
            <p:nvSpPr>
              <p:cNvPr id="423" name="feature_7">
                <a:extLst>
                  <a:ext uri="{FF2B5EF4-FFF2-40B4-BE49-F238E27FC236}">
                    <a16:creationId xmlns:a16="http://schemas.microsoft.com/office/drawing/2014/main" id="{486943A5-C7C5-BC6B-2A84-6698874C26B0}"/>
                  </a:ext>
                </a:extLst>
              </p:cNvPr>
              <p:cNvSpPr/>
              <p:nvPr/>
            </p:nvSpPr>
            <p:spPr>
              <a:xfrm>
                <a:off x="2984657" y="4746825"/>
                <a:ext cx="53968" cy="72270"/>
              </a:xfrm>
              <a:prstGeom prst="rect">
                <a:avLst/>
              </a:prstGeom>
              <a:solidFill>
                <a:srgbClr val="D4CBE6"/>
              </a:solidFill>
              <a:ln w="4435" cap="rnd" cmpd="sng" algn="ctr">
                <a:noFill/>
                <a:prstDash val="solid"/>
                <a:round/>
                <a:headEnd type="none" w="med" len="med"/>
                <a:tailEnd type="none" w="med" len="med"/>
              </a:ln>
              <a:effectLst/>
            </p:spPr>
          </p:sp>
        </p:grpSp>
        <p:sp>
          <p:nvSpPr>
            <p:cNvPr id="424" name="Arrow 10 | proportional arrowhead"/>
            <p:cNvSpPr/>
            <p:nvPr/>
          </p:nvSpPr>
          <p:spPr>
            <a:xfrm>
              <a:off x="2638425"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5" name="Arrow 11 | proportional arrowhead"/>
            <p:cNvSpPr/>
            <p:nvPr/>
          </p:nvSpPr>
          <p:spPr>
            <a:xfrm>
              <a:off x="4953000" y="235743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26" name="Arrow 12 | proportional arrowhead"/>
            <p:cNvSpPr/>
            <p:nvPr/>
          </p:nvSpPr>
          <p:spPr>
            <a:xfrm>
              <a:off x="5729288" y="6689725"/>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27" name="Arrow 20 | proportional arrowhead"/>
            <p:cNvSpPr/>
            <p:nvPr/>
          </p:nvSpPr>
          <p:spPr>
            <a:xfrm>
              <a:off x="16144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8" name="Arrow 21 | proportional arrowhead"/>
            <p:cNvSpPr/>
            <p:nvPr/>
          </p:nvSpPr>
          <p:spPr>
            <a:xfrm>
              <a:off x="4167188" y="567962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29" name="Arrow 23 | proportional arrowhead"/>
            <p:cNvSpPr/>
            <p:nvPr/>
          </p:nvSpPr>
          <p:spPr>
            <a:xfrm>
              <a:off x="5248275" y="6091238"/>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30" name="Arrow 26 | proportional arrowhead"/>
            <p:cNvSpPr/>
            <p:nvPr/>
          </p:nvSpPr>
          <p:spPr>
            <a:xfrm>
              <a:off x="2890838" y="67722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1" name="Arrow 28 | proportional arrowhead"/>
            <p:cNvSpPr/>
            <p:nvPr/>
          </p:nvSpPr>
          <p:spPr>
            <a:xfrm>
              <a:off x="516255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32" name="Arrow 29 | proportional arrowhead"/>
            <p:cNvSpPr/>
            <p:nvPr/>
          </p:nvSpPr>
          <p:spPr>
            <a:xfrm>
              <a:off x="57292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3" name="Arrow 42 | proportional arrowhead"/>
            <p:cNvSpPr/>
            <p:nvPr/>
          </p:nvSpPr>
          <p:spPr>
            <a:xfrm>
              <a:off x="7920038" y="3469901"/>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4" name="Arrow 44 | proportional arrowhead"/>
            <p:cNvSpPr/>
            <p:nvPr/>
          </p:nvSpPr>
          <p:spPr>
            <a:xfrm>
              <a:off x="10110788" y="36290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5" name="Arrow 45 | proportional arrowhead"/>
            <p:cNvSpPr/>
            <p:nvPr/>
          </p:nvSpPr>
          <p:spPr>
            <a:xfrm>
              <a:off x="12301538" y="36195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6" name="Arrow 52 | proportional arrowhead"/>
            <p:cNvSpPr/>
            <p:nvPr/>
          </p:nvSpPr>
          <p:spPr>
            <a:xfrm>
              <a:off x="7920038" y="463867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7" name="Arrow 53 | proportional arrowhead"/>
            <p:cNvSpPr/>
            <p:nvPr/>
          </p:nvSpPr>
          <p:spPr>
            <a:xfrm>
              <a:off x="79200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8" name="Arrow 55 | proportional arrowhead"/>
            <p:cNvSpPr/>
            <p:nvPr/>
          </p:nvSpPr>
          <p:spPr>
            <a:xfrm>
              <a:off x="10110788" y="582930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39" name="Arrow 56 | proportional arrowhead"/>
            <p:cNvSpPr/>
            <p:nvPr/>
          </p:nvSpPr>
          <p:spPr>
            <a:xfrm>
              <a:off x="12301538" y="4657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0" name="Arrow 60 | proportional arrowhead"/>
            <p:cNvSpPr/>
            <p:nvPr/>
          </p:nvSpPr>
          <p:spPr>
            <a:xfrm>
              <a:off x="12301538" y="5657850"/>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1" name="Arrow 62 | proportional arrowhead"/>
            <p:cNvSpPr/>
            <p:nvPr/>
          </p:nvSpPr>
          <p:spPr>
            <a:xfrm>
              <a:off x="9029700" y="6100763"/>
              <a:ext cx="85725" cy="66675"/>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42" name="Arrow 63 | proportional arrowhead"/>
            <p:cNvSpPr/>
            <p:nvPr/>
          </p:nvSpPr>
          <p:spPr>
            <a:xfrm>
              <a:off x="11172825" y="6100763"/>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3" name="Arrow 66 | proportional arrowhead"/>
            <p:cNvSpPr/>
            <p:nvPr/>
          </p:nvSpPr>
          <p:spPr>
            <a:xfrm>
              <a:off x="9372600" y="70627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44" name="Arrow 67 | proportional arrowhead"/>
            <p:cNvSpPr/>
            <p:nvPr/>
          </p:nvSpPr>
          <p:spPr>
            <a:xfrm>
              <a:off x="10829925" y="7062788"/>
              <a:ext cx="85725" cy="66675"/>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45" name="Arrow 68 | proportional arrowhead"/>
            <p:cNvSpPr/>
            <p:nvPr/>
          </p:nvSpPr>
          <p:spPr>
            <a:xfrm>
              <a:off x="10110788" y="66897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6" name="Arrow 69 | proportional arrowhead"/>
            <p:cNvSpPr/>
            <p:nvPr/>
          </p:nvSpPr>
          <p:spPr>
            <a:xfrm>
              <a:off x="10110788" y="7591425"/>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47" name="Arrow 71 | proportional arrowhead"/>
            <p:cNvSpPr/>
            <p:nvPr/>
          </p:nvSpPr>
          <p:spPr>
            <a:xfrm>
              <a:off x="1614488" y="8395129"/>
              <a:ext cx="66675" cy="85725"/>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48" name="Arrow 72 | proportional arrowhead"/>
            <p:cNvSpPr/>
            <p:nvPr/>
          </p:nvSpPr>
          <p:spPr>
            <a:xfrm>
              <a:off x="3114675"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49" name="Arrow 75 | proportional arrowhead"/>
            <p:cNvSpPr/>
            <p:nvPr/>
          </p:nvSpPr>
          <p:spPr>
            <a:xfrm>
              <a:off x="7010400" y="8739188"/>
              <a:ext cx="85725" cy="66675"/>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50" name="Arrow 76 | proportional arrowhead"/>
            <p:cNvSpPr/>
            <p:nvPr/>
          </p:nvSpPr>
          <p:spPr>
            <a:xfrm>
              <a:off x="8072438" y="8404139"/>
              <a:ext cx="66675" cy="85725"/>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51" name="Arrow 78 | proportional arrowhead"/>
            <p:cNvSpPr/>
            <p:nvPr/>
          </p:nvSpPr>
          <p:spPr>
            <a:xfrm>
              <a:off x="10439400" y="8739188"/>
              <a:ext cx="85725" cy="66675"/>
            </a:xfrm>
            <a:custGeom>
              <a:avLst/>
              <a:gdLst/>
              <a:ahLst/>
              <a:cxnLst/>
              <a:rect l="0" t="0" r="0" b="0"/>
              <a:pathLst>
                <a:path w="85725" h="66675">
                  <a:moveTo>
                    <a:pt x="85725" y="33338"/>
                  </a:moveTo>
                  <a:lnTo>
                    <a:pt x="0" y="0"/>
                  </a:lnTo>
                  <a:lnTo>
                    <a:pt x="0" y="66675"/>
                  </a:lnTo>
                  <a:close/>
                </a:path>
              </a:pathLst>
            </a:custGeom>
            <a:solidFill>
              <a:srgbClr val="2B887C"/>
            </a:solidFill>
            <a:ln w="1">
              <a:noFill/>
            </a:ln>
          </p:spPr>
        </p:sp>
      </p:grpSp>
    </p:spTree>
    <p:extLst>
      <p:ext uri="{BB962C8B-B14F-4D97-AF65-F5344CB8AC3E}">
        <p14:creationId xmlns:p14="http://schemas.microsoft.com/office/powerpoint/2010/main" val="18739527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normalizations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41" name="组合 2799">
            <a:extLst>
              <a:ext uri="{FF2B5EF4-FFF2-40B4-BE49-F238E27FC236}">
                <a16:creationId xmlns:a16="http://schemas.microsoft.com/office/drawing/2014/main" id="{3F2F807E-76AA-4145-1835-7D3A75949EDA}"/>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8336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98084"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a:solidFill>
                  <a:srgbClr val="203646"/>
                </a:solidFill>
                <a:latin typeface="Arial"/>
                <a:ea typeface="Arial"/>
                <a:cs typeface="Arial"/>
              </a:rPr>
              <a:t>Pseudo</a:t>
            </a: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159" name="组合 2798">
            <a:extLst>
              <a:ext uri="{FF2B5EF4-FFF2-40B4-BE49-F238E27FC236}">
                <a16:creationId xmlns:a16="http://schemas.microsoft.com/office/drawing/2014/main" id="{1671588E-CD60-375A-9ECD-F6C333361896}"/>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3038957"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pic>
        <p:nvPicPr>
          <p:cNvPr id="867" name="a | density cube M_exp" descr="Synthetic voxel-grid density schematic">
            <a:extLst>
              <a:ext uri="{FF2B5EF4-FFF2-40B4-BE49-F238E27FC236}">
                <a16:creationId xmlns:a16="http://schemas.microsoft.com/office/drawing/2014/main" id="{930975E2-2D45-F6AC-F693-1AC7315284B8}"/>
              </a:ext>
            </a:extLst>
          </p:cNvPr>
          <p:cNvPicPr>
            <a:picLocks noChangeAspect="1"/>
          </p:cNvPicPr>
          <p:nvPr/>
        </p:nvPicPr>
        <p:blipFill>
          <a:blip r:embed="rId10"/>
          <a:stretch/>
        </p:blipFill>
        <p:spPr>
          <a:xfrm>
            <a:off x="1475540" y="489690"/>
            <a:ext cx="206784" cy="200257"/>
          </a:xfrm>
          <a:prstGeom prst="rect">
            <a:avLst/>
          </a:prstGeom>
        </p:spPr>
      </p:pic>
      <p:pic>
        <p:nvPicPr>
          <p:cNvPr id="868" name="a | density cube M_sim" descr="Synthetic voxel-grid density schematic">
            <a:extLst>
              <a:ext uri="{FF2B5EF4-FFF2-40B4-BE49-F238E27FC236}">
                <a16:creationId xmlns:a16="http://schemas.microsoft.com/office/drawing/2014/main" id="{AFE32B10-9D12-3B16-6244-B403E746F487}"/>
              </a:ext>
            </a:extLst>
          </p:cNvPr>
          <p:cNvPicPr>
            <a:picLocks noChangeAspect="1"/>
          </p:cNvPicPr>
          <p:nvPr/>
        </p:nvPicPr>
        <p:blipFill>
          <a:blip r:embed="rId9"/>
          <a:stretch/>
        </p:blipFill>
        <p:spPr>
          <a:xfrm>
            <a:off x="1768581" y="489690"/>
            <a:ext cx="206784" cy="200257"/>
          </a:xfrm>
          <a:prstGeom prst="rect">
            <a:avLst/>
          </a:prstGeom>
        </p:spPr>
      </p:pic>
      <p:pic>
        <p:nvPicPr>
          <p:cNvPr id="869" name="a | density cube M_diff" descr="Synthetic voxel-grid density schematic">
            <a:extLst>
              <a:ext uri="{FF2B5EF4-FFF2-40B4-BE49-F238E27FC236}">
                <a16:creationId xmlns:a16="http://schemas.microsoft.com/office/drawing/2014/main" id="{1AED9650-C673-C53D-3881-7C112DA064A1}"/>
              </a:ext>
            </a:extLst>
          </p:cNvPr>
          <p:cNvPicPr>
            <a:picLocks noChangeAspect="1"/>
          </p:cNvPicPr>
          <p:nvPr/>
        </p:nvPicPr>
        <p:blipFill>
          <a:blip r:embed="rId11"/>
          <a:stretch/>
        </p:blipFill>
        <p:spPr>
          <a:xfrm>
            <a:off x="1475540" y="824741"/>
            <a:ext cx="206784" cy="200257"/>
          </a:xfrm>
          <a:prstGeom prst="rect">
            <a:avLst/>
          </a:prstGeom>
        </p:spPr>
      </p:pic>
      <p:pic>
        <p:nvPicPr>
          <p:cNvPr id="870" name="a | density cube M_diff+" descr="Synthetic voxel-grid density schematic">
            <a:extLst>
              <a:ext uri="{FF2B5EF4-FFF2-40B4-BE49-F238E27FC236}">
                <a16:creationId xmlns:a16="http://schemas.microsoft.com/office/drawing/2014/main" id="{4FF38CFF-A4C4-84B0-6C2E-8E58CD088147}"/>
              </a:ext>
            </a:extLst>
          </p:cNvPr>
          <p:cNvPicPr>
            <a:picLocks noChangeAspect="1"/>
          </p:cNvPicPr>
          <p:nvPr/>
        </p:nvPicPr>
        <p:blipFill>
          <a:blip r:embed="rId12"/>
          <a:stretch/>
        </p:blipFill>
        <p:spPr>
          <a:xfrm>
            <a:off x="1768581" y="824741"/>
            <a:ext cx="206784" cy="200257"/>
          </a:xfrm>
          <a:prstGeom prst="rect">
            <a:avLst/>
          </a:prstGeom>
        </p:spPr>
      </p:pic>
      <p:grpSp>
        <p:nvGrpSpPr>
          <p:cNvPr id="871"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872"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873"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874"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875"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876"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877"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878"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879"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880"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881"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882"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883"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884"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885"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886"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887"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888"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889"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890"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891"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892"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893"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894"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895"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896"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897"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898"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899"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900"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901"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902"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903"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pic>
        <p:nvPicPr>
          <p:cNvPr id="904" name="a | spatial view identity" descr="Synthetic voxel-grid density schematic">
            <a:extLst>
              <a:ext uri="{FF2B5EF4-FFF2-40B4-BE49-F238E27FC236}">
                <a16:creationId xmlns:a16="http://schemas.microsoft.com/office/drawing/2014/main" id="{40B525B0-D37B-82D9-FC44-6200EDCBB90D}"/>
              </a:ext>
            </a:extLst>
          </p:cNvPr>
          <p:cNvPicPr>
            <a:picLocks noChangeAspect="1"/>
          </p:cNvPicPr>
          <p:nvPr/>
        </p:nvPicPr>
        <p:blipFill>
          <a:blip r:embed="rId9"/>
          <a:stretch/>
        </p:blipFill>
        <p:spPr>
          <a:xfrm>
            <a:off x="1501222" y="2033501"/>
            <a:ext cx="155421" cy="150515"/>
          </a:xfrm>
          <a:prstGeom prst="rect">
            <a:avLst/>
          </a:prstGeom>
        </p:spPr>
      </p:pic>
      <p:pic>
        <p:nvPicPr>
          <p:cNvPr id="905" name="a | spatial view gaussian x2" descr="Synthetic voxel-grid density schematic">
            <a:extLst>
              <a:ext uri="{FF2B5EF4-FFF2-40B4-BE49-F238E27FC236}">
                <a16:creationId xmlns:a16="http://schemas.microsoft.com/office/drawing/2014/main" id="{36292FE2-4D36-81FF-6733-FCC18AA589FE}"/>
              </a:ext>
            </a:extLst>
          </p:cNvPr>
          <p:cNvPicPr>
            <a:picLocks noChangeAspect="1"/>
          </p:cNvPicPr>
          <p:nvPr/>
        </p:nvPicPr>
        <p:blipFill>
          <a:blip r:embed="rId10"/>
          <a:stretch/>
        </p:blipFill>
        <p:spPr>
          <a:xfrm>
            <a:off x="1794262" y="2033501"/>
            <a:ext cx="155421" cy="150515"/>
          </a:xfrm>
          <a:prstGeom prst="rect">
            <a:avLst/>
          </a:prstGeom>
        </p:spPr>
      </p:pic>
      <p:pic>
        <p:nvPicPr>
          <p:cNvPr id="906" name="a | spatial view dog x2" descr="Synthetic voxel-grid density schematic">
            <a:extLst>
              <a:ext uri="{FF2B5EF4-FFF2-40B4-BE49-F238E27FC236}">
                <a16:creationId xmlns:a16="http://schemas.microsoft.com/office/drawing/2014/main" id="{DAF4681A-6B98-F873-A056-59819F82FCC9}"/>
              </a:ext>
            </a:extLst>
          </p:cNvPr>
          <p:cNvPicPr>
            <a:picLocks noChangeAspect="1"/>
          </p:cNvPicPr>
          <p:nvPr/>
        </p:nvPicPr>
        <p:blipFill>
          <a:blip r:embed="rId9"/>
          <a:stretch/>
        </p:blipFill>
        <p:spPr>
          <a:xfrm>
            <a:off x="1501222" y="2319583"/>
            <a:ext cx="155421" cy="150515"/>
          </a:xfrm>
          <a:prstGeom prst="rect">
            <a:avLst/>
          </a:prstGeom>
        </p:spPr>
      </p:pic>
      <p:pic>
        <p:nvPicPr>
          <p:cNvPr id="907" name="a | spatial view receptor suppression x2" descr="Synthetic voxel-grid density schematic">
            <a:extLst>
              <a:ext uri="{FF2B5EF4-FFF2-40B4-BE49-F238E27FC236}">
                <a16:creationId xmlns:a16="http://schemas.microsoft.com/office/drawing/2014/main" id="{2252E17B-4403-10D3-8986-59C131813BA0}"/>
              </a:ext>
            </a:extLst>
          </p:cNvPr>
          <p:cNvPicPr>
            <a:picLocks noChangeAspect="1"/>
          </p:cNvPicPr>
          <p:nvPr/>
        </p:nvPicPr>
        <p:blipFill>
          <a:blip r:embed="rId12"/>
          <a:stretch/>
        </p:blipFill>
        <p:spPr>
          <a:xfrm>
            <a:off x="1794262" y="2319583"/>
            <a:ext cx="155421" cy="150515"/>
          </a:xfrm>
          <a:prstGeom prst="rect">
            <a:avLst/>
          </a:prstGeom>
        </p:spPr>
      </p:pic>
      <p:pic>
        <p:nvPicPr>
          <p:cNvPr id="90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3"/>
          <a:stretch/>
        </p:blipFill>
        <p:spPr>
          <a:xfrm>
            <a:off x="1546335" y="2762108"/>
            <a:ext cx="343801" cy="237886"/>
          </a:xfrm>
          <a:prstGeom prst="rect">
            <a:avLst/>
          </a:prstGeom>
        </p:spPr>
      </p:pic>
      <p:grpSp>
        <p:nvGrpSpPr>
          <p:cNvPr id="90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91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1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91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91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91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91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1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92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92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92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92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92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2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93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93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3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93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93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3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93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3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94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94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94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94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94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4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95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95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95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5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95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95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5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96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96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6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96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96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96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6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97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97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97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97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7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97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7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98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98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98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98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8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98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98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99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99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99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99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99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99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99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00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00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00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00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00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0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01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01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01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01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01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01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1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02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02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02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02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02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02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2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03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03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03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03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4"/>
          <a:stretch>
            <a:fillRect/>
          </a:stretch>
        </p:blipFill>
        <p:spPr>
          <a:xfrm>
            <a:off x="1784247" y="3501830"/>
            <a:ext cx="204607" cy="54091"/>
          </a:xfrm>
          <a:prstGeom prst="rect">
            <a:avLst/>
          </a:prstGeom>
        </p:spPr>
      </p:pic>
      <p:sp>
        <p:nvSpPr>
          <p:cNvPr id="103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036" name="图片 12">
            <a:extLst>
              <a:ext uri="{FF2B5EF4-FFF2-40B4-BE49-F238E27FC236}">
                <a16:creationId xmlns:a16="http://schemas.microsoft.com/office/drawing/2014/main" id="{2F7DA45D-AE9E-3B07-4724-68D6D69C2EDB}"/>
              </a:ext>
            </a:extLst>
          </p:cNvPr>
          <p:cNvPicPr>
            <a:picLocks noChangeAspect="1"/>
          </p:cNvPicPr>
          <p:nvPr/>
        </p:nvPicPr>
        <p:blipFill>
          <a:blip r:embed="rId15"/>
          <a:stretch/>
        </p:blipFill>
        <p:spPr>
          <a:xfrm>
            <a:off x="2923374" y="526649"/>
            <a:ext cx="1398292" cy="274055"/>
          </a:xfrm>
          <a:prstGeom prst="rect">
            <a:avLst/>
          </a:prstGeom>
        </p:spPr>
      </p:pic>
      <p:sp>
        <p:nvSpPr>
          <p:cNvPr id="103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03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area</a:t>
            </a:r>
          </a:p>
        </p:txBody>
      </p:sp>
      <p:sp>
        <p:nvSpPr>
          <p:cNvPr id="103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04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04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04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04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04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04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04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pic>
        <p:nvPicPr>
          <p:cNvPr id="1047" name="图片 23">
            <a:extLst>
              <a:ext uri="{FF2B5EF4-FFF2-40B4-BE49-F238E27FC236}">
                <a16:creationId xmlns:a16="http://schemas.microsoft.com/office/drawing/2014/main" id="{2B9D1230-26E1-1772-EEE6-B4D08213FC37}"/>
              </a:ext>
            </a:extLst>
          </p:cNvPr>
          <p:cNvPicPr>
            <a:picLocks noChangeAspect="1"/>
          </p:cNvPicPr>
          <p:nvPr/>
        </p:nvPicPr>
        <p:blipFill>
          <a:blip r:embed="rId9"/>
          <a:stretch/>
        </p:blipFill>
        <p:spPr>
          <a:xfrm>
            <a:off x="2205245" y="415761"/>
            <a:ext cx="316699" cy="306693"/>
          </a:xfrm>
          <a:prstGeom prst="rect">
            <a:avLst/>
          </a:prstGeom>
        </p:spPr>
      </p:pic>
      <p:sp>
        <p:nvSpPr>
          <p:cNvPr id="1048"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049" name="图片 25">
            <a:extLst>
              <a:ext uri="{FF2B5EF4-FFF2-40B4-BE49-F238E27FC236}">
                <a16:creationId xmlns:a16="http://schemas.microsoft.com/office/drawing/2014/main" id="{03B67142-EE20-4DDE-6193-04475769B474}"/>
              </a:ext>
            </a:extLst>
          </p:cNvPr>
          <p:cNvPicPr>
            <a:picLocks noChangeAspect="1"/>
          </p:cNvPicPr>
          <p:nvPr/>
        </p:nvPicPr>
        <p:blipFill>
          <a:blip r:embed="rId16"/>
          <a:stretch/>
        </p:blipFill>
        <p:spPr>
          <a:xfrm>
            <a:off x="2210184" y="939246"/>
            <a:ext cx="308673" cy="185198"/>
          </a:xfrm>
          <a:prstGeom prst="rect">
            <a:avLst/>
          </a:prstGeom>
        </p:spPr>
      </p:pic>
      <p:sp>
        <p:nvSpPr>
          <p:cNvPr id="1050"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051"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052"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053"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054"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055"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056"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057"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058"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059"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060"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1"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2"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063"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064"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5"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6"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067"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068"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69"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0"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1"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2"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3"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4"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075"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076"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077"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078"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079"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080"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081"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2"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083"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084"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085"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6"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087"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088"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089"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090"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091"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092"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093"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094"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095"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096"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097"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098"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099"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100"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1"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2"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3"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4"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5"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6"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107"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08"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109"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110"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111"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112"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113"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114"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115"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116"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Ligand-area</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pic>
        <p:nvPicPr>
          <p:cNvPr id="1117" name="图片 131">
            <a:extLst>
              <a:ext uri="{FF2B5EF4-FFF2-40B4-BE49-F238E27FC236}">
                <a16:creationId xmlns:a16="http://schemas.microsoft.com/office/drawing/2014/main" id="{D7E1E951-30B7-AA71-0DF9-8500D87EEFE3}"/>
              </a:ext>
            </a:extLst>
          </p:cNvPr>
          <p:cNvPicPr>
            <a:picLocks noChangeAspect="1"/>
          </p:cNvPicPr>
          <p:nvPr/>
        </p:nvPicPr>
        <p:blipFill>
          <a:blip r:embed="rId17"/>
          <a:stretch/>
        </p:blipFill>
        <p:spPr>
          <a:xfrm>
            <a:off x="4525543" y="456136"/>
            <a:ext cx="267317" cy="270389"/>
          </a:xfrm>
          <a:prstGeom prst="rect">
            <a:avLst/>
          </a:prstGeom>
        </p:spPr>
      </p:pic>
      <p:sp>
        <p:nvSpPr>
          <p:cNvPr id="1118"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119"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120"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121"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122"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123"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4"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125"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126"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127"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128"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129"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0"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1"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2"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3"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4"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5"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6"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7"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8"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39"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0"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1"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2"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43"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44"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145"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6"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7"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8"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49"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0"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1"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2"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53"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4"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5"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6"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57"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58"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159"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0"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1"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2"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3"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64"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5"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6"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7"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68"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69"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170"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1"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2"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3"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4"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5"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6"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7"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78"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79"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0"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1"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82"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83"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184"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5"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6"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7"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8"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89"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0"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1"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2"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3"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194"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5"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6"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7"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198"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199"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200"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1"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2"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3"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204"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205"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206"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207"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208"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09"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0"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1"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2"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3"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4"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5"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6"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7"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8"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19"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0"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1"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2"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3"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4"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5"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6"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7"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8"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29"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0"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231"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232" name="b | Candidate blob matched to Match"/>
          <p:cNvGrpSpPr/>
          <p:nvPr/>
        </p:nvGrpSpPr>
        <p:grpSpPr>
          <a:xfrm>
            <a:off x="4490500" y="914000"/>
            <a:ext cx="155316" cy="100125"/>
            <a:chOff x="2714019" y="2595654"/>
            <a:chExt cx="155316" cy="100125"/>
          </a:xfrm>
        </p:grpSpPr>
        <p:sp>
          <p:nvSpPr>
            <p:cNvPr id="1233"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234"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235"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236"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7"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8"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39"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0"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1"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2"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3"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4"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245"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246"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247"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248"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249"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250"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251"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252"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253"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254"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255"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256"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257"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258"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259"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60"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261"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62"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263"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264"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265"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266"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267"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268"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69"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270"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271"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272"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73"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274"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5"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276"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277"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278"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279"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280"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281"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282"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283"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284"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5"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286"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287"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288"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289"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0"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291"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292"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293"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294"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295"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296"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297"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298"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299"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00"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301"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302"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03"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304"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305"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306"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07"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08"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309"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10"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11"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312"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313"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314"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315"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316"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317"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318"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19"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320"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321"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22"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323"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4"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325"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26"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327"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28"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329"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330"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331"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32"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333"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334"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335"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336"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337"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338"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339"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40"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341"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342"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343"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344"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345"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346"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347"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48"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349"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350"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351"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2"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353"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354"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355"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356"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57"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358"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59"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360"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361"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362"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363"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64"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365"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66"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367"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368"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369"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70"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371"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372"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73"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374"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375"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376"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377"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378"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79"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380"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381"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382"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383"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384"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385"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386"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387"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388"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389"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390"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391"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392"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393"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394"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395"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396"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397"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398"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399"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400"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01"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402"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03"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404"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405"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406"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07"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408"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409"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10"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411"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412"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13"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414"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415"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416"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7"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418"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19"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420"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421"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422"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423"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424"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425"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6"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427"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28"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429"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0"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431"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432"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433"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434"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35"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436"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437"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438"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439"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440"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441"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2"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443"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444"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445"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46"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447"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48"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449"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450"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451"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452"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453"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454"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55"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456"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457"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458"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459"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460"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461"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462"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463"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464"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465"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466"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7"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468"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469"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0"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471"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472"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473"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474"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475"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476"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477"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78"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79"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0"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481"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482"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483"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1484"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1485"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1486"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1487"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488"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1489"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D9F4-6FE8-3002-7C36-65E297006BB0}"/>
            </a:ext>
          </a:extLst>
        </p:cNvPr>
        <p:cNvGrpSpPr/>
        <p:nvPr/>
      </p:nvGrpSpPr>
      <p:grpSpPr>
        <a:xfrm>
          <a:off x="0" y="0"/>
          <a:ext cx="0" cy="0"/>
          <a:chOff x="0" y="0"/>
          <a:chExt cx="0" cy="0"/>
        </a:xfrm>
      </p:grpSpPr>
      <p:sp>
        <p:nvSpPr>
          <p:cNvPr id="2" name="rect_0001">
            <a:extLst>
              <a:ext uri="{FF2B5EF4-FFF2-40B4-BE49-F238E27FC236}">
                <a16:creationId xmlns:a16="http://schemas.microsoft.com/office/drawing/2014/main" id="{188D4DB8-D0C5-D085-536B-072D491662D7}"/>
              </a:ext>
            </a:extLst>
          </p:cNvPr>
          <p:cNvSpPr/>
          <p:nvPr/>
        </p:nvSpPr>
        <p:spPr>
          <a:xfrm>
            <a:off x="1405608" y="47036"/>
            <a:ext cx="639689" cy="3774638"/>
          </a:xfrm>
          <a:prstGeom prst="roundRect">
            <a:avLst>
              <a:gd name="adj" fmla="val 4412"/>
            </a:avLst>
          </a:prstGeom>
          <a:solidFill>
            <a:srgbClr val="F9FBFD"/>
          </a:solidFill>
          <a:ln w="6480" cap="rnd" cmpd="sng" algn="ctr">
            <a:solidFill>
              <a:srgbClr val="C3D2E0"/>
            </a:solidFill>
            <a:prstDash val="solid"/>
            <a:round/>
            <a:headEnd type="none" w="med" len="med"/>
            <a:tailEnd type="none" w="med" len="med"/>
          </a:ln>
          <a:effectLst/>
        </p:spPr>
      </p:sp>
      <p:sp>
        <p:nvSpPr>
          <p:cNvPr id="3" name="a | panel label">
            <a:extLst>
              <a:ext uri="{FF2B5EF4-FFF2-40B4-BE49-F238E27FC236}">
                <a16:creationId xmlns:a16="http://schemas.microsoft.com/office/drawing/2014/main" id="{058DC455-4ED7-2C23-82AA-0600700AE8B7}"/>
              </a:ext>
            </a:extLst>
          </p:cNvPr>
          <p:cNvSpPr txBox="1"/>
          <p:nvPr/>
        </p:nvSpPr>
        <p:spPr>
          <a:xfrm>
            <a:off x="1450292" y="61147"/>
            <a:ext cx="9881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a</a:t>
            </a:r>
            <a:endParaRPr lang="en-US" sz="760" dirty="0"/>
          </a:p>
        </p:txBody>
      </p:sp>
      <p:grpSp>
        <p:nvGrpSpPr>
          <p:cNvPr id="4" name="Text | Shared input / representation">
            <a:extLst>
              <a:ext uri="{FF2B5EF4-FFF2-40B4-BE49-F238E27FC236}">
                <a16:creationId xmlns:a16="http://schemas.microsoft.com/office/drawing/2014/main" id="{FF7FC1AA-0DF5-F3C7-D2BE-CF13CC4ABD19}"/>
              </a:ext>
            </a:extLst>
          </p:cNvPr>
          <p:cNvGrpSpPr/>
          <p:nvPr/>
        </p:nvGrpSpPr>
        <p:grpSpPr>
          <a:xfrm>
            <a:off x="1528000" y="77610"/>
            <a:ext cx="487000" cy="183863"/>
            <a:chOff x="266085" y="108405"/>
            <a:chExt cx="835165" cy="256821"/>
          </a:xfrm>
        </p:grpSpPr>
        <p:sp>
          <p:nvSpPr>
            <p:cNvPr id="5" name="Text | Shared input">
              <a:extLst>
                <a:ext uri="{FF2B5EF4-FFF2-40B4-BE49-F238E27FC236}">
                  <a16:creationId xmlns:a16="http://schemas.microsoft.com/office/drawing/2014/main" id="{6D4793C7-55E6-7138-8894-8797F2C64D96}"/>
                </a:ext>
              </a:extLst>
            </p:cNvPr>
            <p:cNvSpPr txBox="1"/>
            <p:nvPr/>
          </p:nvSpPr>
          <p:spPr>
            <a:xfrm>
              <a:off x="266085" y="108405"/>
              <a:ext cx="729063"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Shared input</a:t>
              </a:r>
              <a:endParaRPr lang="en-US" sz="537"/>
            </a:p>
          </p:txBody>
        </p:sp>
        <p:sp>
          <p:nvSpPr>
            <p:cNvPr id="6" name="Text | representation">
              <a:extLst>
                <a:ext uri="{FF2B5EF4-FFF2-40B4-BE49-F238E27FC236}">
                  <a16:creationId xmlns:a16="http://schemas.microsoft.com/office/drawing/2014/main" id="{C172DF06-9920-048A-052D-FADE9A7BA489}"/>
                </a:ext>
              </a:extLst>
            </p:cNvPr>
            <p:cNvSpPr txBox="1"/>
            <p:nvPr/>
          </p:nvSpPr>
          <p:spPr>
            <a:xfrm>
              <a:off x="266085" y="229950"/>
              <a:ext cx="835165" cy="135276"/>
            </a:xfrm>
            <a:prstGeom prst="rect">
              <a:avLst/>
            </a:prstGeom>
            <a:noFill/>
            <a:ln>
              <a:noFill/>
            </a:ln>
            <a:effectLst/>
          </p:spPr>
          <p:txBody>
            <a:bodyPr vertOverflow="overflow" horzOverflow="overflow" wrap="none" lIns="0" tIns="0" rIns="0" bIns="0" anchor="t" anchorCtr="0">
              <a:noAutofit/>
            </a:bodyPr>
            <a:lstStyle/>
            <a:p>
              <a:r>
                <a:rPr lang="en-US" sz="430" b="1" dirty="0">
                  <a:solidFill>
                    <a:srgbClr val="1D3043"/>
                  </a:solidFill>
                  <a:latin typeface="Arial"/>
                  <a:ea typeface="Arial"/>
                  <a:cs typeface="Arial"/>
                </a:rPr>
                <a:t>representation</a:t>
              </a:r>
              <a:endParaRPr lang="en-US" sz="537" dirty="0"/>
            </a:p>
          </p:txBody>
        </p:sp>
      </p:grpSp>
      <p:sp>
        <p:nvSpPr>
          <p:cNvPr id="7" name="Text | Density bank">
            <a:extLst>
              <a:ext uri="{FF2B5EF4-FFF2-40B4-BE49-F238E27FC236}">
                <a16:creationId xmlns:a16="http://schemas.microsoft.com/office/drawing/2014/main" id="{FFABFE88-4E85-C0B4-7C93-573819E29107}"/>
              </a:ext>
            </a:extLst>
          </p:cNvPr>
          <p:cNvSpPr txBox="1"/>
          <p:nvPr/>
        </p:nvSpPr>
        <p:spPr>
          <a:xfrm>
            <a:off x="1457798" y="335050"/>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0" b="1" dirty="0">
                <a:solidFill>
                  <a:srgbClr val="1D3043"/>
                </a:solidFill>
                <a:latin typeface="Arial"/>
                <a:ea typeface="Arial"/>
                <a:cs typeface="Arial"/>
              </a:rPr>
              <a:t>Density bank</a:t>
            </a:r>
            <a:endParaRPr lang="en-US" sz="530" dirty="0"/>
          </a:p>
        </p:txBody>
      </p:sp>
      <p:sp>
        <p:nvSpPr>
          <p:cNvPr id="8" name="Text | M">
            <a:extLst>
              <a:ext uri="{FF2B5EF4-FFF2-40B4-BE49-F238E27FC236}">
                <a16:creationId xmlns:a16="http://schemas.microsoft.com/office/drawing/2014/main" id="{59909A0E-F21F-062C-587C-F8049D64136E}"/>
              </a:ext>
            </a:extLst>
          </p:cNvPr>
          <p:cNvSpPr txBox="1"/>
          <p:nvPr/>
        </p:nvSpPr>
        <p:spPr>
          <a:xfrm>
            <a:off x="145006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exp</a:t>
            </a:r>
            <a:endParaRPr lang="en-US" sz="472" dirty="0"/>
          </a:p>
        </p:txBody>
      </p:sp>
      <p:sp>
        <p:nvSpPr>
          <p:cNvPr id="9" name="Text | M">
            <a:extLst>
              <a:ext uri="{FF2B5EF4-FFF2-40B4-BE49-F238E27FC236}">
                <a16:creationId xmlns:a16="http://schemas.microsoft.com/office/drawing/2014/main" id="{497A7773-9017-BB07-86C6-D82801375E62}"/>
              </a:ext>
            </a:extLst>
          </p:cNvPr>
          <p:cNvSpPr txBox="1"/>
          <p:nvPr/>
        </p:nvSpPr>
        <p:spPr>
          <a:xfrm>
            <a:off x="1743107" y="71133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sim</a:t>
            </a:r>
            <a:endParaRPr lang="en-US" sz="472" dirty="0"/>
          </a:p>
        </p:txBody>
      </p:sp>
      <p:sp>
        <p:nvSpPr>
          <p:cNvPr id="10" name="Text | M">
            <a:extLst>
              <a:ext uri="{FF2B5EF4-FFF2-40B4-BE49-F238E27FC236}">
                <a16:creationId xmlns:a16="http://schemas.microsoft.com/office/drawing/2014/main" id="{5CCADE51-1D32-91AF-C3B0-AB9B37C106E1}"/>
              </a:ext>
            </a:extLst>
          </p:cNvPr>
          <p:cNvSpPr txBox="1"/>
          <p:nvPr/>
        </p:nvSpPr>
        <p:spPr>
          <a:xfrm>
            <a:off x="145006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endParaRPr lang="en-US" sz="472" dirty="0"/>
          </a:p>
        </p:txBody>
      </p:sp>
      <p:sp>
        <p:nvSpPr>
          <p:cNvPr id="11" name="Text | M">
            <a:extLst>
              <a:ext uri="{FF2B5EF4-FFF2-40B4-BE49-F238E27FC236}">
                <a16:creationId xmlns:a16="http://schemas.microsoft.com/office/drawing/2014/main" id="{46BDFE23-98D7-8796-90A1-C6666245A72F}"/>
              </a:ext>
            </a:extLst>
          </p:cNvPr>
          <p:cNvSpPr txBox="1"/>
          <p:nvPr/>
        </p:nvSpPr>
        <p:spPr>
          <a:xfrm>
            <a:off x="1743107" y="1046389"/>
            <a:ext cx="257731" cy="82474"/>
          </a:xfrm>
          <a:prstGeom prst="rect">
            <a:avLst/>
          </a:prstGeom>
          <a:noFill/>
          <a:ln>
            <a:noFill/>
          </a:ln>
          <a:effectLst/>
        </p:spPr>
        <p:txBody>
          <a:bodyPr vertOverflow="overflow" horzOverflow="overflow" wrap="none" lIns="0" tIns="0" rIns="0" bIns="0" anchor="t" anchorCtr="0">
            <a:noAutofit/>
          </a:bodyPr>
          <a:lstStyle/>
          <a:p>
            <a:pPr algn="ctr"/>
            <a:r>
              <a:rPr lang="en-US" sz="472" i="1" dirty="0">
                <a:solidFill>
                  <a:srgbClr val="1D3043"/>
                </a:solidFill>
                <a:latin typeface="Arial"/>
                <a:ea typeface="Arial"/>
                <a:cs typeface="Arial"/>
              </a:rPr>
              <a:t>M</a:t>
            </a:r>
            <a:r>
              <a:rPr lang="en-US" sz="379" baseline="-25000" dirty="0">
                <a:solidFill>
                  <a:srgbClr val="1D3043"/>
                </a:solidFill>
                <a:latin typeface="Arial"/>
                <a:ea typeface="Arial"/>
                <a:cs typeface="Arial"/>
              </a:rPr>
              <a:t>diff</a:t>
            </a:r>
            <a:r>
              <a:rPr lang="en-US" sz="379" baseline="30000" dirty="0">
                <a:solidFill>
                  <a:srgbClr val="1D3043"/>
                </a:solidFill>
                <a:latin typeface="Arial"/>
                <a:ea typeface="Arial"/>
                <a:cs typeface="Arial"/>
              </a:rPr>
              <a:t>+</a:t>
            </a:r>
            <a:endParaRPr lang="en-US" sz="472" dirty="0"/>
          </a:p>
        </p:txBody>
      </p:sp>
      <p:cxnSp>
        <p:nvCxnSpPr>
          <p:cNvPr id="12" name="path_0515">
            <a:extLst>
              <a:ext uri="{FF2B5EF4-FFF2-40B4-BE49-F238E27FC236}">
                <a16:creationId xmlns:a16="http://schemas.microsoft.com/office/drawing/2014/main" id="{9709B70B-8DAC-84CD-86CB-B390E423FD26}"/>
              </a:ext>
            </a:extLst>
          </p:cNvPr>
          <p:cNvCxnSpPr/>
          <p:nvPr/>
        </p:nvCxnSpPr>
        <p:spPr>
          <a:xfrm>
            <a:off x="1492624" y="1152381"/>
            <a:ext cx="465656" cy="0"/>
          </a:xfrm>
          <a:prstGeom prst="line">
            <a:avLst/>
          </a:prstGeom>
          <a:noFill/>
          <a:ln w="12700" cap="rnd" cmpd="sng" algn="ctr">
            <a:solidFill>
              <a:srgbClr val="5E7180"/>
            </a:solidFill>
            <a:prstDash val="solid"/>
            <a:round/>
            <a:headEnd type="none" w="med" len="med"/>
            <a:tailEnd type="none" w="med" len="med"/>
          </a:ln>
          <a:effectLst/>
        </p:spPr>
      </p:cxnSp>
      <p:cxnSp>
        <p:nvCxnSpPr>
          <p:cNvPr id="13" name="path_0516">
            <a:extLst>
              <a:ext uri="{FF2B5EF4-FFF2-40B4-BE49-F238E27FC236}">
                <a16:creationId xmlns:a16="http://schemas.microsoft.com/office/drawing/2014/main" id="{6A6A7581-7523-8E06-10C3-890DE5D87502}"/>
              </a:ext>
            </a:extLst>
          </p:cNvPr>
          <p:cNvCxnSpPr/>
          <p:nvPr/>
        </p:nvCxnSpPr>
        <p:spPr>
          <a:xfrm>
            <a:off x="1492624" y="1131216"/>
            <a:ext cx="0" cy="21166"/>
          </a:xfrm>
          <a:prstGeom prst="line">
            <a:avLst/>
          </a:prstGeom>
          <a:noFill/>
          <a:ln w="12700" cap="rnd" cmpd="sng" algn="ctr">
            <a:solidFill>
              <a:srgbClr val="5E7180"/>
            </a:solidFill>
            <a:prstDash val="solid"/>
            <a:round/>
            <a:headEnd type="none" w="med" len="med"/>
            <a:tailEnd type="none" w="med" len="med"/>
          </a:ln>
          <a:effectLst/>
        </p:spPr>
      </p:cxnSp>
      <p:cxnSp>
        <p:nvCxnSpPr>
          <p:cNvPr id="14" name="path_0517">
            <a:extLst>
              <a:ext uri="{FF2B5EF4-FFF2-40B4-BE49-F238E27FC236}">
                <a16:creationId xmlns:a16="http://schemas.microsoft.com/office/drawing/2014/main" id="{B8D41E7F-746D-8A4C-B222-FC2D754E1AAD}"/>
              </a:ext>
            </a:extLst>
          </p:cNvPr>
          <p:cNvCxnSpPr/>
          <p:nvPr/>
        </p:nvCxnSpPr>
        <p:spPr>
          <a:xfrm>
            <a:off x="1958280" y="1131216"/>
            <a:ext cx="0" cy="21166"/>
          </a:xfrm>
          <a:prstGeom prst="line">
            <a:avLst/>
          </a:prstGeom>
          <a:noFill/>
          <a:ln w="12700" cap="rnd" cmpd="sng" algn="ctr">
            <a:solidFill>
              <a:srgbClr val="5E7180"/>
            </a:solidFill>
            <a:prstDash val="solid"/>
            <a:round/>
            <a:headEnd type="none" w="med" len="med"/>
            <a:tailEnd type="none" w="med" len="med"/>
          </a:ln>
          <a:effectLst/>
        </p:spPr>
      </p:cxnSp>
      <p:sp>
        <p:nvSpPr>
          <p:cNvPr id="15" name="Text | 4 base fields">
            <a:extLst>
              <a:ext uri="{FF2B5EF4-FFF2-40B4-BE49-F238E27FC236}">
                <a16:creationId xmlns:a16="http://schemas.microsoft.com/office/drawing/2014/main" id="{4A2E43B8-602F-1078-C2D3-48985FBE8B4C}"/>
              </a:ext>
            </a:extLst>
          </p:cNvPr>
          <p:cNvSpPr txBox="1"/>
          <p:nvPr/>
        </p:nvSpPr>
        <p:spPr>
          <a:xfrm>
            <a:off x="1457798" y="1172678"/>
            <a:ext cx="535308" cy="90206"/>
          </a:xfrm>
          <a:prstGeom prst="rect">
            <a:avLst/>
          </a:prstGeom>
          <a:noFill/>
          <a:ln>
            <a:noFill/>
          </a:ln>
          <a:effectLst/>
        </p:spPr>
        <p:txBody>
          <a:bodyPr vertOverflow="overflow" horzOverflow="overflow" wrap="none" lIns="0" tIns="0" rIns="0" bIns="0" anchor="t" anchorCtr="0">
            <a:noAutofit/>
          </a:bodyPr>
          <a:lstStyle/>
          <a:p>
            <a:pPr algn="ctr"/>
            <a:r>
              <a:rPr lang="en-US" sz="494" b="1" dirty="0">
                <a:solidFill>
                  <a:srgbClr val="1D3043"/>
                </a:solidFill>
                <a:latin typeface="Arial"/>
                <a:ea typeface="Arial"/>
                <a:cs typeface="Arial"/>
              </a:rPr>
              <a:t>4 base fields</a:t>
            </a:r>
            <a:endParaRPr lang="en-US" sz="494" dirty="0"/>
          </a:p>
        </p:txBody>
      </p:sp>
      <p:grpSp>
        <p:nvGrpSpPr>
          <p:cNvPr id="16" name="a | arrow base fields to normalizations">
            <a:extLst>
              <a:ext uri="{FF2B5EF4-FFF2-40B4-BE49-F238E27FC236}">
                <a16:creationId xmlns:a16="http://schemas.microsoft.com/office/drawing/2014/main" id="{2F916DEA-74E2-7961-4A0E-35C9630CD920}"/>
              </a:ext>
            </a:extLst>
          </p:cNvPr>
          <p:cNvGrpSpPr/>
          <p:nvPr/>
        </p:nvGrpSpPr>
        <p:grpSpPr>
          <a:xfrm>
            <a:off x="1715492" y="1265268"/>
            <a:ext cx="19920" cy="68202"/>
            <a:chOff x="498548" y="1767330"/>
            <a:chExt cx="27824" cy="95265"/>
          </a:xfrm>
        </p:grpSpPr>
        <p:cxnSp>
          <p:nvCxnSpPr>
            <p:cNvPr id="17" name="Arrow |  →  | path">
              <a:extLst>
                <a:ext uri="{FF2B5EF4-FFF2-40B4-BE49-F238E27FC236}">
                  <a16:creationId xmlns:a16="http://schemas.microsoft.com/office/drawing/2014/main" id="{6CEADEF2-D050-FB8E-2A69-148F5E853E61}"/>
                </a:ext>
              </a:extLst>
            </p:cNvPr>
            <p:cNvCxnSpPr/>
            <p:nvPr/>
          </p:nvCxnSpPr>
          <p:spPr>
            <a:xfrm>
              <a:off x="512460" y="1767330"/>
              <a:ext cx="0" cy="95265"/>
            </a:xfrm>
            <a:prstGeom prst="line">
              <a:avLst/>
            </a:prstGeom>
            <a:noFill/>
            <a:ln w="12700" cap="rnd" cmpd="sng" algn="ctr">
              <a:solidFill>
                <a:srgbClr val="5E7180"/>
              </a:solidFill>
              <a:prstDash val="solid"/>
              <a:round/>
              <a:headEnd type="none" w="med" len="med"/>
              <a:tailEnd type="none" w="med" len="med"/>
            </a:ln>
            <a:effectLst/>
          </p:spPr>
        </p:cxnSp>
        <p:sp>
          <p:nvSpPr>
            <p:cNvPr id="18" name="Arrow |  →  | editable arrowhead">
              <a:extLst>
                <a:ext uri="{FF2B5EF4-FFF2-40B4-BE49-F238E27FC236}">
                  <a16:creationId xmlns:a16="http://schemas.microsoft.com/office/drawing/2014/main" id="{CA40F147-95AB-1C77-E663-D94B304BA0EC}"/>
                </a:ext>
              </a:extLst>
            </p:cNvPr>
            <p:cNvSpPr/>
            <p:nvPr/>
          </p:nvSpPr>
          <p:spPr>
            <a:xfrm>
              <a:off x="498548" y="1830238"/>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19" name="Text | 2 normalizations">
            <a:extLst>
              <a:ext uri="{FF2B5EF4-FFF2-40B4-BE49-F238E27FC236}">
                <a16:creationId xmlns:a16="http://schemas.microsoft.com/office/drawing/2014/main" id="{ECAECD21-319F-A44E-72D4-D19DAB35EBAF}"/>
              </a:ext>
            </a:extLst>
          </p:cNvPr>
          <p:cNvSpPr txBox="1"/>
          <p:nvPr/>
        </p:nvSpPr>
        <p:spPr>
          <a:xfrm>
            <a:off x="1457798" y="1340203"/>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2 normalizations</a:t>
            </a:r>
            <a:endParaRPr lang="en-US" sz="487" dirty="0"/>
          </a:p>
        </p:txBody>
      </p:sp>
      <p:sp>
        <p:nvSpPr>
          <p:cNvPr id="20" name="Text | Raw">
            <a:extLst>
              <a:ext uri="{FF2B5EF4-FFF2-40B4-BE49-F238E27FC236}">
                <a16:creationId xmlns:a16="http://schemas.microsoft.com/office/drawing/2014/main" id="{B6673C5E-23F9-7C20-7D7E-32529C73C54F}"/>
              </a:ext>
            </a:extLst>
          </p:cNvPr>
          <p:cNvSpPr txBox="1"/>
          <p:nvPr/>
        </p:nvSpPr>
        <p:spPr>
          <a:xfrm>
            <a:off x="145264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Raw</a:t>
            </a:r>
            <a:endParaRPr lang="en-US" sz="444" dirty="0"/>
          </a:p>
        </p:txBody>
      </p:sp>
      <p:sp>
        <p:nvSpPr>
          <p:cNvPr id="21" name="Text | Z-score">
            <a:extLst>
              <a:ext uri="{FF2B5EF4-FFF2-40B4-BE49-F238E27FC236}">
                <a16:creationId xmlns:a16="http://schemas.microsoft.com/office/drawing/2014/main" id="{D33584F5-416B-3C0E-5E2F-51854247A3D1}"/>
              </a:ext>
            </a:extLst>
          </p:cNvPr>
          <p:cNvSpPr txBox="1"/>
          <p:nvPr/>
        </p:nvSpPr>
        <p:spPr>
          <a:xfrm>
            <a:off x="1745684" y="1460049"/>
            <a:ext cx="252577" cy="81185"/>
          </a:xfrm>
          <a:prstGeom prst="rect">
            <a:avLst/>
          </a:prstGeom>
          <a:noFill/>
          <a:ln>
            <a:noFill/>
          </a:ln>
          <a:effectLst/>
        </p:spPr>
        <p:txBody>
          <a:bodyPr vertOverflow="overflow" horzOverflow="overflow" wrap="none" lIns="0" tIns="0" rIns="0" bIns="0" anchor="t" anchorCtr="0">
            <a:noAutofit/>
          </a:bodyPr>
          <a:lstStyle/>
          <a:p>
            <a:pPr algn="ctr"/>
            <a:r>
              <a:rPr lang="en-US" sz="444" dirty="0">
                <a:solidFill>
                  <a:srgbClr val="1D3043"/>
                </a:solidFill>
                <a:latin typeface="Arial"/>
                <a:ea typeface="Arial"/>
                <a:cs typeface="Arial"/>
              </a:rPr>
              <a:t>Z-score</a:t>
            </a:r>
            <a:endParaRPr lang="en-US" sz="444" dirty="0"/>
          </a:p>
        </p:txBody>
      </p:sp>
      <p:grpSp>
        <p:nvGrpSpPr>
          <p:cNvPr id="22" name="a | arrow normalizations to views">
            <a:extLst>
              <a:ext uri="{FF2B5EF4-FFF2-40B4-BE49-F238E27FC236}">
                <a16:creationId xmlns:a16="http://schemas.microsoft.com/office/drawing/2014/main" id="{0A72C3BA-DEA4-CB7C-782B-AF7E77EAB54E}"/>
              </a:ext>
            </a:extLst>
          </p:cNvPr>
          <p:cNvGrpSpPr/>
          <p:nvPr/>
        </p:nvGrpSpPr>
        <p:grpSpPr>
          <a:xfrm>
            <a:off x="1715492" y="1768553"/>
            <a:ext cx="19920" cy="79961"/>
            <a:chOff x="498548" y="2470320"/>
            <a:chExt cx="27824" cy="111690"/>
          </a:xfrm>
        </p:grpSpPr>
        <p:cxnSp>
          <p:nvCxnSpPr>
            <p:cNvPr id="23" name="Arrow |  →  | path">
              <a:extLst>
                <a:ext uri="{FF2B5EF4-FFF2-40B4-BE49-F238E27FC236}">
                  <a16:creationId xmlns:a16="http://schemas.microsoft.com/office/drawing/2014/main" id="{42E37C84-D9B1-E724-2B76-D64638C929A7}"/>
                </a:ext>
              </a:extLst>
            </p:cNvPr>
            <p:cNvCxnSpPr/>
            <p:nvPr/>
          </p:nvCxnSpPr>
          <p:spPr>
            <a:xfrm>
              <a:off x="512460" y="2470320"/>
              <a:ext cx="0" cy="111690"/>
            </a:xfrm>
            <a:prstGeom prst="line">
              <a:avLst/>
            </a:prstGeom>
            <a:noFill/>
            <a:ln w="12700" cap="rnd" cmpd="sng" algn="ctr">
              <a:solidFill>
                <a:srgbClr val="5E7180"/>
              </a:solidFill>
              <a:prstDash val="solid"/>
              <a:round/>
              <a:headEnd type="none" w="med" len="med"/>
              <a:tailEnd type="none" w="med" len="med"/>
            </a:ln>
            <a:effectLst/>
          </p:spPr>
        </p:cxnSp>
        <p:sp>
          <p:nvSpPr>
            <p:cNvPr id="24" name="Arrow |  →  | editable arrowhead">
              <a:extLst>
                <a:ext uri="{FF2B5EF4-FFF2-40B4-BE49-F238E27FC236}">
                  <a16:creationId xmlns:a16="http://schemas.microsoft.com/office/drawing/2014/main" id="{C18BFCB3-02B5-040F-2F0D-5164F37D359B}"/>
                </a:ext>
              </a:extLst>
            </p:cNvPr>
            <p:cNvSpPr/>
            <p:nvPr/>
          </p:nvSpPr>
          <p:spPr>
            <a:xfrm>
              <a:off x="498548" y="254965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25" name="Text | 7 spatial views">
            <a:extLst>
              <a:ext uri="{FF2B5EF4-FFF2-40B4-BE49-F238E27FC236}">
                <a16:creationId xmlns:a16="http://schemas.microsoft.com/office/drawing/2014/main" id="{40925002-DB9B-B5F6-AFED-58D66164FFF2}"/>
              </a:ext>
            </a:extLst>
          </p:cNvPr>
          <p:cNvSpPr txBox="1"/>
          <p:nvPr/>
        </p:nvSpPr>
        <p:spPr>
          <a:xfrm>
            <a:off x="1457798" y="1876285"/>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7 spatial views</a:t>
            </a:r>
            <a:endParaRPr lang="en-US" sz="487" dirty="0"/>
          </a:p>
        </p:txBody>
      </p:sp>
      <p:sp>
        <p:nvSpPr>
          <p:cNvPr id="26" name="Text | Identity">
            <a:extLst>
              <a:ext uri="{FF2B5EF4-FFF2-40B4-BE49-F238E27FC236}">
                <a16:creationId xmlns:a16="http://schemas.microsoft.com/office/drawing/2014/main" id="{93B90548-6C8A-23F1-711D-A7122C184B0B}"/>
              </a:ext>
            </a:extLst>
          </p:cNvPr>
          <p:cNvSpPr txBox="1"/>
          <p:nvPr/>
        </p:nvSpPr>
        <p:spPr>
          <a:xfrm>
            <a:off x="1452644" y="2201026"/>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Identity</a:t>
            </a:r>
            <a:endParaRPr lang="en-US" sz="419" dirty="0"/>
          </a:p>
        </p:txBody>
      </p:sp>
      <p:sp>
        <p:nvSpPr>
          <p:cNvPr id="27" name="Text | Gaussian ×2">
            <a:extLst>
              <a:ext uri="{FF2B5EF4-FFF2-40B4-BE49-F238E27FC236}">
                <a16:creationId xmlns:a16="http://schemas.microsoft.com/office/drawing/2014/main" id="{1C639667-E0DF-8EF0-5427-165D14B333DC}"/>
              </a:ext>
            </a:extLst>
          </p:cNvPr>
          <p:cNvSpPr txBox="1"/>
          <p:nvPr/>
        </p:nvSpPr>
        <p:spPr>
          <a:xfrm>
            <a:off x="1732798" y="2201026"/>
            <a:ext cx="278350" cy="77319"/>
          </a:xfrm>
          <a:prstGeom prst="rect">
            <a:avLst/>
          </a:prstGeom>
          <a:noFill/>
          <a:ln>
            <a:noFill/>
          </a:ln>
          <a:effectLst/>
        </p:spPr>
        <p:txBody>
          <a:bodyPr vertOverflow="overflow" horzOverflow="overflow" wrap="none" lIns="0" tIns="0" rIns="0" bIns="0" anchor="t" anchorCtr="0">
            <a:noAutofit/>
          </a:bodyPr>
          <a:lstStyle/>
          <a:p>
            <a:pPr algn="ctr"/>
            <a:r>
              <a:rPr lang="en-US" sz="404" dirty="0">
                <a:solidFill>
                  <a:srgbClr val="1D3043"/>
                </a:solidFill>
                <a:latin typeface="Arial"/>
                <a:ea typeface="Arial"/>
                <a:cs typeface="Arial"/>
              </a:rPr>
              <a:t>Gaussian ×2</a:t>
            </a:r>
            <a:endParaRPr lang="en-US" sz="404" dirty="0"/>
          </a:p>
        </p:txBody>
      </p:sp>
      <p:sp>
        <p:nvSpPr>
          <p:cNvPr id="28" name="Text | DoG ×2">
            <a:extLst>
              <a:ext uri="{FF2B5EF4-FFF2-40B4-BE49-F238E27FC236}">
                <a16:creationId xmlns:a16="http://schemas.microsoft.com/office/drawing/2014/main" id="{4E220102-8AC1-048F-DB4C-17387DE06A01}"/>
              </a:ext>
            </a:extLst>
          </p:cNvPr>
          <p:cNvSpPr txBox="1"/>
          <p:nvPr/>
        </p:nvSpPr>
        <p:spPr>
          <a:xfrm>
            <a:off x="1452644" y="2487108"/>
            <a:ext cx="252577" cy="77319"/>
          </a:xfrm>
          <a:prstGeom prst="rect">
            <a:avLst/>
          </a:prstGeom>
          <a:noFill/>
          <a:ln>
            <a:noFill/>
          </a:ln>
          <a:effectLst/>
        </p:spPr>
        <p:txBody>
          <a:bodyPr vertOverflow="overflow" horzOverflow="overflow" wrap="none" lIns="0" tIns="0" rIns="0" bIns="0" anchor="t" anchorCtr="0">
            <a:noAutofit/>
          </a:bodyPr>
          <a:lstStyle/>
          <a:p>
            <a:pPr algn="ctr"/>
            <a:r>
              <a:rPr lang="en-US" sz="419" dirty="0">
                <a:solidFill>
                  <a:srgbClr val="1D3043"/>
                </a:solidFill>
                <a:latin typeface="Arial"/>
                <a:ea typeface="Arial"/>
                <a:cs typeface="Arial"/>
              </a:rPr>
              <a:t>DoG ×2</a:t>
            </a:r>
            <a:endParaRPr lang="en-US" sz="419" dirty="0"/>
          </a:p>
        </p:txBody>
      </p:sp>
      <p:sp>
        <p:nvSpPr>
          <p:cNvPr id="29" name="Text | Receptor / suppression / ×2">
            <a:extLst>
              <a:ext uri="{FF2B5EF4-FFF2-40B4-BE49-F238E27FC236}">
                <a16:creationId xmlns:a16="http://schemas.microsoft.com/office/drawing/2014/main" id="{08F9C2D5-DFBF-635A-5751-F75B7BB8D644}"/>
              </a:ext>
            </a:extLst>
          </p:cNvPr>
          <p:cNvSpPr txBox="1"/>
          <p:nvPr/>
        </p:nvSpPr>
        <p:spPr>
          <a:xfrm>
            <a:off x="1732798" y="2484531"/>
            <a:ext cx="278350" cy="185567"/>
          </a:xfrm>
          <a:prstGeom prst="rect">
            <a:avLst/>
          </a:prstGeom>
          <a:noFill/>
          <a:ln>
            <a:noFill/>
          </a:ln>
          <a:effectLst/>
        </p:spPr>
        <p:txBody>
          <a:bodyPr vertOverflow="overflow" horzOverflow="overflow" wrap="none" lIns="0" tIns="0" rIns="0" bIns="0" anchor="t" anchorCtr="0">
            <a:noAutofit/>
          </a:bodyPr>
          <a:lstStyle/>
          <a:p>
            <a:pPr algn="ctr"/>
            <a:r>
              <a:rPr lang="en-US" sz="397" dirty="0">
                <a:solidFill>
                  <a:srgbClr val="1D3043"/>
                </a:solidFill>
                <a:latin typeface="Arial"/>
                <a:ea typeface="Arial"/>
                <a:cs typeface="Arial"/>
              </a:rPr>
              <a:t>Receptor</a:t>
            </a:r>
            <a:endParaRPr lang="en-US" sz="397" dirty="0"/>
          </a:p>
          <a:p>
            <a:pPr algn="ctr"/>
            <a:r>
              <a:rPr lang="en-US" sz="397" dirty="0">
                <a:solidFill>
                  <a:srgbClr val="1D3043"/>
                </a:solidFill>
                <a:latin typeface="Arial"/>
                <a:ea typeface="Arial"/>
                <a:cs typeface="Arial"/>
              </a:rPr>
              <a:t>suppression</a:t>
            </a:r>
            <a:endParaRPr lang="en-US" sz="397" dirty="0"/>
          </a:p>
          <a:p>
            <a:pPr algn="ctr"/>
            <a:r>
              <a:rPr lang="en-US" sz="397" dirty="0">
                <a:solidFill>
                  <a:srgbClr val="1D3043"/>
                </a:solidFill>
                <a:latin typeface="Arial"/>
                <a:ea typeface="Arial"/>
                <a:cs typeface="Arial"/>
              </a:rPr>
              <a:t>×2</a:t>
            </a:r>
            <a:endParaRPr lang="en-US" sz="397" dirty="0"/>
          </a:p>
        </p:txBody>
      </p:sp>
      <p:grpSp>
        <p:nvGrpSpPr>
          <p:cNvPr id="30" name="a | arrow views to 56 channels">
            <a:extLst>
              <a:ext uri="{FF2B5EF4-FFF2-40B4-BE49-F238E27FC236}">
                <a16:creationId xmlns:a16="http://schemas.microsoft.com/office/drawing/2014/main" id="{FF8705FD-9F43-86F3-63B6-CA09EAFB25F4}"/>
              </a:ext>
            </a:extLst>
          </p:cNvPr>
          <p:cNvGrpSpPr/>
          <p:nvPr/>
        </p:nvGrpSpPr>
        <p:grpSpPr>
          <a:xfrm>
            <a:off x="1715530" y="2680407"/>
            <a:ext cx="19845" cy="69587"/>
            <a:chOff x="498548" y="3682485"/>
            <a:chExt cx="27824" cy="101835"/>
          </a:xfrm>
        </p:grpSpPr>
        <p:cxnSp>
          <p:nvCxnSpPr>
            <p:cNvPr id="31" name="Arrow |  →  | path">
              <a:extLst>
                <a:ext uri="{FF2B5EF4-FFF2-40B4-BE49-F238E27FC236}">
                  <a16:creationId xmlns:a16="http://schemas.microsoft.com/office/drawing/2014/main" id="{B5652EDA-ABBF-CE78-4C71-B8222DC8CCB7}"/>
                </a:ext>
              </a:extLst>
            </p:cNvPr>
            <p:cNvCxnSpPr/>
            <p:nvPr/>
          </p:nvCxnSpPr>
          <p:spPr>
            <a:xfrm>
              <a:off x="512460" y="3682485"/>
              <a:ext cx="0" cy="101835"/>
            </a:xfrm>
            <a:prstGeom prst="line">
              <a:avLst/>
            </a:prstGeom>
            <a:noFill/>
            <a:ln w="12700" cap="rnd" cmpd="sng" algn="ctr">
              <a:solidFill>
                <a:srgbClr val="5E7180"/>
              </a:solidFill>
              <a:prstDash val="solid"/>
              <a:round/>
              <a:headEnd type="none" w="med" len="med"/>
              <a:tailEnd type="none" w="med" len="med"/>
            </a:ln>
            <a:effectLst/>
          </p:spPr>
        </p:cxnSp>
        <p:sp>
          <p:nvSpPr>
            <p:cNvPr id="32" name="Arrow |  →  | editable arrowhead">
              <a:extLst>
                <a:ext uri="{FF2B5EF4-FFF2-40B4-BE49-F238E27FC236}">
                  <a16:creationId xmlns:a16="http://schemas.microsoft.com/office/drawing/2014/main" id="{92E4E440-BBC8-BD39-887C-D9C0DB01ECE8}"/>
                </a:ext>
              </a:extLst>
            </p:cNvPr>
            <p:cNvSpPr/>
            <p:nvPr/>
          </p:nvSpPr>
          <p:spPr>
            <a:xfrm>
              <a:off x="498548" y="3751963"/>
              <a:ext cx="27824" cy="32357"/>
            </a:xfrm>
            <a:custGeom>
              <a:avLst/>
              <a:gdLst/>
              <a:ahLst/>
              <a:cxnLst/>
              <a:rect l="0" t="0" r="w" b="h"/>
              <a:pathLst>
                <a:path w="27824" h="32357" stroke="0" extrusionOk="0">
                  <a:moveTo>
                    <a:pt x="13912" y="32357"/>
                  </a:moveTo>
                  <a:lnTo>
                    <a:pt x="0" y="0"/>
                  </a:lnTo>
                  <a:lnTo>
                    <a:pt x="27824" y="0"/>
                  </a:lnTo>
                  <a:close/>
                </a:path>
              </a:pathLst>
            </a:custGeom>
            <a:solidFill>
              <a:srgbClr val="5E7180"/>
            </a:solidFill>
            <a:ln w="1" cap="rnd" cmpd="sng" algn="ctr">
              <a:noFill/>
              <a:prstDash val="solid"/>
              <a:round/>
              <a:headEnd type="none" w="med" len="med"/>
              <a:tailEnd type="none" w="med" len="med"/>
            </a:ln>
            <a:effectLst/>
          </p:spPr>
        </p:sp>
      </p:grpSp>
      <p:sp>
        <p:nvSpPr>
          <p:cNvPr id="33" name="Text | 56 channels">
            <a:extLst>
              <a:ext uri="{FF2B5EF4-FFF2-40B4-BE49-F238E27FC236}">
                <a16:creationId xmlns:a16="http://schemas.microsoft.com/office/drawing/2014/main" id="{929F6C72-15D0-0B31-BCF7-3B7A0D2AF603}"/>
              </a:ext>
            </a:extLst>
          </p:cNvPr>
          <p:cNvSpPr txBox="1"/>
          <p:nvPr/>
        </p:nvSpPr>
        <p:spPr>
          <a:xfrm>
            <a:off x="1457798" y="3036076"/>
            <a:ext cx="535308" cy="103093"/>
          </a:xfrm>
          <a:prstGeom prst="rect">
            <a:avLst/>
          </a:prstGeom>
          <a:noFill/>
          <a:ln>
            <a:noFill/>
          </a:ln>
          <a:effectLst/>
        </p:spPr>
        <p:txBody>
          <a:bodyPr vertOverflow="overflow" horzOverflow="overflow" wrap="none" lIns="0" tIns="0" rIns="0" bIns="0" anchor="t" anchorCtr="0">
            <a:noAutofit/>
          </a:bodyPr>
          <a:lstStyle/>
          <a:p>
            <a:pPr algn="ctr"/>
            <a:r>
              <a:rPr lang="en-US" sz="537" b="1" dirty="0">
                <a:solidFill>
                  <a:srgbClr val="367FB7"/>
                </a:solidFill>
                <a:latin typeface="Arial"/>
                <a:ea typeface="Arial"/>
                <a:cs typeface="Arial"/>
              </a:rPr>
              <a:t>56 channels</a:t>
            </a:r>
            <a:endParaRPr lang="en-US" sz="537" dirty="0"/>
          </a:p>
        </p:txBody>
      </p:sp>
      <p:sp>
        <p:nvSpPr>
          <p:cNvPr id="34" name="Text | 4 × 2 × 7">
            <a:extLst>
              <a:ext uri="{FF2B5EF4-FFF2-40B4-BE49-F238E27FC236}">
                <a16:creationId xmlns:a16="http://schemas.microsoft.com/office/drawing/2014/main" id="{2ADB5EED-E64E-051D-D7B2-9989249A0DC0}"/>
              </a:ext>
            </a:extLst>
          </p:cNvPr>
          <p:cNvSpPr txBox="1"/>
          <p:nvPr/>
        </p:nvSpPr>
        <p:spPr>
          <a:xfrm>
            <a:off x="1457798" y="3144323"/>
            <a:ext cx="535308" cy="82474"/>
          </a:xfrm>
          <a:prstGeom prst="rect">
            <a:avLst/>
          </a:prstGeom>
          <a:noFill/>
          <a:ln>
            <a:noFill/>
          </a:ln>
          <a:effectLst/>
        </p:spPr>
        <p:txBody>
          <a:bodyPr vertOverflow="overflow" horzOverflow="overflow" wrap="none" lIns="0" tIns="0" rIns="0" bIns="0" anchor="t" anchorCtr="0">
            <a:noAutofit/>
          </a:bodyPr>
          <a:lstStyle/>
          <a:p>
            <a:pPr algn="ctr"/>
            <a:r>
              <a:rPr lang="en-US" sz="451" dirty="0">
                <a:solidFill>
                  <a:srgbClr val="1D3043"/>
                </a:solidFill>
                <a:latin typeface="Arial"/>
                <a:ea typeface="Arial"/>
                <a:cs typeface="Arial"/>
              </a:rPr>
              <a:t>4 × 2 × 7</a:t>
            </a:r>
            <a:endParaRPr lang="en-US" sz="451" dirty="0"/>
          </a:p>
        </p:txBody>
      </p:sp>
      <p:cxnSp>
        <p:nvCxnSpPr>
          <p:cNvPr id="35" name="path_1422">
            <a:extLst>
              <a:ext uri="{FF2B5EF4-FFF2-40B4-BE49-F238E27FC236}">
                <a16:creationId xmlns:a16="http://schemas.microsoft.com/office/drawing/2014/main" id="{6687D725-F3F1-06B7-4514-93AAC956C930}"/>
              </a:ext>
            </a:extLst>
          </p:cNvPr>
          <p:cNvCxnSpPr/>
          <p:nvPr/>
        </p:nvCxnSpPr>
        <p:spPr>
          <a:xfrm>
            <a:off x="1454996" y="3276056"/>
            <a:ext cx="543266" cy="0"/>
          </a:xfrm>
          <a:prstGeom prst="line">
            <a:avLst/>
          </a:prstGeom>
          <a:noFill/>
          <a:ln w="12700" cap="rnd" cmpd="sng" algn="ctr">
            <a:solidFill>
              <a:srgbClr val="C5D4DE"/>
            </a:solidFill>
            <a:prstDash val="solid"/>
            <a:round/>
            <a:headEnd type="none" w="med" len="med"/>
            <a:tailEnd type="none" w="med" len="med"/>
          </a:ln>
          <a:effectLst/>
        </p:spPr>
      </p:cxnSp>
      <p:sp>
        <p:nvSpPr>
          <p:cNvPr id="36" name="Text | Receptor atoms">
            <a:extLst>
              <a:ext uri="{FF2B5EF4-FFF2-40B4-BE49-F238E27FC236}">
                <a16:creationId xmlns:a16="http://schemas.microsoft.com/office/drawing/2014/main" id="{10D98193-3092-5A51-78AB-266FEA12BD2D}"/>
              </a:ext>
            </a:extLst>
          </p:cNvPr>
          <p:cNvSpPr txBox="1"/>
          <p:nvPr/>
        </p:nvSpPr>
        <p:spPr>
          <a:xfrm>
            <a:off x="1457798" y="3293808"/>
            <a:ext cx="535308" cy="92783"/>
          </a:xfrm>
          <a:prstGeom prst="rect">
            <a:avLst/>
          </a:prstGeom>
          <a:noFill/>
          <a:ln>
            <a:noFill/>
          </a:ln>
          <a:effectLst/>
        </p:spPr>
        <p:txBody>
          <a:bodyPr vertOverflow="overflow" horzOverflow="overflow" wrap="none" lIns="0" tIns="0" rIns="0" bIns="0" anchor="t" anchorCtr="0">
            <a:noAutofit/>
          </a:bodyPr>
          <a:lstStyle/>
          <a:p>
            <a:pPr algn="ctr"/>
            <a:r>
              <a:rPr lang="en-US" sz="487" b="1" dirty="0">
                <a:solidFill>
                  <a:srgbClr val="1D3043"/>
                </a:solidFill>
                <a:latin typeface="Arial"/>
                <a:ea typeface="Arial"/>
                <a:cs typeface="Arial"/>
              </a:rPr>
              <a:t>Receptor atoms</a:t>
            </a:r>
            <a:endParaRPr lang="en-US" sz="487" dirty="0"/>
          </a:p>
        </p:txBody>
      </p:sp>
      <p:grpSp>
        <p:nvGrpSpPr>
          <p:cNvPr id="37" name="Arrow |  → ">
            <a:extLst>
              <a:ext uri="{FF2B5EF4-FFF2-40B4-BE49-F238E27FC236}">
                <a16:creationId xmlns:a16="http://schemas.microsoft.com/office/drawing/2014/main" id="{8F8B2DF1-CF62-D81F-8AC5-2E5BEE58E97E}"/>
              </a:ext>
            </a:extLst>
          </p:cNvPr>
          <p:cNvGrpSpPr/>
          <p:nvPr/>
        </p:nvGrpSpPr>
        <p:grpSpPr>
          <a:xfrm>
            <a:off x="1701935" y="3517892"/>
            <a:ext cx="54091" cy="19614"/>
            <a:chOff x="479610" y="4913802"/>
            <a:chExt cx="75555" cy="27397"/>
          </a:xfrm>
        </p:grpSpPr>
        <p:cxnSp>
          <p:nvCxnSpPr>
            <p:cNvPr id="38" name="Arrow |  →  | path">
              <a:extLst>
                <a:ext uri="{FF2B5EF4-FFF2-40B4-BE49-F238E27FC236}">
                  <a16:creationId xmlns:a16="http://schemas.microsoft.com/office/drawing/2014/main" id="{469DB95A-1C34-70E2-C6F2-6F26107F5D37}"/>
                </a:ext>
              </a:extLst>
            </p:cNvPr>
            <p:cNvCxnSpPr/>
            <p:nvPr/>
          </p:nvCxnSpPr>
          <p:spPr>
            <a:xfrm>
              <a:off x="479610" y="4927500"/>
              <a:ext cx="75555" cy="0"/>
            </a:xfrm>
            <a:prstGeom prst="line">
              <a:avLst/>
            </a:prstGeom>
            <a:noFill/>
            <a:ln w="12700" cap="rnd" cmpd="sng" algn="ctr">
              <a:solidFill>
                <a:srgbClr val="5E7180"/>
              </a:solidFill>
              <a:prstDash val="solid"/>
              <a:round/>
              <a:headEnd type="none" w="med" len="med"/>
              <a:tailEnd type="none" w="med" len="med"/>
            </a:ln>
            <a:effectLst/>
          </p:spPr>
        </p:cxnSp>
        <p:sp>
          <p:nvSpPr>
            <p:cNvPr id="39" name="Arrow |  →  | editable arrowhead">
              <a:extLst>
                <a:ext uri="{FF2B5EF4-FFF2-40B4-BE49-F238E27FC236}">
                  <a16:creationId xmlns:a16="http://schemas.microsoft.com/office/drawing/2014/main" id="{F5BFCBD6-E75C-A7D3-6ABB-81586359D73C}"/>
                </a:ext>
              </a:extLst>
            </p:cNvPr>
            <p:cNvSpPr/>
            <p:nvPr/>
          </p:nvSpPr>
          <p:spPr>
            <a:xfrm>
              <a:off x="523301" y="4913802"/>
              <a:ext cx="31864" cy="27397"/>
            </a:xfrm>
            <a:custGeom>
              <a:avLst/>
              <a:gdLst/>
              <a:ahLst/>
              <a:cxnLst/>
              <a:rect l="0" t="0" r="w" b="h"/>
              <a:pathLst>
                <a:path w="31864" h="27397" stroke="0" extrusionOk="0">
                  <a:moveTo>
                    <a:pt x="31864" y="13698"/>
                  </a:moveTo>
                  <a:lnTo>
                    <a:pt x="0" y="27397"/>
                  </a:lnTo>
                  <a:lnTo>
                    <a:pt x="0" y="0"/>
                  </a:lnTo>
                  <a:close/>
                </a:path>
              </a:pathLst>
            </a:custGeom>
            <a:solidFill>
              <a:srgbClr val="5E7180"/>
            </a:solidFill>
            <a:ln w="13970" cap="rnd" cmpd="sng" algn="ctr">
              <a:noFill/>
              <a:prstDash val="solid"/>
              <a:round/>
              <a:headEnd type="none" w="med" len="med"/>
              <a:tailEnd type="none" w="med" len="med"/>
            </a:ln>
            <a:effectLst/>
          </p:spPr>
        </p:sp>
      </p:grpSp>
      <p:sp>
        <p:nvSpPr>
          <p:cNvPr id="40" name="Text | 50 features / atom">
            <a:extLst>
              <a:ext uri="{FF2B5EF4-FFF2-40B4-BE49-F238E27FC236}">
                <a16:creationId xmlns:a16="http://schemas.microsoft.com/office/drawing/2014/main" id="{CB851B93-B009-1F33-C221-182E48E34603}"/>
              </a:ext>
            </a:extLst>
          </p:cNvPr>
          <p:cNvSpPr txBox="1"/>
          <p:nvPr/>
        </p:nvSpPr>
        <p:spPr>
          <a:xfrm>
            <a:off x="1444912" y="3659786"/>
            <a:ext cx="561081" cy="92783"/>
          </a:xfrm>
          <a:prstGeom prst="rect">
            <a:avLst/>
          </a:prstGeom>
          <a:noFill/>
          <a:ln>
            <a:noFill/>
          </a:ln>
          <a:effectLst/>
        </p:spPr>
        <p:txBody>
          <a:bodyPr vertOverflow="overflow" horzOverflow="overflow" wrap="none" lIns="0" tIns="0" rIns="0" bIns="0" anchor="t" anchorCtr="0">
            <a:noAutofit/>
          </a:bodyPr>
          <a:lstStyle/>
          <a:p>
            <a:pPr algn="ctr"/>
            <a:r>
              <a:rPr lang="en-US" sz="444" b="1" dirty="0">
                <a:solidFill>
                  <a:srgbClr val="1D3043"/>
                </a:solidFill>
                <a:latin typeface="Arial"/>
                <a:ea typeface="Arial"/>
                <a:cs typeface="Arial"/>
              </a:rPr>
              <a:t>50 features / atom</a:t>
            </a:r>
            <a:endParaRPr lang="en-US" sz="444" dirty="0"/>
          </a:p>
        </p:txBody>
      </p:sp>
      <p:grpSp>
        <p:nvGrpSpPr>
          <p:cNvPr id="79" name="组合 78">
            <a:extLst>
              <a:ext uri="{FF2B5EF4-FFF2-40B4-BE49-F238E27FC236}">
                <a16:creationId xmlns:a16="http://schemas.microsoft.com/office/drawing/2014/main" id="{C9A8D0EA-47EA-796B-9CB4-729188E4A88E}"/>
              </a:ext>
            </a:extLst>
          </p:cNvPr>
          <p:cNvGrpSpPr/>
          <p:nvPr/>
        </p:nvGrpSpPr>
        <p:grpSpPr>
          <a:xfrm>
            <a:off x="2111147" y="1706392"/>
            <a:ext cx="2963268" cy="2118971"/>
            <a:chOff x="2111147" y="1706392"/>
            <a:chExt cx="2963268" cy="2118971"/>
          </a:xfrm>
        </p:grpSpPr>
        <p:sp>
          <p:nvSpPr>
            <p:cNvPr id="42" name="c | panel background">
              <a:extLst>
                <a:ext uri="{FF2B5EF4-FFF2-40B4-BE49-F238E27FC236}">
                  <a16:creationId xmlns:a16="http://schemas.microsoft.com/office/drawing/2014/main" id="{043D4405-E4B8-A25B-DF91-EC223C798C7E}"/>
                </a:ext>
              </a:extLst>
            </p:cNvPr>
            <p:cNvSpPr/>
            <p:nvPr/>
          </p:nvSpPr>
          <p:spPr>
            <a:xfrm>
              <a:off x="2111147" y="1706392"/>
              <a:ext cx="2963268" cy="2118971"/>
            </a:xfrm>
            <a:prstGeom prst="roundRect">
              <a:avLst>
                <a:gd name="adj" fmla="val 1332"/>
              </a:avLst>
            </a:prstGeom>
            <a:solidFill>
              <a:srgbClr val="F5FBF8"/>
            </a:solidFill>
            <a:ln w="6480" cap="rnd" cmpd="sng" algn="ctr">
              <a:solidFill>
                <a:srgbClr val="BFDCCE"/>
              </a:solidFill>
              <a:prstDash val="solid"/>
              <a:round/>
              <a:headEnd type="none" w="med" len="med"/>
              <a:tailEnd type="none" w="med" len="med"/>
            </a:ln>
            <a:effectLst/>
          </p:spPr>
          <p:txBody>
            <a:bodyPr/>
            <a:lstStyle/>
            <a:p>
              <a:endParaRPr lang="zh-CN" altLang="en-US" sz="1289" dirty="0"/>
            </a:p>
          </p:txBody>
        </p:sp>
        <p:sp>
          <p:nvSpPr>
            <p:cNvPr id="43" name="Text | c">
              <a:extLst>
                <a:ext uri="{FF2B5EF4-FFF2-40B4-BE49-F238E27FC236}">
                  <a16:creationId xmlns:a16="http://schemas.microsoft.com/office/drawing/2014/main" id="{619B6E7B-DBFD-56C1-BB12-4CCB114F7D1E}"/>
                </a:ext>
              </a:extLst>
            </p:cNvPr>
            <p:cNvSpPr txBox="1"/>
            <p:nvPr/>
          </p:nvSpPr>
          <p:spPr>
            <a:xfrm>
              <a:off x="2162887" y="1707407"/>
              <a:ext cx="90908" cy="136922"/>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c</a:t>
              </a:r>
              <a:endParaRPr lang="en-US" sz="760"/>
            </a:p>
          </p:txBody>
        </p:sp>
        <p:sp>
          <p:nvSpPr>
            <p:cNvPr id="44" name="Text | Match: candidate-to-identity assignment">
              <a:extLst>
                <a:ext uri="{FF2B5EF4-FFF2-40B4-BE49-F238E27FC236}">
                  <a16:creationId xmlns:a16="http://schemas.microsoft.com/office/drawing/2014/main" id="{D9A08404-ABF7-8087-B9E2-4DFBF6AFC588}"/>
                </a:ext>
              </a:extLst>
            </p:cNvPr>
            <p:cNvSpPr txBox="1"/>
            <p:nvPr/>
          </p:nvSpPr>
          <p:spPr>
            <a:xfrm>
              <a:off x="2264014" y="1721517"/>
              <a:ext cx="1873065" cy="113545"/>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Match: candidate-to-identity assignment</a:t>
              </a:r>
              <a:endParaRPr lang="en-US" sz="629"/>
            </a:p>
          </p:txBody>
        </p:sp>
      </p:grpSp>
      <p:sp>
        <p:nvSpPr>
          <p:cNvPr id="45" name="Label 3 Candidate encoder">
            <a:extLst>
              <a:ext uri="{FF2B5EF4-FFF2-40B4-BE49-F238E27FC236}">
                <a16:creationId xmlns:a16="http://schemas.microsoft.com/office/drawing/2014/main" id="{6B5CC0A8-8762-17E5-D7D9-D13F1C0AF7D4}"/>
              </a:ext>
            </a:extLst>
          </p:cNvPr>
          <p:cNvSpPr>
            <a:spLocks noGrp="1"/>
          </p:cNvSpPr>
          <p:nvPr/>
        </p:nvSpPr>
        <p:spPr>
          <a:xfrm>
            <a:off x="2217416" y="1911126"/>
            <a:ext cx="1175089"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Candidate encoder</a:t>
            </a:r>
          </a:p>
        </p:txBody>
      </p:sp>
      <p:sp>
        <p:nvSpPr>
          <p:cNvPr id="46" name="Label 4 Identity encoder">
            <a:extLst>
              <a:ext uri="{FF2B5EF4-FFF2-40B4-BE49-F238E27FC236}">
                <a16:creationId xmlns:a16="http://schemas.microsoft.com/office/drawing/2014/main" id="{3D0D0DE1-DD97-023E-ABFA-932CE9AEFFD0}"/>
              </a:ext>
            </a:extLst>
          </p:cNvPr>
          <p:cNvSpPr>
            <a:spLocks noGrp="1"/>
          </p:cNvSpPr>
          <p:nvPr/>
        </p:nvSpPr>
        <p:spPr>
          <a:xfrm>
            <a:off x="3658177" y="1911126"/>
            <a:ext cx="1246616" cy="71518"/>
          </a:xfrm>
          <a:prstGeom prst="rect">
            <a:avLst/>
          </a:prstGeom>
          <a:noFill/>
          <a:ln w="0">
            <a:noFill/>
          </a:ln>
        </p:spPr>
        <p:txBody>
          <a:bodyPr wrap="none" lIns="0" tIns="0" rIns="0" bIns="0" anchor="ctr">
            <a:noAutofit/>
          </a:bodyPr>
          <a:lstStyle/>
          <a:p>
            <a:pPr algn="l">
              <a:defRPr sz="486" b="1">
                <a:solidFill>
                  <a:srgbClr val="203646"/>
                </a:solidFill>
                <a:latin typeface="Arial"/>
                <a:ea typeface="Arial"/>
                <a:cs typeface="Arial"/>
              </a:defRPr>
            </a:pPr>
            <a:r>
              <a:rPr sz="486" b="1">
                <a:solidFill>
                  <a:srgbClr val="203646"/>
                </a:solidFill>
                <a:latin typeface="Arial"/>
                <a:ea typeface="Arial"/>
                <a:cs typeface="Arial"/>
              </a:rPr>
              <a:t>Identity encoder</a:t>
            </a:r>
          </a:p>
        </p:txBody>
      </p:sp>
      <p:sp>
        <p:nvSpPr>
          <p:cNvPr id="47" name="Line 5">
            <a:extLst>
              <a:ext uri="{FF2B5EF4-FFF2-40B4-BE49-F238E27FC236}">
                <a16:creationId xmlns:a16="http://schemas.microsoft.com/office/drawing/2014/main" id="{684C6A81-834D-3CCC-F90D-A5A4DB999787}"/>
              </a:ext>
            </a:extLst>
          </p:cNvPr>
          <p:cNvSpPr>
            <a:spLocks noGrp="1"/>
          </p:cNvSpPr>
          <p:nvPr/>
        </p:nvSpPr>
        <p:spPr>
          <a:xfrm>
            <a:off x="3572345" y="1915213"/>
            <a:ext cx="20" cy="1525947"/>
          </a:xfrm>
          <a:custGeom>
            <a:avLst/>
            <a:gdLst/>
            <a:ahLst/>
            <a:cxnLst/>
            <a:rect l="0" t="0" r="0" b="0"/>
            <a:pathLst>
              <a:path w="95" h="6534150">
                <a:moveTo>
                  <a:pt x="0" y="0"/>
                </a:moveTo>
                <a:lnTo>
                  <a:pt x="0" y="6534150"/>
                </a:lnTo>
              </a:path>
            </a:pathLst>
          </a:custGeom>
          <a:noFill/>
          <a:ln w="2452">
            <a:solidFill>
              <a:srgbClr val="DCE6E5"/>
            </a:solidFill>
            <a:prstDash val="solid"/>
          </a:ln>
        </p:spPr>
      </p:sp>
      <p:sp>
        <p:nvSpPr>
          <p:cNvPr id="48" name="Label 6 Density + atoms">
            <a:extLst>
              <a:ext uri="{FF2B5EF4-FFF2-40B4-BE49-F238E27FC236}">
                <a16:creationId xmlns:a16="http://schemas.microsoft.com/office/drawing/2014/main" id="{D2EE3D99-D294-E7D6-3998-2F237446FAB3}"/>
              </a:ext>
            </a:extLst>
          </p:cNvPr>
          <p:cNvSpPr>
            <a:spLocks noGrp="1"/>
          </p:cNvSpPr>
          <p:nvPr/>
        </p:nvSpPr>
        <p:spPr>
          <a:xfrm>
            <a:off x="2196980" y="2025555"/>
            <a:ext cx="36785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Density + atoms</a:t>
            </a:r>
          </a:p>
        </p:txBody>
      </p:sp>
      <p:sp>
        <p:nvSpPr>
          <p:cNvPr id="49" name="Label 7 48³ crop">
            <a:extLst>
              <a:ext uri="{FF2B5EF4-FFF2-40B4-BE49-F238E27FC236}">
                <a16:creationId xmlns:a16="http://schemas.microsoft.com/office/drawing/2014/main" id="{62CE9B43-060C-7D46-C9DF-A7F291DBF061}"/>
              </a:ext>
            </a:extLst>
          </p:cNvPr>
          <p:cNvSpPr>
            <a:spLocks noGrp="1"/>
          </p:cNvSpPr>
          <p:nvPr/>
        </p:nvSpPr>
        <p:spPr>
          <a:xfrm>
            <a:off x="2184718" y="2305496"/>
            <a:ext cx="322894"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48³ crop</a:t>
            </a:r>
          </a:p>
        </p:txBody>
      </p:sp>
      <p:sp>
        <p:nvSpPr>
          <p:cNvPr id="50" name="Label 8 Base summary">
            <a:extLst>
              <a:ext uri="{FF2B5EF4-FFF2-40B4-BE49-F238E27FC236}">
                <a16:creationId xmlns:a16="http://schemas.microsoft.com/office/drawing/2014/main" id="{7A98FB6B-7A85-C552-8B84-5CB0F969F45A}"/>
              </a:ext>
            </a:extLst>
          </p:cNvPr>
          <p:cNvSpPr>
            <a:spLocks noGrp="1"/>
          </p:cNvSpPr>
          <p:nvPr/>
        </p:nvSpPr>
        <p:spPr>
          <a:xfrm>
            <a:off x="3165662" y="2023511"/>
            <a:ext cx="363767" cy="59258"/>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Base summary</a:t>
            </a:r>
          </a:p>
        </p:txBody>
      </p:sp>
      <mc:AlternateContent xmlns:mc="http://schemas.openxmlformats.org/markup-compatibility/2006" xmlns:a14="http://schemas.microsoft.com/office/drawing/2010/main">
        <mc:Choice Requires="a14">
          <p:sp>
            <p:nvSpPr>
              <p:cNvPr id="51" name="Label 9 h">
                <a:extLst>
                  <a:ext uri="{FF2B5EF4-FFF2-40B4-BE49-F238E27FC236}">
                    <a16:creationId xmlns:a16="http://schemas.microsoft.com/office/drawing/2014/main" id="{5DF582D7-D297-C8BA-AA78-95998ADE495E}"/>
                  </a:ext>
                </a:extLst>
              </p:cNvPr>
              <p:cNvSpPr>
                <a:spLocks noGrp="1"/>
              </p:cNvSpPr>
              <p:nvPr/>
            </p:nvSpPr>
            <p:spPr>
              <a:xfrm>
                <a:off x="3296454" y="2086856"/>
                <a:ext cx="153272" cy="77648"/>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ℎ</m:t>
                          </m:r>
                        </m:e>
                        <m:sub>
                          <m:r>
                            <a:rPr lang="en-US" sz="486">
                              <a:solidFill>
                                <a:srgbClr val="203646"/>
                              </a:solidFill>
                              <a:latin typeface="Cambria Math"/>
                            </a:rPr>
                            <m:t>𝑗</m:t>
                          </m:r>
                        </m:sub>
                        <m:sup>
                          <m:r>
                            <m:rPr>
                              <m:sty m:val="p"/>
                            </m:rPr>
                            <a:rPr lang="en-US" sz="486">
                              <a:solidFill>
                                <a:srgbClr val="203646"/>
                              </a:solidFill>
                              <a:latin typeface="Cambria Math"/>
                            </a:rPr>
                            <m:t>vox</m:t>
                          </m:r>
                        </m:sup>
                      </m:sSubSup>
                    </m:oMath>
                  </m:oMathPara>
                </a14:m>
                <a:endParaRPr lang="en-US" sz="486"/>
              </a:p>
            </p:txBody>
          </p:sp>
        </mc:Choice>
        <mc:Fallback xmlns="">
          <p:sp>
            <p:nvSpPr>
              <p:cNvPr id="52" name="Label 9 h">
                <a:extLst>
                  <a:ext uri="{FF2B5EF4-FFF2-40B4-BE49-F238E27FC236}">
                    <a16:creationId xmlns:a16="http://schemas.microsoft.com/office/drawing/2014/main" id="{5DF582D7-D297-C8BA-AA78-95998ADE495E}"/>
                  </a:ext>
                </a:extLst>
              </p:cNvPr>
              <p:cNvSpPr>
                <a:spLocks noGrp="1" noRot="1" noChangeAspect="1" noMove="1" noResize="1" noEditPoints="1" noAdjustHandles="1" noChangeArrowheads="1" noChangeShapeType="1" noTextEdit="1"/>
              </p:cNvSpPr>
              <p:nvPr/>
            </p:nvSpPr>
            <p:spPr>
              <a:xfrm>
                <a:off x="3296454" y="2086856"/>
                <a:ext cx="153272" cy="77648"/>
              </a:xfrm>
              <a:prstGeom prst="rect">
                <a:avLst/>
              </a:prstGeom>
              <a:blipFill>
                <a:blip r:embed="rId4"/>
                <a:stretch>
                  <a:fillRect l="-16000" b="-38462"/>
                </a:stretch>
              </a:blipFill>
              <a:ln w="0">
                <a:noFill/>
              </a:ln>
            </p:spPr>
            <p:txBody>
              <a:bodyPr/>
              <a:lstStyle/>
              <a:p>
                <a:r>
                  <a:rPr lang="zh-CN" altLang="en-US">
                    <a:noFill/>
                  </a:rPr>
                  <a:t> </a:t>
                </a:r>
              </a:p>
            </p:txBody>
          </p:sp>
        </mc:Fallback>
      </mc:AlternateContent>
      <p:sp>
        <p:nvSpPr>
          <p:cNvPr id="53" name="Arrow 10">
            <a:extLst>
              <a:ext uri="{FF2B5EF4-FFF2-40B4-BE49-F238E27FC236}">
                <a16:creationId xmlns:a16="http://schemas.microsoft.com/office/drawing/2014/main" id="{027A2625-F72A-D6EE-BACA-BDFA25FDC76B}"/>
              </a:ext>
            </a:extLst>
          </p:cNvPr>
          <p:cNvSpPr>
            <a:spLocks noGrp="1"/>
          </p:cNvSpPr>
          <p:nvPr/>
        </p:nvSpPr>
        <p:spPr>
          <a:xfrm>
            <a:off x="2464696" y="2215588"/>
            <a:ext cx="230931" cy="20"/>
          </a:xfrm>
          <a:custGeom>
            <a:avLst/>
            <a:gdLst/>
            <a:ahLst/>
            <a:cxnLst/>
            <a:rect l="0" t="0" r="0" b="0"/>
            <a:pathLst>
              <a:path w="1076325" h="95">
                <a:moveTo>
                  <a:pt x="0" y="0"/>
                </a:moveTo>
                <a:lnTo>
                  <a:pt x="1076325" y="0"/>
                </a:lnTo>
              </a:path>
            </a:pathLst>
          </a:custGeom>
          <a:noFill/>
          <a:ln w="3474">
            <a:solidFill>
              <a:srgbClr val="397FA6"/>
            </a:solidFill>
            <a:prstDash val="solid"/>
          </a:ln>
        </p:spPr>
      </p:sp>
      <p:sp>
        <p:nvSpPr>
          <p:cNvPr id="54" name="Arrow 11">
            <a:extLst>
              <a:ext uri="{FF2B5EF4-FFF2-40B4-BE49-F238E27FC236}">
                <a16:creationId xmlns:a16="http://schemas.microsoft.com/office/drawing/2014/main" id="{27EB9761-3EDA-57F1-1AF1-66459B946F6A}"/>
              </a:ext>
            </a:extLst>
          </p:cNvPr>
          <p:cNvSpPr>
            <a:spLocks noGrp="1"/>
          </p:cNvSpPr>
          <p:nvPr/>
        </p:nvSpPr>
        <p:spPr>
          <a:xfrm>
            <a:off x="2942906" y="2215588"/>
            <a:ext cx="249323" cy="20"/>
          </a:xfrm>
          <a:custGeom>
            <a:avLst/>
            <a:gdLst/>
            <a:ahLst/>
            <a:cxnLst/>
            <a:rect l="0" t="0" r="0" b="0"/>
            <a:pathLst>
              <a:path w="1162050" h="95">
                <a:moveTo>
                  <a:pt x="0" y="0"/>
                </a:moveTo>
                <a:lnTo>
                  <a:pt x="1162050" y="0"/>
                </a:lnTo>
              </a:path>
            </a:pathLst>
          </a:custGeom>
          <a:noFill/>
          <a:ln w="3474">
            <a:solidFill>
              <a:srgbClr val="397FA6"/>
            </a:solidFill>
            <a:prstDash val="solid"/>
          </a:ln>
        </p:spPr>
      </p:sp>
      <p:sp>
        <p:nvSpPr>
          <p:cNvPr id="55" name="Arrow 12">
            <a:extLst>
              <a:ext uri="{FF2B5EF4-FFF2-40B4-BE49-F238E27FC236}">
                <a16:creationId xmlns:a16="http://schemas.microsoft.com/office/drawing/2014/main" id="{71ECFB26-8ACE-178D-5C11-4CF1E93053C7}"/>
              </a:ext>
            </a:extLst>
          </p:cNvPr>
          <p:cNvSpPr>
            <a:spLocks noGrp="1"/>
          </p:cNvSpPr>
          <p:nvPr/>
        </p:nvSpPr>
        <p:spPr>
          <a:xfrm>
            <a:off x="3347545" y="2242151"/>
            <a:ext cx="20" cy="914066"/>
          </a:xfrm>
          <a:custGeom>
            <a:avLst/>
            <a:gdLst/>
            <a:ahLst/>
            <a:cxnLst/>
            <a:rect l="0" t="0" r="0" b="0"/>
            <a:pathLst>
              <a:path w="95" h="3609975">
                <a:moveTo>
                  <a:pt x="0" y="0"/>
                </a:moveTo>
                <a:lnTo>
                  <a:pt x="0" y="3609975"/>
                </a:lnTo>
              </a:path>
            </a:pathLst>
          </a:custGeom>
          <a:noFill/>
          <a:ln w="3474">
            <a:solidFill>
              <a:srgbClr val="397FA6"/>
            </a:solidFill>
            <a:prstDash val="solid"/>
          </a:ln>
        </p:spPr>
      </p:sp>
      <p:sp>
        <p:nvSpPr>
          <p:cNvPr id="56" name="Operator ">
            <a:extLst>
              <a:ext uri="{FF2B5EF4-FFF2-40B4-BE49-F238E27FC236}">
                <a16:creationId xmlns:a16="http://schemas.microsoft.com/office/drawing/2014/main" id="{6EAA2B1B-24A8-D38E-708D-FEF2546F7541}"/>
              </a:ext>
            </a:extLst>
          </p:cNvPr>
          <p:cNvSpPr>
            <a:spLocks noGrp="1"/>
          </p:cNvSpPr>
          <p:nvPr/>
        </p:nvSpPr>
        <p:spPr>
          <a:xfrm>
            <a:off x="2250114" y="2483269"/>
            <a:ext cx="976856" cy="292201"/>
          </a:xfrm>
          <a:prstGeom prst="roundRect">
            <a:avLst>
              <a:gd name="adj" fmla="val 4895"/>
            </a:avLst>
          </a:prstGeom>
          <a:solidFill>
            <a:srgbClr val="FCFEFD"/>
          </a:solidFill>
          <a:ln w="3270">
            <a:solidFill>
              <a:srgbClr val="C6DDD5"/>
            </a:solidFill>
          </a:ln>
        </p:spPr>
        <p:txBody>
          <a:bodyPr/>
          <a:lstStyle/>
          <a:p>
            <a:endParaRPr lang="zh-CN" altLang="en-US" dirty="0"/>
          </a:p>
        </p:txBody>
      </p:sp>
      <p:sp>
        <p:nvSpPr>
          <p:cNvPr id="57" name="Line 13">
            <a:extLst>
              <a:ext uri="{FF2B5EF4-FFF2-40B4-BE49-F238E27FC236}">
                <a16:creationId xmlns:a16="http://schemas.microsoft.com/office/drawing/2014/main" id="{9E5EED50-4B4F-91A4-C0CA-19F2B0BB5D4A}"/>
              </a:ext>
            </a:extLst>
          </p:cNvPr>
          <p:cNvSpPr>
            <a:spLocks noGrp="1"/>
          </p:cNvSpPr>
          <p:nvPr/>
        </p:nvSpPr>
        <p:spPr>
          <a:xfrm>
            <a:off x="2613881" y="2511876"/>
            <a:ext cx="20" cy="234987"/>
          </a:xfrm>
          <a:custGeom>
            <a:avLst/>
            <a:gdLst/>
            <a:ahLst/>
            <a:cxnLst/>
            <a:rect l="0" t="0" r="0" b="0"/>
            <a:pathLst>
              <a:path w="95" h="1095375">
                <a:moveTo>
                  <a:pt x="0" y="0"/>
                </a:moveTo>
                <a:lnTo>
                  <a:pt x="0" y="1095375"/>
                </a:lnTo>
              </a:path>
            </a:pathLst>
          </a:custGeom>
          <a:noFill/>
          <a:ln w="2452">
            <a:solidFill>
              <a:srgbClr val="C6DDD5"/>
            </a:solidFill>
            <a:prstDash val="dash"/>
          </a:ln>
        </p:spPr>
      </p:sp>
      <p:sp>
        <p:nvSpPr>
          <p:cNvPr id="58" name="Label 14 Pocket">
            <a:extLst>
              <a:ext uri="{FF2B5EF4-FFF2-40B4-BE49-F238E27FC236}">
                <a16:creationId xmlns:a16="http://schemas.microsoft.com/office/drawing/2014/main" id="{0DAA6646-3F9C-48C3-230D-0DCC7DCEDBDD}"/>
              </a:ext>
            </a:extLst>
          </p:cNvPr>
          <p:cNvSpPr>
            <a:spLocks noGrp="1"/>
          </p:cNvSpPr>
          <p:nvPr/>
        </p:nvSpPr>
        <p:spPr>
          <a:xfrm>
            <a:off x="2278725" y="2499616"/>
            <a:ext cx="30245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Pocket</a:t>
            </a:r>
          </a:p>
        </p:txBody>
      </p:sp>
      <p:sp>
        <p:nvSpPr>
          <p:cNvPr id="59" name="Label 15 Cues from Find">
            <a:extLst>
              <a:ext uri="{FF2B5EF4-FFF2-40B4-BE49-F238E27FC236}">
                <a16:creationId xmlns:a16="http://schemas.microsoft.com/office/drawing/2014/main" id="{810AF5C5-B80A-93E7-E7AC-8029CDB05A54}"/>
              </a:ext>
            </a:extLst>
          </p:cNvPr>
          <p:cNvSpPr>
            <a:spLocks noGrp="1"/>
          </p:cNvSpPr>
          <p:nvPr/>
        </p:nvSpPr>
        <p:spPr>
          <a:xfrm>
            <a:off x="2628186" y="2499616"/>
            <a:ext cx="578348" cy="61301"/>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Cues from Find</a:t>
            </a:r>
          </a:p>
        </p:txBody>
      </p:sp>
      <p:sp>
        <p:nvSpPr>
          <p:cNvPr id="60" name="Label 16 Blob">
            <a:extLst>
              <a:ext uri="{FF2B5EF4-FFF2-40B4-BE49-F238E27FC236}">
                <a16:creationId xmlns:a16="http://schemas.microsoft.com/office/drawing/2014/main" id="{D1876F22-A386-B0DF-356A-08A522844E35}"/>
              </a:ext>
            </a:extLst>
          </p:cNvPr>
          <p:cNvSpPr>
            <a:spLocks noGrp="1"/>
          </p:cNvSpPr>
          <p:nvPr/>
        </p:nvSpPr>
        <p:spPr>
          <a:xfrm>
            <a:off x="2667488"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Blob</a:t>
            </a:r>
          </a:p>
        </p:txBody>
      </p:sp>
      <p:sp>
        <p:nvSpPr>
          <p:cNvPr id="61" name="Label 17 Pseudo">
            <a:extLst>
              <a:ext uri="{FF2B5EF4-FFF2-40B4-BE49-F238E27FC236}">
                <a16:creationId xmlns:a16="http://schemas.microsoft.com/office/drawing/2014/main" id="{3E752924-07D9-EC42-74EE-C2FAF92C30F8}"/>
              </a:ext>
            </a:extLst>
          </p:cNvPr>
          <p:cNvSpPr>
            <a:spLocks noGrp="1"/>
          </p:cNvSpPr>
          <p:nvPr/>
        </p:nvSpPr>
        <p:spPr>
          <a:xfrm>
            <a:off x="2939405" y="2703952"/>
            <a:ext cx="214581" cy="57214"/>
          </a:xfrm>
          <a:prstGeom prst="rect">
            <a:avLst/>
          </a:prstGeom>
          <a:noFill/>
          <a:ln w="0">
            <a:noFill/>
          </a:ln>
        </p:spPr>
        <p:txBody>
          <a:bodyPr wrap="none" lIns="0" tIns="0" rIns="0" bIns="0" anchor="ctr">
            <a:noAutofit/>
          </a:bodyPr>
          <a:lstStyle/>
          <a:p>
            <a:pPr algn="ctr">
              <a:defRPr sz="400" b="0">
                <a:solidFill>
                  <a:srgbClr val="203646"/>
                </a:solidFill>
                <a:latin typeface="Arial"/>
                <a:ea typeface="Arial"/>
                <a:cs typeface="Arial"/>
              </a:defRPr>
            </a:pPr>
            <a:r>
              <a:rPr sz="400" b="0" dirty="0">
                <a:solidFill>
                  <a:srgbClr val="203646"/>
                </a:solidFill>
                <a:latin typeface="Arial"/>
                <a:ea typeface="Arial"/>
                <a:cs typeface="Arial"/>
              </a:rPr>
              <a:t>Pseudo</a:t>
            </a:r>
            <a:r>
              <a:rPr lang="en-US" sz="400" b="0" dirty="0">
                <a:solidFill>
                  <a:srgbClr val="203646"/>
                </a:solidFill>
                <a:latin typeface="Arial"/>
                <a:ea typeface="Arial"/>
                <a:cs typeface="Arial"/>
              </a:rPr>
              <a:t> </a:t>
            </a:r>
            <a:r>
              <a:rPr lang="en-US" altLang="zh-CN" sz="400" b="0" dirty="0">
                <a:solidFill>
                  <a:srgbClr val="203646"/>
                </a:solidFill>
                <a:latin typeface="Arial"/>
                <a:ea typeface="Arial"/>
                <a:cs typeface="Arial"/>
              </a:rPr>
              <a:t>atoms</a:t>
            </a:r>
            <a:endParaRPr sz="400" b="0" dirty="0">
              <a:solidFill>
                <a:srgbClr val="203646"/>
              </a:solidFill>
              <a:latin typeface="Arial"/>
              <a:ea typeface="Arial"/>
              <a:cs typeface="Arial"/>
            </a:endParaRPr>
          </a:p>
        </p:txBody>
      </p:sp>
      <p:sp>
        <p:nvSpPr>
          <p:cNvPr id="62" name="Operator Mean/max pool">
            <a:extLst>
              <a:ext uri="{FF2B5EF4-FFF2-40B4-BE49-F238E27FC236}">
                <a16:creationId xmlns:a16="http://schemas.microsoft.com/office/drawing/2014/main" id="{B21DBCD8-D2E8-5DD6-C7BB-8F83821B1013}"/>
              </a:ext>
            </a:extLst>
          </p:cNvPr>
          <p:cNvSpPr>
            <a:spLocks noGrp="1"/>
          </p:cNvSpPr>
          <p:nvPr/>
        </p:nvSpPr>
        <p:spPr>
          <a:xfrm>
            <a:off x="2250114"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Mean/max pool</a:t>
            </a:r>
          </a:p>
        </p:txBody>
      </p:sp>
      <p:sp>
        <p:nvSpPr>
          <p:cNvPr id="63" name="Operator Attention">
            <a:extLst>
              <a:ext uri="{FF2B5EF4-FFF2-40B4-BE49-F238E27FC236}">
                <a16:creationId xmlns:a16="http://schemas.microsoft.com/office/drawing/2014/main" id="{75697375-DCF2-CFE3-2105-BF97EE533EC0}"/>
              </a:ext>
            </a:extLst>
          </p:cNvPr>
          <p:cNvSpPr>
            <a:spLocks noGrp="1"/>
          </p:cNvSpPr>
          <p:nvPr/>
        </p:nvSpPr>
        <p:spPr>
          <a:xfrm>
            <a:off x="2797808" y="2967547"/>
            <a:ext cx="429163"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Cross-attention</a:t>
            </a:r>
          </a:p>
        </p:txBody>
      </p:sp>
      <p:sp>
        <p:nvSpPr>
          <p:cNvPr id="64" name="Line 18">
            <a:extLst>
              <a:ext uri="{FF2B5EF4-FFF2-40B4-BE49-F238E27FC236}">
                <a16:creationId xmlns:a16="http://schemas.microsoft.com/office/drawing/2014/main" id="{554A97B3-7202-D966-A61C-33F3450A53A6}"/>
              </a:ext>
            </a:extLst>
          </p:cNvPr>
          <p:cNvSpPr>
            <a:spLocks noGrp="1"/>
          </p:cNvSpPr>
          <p:nvPr/>
        </p:nvSpPr>
        <p:spPr>
          <a:xfrm>
            <a:off x="2738543" y="2775470"/>
            <a:ext cx="20" cy="61301"/>
          </a:xfrm>
          <a:custGeom>
            <a:avLst/>
            <a:gdLst/>
            <a:ahLst/>
            <a:cxnLst/>
            <a:rect l="0" t="0" r="0" b="0"/>
            <a:pathLst>
              <a:path w="95" h="247650">
                <a:moveTo>
                  <a:pt x="0" y="0"/>
                </a:moveTo>
                <a:lnTo>
                  <a:pt x="0" y="247650"/>
                </a:lnTo>
              </a:path>
            </a:pathLst>
          </a:custGeom>
          <a:noFill/>
          <a:ln w="3474">
            <a:solidFill>
              <a:srgbClr val="2B887C"/>
            </a:solidFill>
            <a:prstDash val="solid"/>
          </a:ln>
        </p:spPr>
      </p:sp>
      <p:sp>
        <p:nvSpPr>
          <p:cNvPr id="65" name="Line 19">
            <a:extLst>
              <a:ext uri="{FF2B5EF4-FFF2-40B4-BE49-F238E27FC236}">
                <a16:creationId xmlns:a16="http://schemas.microsoft.com/office/drawing/2014/main" id="{4B50FF33-24F3-5F84-237D-C648C293E7A8}"/>
              </a:ext>
            </a:extLst>
          </p:cNvPr>
          <p:cNvSpPr>
            <a:spLocks noGrp="1"/>
          </p:cNvSpPr>
          <p:nvPr/>
        </p:nvSpPr>
        <p:spPr>
          <a:xfrm>
            <a:off x="2464696" y="2836771"/>
            <a:ext cx="547694" cy="47"/>
          </a:xfrm>
          <a:custGeom>
            <a:avLst/>
            <a:gdLst/>
            <a:ahLst/>
            <a:cxnLst/>
            <a:rect l="0" t="0" r="0" b="0"/>
            <a:pathLst>
              <a:path w="2552700" h="95">
                <a:moveTo>
                  <a:pt x="0" y="0"/>
                </a:moveTo>
                <a:lnTo>
                  <a:pt x="2552700" y="0"/>
                </a:lnTo>
              </a:path>
            </a:pathLst>
          </a:custGeom>
          <a:noFill/>
          <a:ln w="3474">
            <a:solidFill>
              <a:srgbClr val="2B887C"/>
            </a:solidFill>
            <a:prstDash val="solid"/>
          </a:ln>
        </p:spPr>
      </p:sp>
      <p:sp>
        <p:nvSpPr>
          <p:cNvPr id="66" name="Arrow 20">
            <a:extLst>
              <a:ext uri="{FF2B5EF4-FFF2-40B4-BE49-F238E27FC236}">
                <a16:creationId xmlns:a16="http://schemas.microsoft.com/office/drawing/2014/main" id="{B4A0F68D-D635-C5EE-AE4F-09DA0A8583D5}"/>
              </a:ext>
            </a:extLst>
          </p:cNvPr>
          <p:cNvSpPr>
            <a:spLocks noGrp="1"/>
          </p:cNvSpPr>
          <p:nvPr/>
        </p:nvSpPr>
        <p:spPr>
          <a:xfrm>
            <a:off x="2464696"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7" name="Arrow 21">
            <a:extLst>
              <a:ext uri="{FF2B5EF4-FFF2-40B4-BE49-F238E27FC236}">
                <a16:creationId xmlns:a16="http://schemas.microsoft.com/office/drawing/2014/main" id="{738FF7B0-EF10-61B7-298E-2F2ABB2E5983}"/>
              </a:ext>
            </a:extLst>
          </p:cNvPr>
          <p:cNvSpPr>
            <a:spLocks noGrp="1"/>
          </p:cNvSpPr>
          <p:nvPr/>
        </p:nvSpPr>
        <p:spPr>
          <a:xfrm>
            <a:off x="3012389" y="2836771"/>
            <a:ext cx="20" cy="102752"/>
          </a:xfrm>
          <a:custGeom>
            <a:avLst/>
            <a:gdLst/>
            <a:ahLst/>
            <a:cxnLst/>
            <a:rect l="0" t="0" r="0" b="0"/>
            <a:pathLst>
              <a:path w="95" h="209550">
                <a:moveTo>
                  <a:pt x="0" y="0"/>
                </a:moveTo>
                <a:lnTo>
                  <a:pt x="0" y="209550"/>
                </a:lnTo>
              </a:path>
            </a:pathLst>
          </a:custGeom>
          <a:noFill/>
          <a:ln w="3474">
            <a:solidFill>
              <a:srgbClr val="2B887C"/>
            </a:solidFill>
            <a:prstDash val="solid"/>
          </a:ln>
        </p:spPr>
      </p:sp>
      <p:sp>
        <p:nvSpPr>
          <p:cNvPr id="68" name="Label 22 K, V">
            <a:extLst>
              <a:ext uri="{FF2B5EF4-FFF2-40B4-BE49-F238E27FC236}">
                <a16:creationId xmlns:a16="http://schemas.microsoft.com/office/drawing/2014/main" id="{9C772881-4E10-C6B0-DC4A-4E96E0582DA0}"/>
              </a:ext>
            </a:extLst>
          </p:cNvPr>
          <p:cNvSpPr>
            <a:spLocks noGrp="1"/>
          </p:cNvSpPr>
          <p:nvPr/>
        </p:nvSpPr>
        <p:spPr>
          <a:xfrm>
            <a:off x="3028738" y="2834414"/>
            <a:ext cx="134880" cy="123792"/>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69" name="Arrow 23">
            <a:extLst>
              <a:ext uri="{FF2B5EF4-FFF2-40B4-BE49-F238E27FC236}">
                <a16:creationId xmlns:a16="http://schemas.microsoft.com/office/drawing/2014/main" id="{A785A34E-AF3C-C366-183C-FF56BE0BE69A}"/>
              </a:ext>
            </a:extLst>
          </p:cNvPr>
          <p:cNvSpPr>
            <a:spLocks noGrp="1"/>
          </p:cNvSpPr>
          <p:nvPr/>
        </p:nvSpPr>
        <p:spPr>
          <a:xfrm>
            <a:off x="3237189" y="3016588"/>
            <a:ext cx="110356" cy="20"/>
          </a:xfrm>
          <a:custGeom>
            <a:avLst/>
            <a:gdLst/>
            <a:ahLst/>
            <a:cxnLst/>
            <a:rect l="0" t="0" r="0" b="0"/>
            <a:pathLst>
              <a:path w="514350" h="95">
                <a:moveTo>
                  <a:pt x="514350" y="0"/>
                </a:moveTo>
                <a:lnTo>
                  <a:pt x="0" y="0"/>
                </a:lnTo>
              </a:path>
            </a:pathLst>
          </a:custGeom>
          <a:noFill/>
          <a:ln w="3474">
            <a:solidFill>
              <a:srgbClr val="397FA6"/>
            </a:solidFill>
            <a:prstDash val="solid"/>
          </a:ln>
        </p:spPr>
      </p:sp>
      <p:sp>
        <p:nvSpPr>
          <p:cNvPr id="70" name="Label 24 Q">
            <a:extLst>
              <a:ext uri="{FF2B5EF4-FFF2-40B4-BE49-F238E27FC236}">
                <a16:creationId xmlns:a16="http://schemas.microsoft.com/office/drawing/2014/main" id="{84552AEB-3A9B-7E9F-A1E7-9E7E269AAAB2}"/>
              </a:ext>
            </a:extLst>
          </p:cNvPr>
          <p:cNvSpPr>
            <a:spLocks noGrp="1"/>
          </p:cNvSpPr>
          <p:nvPr/>
        </p:nvSpPr>
        <p:spPr>
          <a:xfrm>
            <a:off x="3269887" y="2930182"/>
            <a:ext cx="59265"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71" name="Line 25">
            <a:extLst>
              <a:ext uri="{FF2B5EF4-FFF2-40B4-BE49-F238E27FC236}">
                <a16:creationId xmlns:a16="http://schemas.microsoft.com/office/drawing/2014/main" id="{901444A3-1252-A452-7196-CBCD827D40AA}"/>
              </a:ext>
            </a:extLst>
          </p:cNvPr>
          <p:cNvSpPr>
            <a:spLocks noGrp="1"/>
          </p:cNvSpPr>
          <p:nvPr/>
        </p:nvSpPr>
        <p:spPr>
          <a:xfrm>
            <a:off x="2464696" y="3067672"/>
            <a:ext cx="273847" cy="75897"/>
          </a:xfrm>
          <a:custGeom>
            <a:avLst/>
            <a:gdLst/>
            <a:ahLst/>
            <a:cxnLst/>
            <a:rect l="0" t="0" r="0" b="0"/>
            <a:pathLst>
              <a:path w="1276350" h="285750">
                <a:moveTo>
                  <a:pt x="0" y="0"/>
                </a:moveTo>
                <a:lnTo>
                  <a:pt x="0" y="285750"/>
                </a:lnTo>
                <a:lnTo>
                  <a:pt x="1276350" y="285750"/>
                </a:lnTo>
              </a:path>
            </a:pathLst>
          </a:custGeom>
          <a:noFill/>
          <a:ln w="3474">
            <a:solidFill>
              <a:srgbClr val="2B887C"/>
            </a:solidFill>
            <a:prstDash val="solid"/>
          </a:ln>
        </p:spPr>
      </p:sp>
      <p:sp>
        <p:nvSpPr>
          <p:cNvPr id="72" name="Arrow 26">
            <a:extLst>
              <a:ext uri="{FF2B5EF4-FFF2-40B4-BE49-F238E27FC236}">
                <a16:creationId xmlns:a16="http://schemas.microsoft.com/office/drawing/2014/main" id="{90EC0380-EA66-7028-D5C4-F64175DE6093}"/>
              </a:ext>
            </a:extLst>
          </p:cNvPr>
          <p:cNvSpPr>
            <a:spLocks noGrp="1"/>
          </p:cNvSpPr>
          <p:nvPr/>
        </p:nvSpPr>
        <p:spPr>
          <a:xfrm>
            <a:off x="2738543" y="3067672"/>
            <a:ext cx="273847" cy="106255"/>
          </a:xfrm>
          <a:custGeom>
            <a:avLst/>
            <a:gdLst/>
            <a:ahLst/>
            <a:cxnLst/>
            <a:rect l="0" t="0" r="0" b="0"/>
            <a:pathLst>
              <a:path w="1276350" h="400050">
                <a:moveTo>
                  <a:pt x="1276350" y="0"/>
                </a:moveTo>
                <a:lnTo>
                  <a:pt x="1276350" y="285750"/>
                </a:lnTo>
                <a:lnTo>
                  <a:pt x="0" y="285750"/>
                </a:lnTo>
                <a:lnTo>
                  <a:pt x="0" y="400050"/>
                </a:lnTo>
              </a:path>
            </a:pathLst>
          </a:custGeom>
          <a:noFill/>
          <a:ln w="3474">
            <a:solidFill>
              <a:srgbClr val="2B887C"/>
            </a:solidFill>
            <a:prstDash val="solid"/>
          </a:ln>
        </p:spPr>
      </p:sp>
      <p:sp>
        <p:nvSpPr>
          <p:cNvPr id="73" name="Label 27 Concat">
            <a:extLst>
              <a:ext uri="{FF2B5EF4-FFF2-40B4-BE49-F238E27FC236}">
                <a16:creationId xmlns:a16="http://schemas.microsoft.com/office/drawing/2014/main" id="{FAA71DC9-AFE7-D234-8E7A-EA5573BA1B8C}"/>
              </a:ext>
            </a:extLst>
          </p:cNvPr>
          <p:cNvSpPr>
            <a:spLocks noGrp="1"/>
          </p:cNvSpPr>
          <p:nvPr/>
        </p:nvSpPr>
        <p:spPr>
          <a:xfrm>
            <a:off x="2646579" y="3070202"/>
            <a:ext cx="183927" cy="6324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Concat</a:t>
            </a:r>
          </a:p>
        </p:txBody>
      </p:sp>
      <p:sp>
        <p:nvSpPr>
          <p:cNvPr id="74" name="Operator MLP">
            <a:extLst>
              <a:ext uri="{FF2B5EF4-FFF2-40B4-BE49-F238E27FC236}">
                <a16:creationId xmlns:a16="http://schemas.microsoft.com/office/drawing/2014/main" id="{E8D7AAA4-507E-0CE4-2C54-AB24314D5AAC}"/>
              </a:ext>
            </a:extLst>
          </p:cNvPr>
          <p:cNvSpPr>
            <a:spLocks noGrp="1"/>
          </p:cNvSpPr>
          <p:nvPr/>
        </p:nvSpPr>
        <p:spPr>
          <a:xfrm>
            <a:off x="2632274" y="3182100"/>
            <a:ext cx="212538" cy="85821"/>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MLP</a:t>
            </a:r>
          </a:p>
        </p:txBody>
      </p:sp>
      <p:sp>
        <p:nvSpPr>
          <p:cNvPr id="75" name="Arrow 28">
            <a:extLst>
              <a:ext uri="{FF2B5EF4-FFF2-40B4-BE49-F238E27FC236}">
                <a16:creationId xmlns:a16="http://schemas.microsoft.com/office/drawing/2014/main" id="{C539AC33-382F-CD2C-B8E4-47E49C75CDE5}"/>
              </a:ext>
            </a:extLst>
          </p:cNvPr>
          <p:cNvSpPr>
            <a:spLocks noGrp="1"/>
          </p:cNvSpPr>
          <p:nvPr/>
        </p:nvSpPr>
        <p:spPr>
          <a:xfrm>
            <a:off x="2844811" y="3225011"/>
            <a:ext cx="392377" cy="20"/>
          </a:xfrm>
          <a:custGeom>
            <a:avLst/>
            <a:gdLst/>
            <a:ahLst/>
            <a:cxnLst/>
            <a:rect l="0" t="0" r="0" b="0"/>
            <a:pathLst>
              <a:path w="1828800" h="95">
                <a:moveTo>
                  <a:pt x="0" y="0"/>
                </a:moveTo>
                <a:lnTo>
                  <a:pt x="1828800" y="0"/>
                </a:lnTo>
              </a:path>
            </a:pathLst>
          </a:custGeom>
          <a:noFill/>
          <a:ln w="3474">
            <a:solidFill>
              <a:srgbClr val="2B887C"/>
            </a:solidFill>
            <a:prstDash val="solid"/>
          </a:ln>
        </p:spPr>
      </p:sp>
      <p:sp>
        <p:nvSpPr>
          <p:cNvPr id="76" name="Operator FiLM">
            <a:extLst>
              <a:ext uri="{FF2B5EF4-FFF2-40B4-BE49-F238E27FC236}">
                <a16:creationId xmlns:a16="http://schemas.microsoft.com/office/drawing/2014/main" id="{4E577D02-6153-A76E-35D2-301A0DC2210B}"/>
              </a:ext>
            </a:extLst>
          </p:cNvPr>
          <p:cNvSpPr>
            <a:spLocks noGrp="1"/>
          </p:cNvSpPr>
          <p:nvPr/>
        </p:nvSpPr>
        <p:spPr>
          <a:xfrm>
            <a:off x="3249451" y="3173927"/>
            <a:ext cx="196189" cy="100125"/>
          </a:xfrm>
          <a:prstGeom prst="roundRect">
            <a:avLst>
              <a:gd name="adj" fmla="val 14286"/>
            </a:avLst>
          </a:prstGeom>
          <a:solidFill>
            <a:srgbClr val="F4F0F8"/>
          </a:solidFill>
          <a:ln w="3270">
            <a:solidFill>
              <a:srgbClr val="9988B8"/>
            </a:solidFill>
          </a:ln>
        </p:spPr>
        <p:txBody>
          <a:bodyPr wrap="none" lIns="28575" tIns="9525" rIns="28575" bIns="9525" anchor="ctr">
            <a:noAutofit/>
          </a:bodyPr>
          <a:lstStyle/>
          <a:p>
            <a:pPr algn="ctr">
              <a:defRPr sz="417" b="1">
                <a:solidFill>
                  <a:srgbClr val="9988B8"/>
                </a:solidFill>
                <a:latin typeface="Arial"/>
                <a:ea typeface="Arial"/>
                <a:cs typeface="Arial"/>
              </a:defRPr>
            </a:pPr>
            <a:r>
              <a:rPr sz="417" b="1">
                <a:solidFill>
                  <a:srgbClr val="9988B8"/>
                </a:solidFill>
                <a:latin typeface="Arial"/>
                <a:ea typeface="Arial"/>
                <a:cs typeface="Arial"/>
              </a:rPr>
              <a:t>FiLM</a:t>
            </a:r>
          </a:p>
        </p:txBody>
      </p:sp>
      <p:sp>
        <p:nvSpPr>
          <p:cNvPr id="77" name="Arrow 29">
            <a:extLst>
              <a:ext uri="{FF2B5EF4-FFF2-40B4-BE49-F238E27FC236}">
                <a16:creationId xmlns:a16="http://schemas.microsoft.com/office/drawing/2014/main" id="{0FF15C68-D630-C9EE-6B8D-3F6F2C456C7F}"/>
              </a:ext>
            </a:extLst>
          </p:cNvPr>
          <p:cNvSpPr>
            <a:spLocks noGrp="1"/>
          </p:cNvSpPr>
          <p:nvPr/>
        </p:nvSpPr>
        <p:spPr>
          <a:xfrm>
            <a:off x="3347545"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78" name="Label 30 h">
                <a:extLst>
                  <a:ext uri="{FF2B5EF4-FFF2-40B4-BE49-F238E27FC236}">
                    <a16:creationId xmlns:a16="http://schemas.microsoft.com/office/drawing/2014/main" id="{089F8EB0-D83F-0171-C063-0DB714962BAE}"/>
                  </a:ext>
                </a:extLst>
              </p:cNvPr>
              <p:cNvSpPr>
                <a:spLocks noGrp="1"/>
              </p:cNvSpPr>
              <p:nvPr/>
            </p:nvSpPr>
            <p:spPr>
              <a:xfrm>
                <a:off x="3216753"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ℎ</m:t>
                          </m:r>
                        </m:e>
                        <m:sub>
                          <m:r>
                            <a:rPr lang="en-US" sz="486">
                              <a:solidFill>
                                <a:srgbClr val="203646"/>
                              </a:solidFill>
                              <a:latin typeface="Cambria Math"/>
                            </a:rPr>
                            <m:t>𝑗</m:t>
                          </m:r>
                        </m:sub>
                      </m:sSub>
                    </m:oMath>
                  </m:oMathPara>
                </a14:m>
                <a:endParaRPr lang="en-US" sz="486"/>
              </a:p>
            </p:txBody>
          </p:sp>
        </mc:Choice>
        <mc:Fallback xmlns="">
          <p:sp>
            <p:nvSpPr>
              <p:cNvPr id="79" name="Label 30 h">
                <a:extLst>
                  <a:ext uri="{FF2B5EF4-FFF2-40B4-BE49-F238E27FC236}">
                    <a16:creationId xmlns:a16="http://schemas.microsoft.com/office/drawing/2014/main" id="{089F8EB0-D83F-0171-C063-0DB714962BAE}"/>
                  </a:ext>
                </a:extLst>
              </p:cNvPr>
              <p:cNvSpPr>
                <a:spLocks noGrp="1" noRot="1" noChangeAspect="1" noMove="1" noResize="1" noEditPoints="1" noAdjustHandles="1" noChangeArrowheads="1" noChangeShapeType="1" noTextEdit="1"/>
              </p:cNvSpPr>
              <p:nvPr/>
            </p:nvSpPr>
            <p:spPr>
              <a:xfrm>
                <a:off x="3216753" y="3284269"/>
                <a:ext cx="106269" cy="69474"/>
              </a:xfrm>
              <a:prstGeom prst="rect">
                <a:avLst/>
              </a:prstGeom>
              <a:blipFill>
                <a:blip r:embed="rId5"/>
                <a:stretch>
                  <a:fillRect l="-23529" b="-54545"/>
                </a:stretch>
              </a:blipFill>
              <a:ln w="0">
                <a:noFill/>
              </a:ln>
            </p:spPr>
            <p:txBody>
              <a:bodyPr/>
              <a:lstStyle/>
              <a:p>
                <a:r>
                  <a:rPr lang="zh-CN" altLang="en-US">
                    <a:noFill/>
                  </a:rPr>
                  <a:t> </a:t>
                </a:r>
              </a:p>
            </p:txBody>
          </p:sp>
        </mc:Fallback>
      </mc:AlternateContent>
      <p:sp>
        <p:nvSpPr>
          <p:cNvPr id="80" name="Label 31 User-provided SMILES · same PDB">
            <a:extLst>
              <a:ext uri="{FF2B5EF4-FFF2-40B4-BE49-F238E27FC236}">
                <a16:creationId xmlns:a16="http://schemas.microsoft.com/office/drawing/2014/main" id="{FA697514-484F-ABDD-66D0-BF7E69D0AB09}"/>
              </a:ext>
            </a:extLst>
          </p:cNvPr>
          <p:cNvSpPr>
            <a:spLocks noGrp="1"/>
          </p:cNvSpPr>
          <p:nvPr/>
        </p:nvSpPr>
        <p:spPr>
          <a:xfrm>
            <a:off x="3705181" y="1986731"/>
            <a:ext cx="1238441" cy="65388"/>
          </a:xfrm>
          <a:prstGeom prst="rect">
            <a:avLst/>
          </a:prstGeom>
          <a:noFill/>
          <a:ln w="0">
            <a:noFill/>
          </a:ln>
        </p:spPr>
        <p:txBody>
          <a:bodyPr wrap="none" lIns="0" tIns="0" rIns="0" bIns="0" anchor="ctr">
            <a:noAutofit/>
          </a:bodyPr>
          <a:lstStyle/>
          <a:p>
            <a:pPr algn="ctr">
              <a:defRPr sz="417" b="0">
                <a:solidFill>
                  <a:srgbClr val="6F8290"/>
                </a:solidFill>
                <a:latin typeface="Arial"/>
                <a:ea typeface="Arial"/>
                <a:cs typeface="Arial"/>
              </a:defRPr>
            </a:pPr>
            <a:r>
              <a:rPr sz="417" b="0" dirty="0">
                <a:solidFill>
                  <a:srgbClr val="6F8290"/>
                </a:solidFill>
                <a:latin typeface="Arial"/>
                <a:ea typeface="Arial"/>
                <a:cs typeface="Arial"/>
              </a:rPr>
              <a:t>User-provided SMILES · same PDB</a:t>
            </a:r>
          </a:p>
        </p:txBody>
      </p:sp>
      <p:sp>
        <p:nvSpPr>
          <p:cNvPr id="81" name="Operator ">
            <a:extLst>
              <a:ext uri="{FF2B5EF4-FFF2-40B4-BE49-F238E27FC236}">
                <a16:creationId xmlns:a16="http://schemas.microsoft.com/office/drawing/2014/main" id="{C43941CD-8F4C-D34C-B0D4-8D2799101932}"/>
              </a:ext>
            </a:extLst>
          </p:cNvPr>
          <p:cNvSpPr>
            <a:spLocks noGrp="1"/>
          </p:cNvSpPr>
          <p:nvPr/>
        </p:nvSpPr>
        <p:spPr>
          <a:xfrm>
            <a:off x="4068947" y="2062335"/>
            <a:ext cx="439381" cy="349776"/>
          </a:xfrm>
          <a:prstGeom prst="roundRect">
            <a:avLst>
              <a:gd name="adj" fmla="val 4118"/>
            </a:avLst>
          </a:prstGeom>
          <a:solidFill>
            <a:srgbClr val="FFFFFF"/>
          </a:solidFill>
          <a:ln w="3270">
            <a:solidFill>
              <a:srgbClr val="BFD9CF"/>
            </a:solidFill>
          </a:ln>
        </p:spPr>
      </p:sp>
      <p:sp>
        <p:nvSpPr>
          <p:cNvPr id="82" name="Operator ">
            <a:extLst>
              <a:ext uri="{FF2B5EF4-FFF2-40B4-BE49-F238E27FC236}">
                <a16:creationId xmlns:a16="http://schemas.microsoft.com/office/drawing/2014/main" id="{44AA21B6-7457-1D5F-80E0-9F24ADCA9426}"/>
              </a:ext>
            </a:extLst>
          </p:cNvPr>
          <p:cNvSpPr>
            <a:spLocks noGrp="1"/>
          </p:cNvSpPr>
          <p:nvPr/>
        </p:nvSpPr>
        <p:spPr>
          <a:xfrm>
            <a:off x="4081209" y="2248282"/>
            <a:ext cx="414857" cy="69474"/>
          </a:xfrm>
          <a:prstGeom prst="roundRect">
            <a:avLst>
              <a:gd name="adj" fmla="val 20588"/>
            </a:avLst>
          </a:prstGeom>
          <a:solidFill>
            <a:srgbClr val="EDF6F1"/>
          </a:solidFill>
          <a:ln w="3270">
            <a:solidFill>
              <a:srgbClr val="2B887C"/>
            </a:solidFill>
          </a:ln>
        </p:spPr>
      </p:sp>
      <p:sp>
        <p:nvSpPr>
          <p:cNvPr id="83" name="Label 32 1">
            <a:extLst>
              <a:ext uri="{FF2B5EF4-FFF2-40B4-BE49-F238E27FC236}">
                <a16:creationId xmlns:a16="http://schemas.microsoft.com/office/drawing/2014/main" id="{4A69C17C-F264-822C-57C9-F3CDEAF2A48B}"/>
              </a:ext>
            </a:extLst>
          </p:cNvPr>
          <p:cNvSpPr>
            <a:spLocks noGrp="1"/>
          </p:cNvSpPr>
          <p:nvPr/>
        </p:nvSpPr>
        <p:spPr>
          <a:xfrm>
            <a:off x="4091427" y="2074595"/>
            <a:ext cx="53134" cy="57214"/>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a:solidFill>
                  <a:srgbClr val="5D83A8"/>
                </a:solidFill>
                <a:latin typeface="Arial"/>
                <a:ea typeface="Arial"/>
                <a:cs typeface="Arial"/>
              </a:rPr>
              <a:t>1</a:t>
            </a:r>
          </a:p>
        </p:txBody>
      </p:sp>
      <p:sp>
        <p:nvSpPr>
          <p:cNvPr id="84" name="Label 33 CCO">
            <a:extLst>
              <a:ext uri="{FF2B5EF4-FFF2-40B4-BE49-F238E27FC236}">
                <a16:creationId xmlns:a16="http://schemas.microsoft.com/office/drawing/2014/main" id="{B01DB248-E9F9-73E1-3BD1-4C7C8D161ABD}"/>
              </a:ext>
            </a:extLst>
          </p:cNvPr>
          <p:cNvSpPr>
            <a:spLocks noGrp="1"/>
          </p:cNvSpPr>
          <p:nvPr/>
        </p:nvSpPr>
        <p:spPr>
          <a:xfrm>
            <a:off x="4160911" y="2074595"/>
            <a:ext cx="322894" cy="57214"/>
          </a:xfrm>
          <a:prstGeom prst="rect">
            <a:avLst/>
          </a:prstGeom>
          <a:noFill/>
          <a:ln w="0">
            <a:noFill/>
          </a:ln>
        </p:spPr>
        <p:txBody>
          <a:bodyPr wrap="none" lIns="0" tIns="0" rIns="0" bIns="0" anchor="ctr">
            <a:noAutofit/>
          </a:bodyPr>
          <a:lstStyle/>
          <a:p>
            <a:pPr algn="l">
              <a:defRPr sz="400" b="0">
                <a:solidFill>
                  <a:srgbClr val="5D83A8"/>
                </a:solidFill>
                <a:latin typeface="Arial"/>
                <a:ea typeface="Arial"/>
                <a:cs typeface="Arial"/>
              </a:defRPr>
            </a:pPr>
            <a:r>
              <a:rPr sz="400" b="0">
                <a:solidFill>
                  <a:srgbClr val="5D83A8"/>
                </a:solidFill>
                <a:latin typeface="Arial"/>
                <a:ea typeface="Arial"/>
                <a:cs typeface="Arial"/>
              </a:rPr>
              <a:t>CCO</a:t>
            </a:r>
          </a:p>
        </p:txBody>
      </p:sp>
      <p:sp>
        <p:nvSpPr>
          <p:cNvPr id="85" name="Label 34 2">
            <a:extLst>
              <a:ext uri="{FF2B5EF4-FFF2-40B4-BE49-F238E27FC236}">
                <a16:creationId xmlns:a16="http://schemas.microsoft.com/office/drawing/2014/main" id="{1B5E384B-A0CD-27E4-E74F-A790939BE2B9}"/>
              </a:ext>
            </a:extLst>
          </p:cNvPr>
          <p:cNvSpPr>
            <a:spLocks noGrp="1"/>
          </p:cNvSpPr>
          <p:nvPr/>
        </p:nvSpPr>
        <p:spPr>
          <a:xfrm>
            <a:off x="4091427" y="2164504"/>
            <a:ext cx="53134" cy="57214"/>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86" name="Label 35 CC(=O)O">
            <a:extLst>
              <a:ext uri="{FF2B5EF4-FFF2-40B4-BE49-F238E27FC236}">
                <a16:creationId xmlns:a16="http://schemas.microsoft.com/office/drawing/2014/main" id="{C0176642-9B10-5B68-9F0F-61B79A6B9DE4}"/>
              </a:ext>
            </a:extLst>
          </p:cNvPr>
          <p:cNvSpPr>
            <a:spLocks noGrp="1"/>
          </p:cNvSpPr>
          <p:nvPr/>
        </p:nvSpPr>
        <p:spPr>
          <a:xfrm>
            <a:off x="4160911" y="2164504"/>
            <a:ext cx="322894" cy="57214"/>
          </a:xfrm>
          <a:prstGeom prst="rect">
            <a:avLst/>
          </a:prstGeom>
          <a:noFill/>
          <a:ln w="0">
            <a:noFill/>
          </a:ln>
        </p:spPr>
        <p:txBody>
          <a:bodyPr wrap="none" lIns="0" tIns="0" rIns="0" bIns="0" anchor="ctr">
            <a:noAutofit/>
          </a:bodyPr>
          <a:lstStyle/>
          <a:p>
            <a:pPr algn="l">
              <a:defRPr sz="400" b="0">
                <a:solidFill>
                  <a:srgbClr val="AC844C"/>
                </a:solidFill>
                <a:latin typeface="Arial"/>
                <a:ea typeface="Arial"/>
                <a:cs typeface="Arial"/>
              </a:defRPr>
            </a:pPr>
            <a:r>
              <a:rPr sz="400" b="0">
                <a:solidFill>
                  <a:srgbClr val="AC844C"/>
                </a:solidFill>
                <a:latin typeface="Arial"/>
                <a:ea typeface="Arial"/>
                <a:cs typeface="Arial"/>
              </a:rPr>
              <a:t>CC(=O)O</a:t>
            </a:r>
          </a:p>
        </p:txBody>
      </p:sp>
      <p:sp>
        <p:nvSpPr>
          <p:cNvPr id="87" name="Label 36 k">
            <a:extLst>
              <a:ext uri="{FF2B5EF4-FFF2-40B4-BE49-F238E27FC236}">
                <a16:creationId xmlns:a16="http://schemas.microsoft.com/office/drawing/2014/main" id="{0363D78B-C5B7-8069-E283-358882294AC5}"/>
              </a:ext>
            </a:extLst>
          </p:cNvPr>
          <p:cNvSpPr>
            <a:spLocks noGrp="1"/>
          </p:cNvSpPr>
          <p:nvPr/>
        </p:nvSpPr>
        <p:spPr>
          <a:xfrm>
            <a:off x="4091427" y="2254412"/>
            <a:ext cx="53134" cy="57214"/>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88" name="Label 37 Cc1ccccc1">
            <a:extLst>
              <a:ext uri="{FF2B5EF4-FFF2-40B4-BE49-F238E27FC236}">
                <a16:creationId xmlns:a16="http://schemas.microsoft.com/office/drawing/2014/main" id="{245A7B3C-25EC-E0F7-6FDB-508C962B5B13}"/>
              </a:ext>
            </a:extLst>
          </p:cNvPr>
          <p:cNvSpPr>
            <a:spLocks noGrp="1"/>
          </p:cNvSpPr>
          <p:nvPr/>
        </p:nvSpPr>
        <p:spPr>
          <a:xfrm>
            <a:off x="4160911" y="2254412"/>
            <a:ext cx="322894" cy="57214"/>
          </a:xfrm>
          <a:prstGeom prst="rect">
            <a:avLst/>
          </a:prstGeom>
          <a:noFill/>
          <a:ln w="0">
            <a:noFill/>
          </a:ln>
        </p:spPr>
        <p:txBody>
          <a:bodyPr wrap="none" lIns="0" tIns="0" rIns="0" bIns="0" anchor="ctr">
            <a:noAutofit/>
          </a:bodyPr>
          <a:lstStyle/>
          <a:p>
            <a:pPr algn="l">
              <a:defRPr sz="400" b="1">
                <a:solidFill>
                  <a:srgbClr val="2B887C"/>
                </a:solidFill>
                <a:latin typeface="Arial"/>
                <a:ea typeface="Arial"/>
                <a:cs typeface="Arial"/>
              </a:defRPr>
            </a:pPr>
            <a:r>
              <a:rPr sz="400" b="1">
                <a:solidFill>
                  <a:srgbClr val="2B887C"/>
                </a:solidFill>
                <a:latin typeface="Arial"/>
                <a:ea typeface="Arial"/>
                <a:cs typeface="Arial"/>
              </a:rPr>
              <a:t>Cc1ccccc1</a:t>
            </a:r>
          </a:p>
        </p:txBody>
      </p:sp>
      <p:sp>
        <p:nvSpPr>
          <p:cNvPr id="89" name="Label 38 K">
            <a:extLst>
              <a:ext uri="{FF2B5EF4-FFF2-40B4-BE49-F238E27FC236}">
                <a16:creationId xmlns:a16="http://schemas.microsoft.com/office/drawing/2014/main" id="{A2582FA0-9309-416A-A8C7-FB7EC673887A}"/>
              </a:ext>
            </a:extLst>
          </p:cNvPr>
          <p:cNvSpPr>
            <a:spLocks noGrp="1"/>
          </p:cNvSpPr>
          <p:nvPr/>
        </p:nvSpPr>
        <p:spPr>
          <a:xfrm>
            <a:off x="4091427" y="2344320"/>
            <a:ext cx="53134" cy="57214"/>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90" name="Label 39 CC(N)=O">
            <a:extLst>
              <a:ext uri="{FF2B5EF4-FFF2-40B4-BE49-F238E27FC236}">
                <a16:creationId xmlns:a16="http://schemas.microsoft.com/office/drawing/2014/main" id="{7EBDBA4B-FF2E-EBAF-BF93-48D7944940C0}"/>
              </a:ext>
            </a:extLst>
          </p:cNvPr>
          <p:cNvSpPr>
            <a:spLocks noGrp="1"/>
          </p:cNvSpPr>
          <p:nvPr/>
        </p:nvSpPr>
        <p:spPr>
          <a:xfrm>
            <a:off x="4160911" y="2344320"/>
            <a:ext cx="322894" cy="57214"/>
          </a:xfrm>
          <a:prstGeom prst="rect">
            <a:avLst/>
          </a:prstGeom>
          <a:noFill/>
          <a:ln w="0">
            <a:noFill/>
          </a:ln>
        </p:spPr>
        <p:txBody>
          <a:bodyPr wrap="none" lIns="0" tIns="0" rIns="0" bIns="0" anchor="ctr">
            <a:noAutofit/>
          </a:bodyPr>
          <a:lstStyle/>
          <a:p>
            <a:pPr algn="l">
              <a:defRPr sz="400" b="0">
                <a:solidFill>
                  <a:srgbClr val="9580A8"/>
                </a:solidFill>
                <a:latin typeface="Arial"/>
                <a:ea typeface="Arial"/>
                <a:cs typeface="Arial"/>
              </a:defRPr>
            </a:pPr>
            <a:r>
              <a:rPr sz="400" b="0" dirty="0">
                <a:solidFill>
                  <a:srgbClr val="9580A8"/>
                </a:solidFill>
                <a:latin typeface="Arial"/>
                <a:ea typeface="Arial"/>
                <a:cs typeface="Arial"/>
              </a:rPr>
              <a:t>CC(N)=O</a:t>
            </a:r>
          </a:p>
        </p:txBody>
      </p:sp>
      <p:sp>
        <p:nvSpPr>
          <p:cNvPr id="91" name="Label 40 ···">
            <a:extLst>
              <a:ext uri="{FF2B5EF4-FFF2-40B4-BE49-F238E27FC236}">
                <a16:creationId xmlns:a16="http://schemas.microsoft.com/office/drawing/2014/main" id="{8AAB699A-96EE-C243-4E66-4CB449FB094D}"/>
              </a:ext>
            </a:extLst>
          </p:cNvPr>
          <p:cNvSpPr>
            <a:spLocks noGrp="1"/>
          </p:cNvSpPr>
          <p:nvPr/>
        </p:nvSpPr>
        <p:spPr>
          <a:xfrm>
            <a:off x="4100000" y="2219675"/>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2" name="Label 41 ···">
            <a:extLst>
              <a:ext uri="{FF2B5EF4-FFF2-40B4-BE49-F238E27FC236}">
                <a16:creationId xmlns:a16="http://schemas.microsoft.com/office/drawing/2014/main" id="{12B6820B-0F14-5308-3392-17E2564CAF01}"/>
              </a:ext>
            </a:extLst>
          </p:cNvPr>
          <p:cNvSpPr>
            <a:spLocks noGrp="1"/>
          </p:cNvSpPr>
          <p:nvPr/>
        </p:nvSpPr>
        <p:spPr>
          <a:xfrm>
            <a:off x="4100000" y="2320021"/>
            <a:ext cx="90000" cy="28607"/>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a:t>
            </a:r>
          </a:p>
        </p:txBody>
      </p:sp>
      <p:sp>
        <p:nvSpPr>
          <p:cNvPr id="93" name="Arrow 42">
            <a:extLst>
              <a:ext uri="{FF2B5EF4-FFF2-40B4-BE49-F238E27FC236}">
                <a16:creationId xmlns:a16="http://schemas.microsoft.com/office/drawing/2014/main" id="{4949391B-1FC1-2300-D73B-6D911D83C4E2}"/>
              </a:ext>
            </a:extLst>
          </p:cNvPr>
          <p:cNvSpPr>
            <a:spLocks noGrp="1"/>
          </p:cNvSpPr>
          <p:nvPr/>
        </p:nvSpPr>
        <p:spPr>
          <a:xfrm>
            <a:off x="3817581" y="2283019"/>
            <a:ext cx="251367" cy="182461"/>
          </a:xfrm>
          <a:custGeom>
            <a:avLst/>
            <a:gdLst/>
            <a:ahLst/>
            <a:cxnLst/>
            <a:rect l="0" t="0" r="0" b="0"/>
            <a:pathLst>
              <a:path w="1171575" h="704850">
                <a:moveTo>
                  <a:pt x="1171575" y="0"/>
                </a:moveTo>
                <a:lnTo>
                  <a:pt x="0" y="0"/>
                </a:lnTo>
                <a:lnTo>
                  <a:pt x="0" y="704850"/>
                </a:lnTo>
              </a:path>
            </a:pathLst>
          </a:custGeom>
          <a:noFill/>
          <a:ln w="3474">
            <a:solidFill>
              <a:srgbClr val="2B887C"/>
            </a:solidFill>
            <a:prstDash val="solid"/>
          </a:ln>
        </p:spPr>
      </p:sp>
      <p:sp>
        <p:nvSpPr>
          <p:cNvPr id="94" name="Label 43 RDKit">
            <a:extLst>
              <a:ext uri="{FF2B5EF4-FFF2-40B4-BE49-F238E27FC236}">
                <a16:creationId xmlns:a16="http://schemas.microsoft.com/office/drawing/2014/main" id="{EA6A0A7B-6C99-76D4-DFB9-5BDB63019736}"/>
              </a:ext>
            </a:extLst>
          </p:cNvPr>
          <p:cNvSpPr>
            <a:spLocks noGrp="1"/>
          </p:cNvSpPr>
          <p:nvPr/>
        </p:nvSpPr>
        <p:spPr>
          <a:xfrm>
            <a:off x="3858453" y="2295279"/>
            <a:ext cx="173709" cy="5517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RDKit</a:t>
            </a:r>
          </a:p>
        </p:txBody>
      </p:sp>
      <p:sp>
        <p:nvSpPr>
          <p:cNvPr id="95" name="Arrow 44">
            <a:extLst>
              <a:ext uri="{FF2B5EF4-FFF2-40B4-BE49-F238E27FC236}">
                <a16:creationId xmlns:a16="http://schemas.microsoft.com/office/drawing/2014/main" id="{3EE6140F-6046-1F49-EF96-A10F0CDE2EFA}"/>
              </a:ext>
            </a:extLst>
          </p:cNvPr>
          <p:cNvSpPr>
            <a:spLocks noGrp="1"/>
          </p:cNvSpPr>
          <p:nvPr/>
        </p:nvSpPr>
        <p:spPr>
          <a:xfrm>
            <a:off x="4287616" y="2412112"/>
            <a:ext cx="20" cy="87504"/>
          </a:xfrm>
          <a:custGeom>
            <a:avLst/>
            <a:gdLst/>
            <a:ahLst/>
            <a:cxnLst/>
            <a:rect l="0" t="0" r="0" b="0"/>
            <a:pathLst>
              <a:path w="95" h="228600">
                <a:moveTo>
                  <a:pt x="0" y="0"/>
                </a:moveTo>
                <a:lnTo>
                  <a:pt x="0" y="228600"/>
                </a:lnTo>
              </a:path>
            </a:pathLst>
          </a:custGeom>
          <a:noFill/>
          <a:ln w="3474">
            <a:solidFill>
              <a:srgbClr val="2B887C"/>
            </a:solidFill>
            <a:prstDash val="solid"/>
          </a:ln>
        </p:spPr>
      </p:sp>
      <p:sp>
        <p:nvSpPr>
          <p:cNvPr id="96" name="Arrow 45">
            <a:extLst>
              <a:ext uri="{FF2B5EF4-FFF2-40B4-BE49-F238E27FC236}">
                <a16:creationId xmlns:a16="http://schemas.microsoft.com/office/drawing/2014/main" id="{8495221C-813F-353C-5B2E-09C3191AAD68}"/>
              </a:ext>
            </a:extLst>
          </p:cNvPr>
          <p:cNvSpPr>
            <a:spLocks noGrp="1"/>
          </p:cNvSpPr>
          <p:nvPr/>
        </p:nvSpPr>
        <p:spPr>
          <a:xfrm>
            <a:off x="4508329" y="2103203"/>
            <a:ext cx="249323" cy="394370"/>
          </a:xfrm>
          <a:custGeom>
            <a:avLst/>
            <a:gdLst/>
            <a:ahLst/>
            <a:cxnLst/>
            <a:rect l="0" t="0" r="0" b="0"/>
            <a:pathLst>
              <a:path w="1162050" h="1647825">
                <a:moveTo>
                  <a:pt x="0" y="0"/>
                </a:moveTo>
                <a:lnTo>
                  <a:pt x="1162050" y="0"/>
                </a:lnTo>
                <a:lnTo>
                  <a:pt x="1162050" y="1647825"/>
                </a:lnTo>
              </a:path>
            </a:pathLst>
          </a:custGeom>
          <a:noFill/>
          <a:ln w="3474">
            <a:solidFill>
              <a:srgbClr val="2B887C"/>
            </a:solidFill>
            <a:prstDash val="solid"/>
          </a:ln>
        </p:spPr>
      </p:sp>
      <p:sp>
        <p:nvSpPr>
          <p:cNvPr id="97" name="Line 46">
            <a:extLst>
              <a:ext uri="{FF2B5EF4-FFF2-40B4-BE49-F238E27FC236}">
                <a16:creationId xmlns:a16="http://schemas.microsoft.com/office/drawing/2014/main" id="{4F3CE4A4-D177-F12C-C10E-D90A64ABF7FF}"/>
              </a:ext>
            </a:extLst>
          </p:cNvPr>
          <p:cNvSpPr>
            <a:spLocks noGrp="1"/>
          </p:cNvSpPr>
          <p:nvPr/>
        </p:nvSpPr>
        <p:spPr>
          <a:xfrm>
            <a:off x="4508329" y="2193111"/>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8" name="Line 47">
            <a:extLst>
              <a:ext uri="{FF2B5EF4-FFF2-40B4-BE49-F238E27FC236}">
                <a16:creationId xmlns:a16="http://schemas.microsoft.com/office/drawing/2014/main" id="{7E96D21D-C570-B5DF-20F8-7582F53B0972}"/>
              </a:ext>
            </a:extLst>
          </p:cNvPr>
          <p:cNvSpPr>
            <a:spLocks noGrp="1"/>
          </p:cNvSpPr>
          <p:nvPr/>
        </p:nvSpPr>
        <p:spPr>
          <a:xfrm>
            <a:off x="4508329" y="2372927"/>
            <a:ext cx="249323" cy="20"/>
          </a:xfrm>
          <a:custGeom>
            <a:avLst/>
            <a:gdLst/>
            <a:ahLst/>
            <a:cxnLst/>
            <a:rect l="0" t="0" r="0" b="0"/>
            <a:pathLst>
              <a:path w="1162050" h="95">
                <a:moveTo>
                  <a:pt x="0" y="0"/>
                </a:moveTo>
                <a:lnTo>
                  <a:pt x="1162050" y="0"/>
                </a:lnTo>
              </a:path>
            </a:pathLst>
          </a:custGeom>
          <a:noFill/>
          <a:ln w="3474">
            <a:solidFill>
              <a:srgbClr val="2B887C"/>
            </a:solidFill>
            <a:prstDash val="solid"/>
          </a:ln>
        </p:spPr>
      </p:sp>
      <p:sp>
        <p:nvSpPr>
          <p:cNvPr id="99" name="Label 48 Other identities">
            <a:extLst>
              <a:ext uri="{FF2B5EF4-FFF2-40B4-BE49-F238E27FC236}">
                <a16:creationId xmlns:a16="http://schemas.microsoft.com/office/drawing/2014/main" id="{9C320152-FD98-B124-42EE-9F646A579FD3}"/>
              </a:ext>
            </a:extLst>
          </p:cNvPr>
          <p:cNvSpPr>
            <a:spLocks noGrp="1"/>
          </p:cNvSpPr>
          <p:nvPr/>
        </p:nvSpPr>
        <p:spPr>
          <a:xfrm>
            <a:off x="4788306" y="2254412"/>
            <a:ext cx="235018" cy="110342"/>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Other</a:t>
            </a:r>
          </a:p>
          <a:p>
            <a:pPr algn="ctr">
              <a:defRPr sz="400" b="0">
                <a:solidFill>
                  <a:srgbClr val="6F8290"/>
                </a:solidFill>
                <a:latin typeface="Arial"/>
                <a:ea typeface="Arial"/>
                <a:cs typeface="Arial"/>
              </a:defRPr>
            </a:pPr>
            <a:r>
              <a:rPr lang="en-US" sz="400" b="0" dirty="0">
                <a:solidFill>
                  <a:srgbClr val="6F8290"/>
                </a:solidFill>
                <a:latin typeface="Arial"/>
                <a:ea typeface="Arial"/>
                <a:cs typeface="Arial"/>
              </a:rPr>
              <a:t> </a:t>
            </a:r>
            <a:r>
              <a:rPr sz="400" b="0" dirty="0">
                <a:solidFill>
                  <a:srgbClr val="6F8290"/>
                </a:solidFill>
                <a:latin typeface="Arial"/>
                <a:ea typeface="Arial"/>
                <a:cs typeface="Arial"/>
              </a:rPr>
              <a:t>identities</a:t>
            </a:r>
          </a:p>
        </p:txBody>
      </p:sp>
      <p:sp>
        <p:nvSpPr>
          <p:cNvPr id="100" name="Label 49 Own graph">
            <a:extLst>
              <a:ext uri="{FF2B5EF4-FFF2-40B4-BE49-F238E27FC236}">
                <a16:creationId xmlns:a16="http://schemas.microsoft.com/office/drawing/2014/main" id="{DC2A5F9F-F1A3-4ACF-4DEF-15FAF9AF2FF3}"/>
              </a:ext>
            </a:extLst>
          </p:cNvPr>
          <p:cNvSpPr>
            <a:spLocks noGrp="1"/>
          </p:cNvSpPr>
          <p:nvPr/>
        </p:nvSpPr>
        <p:spPr>
          <a:xfrm>
            <a:off x="3660678" y="2607209"/>
            <a:ext cx="308589" cy="61301"/>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Own graph</a:t>
            </a:r>
          </a:p>
        </p:txBody>
      </p:sp>
      <p:sp>
        <p:nvSpPr>
          <p:cNvPr id="101" name="Operator SMI-TED">
            <a:extLst>
              <a:ext uri="{FF2B5EF4-FFF2-40B4-BE49-F238E27FC236}">
                <a16:creationId xmlns:a16="http://schemas.microsoft.com/office/drawing/2014/main" id="{E69760B1-2472-8F46-B6F6-F5AD7F6FF29A}"/>
              </a:ext>
            </a:extLst>
          </p:cNvPr>
          <p:cNvSpPr>
            <a:spLocks noGrp="1"/>
          </p:cNvSpPr>
          <p:nvPr/>
        </p:nvSpPr>
        <p:spPr>
          <a:xfrm>
            <a:off x="4126169"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SMI-TED</a:t>
            </a:r>
          </a:p>
        </p:txBody>
      </p:sp>
      <p:sp>
        <p:nvSpPr>
          <p:cNvPr id="102" name="Label 50 + linear">
            <a:extLst>
              <a:ext uri="{FF2B5EF4-FFF2-40B4-BE49-F238E27FC236}">
                <a16:creationId xmlns:a16="http://schemas.microsoft.com/office/drawing/2014/main" id="{04763126-86F8-6DB8-51A3-6E0EDA9A64E3}"/>
              </a:ext>
            </a:extLst>
          </p:cNvPr>
          <p:cNvSpPr>
            <a:spLocks noGrp="1"/>
          </p:cNvSpPr>
          <p:nvPr/>
        </p:nvSpPr>
        <p:spPr>
          <a:xfrm>
            <a:off x="4154780"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 linear</a:t>
            </a:r>
          </a:p>
        </p:txBody>
      </p:sp>
      <p:sp>
        <p:nvSpPr>
          <p:cNvPr id="103" name="Operator SMI-TED">
            <a:extLst>
              <a:ext uri="{FF2B5EF4-FFF2-40B4-BE49-F238E27FC236}">
                <a16:creationId xmlns:a16="http://schemas.microsoft.com/office/drawing/2014/main" id="{F2499873-06D4-C024-E0B1-12F59EA91405}"/>
              </a:ext>
            </a:extLst>
          </p:cNvPr>
          <p:cNvSpPr>
            <a:spLocks noGrp="1"/>
          </p:cNvSpPr>
          <p:nvPr/>
        </p:nvSpPr>
        <p:spPr>
          <a:xfrm>
            <a:off x="4596205" y="2509833"/>
            <a:ext cx="322894"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dirty="0">
                <a:solidFill>
                  <a:srgbClr val="2B887C"/>
                </a:solidFill>
                <a:latin typeface="Arial"/>
                <a:ea typeface="Arial"/>
                <a:cs typeface="Arial"/>
              </a:rPr>
              <a:t>SMI-TED</a:t>
            </a:r>
          </a:p>
        </p:txBody>
      </p:sp>
      <p:sp>
        <p:nvSpPr>
          <p:cNvPr id="104" name="Label 51 + linear">
            <a:extLst>
              <a:ext uri="{FF2B5EF4-FFF2-40B4-BE49-F238E27FC236}">
                <a16:creationId xmlns:a16="http://schemas.microsoft.com/office/drawing/2014/main" id="{15867061-6249-1FCE-15E9-8DC4B3ABC78D}"/>
              </a:ext>
            </a:extLst>
          </p:cNvPr>
          <p:cNvSpPr>
            <a:spLocks noGrp="1"/>
          </p:cNvSpPr>
          <p:nvPr/>
        </p:nvSpPr>
        <p:spPr>
          <a:xfrm>
            <a:off x="4624816" y="2624261"/>
            <a:ext cx="265672"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dirty="0">
                <a:solidFill>
                  <a:srgbClr val="6F8290"/>
                </a:solidFill>
                <a:latin typeface="Arial"/>
                <a:ea typeface="Arial"/>
                <a:cs typeface="Arial"/>
              </a:rPr>
              <a:t>+ linear</a:t>
            </a:r>
          </a:p>
        </p:txBody>
      </p:sp>
      <p:sp>
        <p:nvSpPr>
          <p:cNvPr id="105" name="Operator GNN">
            <a:extLst>
              <a:ext uri="{FF2B5EF4-FFF2-40B4-BE49-F238E27FC236}">
                <a16:creationId xmlns:a16="http://schemas.microsoft.com/office/drawing/2014/main" id="{E38BD2FC-A6FC-4D0D-24AE-52449EB2583A}"/>
              </a:ext>
            </a:extLst>
          </p:cNvPr>
          <p:cNvSpPr>
            <a:spLocks noGrp="1"/>
          </p:cNvSpPr>
          <p:nvPr/>
        </p:nvSpPr>
        <p:spPr>
          <a:xfrm>
            <a:off x="3692919" y="2726429"/>
            <a:ext cx="249323" cy="91480"/>
          </a:xfrm>
          <a:prstGeom prst="roundRect">
            <a:avLst>
              <a:gd name="adj" fmla="val 16667"/>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GNN</a:t>
            </a:r>
          </a:p>
        </p:txBody>
      </p:sp>
      <p:sp>
        <p:nvSpPr>
          <p:cNvPr id="106" name="Arrow 53">
            <a:extLst>
              <a:ext uri="{FF2B5EF4-FFF2-40B4-BE49-F238E27FC236}">
                <a16:creationId xmlns:a16="http://schemas.microsoft.com/office/drawing/2014/main" id="{F3627657-2168-E99B-6008-5921C5F1458C}"/>
              </a:ext>
            </a:extLst>
          </p:cNvPr>
          <p:cNvSpPr>
            <a:spLocks noGrp="1"/>
          </p:cNvSpPr>
          <p:nvPr/>
        </p:nvSpPr>
        <p:spPr>
          <a:xfrm>
            <a:off x="3817581" y="2817909"/>
            <a:ext cx="20" cy="116943"/>
          </a:xfrm>
          <a:custGeom>
            <a:avLst/>
            <a:gdLst/>
            <a:ahLst/>
            <a:cxnLst/>
            <a:rect l="0" t="0" r="0" b="0"/>
            <a:pathLst>
              <a:path w="95" h="276225">
                <a:moveTo>
                  <a:pt x="0" y="0"/>
                </a:moveTo>
                <a:lnTo>
                  <a:pt x="0" y="276225"/>
                </a:lnTo>
              </a:path>
            </a:pathLst>
          </a:custGeom>
          <a:noFill/>
          <a:ln w="3474">
            <a:solidFill>
              <a:srgbClr val="2B887C"/>
            </a:solidFill>
            <a:prstDash val="solid"/>
          </a:ln>
        </p:spPr>
      </p:sp>
      <p:sp>
        <p:nvSpPr>
          <p:cNvPr id="107" name="Label 54 K, V">
            <a:extLst>
              <a:ext uri="{FF2B5EF4-FFF2-40B4-BE49-F238E27FC236}">
                <a16:creationId xmlns:a16="http://schemas.microsoft.com/office/drawing/2014/main" id="{58B4240A-BF47-B045-8F48-6439DC6FC05A}"/>
              </a:ext>
            </a:extLst>
          </p:cNvPr>
          <p:cNvSpPr>
            <a:spLocks noGrp="1"/>
          </p:cNvSpPr>
          <p:nvPr/>
        </p:nvSpPr>
        <p:spPr>
          <a:xfrm>
            <a:off x="3840061" y="2827340"/>
            <a:ext cx="130792" cy="116854"/>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08" name="Arrow 55">
            <a:extLst>
              <a:ext uri="{FF2B5EF4-FFF2-40B4-BE49-F238E27FC236}">
                <a16:creationId xmlns:a16="http://schemas.microsoft.com/office/drawing/2014/main" id="{484305CF-18F5-01FF-92C1-745A9CEA16A6}"/>
              </a:ext>
            </a:extLst>
          </p:cNvPr>
          <p:cNvSpPr>
            <a:spLocks noGrp="1"/>
          </p:cNvSpPr>
          <p:nvPr/>
        </p:nvSpPr>
        <p:spPr>
          <a:xfrm>
            <a:off x="4287616" y="2689649"/>
            <a:ext cx="20" cy="281985"/>
          </a:xfrm>
          <a:custGeom>
            <a:avLst/>
            <a:gdLst/>
            <a:ahLst/>
            <a:cxnLst/>
            <a:rect l="0" t="0" r="0" b="0"/>
            <a:pathLst>
              <a:path w="95" h="933450">
                <a:moveTo>
                  <a:pt x="0" y="0"/>
                </a:moveTo>
                <a:lnTo>
                  <a:pt x="0" y="933450"/>
                </a:lnTo>
              </a:path>
            </a:pathLst>
          </a:custGeom>
          <a:noFill/>
          <a:ln w="3474">
            <a:solidFill>
              <a:srgbClr val="2B887C"/>
            </a:solidFill>
            <a:prstDash val="solid"/>
          </a:ln>
        </p:spPr>
      </p:sp>
      <p:sp>
        <p:nvSpPr>
          <p:cNvPr id="109" name="Arrow 56">
            <a:extLst>
              <a:ext uri="{FF2B5EF4-FFF2-40B4-BE49-F238E27FC236}">
                <a16:creationId xmlns:a16="http://schemas.microsoft.com/office/drawing/2014/main" id="{C948A762-8A8C-E431-BEE9-2DC218B4416B}"/>
              </a:ext>
            </a:extLst>
          </p:cNvPr>
          <p:cNvSpPr>
            <a:spLocks noGrp="1"/>
          </p:cNvSpPr>
          <p:nvPr/>
        </p:nvSpPr>
        <p:spPr>
          <a:xfrm>
            <a:off x="4757652" y="2689649"/>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110" name="Label 57 1">
            <a:extLst>
              <a:ext uri="{FF2B5EF4-FFF2-40B4-BE49-F238E27FC236}">
                <a16:creationId xmlns:a16="http://schemas.microsoft.com/office/drawing/2014/main" id="{E9FBC214-80FC-9830-A738-A1577D3C5E61}"/>
              </a:ext>
            </a:extLst>
          </p:cNvPr>
          <p:cNvSpPr>
            <a:spLocks noGrp="1"/>
          </p:cNvSpPr>
          <p:nvPr/>
        </p:nvSpPr>
        <p:spPr>
          <a:xfrm>
            <a:off x="4575768" y="2726429"/>
            <a:ext cx="40873" cy="46997"/>
          </a:xfrm>
          <a:prstGeom prst="rect">
            <a:avLst/>
          </a:prstGeom>
          <a:noFill/>
          <a:ln w="0">
            <a:noFill/>
          </a:ln>
        </p:spPr>
        <p:txBody>
          <a:bodyPr wrap="none" lIns="0" tIns="0" rIns="0" bIns="0" anchor="ctr">
            <a:noAutofit/>
          </a:bodyPr>
          <a:lstStyle/>
          <a:p>
            <a:pPr algn="ctr">
              <a:defRPr sz="400" b="0">
                <a:solidFill>
                  <a:srgbClr val="5D83A8"/>
                </a:solidFill>
                <a:latin typeface="Arial"/>
                <a:ea typeface="Arial"/>
                <a:cs typeface="Arial"/>
              </a:defRPr>
            </a:pPr>
            <a:r>
              <a:rPr sz="400" b="0" dirty="0">
                <a:solidFill>
                  <a:srgbClr val="5D83A8"/>
                </a:solidFill>
                <a:latin typeface="Arial"/>
                <a:ea typeface="Arial"/>
                <a:cs typeface="Arial"/>
              </a:rPr>
              <a:t>1</a:t>
            </a:r>
          </a:p>
        </p:txBody>
      </p:sp>
      <p:sp>
        <p:nvSpPr>
          <p:cNvPr id="111" name="Label 58 2">
            <a:extLst>
              <a:ext uri="{FF2B5EF4-FFF2-40B4-BE49-F238E27FC236}">
                <a16:creationId xmlns:a16="http://schemas.microsoft.com/office/drawing/2014/main" id="{96CAE005-E910-E9D7-8741-274A97D77171}"/>
              </a:ext>
            </a:extLst>
          </p:cNvPr>
          <p:cNvSpPr>
            <a:spLocks noGrp="1"/>
          </p:cNvSpPr>
          <p:nvPr/>
        </p:nvSpPr>
        <p:spPr>
          <a:xfrm>
            <a:off x="4575768" y="2763210"/>
            <a:ext cx="40873" cy="52342"/>
          </a:xfrm>
          <a:prstGeom prst="rect">
            <a:avLst/>
          </a:prstGeom>
          <a:noFill/>
          <a:ln w="0">
            <a:noFill/>
          </a:ln>
        </p:spPr>
        <p:txBody>
          <a:bodyPr wrap="none" lIns="0" tIns="0" rIns="0" bIns="0" anchor="ctr">
            <a:noAutofit/>
          </a:bodyPr>
          <a:lstStyle/>
          <a:p>
            <a:pPr algn="ctr">
              <a:defRPr sz="400" b="0">
                <a:solidFill>
                  <a:srgbClr val="AC844C"/>
                </a:solidFill>
                <a:latin typeface="Arial"/>
                <a:ea typeface="Arial"/>
                <a:cs typeface="Arial"/>
              </a:defRPr>
            </a:pPr>
            <a:r>
              <a:rPr sz="400" b="0">
                <a:solidFill>
                  <a:srgbClr val="AC844C"/>
                </a:solidFill>
                <a:latin typeface="Arial"/>
                <a:ea typeface="Arial"/>
                <a:cs typeface="Arial"/>
              </a:rPr>
              <a:t>2</a:t>
            </a:r>
          </a:p>
        </p:txBody>
      </p:sp>
      <p:sp>
        <p:nvSpPr>
          <p:cNvPr id="112" name="Label 59 K">
            <a:extLst>
              <a:ext uri="{FF2B5EF4-FFF2-40B4-BE49-F238E27FC236}">
                <a16:creationId xmlns:a16="http://schemas.microsoft.com/office/drawing/2014/main" id="{014BCA9F-A880-5687-FFE9-96D99890FE2A}"/>
              </a:ext>
            </a:extLst>
          </p:cNvPr>
          <p:cNvSpPr>
            <a:spLocks noGrp="1"/>
          </p:cNvSpPr>
          <p:nvPr/>
        </p:nvSpPr>
        <p:spPr>
          <a:xfrm>
            <a:off x="4575768" y="2803763"/>
            <a:ext cx="40873" cy="75043"/>
          </a:xfrm>
          <a:prstGeom prst="rect">
            <a:avLst/>
          </a:prstGeom>
          <a:noFill/>
          <a:ln w="0">
            <a:noFill/>
          </a:ln>
        </p:spPr>
        <p:txBody>
          <a:bodyPr wrap="none" lIns="0" tIns="0" rIns="0" bIns="0" anchor="ctr">
            <a:noAutofit/>
          </a:bodyPr>
          <a:lstStyle/>
          <a:p>
            <a:pPr algn="ctr">
              <a:defRPr sz="400" b="0">
                <a:solidFill>
                  <a:srgbClr val="9580A8"/>
                </a:solidFill>
                <a:latin typeface="Arial"/>
                <a:ea typeface="Arial"/>
                <a:cs typeface="Arial"/>
              </a:defRPr>
            </a:pPr>
            <a:r>
              <a:rPr sz="400" b="0">
                <a:solidFill>
                  <a:srgbClr val="9580A8"/>
                </a:solidFill>
                <a:latin typeface="Arial"/>
                <a:ea typeface="Arial"/>
                <a:cs typeface="Arial"/>
              </a:rPr>
              <a:t>K</a:t>
            </a:r>
          </a:p>
        </p:txBody>
      </p:sp>
      <p:sp>
        <p:nvSpPr>
          <p:cNvPr id="113" name="Arrow 60">
            <a:extLst>
              <a:ext uri="{FF2B5EF4-FFF2-40B4-BE49-F238E27FC236}">
                <a16:creationId xmlns:a16="http://schemas.microsoft.com/office/drawing/2014/main" id="{95C980F5-0951-5492-B4F9-8F1CE9970C88}"/>
              </a:ext>
            </a:extLst>
          </p:cNvPr>
          <p:cNvSpPr>
            <a:spLocks noGrp="1"/>
          </p:cNvSpPr>
          <p:nvPr/>
        </p:nvSpPr>
        <p:spPr>
          <a:xfrm>
            <a:off x="4757652" y="2860124"/>
            <a:ext cx="20" cy="74729"/>
          </a:xfrm>
          <a:custGeom>
            <a:avLst/>
            <a:gdLst/>
            <a:ahLst/>
            <a:cxnLst/>
            <a:rect l="0" t="0" r="0" b="0"/>
            <a:pathLst>
              <a:path w="95" h="152400">
                <a:moveTo>
                  <a:pt x="0" y="0"/>
                </a:moveTo>
                <a:lnTo>
                  <a:pt x="0" y="152400"/>
                </a:lnTo>
              </a:path>
            </a:pathLst>
          </a:custGeom>
          <a:noFill/>
          <a:ln w="3474">
            <a:solidFill>
              <a:srgbClr val="2B887C"/>
            </a:solidFill>
            <a:prstDash val="solid"/>
          </a:ln>
        </p:spPr>
      </p:sp>
      <p:sp>
        <p:nvSpPr>
          <p:cNvPr id="114" name="Label 61 K, V">
            <a:extLst>
              <a:ext uri="{FF2B5EF4-FFF2-40B4-BE49-F238E27FC236}">
                <a16:creationId xmlns:a16="http://schemas.microsoft.com/office/drawing/2014/main" id="{EB9E2BB1-4DCA-3431-378B-AD9C088C239A}"/>
              </a:ext>
            </a:extLst>
          </p:cNvPr>
          <p:cNvSpPr>
            <a:spLocks noGrp="1"/>
          </p:cNvSpPr>
          <p:nvPr/>
        </p:nvSpPr>
        <p:spPr>
          <a:xfrm>
            <a:off x="4780132" y="2836771"/>
            <a:ext cx="132836" cy="126105"/>
          </a:xfrm>
          <a:prstGeom prst="rect">
            <a:avLst/>
          </a:prstGeom>
          <a:noFill/>
          <a:ln w="0">
            <a:noFill/>
          </a:ln>
        </p:spPr>
        <p:txBody>
          <a:bodyPr wrap="none" lIns="0" tIns="0" rIns="0" bIns="0" anchor="ctr">
            <a:noAutofit/>
          </a:bodyPr>
          <a:lstStyle/>
          <a:p>
            <a:pPr algn="ctr">
              <a:defRPr sz="400" b="0">
                <a:solidFill>
                  <a:srgbClr val="2B887C"/>
                </a:solidFill>
                <a:latin typeface="Arial"/>
                <a:ea typeface="Arial"/>
                <a:cs typeface="Arial"/>
              </a:defRPr>
            </a:pPr>
            <a:r>
              <a:rPr sz="400" b="0">
                <a:solidFill>
                  <a:srgbClr val="2B887C"/>
                </a:solidFill>
                <a:latin typeface="Arial"/>
                <a:ea typeface="Arial"/>
                <a:cs typeface="Arial"/>
              </a:rPr>
              <a:t>K, V</a:t>
            </a:r>
          </a:p>
        </p:txBody>
      </p:sp>
      <p:sp>
        <p:nvSpPr>
          <p:cNvPr id="115" name="Operator Graph attention">
            <a:extLst>
              <a:ext uri="{FF2B5EF4-FFF2-40B4-BE49-F238E27FC236}">
                <a16:creationId xmlns:a16="http://schemas.microsoft.com/office/drawing/2014/main" id="{45862160-521F-2636-BF59-8913BC2A6A7E}"/>
              </a:ext>
            </a:extLst>
          </p:cNvPr>
          <p:cNvSpPr>
            <a:spLocks noGrp="1"/>
          </p:cNvSpPr>
          <p:nvPr/>
        </p:nvSpPr>
        <p:spPr>
          <a:xfrm>
            <a:off x="3597890"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Graph attention</a:t>
            </a:r>
          </a:p>
        </p:txBody>
      </p:sp>
      <p:sp>
        <p:nvSpPr>
          <p:cNvPr id="116" name="Operator Context attention">
            <a:extLst>
              <a:ext uri="{FF2B5EF4-FFF2-40B4-BE49-F238E27FC236}">
                <a16:creationId xmlns:a16="http://schemas.microsoft.com/office/drawing/2014/main" id="{0986BA87-B3D8-E361-473F-F19987D8757B}"/>
              </a:ext>
            </a:extLst>
          </p:cNvPr>
          <p:cNvSpPr>
            <a:spLocks noGrp="1"/>
          </p:cNvSpPr>
          <p:nvPr/>
        </p:nvSpPr>
        <p:spPr>
          <a:xfrm>
            <a:off x="4537961" y="2967547"/>
            <a:ext cx="439381"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Context attention</a:t>
            </a:r>
          </a:p>
        </p:txBody>
      </p:sp>
      <p:sp>
        <p:nvSpPr>
          <p:cNvPr id="117" name="Operator ">
            <a:extLst>
              <a:ext uri="{FF2B5EF4-FFF2-40B4-BE49-F238E27FC236}">
                <a16:creationId xmlns:a16="http://schemas.microsoft.com/office/drawing/2014/main" id="{CAECD7E3-2F51-98D2-A452-93C177558ED1}"/>
              </a:ext>
            </a:extLst>
          </p:cNvPr>
          <p:cNvSpPr>
            <a:spLocks noGrp="1"/>
          </p:cNvSpPr>
          <p:nvPr/>
        </p:nvSpPr>
        <p:spPr>
          <a:xfrm>
            <a:off x="4152736" y="2985937"/>
            <a:ext cx="269760" cy="65388"/>
          </a:xfrm>
          <a:prstGeom prst="roundRect">
            <a:avLst>
              <a:gd name="adj" fmla="val 21875"/>
            </a:avLst>
          </a:prstGeom>
          <a:solidFill>
            <a:srgbClr val="F7FBF8"/>
          </a:solidFill>
          <a:ln w="3270">
            <a:solidFill>
              <a:srgbClr val="8AB9AB"/>
            </a:solidFill>
          </a:ln>
        </p:spPr>
      </p:sp>
      <p:sp>
        <p:nvSpPr>
          <p:cNvPr id="118" name="Arrow 62">
            <a:extLst>
              <a:ext uri="{FF2B5EF4-FFF2-40B4-BE49-F238E27FC236}">
                <a16:creationId xmlns:a16="http://schemas.microsoft.com/office/drawing/2014/main" id="{86502F14-5EDB-19DF-7465-62CDD89BF59B}"/>
              </a:ext>
            </a:extLst>
          </p:cNvPr>
          <p:cNvSpPr>
            <a:spLocks noGrp="1"/>
          </p:cNvSpPr>
          <p:nvPr/>
        </p:nvSpPr>
        <p:spPr>
          <a:xfrm>
            <a:off x="4048511" y="3018631"/>
            <a:ext cx="91963" cy="20"/>
          </a:xfrm>
          <a:custGeom>
            <a:avLst/>
            <a:gdLst/>
            <a:ahLst/>
            <a:cxnLst/>
            <a:rect l="0" t="0" r="0" b="0"/>
            <a:pathLst>
              <a:path w="428625" h="95">
                <a:moveTo>
                  <a:pt x="428625" y="0"/>
                </a:moveTo>
                <a:lnTo>
                  <a:pt x="0" y="0"/>
                </a:lnTo>
              </a:path>
            </a:pathLst>
          </a:custGeom>
          <a:noFill/>
          <a:ln w="3474">
            <a:solidFill>
              <a:srgbClr val="397FA6"/>
            </a:solidFill>
            <a:prstDash val="solid"/>
          </a:ln>
        </p:spPr>
      </p:sp>
      <p:sp>
        <p:nvSpPr>
          <p:cNvPr id="119" name="Arrow 63">
            <a:extLst>
              <a:ext uri="{FF2B5EF4-FFF2-40B4-BE49-F238E27FC236}">
                <a16:creationId xmlns:a16="http://schemas.microsoft.com/office/drawing/2014/main" id="{F64D0815-CA02-CF7F-842F-6CF18C49B885}"/>
              </a:ext>
            </a:extLst>
          </p:cNvPr>
          <p:cNvSpPr>
            <a:spLocks noGrp="1"/>
          </p:cNvSpPr>
          <p:nvPr/>
        </p:nvSpPr>
        <p:spPr>
          <a:xfrm>
            <a:off x="4434758" y="3018631"/>
            <a:ext cx="91963" cy="20"/>
          </a:xfrm>
          <a:custGeom>
            <a:avLst/>
            <a:gdLst/>
            <a:ahLst/>
            <a:cxnLst/>
            <a:rect l="0" t="0" r="0" b="0"/>
            <a:pathLst>
              <a:path w="428625" h="95">
                <a:moveTo>
                  <a:pt x="0" y="0"/>
                </a:moveTo>
                <a:lnTo>
                  <a:pt x="428625" y="0"/>
                </a:lnTo>
              </a:path>
            </a:pathLst>
          </a:custGeom>
          <a:noFill/>
          <a:ln w="3474">
            <a:solidFill>
              <a:srgbClr val="397FA6"/>
            </a:solidFill>
            <a:prstDash val="solid"/>
          </a:ln>
        </p:spPr>
      </p:sp>
      <p:sp>
        <p:nvSpPr>
          <p:cNvPr id="120" name="Label 64 Q">
            <a:extLst>
              <a:ext uri="{FF2B5EF4-FFF2-40B4-BE49-F238E27FC236}">
                <a16:creationId xmlns:a16="http://schemas.microsoft.com/office/drawing/2014/main" id="{5EF18B64-250E-C92E-9F18-6DC535008F55}"/>
              </a:ext>
            </a:extLst>
          </p:cNvPr>
          <p:cNvSpPr>
            <a:spLocks noGrp="1"/>
          </p:cNvSpPr>
          <p:nvPr/>
        </p:nvSpPr>
        <p:spPr>
          <a:xfrm>
            <a:off x="4065882"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1" name="Label 65 Q">
            <a:extLst>
              <a:ext uri="{FF2B5EF4-FFF2-40B4-BE49-F238E27FC236}">
                <a16:creationId xmlns:a16="http://schemas.microsoft.com/office/drawing/2014/main" id="{C9672941-7A86-0A34-C752-00290DA1EC17}"/>
              </a:ext>
            </a:extLst>
          </p:cNvPr>
          <p:cNvSpPr>
            <a:spLocks noGrp="1"/>
          </p:cNvSpPr>
          <p:nvPr/>
        </p:nvSpPr>
        <p:spPr>
          <a:xfrm>
            <a:off x="4452129" y="2930182"/>
            <a:ext cx="57222" cy="78232"/>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Q</a:t>
            </a:r>
          </a:p>
        </p:txBody>
      </p:sp>
      <p:sp>
        <p:nvSpPr>
          <p:cNvPr id="122" name="Arrow 66">
            <a:extLst>
              <a:ext uri="{FF2B5EF4-FFF2-40B4-BE49-F238E27FC236}">
                <a16:creationId xmlns:a16="http://schemas.microsoft.com/office/drawing/2014/main" id="{1BA103FF-DBD8-BFC1-D02E-0CC2D6FB52B6}"/>
              </a:ext>
            </a:extLst>
          </p:cNvPr>
          <p:cNvSpPr>
            <a:spLocks noGrp="1"/>
          </p:cNvSpPr>
          <p:nvPr/>
        </p:nvSpPr>
        <p:spPr>
          <a:xfrm>
            <a:off x="3817581" y="3067672"/>
            <a:ext cx="322894" cy="157339"/>
          </a:xfrm>
          <a:custGeom>
            <a:avLst/>
            <a:gdLst/>
            <a:ahLst/>
            <a:cxnLst/>
            <a:rect l="0" t="0" r="0" b="0"/>
            <a:pathLst>
              <a:path w="1504950" h="638175">
                <a:moveTo>
                  <a:pt x="0" y="0"/>
                </a:moveTo>
                <a:lnTo>
                  <a:pt x="0" y="638175"/>
                </a:lnTo>
                <a:lnTo>
                  <a:pt x="1504950" y="638175"/>
                </a:lnTo>
              </a:path>
            </a:pathLst>
          </a:custGeom>
          <a:noFill/>
          <a:ln w="3474">
            <a:solidFill>
              <a:srgbClr val="2B887C"/>
            </a:solidFill>
            <a:prstDash val="solid"/>
          </a:ln>
        </p:spPr>
      </p:sp>
      <p:sp>
        <p:nvSpPr>
          <p:cNvPr id="123" name="Arrow 67">
            <a:extLst>
              <a:ext uri="{FF2B5EF4-FFF2-40B4-BE49-F238E27FC236}">
                <a16:creationId xmlns:a16="http://schemas.microsoft.com/office/drawing/2014/main" id="{6022DAD3-D200-0BE5-F8A9-F84111EF44E3}"/>
              </a:ext>
            </a:extLst>
          </p:cNvPr>
          <p:cNvSpPr>
            <a:spLocks noGrp="1"/>
          </p:cNvSpPr>
          <p:nvPr/>
        </p:nvSpPr>
        <p:spPr>
          <a:xfrm>
            <a:off x="4434758" y="3067672"/>
            <a:ext cx="322894" cy="157339"/>
          </a:xfrm>
          <a:custGeom>
            <a:avLst/>
            <a:gdLst/>
            <a:ahLst/>
            <a:cxnLst/>
            <a:rect l="0" t="0" r="0" b="0"/>
            <a:pathLst>
              <a:path w="1504950" h="638175">
                <a:moveTo>
                  <a:pt x="1504950" y="0"/>
                </a:moveTo>
                <a:lnTo>
                  <a:pt x="1504950" y="638175"/>
                </a:lnTo>
                <a:lnTo>
                  <a:pt x="0" y="638175"/>
                </a:lnTo>
              </a:path>
            </a:pathLst>
          </a:custGeom>
          <a:noFill/>
          <a:ln w="3474">
            <a:solidFill>
              <a:srgbClr val="2B887C"/>
            </a:solidFill>
            <a:prstDash val="solid"/>
          </a:ln>
        </p:spPr>
      </p:sp>
      <p:sp>
        <p:nvSpPr>
          <p:cNvPr id="124" name="Arrow 68">
            <a:extLst>
              <a:ext uri="{FF2B5EF4-FFF2-40B4-BE49-F238E27FC236}">
                <a16:creationId xmlns:a16="http://schemas.microsoft.com/office/drawing/2014/main" id="{B50DAD2C-198E-5DF3-361A-A521F1FD2720}"/>
              </a:ext>
            </a:extLst>
          </p:cNvPr>
          <p:cNvSpPr>
            <a:spLocks noGrp="1"/>
          </p:cNvSpPr>
          <p:nvPr/>
        </p:nvSpPr>
        <p:spPr>
          <a:xfrm>
            <a:off x="4287616" y="3039065"/>
            <a:ext cx="20" cy="117153"/>
          </a:xfrm>
          <a:custGeom>
            <a:avLst/>
            <a:gdLst/>
            <a:ahLst/>
            <a:cxnLst/>
            <a:rect l="0" t="0" r="0" b="0"/>
            <a:pathLst>
              <a:path w="95" h="466725">
                <a:moveTo>
                  <a:pt x="0" y="0"/>
                </a:moveTo>
                <a:lnTo>
                  <a:pt x="0" y="466725"/>
                </a:lnTo>
              </a:path>
            </a:pathLst>
          </a:custGeom>
          <a:noFill/>
          <a:ln w="3474">
            <a:solidFill>
              <a:srgbClr val="2B887C"/>
            </a:solidFill>
            <a:prstDash val="solid"/>
          </a:ln>
        </p:spPr>
      </p:sp>
      <p:sp>
        <p:nvSpPr>
          <p:cNvPr id="125" name="Operator Fusion">
            <a:extLst>
              <a:ext uri="{FF2B5EF4-FFF2-40B4-BE49-F238E27FC236}">
                <a16:creationId xmlns:a16="http://schemas.microsoft.com/office/drawing/2014/main" id="{8DF3CDA5-486E-FCFB-2E37-85FF0141FA37}"/>
              </a:ext>
            </a:extLst>
          </p:cNvPr>
          <p:cNvSpPr>
            <a:spLocks noGrp="1"/>
          </p:cNvSpPr>
          <p:nvPr/>
        </p:nvSpPr>
        <p:spPr>
          <a:xfrm>
            <a:off x="4160911" y="3173927"/>
            <a:ext cx="253410"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Fusion</a:t>
            </a:r>
          </a:p>
        </p:txBody>
      </p:sp>
      <p:sp>
        <p:nvSpPr>
          <p:cNvPr id="126" name="Arrow 69">
            <a:extLst>
              <a:ext uri="{FF2B5EF4-FFF2-40B4-BE49-F238E27FC236}">
                <a16:creationId xmlns:a16="http://schemas.microsoft.com/office/drawing/2014/main" id="{A1E840CA-D0DB-1C8E-74D8-40D4E822C41E}"/>
              </a:ext>
            </a:extLst>
          </p:cNvPr>
          <p:cNvSpPr>
            <a:spLocks noGrp="1"/>
          </p:cNvSpPr>
          <p:nvPr/>
        </p:nvSpPr>
        <p:spPr>
          <a:xfrm>
            <a:off x="4287616" y="3274052"/>
            <a:ext cx="20" cy="75605"/>
          </a:xfrm>
          <a:custGeom>
            <a:avLst/>
            <a:gdLst/>
            <a:ahLst/>
            <a:cxnLst/>
            <a:rect l="0" t="0" r="0" b="0"/>
            <a:pathLst>
              <a:path w="95" h="352425">
                <a:moveTo>
                  <a:pt x="0" y="0"/>
                </a:moveTo>
                <a:lnTo>
                  <a:pt x="0" y="352425"/>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27" name="Label 70 g">
                <a:extLst>
                  <a:ext uri="{FF2B5EF4-FFF2-40B4-BE49-F238E27FC236}">
                    <a16:creationId xmlns:a16="http://schemas.microsoft.com/office/drawing/2014/main" id="{95039D09-D019-DE45-D974-F91B50B8EF04}"/>
                  </a:ext>
                </a:extLst>
              </p:cNvPr>
              <p:cNvSpPr>
                <a:spLocks noGrp="1"/>
              </p:cNvSpPr>
              <p:nvPr/>
            </p:nvSpPr>
            <p:spPr>
              <a:xfrm>
                <a:off x="4324402" y="3284269"/>
                <a:ext cx="106269" cy="69474"/>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𝑔</m:t>
                          </m:r>
                        </m:e>
                        <m:sub>
                          <m:r>
                            <a:rPr lang="en-US" sz="486">
                              <a:solidFill>
                                <a:srgbClr val="203646"/>
                              </a:solidFill>
                              <a:latin typeface="Cambria Math"/>
                            </a:rPr>
                            <m:t>𝑘</m:t>
                          </m:r>
                        </m:sub>
                      </m:sSub>
                    </m:oMath>
                  </m:oMathPara>
                </a14:m>
                <a:endParaRPr lang="en-US" sz="486"/>
              </a:p>
            </p:txBody>
          </p:sp>
        </mc:Choice>
        <mc:Fallback xmlns="">
          <p:sp>
            <p:nvSpPr>
              <p:cNvPr id="128" name="Label 70 g">
                <a:extLst>
                  <a:ext uri="{FF2B5EF4-FFF2-40B4-BE49-F238E27FC236}">
                    <a16:creationId xmlns:a16="http://schemas.microsoft.com/office/drawing/2014/main" id="{95039D09-D019-DE45-D974-F91B50B8EF04}"/>
                  </a:ext>
                </a:extLst>
              </p:cNvPr>
              <p:cNvSpPr>
                <a:spLocks noGrp="1" noRot="1" noChangeAspect="1" noMove="1" noResize="1" noEditPoints="1" noAdjustHandles="1" noChangeArrowheads="1" noChangeShapeType="1" noTextEdit="1"/>
              </p:cNvSpPr>
              <p:nvPr/>
            </p:nvSpPr>
            <p:spPr>
              <a:xfrm>
                <a:off x="4324402" y="3284269"/>
                <a:ext cx="106269" cy="69474"/>
              </a:xfrm>
              <a:prstGeom prst="rect">
                <a:avLst/>
              </a:prstGeom>
              <a:blipFill>
                <a:blip r:embed="rId6"/>
                <a:stretch>
                  <a:fillRect l="-22222" b="-36364"/>
                </a:stretch>
              </a:blipFill>
              <a:ln w="0">
                <a:noFill/>
              </a:ln>
            </p:spPr>
            <p:txBody>
              <a:bodyPr/>
              <a:lstStyle/>
              <a:p>
                <a:r>
                  <a:rPr lang="zh-CN" altLang="en-US">
                    <a:noFill/>
                  </a:rPr>
                  <a:t> </a:t>
                </a:r>
              </a:p>
            </p:txBody>
          </p:sp>
        </mc:Fallback>
      </mc:AlternateContent>
      <p:sp>
        <p:nvSpPr>
          <p:cNvPr id="129" name="Arrow 71">
            <a:extLst>
              <a:ext uri="{FF2B5EF4-FFF2-40B4-BE49-F238E27FC236}">
                <a16:creationId xmlns:a16="http://schemas.microsoft.com/office/drawing/2014/main" id="{9019090D-BD08-F4E9-D2BD-52F8CD9A2219}"/>
              </a:ext>
            </a:extLst>
          </p:cNvPr>
          <p:cNvSpPr>
            <a:spLocks noGrp="1"/>
          </p:cNvSpPr>
          <p:nvPr/>
        </p:nvSpPr>
        <p:spPr>
          <a:xfrm>
            <a:off x="2464696" y="3390524"/>
            <a:ext cx="747970" cy="131549"/>
          </a:xfrm>
          <a:custGeom>
            <a:avLst/>
            <a:gdLst/>
            <a:ahLst/>
            <a:cxnLst/>
            <a:rect l="0" t="0" r="0" b="0"/>
            <a:pathLst>
              <a:path w="3486150" h="800100">
                <a:moveTo>
                  <a:pt x="3486150" y="0"/>
                </a:moveTo>
                <a:lnTo>
                  <a:pt x="0" y="0"/>
                </a:lnTo>
                <a:lnTo>
                  <a:pt x="0" y="800100"/>
                </a:lnTo>
              </a:path>
            </a:pathLst>
          </a:custGeom>
          <a:noFill/>
          <a:ln w="3474">
            <a:solidFill>
              <a:srgbClr val="397FA6"/>
            </a:solidFill>
            <a:prstDash val="solid"/>
          </a:ln>
        </p:spPr>
      </p:sp>
      <p:sp>
        <p:nvSpPr>
          <p:cNvPr id="130" name="Operator Foreground head">
            <a:extLst>
              <a:ext uri="{FF2B5EF4-FFF2-40B4-BE49-F238E27FC236}">
                <a16:creationId xmlns:a16="http://schemas.microsoft.com/office/drawing/2014/main" id="{1D8A515A-8554-E8D2-DFC3-6BF9C7766DB8}"/>
              </a:ext>
            </a:extLst>
          </p:cNvPr>
          <p:cNvSpPr>
            <a:spLocks noGrp="1"/>
          </p:cNvSpPr>
          <p:nvPr/>
        </p:nvSpPr>
        <p:spPr>
          <a:xfrm>
            <a:off x="2241940" y="3535603"/>
            <a:ext cx="470036" cy="100125"/>
          </a:xfrm>
          <a:prstGeom prst="roundRect">
            <a:avLst>
              <a:gd name="adj" fmla="val 14286"/>
            </a:avLst>
          </a:prstGeom>
          <a:solidFill>
            <a:srgbClr val="F7FAFC"/>
          </a:solidFill>
          <a:ln w="3270">
            <a:solidFill>
              <a:srgbClr val="397FA6"/>
            </a:solidFill>
          </a:ln>
        </p:spPr>
        <p:txBody>
          <a:bodyPr wrap="none" lIns="28575" tIns="9525" rIns="28575" bIns="9525" anchor="ctr">
            <a:noAutofit/>
          </a:bodyPr>
          <a:lstStyle/>
          <a:p>
            <a:pPr algn="ctr">
              <a:defRPr sz="417" b="1">
                <a:solidFill>
                  <a:srgbClr val="397FA6"/>
                </a:solidFill>
                <a:latin typeface="Arial"/>
                <a:ea typeface="Arial"/>
                <a:cs typeface="Arial"/>
              </a:defRPr>
            </a:pPr>
            <a:r>
              <a:rPr sz="417" b="1">
                <a:solidFill>
                  <a:srgbClr val="397FA6"/>
                </a:solidFill>
                <a:latin typeface="Arial"/>
                <a:ea typeface="Arial"/>
                <a:cs typeface="Arial"/>
              </a:rPr>
              <a:t>Foreground head</a:t>
            </a:r>
          </a:p>
        </p:txBody>
      </p:sp>
      <p:sp>
        <p:nvSpPr>
          <p:cNvPr id="131" name="Arrow 72">
            <a:extLst>
              <a:ext uri="{FF2B5EF4-FFF2-40B4-BE49-F238E27FC236}">
                <a16:creationId xmlns:a16="http://schemas.microsoft.com/office/drawing/2014/main" id="{E7069013-050E-EF95-8793-5951E35D91A9}"/>
              </a:ext>
            </a:extLst>
          </p:cNvPr>
          <p:cNvSpPr>
            <a:spLocks noGrp="1"/>
          </p:cNvSpPr>
          <p:nvPr/>
        </p:nvSpPr>
        <p:spPr>
          <a:xfrm>
            <a:off x="2711975" y="3584644"/>
            <a:ext cx="85833" cy="20"/>
          </a:xfrm>
          <a:custGeom>
            <a:avLst/>
            <a:gdLst/>
            <a:ahLst/>
            <a:cxnLst/>
            <a:rect l="0" t="0" r="0" b="0"/>
            <a:pathLst>
              <a:path w="400050" h="95">
                <a:moveTo>
                  <a:pt x="0" y="0"/>
                </a:moveTo>
                <a:lnTo>
                  <a:pt x="400050" y="0"/>
                </a:lnTo>
              </a:path>
            </a:pathLst>
          </a:custGeom>
          <a:noFill/>
          <a:ln w="3474">
            <a:solidFill>
              <a:srgbClr val="397FA6"/>
            </a:solidFill>
            <a:prstDash val="solid"/>
          </a:ln>
        </p:spPr>
      </p:sp>
      <p:sp>
        <p:nvSpPr>
          <p:cNvPr id="132" name="Label 73 Foreground probability">
            <a:extLst>
              <a:ext uri="{FF2B5EF4-FFF2-40B4-BE49-F238E27FC236}">
                <a16:creationId xmlns:a16="http://schemas.microsoft.com/office/drawing/2014/main" id="{424FB3D7-22E3-704A-9BF5-DDD5487EFA10}"/>
              </a:ext>
            </a:extLst>
          </p:cNvPr>
          <p:cNvSpPr>
            <a:spLocks noGrp="1"/>
          </p:cNvSpPr>
          <p:nvPr/>
        </p:nvSpPr>
        <p:spPr>
          <a:xfrm>
            <a:off x="2250114" y="3666378"/>
            <a:ext cx="633526" cy="59258"/>
          </a:xfrm>
          <a:prstGeom prst="rect">
            <a:avLst/>
          </a:prstGeom>
          <a:noFill/>
          <a:ln w="0">
            <a:noFill/>
          </a:ln>
        </p:spPr>
        <p:txBody>
          <a:bodyPr wrap="none" lIns="0" tIns="0" rIns="0" bIns="0" anchor="ctr">
            <a:noAutofit/>
          </a:bodyPr>
          <a:lstStyle/>
          <a:p>
            <a:pPr algn="l">
              <a:defRPr sz="400" b="0">
                <a:solidFill>
                  <a:srgbClr val="6F8290"/>
                </a:solidFill>
                <a:latin typeface="Arial"/>
                <a:ea typeface="Arial"/>
                <a:cs typeface="Arial"/>
              </a:defRPr>
            </a:pPr>
            <a:r>
              <a:rPr sz="400" b="0">
                <a:solidFill>
                  <a:srgbClr val="6F8290"/>
                </a:solidFill>
                <a:latin typeface="Arial"/>
                <a:ea typeface="Arial"/>
                <a:cs typeface="Arial"/>
              </a:rPr>
              <a:t>Foreground probability</a:t>
            </a:r>
          </a:p>
        </p:txBody>
      </p:sp>
      <mc:AlternateContent xmlns:mc="http://schemas.openxmlformats.org/markup-compatibility/2006" xmlns:a14="http://schemas.microsoft.com/office/drawing/2010/main">
        <mc:Choice Requires="a14">
          <p:sp>
            <p:nvSpPr>
              <p:cNvPr id="133" name="Label 74 p">
                <a:extLst>
                  <a:ext uri="{FF2B5EF4-FFF2-40B4-BE49-F238E27FC236}">
                    <a16:creationId xmlns:a16="http://schemas.microsoft.com/office/drawing/2014/main" id="{0DBD01DD-97A5-9934-A8AF-B7DF40A73A19}"/>
                  </a:ext>
                </a:extLst>
              </p:cNvPr>
              <p:cNvSpPr>
                <a:spLocks noGrp="1"/>
              </p:cNvSpPr>
              <p:nvPr/>
            </p:nvSpPr>
            <p:spPr>
              <a:xfrm>
                <a:off x="2828462" y="3543776"/>
                <a:ext cx="153272" cy="87865"/>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Sup>
                        <m:sSubSupPr>
                          <m:ctrlPr>
                            <a:rPr lang="en-US" sz="486">
                              <a:solidFill>
                                <a:srgbClr val="203646"/>
                              </a:solidFill>
                              <a:latin typeface="Cambria Math"/>
                            </a:rPr>
                          </m:ctrlPr>
                        </m:sSubSupPr>
                        <m:e>
                          <m:r>
                            <a:rPr lang="en-US" sz="486">
                              <a:solidFill>
                                <a:srgbClr val="203646"/>
                              </a:solidFill>
                              <a:latin typeface="Cambria Math"/>
                            </a:rPr>
                            <m:t>𝑝</m:t>
                          </m:r>
                        </m:e>
                        <m:sub>
                          <m:r>
                            <a:rPr lang="en-US" sz="486">
                              <a:solidFill>
                                <a:srgbClr val="203646"/>
                              </a:solidFill>
                              <a:latin typeface="Cambria Math"/>
                            </a:rPr>
                            <m:t>𝑗</m:t>
                          </m:r>
                        </m:sub>
                        <m:sup>
                          <m:r>
                            <m:rPr>
                              <m:sty m:val="p"/>
                            </m:rPr>
                            <a:rPr lang="en-US" sz="486">
                              <a:solidFill>
                                <a:srgbClr val="203646"/>
                              </a:solidFill>
                              <a:latin typeface="Cambria Math"/>
                            </a:rPr>
                            <m:t>fg</m:t>
                          </m:r>
                        </m:sup>
                      </m:sSubSup>
                    </m:oMath>
                  </m:oMathPara>
                </a14:m>
                <a:endParaRPr lang="en-US" sz="486"/>
              </a:p>
            </p:txBody>
          </p:sp>
        </mc:Choice>
        <mc:Fallback xmlns="">
          <p:sp>
            <p:nvSpPr>
              <p:cNvPr id="134" name="Label 74 p">
                <a:extLst>
                  <a:ext uri="{FF2B5EF4-FFF2-40B4-BE49-F238E27FC236}">
                    <a16:creationId xmlns:a16="http://schemas.microsoft.com/office/drawing/2014/main" id="{0DBD01DD-97A5-9934-A8AF-B7DF40A73A19}"/>
                  </a:ext>
                </a:extLst>
              </p:cNvPr>
              <p:cNvSpPr>
                <a:spLocks noGrp="1" noRot="1" noChangeAspect="1" noMove="1" noResize="1" noEditPoints="1" noAdjustHandles="1" noChangeArrowheads="1" noChangeShapeType="1" noTextEdit="1"/>
              </p:cNvSpPr>
              <p:nvPr/>
            </p:nvSpPr>
            <p:spPr>
              <a:xfrm>
                <a:off x="2828462" y="3543776"/>
                <a:ext cx="153272" cy="87865"/>
              </a:xfrm>
              <a:prstGeom prst="rect">
                <a:avLst/>
              </a:prstGeom>
              <a:blipFill>
                <a:blip r:embed="rId7"/>
                <a:stretch>
                  <a:fillRect l="-16000" t="-13333" b="-33333"/>
                </a:stretch>
              </a:blipFill>
              <a:ln w="0">
                <a:noFill/>
              </a:ln>
            </p:spPr>
            <p:txBody>
              <a:bodyPr/>
              <a:lstStyle/>
              <a:p>
                <a:r>
                  <a:rPr lang="zh-CN" altLang="en-US">
                    <a:noFill/>
                  </a:rPr>
                  <a:t> </a:t>
                </a:r>
              </a:p>
            </p:txBody>
          </p:sp>
        </mc:Fallback>
      </mc:AlternateContent>
      <p:sp>
        <p:nvSpPr>
          <p:cNvPr id="135" name="Arrow 75">
            <a:extLst>
              <a:ext uri="{FF2B5EF4-FFF2-40B4-BE49-F238E27FC236}">
                <a16:creationId xmlns:a16="http://schemas.microsoft.com/office/drawing/2014/main" id="{3E3D9597-2220-958C-5A86-5B4EE49EC1A1}"/>
              </a:ext>
            </a:extLst>
          </p:cNvPr>
          <p:cNvSpPr>
            <a:spLocks noGrp="1"/>
          </p:cNvSpPr>
          <p:nvPr/>
        </p:nvSpPr>
        <p:spPr>
          <a:xfrm>
            <a:off x="3347545" y="3417088"/>
            <a:ext cx="286109" cy="167556"/>
          </a:xfrm>
          <a:custGeom>
            <a:avLst/>
            <a:gdLst/>
            <a:ahLst/>
            <a:cxnLst/>
            <a:rect l="0" t="0" r="0" b="0"/>
            <a:pathLst>
              <a:path w="1333500" h="971550">
                <a:moveTo>
                  <a:pt x="0" y="0"/>
                </a:moveTo>
                <a:lnTo>
                  <a:pt x="0" y="971550"/>
                </a:lnTo>
                <a:lnTo>
                  <a:pt x="1333500" y="971550"/>
                </a:lnTo>
              </a:path>
            </a:pathLst>
          </a:custGeom>
          <a:noFill/>
          <a:ln w="3474">
            <a:solidFill>
              <a:srgbClr val="397FA6"/>
            </a:solidFill>
            <a:prstDash val="solid"/>
          </a:ln>
        </p:spPr>
      </p:sp>
      <p:sp>
        <p:nvSpPr>
          <p:cNvPr id="136" name="Arrow 76">
            <a:extLst>
              <a:ext uri="{FF2B5EF4-FFF2-40B4-BE49-F238E27FC236}">
                <a16:creationId xmlns:a16="http://schemas.microsoft.com/office/drawing/2014/main" id="{62E6D500-3AC0-70E4-6C20-9CBF72052708}"/>
              </a:ext>
            </a:extLst>
          </p:cNvPr>
          <p:cNvSpPr>
            <a:spLocks noGrp="1"/>
          </p:cNvSpPr>
          <p:nvPr/>
        </p:nvSpPr>
        <p:spPr>
          <a:xfrm>
            <a:off x="3850279" y="3417088"/>
            <a:ext cx="437337" cy="106918"/>
          </a:xfrm>
          <a:custGeom>
            <a:avLst/>
            <a:gdLst/>
            <a:ahLst/>
            <a:cxnLst/>
            <a:rect l="0" t="0" r="0" b="0"/>
            <a:pathLst>
              <a:path w="2038350" h="685800">
                <a:moveTo>
                  <a:pt x="2038350" y="0"/>
                </a:moveTo>
                <a:lnTo>
                  <a:pt x="2038350" y="390525"/>
                </a:lnTo>
                <a:lnTo>
                  <a:pt x="0" y="390525"/>
                </a:lnTo>
                <a:lnTo>
                  <a:pt x="0" y="685800"/>
                </a:lnTo>
              </a:path>
            </a:pathLst>
          </a:custGeom>
          <a:noFill/>
          <a:ln w="3474">
            <a:solidFill>
              <a:srgbClr val="2B887C"/>
            </a:solidFill>
            <a:prstDash val="solid"/>
          </a:ln>
        </p:spPr>
      </p:sp>
      <p:sp>
        <p:nvSpPr>
          <p:cNvPr id="137" name="Operator Cosine score">
            <a:extLst>
              <a:ext uri="{FF2B5EF4-FFF2-40B4-BE49-F238E27FC236}">
                <a16:creationId xmlns:a16="http://schemas.microsoft.com/office/drawing/2014/main" id="{7D68BEBD-7530-F35C-9298-CA6AD212CF9E}"/>
              </a:ext>
            </a:extLst>
          </p:cNvPr>
          <p:cNvSpPr>
            <a:spLocks noGrp="1"/>
          </p:cNvSpPr>
          <p:nvPr/>
        </p:nvSpPr>
        <p:spPr>
          <a:xfrm>
            <a:off x="3645915" y="3535603"/>
            <a:ext cx="408727" cy="100125"/>
          </a:xfrm>
          <a:prstGeom prst="roundRect">
            <a:avLst>
              <a:gd name="adj" fmla="val 14286"/>
            </a:avLst>
          </a:prstGeom>
          <a:solidFill>
            <a:srgbClr val="FFFFFF"/>
          </a:solidFill>
          <a:ln w="3270">
            <a:solidFill>
              <a:srgbClr val="2B887C"/>
            </a:solidFill>
          </a:ln>
        </p:spPr>
        <p:txBody>
          <a:bodyPr wrap="none" lIns="28575" tIns="9525" rIns="28575" bIns="9525" anchor="ctr">
            <a:noAutofit/>
          </a:bodyPr>
          <a:lstStyle/>
          <a:p>
            <a:pPr algn="ctr">
              <a:defRPr sz="417" b="1">
                <a:solidFill>
                  <a:srgbClr val="2B887C"/>
                </a:solidFill>
                <a:latin typeface="Arial"/>
                <a:ea typeface="Arial"/>
                <a:cs typeface="Arial"/>
              </a:defRPr>
            </a:pPr>
            <a:r>
              <a:rPr sz="417" b="1">
                <a:solidFill>
                  <a:srgbClr val="2B887C"/>
                </a:solidFill>
                <a:latin typeface="Arial"/>
                <a:ea typeface="Arial"/>
                <a:cs typeface="Arial"/>
              </a:rPr>
              <a:t>Cosine score</a:t>
            </a:r>
          </a:p>
        </p:txBody>
      </p:sp>
      <p:sp>
        <p:nvSpPr>
          <p:cNvPr id="138" name="Label 77 Learned projections">
            <a:extLst>
              <a:ext uri="{FF2B5EF4-FFF2-40B4-BE49-F238E27FC236}">
                <a16:creationId xmlns:a16="http://schemas.microsoft.com/office/drawing/2014/main" id="{BDEF934F-272E-4362-A308-0800A799CA44}"/>
              </a:ext>
            </a:extLst>
          </p:cNvPr>
          <p:cNvSpPr>
            <a:spLocks noGrp="1"/>
          </p:cNvSpPr>
          <p:nvPr/>
        </p:nvSpPr>
        <p:spPr>
          <a:xfrm>
            <a:off x="3617305" y="3666378"/>
            <a:ext cx="465948" cy="59258"/>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Learned projections</a:t>
            </a:r>
          </a:p>
        </p:txBody>
      </p:sp>
      <p:sp>
        <p:nvSpPr>
          <p:cNvPr id="139" name="Arrow 78">
            <a:extLst>
              <a:ext uri="{FF2B5EF4-FFF2-40B4-BE49-F238E27FC236}">
                <a16:creationId xmlns:a16="http://schemas.microsoft.com/office/drawing/2014/main" id="{1693717B-FB48-9D75-B0C5-CB111549EBBE}"/>
              </a:ext>
            </a:extLst>
          </p:cNvPr>
          <p:cNvSpPr>
            <a:spLocks noGrp="1"/>
          </p:cNvSpPr>
          <p:nvPr/>
        </p:nvSpPr>
        <p:spPr>
          <a:xfrm>
            <a:off x="4054642" y="3584644"/>
            <a:ext cx="314719" cy="20"/>
          </a:xfrm>
          <a:custGeom>
            <a:avLst/>
            <a:gdLst/>
            <a:ahLst/>
            <a:cxnLst/>
            <a:rect l="0" t="0" r="0" b="0"/>
            <a:pathLst>
              <a:path w="1466850" h="95">
                <a:moveTo>
                  <a:pt x="0" y="0"/>
                </a:moveTo>
                <a:lnTo>
                  <a:pt x="1466850" y="0"/>
                </a:lnTo>
              </a:path>
            </a:pathLst>
          </a:custGeom>
          <a:noFill/>
          <a:ln w="3474">
            <a:solidFill>
              <a:srgbClr val="2B887C"/>
            </a:solidFill>
            <a:prstDash val="solid"/>
          </a:ln>
        </p:spPr>
      </p:sp>
      <mc:AlternateContent xmlns:mc="http://schemas.openxmlformats.org/markup-compatibility/2006" xmlns:a14="http://schemas.microsoft.com/office/drawing/2010/main">
        <mc:Choice Requires="a14">
          <p:sp>
            <p:nvSpPr>
              <p:cNvPr id="140" name="Label 79 s">
                <a:extLst>
                  <a:ext uri="{FF2B5EF4-FFF2-40B4-BE49-F238E27FC236}">
                    <a16:creationId xmlns:a16="http://schemas.microsoft.com/office/drawing/2014/main" id="{DA75BA9B-BD58-4E9A-233D-9FDD9E904CD7}"/>
                  </a:ext>
                </a:extLst>
              </p:cNvPr>
              <p:cNvSpPr>
                <a:spLocks noGrp="1"/>
              </p:cNvSpPr>
              <p:nvPr/>
            </p:nvSpPr>
            <p:spPr>
              <a:xfrm>
                <a:off x="4167042" y="3491146"/>
                <a:ext cx="159403" cy="71021"/>
              </a:xfrm>
              <a:prstGeom prst="rect">
                <a:avLst/>
              </a:prstGeom>
              <a:noFill/>
              <a:ln w="0">
                <a:noFill/>
              </a:ln>
            </p:spPr>
            <p:txBody>
              <a:bodyPr wrap="none" lIns="0" tIns="0" rIns="0" bIns="0" anchor="ctr">
                <a:noAutofit/>
              </a:bodyPr>
              <a:lstStyle/>
              <a:p>
                <a:pPr algn="l"/>
                <a14:m>
                  <m:oMathPara xmlns:m="http://schemas.openxmlformats.org/officeDocument/2006/math">
                    <m:oMathParaPr>
                      <m:jc m:val="left"/>
                    </m:oMathParaPr>
                    <m:oMath>
                      <m:sSub>
                        <m:sSubPr>
                          <m:ctrlPr>
                            <a:rPr lang="en-US" sz="486">
                              <a:solidFill>
                                <a:srgbClr val="203646"/>
                              </a:solidFill>
                              <a:latin typeface="Cambria Math"/>
                            </a:rPr>
                          </m:ctrlPr>
                        </m:sSubPr>
                        <m:e>
                          <m:r>
                            <a:rPr lang="en-US" sz="486">
                              <a:solidFill>
                                <a:srgbClr val="203646"/>
                              </a:solidFill>
                              <a:latin typeface="Cambria Math"/>
                            </a:rPr>
                            <m:t>𝑠</m:t>
                          </m:r>
                        </m:e>
                        <m:sub>
                          <m:r>
                            <a:rPr lang="en-US" sz="486">
                              <a:solidFill>
                                <a:srgbClr val="203646"/>
                              </a:solidFill>
                              <a:latin typeface="Cambria Math"/>
                            </a:rPr>
                            <m:t>𝑗</m:t>
                          </m:r>
                          <m:r>
                            <a:rPr lang="en-US" sz="486">
                              <a:solidFill>
                                <a:srgbClr val="203646"/>
                              </a:solidFill>
                              <a:latin typeface="Cambria Math"/>
                            </a:rPr>
                            <m:t>,</m:t>
                          </m:r>
                          <m:r>
                            <a:rPr lang="en-US" sz="486">
                              <a:solidFill>
                                <a:srgbClr val="203646"/>
                              </a:solidFill>
                              <a:latin typeface="Cambria Math"/>
                            </a:rPr>
                            <m:t>𝑘</m:t>
                          </m:r>
                        </m:sub>
                      </m:sSub>
                    </m:oMath>
                  </m:oMathPara>
                </a14:m>
                <a:endParaRPr lang="en-US" sz="486"/>
              </a:p>
            </p:txBody>
          </p:sp>
        </mc:Choice>
        <mc:Fallback xmlns="">
          <p:sp>
            <p:nvSpPr>
              <p:cNvPr id="141" name="Label 79 s">
                <a:extLst>
                  <a:ext uri="{FF2B5EF4-FFF2-40B4-BE49-F238E27FC236}">
                    <a16:creationId xmlns:a16="http://schemas.microsoft.com/office/drawing/2014/main" id="{DA75BA9B-BD58-4E9A-233D-9FDD9E904CD7}"/>
                  </a:ext>
                </a:extLst>
              </p:cNvPr>
              <p:cNvSpPr>
                <a:spLocks noGrp="1" noRot="1" noChangeAspect="1" noMove="1" noResize="1" noEditPoints="1" noAdjustHandles="1" noChangeArrowheads="1" noChangeShapeType="1" noTextEdit="1"/>
              </p:cNvSpPr>
              <p:nvPr/>
            </p:nvSpPr>
            <p:spPr>
              <a:xfrm>
                <a:off x="4167042" y="3491146"/>
                <a:ext cx="159403" cy="71021"/>
              </a:xfrm>
              <a:prstGeom prst="rect">
                <a:avLst/>
              </a:prstGeom>
              <a:blipFill>
                <a:blip r:embed="rId8"/>
                <a:stretch>
                  <a:fillRect l="-11538" b="-54545"/>
                </a:stretch>
              </a:blipFill>
              <a:ln w="0">
                <a:noFill/>
              </a:ln>
            </p:spPr>
            <p:txBody>
              <a:bodyPr/>
              <a:lstStyle/>
              <a:p>
                <a:r>
                  <a:rPr lang="zh-CN" altLang="en-US">
                    <a:noFill/>
                  </a:rPr>
                  <a:t> </a:t>
                </a:r>
              </a:p>
            </p:txBody>
          </p:sp>
        </mc:Fallback>
      </mc:AlternateContent>
      <p:sp>
        <p:nvSpPr>
          <p:cNvPr id="142" name="Label 80 Identity scores">
            <a:extLst>
              <a:ext uri="{FF2B5EF4-FFF2-40B4-BE49-F238E27FC236}">
                <a16:creationId xmlns:a16="http://schemas.microsoft.com/office/drawing/2014/main" id="{E543B700-3761-8516-4C83-15515D9A3604}"/>
              </a:ext>
            </a:extLst>
          </p:cNvPr>
          <p:cNvSpPr>
            <a:spLocks noGrp="1"/>
          </p:cNvSpPr>
          <p:nvPr/>
        </p:nvSpPr>
        <p:spPr>
          <a:xfrm>
            <a:off x="4385711" y="3408914"/>
            <a:ext cx="506821" cy="36830"/>
          </a:xfrm>
          <a:prstGeom prst="rect">
            <a:avLst/>
          </a:prstGeom>
          <a:noFill/>
          <a:ln w="0">
            <a:noFill/>
          </a:ln>
        </p:spPr>
        <p:txBody>
          <a:bodyPr wrap="none" lIns="0" tIns="0" rIns="0" bIns="0" anchor="ctr">
            <a:noAutofit/>
          </a:bodyPr>
          <a:lstStyle/>
          <a:p>
            <a:pPr algn="ctr">
              <a:defRPr sz="400" b="1">
                <a:solidFill>
                  <a:srgbClr val="203646"/>
                </a:solidFill>
                <a:latin typeface="Arial"/>
                <a:ea typeface="Arial"/>
                <a:cs typeface="Arial"/>
              </a:defRPr>
            </a:pPr>
            <a:r>
              <a:rPr sz="400" b="1">
                <a:solidFill>
                  <a:srgbClr val="203646"/>
                </a:solidFill>
                <a:latin typeface="Arial"/>
                <a:ea typeface="Arial"/>
                <a:cs typeface="Arial"/>
              </a:rPr>
              <a:t>Identity scores</a:t>
            </a:r>
          </a:p>
        </p:txBody>
      </p:sp>
      <p:sp>
        <p:nvSpPr>
          <p:cNvPr id="143" name="Highlighted identity column k">
            <a:extLst>
              <a:ext uri="{FF2B5EF4-FFF2-40B4-BE49-F238E27FC236}">
                <a16:creationId xmlns:a16="http://schemas.microsoft.com/office/drawing/2014/main" id="{7345592F-318B-CAE0-3CCB-9E05E52833DA}"/>
              </a:ext>
            </a:extLst>
          </p:cNvPr>
          <p:cNvSpPr>
            <a:spLocks noGrp="1"/>
          </p:cNvSpPr>
          <p:nvPr/>
        </p:nvSpPr>
        <p:spPr>
          <a:xfrm>
            <a:off x="4553288" y="3502743"/>
            <a:ext cx="91963" cy="218806"/>
          </a:xfrm>
          <a:prstGeom prst="rect">
            <a:avLst/>
          </a:prstGeom>
          <a:solidFill>
            <a:srgbClr val="EDF6F1"/>
          </a:solidFill>
          <a:ln w="0">
            <a:noFill/>
          </a:ln>
        </p:spPr>
      </p:sp>
      <p:sp>
        <p:nvSpPr>
          <p:cNvPr id="144" name="Current pair score j,k">
            <a:extLst>
              <a:ext uri="{FF2B5EF4-FFF2-40B4-BE49-F238E27FC236}">
                <a16:creationId xmlns:a16="http://schemas.microsoft.com/office/drawing/2014/main" id="{00899EEE-8E68-EA8E-882E-15700BBB7534}"/>
              </a:ext>
            </a:extLst>
          </p:cNvPr>
          <p:cNvSpPr>
            <a:spLocks noGrp="1"/>
          </p:cNvSpPr>
          <p:nvPr/>
        </p:nvSpPr>
        <p:spPr>
          <a:xfrm>
            <a:off x="4553288" y="3556037"/>
            <a:ext cx="91963" cy="55171"/>
          </a:xfrm>
          <a:prstGeom prst="rect">
            <a:avLst/>
          </a:prstGeom>
          <a:solidFill>
            <a:srgbClr val="4C9D8F"/>
          </a:solidFill>
          <a:ln w="0">
            <a:noFill/>
          </a:ln>
        </p:spPr>
      </p:sp>
      <p:sp>
        <p:nvSpPr>
          <p:cNvPr id="145" name="Line 81">
            <a:extLst>
              <a:ext uri="{FF2B5EF4-FFF2-40B4-BE49-F238E27FC236}">
                <a16:creationId xmlns:a16="http://schemas.microsoft.com/office/drawing/2014/main" id="{37F92E9C-61A8-8C34-B10E-7D4D59007431}"/>
              </a:ext>
            </a:extLst>
          </p:cNvPr>
          <p:cNvSpPr>
            <a:spLocks noGrp="1"/>
          </p:cNvSpPr>
          <p:nvPr/>
        </p:nvSpPr>
        <p:spPr>
          <a:xfrm>
            <a:off x="446132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6" name="Line 82">
            <a:extLst>
              <a:ext uri="{FF2B5EF4-FFF2-40B4-BE49-F238E27FC236}">
                <a16:creationId xmlns:a16="http://schemas.microsoft.com/office/drawing/2014/main" id="{4A3ADE88-CE92-DAA4-C291-98A609BE20E7}"/>
              </a:ext>
            </a:extLst>
          </p:cNvPr>
          <p:cNvSpPr>
            <a:spLocks noGrp="1"/>
          </p:cNvSpPr>
          <p:nvPr/>
        </p:nvSpPr>
        <p:spPr>
          <a:xfrm>
            <a:off x="4553288"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7" name="Line 83">
            <a:extLst>
              <a:ext uri="{FF2B5EF4-FFF2-40B4-BE49-F238E27FC236}">
                <a16:creationId xmlns:a16="http://schemas.microsoft.com/office/drawing/2014/main" id="{B1F41B2C-C4C6-8853-4DB6-EDA15436F89F}"/>
              </a:ext>
            </a:extLst>
          </p:cNvPr>
          <p:cNvSpPr>
            <a:spLocks noGrp="1"/>
          </p:cNvSpPr>
          <p:nvPr/>
        </p:nvSpPr>
        <p:spPr>
          <a:xfrm>
            <a:off x="4645252"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8" name="Line 84">
            <a:extLst>
              <a:ext uri="{FF2B5EF4-FFF2-40B4-BE49-F238E27FC236}">
                <a16:creationId xmlns:a16="http://schemas.microsoft.com/office/drawing/2014/main" id="{FDDEC517-C595-3646-39D9-A172B8995DB6}"/>
              </a:ext>
            </a:extLst>
          </p:cNvPr>
          <p:cNvSpPr>
            <a:spLocks noGrp="1"/>
          </p:cNvSpPr>
          <p:nvPr/>
        </p:nvSpPr>
        <p:spPr>
          <a:xfrm>
            <a:off x="4737215"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49" name="Line 85">
            <a:extLst>
              <a:ext uri="{FF2B5EF4-FFF2-40B4-BE49-F238E27FC236}">
                <a16:creationId xmlns:a16="http://schemas.microsoft.com/office/drawing/2014/main" id="{F6AE34E6-EB46-D3EB-CF33-8B77C03355A1}"/>
              </a:ext>
            </a:extLst>
          </p:cNvPr>
          <p:cNvSpPr>
            <a:spLocks noGrp="1"/>
          </p:cNvSpPr>
          <p:nvPr/>
        </p:nvSpPr>
        <p:spPr>
          <a:xfrm>
            <a:off x="4829179" y="3502743"/>
            <a:ext cx="20" cy="218806"/>
          </a:xfrm>
          <a:custGeom>
            <a:avLst/>
            <a:gdLst/>
            <a:ahLst/>
            <a:cxnLst/>
            <a:rect l="0" t="0" r="0" b="0"/>
            <a:pathLst>
              <a:path w="95" h="1028700">
                <a:moveTo>
                  <a:pt x="0" y="0"/>
                </a:moveTo>
                <a:lnTo>
                  <a:pt x="0" y="1028700"/>
                </a:lnTo>
              </a:path>
            </a:pathLst>
          </a:custGeom>
          <a:noFill/>
          <a:ln w="2452">
            <a:solidFill>
              <a:srgbClr val="A7C4BD"/>
            </a:solidFill>
            <a:prstDash val="solid"/>
          </a:ln>
        </p:spPr>
      </p:sp>
      <p:sp>
        <p:nvSpPr>
          <p:cNvPr id="150" name="Line 86">
            <a:extLst>
              <a:ext uri="{FF2B5EF4-FFF2-40B4-BE49-F238E27FC236}">
                <a16:creationId xmlns:a16="http://schemas.microsoft.com/office/drawing/2014/main" id="{F869626D-CA7F-2466-6BD7-DF95905567E8}"/>
              </a:ext>
            </a:extLst>
          </p:cNvPr>
          <p:cNvSpPr>
            <a:spLocks noGrp="1"/>
          </p:cNvSpPr>
          <p:nvPr/>
        </p:nvSpPr>
        <p:spPr>
          <a:xfrm>
            <a:off x="4461325" y="3502743"/>
            <a:ext cx="367854" cy="19"/>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1" name="Line 87">
            <a:extLst>
              <a:ext uri="{FF2B5EF4-FFF2-40B4-BE49-F238E27FC236}">
                <a16:creationId xmlns:a16="http://schemas.microsoft.com/office/drawing/2014/main" id="{66D1BB76-B1CD-320A-E37A-6507AAFB8943}"/>
              </a:ext>
            </a:extLst>
          </p:cNvPr>
          <p:cNvSpPr>
            <a:spLocks noGrp="1"/>
          </p:cNvSpPr>
          <p:nvPr/>
        </p:nvSpPr>
        <p:spPr>
          <a:xfrm>
            <a:off x="4461325" y="355603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2" name="Line 88">
            <a:extLst>
              <a:ext uri="{FF2B5EF4-FFF2-40B4-BE49-F238E27FC236}">
                <a16:creationId xmlns:a16="http://schemas.microsoft.com/office/drawing/2014/main" id="{D1740987-881C-C836-A7B1-081C50B1481E}"/>
              </a:ext>
            </a:extLst>
          </p:cNvPr>
          <p:cNvSpPr>
            <a:spLocks noGrp="1"/>
          </p:cNvSpPr>
          <p:nvPr/>
        </p:nvSpPr>
        <p:spPr>
          <a:xfrm>
            <a:off x="4461325" y="3611207"/>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3" name="Line 89">
            <a:extLst>
              <a:ext uri="{FF2B5EF4-FFF2-40B4-BE49-F238E27FC236}">
                <a16:creationId xmlns:a16="http://schemas.microsoft.com/office/drawing/2014/main" id="{ED72388D-2E87-8C78-DFB1-8F34D51BFC9E}"/>
              </a:ext>
            </a:extLst>
          </p:cNvPr>
          <p:cNvSpPr>
            <a:spLocks noGrp="1"/>
          </p:cNvSpPr>
          <p:nvPr/>
        </p:nvSpPr>
        <p:spPr>
          <a:xfrm>
            <a:off x="4461325" y="3666378"/>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4" name="Line 90">
            <a:extLst>
              <a:ext uri="{FF2B5EF4-FFF2-40B4-BE49-F238E27FC236}">
                <a16:creationId xmlns:a16="http://schemas.microsoft.com/office/drawing/2014/main" id="{B97FA063-1452-26AD-19FA-772701C95A53}"/>
              </a:ext>
            </a:extLst>
          </p:cNvPr>
          <p:cNvSpPr>
            <a:spLocks noGrp="1"/>
          </p:cNvSpPr>
          <p:nvPr/>
        </p:nvSpPr>
        <p:spPr>
          <a:xfrm>
            <a:off x="4461325" y="3721549"/>
            <a:ext cx="367854" cy="20"/>
          </a:xfrm>
          <a:custGeom>
            <a:avLst/>
            <a:gdLst/>
            <a:ahLst/>
            <a:cxnLst/>
            <a:rect l="0" t="0" r="0" b="0"/>
            <a:pathLst>
              <a:path w="1714500" h="95">
                <a:moveTo>
                  <a:pt x="0" y="0"/>
                </a:moveTo>
                <a:lnTo>
                  <a:pt x="1714500" y="0"/>
                </a:lnTo>
              </a:path>
            </a:pathLst>
          </a:custGeom>
          <a:noFill/>
          <a:ln w="2452">
            <a:solidFill>
              <a:srgbClr val="A7C4BD"/>
            </a:solidFill>
            <a:prstDash val="solid"/>
          </a:ln>
        </p:spPr>
      </p:sp>
      <p:sp>
        <p:nvSpPr>
          <p:cNvPr id="155" name="Label 91 k">
            <a:extLst>
              <a:ext uri="{FF2B5EF4-FFF2-40B4-BE49-F238E27FC236}">
                <a16:creationId xmlns:a16="http://schemas.microsoft.com/office/drawing/2014/main" id="{E6CAFB7F-54C5-DA10-9165-EBF15690BE17}"/>
              </a:ext>
            </a:extLst>
          </p:cNvPr>
          <p:cNvSpPr>
            <a:spLocks noGrp="1"/>
          </p:cNvSpPr>
          <p:nvPr/>
        </p:nvSpPr>
        <p:spPr>
          <a:xfrm>
            <a:off x="4573725" y="3458354"/>
            <a:ext cx="51091" cy="42457"/>
          </a:xfrm>
          <a:prstGeom prst="rect">
            <a:avLst/>
          </a:prstGeom>
          <a:noFill/>
          <a:ln w="0">
            <a:noFill/>
          </a:ln>
        </p:spPr>
        <p:txBody>
          <a:bodyPr wrap="none" lIns="0" tIns="0" rIns="0" bIns="0" anchor="ctr">
            <a:noAutofit/>
          </a:bodyPr>
          <a:lstStyle/>
          <a:p>
            <a:pPr algn="ctr">
              <a:defRPr sz="400" b="1">
                <a:solidFill>
                  <a:srgbClr val="2B887C"/>
                </a:solidFill>
                <a:latin typeface="Arial"/>
                <a:ea typeface="Arial"/>
                <a:cs typeface="Arial"/>
              </a:defRPr>
            </a:pPr>
            <a:r>
              <a:rPr sz="400" b="1">
                <a:solidFill>
                  <a:srgbClr val="2B887C"/>
                </a:solidFill>
                <a:latin typeface="Arial"/>
                <a:ea typeface="Arial"/>
                <a:cs typeface="Arial"/>
              </a:rPr>
              <a:t>k</a:t>
            </a:r>
          </a:p>
        </p:txBody>
      </p:sp>
      <p:sp>
        <p:nvSpPr>
          <p:cNvPr id="156" name="Label 92 j">
            <a:extLst>
              <a:ext uri="{FF2B5EF4-FFF2-40B4-BE49-F238E27FC236}">
                <a16:creationId xmlns:a16="http://schemas.microsoft.com/office/drawing/2014/main" id="{9C7137D5-1F94-2106-B1CB-0CDFB89AC6FE}"/>
              </a:ext>
            </a:extLst>
          </p:cNvPr>
          <p:cNvSpPr>
            <a:spLocks noGrp="1"/>
          </p:cNvSpPr>
          <p:nvPr/>
        </p:nvSpPr>
        <p:spPr>
          <a:xfrm>
            <a:off x="4404103" y="3556037"/>
            <a:ext cx="42916" cy="55171"/>
          </a:xfrm>
          <a:prstGeom prst="rect">
            <a:avLst/>
          </a:prstGeom>
          <a:noFill/>
          <a:ln w="0">
            <a:noFill/>
          </a:ln>
        </p:spPr>
        <p:txBody>
          <a:bodyPr wrap="none" lIns="0" tIns="0" rIns="0" bIns="0" anchor="ctr">
            <a:noAutofit/>
          </a:bodyPr>
          <a:lstStyle/>
          <a:p>
            <a:pPr algn="ctr">
              <a:defRPr sz="400" b="1">
                <a:solidFill>
                  <a:srgbClr val="397FA6"/>
                </a:solidFill>
                <a:latin typeface="Arial"/>
                <a:ea typeface="Arial"/>
                <a:cs typeface="Arial"/>
              </a:defRPr>
            </a:pPr>
            <a:r>
              <a:rPr sz="400" b="1">
                <a:solidFill>
                  <a:srgbClr val="397FA6"/>
                </a:solidFill>
                <a:latin typeface="Arial"/>
                <a:ea typeface="Arial"/>
                <a:cs typeface="Arial"/>
              </a:rPr>
              <a:t>j</a:t>
            </a:r>
          </a:p>
        </p:txBody>
      </p:sp>
      <p:sp>
        <p:nvSpPr>
          <p:cNvPr id="157" name="Label 93 J × K">
            <a:extLst>
              <a:ext uri="{FF2B5EF4-FFF2-40B4-BE49-F238E27FC236}">
                <a16:creationId xmlns:a16="http://schemas.microsoft.com/office/drawing/2014/main" id="{0B9F65FC-5EAE-FBC4-FAE5-9938AF1EA42B}"/>
              </a:ext>
            </a:extLst>
          </p:cNvPr>
          <p:cNvSpPr>
            <a:spLocks noGrp="1"/>
          </p:cNvSpPr>
          <p:nvPr/>
        </p:nvSpPr>
        <p:spPr>
          <a:xfrm>
            <a:off x="4506285" y="3742494"/>
            <a:ext cx="279978" cy="44443"/>
          </a:xfrm>
          <a:prstGeom prst="rect">
            <a:avLst/>
          </a:prstGeom>
          <a:noFill/>
          <a:ln w="0">
            <a:noFill/>
          </a:ln>
        </p:spPr>
        <p:txBody>
          <a:bodyPr wrap="none" lIns="0" tIns="0" rIns="0" bIns="0" anchor="ctr">
            <a:noAutofit/>
          </a:bodyPr>
          <a:lstStyle/>
          <a:p>
            <a:pPr algn="ctr">
              <a:defRPr sz="400" b="0">
                <a:solidFill>
                  <a:srgbClr val="6F8290"/>
                </a:solidFill>
                <a:latin typeface="Arial"/>
                <a:ea typeface="Arial"/>
                <a:cs typeface="Arial"/>
              </a:defRPr>
            </a:pPr>
            <a:r>
              <a:rPr sz="400" b="0">
                <a:solidFill>
                  <a:srgbClr val="6F8290"/>
                </a:solidFill>
                <a:latin typeface="Arial"/>
                <a:ea typeface="Arial"/>
                <a:cs typeface="Arial"/>
              </a:rPr>
              <a:t>J × K</a:t>
            </a:r>
          </a:p>
        </p:txBody>
      </p:sp>
      <p:sp>
        <p:nvSpPr>
          <p:cNvPr id="158" name="c | shared input to candidate crop">
            <a:extLst>
              <a:ext uri="{FF2B5EF4-FFF2-40B4-BE49-F238E27FC236}">
                <a16:creationId xmlns:a16="http://schemas.microsoft.com/office/drawing/2014/main" id="{CAE56C1C-0D87-AB59-F11F-77F9F30289FE}"/>
              </a:ext>
            </a:extLst>
          </p:cNvPr>
          <p:cNvSpPr>
            <a:spLocks noGrp="1"/>
          </p:cNvSpPr>
          <p:nvPr/>
        </p:nvSpPr>
        <p:spPr>
          <a:xfrm>
            <a:off x="2045751" y="2215588"/>
            <a:ext cx="188014" cy="0"/>
          </a:xfrm>
          <a:custGeom>
            <a:avLst/>
            <a:gdLst/>
            <a:ahLst/>
            <a:cxnLst/>
            <a:rect l="0" t="0" r="0" b="0"/>
            <a:pathLst>
              <a:path w="876300" h="1">
                <a:moveTo>
                  <a:pt x="0" y="0"/>
                </a:moveTo>
                <a:lnTo>
                  <a:pt x="876300" y="0"/>
                </a:lnTo>
              </a:path>
            </a:pathLst>
          </a:custGeom>
          <a:noFill/>
          <a:ln w="3474">
            <a:solidFill>
              <a:srgbClr val="397FA6"/>
            </a:solidFill>
            <a:prstDash val="solid"/>
          </a:ln>
        </p:spPr>
      </p:sp>
      <p:grpSp>
        <p:nvGrpSpPr>
          <p:cNvPr id="52" name="组合 51">
            <a:extLst>
              <a:ext uri="{FF2B5EF4-FFF2-40B4-BE49-F238E27FC236}">
                <a16:creationId xmlns:a16="http://schemas.microsoft.com/office/drawing/2014/main" id="{D58FD75F-EABE-3EF1-ABA7-ED372EDC1C8F}"/>
              </a:ext>
            </a:extLst>
          </p:cNvPr>
          <p:cNvGrpSpPr/>
          <p:nvPr/>
        </p:nvGrpSpPr>
        <p:grpSpPr>
          <a:xfrm>
            <a:off x="2215373" y="2129766"/>
            <a:ext cx="2668984" cy="1462030"/>
            <a:chOff x="2215373" y="2129766"/>
            <a:chExt cx="2668984" cy="1462030"/>
          </a:xfrm>
        </p:grpSpPr>
        <p:grpSp>
          <p:nvGrpSpPr>
            <p:cNvPr id="160" name="Density voxel illustration | exp">
              <a:extLst>
                <a:ext uri="{FF2B5EF4-FFF2-40B4-BE49-F238E27FC236}">
                  <a16:creationId xmlns:a16="http://schemas.microsoft.com/office/drawing/2014/main" id="{7554C1AE-7DBA-4B37-62A9-A160A0276FA0}"/>
                </a:ext>
              </a:extLst>
            </p:cNvPr>
            <p:cNvGrpSpPr/>
            <p:nvPr/>
          </p:nvGrpSpPr>
          <p:grpSpPr>
            <a:xfrm>
              <a:off x="2250114" y="2129766"/>
              <a:ext cx="194145" cy="171643"/>
              <a:chOff x="1179315" y="2886201"/>
              <a:chExt cx="295650" cy="262800"/>
            </a:xfrm>
          </p:grpSpPr>
          <p:sp>
            <p:nvSpPr>
              <p:cNvPr id="161" name="path_2370">
                <a:extLst>
                  <a:ext uri="{FF2B5EF4-FFF2-40B4-BE49-F238E27FC236}">
                    <a16:creationId xmlns:a16="http://schemas.microsoft.com/office/drawing/2014/main" id="{A64C28A7-1BD2-CDFC-89EB-2BF0078AA2E6}"/>
                  </a:ext>
                </a:extLst>
              </p:cNvPr>
              <p:cNvSpPr/>
              <p:nvPr/>
            </p:nvSpPr>
            <p:spPr>
              <a:xfrm>
                <a:off x="1179315" y="2886201"/>
                <a:ext cx="295650" cy="47304"/>
              </a:xfrm>
              <a:custGeom>
                <a:avLst/>
                <a:gdLst/>
                <a:ahLst/>
                <a:cxnLst/>
                <a:rect l="0" t="0" r="w" b="h"/>
                <a:pathLst>
                  <a:path w="295650" h="47304" extrusionOk="0">
                    <a:moveTo>
                      <a:pt x="0" y="47304"/>
                    </a:moveTo>
                    <a:lnTo>
                      <a:pt x="47304" y="0"/>
                    </a:lnTo>
                    <a:lnTo>
                      <a:pt x="295650" y="0"/>
                    </a:lnTo>
                    <a:lnTo>
                      <a:pt x="248346" y="47304"/>
                    </a:lnTo>
                    <a:close/>
                  </a:path>
                </a:pathLst>
              </a:custGeom>
              <a:solidFill>
                <a:srgbClr val="EEF6FB">
                  <a:alpha val="70000"/>
                </a:srgbClr>
              </a:solidFill>
              <a:ln w="1202" cap="rnd" cmpd="sng" algn="ctr">
                <a:solidFill>
                  <a:srgbClr val="367FB7">
                    <a:alpha val="70000"/>
                  </a:srgbClr>
                </a:solidFill>
                <a:prstDash val="solid"/>
                <a:round/>
                <a:headEnd type="none" w="med" len="med"/>
                <a:tailEnd type="none" w="med" len="med"/>
              </a:ln>
              <a:effectLst/>
            </p:spPr>
          </p:sp>
          <p:sp>
            <p:nvSpPr>
              <p:cNvPr id="162" name="path_2371">
                <a:extLst>
                  <a:ext uri="{FF2B5EF4-FFF2-40B4-BE49-F238E27FC236}">
                    <a16:creationId xmlns:a16="http://schemas.microsoft.com/office/drawing/2014/main" id="{151E8809-B54E-8473-66BA-4EB96EC2EA92}"/>
                  </a:ext>
                </a:extLst>
              </p:cNvPr>
              <p:cNvSpPr/>
              <p:nvPr/>
            </p:nvSpPr>
            <p:spPr>
              <a:xfrm>
                <a:off x="1427661" y="2886201"/>
                <a:ext cx="47304" cy="262800"/>
              </a:xfrm>
              <a:custGeom>
                <a:avLst/>
                <a:gdLst/>
                <a:ahLst/>
                <a:cxnLst/>
                <a:rect l="0" t="0" r="w" b="h"/>
                <a:pathLst>
                  <a:path w="47304" h="262800" extrusionOk="0">
                    <a:moveTo>
                      <a:pt x="0" y="47304"/>
                    </a:moveTo>
                    <a:lnTo>
                      <a:pt x="47304" y="0"/>
                    </a:lnTo>
                    <a:lnTo>
                      <a:pt x="47304" y="215496"/>
                    </a:lnTo>
                    <a:lnTo>
                      <a:pt x="0" y="262800"/>
                    </a:lnTo>
                    <a:close/>
                  </a:path>
                </a:pathLst>
              </a:custGeom>
              <a:solidFill>
                <a:srgbClr val="E1EEF6">
                  <a:alpha val="60000"/>
                </a:srgbClr>
              </a:solidFill>
              <a:ln w="1202" cap="rnd" cmpd="sng" algn="ctr">
                <a:solidFill>
                  <a:srgbClr val="367FB7">
                    <a:alpha val="60000"/>
                  </a:srgbClr>
                </a:solidFill>
                <a:prstDash val="solid"/>
                <a:round/>
                <a:headEnd type="none" w="med" len="med"/>
                <a:tailEnd type="none" w="med" len="med"/>
              </a:ln>
              <a:effectLst/>
            </p:spPr>
          </p:sp>
          <p:sp>
            <p:nvSpPr>
              <p:cNvPr id="163" name="rect_2372">
                <a:extLst>
                  <a:ext uri="{FF2B5EF4-FFF2-40B4-BE49-F238E27FC236}">
                    <a16:creationId xmlns:a16="http://schemas.microsoft.com/office/drawing/2014/main" id="{54391157-1F86-371C-F583-96C9AB94A647}"/>
                  </a:ext>
                </a:extLst>
              </p:cNvPr>
              <p:cNvSpPr/>
              <p:nvPr/>
            </p:nvSpPr>
            <p:spPr>
              <a:xfrm>
                <a:off x="1179315" y="2933505"/>
                <a:ext cx="248346" cy="215496"/>
              </a:xfrm>
              <a:prstGeom prst="rect">
                <a:avLst/>
              </a:prstGeom>
              <a:solidFill>
                <a:srgbClr val="F7FBFE"/>
              </a:solidFill>
              <a:ln w="1202" cap="rnd" cmpd="sng" algn="ctr">
                <a:solidFill>
                  <a:srgbClr val="367FB7"/>
                </a:solidFill>
                <a:prstDash val="solid"/>
                <a:round/>
                <a:headEnd type="none" w="med" len="med"/>
                <a:tailEnd type="none" w="med" len="med"/>
              </a:ln>
              <a:effectLst/>
            </p:spPr>
          </p:sp>
          <p:sp>
            <p:nvSpPr>
              <p:cNvPr id="164" name="Density voxel cell">
                <a:extLst>
                  <a:ext uri="{FF2B5EF4-FFF2-40B4-BE49-F238E27FC236}">
                    <a16:creationId xmlns:a16="http://schemas.microsoft.com/office/drawing/2014/main" id="{B3562BCD-67E1-A7FA-5AE0-641D575C2F2A}"/>
                  </a:ext>
                </a:extLst>
              </p:cNvPr>
              <p:cNvSpPr/>
              <p:nvPr/>
            </p:nvSpPr>
            <p:spPr>
              <a:xfrm>
                <a:off x="1180465" y="2934655"/>
                <a:ext cx="20277" cy="17291"/>
              </a:xfrm>
              <a:prstGeom prst="rect">
                <a:avLst/>
              </a:prstGeom>
              <a:solidFill>
                <a:srgbClr val="F1F7FC"/>
              </a:solidFill>
              <a:ln w="2103" cap="rnd" cmpd="sng" algn="ctr">
                <a:noFill/>
                <a:prstDash val="solid"/>
                <a:round/>
                <a:headEnd type="none" w="med" len="med"/>
                <a:tailEnd type="none" w="med" len="med"/>
              </a:ln>
              <a:effectLst/>
            </p:spPr>
          </p:sp>
          <p:sp>
            <p:nvSpPr>
              <p:cNvPr id="165" name="Density voxel cell">
                <a:extLst>
                  <a:ext uri="{FF2B5EF4-FFF2-40B4-BE49-F238E27FC236}">
                    <a16:creationId xmlns:a16="http://schemas.microsoft.com/office/drawing/2014/main" id="{857C78D2-EEDE-4F74-289C-B523B3DCB75C}"/>
                  </a:ext>
                </a:extLst>
              </p:cNvPr>
              <p:cNvSpPr/>
              <p:nvPr/>
            </p:nvSpPr>
            <p:spPr>
              <a:xfrm>
                <a:off x="1203042" y="2934655"/>
                <a:ext cx="20277" cy="17291"/>
              </a:xfrm>
              <a:prstGeom prst="rect">
                <a:avLst/>
              </a:prstGeom>
              <a:solidFill>
                <a:srgbClr val="E5F0F8"/>
              </a:solidFill>
              <a:ln w="2103" cap="rnd" cmpd="sng" algn="ctr">
                <a:noFill/>
                <a:prstDash val="solid"/>
                <a:round/>
                <a:headEnd type="none" w="med" len="med"/>
                <a:tailEnd type="none" w="med" len="med"/>
              </a:ln>
              <a:effectLst/>
            </p:spPr>
          </p:sp>
          <p:sp>
            <p:nvSpPr>
              <p:cNvPr id="166" name="Density voxel cell">
                <a:extLst>
                  <a:ext uri="{FF2B5EF4-FFF2-40B4-BE49-F238E27FC236}">
                    <a16:creationId xmlns:a16="http://schemas.microsoft.com/office/drawing/2014/main" id="{BCC92039-EBB8-E95B-5463-FE47131E2E14}"/>
                  </a:ext>
                </a:extLst>
              </p:cNvPr>
              <p:cNvSpPr/>
              <p:nvPr/>
            </p:nvSpPr>
            <p:spPr>
              <a:xfrm>
                <a:off x="1225619" y="2934655"/>
                <a:ext cx="20277" cy="17291"/>
              </a:xfrm>
              <a:prstGeom prst="rect">
                <a:avLst/>
              </a:prstGeom>
              <a:solidFill>
                <a:srgbClr val="D3E5F1"/>
              </a:solidFill>
              <a:ln w="2103" cap="rnd" cmpd="sng" algn="ctr">
                <a:noFill/>
                <a:prstDash val="solid"/>
                <a:round/>
                <a:headEnd type="none" w="med" len="med"/>
                <a:tailEnd type="none" w="med" len="med"/>
              </a:ln>
              <a:effectLst/>
            </p:spPr>
          </p:sp>
          <p:sp>
            <p:nvSpPr>
              <p:cNvPr id="167" name="Density voxel cell">
                <a:extLst>
                  <a:ext uri="{FF2B5EF4-FFF2-40B4-BE49-F238E27FC236}">
                    <a16:creationId xmlns:a16="http://schemas.microsoft.com/office/drawing/2014/main" id="{9FC4C503-0ACF-69B5-6E4B-2B92F49315FC}"/>
                  </a:ext>
                </a:extLst>
              </p:cNvPr>
              <p:cNvSpPr/>
              <p:nvPr/>
            </p:nvSpPr>
            <p:spPr>
              <a:xfrm>
                <a:off x="1248195" y="2934655"/>
                <a:ext cx="20277" cy="17291"/>
              </a:xfrm>
              <a:prstGeom prst="rect">
                <a:avLst/>
              </a:prstGeom>
              <a:solidFill>
                <a:srgbClr val="C6DDED"/>
              </a:solidFill>
              <a:ln w="2103" cap="rnd" cmpd="sng" algn="ctr">
                <a:noFill/>
                <a:prstDash val="solid"/>
                <a:round/>
                <a:headEnd type="none" w="med" len="med"/>
                <a:tailEnd type="none" w="med" len="med"/>
              </a:ln>
              <a:effectLst/>
            </p:spPr>
          </p:sp>
          <p:sp>
            <p:nvSpPr>
              <p:cNvPr id="168" name="Density voxel cell">
                <a:extLst>
                  <a:ext uri="{FF2B5EF4-FFF2-40B4-BE49-F238E27FC236}">
                    <a16:creationId xmlns:a16="http://schemas.microsoft.com/office/drawing/2014/main" id="{B011FE1A-F200-AB66-2DC6-9A7D08FD72D4}"/>
                  </a:ext>
                </a:extLst>
              </p:cNvPr>
              <p:cNvSpPr/>
              <p:nvPr/>
            </p:nvSpPr>
            <p:spPr>
              <a:xfrm>
                <a:off x="1270772" y="2934655"/>
                <a:ext cx="20277" cy="17291"/>
              </a:xfrm>
              <a:prstGeom prst="rect">
                <a:avLst/>
              </a:prstGeom>
              <a:solidFill>
                <a:srgbClr val="C9DEEE"/>
              </a:solidFill>
              <a:ln w="2103" cap="rnd" cmpd="sng" algn="ctr">
                <a:noFill/>
                <a:prstDash val="solid"/>
                <a:round/>
                <a:headEnd type="none" w="med" len="med"/>
                <a:tailEnd type="none" w="med" len="med"/>
              </a:ln>
              <a:effectLst/>
            </p:spPr>
          </p:sp>
          <p:sp>
            <p:nvSpPr>
              <p:cNvPr id="169" name="Density voxel cell">
                <a:extLst>
                  <a:ext uri="{FF2B5EF4-FFF2-40B4-BE49-F238E27FC236}">
                    <a16:creationId xmlns:a16="http://schemas.microsoft.com/office/drawing/2014/main" id="{2E9E5D18-341D-EBCE-F636-4DA4332F9303}"/>
                  </a:ext>
                </a:extLst>
              </p:cNvPr>
              <p:cNvSpPr/>
              <p:nvPr/>
            </p:nvSpPr>
            <p:spPr>
              <a:xfrm>
                <a:off x="1293349" y="2934655"/>
                <a:ext cx="20277" cy="17291"/>
              </a:xfrm>
              <a:prstGeom prst="rect">
                <a:avLst/>
              </a:prstGeom>
              <a:solidFill>
                <a:srgbClr val="D9E8F3"/>
              </a:solidFill>
              <a:ln w="2103" cap="rnd" cmpd="sng" algn="ctr">
                <a:noFill/>
                <a:prstDash val="solid"/>
                <a:round/>
                <a:headEnd type="none" w="med" len="med"/>
                <a:tailEnd type="none" w="med" len="med"/>
              </a:ln>
              <a:effectLst/>
            </p:spPr>
          </p:sp>
          <p:sp>
            <p:nvSpPr>
              <p:cNvPr id="170" name="Density voxel cell">
                <a:extLst>
                  <a:ext uri="{FF2B5EF4-FFF2-40B4-BE49-F238E27FC236}">
                    <a16:creationId xmlns:a16="http://schemas.microsoft.com/office/drawing/2014/main" id="{0D6193D7-9E92-74CC-7484-ADAF187396E8}"/>
                  </a:ext>
                </a:extLst>
              </p:cNvPr>
              <p:cNvSpPr/>
              <p:nvPr/>
            </p:nvSpPr>
            <p:spPr>
              <a:xfrm>
                <a:off x="1315926" y="2934655"/>
                <a:ext cx="20277" cy="17291"/>
              </a:xfrm>
              <a:prstGeom prst="rect">
                <a:avLst/>
              </a:prstGeom>
              <a:solidFill>
                <a:srgbClr val="E9F3F9"/>
              </a:solidFill>
              <a:ln w="2103" cap="rnd" cmpd="sng" algn="ctr">
                <a:noFill/>
                <a:prstDash val="solid"/>
                <a:round/>
                <a:headEnd type="none" w="med" len="med"/>
                <a:tailEnd type="none" w="med" len="med"/>
              </a:ln>
              <a:effectLst/>
            </p:spPr>
          </p:sp>
          <p:sp>
            <p:nvSpPr>
              <p:cNvPr id="171" name="Density voxel cell">
                <a:extLst>
                  <a:ext uri="{FF2B5EF4-FFF2-40B4-BE49-F238E27FC236}">
                    <a16:creationId xmlns:a16="http://schemas.microsoft.com/office/drawing/2014/main" id="{45E669EE-B6B0-1DF7-D5FB-64B83F3EAD8D}"/>
                  </a:ext>
                </a:extLst>
              </p:cNvPr>
              <p:cNvSpPr/>
              <p:nvPr/>
            </p:nvSpPr>
            <p:spPr>
              <a:xfrm>
                <a:off x="1338503" y="2934655"/>
                <a:ext cx="20277" cy="17291"/>
              </a:xfrm>
              <a:prstGeom prst="rect">
                <a:avLst/>
              </a:prstGeom>
              <a:solidFill>
                <a:srgbClr val="F3F8FC"/>
              </a:solidFill>
              <a:ln w="2103" cap="rnd" cmpd="sng" algn="ctr">
                <a:noFill/>
                <a:prstDash val="solid"/>
                <a:round/>
                <a:headEnd type="none" w="med" len="med"/>
                <a:tailEnd type="none" w="med" len="med"/>
              </a:ln>
              <a:effectLst/>
            </p:spPr>
          </p:sp>
          <p:sp>
            <p:nvSpPr>
              <p:cNvPr id="172" name="Density voxel cell">
                <a:extLst>
                  <a:ext uri="{FF2B5EF4-FFF2-40B4-BE49-F238E27FC236}">
                    <a16:creationId xmlns:a16="http://schemas.microsoft.com/office/drawing/2014/main" id="{BD5835EE-CAEB-31AD-0BB2-73CD62677858}"/>
                  </a:ext>
                </a:extLst>
              </p:cNvPr>
              <p:cNvSpPr/>
              <p:nvPr/>
            </p:nvSpPr>
            <p:spPr>
              <a:xfrm>
                <a:off x="1361080" y="2934655"/>
                <a:ext cx="20277" cy="17291"/>
              </a:xfrm>
              <a:prstGeom prst="rect">
                <a:avLst/>
              </a:prstGeom>
              <a:solidFill>
                <a:srgbClr val="F6FAFE"/>
              </a:solidFill>
              <a:ln w="2103" cap="rnd" cmpd="sng" algn="ctr">
                <a:noFill/>
                <a:prstDash val="solid"/>
                <a:round/>
                <a:headEnd type="none" w="med" len="med"/>
                <a:tailEnd type="none" w="med" len="med"/>
              </a:ln>
              <a:effectLst/>
            </p:spPr>
          </p:sp>
          <p:sp>
            <p:nvSpPr>
              <p:cNvPr id="173" name="Density voxel cell">
                <a:extLst>
                  <a:ext uri="{FF2B5EF4-FFF2-40B4-BE49-F238E27FC236}">
                    <a16:creationId xmlns:a16="http://schemas.microsoft.com/office/drawing/2014/main" id="{7F3A22F1-B2C9-E3CC-5EA2-D529C18D2B46}"/>
                  </a:ext>
                </a:extLst>
              </p:cNvPr>
              <p:cNvSpPr/>
              <p:nvPr/>
            </p:nvSpPr>
            <p:spPr>
              <a:xfrm>
                <a:off x="1383657"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4" name="Density voxel cell">
                <a:extLst>
                  <a:ext uri="{FF2B5EF4-FFF2-40B4-BE49-F238E27FC236}">
                    <a16:creationId xmlns:a16="http://schemas.microsoft.com/office/drawing/2014/main" id="{A528C46E-7AA1-7A77-E07A-A5CB931BE752}"/>
                  </a:ext>
                </a:extLst>
              </p:cNvPr>
              <p:cNvSpPr/>
              <p:nvPr/>
            </p:nvSpPr>
            <p:spPr>
              <a:xfrm>
                <a:off x="1406234" y="293465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75" name="Density voxel cell">
                <a:extLst>
                  <a:ext uri="{FF2B5EF4-FFF2-40B4-BE49-F238E27FC236}">
                    <a16:creationId xmlns:a16="http://schemas.microsoft.com/office/drawing/2014/main" id="{C40E175C-75CF-D68A-50D0-67650A30C0E5}"/>
                  </a:ext>
                </a:extLst>
              </p:cNvPr>
              <p:cNvSpPr/>
              <p:nvPr/>
            </p:nvSpPr>
            <p:spPr>
              <a:xfrm>
                <a:off x="1180465" y="2954245"/>
                <a:ext cx="20277" cy="17291"/>
              </a:xfrm>
              <a:prstGeom prst="rect">
                <a:avLst/>
              </a:prstGeom>
              <a:solidFill>
                <a:srgbClr val="EBF3FA"/>
              </a:solidFill>
              <a:ln w="2103" cap="rnd" cmpd="sng" algn="ctr">
                <a:noFill/>
                <a:prstDash val="solid"/>
                <a:round/>
                <a:headEnd type="none" w="med" len="med"/>
                <a:tailEnd type="none" w="med" len="med"/>
              </a:ln>
              <a:effectLst/>
            </p:spPr>
          </p:sp>
          <p:sp>
            <p:nvSpPr>
              <p:cNvPr id="176" name="Density voxel cell">
                <a:extLst>
                  <a:ext uri="{FF2B5EF4-FFF2-40B4-BE49-F238E27FC236}">
                    <a16:creationId xmlns:a16="http://schemas.microsoft.com/office/drawing/2014/main" id="{35B57B64-CEC2-0E58-C1DB-E5B2AFB0C977}"/>
                  </a:ext>
                </a:extLst>
              </p:cNvPr>
              <p:cNvSpPr/>
              <p:nvPr/>
            </p:nvSpPr>
            <p:spPr>
              <a:xfrm>
                <a:off x="1203042" y="2954245"/>
                <a:ext cx="20277" cy="17291"/>
              </a:xfrm>
              <a:prstGeom prst="rect">
                <a:avLst/>
              </a:prstGeom>
              <a:solidFill>
                <a:srgbClr val="D4E5F2"/>
              </a:solidFill>
              <a:ln w="2103" cap="rnd" cmpd="sng" algn="ctr">
                <a:noFill/>
                <a:prstDash val="solid"/>
                <a:round/>
                <a:headEnd type="none" w="med" len="med"/>
                <a:tailEnd type="none" w="med" len="med"/>
              </a:ln>
              <a:effectLst/>
            </p:spPr>
          </p:sp>
          <p:sp>
            <p:nvSpPr>
              <p:cNvPr id="177" name="Density voxel cell">
                <a:extLst>
                  <a:ext uri="{FF2B5EF4-FFF2-40B4-BE49-F238E27FC236}">
                    <a16:creationId xmlns:a16="http://schemas.microsoft.com/office/drawing/2014/main" id="{A43D2A87-A2C8-11A3-49CC-978867E85EF9}"/>
                  </a:ext>
                </a:extLst>
              </p:cNvPr>
              <p:cNvSpPr/>
              <p:nvPr/>
            </p:nvSpPr>
            <p:spPr>
              <a:xfrm>
                <a:off x="1225619" y="2954245"/>
                <a:ext cx="20277" cy="17291"/>
              </a:xfrm>
              <a:prstGeom prst="rect">
                <a:avLst/>
              </a:prstGeom>
              <a:solidFill>
                <a:srgbClr val="B1D0E5"/>
              </a:solidFill>
              <a:ln w="2103" cap="rnd" cmpd="sng" algn="ctr">
                <a:noFill/>
                <a:prstDash val="solid"/>
                <a:round/>
                <a:headEnd type="none" w="med" len="med"/>
                <a:tailEnd type="none" w="med" len="med"/>
              </a:ln>
              <a:effectLst/>
            </p:spPr>
          </p:sp>
          <p:sp>
            <p:nvSpPr>
              <p:cNvPr id="178" name="Density voxel cell">
                <a:extLst>
                  <a:ext uri="{FF2B5EF4-FFF2-40B4-BE49-F238E27FC236}">
                    <a16:creationId xmlns:a16="http://schemas.microsoft.com/office/drawing/2014/main" id="{85DB840F-FB00-6D55-5049-7EEF2C085E38}"/>
                  </a:ext>
                </a:extLst>
              </p:cNvPr>
              <p:cNvSpPr/>
              <p:nvPr/>
            </p:nvSpPr>
            <p:spPr>
              <a:xfrm>
                <a:off x="1248195" y="2954245"/>
                <a:ext cx="20277" cy="17291"/>
              </a:xfrm>
              <a:prstGeom prst="rect">
                <a:avLst/>
              </a:prstGeom>
              <a:solidFill>
                <a:srgbClr val="98C0DC"/>
              </a:solidFill>
              <a:ln w="2103" cap="rnd" cmpd="sng" algn="ctr">
                <a:noFill/>
                <a:prstDash val="solid"/>
                <a:round/>
                <a:headEnd type="none" w="med" len="med"/>
                <a:tailEnd type="none" w="med" len="med"/>
              </a:ln>
              <a:effectLst/>
            </p:spPr>
          </p:sp>
          <p:sp>
            <p:nvSpPr>
              <p:cNvPr id="179" name="Density voxel cell">
                <a:extLst>
                  <a:ext uri="{FF2B5EF4-FFF2-40B4-BE49-F238E27FC236}">
                    <a16:creationId xmlns:a16="http://schemas.microsoft.com/office/drawing/2014/main" id="{C4A03D4C-CEF5-6FE6-6909-EA143610AA15}"/>
                  </a:ext>
                </a:extLst>
              </p:cNvPr>
              <p:cNvSpPr/>
              <p:nvPr/>
            </p:nvSpPr>
            <p:spPr>
              <a:xfrm>
                <a:off x="1270772" y="2954245"/>
                <a:ext cx="20277" cy="17291"/>
              </a:xfrm>
              <a:prstGeom prst="rect">
                <a:avLst/>
              </a:prstGeom>
              <a:solidFill>
                <a:srgbClr val="9DC3DE"/>
              </a:solidFill>
              <a:ln w="2103" cap="rnd" cmpd="sng" algn="ctr">
                <a:noFill/>
                <a:prstDash val="solid"/>
                <a:round/>
                <a:headEnd type="none" w="med" len="med"/>
                <a:tailEnd type="none" w="med" len="med"/>
              </a:ln>
              <a:effectLst/>
            </p:spPr>
          </p:sp>
          <p:sp>
            <p:nvSpPr>
              <p:cNvPr id="180" name="Density voxel cell">
                <a:extLst>
                  <a:ext uri="{FF2B5EF4-FFF2-40B4-BE49-F238E27FC236}">
                    <a16:creationId xmlns:a16="http://schemas.microsoft.com/office/drawing/2014/main" id="{3B1E108E-D7E5-3573-BE4D-FEBD1A7EBC77}"/>
                  </a:ext>
                </a:extLst>
              </p:cNvPr>
              <p:cNvSpPr/>
              <p:nvPr/>
            </p:nvSpPr>
            <p:spPr>
              <a:xfrm>
                <a:off x="1293349" y="2954245"/>
                <a:ext cx="20277" cy="17291"/>
              </a:xfrm>
              <a:prstGeom prst="rect">
                <a:avLst/>
              </a:prstGeom>
              <a:solidFill>
                <a:srgbClr val="BCD6E9"/>
              </a:solidFill>
              <a:ln w="2103" cap="rnd" cmpd="sng" algn="ctr">
                <a:noFill/>
                <a:prstDash val="solid"/>
                <a:round/>
                <a:headEnd type="none" w="med" len="med"/>
                <a:tailEnd type="none" w="med" len="med"/>
              </a:ln>
              <a:effectLst/>
            </p:spPr>
          </p:sp>
          <p:sp>
            <p:nvSpPr>
              <p:cNvPr id="181" name="Density voxel cell">
                <a:extLst>
                  <a:ext uri="{FF2B5EF4-FFF2-40B4-BE49-F238E27FC236}">
                    <a16:creationId xmlns:a16="http://schemas.microsoft.com/office/drawing/2014/main" id="{08F9BCDB-C50D-D26F-D76B-94EC2D1B9270}"/>
                  </a:ext>
                </a:extLst>
              </p:cNvPr>
              <p:cNvSpPr/>
              <p:nvPr/>
            </p:nvSpPr>
            <p:spPr>
              <a:xfrm>
                <a:off x="1315926" y="2954245"/>
                <a:ext cx="20277" cy="17291"/>
              </a:xfrm>
              <a:prstGeom prst="rect">
                <a:avLst/>
              </a:prstGeom>
              <a:solidFill>
                <a:srgbClr val="DCEAF5"/>
              </a:solidFill>
              <a:ln w="2103" cap="rnd" cmpd="sng" algn="ctr">
                <a:noFill/>
                <a:prstDash val="solid"/>
                <a:round/>
                <a:headEnd type="none" w="med" len="med"/>
                <a:tailEnd type="none" w="med" len="med"/>
              </a:ln>
              <a:effectLst/>
            </p:spPr>
          </p:sp>
          <p:sp>
            <p:nvSpPr>
              <p:cNvPr id="182" name="Density voxel cell">
                <a:extLst>
                  <a:ext uri="{FF2B5EF4-FFF2-40B4-BE49-F238E27FC236}">
                    <a16:creationId xmlns:a16="http://schemas.microsoft.com/office/drawing/2014/main" id="{1193F7BB-8FE9-EA07-81C4-EE358FFDF6A5}"/>
                  </a:ext>
                </a:extLst>
              </p:cNvPr>
              <p:cNvSpPr/>
              <p:nvPr/>
            </p:nvSpPr>
            <p:spPr>
              <a:xfrm>
                <a:off x="1338503" y="2954245"/>
                <a:ext cx="20277" cy="17291"/>
              </a:xfrm>
              <a:prstGeom prst="rect">
                <a:avLst/>
              </a:prstGeom>
              <a:solidFill>
                <a:srgbClr val="EFF6FB"/>
              </a:solidFill>
              <a:ln w="2103" cap="rnd" cmpd="sng" algn="ctr">
                <a:noFill/>
                <a:prstDash val="solid"/>
                <a:round/>
                <a:headEnd type="none" w="med" len="med"/>
                <a:tailEnd type="none" w="med" len="med"/>
              </a:ln>
              <a:effectLst/>
            </p:spPr>
          </p:sp>
          <p:sp>
            <p:nvSpPr>
              <p:cNvPr id="183" name="Density voxel cell">
                <a:extLst>
                  <a:ext uri="{FF2B5EF4-FFF2-40B4-BE49-F238E27FC236}">
                    <a16:creationId xmlns:a16="http://schemas.microsoft.com/office/drawing/2014/main" id="{E0416E94-AEF1-2D84-F1FE-80C85A776D39}"/>
                  </a:ext>
                </a:extLst>
              </p:cNvPr>
              <p:cNvSpPr/>
              <p:nvPr/>
            </p:nvSpPr>
            <p:spPr>
              <a:xfrm>
                <a:off x="1361080" y="2954245"/>
                <a:ext cx="20277" cy="17291"/>
              </a:xfrm>
              <a:prstGeom prst="rect">
                <a:avLst/>
              </a:prstGeom>
              <a:solidFill>
                <a:srgbClr val="F5FAFD"/>
              </a:solidFill>
              <a:ln w="2103" cap="rnd" cmpd="sng" algn="ctr">
                <a:noFill/>
                <a:prstDash val="solid"/>
                <a:round/>
                <a:headEnd type="none" w="med" len="med"/>
                <a:tailEnd type="none" w="med" len="med"/>
              </a:ln>
              <a:effectLst/>
            </p:spPr>
          </p:sp>
          <p:sp>
            <p:nvSpPr>
              <p:cNvPr id="184" name="Density voxel cell">
                <a:extLst>
                  <a:ext uri="{FF2B5EF4-FFF2-40B4-BE49-F238E27FC236}">
                    <a16:creationId xmlns:a16="http://schemas.microsoft.com/office/drawing/2014/main" id="{F064FF9A-6946-2021-5A26-9F0BA3448131}"/>
                  </a:ext>
                </a:extLst>
              </p:cNvPr>
              <p:cNvSpPr/>
              <p:nvPr/>
            </p:nvSpPr>
            <p:spPr>
              <a:xfrm>
                <a:off x="1383657"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5" name="Density voxel cell">
                <a:extLst>
                  <a:ext uri="{FF2B5EF4-FFF2-40B4-BE49-F238E27FC236}">
                    <a16:creationId xmlns:a16="http://schemas.microsoft.com/office/drawing/2014/main" id="{B04AF741-E365-4266-2827-122DF6405388}"/>
                  </a:ext>
                </a:extLst>
              </p:cNvPr>
              <p:cNvSpPr/>
              <p:nvPr/>
            </p:nvSpPr>
            <p:spPr>
              <a:xfrm>
                <a:off x="1406234" y="2954245"/>
                <a:ext cx="20277" cy="17291"/>
              </a:xfrm>
              <a:prstGeom prst="rect">
                <a:avLst/>
              </a:prstGeom>
              <a:solidFill>
                <a:srgbClr val="F7FBFE"/>
              </a:solidFill>
              <a:ln w="2103" cap="rnd" cmpd="sng" algn="ctr">
                <a:noFill/>
                <a:prstDash val="solid"/>
                <a:round/>
                <a:headEnd type="none" w="med" len="med"/>
                <a:tailEnd type="none" w="med" len="med"/>
              </a:ln>
              <a:effectLst/>
            </p:spPr>
          </p:sp>
          <p:sp>
            <p:nvSpPr>
              <p:cNvPr id="186" name="Density voxel cell">
                <a:extLst>
                  <a:ext uri="{FF2B5EF4-FFF2-40B4-BE49-F238E27FC236}">
                    <a16:creationId xmlns:a16="http://schemas.microsoft.com/office/drawing/2014/main" id="{07A1C081-EF49-FA92-3255-66597910F766}"/>
                  </a:ext>
                </a:extLst>
              </p:cNvPr>
              <p:cNvSpPr/>
              <p:nvPr/>
            </p:nvSpPr>
            <p:spPr>
              <a:xfrm>
                <a:off x="1180465" y="2973836"/>
                <a:ext cx="20277" cy="17291"/>
              </a:xfrm>
              <a:prstGeom prst="rect">
                <a:avLst/>
              </a:prstGeom>
              <a:solidFill>
                <a:srgbClr val="E4EFF7"/>
              </a:solidFill>
              <a:ln w="2103" cap="rnd" cmpd="sng" algn="ctr">
                <a:noFill/>
                <a:prstDash val="solid"/>
                <a:round/>
                <a:headEnd type="none" w="med" len="med"/>
                <a:tailEnd type="none" w="med" len="med"/>
              </a:ln>
              <a:effectLst/>
            </p:spPr>
          </p:sp>
          <p:sp>
            <p:nvSpPr>
              <p:cNvPr id="187" name="Density voxel cell">
                <a:extLst>
                  <a:ext uri="{FF2B5EF4-FFF2-40B4-BE49-F238E27FC236}">
                    <a16:creationId xmlns:a16="http://schemas.microsoft.com/office/drawing/2014/main" id="{FE22F421-92E3-BE7A-1152-3165E1201F60}"/>
                  </a:ext>
                </a:extLst>
              </p:cNvPr>
              <p:cNvSpPr/>
              <p:nvPr/>
            </p:nvSpPr>
            <p:spPr>
              <a:xfrm>
                <a:off x="1203042" y="2973836"/>
                <a:ext cx="20277" cy="17291"/>
              </a:xfrm>
              <a:prstGeom prst="rect">
                <a:avLst/>
              </a:prstGeom>
              <a:solidFill>
                <a:srgbClr val="C0D9EB"/>
              </a:solidFill>
              <a:ln w="2103" cap="rnd" cmpd="sng" algn="ctr">
                <a:noFill/>
                <a:prstDash val="solid"/>
                <a:round/>
                <a:headEnd type="none" w="med" len="med"/>
                <a:tailEnd type="none" w="med" len="med"/>
              </a:ln>
              <a:effectLst/>
            </p:spPr>
          </p:sp>
          <p:sp>
            <p:nvSpPr>
              <p:cNvPr id="188" name="Density voxel cell">
                <a:extLst>
                  <a:ext uri="{FF2B5EF4-FFF2-40B4-BE49-F238E27FC236}">
                    <a16:creationId xmlns:a16="http://schemas.microsoft.com/office/drawing/2014/main" id="{8B865566-CB91-7E15-5018-ABAB975BF254}"/>
                  </a:ext>
                </a:extLst>
              </p:cNvPr>
              <p:cNvSpPr/>
              <p:nvPr/>
            </p:nvSpPr>
            <p:spPr>
              <a:xfrm>
                <a:off x="1225619" y="2973836"/>
                <a:ext cx="20277" cy="17291"/>
              </a:xfrm>
              <a:prstGeom prst="rect">
                <a:avLst/>
              </a:prstGeom>
              <a:solidFill>
                <a:srgbClr val="8BB8D8"/>
              </a:solidFill>
              <a:ln w="2103" cap="rnd" cmpd="sng" algn="ctr">
                <a:noFill/>
                <a:prstDash val="solid"/>
                <a:round/>
                <a:headEnd type="none" w="med" len="med"/>
                <a:tailEnd type="none" w="med" len="med"/>
              </a:ln>
              <a:effectLst/>
            </p:spPr>
          </p:sp>
          <p:sp>
            <p:nvSpPr>
              <p:cNvPr id="189" name="Density voxel cell">
                <a:extLst>
                  <a:ext uri="{FF2B5EF4-FFF2-40B4-BE49-F238E27FC236}">
                    <a16:creationId xmlns:a16="http://schemas.microsoft.com/office/drawing/2014/main" id="{979D7DBD-152B-6CBB-9DD1-ADBD084C88B6}"/>
                  </a:ext>
                </a:extLst>
              </p:cNvPr>
              <p:cNvSpPr/>
              <p:nvPr/>
            </p:nvSpPr>
            <p:spPr>
              <a:xfrm>
                <a:off x="1248195" y="2973836"/>
                <a:ext cx="20277" cy="17291"/>
              </a:xfrm>
              <a:prstGeom prst="rect">
                <a:avLst/>
              </a:prstGeom>
              <a:solidFill>
                <a:srgbClr val="64A0CA"/>
              </a:solidFill>
              <a:ln w="2103" cap="rnd" cmpd="sng" algn="ctr">
                <a:noFill/>
                <a:prstDash val="solid"/>
                <a:round/>
                <a:headEnd type="none" w="med" len="med"/>
                <a:tailEnd type="none" w="med" len="med"/>
              </a:ln>
              <a:effectLst/>
            </p:spPr>
          </p:sp>
          <p:sp>
            <p:nvSpPr>
              <p:cNvPr id="190" name="Density voxel cell">
                <a:extLst>
                  <a:ext uri="{FF2B5EF4-FFF2-40B4-BE49-F238E27FC236}">
                    <a16:creationId xmlns:a16="http://schemas.microsoft.com/office/drawing/2014/main" id="{D0973FE3-4EEA-001E-E7E8-C4E3F08A6AE2}"/>
                  </a:ext>
                </a:extLst>
              </p:cNvPr>
              <p:cNvSpPr/>
              <p:nvPr/>
            </p:nvSpPr>
            <p:spPr>
              <a:xfrm>
                <a:off x="1270772" y="2973836"/>
                <a:ext cx="20277" cy="17291"/>
              </a:xfrm>
              <a:prstGeom prst="rect">
                <a:avLst/>
              </a:prstGeom>
              <a:solidFill>
                <a:srgbClr val="6BA4CD"/>
              </a:solidFill>
              <a:ln w="2103" cap="rnd" cmpd="sng" algn="ctr">
                <a:noFill/>
                <a:prstDash val="solid"/>
                <a:round/>
                <a:headEnd type="none" w="med" len="med"/>
                <a:tailEnd type="none" w="med" len="med"/>
              </a:ln>
              <a:effectLst/>
            </p:spPr>
          </p:sp>
          <p:sp>
            <p:nvSpPr>
              <p:cNvPr id="191" name="Density voxel cell">
                <a:extLst>
                  <a:ext uri="{FF2B5EF4-FFF2-40B4-BE49-F238E27FC236}">
                    <a16:creationId xmlns:a16="http://schemas.microsoft.com/office/drawing/2014/main" id="{4CEF3BBF-F82F-2500-99FA-FABB2E3BAB48}"/>
                  </a:ext>
                </a:extLst>
              </p:cNvPr>
              <p:cNvSpPr/>
              <p:nvPr/>
            </p:nvSpPr>
            <p:spPr>
              <a:xfrm>
                <a:off x="1293349" y="2973836"/>
                <a:ext cx="20277" cy="17291"/>
              </a:xfrm>
              <a:prstGeom prst="rect">
                <a:avLst/>
              </a:prstGeom>
              <a:solidFill>
                <a:srgbClr val="9CC2DE"/>
              </a:solidFill>
              <a:ln w="2103" cap="rnd" cmpd="sng" algn="ctr">
                <a:noFill/>
                <a:prstDash val="solid"/>
                <a:round/>
                <a:headEnd type="none" w="med" len="med"/>
                <a:tailEnd type="none" w="med" len="med"/>
              </a:ln>
              <a:effectLst/>
            </p:spPr>
          </p:sp>
          <p:sp>
            <p:nvSpPr>
              <p:cNvPr id="192" name="Density voxel cell">
                <a:extLst>
                  <a:ext uri="{FF2B5EF4-FFF2-40B4-BE49-F238E27FC236}">
                    <a16:creationId xmlns:a16="http://schemas.microsoft.com/office/drawing/2014/main" id="{A0FA66FE-E6D5-06A9-1665-1F856CE7EE6F}"/>
                  </a:ext>
                </a:extLst>
              </p:cNvPr>
              <p:cNvSpPr/>
              <p:nvPr/>
            </p:nvSpPr>
            <p:spPr>
              <a:xfrm>
                <a:off x="1315926" y="2973836"/>
                <a:ext cx="20277" cy="17291"/>
              </a:xfrm>
              <a:prstGeom prst="rect">
                <a:avLst/>
              </a:prstGeom>
              <a:solidFill>
                <a:srgbClr val="CDE1EF"/>
              </a:solidFill>
              <a:ln w="2103" cap="rnd" cmpd="sng" algn="ctr">
                <a:noFill/>
                <a:prstDash val="solid"/>
                <a:round/>
                <a:headEnd type="none" w="med" len="med"/>
                <a:tailEnd type="none" w="med" len="med"/>
              </a:ln>
              <a:effectLst/>
            </p:spPr>
          </p:sp>
          <p:sp>
            <p:nvSpPr>
              <p:cNvPr id="193" name="Density voxel cell">
                <a:extLst>
                  <a:ext uri="{FF2B5EF4-FFF2-40B4-BE49-F238E27FC236}">
                    <a16:creationId xmlns:a16="http://schemas.microsoft.com/office/drawing/2014/main" id="{927E81B2-C52B-3914-5002-491C794F45B5}"/>
                  </a:ext>
                </a:extLst>
              </p:cNvPr>
              <p:cNvSpPr/>
              <p:nvPr/>
            </p:nvSpPr>
            <p:spPr>
              <a:xfrm>
                <a:off x="1338503" y="2973836"/>
                <a:ext cx="20277" cy="17291"/>
              </a:xfrm>
              <a:prstGeom prst="rect">
                <a:avLst/>
              </a:prstGeom>
              <a:solidFill>
                <a:srgbClr val="EAF3F9"/>
              </a:solidFill>
              <a:ln w="2103" cap="rnd" cmpd="sng" algn="ctr">
                <a:noFill/>
                <a:prstDash val="solid"/>
                <a:round/>
                <a:headEnd type="none" w="med" len="med"/>
                <a:tailEnd type="none" w="med" len="med"/>
              </a:ln>
              <a:effectLst/>
            </p:spPr>
          </p:sp>
          <p:sp>
            <p:nvSpPr>
              <p:cNvPr id="194" name="Density voxel cell">
                <a:extLst>
                  <a:ext uri="{FF2B5EF4-FFF2-40B4-BE49-F238E27FC236}">
                    <a16:creationId xmlns:a16="http://schemas.microsoft.com/office/drawing/2014/main" id="{E3E91A75-36DC-348A-8A02-814F6437475D}"/>
                  </a:ext>
                </a:extLst>
              </p:cNvPr>
              <p:cNvSpPr/>
              <p:nvPr/>
            </p:nvSpPr>
            <p:spPr>
              <a:xfrm>
                <a:off x="1361080" y="2973836"/>
                <a:ext cx="20277" cy="17291"/>
              </a:xfrm>
              <a:prstGeom prst="rect">
                <a:avLst/>
              </a:prstGeom>
              <a:solidFill>
                <a:srgbClr val="F4F9FD"/>
              </a:solidFill>
              <a:ln w="2103" cap="rnd" cmpd="sng" algn="ctr">
                <a:noFill/>
                <a:prstDash val="solid"/>
                <a:round/>
                <a:headEnd type="none" w="med" len="med"/>
                <a:tailEnd type="none" w="med" len="med"/>
              </a:ln>
              <a:effectLst/>
            </p:spPr>
          </p:sp>
          <p:sp>
            <p:nvSpPr>
              <p:cNvPr id="195" name="Density voxel cell">
                <a:extLst>
                  <a:ext uri="{FF2B5EF4-FFF2-40B4-BE49-F238E27FC236}">
                    <a16:creationId xmlns:a16="http://schemas.microsoft.com/office/drawing/2014/main" id="{B732C9D7-6C9D-2C8A-9428-88F17F863BB0}"/>
                  </a:ext>
                </a:extLst>
              </p:cNvPr>
              <p:cNvSpPr/>
              <p:nvPr/>
            </p:nvSpPr>
            <p:spPr>
              <a:xfrm>
                <a:off x="1383657"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6" name="Density voxel cell">
                <a:extLst>
                  <a:ext uri="{FF2B5EF4-FFF2-40B4-BE49-F238E27FC236}">
                    <a16:creationId xmlns:a16="http://schemas.microsoft.com/office/drawing/2014/main" id="{84A5015C-A135-14CF-4010-C281DD9C5597}"/>
                  </a:ext>
                </a:extLst>
              </p:cNvPr>
              <p:cNvSpPr/>
              <p:nvPr/>
            </p:nvSpPr>
            <p:spPr>
              <a:xfrm>
                <a:off x="1406234" y="2973836"/>
                <a:ext cx="20277" cy="17291"/>
              </a:xfrm>
              <a:prstGeom prst="rect">
                <a:avLst/>
              </a:prstGeom>
              <a:solidFill>
                <a:srgbClr val="F7FBFE"/>
              </a:solidFill>
              <a:ln w="2103" cap="rnd" cmpd="sng" algn="ctr">
                <a:noFill/>
                <a:prstDash val="solid"/>
                <a:round/>
                <a:headEnd type="none" w="med" len="med"/>
                <a:tailEnd type="none" w="med" len="med"/>
              </a:ln>
              <a:effectLst/>
            </p:spPr>
          </p:sp>
          <p:sp>
            <p:nvSpPr>
              <p:cNvPr id="197" name="Density voxel cell">
                <a:extLst>
                  <a:ext uri="{FF2B5EF4-FFF2-40B4-BE49-F238E27FC236}">
                    <a16:creationId xmlns:a16="http://schemas.microsoft.com/office/drawing/2014/main" id="{DC31AEFE-9F4A-6213-8926-0953F2EDCD60}"/>
                  </a:ext>
                </a:extLst>
              </p:cNvPr>
              <p:cNvSpPr/>
              <p:nvPr/>
            </p:nvSpPr>
            <p:spPr>
              <a:xfrm>
                <a:off x="1180465" y="2993426"/>
                <a:ext cx="20277" cy="17291"/>
              </a:xfrm>
              <a:prstGeom prst="rect">
                <a:avLst/>
              </a:prstGeom>
              <a:solidFill>
                <a:srgbClr val="E0ECF6"/>
              </a:solidFill>
              <a:ln w="2103" cap="rnd" cmpd="sng" algn="ctr">
                <a:noFill/>
                <a:prstDash val="solid"/>
                <a:round/>
                <a:headEnd type="none" w="med" len="med"/>
                <a:tailEnd type="none" w="med" len="med"/>
              </a:ln>
              <a:effectLst/>
            </p:spPr>
          </p:sp>
          <p:sp>
            <p:nvSpPr>
              <p:cNvPr id="198" name="Density voxel cell">
                <a:extLst>
                  <a:ext uri="{FF2B5EF4-FFF2-40B4-BE49-F238E27FC236}">
                    <a16:creationId xmlns:a16="http://schemas.microsoft.com/office/drawing/2014/main" id="{4836DC28-DC4A-BFDC-7398-7BBD8F4A54AC}"/>
                  </a:ext>
                </a:extLst>
              </p:cNvPr>
              <p:cNvSpPr/>
              <p:nvPr/>
            </p:nvSpPr>
            <p:spPr>
              <a:xfrm>
                <a:off x="1203042" y="2993426"/>
                <a:ext cx="20277" cy="17291"/>
              </a:xfrm>
              <a:prstGeom prst="rect">
                <a:avLst/>
              </a:prstGeom>
              <a:solidFill>
                <a:srgbClr val="B4D2E6"/>
              </a:solidFill>
              <a:ln w="2103" cap="rnd" cmpd="sng" algn="ctr">
                <a:noFill/>
                <a:prstDash val="solid"/>
                <a:round/>
                <a:headEnd type="none" w="med" len="med"/>
                <a:tailEnd type="none" w="med" len="med"/>
              </a:ln>
              <a:effectLst/>
            </p:spPr>
          </p:sp>
          <p:sp>
            <p:nvSpPr>
              <p:cNvPr id="199" name="Density voxel cell">
                <a:extLst>
                  <a:ext uri="{FF2B5EF4-FFF2-40B4-BE49-F238E27FC236}">
                    <a16:creationId xmlns:a16="http://schemas.microsoft.com/office/drawing/2014/main" id="{9AA5D7E0-2E92-2F37-809E-685C0623A909}"/>
                  </a:ext>
                </a:extLst>
              </p:cNvPr>
              <p:cNvSpPr/>
              <p:nvPr/>
            </p:nvSpPr>
            <p:spPr>
              <a:xfrm>
                <a:off x="1225619" y="2993426"/>
                <a:ext cx="20277" cy="17291"/>
              </a:xfrm>
              <a:prstGeom prst="rect">
                <a:avLst/>
              </a:prstGeom>
              <a:solidFill>
                <a:srgbClr val="73A9CF"/>
              </a:solidFill>
              <a:ln w="2103" cap="rnd" cmpd="sng" algn="ctr">
                <a:noFill/>
                <a:prstDash val="solid"/>
                <a:round/>
                <a:headEnd type="none" w="med" len="med"/>
                <a:tailEnd type="none" w="med" len="med"/>
              </a:ln>
              <a:effectLst/>
            </p:spPr>
          </p:sp>
          <p:sp>
            <p:nvSpPr>
              <p:cNvPr id="200" name="Density voxel cell">
                <a:extLst>
                  <a:ext uri="{FF2B5EF4-FFF2-40B4-BE49-F238E27FC236}">
                    <a16:creationId xmlns:a16="http://schemas.microsoft.com/office/drawing/2014/main" id="{85F4B038-D667-F5C4-D34E-6FC408C58ED5}"/>
                  </a:ext>
                </a:extLst>
              </p:cNvPr>
              <p:cNvSpPr/>
              <p:nvPr/>
            </p:nvSpPr>
            <p:spPr>
              <a:xfrm>
                <a:off x="1248195" y="2993426"/>
                <a:ext cx="20277" cy="17291"/>
              </a:xfrm>
              <a:prstGeom prst="rect">
                <a:avLst/>
              </a:prstGeom>
              <a:solidFill>
                <a:srgbClr val="458DBF"/>
              </a:solidFill>
              <a:ln w="2103" cap="rnd" cmpd="sng" algn="ctr">
                <a:noFill/>
                <a:prstDash val="solid"/>
                <a:round/>
                <a:headEnd type="none" w="med" len="med"/>
                <a:tailEnd type="none" w="med" len="med"/>
              </a:ln>
              <a:effectLst/>
            </p:spPr>
          </p:sp>
          <p:sp>
            <p:nvSpPr>
              <p:cNvPr id="201" name="Density voxel cell">
                <a:extLst>
                  <a:ext uri="{FF2B5EF4-FFF2-40B4-BE49-F238E27FC236}">
                    <a16:creationId xmlns:a16="http://schemas.microsoft.com/office/drawing/2014/main" id="{CEBDC04B-4E04-1DDA-30DF-6A45FA0A1B01}"/>
                  </a:ext>
                </a:extLst>
              </p:cNvPr>
              <p:cNvSpPr/>
              <p:nvPr/>
            </p:nvSpPr>
            <p:spPr>
              <a:xfrm>
                <a:off x="1270772" y="2993426"/>
                <a:ext cx="20277" cy="17291"/>
              </a:xfrm>
              <a:prstGeom prst="rect">
                <a:avLst/>
              </a:prstGeom>
              <a:solidFill>
                <a:srgbClr val="4C91C2"/>
              </a:solidFill>
              <a:ln w="2103" cap="rnd" cmpd="sng" algn="ctr">
                <a:noFill/>
                <a:prstDash val="solid"/>
                <a:round/>
                <a:headEnd type="none" w="med" len="med"/>
                <a:tailEnd type="none" w="med" len="med"/>
              </a:ln>
              <a:effectLst/>
            </p:spPr>
          </p:sp>
          <p:sp>
            <p:nvSpPr>
              <p:cNvPr id="202" name="Density voxel cell">
                <a:extLst>
                  <a:ext uri="{FF2B5EF4-FFF2-40B4-BE49-F238E27FC236}">
                    <a16:creationId xmlns:a16="http://schemas.microsoft.com/office/drawing/2014/main" id="{7F950873-4C2B-3FC3-576D-1219E865F656}"/>
                  </a:ext>
                </a:extLst>
              </p:cNvPr>
              <p:cNvSpPr/>
              <p:nvPr/>
            </p:nvSpPr>
            <p:spPr>
              <a:xfrm>
                <a:off x="1293349" y="2993426"/>
                <a:ext cx="20277" cy="17291"/>
              </a:xfrm>
              <a:prstGeom prst="rect">
                <a:avLst/>
              </a:prstGeom>
              <a:solidFill>
                <a:srgbClr val="87B6D7"/>
              </a:solidFill>
              <a:ln w="2103" cap="rnd" cmpd="sng" algn="ctr">
                <a:noFill/>
                <a:prstDash val="solid"/>
                <a:round/>
                <a:headEnd type="none" w="med" len="med"/>
                <a:tailEnd type="none" w="med" len="med"/>
              </a:ln>
              <a:effectLst/>
            </p:spPr>
          </p:sp>
          <p:sp>
            <p:nvSpPr>
              <p:cNvPr id="203" name="Density voxel cell">
                <a:extLst>
                  <a:ext uri="{FF2B5EF4-FFF2-40B4-BE49-F238E27FC236}">
                    <a16:creationId xmlns:a16="http://schemas.microsoft.com/office/drawing/2014/main" id="{F9B723B7-EC98-B4AE-4EB5-707EE2FBA3AD}"/>
                  </a:ext>
                </a:extLst>
              </p:cNvPr>
              <p:cNvSpPr/>
              <p:nvPr/>
            </p:nvSpPr>
            <p:spPr>
              <a:xfrm>
                <a:off x="1315926" y="2993426"/>
                <a:ext cx="20277" cy="17291"/>
              </a:xfrm>
              <a:prstGeom prst="rect">
                <a:avLst/>
              </a:prstGeom>
              <a:solidFill>
                <a:srgbClr val="C4DBEC"/>
              </a:solidFill>
              <a:ln w="2103" cap="rnd" cmpd="sng" algn="ctr">
                <a:noFill/>
                <a:prstDash val="solid"/>
                <a:round/>
                <a:headEnd type="none" w="med" len="med"/>
                <a:tailEnd type="none" w="med" len="med"/>
              </a:ln>
              <a:effectLst/>
            </p:spPr>
          </p:sp>
          <p:sp>
            <p:nvSpPr>
              <p:cNvPr id="204" name="Density voxel cell">
                <a:extLst>
                  <a:ext uri="{FF2B5EF4-FFF2-40B4-BE49-F238E27FC236}">
                    <a16:creationId xmlns:a16="http://schemas.microsoft.com/office/drawing/2014/main" id="{FFCE638D-AE74-178B-755F-9B03C0BBAA8D}"/>
                  </a:ext>
                </a:extLst>
              </p:cNvPr>
              <p:cNvSpPr/>
              <p:nvPr/>
            </p:nvSpPr>
            <p:spPr>
              <a:xfrm>
                <a:off x="1338503" y="2993426"/>
                <a:ext cx="20277" cy="17291"/>
              </a:xfrm>
              <a:prstGeom prst="rect">
                <a:avLst/>
              </a:prstGeom>
              <a:solidFill>
                <a:srgbClr val="E7F1F8"/>
              </a:solidFill>
              <a:ln w="2103" cap="rnd" cmpd="sng" algn="ctr">
                <a:noFill/>
                <a:prstDash val="solid"/>
                <a:round/>
                <a:headEnd type="none" w="med" len="med"/>
                <a:tailEnd type="none" w="med" len="med"/>
              </a:ln>
              <a:effectLst/>
            </p:spPr>
          </p:sp>
          <p:sp>
            <p:nvSpPr>
              <p:cNvPr id="205" name="Density voxel cell">
                <a:extLst>
                  <a:ext uri="{FF2B5EF4-FFF2-40B4-BE49-F238E27FC236}">
                    <a16:creationId xmlns:a16="http://schemas.microsoft.com/office/drawing/2014/main" id="{1E63B371-78D5-95C8-E98D-ACC0A772305B}"/>
                  </a:ext>
                </a:extLst>
              </p:cNvPr>
              <p:cNvSpPr/>
              <p:nvPr/>
            </p:nvSpPr>
            <p:spPr>
              <a:xfrm>
                <a:off x="1361080" y="2993426"/>
                <a:ext cx="20277" cy="17291"/>
              </a:xfrm>
              <a:prstGeom prst="rect">
                <a:avLst/>
              </a:prstGeom>
              <a:solidFill>
                <a:srgbClr val="F3F9FD"/>
              </a:solidFill>
              <a:ln w="2103" cap="rnd" cmpd="sng" algn="ctr">
                <a:noFill/>
                <a:prstDash val="solid"/>
                <a:round/>
                <a:headEnd type="none" w="med" len="med"/>
                <a:tailEnd type="none" w="med" len="med"/>
              </a:ln>
              <a:effectLst/>
            </p:spPr>
          </p:sp>
          <p:sp>
            <p:nvSpPr>
              <p:cNvPr id="206" name="Density voxel cell">
                <a:extLst>
                  <a:ext uri="{FF2B5EF4-FFF2-40B4-BE49-F238E27FC236}">
                    <a16:creationId xmlns:a16="http://schemas.microsoft.com/office/drawing/2014/main" id="{CEE853DD-E525-4C28-5D64-6F3763967E33}"/>
                  </a:ext>
                </a:extLst>
              </p:cNvPr>
              <p:cNvSpPr/>
              <p:nvPr/>
            </p:nvSpPr>
            <p:spPr>
              <a:xfrm>
                <a:off x="1383657" y="2993426"/>
                <a:ext cx="20277" cy="17291"/>
              </a:xfrm>
              <a:prstGeom prst="rect">
                <a:avLst/>
              </a:prstGeom>
              <a:solidFill>
                <a:srgbClr val="F6FBFE"/>
              </a:solidFill>
              <a:ln w="2103" cap="rnd" cmpd="sng" algn="ctr">
                <a:noFill/>
                <a:prstDash val="solid"/>
                <a:round/>
                <a:headEnd type="none" w="med" len="med"/>
                <a:tailEnd type="none" w="med" len="med"/>
              </a:ln>
              <a:effectLst/>
            </p:spPr>
          </p:sp>
          <p:sp>
            <p:nvSpPr>
              <p:cNvPr id="207" name="Density voxel cell">
                <a:extLst>
                  <a:ext uri="{FF2B5EF4-FFF2-40B4-BE49-F238E27FC236}">
                    <a16:creationId xmlns:a16="http://schemas.microsoft.com/office/drawing/2014/main" id="{660C34B6-2A7B-43C8-4D5F-B27ED83CFD3B}"/>
                  </a:ext>
                </a:extLst>
              </p:cNvPr>
              <p:cNvSpPr/>
              <p:nvPr/>
            </p:nvSpPr>
            <p:spPr>
              <a:xfrm>
                <a:off x="1406234" y="2993426"/>
                <a:ext cx="20277" cy="17291"/>
              </a:xfrm>
              <a:prstGeom prst="rect">
                <a:avLst/>
              </a:prstGeom>
              <a:solidFill>
                <a:srgbClr val="F7FBFE"/>
              </a:solidFill>
              <a:ln w="2103" cap="rnd" cmpd="sng" algn="ctr">
                <a:noFill/>
                <a:prstDash val="solid"/>
                <a:round/>
                <a:headEnd type="none" w="med" len="med"/>
                <a:tailEnd type="none" w="med" len="med"/>
              </a:ln>
              <a:effectLst/>
            </p:spPr>
          </p:sp>
          <p:sp>
            <p:nvSpPr>
              <p:cNvPr id="208" name="Density voxel cell">
                <a:extLst>
                  <a:ext uri="{FF2B5EF4-FFF2-40B4-BE49-F238E27FC236}">
                    <a16:creationId xmlns:a16="http://schemas.microsoft.com/office/drawing/2014/main" id="{97B45E87-DEA0-0AA5-42A8-A3D3382E5984}"/>
                  </a:ext>
                </a:extLst>
              </p:cNvPr>
              <p:cNvSpPr/>
              <p:nvPr/>
            </p:nvSpPr>
            <p:spPr>
              <a:xfrm>
                <a:off x="1180465" y="3013017"/>
                <a:ext cx="20277" cy="17291"/>
              </a:xfrm>
              <a:prstGeom prst="rect">
                <a:avLst/>
              </a:prstGeom>
              <a:solidFill>
                <a:srgbClr val="E0EDF6"/>
              </a:solidFill>
              <a:ln w="2103" cap="rnd" cmpd="sng" algn="ctr">
                <a:noFill/>
                <a:prstDash val="solid"/>
                <a:round/>
                <a:headEnd type="none" w="med" len="med"/>
                <a:tailEnd type="none" w="med" len="med"/>
              </a:ln>
              <a:effectLst/>
            </p:spPr>
          </p:sp>
          <p:sp>
            <p:nvSpPr>
              <p:cNvPr id="209" name="Density voxel cell">
                <a:extLst>
                  <a:ext uri="{FF2B5EF4-FFF2-40B4-BE49-F238E27FC236}">
                    <a16:creationId xmlns:a16="http://schemas.microsoft.com/office/drawing/2014/main" id="{C85B627B-77A0-D4ED-53DA-3EB262C81E10}"/>
                  </a:ext>
                </a:extLst>
              </p:cNvPr>
              <p:cNvSpPr/>
              <p:nvPr/>
            </p:nvSpPr>
            <p:spPr>
              <a:xfrm>
                <a:off x="1203042" y="3013017"/>
                <a:ext cx="20277" cy="17291"/>
              </a:xfrm>
              <a:prstGeom prst="rect">
                <a:avLst/>
              </a:prstGeom>
              <a:solidFill>
                <a:srgbClr val="B6D3E7"/>
              </a:solidFill>
              <a:ln w="2103" cap="rnd" cmpd="sng" algn="ctr">
                <a:noFill/>
                <a:prstDash val="solid"/>
                <a:round/>
                <a:headEnd type="none" w="med" len="med"/>
                <a:tailEnd type="none" w="med" len="med"/>
              </a:ln>
              <a:effectLst/>
            </p:spPr>
          </p:sp>
          <p:sp>
            <p:nvSpPr>
              <p:cNvPr id="210" name="Density voxel cell">
                <a:extLst>
                  <a:ext uri="{FF2B5EF4-FFF2-40B4-BE49-F238E27FC236}">
                    <a16:creationId xmlns:a16="http://schemas.microsoft.com/office/drawing/2014/main" id="{636B1B51-58A6-FD0F-1A22-4DF72DAE9105}"/>
                  </a:ext>
                </a:extLst>
              </p:cNvPr>
              <p:cNvSpPr/>
              <p:nvPr/>
            </p:nvSpPr>
            <p:spPr>
              <a:xfrm>
                <a:off x="1225619" y="301301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11" name="Density voxel cell">
                <a:extLst>
                  <a:ext uri="{FF2B5EF4-FFF2-40B4-BE49-F238E27FC236}">
                    <a16:creationId xmlns:a16="http://schemas.microsoft.com/office/drawing/2014/main" id="{FBEE5BD5-4A9E-7DF8-408A-E92F0C3373FB}"/>
                  </a:ext>
                </a:extLst>
              </p:cNvPr>
              <p:cNvSpPr/>
              <p:nvPr/>
            </p:nvSpPr>
            <p:spPr>
              <a:xfrm>
                <a:off x="1248195" y="3013017"/>
                <a:ext cx="20277" cy="17291"/>
              </a:xfrm>
              <a:prstGeom prst="rect">
                <a:avLst/>
              </a:prstGeom>
              <a:solidFill>
                <a:srgbClr val="498FC1"/>
              </a:solidFill>
              <a:ln w="2103" cap="rnd" cmpd="sng" algn="ctr">
                <a:noFill/>
                <a:prstDash val="solid"/>
                <a:round/>
                <a:headEnd type="none" w="med" len="med"/>
                <a:tailEnd type="none" w="med" len="med"/>
              </a:ln>
              <a:effectLst/>
            </p:spPr>
          </p:sp>
          <p:sp>
            <p:nvSpPr>
              <p:cNvPr id="212" name="Density voxel cell">
                <a:extLst>
                  <a:ext uri="{FF2B5EF4-FFF2-40B4-BE49-F238E27FC236}">
                    <a16:creationId xmlns:a16="http://schemas.microsoft.com/office/drawing/2014/main" id="{FC99B672-3F4F-C319-45C2-B67E0953AAEB}"/>
                  </a:ext>
                </a:extLst>
              </p:cNvPr>
              <p:cNvSpPr/>
              <p:nvPr/>
            </p:nvSpPr>
            <p:spPr>
              <a:xfrm>
                <a:off x="1270772" y="3013017"/>
                <a:ext cx="20277" cy="17291"/>
              </a:xfrm>
              <a:prstGeom prst="rect">
                <a:avLst/>
              </a:prstGeom>
              <a:solidFill>
                <a:srgbClr val="5295C4"/>
              </a:solidFill>
              <a:ln w="2103" cap="rnd" cmpd="sng" algn="ctr">
                <a:noFill/>
                <a:prstDash val="solid"/>
                <a:round/>
                <a:headEnd type="none" w="med" len="med"/>
                <a:tailEnd type="none" w="med" len="med"/>
              </a:ln>
              <a:effectLst/>
            </p:spPr>
          </p:sp>
          <p:sp>
            <p:nvSpPr>
              <p:cNvPr id="213" name="Density voxel cell">
                <a:extLst>
                  <a:ext uri="{FF2B5EF4-FFF2-40B4-BE49-F238E27FC236}">
                    <a16:creationId xmlns:a16="http://schemas.microsoft.com/office/drawing/2014/main" id="{237AC6E3-9A4E-6D26-0D95-5909F5548CA6}"/>
                  </a:ext>
                </a:extLst>
              </p:cNvPr>
              <p:cNvSpPr/>
              <p:nvPr/>
            </p:nvSpPr>
            <p:spPr>
              <a:xfrm>
                <a:off x="1293349" y="3013017"/>
                <a:ext cx="20277" cy="17291"/>
              </a:xfrm>
              <a:prstGeom prst="rect">
                <a:avLst/>
              </a:prstGeom>
              <a:solidFill>
                <a:srgbClr val="8AB7D7"/>
              </a:solidFill>
              <a:ln w="2103" cap="rnd" cmpd="sng" algn="ctr">
                <a:noFill/>
                <a:prstDash val="solid"/>
                <a:round/>
                <a:headEnd type="none" w="med" len="med"/>
                <a:tailEnd type="none" w="med" len="med"/>
              </a:ln>
              <a:effectLst/>
            </p:spPr>
          </p:sp>
          <p:sp>
            <p:nvSpPr>
              <p:cNvPr id="214" name="Density voxel cell">
                <a:extLst>
                  <a:ext uri="{FF2B5EF4-FFF2-40B4-BE49-F238E27FC236}">
                    <a16:creationId xmlns:a16="http://schemas.microsoft.com/office/drawing/2014/main" id="{7B5D9E32-132F-C2F0-114B-58E7C7A96AE5}"/>
                  </a:ext>
                </a:extLst>
              </p:cNvPr>
              <p:cNvSpPr/>
              <p:nvPr/>
            </p:nvSpPr>
            <p:spPr>
              <a:xfrm>
                <a:off x="1315926" y="3013017"/>
                <a:ext cx="20277" cy="17291"/>
              </a:xfrm>
              <a:prstGeom prst="rect">
                <a:avLst/>
              </a:prstGeom>
              <a:solidFill>
                <a:srgbClr val="C3DBEC"/>
              </a:solidFill>
              <a:ln w="2103" cap="rnd" cmpd="sng" algn="ctr">
                <a:noFill/>
                <a:prstDash val="solid"/>
                <a:round/>
                <a:headEnd type="none" w="med" len="med"/>
                <a:tailEnd type="none" w="med" len="med"/>
              </a:ln>
              <a:effectLst/>
            </p:spPr>
          </p:sp>
          <p:sp>
            <p:nvSpPr>
              <p:cNvPr id="215" name="Density voxel cell">
                <a:extLst>
                  <a:ext uri="{FF2B5EF4-FFF2-40B4-BE49-F238E27FC236}">
                    <a16:creationId xmlns:a16="http://schemas.microsoft.com/office/drawing/2014/main" id="{F9D2F5D8-E3DA-300A-55B0-533727D65406}"/>
                  </a:ext>
                </a:extLst>
              </p:cNvPr>
              <p:cNvSpPr/>
              <p:nvPr/>
            </p:nvSpPr>
            <p:spPr>
              <a:xfrm>
                <a:off x="1338503" y="3013017"/>
                <a:ext cx="20277" cy="17291"/>
              </a:xfrm>
              <a:prstGeom prst="rect">
                <a:avLst/>
              </a:prstGeom>
              <a:solidFill>
                <a:srgbClr val="E4EFF7"/>
              </a:solidFill>
              <a:ln w="2103" cap="rnd" cmpd="sng" algn="ctr">
                <a:noFill/>
                <a:prstDash val="solid"/>
                <a:round/>
                <a:headEnd type="none" w="med" len="med"/>
                <a:tailEnd type="none" w="med" len="med"/>
              </a:ln>
              <a:effectLst/>
            </p:spPr>
          </p:sp>
          <p:sp>
            <p:nvSpPr>
              <p:cNvPr id="216" name="Density voxel cell">
                <a:extLst>
                  <a:ext uri="{FF2B5EF4-FFF2-40B4-BE49-F238E27FC236}">
                    <a16:creationId xmlns:a16="http://schemas.microsoft.com/office/drawing/2014/main" id="{528D86D7-652E-AF3E-D589-25864DD282ED}"/>
                  </a:ext>
                </a:extLst>
              </p:cNvPr>
              <p:cNvSpPr/>
              <p:nvPr/>
            </p:nvSpPr>
            <p:spPr>
              <a:xfrm>
                <a:off x="1361080" y="3013017"/>
                <a:ext cx="20277" cy="17291"/>
              </a:xfrm>
              <a:prstGeom prst="rect">
                <a:avLst/>
              </a:prstGeom>
              <a:solidFill>
                <a:srgbClr val="F1F7FC"/>
              </a:solidFill>
              <a:ln w="2103" cap="rnd" cmpd="sng" algn="ctr">
                <a:noFill/>
                <a:prstDash val="solid"/>
                <a:round/>
                <a:headEnd type="none" w="med" len="med"/>
                <a:tailEnd type="none" w="med" len="med"/>
              </a:ln>
              <a:effectLst/>
            </p:spPr>
          </p:sp>
          <p:sp>
            <p:nvSpPr>
              <p:cNvPr id="217" name="Density voxel cell">
                <a:extLst>
                  <a:ext uri="{FF2B5EF4-FFF2-40B4-BE49-F238E27FC236}">
                    <a16:creationId xmlns:a16="http://schemas.microsoft.com/office/drawing/2014/main" id="{681FAFCC-1A68-2DFA-75C8-4F2468518FB3}"/>
                  </a:ext>
                </a:extLst>
              </p:cNvPr>
              <p:cNvSpPr/>
              <p:nvPr/>
            </p:nvSpPr>
            <p:spPr>
              <a:xfrm>
                <a:off x="1383657" y="3013017"/>
                <a:ext cx="20277" cy="17291"/>
              </a:xfrm>
              <a:prstGeom prst="rect">
                <a:avLst/>
              </a:prstGeom>
              <a:solidFill>
                <a:srgbClr val="F6FAFE"/>
              </a:solidFill>
              <a:ln w="2103" cap="rnd" cmpd="sng" algn="ctr">
                <a:noFill/>
                <a:prstDash val="solid"/>
                <a:round/>
                <a:headEnd type="none" w="med" len="med"/>
                <a:tailEnd type="none" w="med" len="med"/>
              </a:ln>
              <a:effectLst/>
            </p:spPr>
          </p:sp>
          <p:sp>
            <p:nvSpPr>
              <p:cNvPr id="218" name="Density voxel cell">
                <a:extLst>
                  <a:ext uri="{FF2B5EF4-FFF2-40B4-BE49-F238E27FC236}">
                    <a16:creationId xmlns:a16="http://schemas.microsoft.com/office/drawing/2014/main" id="{D7CC0FC5-56DE-A8F0-9EF2-DAB7518394ED}"/>
                  </a:ext>
                </a:extLst>
              </p:cNvPr>
              <p:cNvSpPr/>
              <p:nvPr/>
            </p:nvSpPr>
            <p:spPr>
              <a:xfrm>
                <a:off x="1406234" y="3013017"/>
                <a:ext cx="20277" cy="17291"/>
              </a:xfrm>
              <a:prstGeom prst="rect">
                <a:avLst/>
              </a:prstGeom>
              <a:solidFill>
                <a:srgbClr val="F7FBFE"/>
              </a:solidFill>
              <a:ln w="2103" cap="rnd" cmpd="sng" algn="ctr">
                <a:noFill/>
                <a:prstDash val="solid"/>
                <a:round/>
                <a:headEnd type="none" w="med" len="med"/>
                <a:tailEnd type="none" w="med" len="med"/>
              </a:ln>
              <a:effectLst/>
            </p:spPr>
          </p:sp>
          <p:sp>
            <p:nvSpPr>
              <p:cNvPr id="219" name="Density voxel cell">
                <a:extLst>
                  <a:ext uri="{FF2B5EF4-FFF2-40B4-BE49-F238E27FC236}">
                    <a16:creationId xmlns:a16="http://schemas.microsoft.com/office/drawing/2014/main" id="{574E3DC4-5E44-8DD0-F780-FB75D5756559}"/>
                  </a:ext>
                </a:extLst>
              </p:cNvPr>
              <p:cNvSpPr/>
              <p:nvPr/>
            </p:nvSpPr>
            <p:spPr>
              <a:xfrm>
                <a:off x="1180465" y="3032607"/>
                <a:ext cx="20277" cy="17291"/>
              </a:xfrm>
              <a:prstGeom prst="rect">
                <a:avLst/>
              </a:prstGeom>
              <a:solidFill>
                <a:srgbClr val="E6F0F8"/>
              </a:solidFill>
              <a:ln w="2103" cap="rnd" cmpd="sng" algn="ctr">
                <a:noFill/>
                <a:prstDash val="solid"/>
                <a:round/>
                <a:headEnd type="none" w="med" len="med"/>
                <a:tailEnd type="none" w="med" len="med"/>
              </a:ln>
              <a:effectLst/>
            </p:spPr>
          </p:sp>
          <p:sp>
            <p:nvSpPr>
              <p:cNvPr id="220" name="Density voxel cell">
                <a:extLst>
                  <a:ext uri="{FF2B5EF4-FFF2-40B4-BE49-F238E27FC236}">
                    <a16:creationId xmlns:a16="http://schemas.microsoft.com/office/drawing/2014/main" id="{059F871D-6A56-E8E5-652D-437585DC26BF}"/>
                  </a:ext>
                </a:extLst>
              </p:cNvPr>
              <p:cNvSpPr/>
              <p:nvPr/>
            </p:nvSpPr>
            <p:spPr>
              <a:xfrm>
                <a:off x="1203042" y="3032607"/>
                <a:ext cx="20277" cy="17291"/>
              </a:xfrm>
              <a:prstGeom prst="rect">
                <a:avLst/>
              </a:prstGeom>
              <a:solidFill>
                <a:srgbClr val="C6DCED"/>
              </a:solidFill>
              <a:ln w="2103" cap="rnd" cmpd="sng" algn="ctr">
                <a:noFill/>
                <a:prstDash val="solid"/>
                <a:round/>
                <a:headEnd type="none" w="med" len="med"/>
                <a:tailEnd type="none" w="med" len="med"/>
              </a:ln>
              <a:effectLst/>
            </p:spPr>
          </p:sp>
          <p:sp>
            <p:nvSpPr>
              <p:cNvPr id="221" name="Density voxel cell">
                <a:extLst>
                  <a:ext uri="{FF2B5EF4-FFF2-40B4-BE49-F238E27FC236}">
                    <a16:creationId xmlns:a16="http://schemas.microsoft.com/office/drawing/2014/main" id="{93CCB7C1-DDE3-075C-B3C1-3AC9AC53EB41}"/>
                  </a:ext>
                </a:extLst>
              </p:cNvPr>
              <p:cNvSpPr/>
              <p:nvPr/>
            </p:nvSpPr>
            <p:spPr>
              <a:xfrm>
                <a:off x="1225619" y="3032607"/>
                <a:ext cx="20277" cy="17291"/>
              </a:xfrm>
              <a:prstGeom prst="rect">
                <a:avLst/>
              </a:prstGeom>
              <a:solidFill>
                <a:srgbClr val="96BFDC"/>
              </a:solidFill>
              <a:ln w="2103" cap="rnd" cmpd="sng" algn="ctr">
                <a:noFill/>
                <a:prstDash val="solid"/>
                <a:round/>
                <a:headEnd type="none" w="med" len="med"/>
                <a:tailEnd type="none" w="med" len="med"/>
              </a:ln>
              <a:effectLst/>
            </p:spPr>
          </p:sp>
          <p:sp>
            <p:nvSpPr>
              <p:cNvPr id="222" name="Density voxel cell">
                <a:extLst>
                  <a:ext uri="{FF2B5EF4-FFF2-40B4-BE49-F238E27FC236}">
                    <a16:creationId xmlns:a16="http://schemas.microsoft.com/office/drawing/2014/main" id="{49ADA5D1-26E9-95E5-E177-88A1AC833CEB}"/>
                  </a:ext>
                </a:extLst>
              </p:cNvPr>
              <p:cNvSpPr/>
              <p:nvPr/>
            </p:nvSpPr>
            <p:spPr>
              <a:xfrm>
                <a:off x="1248195" y="3032607"/>
                <a:ext cx="20277" cy="17291"/>
              </a:xfrm>
              <a:prstGeom prst="rect">
                <a:avLst/>
              </a:prstGeom>
              <a:solidFill>
                <a:srgbClr val="72A9CF"/>
              </a:solidFill>
              <a:ln w="2103" cap="rnd" cmpd="sng" algn="ctr">
                <a:noFill/>
                <a:prstDash val="solid"/>
                <a:round/>
                <a:headEnd type="none" w="med" len="med"/>
                <a:tailEnd type="none" w="med" len="med"/>
              </a:ln>
              <a:effectLst/>
            </p:spPr>
          </p:sp>
          <p:sp>
            <p:nvSpPr>
              <p:cNvPr id="223" name="Density voxel cell">
                <a:extLst>
                  <a:ext uri="{FF2B5EF4-FFF2-40B4-BE49-F238E27FC236}">
                    <a16:creationId xmlns:a16="http://schemas.microsoft.com/office/drawing/2014/main" id="{E22925A7-0CF2-A29A-D058-6940CA10E4B3}"/>
                  </a:ext>
                </a:extLst>
              </p:cNvPr>
              <p:cNvSpPr/>
              <p:nvPr/>
            </p:nvSpPr>
            <p:spPr>
              <a:xfrm>
                <a:off x="1270772" y="3032607"/>
                <a:ext cx="20277" cy="17291"/>
              </a:xfrm>
              <a:prstGeom prst="rect">
                <a:avLst/>
              </a:prstGeom>
              <a:solidFill>
                <a:srgbClr val="78ACD1"/>
              </a:solidFill>
              <a:ln w="2103" cap="rnd" cmpd="sng" algn="ctr">
                <a:noFill/>
                <a:prstDash val="solid"/>
                <a:round/>
                <a:headEnd type="none" w="med" len="med"/>
                <a:tailEnd type="none" w="med" len="med"/>
              </a:ln>
              <a:effectLst/>
            </p:spPr>
          </p:sp>
          <p:sp>
            <p:nvSpPr>
              <p:cNvPr id="224" name="Density voxel cell">
                <a:extLst>
                  <a:ext uri="{FF2B5EF4-FFF2-40B4-BE49-F238E27FC236}">
                    <a16:creationId xmlns:a16="http://schemas.microsoft.com/office/drawing/2014/main" id="{F6244290-BFA6-23EB-98EB-FF4400DF5CB2}"/>
                  </a:ext>
                </a:extLst>
              </p:cNvPr>
              <p:cNvSpPr/>
              <p:nvPr/>
            </p:nvSpPr>
            <p:spPr>
              <a:xfrm>
                <a:off x="1293349" y="3032607"/>
                <a:ext cx="20277" cy="17291"/>
              </a:xfrm>
              <a:prstGeom prst="rect">
                <a:avLst/>
              </a:prstGeom>
              <a:solidFill>
                <a:srgbClr val="9CC3DE"/>
              </a:solidFill>
              <a:ln w="2103" cap="rnd" cmpd="sng" algn="ctr">
                <a:noFill/>
                <a:prstDash val="solid"/>
                <a:round/>
                <a:headEnd type="none" w="med" len="med"/>
                <a:tailEnd type="none" w="med" len="med"/>
              </a:ln>
              <a:effectLst/>
            </p:spPr>
          </p:sp>
          <p:sp>
            <p:nvSpPr>
              <p:cNvPr id="225" name="Density voxel cell">
                <a:extLst>
                  <a:ext uri="{FF2B5EF4-FFF2-40B4-BE49-F238E27FC236}">
                    <a16:creationId xmlns:a16="http://schemas.microsoft.com/office/drawing/2014/main" id="{7C7B0021-84CF-0AD9-63B2-1769B11B08F3}"/>
                  </a:ext>
                </a:extLst>
              </p:cNvPr>
              <p:cNvSpPr/>
              <p:nvPr/>
            </p:nvSpPr>
            <p:spPr>
              <a:xfrm>
                <a:off x="1315926" y="3032607"/>
                <a:ext cx="20277" cy="17291"/>
              </a:xfrm>
              <a:prstGeom prst="rect">
                <a:avLst/>
              </a:prstGeom>
              <a:solidFill>
                <a:srgbClr val="BDD7E9"/>
              </a:solidFill>
              <a:ln w="2103" cap="rnd" cmpd="sng" algn="ctr">
                <a:noFill/>
                <a:prstDash val="solid"/>
                <a:round/>
                <a:headEnd type="none" w="med" len="med"/>
                <a:tailEnd type="none" w="med" len="med"/>
              </a:ln>
              <a:effectLst/>
            </p:spPr>
          </p:sp>
          <p:sp>
            <p:nvSpPr>
              <p:cNvPr id="226" name="Density voxel cell">
                <a:extLst>
                  <a:ext uri="{FF2B5EF4-FFF2-40B4-BE49-F238E27FC236}">
                    <a16:creationId xmlns:a16="http://schemas.microsoft.com/office/drawing/2014/main" id="{65A38201-95D2-E414-31E6-9966A70DFE06}"/>
                  </a:ext>
                </a:extLst>
              </p:cNvPr>
              <p:cNvSpPr/>
              <p:nvPr/>
            </p:nvSpPr>
            <p:spPr>
              <a:xfrm>
                <a:off x="1338503" y="3032607"/>
                <a:ext cx="20277" cy="17291"/>
              </a:xfrm>
              <a:prstGeom prst="rect">
                <a:avLst/>
              </a:prstGeom>
              <a:solidFill>
                <a:srgbClr val="D2E4F1"/>
              </a:solidFill>
              <a:ln w="2103" cap="rnd" cmpd="sng" algn="ctr">
                <a:noFill/>
                <a:prstDash val="solid"/>
                <a:round/>
                <a:headEnd type="none" w="med" len="med"/>
                <a:tailEnd type="none" w="med" len="med"/>
              </a:ln>
              <a:effectLst/>
            </p:spPr>
          </p:sp>
          <p:sp>
            <p:nvSpPr>
              <p:cNvPr id="227" name="Density voxel cell">
                <a:extLst>
                  <a:ext uri="{FF2B5EF4-FFF2-40B4-BE49-F238E27FC236}">
                    <a16:creationId xmlns:a16="http://schemas.microsoft.com/office/drawing/2014/main" id="{AF51E881-1468-17B4-5BD2-77DC9BE367C8}"/>
                  </a:ext>
                </a:extLst>
              </p:cNvPr>
              <p:cNvSpPr/>
              <p:nvPr/>
            </p:nvSpPr>
            <p:spPr>
              <a:xfrm>
                <a:off x="1361080" y="3032607"/>
                <a:ext cx="20277" cy="17291"/>
              </a:xfrm>
              <a:prstGeom prst="rect">
                <a:avLst/>
              </a:prstGeom>
              <a:solidFill>
                <a:srgbClr val="E5F0F8"/>
              </a:solidFill>
              <a:ln w="2103" cap="rnd" cmpd="sng" algn="ctr">
                <a:noFill/>
                <a:prstDash val="solid"/>
                <a:round/>
                <a:headEnd type="none" w="med" len="med"/>
                <a:tailEnd type="none" w="med" len="med"/>
              </a:ln>
              <a:effectLst/>
            </p:spPr>
          </p:sp>
          <p:sp>
            <p:nvSpPr>
              <p:cNvPr id="228" name="Density voxel cell">
                <a:extLst>
                  <a:ext uri="{FF2B5EF4-FFF2-40B4-BE49-F238E27FC236}">
                    <a16:creationId xmlns:a16="http://schemas.microsoft.com/office/drawing/2014/main" id="{50C78A58-9C16-F5E5-13B2-15FB37E9926D}"/>
                  </a:ext>
                </a:extLst>
              </p:cNvPr>
              <p:cNvSpPr/>
              <p:nvPr/>
            </p:nvSpPr>
            <p:spPr>
              <a:xfrm>
                <a:off x="1383657" y="3032607"/>
                <a:ext cx="20277" cy="17291"/>
              </a:xfrm>
              <a:prstGeom prst="rect">
                <a:avLst/>
              </a:prstGeom>
              <a:solidFill>
                <a:srgbClr val="F2F8FC"/>
              </a:solidFill>
              <a:ln w="2103" cap="rnd" cmpd="sng" algn="ctr">
                <a:noFill/>
                <a:prstDash val="solid"/>
                <a:round/>
                <a:headEnd type="none" w="med" len="med"/>
                <a:tailEnd type="none" w="med" len="med"/>
              </a:ln>
              <a:effectLst/>
            </p:spPr>
          </p:sp>
          <p:sp>
            <p:nvSpPr>
              <p:cNvPr id="229" name="Density voxel cell">
                <a:extLst>
                  <a:ext uri="{FF2B5EF4-FFF2-40B4-BE49-F238E27FC236}">
                    <a16:creationId xmlns:a16="http://schemas.microsoft.com/office/drawing/2014/main" id="{7C11EF6C-10F8-744F-1262-CD786B11AB8A}"/>
                  </a:ext>
                </a:extLst>
              </p:cNvPr>
              <p:cNvSpPr/>
              <p:nvPr/>
            </p:nvSpPr>
            <p:spPr>
              <a:xfrm>
                <a:off x="1406234" y="3032607"/>
                <a:ext cx="20277" cy="17291"/>
              </a:xfrm>
              <a:prstGeom prst="rect">
                <a:avLst/>
              </a:prstGeom>
              <a:solidFill>
                <a:srgbClr val="F6FBFE"/>
              </a:solidFill>
              <a:ln w="2103" cap="rnd" cmpd="sng" algn="ctr">
                <a:noFill/>
                <a:prstDash val="solid"/>
                <a:round/>
                <a:headEnd type="none" w="med" len="med"/>
                <a:tailEnd type="none" w="med" len="med"/>
              </a:ln>
              <a:effectLst/>
            </p:spPr>
          </p:sp>
          <p:sp>
            <p:nvSpPr>
              <p:cNvPr id="230" name="Density voxel cell">
                <a:extLst>
                  <a:ext uri="{FF2B5EF4-FFF2-40B4-BE49-F238E27FC236}">
                    <a16:creationId xmlns:a16="http://schemas.microsoft.com/office/drawing/2014/main" id="{E9554859-B6CA-158C-8C0F-DD68180C2588}"/>
                  </a:ext>
                </a:extLst>
              </p:cNvPr>
              <p:cNvSpPr/>
              <p:nvPr/>
            </p:nvSpPr>
            <p:spPr>
              <a:xfrm>
                <a:off x="1180465" y="3052198"/>
                <a:ext cx="20277" cy="17291"/>
              </a:xfrm>
              <a:prstGeom prst="rect">
                <a:avLst/>
              </a:prstGeom>
              <a:solidFill>
                <a:srgbClr val="EDF5FA"/>
              </a:solidFill>
              <a:ln w="2103" cap="rnd" cmpd="sng" algn="ctr">
                <a:noFill/>
                <a:prstDash val="solid"/>
                <a:round/>
                <a:headEnd type="none" w="med" len="med"/>
                <a:tailEnd type="none" w="med" len="med"/>
              </a:ln>
              <a:effectLst/>
            </p:spPr>
          </p:sp>
          <p:sp>
            <p:nvSpPr>
              <p:cNvPr id="231" name="Density voxel cell">
                <a:extLst>
                  <a:ext uri="{FF2B5EF4-FFF2-40B4-BE49-F238E27FC236}">
                    <a16:creationId xmlns:a16="http://schemas.microsoft.com/office/drawing/2014/main" id="{C7D6AA3D-64A4-6DCE-30C7-6D2642B1969B}"/>
                  </a:ext>
                </a:extLst>
              </p:cNvPr>
              <p:cNvSpPr/>
              <p:nvPr/>
            </p:nvSpPr>
            <p:spPr>
              <a:xfrm>
                <a:off x="1203042" y="3052198"/>
                <a:ext cx="20277" cy="17291"/>
              </a:xfrm>
              <a:prstGeom prst="rect">
                <a:avLst/>
              </a:prstGeom>
              <a:solidFill>
                <a:srgbClr val="D9E9F4"/>
              </a:solidFill>
              <a:ln w="2103" cap="rnd" cmpd="sng" algn="ctr">
                <a:noFill/>
                <a:prstDash val="solid"/>
                <a:round/>
                <a:headEnd type="none" w="med" len="med"/>
                <a:tailEnd type="none" w="med" len="med"/>
              </a:ln>
              <a:effectLst/>
            </p:spPr>
          </p:sp>
          <p:sp>
            <p:nvSpPr>
              <p:cNvPr id="232" name="Density voxel cell">
                <a:extLst>
                  <a:ext uri="{FF2B5EF4-FFF2-40B4-BE49-F238E27FC236}">
                    <a16:creationId xmlns:a16="http://schemas.microsoft.com/office/drawing/2014/main" id="{D6C01435-004F-EDC3-12C0-AB1BFF0F5D82}"/>
                  </a:ext>
                </a:extLst>
              </p:cNvPr>
              <p:cNvSpPr/>
              <p:nvPr/>
            </p:nvSpPr>
            <p:spPr>
              <a:xfrm>
                <a:off x="1225619" y="3052198"/>
                <a:ext cx="20277" cy="17291"/>
              </a:xfrm>
              <a:prstGeom prst="rect">
                <a:avLst/>
              </a:prstGeom>
              <a:solidFill>
                <a:srgbClr val="BDD7E9"/>
              </a:solidFill>
              <a:ln w="2103" cap="rnd" cmpd="sng" algn="ctr">
                <a:noFill/>
                <a:prstDash val="solid"/>
                <a:round/>
                <a:headEnd type="none" w="med" len="med"/>
                <a:tailEnd type="none" w="med" len="med"/>
              </a:ln>
              <a:effectLst/>
            </p:spPr>
          </p:sp>
          <p:sp>
            <p:nvSpPr>
              <p:cNvPr id="233" name="Density voxel cell">
                <a:extLst>
                  <a:ext uri="{FF2B5EF4-FFF2-40B4-BE49-F238E27FC236}">
                    <a16:creationId xmlns:a16="http://schemas.microsoft.com/office/drawing/2014/main" id="{0719D4EA-44BB-E5F1-F020-2BB4D3664CA2}"/>
                  </a:ext>
                </a:extLst>
              </p:cNvPr>
              <p:cNvSpPr/>
              <p:nvPr/>
            </p:nvSpPr>
            <p:spPr>
              <a:xfrm>
                <a:off x="1248195" y="3052198"/>
                <a:ext cx="20277" cy="17291"/>
              </a:xfrm>
              <a:prstGeom prst="rect">
                <a:avLst/>
              </a:prstGeom>
              <a:solidFill>
                <a:srgbClr val="A7C9E2"/>
              </a:solidFill>
              <a:ln w="2103" cap="rnd" cmpd="sng" algn="ctr">
                <a:noFill/>
                <a:prstDash val="solid"/>
                <a:round/>
                <a:headEnd type="none" w="med" len="med"/>
                <a:tailEnd type="none" w="med" len="med"/>
              </a:ln>
              <a:effectLst/>
            </p:spPr>
          </p:sp>
          <p:sp>
            <p:nvSpPr>
              <p:cNvPr id="234" name="Density voxel cell">
                <a:extLst>
                  <a:ext uri="{FF2B5EF4-FFF2-40B4-BE49-F238E27FC236}">
                    <a16:creationId xmlns:a16="http://schemas.microsoft.com/office/drawing/2014/main" id="{D2C8C5FA-8281-C82F-BDED-02DA543313C3}"/>
                  </a:ext>
                </a:extLst>
              </p:cNvPr>
              <p:cNvSpPr/>
              <p:nvPr/>
            </p:nvSpPr>
            <p:spPr>
              <a:xfrm>
                <a:off x="1270772" y="3052198"/>
                <a:ext cx="20277" cy="17291"/>
              </a:xfrm>
              <a:prstGeom prst="rect">
                <a:avLst/>
              </a:prstGeom>
              <a:solidFill>
                <a:srgbClr val="A5C8E1"/>
              </a:solidFill>
              <a:ln w="2103" cap="rnd" cmpd="sng" algn="ctr">
                <a:noFill/>
                <a:prstDash val="solid"/>
                <a:round/>
                <a:headEnd type="none" w="med" len="med"/>
                <a:tailEnd type="none" w="med" len="med"/>
              </a:ln>
              <a:effectLst/>
            </p:spPr>
          </p:sp>
          <p:sp>
            <p:nvSpPr>
              <p:cNvPr id="235" name="Density voxel cell">
                <a:extLst>
                  <a:ext uri="{FF2B5EF4-FFF2-40B4-BE49-F238E27FC236}">
                    <a16:creationId xmlns:a16="http://schemas.microsoft.com/office/drawing/2014/main" id="{C6D81F29-08CC-BA05-3212-CBBBC83CBBFF}"/>
                  </a:ext>
                </a:extLst>
              </p:cNvPr>
              <p:cNvSpPr/>
              <p:nvPr/>
            </p:nvSpPr>
            <p:spPr>
              <a:xfrm>
                <a:off x="1293349" y="3052198"/>
                <a:ext cx="20277" cy="17291"/>
              </a:xfrm>
              <a:prstGeom prst="rect">
                <a:avLst/>
              </a:prstGeom>
              <a:solidFill>
                <a:srgbClr val="A8CAE2"/>
              </a:solidFill>
              <a:ln w="2103" cap="rnd" cmpd="sng" algn="ctr">
                <a:noFill/>
                <a:prstDash val="solid"/>
                <a:round/>
                <a:headEnd type="none" w="med" len="med"/>
                <a:tailEnd type="none" w="med" len="med"/>
              </a:ln>
              <a:effectLst/>
            </p:spPr>
          </p:sp>
          <p:sp>
            <p:nvSpPr>
              <p:cNvPr id="236" name="Density voxel cell">
                <a:extLst>
                  <a:ext uri="{FF2B5EF4-FFF2-40B4-BE49-F238E27FC236}">
                    <a16:creationId xmlns:a16="http://schemas.microsoft.com/office/drawing/2014/main" id="{60BE34D8-DD52-D71A-BCCD-570A5567A81B}"/>
                  </a:ext>
                </a:extLst>
              </p:cNvPr>
              <p:cNvSpPr/>
              <p:nvPr/>
            </p:nvSpPr>
            <p:spPr>
              <a:xfrm>
                <a:off x="1315926" y="3052198"/>
                <a:ext cx="20277" cy="17291"/>
              </a:xfrm>
              <a:prstGeom prst="rect">
                <a:avLst/>
              </a:prstGeom>
              <a:solidFill>
                <a:srgbClr val="9BC2DE"/>
              </a:solidFill>
              <a:ln w="2103" cap="rnd" cmpd="sng" algn="ctr">
                <a:noFill/>
                <a:prstDash val="solid"/>
                <a:round/>
                <a:headEnd type="none" w="med" len="med"/>
                <a:tailEnd type="none" w="med" len="med"/>
              </a:ln>
              <a:effectLst/>
            </p:spPr>
          </p:sp>
          <p:sp>
            <p:nvSpPr>
              <p:cNvPr id="237" name="Density voxel cell">
                <a:extLst>
                  <a:ext uri="{FF2B5EF4-FFF2-40B4-BE49-F238E27FC236}">
                    <a16:creationId xmlns:a16="http://schemas.microsoft.com/office/drawing/2014/main" id="{A69869E9-753C-D98E-6B1D-D7274B8C0461}"/>
                  </a:ext>
                </a:extLst>
              </p:cNvPr>
              <p:cNvSpPr/>
              <p:nvPr/>
            </p:nvSpPr>
            <p:spPr>
              <a:xfrm>
                <a:off x="1338503" y="3052198"/>
                <a:ext cx="20277" cy="17291"/>
              </a:xfrm>
              <a:prstGeom prst="rect">
                <a:avLst/>
              </a:prstGeom>
              <a:solidFill>
                <a:srgbClr val="9DC3DE"/>
              </a:solidFill>
              <a:ln w="2103" cap="rnd" cmpd="sng" algn="ctr">
                <a:noFill/>
                <a:prstDash val="solid"/>
                <a:round/>
                <a:headEnd type="none" w="med" len="med"/>
                <a:tailEnd type="none" w="med" len="med"/>
              </a:ln>
              <a:effectLst/>
            </p:spPr>
          </p:sp>
          <p:sp>
            <p:nvSpPr>
              <p:cNvPr id="238" name="Density voxel cell">
                <a:extLst>
                  <a:ext uri="{FF2B5EF4-FFF2-40B4-BE49-F238E27FC236}">
                    <a16:creationId xmlns:a16="http://schemas.microsoft.com/office/drawing/2014/main" id="{2ABB63F7-26F8-0396-2145-0183D0241583}"/>
                  </a:ext>
                </a:extLst>
              </p:cNvPr>
              <p:cNvSpPr/>
              <p:nvPr/>
            </p:nvSpPr>
            <p:spPr>
              <a:xfrm>
                <a:off x="1361080" y="3052198"/>
                <a:ext cx="20277" cy="17291"/>
              </a:xfrm>
              <a:prstGeom prst="rect">
                <a:avLst/>
              </a:prstGeom>
              <a:solidFill>
                <a:srgbClr val="C4DBEC"/>
              </a:solidFill>
              <a:ln w="2103" cap="rnd" cmpd="sng" algn="ctr">
                <a:noFill/>
                <a:prstDash val="solid"/>
                <a:round/>
                <a:headEnd type="none" w="med" len="med"/>
                <a:tailEnd type="none" w="med" len="med"/>
              </a:ln>
              <a:effectLst/>
            </p:spPr>
          </p:sp>
          <p:sp>
            <p:nvSpPr>
              <p:cNvPr id="239" name="Density voxel cell">
                <a:extLst>
                  <a:ext uri="{FF2B5EF4-FFF2-40B4-BE49-F238E27FC236}">
                    <a16:creationId xmlns:a16="http://schemas.microsoft.com/office/drawing/2014/main" id="{F856EFE2-91E8-F016-0D10-5FB8C8EFC1BB}"/>
                  </a:ext>
                </a:extLst>
              </p:cNvPr>
              <p:cNvSpPr/>
              <p:nvPr/>
            </p:nvSpPr>
            <p:spPr>
              <a:xfrm>
                <a:off x="1383657" y="3052198"/>
                <a:ext cx="20277" cy="17291"/>
              </a:xfrm>
              <a:prstGeom prst="rect">
                <a:avLst/>
              </a:prstGeom>
              <a:solidFill>
                <a:srgbClr val="E8F2F9"/>
              </a:solidFill>
              <a:ln w="2103" cap="rnd" cmpd="sng" algn="ctr">
                <a:noFill/>
                <a:prstDash val="solid"/>
                <a:round/>
                <a:headEnd type="none" w="med" len="med"/>
                <a:tailEnd type="none" w="med" len="med"/>
              </a:ln>
              <a:effectLst/>
            </p:spPr>
          </p:sp>
          <p:sp>
            <p:nvSpPr>
              <p:cNvPr id="240" name="Density voxel cell">
                <a:extLst>
                  <a:ext uri="{FF2B5EF4-FFF2-40B4-BE49-F238E27FC236}">
                    <a16:creationId xmlns:a16="http://schemas.microsoft.com/office/drawing/2014/main" id="{C9C4BA42-DB08-89D9-442B-7455DC398D59}"/>
                  </a:ext>
                </a:extLst>
              </p:cNvPr>
              <p:cNvSpPr/>
              <p:nvPr/>
            </p:nvSpPr>
            <p:spPr>
              <a:xfrm>
                <a:off x="1406234" y="3052198"/>
                <a:ext cx="20277" cy="17291"/>
              </a:xfrm>
              <a:prstGeom prst="rect">
                <a:avLst/>
              </a:prstGeom>
              <a:solidFill>
                <a:srgbClr val="F5FAFD"/>
              </a:solidFill>
              <a:ln w="2103" cap="rnd" cmpd="sng" algn="ctr">
                <a:noFill/>
                <a:prstDash val="solid"/>
                <a:round/>
                <a:headEnd type="none" w="med" len="med"/>
                <a:tailEnd type="none" w="med" len="med"/>
              </a:ln>
              <a:effectLst/>
            </p:spPr>
          </p:sp>
          <p:sp>
            <p:nvSpPr>
              <p:cNvPr id="241" name="Density voxel cell">
                <a:extLst>
                  <a:ext uri="{FF2B5EF4-FFF2-40B4-BE49-F238E27FC236}">
                    <a16:creationId xmlns:a16="http://schemas.microsoft.com/office/drawing/2014/main" id="{CD125B0F-990F-7FBE-FF89-5CBE399634D9}"/>
                  </a:ext>
                </a:extLst>
              </p:cNvPr>
              <p:cNvSpPr/>
              <p:nvPr/>
            </p:nvSpPr>
            <p:spPr>
              <a:xfrm>
                <a:off x="1180465" y="307178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42" name="Density voxel cell">
                <a:extLst>
                  <a:ext uri="{FF2B5EF4-FFF2-40B4-BE49-F238E27FC236}">
                    <a16:creationId xmlns:a16="http://schemas.microsoft.com/office/drawing/2014/main" id="{BCE74C19-1CEF-5CE6-3D23-CB6CB7524269}"/>
                  </a:ext>
                </a:extLst>
              </p:cNvPr>
              <p:cNvSpPr/>
              <p:nvPr/>
            </p:nvSpPr>
            <p:spPr>
              <a:xfrm>
                <a:off x="1203042" y="3071789"/>
                <a:ext cx="20277" cy="17291"/>
              </a:xfrm>
              <a:prstGeom prst="rect">
                <a:avLst/>
              </a:prstGeom>
              <a:solidFill>
                <a:srgbClr val="E9F2F9"/>
              </a:solidFill>
              <a:ln w="2103" cap="rnd" cmpd="sng" algn="ctr">
                <a:noFill/>
                <a:prstDash val="solid"/>
                <a:round/>
                <a:headEnd type="none" w="med" len="med"/>
                <a:tailEnd type="none" w="med" len="med"/>
              </a:ln>
              <a:effectLst/>
            </p:spPr>
          </p:sp>
          <p:sp>
            <p:nvSpPr>
              <p:cNvPr id="243" name="Density voxel cell">
                <a:extLst>
                  <a:ext uri="{FF2B5EF4-FFF2-40B4-BE49-F238E27FC236}">
                    <a16:creationId xmlns:a16="http://schemas.microsoft.com/office/drawing/2014/main" id="{1B51DDE4-E8C5-F703-69B3-F8CB6C9693E5}"/>
                  </a:ext>
                </a:extLst>
              </p:cNvPr>
              <p:cNvSpPr/>
              <p:nvPr/>
            </p:nvSpPr>
            <p:spPr>
              <a:xfrm>
                <a:off x="1225619" y="3071789"/>
                <a:ext cx="20277" cy="17291"/>
              </a:xfrm>
              <a:prstGeom prst="rect">
                <a:avLst/>
              </a:prstGeom>
              <a:solidFill>
                <a:srgbClr val="DBEAF4"/>
              </a:solidFill>
              <a:ln w="2103" cap="rnd" cmpd="sng" algn="ctr">
                <a:noFill/>
                <a:prstDash val="solid"/>
                <a:round/>
                <a:headEnd type="none" w="med" len="med"/>
                <a:tailEnd type="none" w="med" len="med"/>
              </a:ln>
              <a:effectLst/>
            </p:spPr>
          </p:sp>
          <p:sp>
            <p:nvSpPr>
              <p:cNvPr id="244" name="Density voxel cell">
                <a:extLst>
                  <a:ext uri="{FF2B5EF4-FFF2-40B4-BE49-F238E27FC236}">
                    <a16:creationId xmlns:a16="http://schemas.microsoft.com/office/drawing/2014/main" id="{EADAC848-BA41-3291-DC6D-C5F4756A4447}"/>
                  </a:ext>
                </a:extLst>
              </p:cNvPr>
              <p:cNvSpPr/>
              <p:nvPr/>
            </p:nvSpPr>
            <p:spPr>
              <a:xfrm>
                <a:off x="1248195" y="3071789"/>
                <a:ext cx="20277" cy="17291"/>
              </a:xfrm>
              <a:prstGeom prst="rect">
                <a:avLst/>
              </a:prstGeom>
              <a:solidFill>
                <a:srgbClr val="D0E3F0"/>
              </a:solidFill>
              <a:ln w="2103" cap="rnd" cmpd="sng" algn="ctr">
                <a:noFill/>
                <a:prstDash val="solid"/>
                <a:round/>
                <a:headEnd type="none" w="med" len="med"/>
                <a:tailEnd type="none" w="med" len="med"/>
              </a:ln>
              <a:effectLst/>
            </p:spPr>
          </p:sp>
          <p:sp>
            <p:nvSpPr>
              <p:cNvPr id="245" name="Density voxel cell">
                <a:extLst>
                  <a:ext uri="{FF2B5EF4-FFF2-40B4-BE49-F238E27FC236}">
                    <a16:creationId xmlns:a16="http://schemas.microsoft.com/office/drawing/2014/main" id="{8705B9C5-4922-B9D5-F58E-42710BA7346B}"/>
                  </a:ext>
                </a:extLst>
              </p:cNvPr>
              <p:cNvSpPr/>
              <p:nvPr/>
            </p:nvSpPr>
            <p:spPr>
              <a:xfrm>
                <a:off x="1270772" y="3071789"/>
                <a:ext cx="20277" cy="17291"/>
              </a:xfrm>
              <a:prstGeom prst="rect">
                <a:avLst/>
              </a:prstGeom>
              <a:solidFill>
                <a:srgbClr val="C9DEEE"/>
              </a:solidFill>
              <a:ln w="2103" cap="rnd" cmpd="sng" algn="ctr">
                <a:noFill/>
                <a:prstDash val="solid"/>
                <a:round/>
                <a:headEnd type="none" w="med" len="med"/>
                <a:tailEnd type="none" w="med" len="med"/>
              </a:ln>
              <a:effectLst/>
            </p:spPr>
          </p:sp>
          <p:sp>
            <p:nvSpPr>
              <p:cNvPr id="246" name="Density voxel cell">
                <a:extLst>
                  <a:ext uri="{FF2B5EF4-FFF2-40B4-BE49-F238E27FC236}">
                    <a16:creationId xmlns:a16="http://schemas.microsoft.com/office/drawing/2014/main" id="{B45F2FA5-9261-6BE7-7736-339393DD6A85}"/>
                  </a:ext>
                </a:extLst>
              </p:cNvPr>
              <p:cNvSpPr/>
              <p:nvPr/>
            </p:nvSpPr>
            <p:spPr>
              <a:xfrm>
                <a:off x="1293349" y="3071789"/>
                <a:ext cx="20277" cy="17291"/>
              </a:xfrm>
              <a:prstGeom prst="rect">
                <a:avLst/>
              </a:prstGeom>
              <a:solidFill>
                <a:srgbClr val="AECDE4"/>
              </a:solidFill>
              <a:ln w="2103" cap="rnd" cmpd="sng" algn="ctr">
                <a:noFill/>
                <a:prstDash val="solid"/>
                <a:round/>
                <a:headEnd type="none" w="med" len="med"/>
                <a:tailEnd type="none" w="med" len="med"/>
              </a:ln>
              <a:effectLst/>
            </p:spPr>
          </p:sp>
          <p:sp>
            <p:nvSpPr>
              <p:cNvPr id="247" name="Density voxel cell">
                <a:extLst>
                  <a:ext uri="{FF2B5EF4-FFF2-40B4-BE49-F238E27FC236}">
                    <a16:creationId xmlns:a16="http://schemas.microsoft.com/office/drawing/2014/main" id="{65399441-47AA-A22C-0A0E-53B679B0A944}"/>
                  </a:ext>
                </a:extLst>
              </p:cNvPr>
              <p:cNvSpPr/>
              <p:nvPr/>
            </p:nvSpPr>
            <p:spPr>
              <a:xfrm>
                <a:off x="1315926" y="3071789"/>
                <a:ext cx="20277" cy="17291"/>
              </a:xfrm>
              <a:prstGeom prst="rect">
                <a:avLst/>
              </a:prstGeom>
              <a:solidFill>
                <a:srgbClr val="76ABD0"/>
              </a:solidFill>
              <a:ln w="2103" cap="rnd" cmpd="sng" algn="ctr">
                <a:noFill/>
                <a:prstDash val="solid"/>
                <a:round/>
                <a:headEnd type="none" w="med" len="med"/>
                <a:tailEnd type="none" w="med" len="med"/>
              </a:ln>
              <a:effectLst/>
            </p:spPr>
          </p:sp>
          <p:sp>
            <p:nvSpPr>
              <p:cNvPr id="248" name="Density voxel cell">
                <a:extLst>
                  <a:ext uri="{FF2B5EF4-FFF2-40B4-BE49-F238E27FC236}">
                    <a16:creationId xmlns:a16="http://schemas.microsoft.com/office/drawing/2014/main" id="{951AF83B-B033-DB3F-7391-115C648DF7D5}"/>
                  </a:ext>
                </a:extLst>
              </p:cNvPr>
              <p:cNvSpPr/>
              <p:nvPr/>
            </p:nvSpPr>
            <p:spPr>
              <a:xfrm>
                <a:off x="1338503" y="3071789"/>
                <a:ext cx="20277" cy="17291"/>
              </a:xfrm>
              <a:prstGeom prst="rect">
                <a:avLst/>
              </a:prstGeom>
              <a:solidFill>
                <a:srgbClr val="66A1CB"/>
              </a:solidFill>
              <a:ln w="2103" cap="rnd" cmpd="sng" algn="ctr">
                <a:noFill/>
                <a:prstDash val="solid"/>
                <a:round/>
                <a:headEnd type="none" w="med" len="med"/>
                <a:tailEnd type="none" w="med" len="med"/>
              </a:ln>
              <a:effectLst/>
            </p:spPr>
          </p:sp>
          <p:sp>
            <p:nvSpPr>
              <p:cNvPr id="249" name="Density voxel cell">
                <a:extLst>
                  <a:ext uri="{FF2B5EF4-FFF2-40B4-BE49-F238E27FC236}">
                    <a16:creationId xmlns:a16="http://schemas.microsoft.com/office/drawing/2014/main" id="{3918A26E-E009-5646-17E0-61396E0EA10B}"/>
                  </a:ext>
                </a:extLst>
              </p:cNvPr>
              <p:cNvSpPr/>
              <p:nvPr/>
            </p:nvSpPr>
            <p:spPr>
              <a:xfrm>
                <a:off x="1361080" y="3071789"/>
                <a:ext cx="20277" cy="17291"/>
              </a:xfrm>
              <a:prstGeom prst="rect">
                <a:avLst/>
              </a:prstGeom>
              <a:solidFill>
                <a:srgbClr val="A1C6E0"/>
              </a:solidFill>
              <a:ln w="2103" cap="rnd" cmpd="sng" algn="ctr">
                <a:noFill/>
                <a:prstDash val="solid"/>
                <a:round/>
                <a:headEnd type="none" w="med" len="med"/>
                <a:tailEnd type="none" w="med" len="med"/>
              </a:ln>
              <a:effectLst/>
            </p:spPr>
          </p:sp>
          <p:sp>
            <p:nvSpPr>
              <p:cNvPr id="250" name="Density voxel cell">
                <a:extLst>
                  <a:ext uri="{FF2B5EF4-FFF2-40B4-BE49-F238E27FC236}">
                    <a16:creationId xmlns:a16="http://schemas.microsoft.com/office/drawing/2014/main" id="{F4BA6155-50C4-3EAA-5313-71B8F01A014C}"/>
                  </a:ext>
                </a:extLst>
              </p:cNvPr>
              <p:cNvSpPr/>
              <p:nvPr/>
            </p:nvSpPr>
            <p:spPr>
              <a:xfrm>
                <a:off x="1383657" y="3071789"/>
                <a:ext cx="20277" cy="17291"/>
              </a:xfrm>
              <a:prstGeom prst="rect">
                <a:avLst/>
              </a:prstGeom>
              <a:solidFill>
                <a:srgbClr val="DDEBF5"/>
              </a:solidFill>
              <a:ln w="2103" cap="rnd" cmpd="sng" algn="ctr">
                <a:noFill/>
                <a:prstDash val="solid"/>
                <a:round/>
                <a:headEnd type="none" w="med" len="med"/>
                <a:tailEnd type="none" w="med" len="med"/>
              </a:ln>
              <a:effectLst/>
            </p:spPr>
          </p:sp>
          <p:sp>
            <p:nvSpPr>
              <p:cNvPr id="251" name="Density voxel cell">
                <a:extLst>
                  <a:ext uri="{FF2B5EF4-FFF2-40B4-BE49-F238E27FC236}">
                    <a16:creationId xmlns:a16="http://schemas.microsoft.com/office/drawing/2014/main" id="{065233E7-95A3-B205-BE8A-05AB9FF1193B}"/>
                  </a:ext>
                </a:extLst>
              </p:cNvPr>
              <p:cNvSpPr/>
              <p:nvPr/>
            </p:nvSpPr>
            <p:spPr>
              <a:xfrm>
                <a:off x="1406234" y="3071789"/>
                <a:ext cx="20277" cy="17291"/>
              </a:xfrm>
              <a:prstGeom prst="rect">
                <a:avLst/>
              </a:prstGeom>
              <a:solidFill>
                <a:srgbClr val="F3F9FD"/>
              </a:solidFill>
              <a:ln w="2103" cap="rnd" cmpd="sng" algn="ctr">
                <a:noFill/>
                <a:prstDash val="solid"/>
                <a:round/>
                <a:headEnd type="none" w="med" len="med"/>
                <a:tailEnd type="none" w="med" len="med"/>
              </a:ln>
              <a:effectLst/>
            </p:spPr>
          </p:sp>
          <p:sp>
            <p:nvSpPr>
              <p:cNvPr id="252" name="Density voxel cell">
                <a:extLst>
                  <a:ext uri="{FF2B5EF4-FFF2-40B4-BE49-F238E27FC236}">
                    <a16:creationId xmlns:a16="http://schemas.microsoft.com/office/drawing/2014/main" id="{DD574E9B-1FD8-9B6F-295A-E96DEACA2400}"/>
                  </a:ext>
                </a:extLst>
              </p:cNvPr>
              <p:cNvSpPr/>
              <p:nvPr/>
            </p:nvSpPr>
            <p:spPr>
              <a:xfrm>
                <a:off x="1180465" y="3091379"/>
                <a:ext cx="20277" cy="17291"/>
              </a:xfrm>
              <a:prstGeom prst="rect">
                <a:avLst/>
              </a:prstGeom>
              <a:solidFill>
                <a:srgbClr val="F5FAFD"/>
              </a:solidFill>
              <a:ln w="2103" cap="rnd" cmpd="sng" algn="ctr">
                <a:noFill/>
                <a:prstDash val="solid"/>
                <a:round/>
                <a:headEnd type="none" w="med" len="med"/>
                <a:tailEnd type="none" w="med" len="med"/>
              </a:ln>
              <a:effectLst/>
            </p:spPr>
          </p:sp>
          <p:sp>
            <p:nvSpPr>
              <p:cNvPr id="253" name="Density voxel cell">
                <a:extLst>
                  <a:ext uri="{FF2B5EF4-FFF2-40B4-BE49-F238E27FC236}">
                    <a16:creationId xmlns:a16="http://schemas.microsoft.com/office/drawing/2014/main" id="{71E9CFFC-319E-6086-551D-8B2BA5D8CA79}"/>
                  </a:ext>
                </a:extLst>
              </p:cNvPr>
              <p:cNvSpPr/>
              <p:nvPr/>
            </p:nvSpPr>
            <p:spPr>
              <a:xfrm>
                <a:off x="1203042" y="3091379"/>
                <a:ext cx="20277" cy="17291"/>
              </a:xfrm>
              <a:prstGeom prst="rect">
                <a:avLst/>
              </a:prstGeom>
              <a:solidFill>
                <a:srgbClr val="F2F8FC"/>
              </a:solidFill>
              <a:ln w="2103" cap="rnd" cmpd="sng" algn="ctr">
                <a:noFill/>
                <a:prstDash val="solid"/>
                <a:round/>
                <a:headEnd type="none" w="med" len="med"/>
                <a:tailEnd type="none" w="med" len="med"/>
              </a:ln>
              <a:effectLst/>
            </p:spPr>
          </p:sp>
          <p:sp>
            <p:nvSpPr>
              <p:cNvPr id="254" name="Density voxel cell">
                <a:extLst>
                  <a:ext uri="{FF2B5EF4-FFF2-40B4-BE49-F238E27FC236}">
                    <a16:creationId xmlns:a16="http://schemas.microsoft.com/office/drawing/2014/main" id="{417A06B7-2D14-8D2F-6310-7DA1561B37ED}"/>
                  </a:ext>
                </a:extLst>
              </p:cNvPr>
              <p:cNvSpPr/>
              <p:nvPr/>
            </p:nvSpPr>
            <p:spPr>
              <a:xfrm>
                <a:off x="1225619" y="3091379"/>
                <a:ext cx="20277" cy="17291"/>
              </a:xfrm>
              <a:prstGeom prst="rect">
                <a:avLst/>
              </a:prstGeom>
              <a:solidFill>
                <a:srgbClr val="EDF5FA"/>
              </a:solidFill>
              <a:ln w="2103" cap="rnd" cmpd="sng" algn="ctr">
                <a:noFill/>
                <a:prstDash val="solid"/>
                <a:round/>
                <a:headEnd type="none" w="med" len="med"/>
                <a:tailEnd type="none" w="med" len="med"/>
              </a:ln>
              <a:effectLst/>
            </p:spPr>
          </p:sp>
          <p:sp>
            <p:nvSpPr>
              <p:cNvPr id="255" name="Density voxel cell">
                <a:extLst>
                  <a:ext uri="{FF2B5EF4-FFF2-40B4-BE49-F238E27FC236}">
                    <a16:creationId xmlns:a16="http://schemas.microsoft.com/office/drawing/2014/main" id="{9FEFA80D-2C42-163C-4684-7838205F413E}"/>
                  </a:ext>
                </a:extLst>
              </p:cNvPr>
              <p:cNvSpPr/>
              <p:nvPr/>
            </p:nvSpPr>
            <p:spPr>
              <a:xfrm>
                <a:off x="1248195" y="3091379"/>
                <a:ext cx="20277" cy="17291"/>
              </a:xfrm>
              <a:prstGeom prst="rect">
                <a:avLst/>
              </a:prstGeom>
              <a:solidFill>
                <a:srgbClr val="E8F2F9"/>
              </a:solidFill>
              <a:ln w="2103" cap="rnd" cmpd="sng" algn="ctr">
                <a:noFill/>
                <a:prstDash val="solid"/>
                <a:round/>
                <a:headEnd type="none" w="med" len="med"/>
                <a:tailEnd type="none" w="med" len="med"/>
              </a:ln>
              <a:effectLst/>
            </p:spPr>
          </p:sp>
          <p:sp>
            <p:nvSpPr>
              <p:cNvPr id="256" name="Density voxel cell">
                <a:extLst>
                  <a:ext uri="{FF2B5EF4-FFF2-40B4-BE49-F238E27FC236}">
                    <a16:creationId xmlns:a16="http://schemas.microsoft.com/office/drawing/2014/main" id="{DCE103E5-FFC9-02EF-0001-8F8260EF6307}"/>
                  </a:ext>
                </a:extLst>
              </p:cNvPr>
              <p:cNvSpPr/>
              <p:nvPr/>
            </p:nvSpPr>
            <p:spPr>
              <a:xfrm>
                <a:off x="1270772"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57" name="Density voxel cell">
                <a:extLst>
                  <a:ext uri="{FF2B5EF4-FFF2-40B4-BE49-F238E27FC236}">
                    <a16:creationId xmlns:a16="http://schemas.microsoft.com/office/drawing/2014/main" id="{C3CFBC16-3D4F-88BA-79C8-5216BC1B344D}"/>
                  </a:ext>
                </a:extLst>
              </p:cNvPr>
              <p:cNvSpPr/>
              <p:nvPr/>
            </p:nvSpPr>
            <p:spPr>
              <a:xfrm>
                <a:off x="1293349" y="3091379"/>
                <a:ext cx="20277" cy="17291"/>
              </a:xfrm>
              <a:prstGeom prst="rect">
                <a:avLst/>
              </a:prstGeom>
              <a:solidFill>
                <a:srgbClr val="C2DAEB"/>
              </a:solidFill>
              <a:ln w="2103" cap="rnd" cmpd="sng" algn="ctr">
                <a:noFill/>
                <a:prstDash val="solid"/>
                <a:round/>
                <a:headEnd type="none" w="med" len="med"/>
                <a:tailEnd type="none" w="med" len="med"/>
              </a:ln>
              <a:effectLst/>
            </p:spPr>
          </p:sp>
          <p:sp>
            <p:nvSpPr>
              <p:cNvPr id="258" name="Density voxel cell">
                <a:extLst>
                  <a:ext uri="{FF2B5EF4-FFF2-40B4-BE49-F238E27FC236}">
                    <a16:creationId xmlns:a16="http://schemas.microsoft.com/office/drawing/2014/main" id="{EFCC9018-C595-2266-16D8-4A025A59E28C}"/>
                  </a:ext>
                </a:extLst>
              </p:cNvPr>
              <p:cNvSpPr/>
              <p:nvPr/>
            </p:nvSpPr>
            <p:spPr>
              <a:xfrm>
                <a:off x="1315926" y="3091379"/>
                <a:ext cx="20277" cy="17291"/>
              </a:xfrm>
              <a:prstGeom prst="rect">
                <a:avLst/>
              </a:prstGeom>
              <a:solidFill>
                <a:srgbClr val="8AB8D8"/>
              </a:solidFill>
              <a:ln w="2103" cap="rnd" cmpd="sng" algn="ctr">
                <a:noFill/>
                <a:prstDash val="solid"/>
                <a:round/>
                <a:headEnd type="none" w="med" len="med"/>
                <a:tailEnd type="none" w="med" len="med"/>
              </a:ln>
              <a:effectLst/>
            </p:spPr>
          </p:sp>
          <p:sp>
            <p:nvSpPr>
              <p:cNvPr id="259" name="Density voxel cell">
                <a:extLst>
                  <a:ext uri="{FF2B5EF4-FFF2-40B4-BE49-F238E27FC236}">
                    <a16:creationId xmlns:a16="http://schemas.microsoft.com/office/drawing/2014/main" id="{A9613D8D-25B2-E802-83EF-FB8B21218DC4}"/>
                  </a:ext>
                </a:extLst>
              </p:cNvPr>
              <p:cNvSpPr/>
              <p:nvPr/>
            </p:nvSpPr>
            <p:spPr>
              <a:xfrm>
                <a:off x="1338503" y="3091379"/>
                <a:ext cx="20277" cy="17291"/>
              </a:xfrm>
              <a:prstGeom prst="rect">
                <a:avLst/>
              </a:prstGeom>
              <a:solidFill>
                <a:srgbClr val="78ACD1"/>
              </a:solidFill>
              <a:ln w="2103" cap="rnd" cmpd="sng" algn="ctr">
                <a:noFill/>
                <a:prstDash val="solid"/>
                <a:round/>
                <a:headEnd type="none" w="med" len="med"/>
                <a:tailEnd type="none" w="med" len="med"/>
              </a:ln>
              <a:effectLst/>
            </p:spPr>
          </p:sp>
          <p:sp>
            <p:nvSpPr>
              <p:cNvPr id="260" name="Density voxel cell">
                <a:extLst>
                  <a:ext uri="{FF2B5EF4-FFF2-40B4-BE49-F238E27FC236}">
                    <a16:creationId xmlns:a16="http://schemas.microsoft.com/office/drawing/2014/main" id="{DBF337D0-BB5E-F696-66A6-54A2998BF002}"/>
                  </a:ext>
                </a:extLst>
              </p:cNvPr>
              <p:cNvSpPr/>
              <p:nvPr/>
            </p:nvSpPr>
            <p:spPr>
              <a:xfrm>
                <a:off x="1361080" y="3091379"/>
                <a:ext cx="20277" cy="17291"/>
              </a:xfrm>
              <a:prstGeom prst="rect">
                <a:avLst/>
              </a:prstGeom>
              <a:solidFill>
                <a:srgbClr val="ABCCE3"/>
              </a:solidFill>
              <a:ln w="2103" cap="rnd" cmpd="sng" algn="ctr">
                <a:noFill/>
                <a:prstDash val="solid"/>
                <a:round/>
                <a:headEnd type="none" w="med" len="med"/>
                <a:tailEnd type="none" w="med" len="med"/>
              </a:ln>
              <a:effectLst/>
            </p:spPr>
          </p:sp>
          <p:sp>
            <p:nvSpPr>
              <p:cNvPr id="261" name="Density voxel cell">
                <a:extLst>
                  <a:ext uri="{FF2B5EF4-FFF2-40B4-BE49-F238E27FC236}">
                    <a16:creationId xmlns:a16="http://schemas.microsoft.com/office/drawing/2014/main" id="{6DE9F248-7B09-C0E1-AB98-7A74D58C4F33}"/>
                  </a:ext>
                </a:extLst>
              </p:cNvPr>
              <p:cNvSpPr/>
              <p:nvPr/>
            </p:nvSpPr>
            <p:spPr>
              <a:xfrm>
                <a:off x="1383657" y="3091379"/>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2" name="Density voxel cell">
                <a:extLst>
                  <a:ext uri="{FF2B5EF4-FFF2-40B4-BE49-F238E27FC236}">
                    <a16:creationId xmlns:a16="http://schemas.microsoft.com/office/drawing/2014/main" id="{88A944B0-D635-5C5C-CDD6-8151E8A18D92}"/>
                  </a:ext>
                </a:extLst>
              </p:cNvPr>
              <p:cNvSpPr/>
              <p:nvPr/>
            </p:nvSpPr>
            <p:spPr>
              <a:xfrm>
                <a:off x="1406234" y="3091379"/>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3" name="Density voxel cell">
                <a:extLst>
                  <a:ext uri="{FF2B5EF4-FFF2-40B4-BE49-F238E27FC236}">
                    <a16:creationId xmlns:a16="http://schemas.microsoft.com/office/drawing/2014/main" id="{82606119-5631-D0EC-6D7E-DE683D5F1ECF}"/>
                  </a:ext>
                </a:extLst>
              </p:cNvPr>
              <p:cNvSpPr/>
              <p:nvPr/>
            </p:nvSpPr>
            <p:spPr>
              <a:xfrm>
                <a:off x="1180465" y="311097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64" name="Density voxel cell">
                <a:extLst>
                  <a:ext uri="{FF2B5EF4-FFF2-40B4-BE49-F238E27FC236}">
                    <a16:creationId xmlns:a16="http://schemas.microsoft.com/office/drawing/2014/main" id="{F35D5F07-44E4-6B91-6317-512BC24797C6}"/>
                  </a:ext>
                </a:extLst>
              </p:cNvPr>
              <p:cNvSpPr/>
              <p:nvPr/>
            </p:nvSpPr>
            <p:spPr>
              <a:xfrm>
                <a:off x="1203042"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65" name="Density voxel cell">
                <a:extLst>
                  <a:ext uri="{FF2B5EF4-FFF2-40B4-BE49-F238E27FC236}">
                    <a16:creationId xmlns:a16="http://schemas.microsoft.com/office/drawing/2014/main" id="{F71B59B8-ACD7-2572-AB4A-EF18C523A03F}"/>
                  </a:ext>
                </a:extLst>
              </p:cNvPr>
              <p:cNvSpPr/>
              <p:nvPr/>
            </p:nvSpPr>
            <p:spPr>
              <a:xfrm>
                <a:off x="1225619" y="3110970"/>
                <a:ext cx="20277" cy="17291"/>
              </a:xfrm>
              <a:prstGeom prst="rect">
                <a:avLst/>
              </a:prstGeom>
              <a:solidFill>
                <a:srgbClr val="F4F9FD"/>
              </a:solidFill>
              <a:ln w="2103" cap="rnd" cmpd="sng" algn="ctr">
                <a:noFill/>
                <a:prstDash val="solid"/>
                <a:round/>
                <a:headEnd type="none" w="med" len="med"/>
                <a:tailEnd type="none" w="med" len="med"/>
              </a:ln>
              <a:effectLst/>
            </p:spPr>
          </p:sp>
          <p:sp>
            <p:nvSpPr>
              <p:cNvPr id="266" name="Density voxel cell">
                <a:extLst>
                  <a:ext uri="{FF2B5EF4-FFF2-40B4-BE49-F238E27FC236}">
                    <a16:creationId xmlns:a16="http://schemas.microsoft.com/office/drawing/2014/main" id="{C2AB1D26-2C02-A286-222A-068AE34D978F}"/>
                  </a:ext>
                </a:extLst>
              </p:cNvPr>
              <p:cNvSpPr/>
              <p:nvPr/>
            </p:nvSpPr>
            <p:spPr>
              <a:xfrm>
                <a:off x="1248195" y="311097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67" name="Density voxel cell">
                <a:extLst>
                  <a:ext uri="{FF2B5EF4-FFF2-40B4-BE49-F238E27FC236}">
                    <a16:creationId xmlns:a16="http://schemas.microsoft.com/office/drawing/2014/main" id="{2BC2A296-879F-B359-FC2B-C3A0A6D16A17}"/>
                  </a:ext>
                </a:extLst>
              </p:cNvPr>
              <p:cNvSpPr/>
              <p:nvPr/>
            </p:nvSpPr>
            <p:spPr>
              <a:xfrm>
                <a:off x="1270772" y="311097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68" name="Density voxel cell">
                <a:extLst>
                  <a:ext uri="{FF2B5EF4-FFF2-40B4-BE49-F238E27FC236}">
                    <a16:creationId xmlns:a16="http://schemas.microsoft.com/office/drawing/2014/main" id="{EC97580B-A87E-0F51-3FE4-CA1431E34BC9}"/>
                  </a:ext>
                </a:extLst>
              </p:cNvPr>
              <p:cNvSpPr/>
              <p:nvPr/>
            </p:nvSpPr>
            <p:spPr>
              <a:xfrm>
                <a:off x="1293349" y="3110970"/>
                <a:ext cx="20277" cy="17291"/>
              </a:xfrm>
              <a:prstGeom prst="rect">
                <a:avLst/>
              </a:prstGeom>
              <a:solidFill>
                <a:srgbClr val="E0EDF6"/>
              </a:solidFill>
              <a:ln w="2103" cap="rnd" cmpd="sng" algn="ctr">
                <a:noFill/>
                <a:prstDash val="solid"/>
                <a:round/>
                <a:headEnd type="none" w="med" len="med"/>
                <a:tailEnd type="none" w="med" len="med"/>
              </a:ln>
              <a:effectLst/>
            </p:spPr>
          </p:sp>
          <p:sp>
            <p:nvSpPr>
              <p:cNvPr id="269" name="Density voxel cell">
                <a:extLst>
                  <a:ext uri="{FF2B5EF4-FFF2-40B4-BE49-F238E27FC236}">
                    <a16:creationId xmlns:a16="http://schemas.microsoft.com/office/drawing/2014/main" id="{6AF277FC-11FE-2497-516B-877E7BE69D27}"/>
                  </a:ext>
                </a:extLst>
              </p:cNvPr>
              <p:cNvSpPr/>
              <p:nvPr/>
            </p:nvSpPr>
            <p:spPr>
              <a:xfrm>
                <a:off x="1315926" y="3110970"/>
                <a:ext cx="20277" cy="17291"/>
              </a:xfrm>
              <a:prstGeom prst="rect">
                <a:avLst/>
              </a:prstGeom>
              <a:solidFill>
                <a:srgbClr val="C6DDED"/>
              </a:solidFill>
              <a:ln w="2103" cap="rnd" cmpd="sng" algn="ctr">
                <a:noFill/>
                <a:prstDash val="solid"/>
                <a:round/>
                <a:headEnd type="none" w="med" len="med"/>
                <a:tailEnd type="none" w="med" len="med"/>
              </a:ln>
              <a:effectLst/>
            </p:spPr>
          </p:sp>
          <p:sp>
            <p:nvSpPr>
              <p:cNvPr id="270" name="Density voxel cell">
                <a:extLst>
                  <a:ext uri="{FF2B5EF4-FFF2-40B4-BE49-F238E27FC236}">
                    <a16:creationId xmlns:a16="http://schemas.microsoft.com/office/drawing/2014/main" id="{96625F37-4C2F-CDFB-4B9F-02875D8BBAD4}"/>
                  </a:ext>
                </a:extLst>
              </p:cNvPr>
              <p:cNvSpPr/>
              <p:nvPr/>
            </p:nvSpPr>
            <p:spPr>
              <a:xfrm>
                <a:off x="1338503" y="3110970"/>
                <a:ext cx="20277" cy="17291"/>
              </a:xfrm>
              <a:prstGeom prst="rect">
                <a:avLst/>
              </a:prstGeom>
              <a:solidFill>
                <a:srgbClr val="BED7EA"/>
              </a:solidFill>
              <a:ln w="2103" cap="rnd" cmpd="sng" algn="ctr">
                <a:noFill/>
                <a:prstDash val="solid"/>
                <a:round/>
                <a:headEnd type="none" w="med" len="med"/>
                <a:tailEnd type="none" w="med" len="med"/>
              </a:ln>
              <a:effectLst/>
            </p:spPr>
          </p:sp>
          <p:sp>
            <p:nvSpPr>
              <p:cNvPr id="271" name="Density voxel cell">
                <a:extLst>
                  <a:ext uri="{FF2B5EF4-FFF2-40B4-BE49-F238E27FC236}">
                    <a16:creationId xmlns:a16="http://schemas.microsoft.com/office/drawing/2014/main" id="{F00452C1-8A05-4900-40ED-477441789F21}"/>
                  </a:ext>
                </a:extLst>
              </p:cNvPr>
              <p:cNvSpPr/>
              <p:nvPr/>
            </p:nvSpPr>
            <p:spPr>
              <a:xfrm>
                <a:off x="1361080" y="3110970"/>
                <a:ext cx="20277" cy="17291"/>
              </a:xfrm>
              <a:prstGeom prst="rect">
                <a:avLst/>
              </a:prstGeom>
              <a:solidFill>
                <a:srgbClr val="D5E6F2"/>
              </a:solidFill>
              <a:ln w="2103" cap="rnd" cmpd="sng" algn="ctr">
                <a:noFill/>
                <a:prstDash val="solid"/>
                <a:round/>
                <a:headEnd type="none" w="med" len="med"/>
                <a:tailEnd type="none" w="med" len="med"/>
              </a:ln>
              <a:effectLst/>
            </p:spPr>
          </p:sp>
          <p:sp>
            <p:nvSpPr>
              <p:cNvPr id="272" name="Density voxel cell">
                <a:extLst>
                  <a:ext uri="{FF2B5EF4-FFF2-40B4-BE49-F238E27FC236}">
                    <a16:creationId xmlns:a16="http://schemas.microsoft.com/office/drawing/2014/main" id="{EE19F27B-877F-8A96-2194-5AE94BE4D862}"/>
                  </a:ext>
                </a:extLst>
              </p:cNvPr>
              <p:cNvSpPr/>
              <p:nvPr/>
            </p:nvSpPr>
            <p:spPr>
              <a:xfrm>
                <a:off x="1383657" y="3110970"/>
                <a:ext cx="20277" cy="17291"/>
              </a:xfrm>
              <a:prstGeom prst="rect">
                <a:avLst/>
              </a:prstGeom>
              <a:solidFill>
                <a:srgbClr val="EDF5FA"/>
              </a:solidFill>
              <a:ln w="2103" cap="rnd" cmpd="sng" algn="ctr">
                <a:noFill/>
                <a:prstDash val="solid"/>
                <a:round/>
                <a:headEnd type="none" w="med" len="med"/>
                <a:tailEnd type="none" w="med" len="med"/>
              </a:ln>
              <a:effectLst/>
            </p:spPr>
          </p:sp>
          <p:sp>
            <p:nvSpPr>
              <p:cNvPr id="273" name="Density voxel cell">
                <a:extLst>
                  <a:ext uri="{FF2B5EF4-FFF2-40B4-BE49-F238E27FC236}">
                    <a16:creationId xmlns:a16="http://schemas.microsoft.com/office/drawing/2014/main" id="{5931B554-5657-F945-1E1F-628E9FA885FF}"/>
                  </a:ext>
                </a:extLst>
              </p:cNvPr>
              <p:cNvSpPr/>
              <p:nvPr/>
            </p:nvSpPr>
            <p:spPr>
              <a:xfrm>
                <a:off x="1406234" y="311097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4" name="Density voxel cell">
                <a:extLst>
                  <a:ext uri="{FF2B5EF4-FFF2-40B4-BE49-F238E27FC236}">
                    <a16:creationId xmlns:a16="http://schemas.microsoft.com/office/drawing/2014/main" id="{574525B3-E099-FB1C-9F24-81AD935A1B5E}"/>
                  </a:ext>
                </a:extLst>
              </p:cNvPr>
              <p:cNvSpPr/>
              <p:nvPr/>
            </p:nvSpPr>
            <p:spPr>
              <a:xfrm>
                <a:off x="1180465"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5" name="Density voxel cell">
                <a:extLst>
                  <a:ext uri="{FF2B5EF4-FFF2-40B4-BE49-F238E27FC236}">
                    <a16:creationId xmlns:a16="http://schemas.microsoft.com/office/drawing/2014/main" id="{28358FD8-DA7F-3924-5D56-5F9007267517}"/>
                  </a:ext>
                </a:extLst>
              </p:cNvPr>
              <p:cNvSpPr/>
              <p:nvPr/>
            </p:nvSpPr>
            <p:spPr>
              <a:xfrm>
                <a:off x="1203042" y="3130560"/>
                <a:ext cx="20277" cy="17291"/>
              </a:xfrm>
              <a:prstGeom prst="rect">
                <a:avLst/>
              </a:prstGeom>
              <a:solidFill>
                <a:srgbClr val="F7FBFE"/>
              </a:solidFill>
              <a:ln w="2103" cap="rnd" cmpd="sng" algn="ctr">
                <a:noFill/>
                <a:prstDash val="solid"/>
                <a:round/>
                <a:headEnd type="none" w="med" len="med"/>
                <a:tailEnd type="none" w="med" len="med"/>
              </a:ln>
              <a:effectLst/>
            </p:spPr>
          </p:sp>
          <p:sp>
            <p:nvSpPr>
              <p:cNvPr id="276" name="Density voxel cell">
                <a:extLst>
                  <a:ext uri="{FF2B5EF4-FFF2-40B4-BE49-F238E27FC236}">
                    <a16:creationId xmlns:a16="http://schemas.microsoft.com/office/drawing/2014/main" id="{C72E4518-95E9-BE94-3C0F-49E605FCF17F}"/>
                  </a:ext>
                </a:extLst>
              </p:cNvPr>
              <p:cNvSpPr/>
              <p:nvPr/>
            </p:nvSpPr>
            <p:spPr>
              <a:xfrm>
                <a:off x="1225619" y="3130560"/>
                <a:ext cx="20277" cy="17291"/>
              </a:xfrm>
              <a:prstGeom prst="rect">
                <a:avLst/>
              </a:prstGeom>
              <a:solidFill>
                <a:srgbClr val="F6FBFE"/>
              </a:solidFill>
              <a:ln w="2103" cap="rnd" cmpd="sng" algn="ctr">
                <a:noFill/>
                <a:prstDash val="solid"/>
                <a:round/>
                <a:headEnd type="none" w="med" len="med"/>
                <a:tailEnd type="none" w="med" len="med"/>
              </a:ln>
              <a:effectLst/>
            </p:spPr>
          </p:sp>
          <p:sp>
            <p:nvSpPr>
              <p:cNvPr id="277" name="Density voxel cell">
                <a:extLst>
                  <a:ext uri="{FF2B5EF4-FFF2-40B4-BE49-F238E27FC236}">
                    <a16:creationId xmlns:a16="http://schemas.microsoft.com/office/drawing/2014/main" id="{ABC21B7F-DABF-25EC-3041-AB0BDA6EB49A}"/>
                  </a:ext>
                </a:extLst>
              </p:cNvPr>
              <p:cNvSpPr/>
              <p:nvPr/>
            </p:nvSpPr>
            <p:spPr>
              <a:xfrm>
                <a:off x="1248195" y="3130560"/>
                <a:ext cx="20277" cy="17291"/>
              </a:xfrm>
              <a:prstGeom prst="rect">
                <a:avLst/>
              </a:prstGeom>
              <a:solidFill>
                <a:srgbClr val="F6FAFE"/>
              </a:solidFill>
              <a:ln w="2103" cap="rnd" cmpd="sng" algn="ctr">
                <a:noFill/>
                <a:prstDash val="solid"/>
                <a:round/>
                <a:headEnd type="none" w="med" len="med"/>
                <a:tailEnd type="none" w="med" len="med"/>
              </a:ln>
              <a:effectLst/>
            </p:spPr>
          </p:sp>
          <p:sp>
            <p:nvSpPr>
              <p:cNvPr id="278" name="Density voxel cell">
                <a:extLst>
                  <a:ext uri="{FF2B5EF4-FFF2-40B4-BE49-F238E27FC236}">
                    <a16:creationId xmlns:a16="http://schemas.microsoft.com/office/drawing/2014/main" id="{AE390074-BFC2-A872-9175-D7EF4160BBFF}"/>
                  </a:ext>
                </a:extLst>
              </p:cNvPr>
              <p:cNvSpPr/>
              <p:nvPr/>
            </p:nvSpPr>
            <p:spPr>
              <a:xfrm>
                <a:off x="1270772" y="3130560"/>
                <a:ext cx="20277" cy="17291"/>
              </a:xfrm>
              <a:prstGeom prst="rect">
                <a:avLst/>
              </a:prstGeom>
              <a:solidFill>
                <a:srgbClr val="F5FAFD"/>
              </a:solidFill>
              <a:ln w="2103" cap="rnd" cmpd="sng" algn="ctr">
                <a:noFill/>
                <a:prstDash val="solid"/>
                <a:round/>
                <a:headEnd type="none" w="med" len="med"/>
                <a:tailEnd type="none" w="med" len="med"/>
              </a:ln>
              <a:effectLst/>
            </p:spPr>
          </p:sp>
          <p:sp>
            <p:nvSpPr>
              <p:cNvPr id="279" name="Density voxel cell">
                <a:extLst>
                  <a:ext uri="{FF2B5EF4-FFF2-40B4-BE49-F238E27FC236}">
                    <a16:creationId xmlns:a16="http://schemas.microsoft.com/office/drawing/2014/main" id="{7C90B549-6DDA-9033-46BB-4EECE088A672}"/>
                  </a:ext>
                </a:extLst>
              </p:cNvPr>
              <p:cNvSpPr/>
              <p:nvPr/>
            </p:nvSpPr>
            <p:spPr>
              <a:xfrm>
                <a:off x="1293349" y="3130560"/>
                <a:ext cx="20277" cy="17291"/>
              </a:xfrm>
              <a:prstGeom prst="rect">
                <a:avLst/>
              </a:prstGeom>
              <a:solidFill>
                <a:srgbClr val="F2F8FC"/>
              </a:solidFill>
              <a:ln w="2103" cap="rnd" cmpd="sng" algn="ctr">
                <a:noFill/>
                <a:prstDash val="solid"/>
                <a:round/>
                <a:headEnd type="none" w="med" len="med"/>
                <a:tailEnd type="none" w="med" len="med"/>
              </a:ln>
              <a:effectLst/>
            </p:spPr>
          </p:sp>
          <p:sp>
            <p:nvSpPr>
              <p:cNvPr id="280" name="Density voxel cell">
                <a:extLst>
                  <a:ext uri="{FF2B5EF4-FFF2-40B4-BE49-F238E27FC236}">
                    <a16:creationId xmlns:a16="http://schemas.microsoft.com/office/drawing/2014/main" id="{5C5B87F2-9065-1CD5-8835-B7F817AED9AD}"/>
                  </a:ext>
                </a:extLst>
              </p:cNvPr>
              <p:cNvSpPr/>
              <p:nvPr/>
            </p:nvSpPr>
            <p:spPr>
              <a:xfrm>
                <a:off x="1315926" y="3130560"/>
                <a:ext cx="20277" cy="17291"/>
              </a:xfrm>
              <a:prstGeom prst="rect">
                <a:avLst/>
              </a:prstGeom>
              <a:solidFill>
                <a:srgbClr val="ECF4FA"/>
              </a:solidFill>
              <a:ln w="2103" cap="rnd" cmpd="sng" algn="ctr">
                <a:noFill/>
                <a:prstDash val="solid"/>
                <a:round/>
                <a:headEnd type="none" w="med" len="med"/>
                <a:tailEnd type="none" w="med" len="med"/>
              </a:ln>
              <a:effectLst/>
            </p:spPr>
          </p:sp>
          <p:sp>
            <p:nvSpPr>
              <p:cNvPr id="281" name="Density voxel cell">
                <a:extLst>
                  <a:ext uri="{FF2B5EF4-FFF2-40B4-BE49-F238E27FC236}">
                    <a16:creationId xmlns:a16="http://schemas.microsoft.com/office/drawing/2014/main" id="{9D714E6E-66EB-191D-C460-48EBC395CAE8}"/>
                  </a:ext>
                </a:extLst>
              </p:cNvPr>
              <p:cNvSpPr/>
              <p:nvPr/>
            </p:nvSpPr>
            <p:spPr>
              <a:xfrm>
                <a:off x="1338503" y="3130560"/>
                <a:ext cx="20277" cy="17291"/>
              </a:xfrm>
              <a:prstGeom prst="rect">
                <a:avLst/>
              </a:prstGeom>
              <a:solidFill>
                <a:srgbClr val="EAF3F9"/>
              </a:solidFill>
              <a:ln w="2103" cap="rnd" cmpd="sng" algn="ctr">
                <a:noFill/>
                <a:prstDash val="solid"/>
                <a:round/>
                <a:headEnd type="none" w="med" len="med"/>
                <a:tailEnd type="none" w="med" len="med"/>
              </a:ln>
              <a:effectLst/>
            </p:spPr>
          </p:sp>
          <p:sp>
            <p:nvSpPr>
              <p:cNvPr id="282" name="Density voxel cell">
                <a:extLst>
                  <a:ext uri="{FF2B5EF4-FFF2-40B4-BE49-F238E27FC236}">
                    <a16:creationId xmlns:a16="http://schemas.microsoft.com/office/drawing/2014/main" id="{703B2B7C-0A28-6C61-F2C2-CFD2FC1F46D8}"/>
                  </a:ext>
                </a:extLst>
              </p:cNvPr>
              <p:cNvSpPr/>
              <p:nvPr/>
            </p:nvSpPr>
            <p:spPr>
              <a:xfrm>
                <a:off x="1361080" y="3130560"/>
                <a:ext cx="20277" cy="17291"/>
              </a:xfrm>
              <a:prstGeom prst="rect">
                <a:avLst/>
              </a:prstGeom>
              <a:solidFill>
                <a:srgbClr val="EFF6FB"/>
              </a:solidFill>
              <a:ln w="2103" cap="rnd" cmpd="sng" algn="ctr">
                <a:noFill/>
                <a:prstDash val="solid"/>
                <a:round/>
                <a:headEnd type="none" w="med" len="med"/>
                <a:tailEnd type="none" w="med" len="med"/>
              </a:ln>
              <a:effectLst/>
            </p:spPr>
          </p:sp>
          <p:sp>
            <p:nvSpPr>
              <p:cNvPr id="283" name="Density voxel cell">
                <a:extLst>
                  <a:ext uri="{FF2B5EF4-FFF2-40B4-BE49-F238E27FC236}">
                    <a16:creationId xmlns:a16="http://schemas.microsoft.com/office/drawing/2014/main" id="{A1791CCE-968A-E006-06AD-DA06442AC92B}"/>
                  </a:ext>
                </a:extLst>
              </p:cNvPr>
              <p:cNvSpPr/>
              <p:nvPr/>
            </p:nvSpPr>
            <p:spPr>
              <a:xfrm>
                <a:off x="1383657" y="3130560"/>
                <a:ext cx="20277" cy="17291"/>
              </a:xfrm>
              <a:prstGeom prst="rect">
                <a:avLst/>
              </a:prstGeom>
              <a:solidFill>
                <a:srgbClr val="F5F9FD"/>
              </a:solidFill>
              <a:ln w="2103" cap="rnd" cmpd="sng" algn="ctr">
                <a:noFill/>
                <a:prstDash val="solid"/>
                <a:round/>
                <a:headEnd type="none" w="med" len="med"/>
                <a:tailEnd type="none" w="med" len="med"/>
              </a:ln>
              <a:effectLst/>
            </p:spPr>
          </p:sp>
          <p:sp>
            <p:nvSpPr>
              <p:cNvPr id="284" name="Density voxel cell">
                <a:extLst>
                  <a:ext uri="{FF2B5EF4-FFF2-40B4-BE49-F238E27FC236}">
                    <a16:creationId xmlns:a16="http://schemas.microsoft.com/office/drawing/2014/main" id="{AEB1D9E4-E67A-6B29-3770-8C7A481B1F6F}"/>
                  </a:ext>
                </a:extLst>
              </p:cNvPr>
              <p:cNvSpPr/>
              <p:nvPr/>
            </p:nvSpPr>
            <p:spPr>
              <a:xfrm>
                <a:off x="1406234" y="3130560"/>
                <a:ext cx="20277" cy="17291"/>
              </a:xfrm>
              <a:prstGeom prst="rect">
                <a:avLst/>
              </a:prstGeom>
              <a:solidFill>
                <a:srgbClr val="F7FBFE"/>
              </a:solidFill>
              <a:ln w="2103" cap="rnd" cmpd="sng" algn="ctr">
                <a:noFill/>
                <a:prstDash val="solid"/>
                <a:round/>
                <a:headEnd type="none" w="med" len="med"/>
                <a:tailEnd type="none" w="med" len="med"/>
              </a:ln>
              <a:effectLst/>
            </p:spPr>
          </p:sp>
          <p:cxnSp>
            <p:nvCxnSpPr>
              <p:cNvPr id="285" name="path_2494">
                <a:extLst>
                  <a:ext uri="{FF2B5EF4-FFF2-40B4-BE49-F238E27FC236}">
                    <a16:creationId xmlns:a16="http://schemas.microsoft.com/office/drawing/2014/main" id="{F2F4C377-0F72-D0B3-6AB8-BD87CF195013}"/>
                  </a:ext>
                </a:extLst>
              </p:cNvPr>
              <p:cNvCxnSpPr/>
              <p:nvPr/>
            </p:nvCxnSpPr>
            <p:spPr>
              <a:xfrm>
                <a:off x="1179315" y="2933505"/>
                <a:ext cx="248346" cy="0"/>
              </a:xfrm>
              <a:prstGeom prst="line">
                <a:avLst/>
              </a:prstGeom>
              <a:noFill/>
              <a:ln w="1202" cap="rnd" cmpd="sng" algn="ctr">
                <a:solidFill>
                  <a:srgbClr val="367FB7"/>
                </a:solidFill>
                <a:prstDash val="solid"/>
                <a:round/>
                <a:headEnd type="none" w="med" len="med"/>
                <a:tailEnd type="none" w="med" len="med"/>
              </a:ln>
              <a:effectLst/>
            </p:spPr>
          </p:cxnSp>
          <p:cxnSp>
            <p:nvCxnSpPr>
              <p:cNvPr id="286" name="path_2495">
                <a:extLst>
                  <a:ext uri="{FF2B5EF4-FFF2-40B4-BE49-F238E27FC236}">
                    <a16:creationId xmlns:a16="http://schemas.microsoft.com/office/drawing/2014/main" id="{15CC456B-6D89-1A29-D607-3ACA3C55C8C7}"/>
                  </a:ext>
                </a:extLst>
              </p:cNvPr>
              <p:cNvCxnSpPr/>
              <p:nvPr/>
            </p:nvCxnSpPr>
            <p:spPr>
              <a:xfrm>
                <a:off x="1427661" y="2933505"/>
                <a:ext cx="0" cy="215496"/>
              </a:xfrm>
              <a:prstGeom prst="line">
                <a:avLst/>
              </a:prstGeom>
              <a:noFill/>
              <a:ln w="1202" cap="rnd" cmpd="sng" algn="ctr">
                <a:solidFill>
                  <a:srgbClr val="367FB7"/>
                </a:solidFill>
                <a:prstDash val="solid"/>
                <a:round/>
                <a:headEnd type="none" w="med" len="med"/>
                <a:tailEnd type="none" w="med" len="med"/>
              </a:ln>
              <a:effectLst/>
            </p:spPr>
          </p:cxnSp>
        </p:grpSp>
        <p:grpSp>
          <p:nvGrpSpPr>
            <p:cNvPr id="287" name="Match | compact U-Net operator">
              <a:extLst>
                <a:ext uri="{FF2B5EF4-FFF2-40B4-BE49-F238E27FC236}">
                  <a16:creationId xmlns:a16="http://schemas.microsoft.com/office/drawing/2014/main" id="{E4F205C8-0DFF-1C20-342C-4C6944BADBDB}"/>
                </a:ext>
              </a:extLst>
            </p:cNvPr>
            <p:cNvGrpSpPr/>
            <p:nvPr/>
          </p:nvGrpSpPr>
          <p:grpSpPr>
            <a:xfrm>
              <a:off x="2711975" y="2144070"/>
              <a:ext cx="212538" cy="143036"/>
              <a:chOff x="1680559" y="2920365"/>
              <a:chExt cx="333146" cy="216810"/>
            </a:xfrm>
          </p:grpSpPr>
          <p:sp>
            <p:nvSpPr>
              <p:cNvPr id="288" name="rect_2499">
                <a:extLst>
                  <a:ext uri="{FF2B5EF4-FFF2-40B4-BE49-F238E27FC236}">
                    <a16:creationId xmlns:a16="http://schemas.microsoft.com/office/drawing/2014/main" id="{07A911C8-0CC8-0E56-4E41-8A855FABD105}"/>
                  </a:ext>
                </a:extLst>
              </p:cNvPr>
              <p:cNvSpPr/>
              <p:nvPr/>
            </p:nvSpPr>
            <p:spPr>
              <a:xfrm>
                <a:off x="1757475" y="292036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89" name="rect_2500">
                <a:extLst>
                  <a:ext uri="{FF2B5EF4-FFF2-40B4-BE49-F238E27FC236}">
                    <a16:creationId xmlns:a16="http://schemas.microsoft.com/office/drawing/2014/main" id="{C491F4FC-BFBB-1987-FE68-CCD83D5BAF71}"/>
                  </a:ext>
                </a:extLst>
              </p:cNvPr>
              <p:cNvSpPr/>
              <p:nvPr/>
            </p:nvSpPr>
            <p:spPr>
              <a:xfrm>
                <a:off x="1731195" y="2936790"/>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0" name="rect_2501">
                <a:extLst>
                  <a:ext uri="{FF2B5EF4-FFF2-40B4-BE49-F238E27FC236}">
                    <a16:creationId xmlns:a16="http://schemas.microsoft.com/office/drawing/2014/main" id="{2CFE6F70-E6AB-26A8-D37D-896790A5027F}"/>
                  </a:ext>
                </a:extLst>
              </p:cNvPr>
              <p:cNvSpPr/>
              <p:nvPr/>
            </p:nvSpPr>
            <p:spPr>
              <a:xfrm>
                <a:off x="1704915" y="2953215"/>
                <a:ext cx="256230" cy="183960"/>
              </a:xfrm>
              <a:prstGeom prst="roundRect">
                <a:avLst>
                  <a:gd name="adj" fmla="val 5357"/>
                </a:avLst>
              </a:prstGeom>
              <a:solidFill>
                <a:srgbClr val="E3EFF7"/>
              </a:solidFill>
              <a:ln w="1953" cap="rnd" cmpd="sng" algn="ctr">
                <a:solidFill>
                  <a:srgbClr val="367FB7"/>
                </a:solidFill>
                <a:prstDash val="solid"/>
                <a:round/>
                <a:headEnd type="none" w="med" len="med"/>
                <a:tailEnd type="none" w="med" len="med"/>
              </a:ln>
              <a:effectLst/>
            </p:spPr>
          </p:sp>
          <p:sp>
            <p:nvSpPr>
              <p:cNvPr id="291" name="Text | U-Net">
                <a:extLst>
                  <a:ext uri="{FF2B5EF4-FFF2-40B4-BE49-F238E27FC236}">
                    <a16:creationId xmlns:a16="http://schemas.microsoft.com/office/drawing/2014/main" id="{FBD650CC-7773-4358-CB66-C21F2C886801}"/>
                  </a:ext>
                </a:extLst>
              </p:cNvPr>
              <p:cNvSpPr txBox="1"/>
              <p:nvPr/>
            </p:nvSpPr>
            <p:spPr>
              <a:xfrm>
                <a:off x="1680559" y="2989350"/>
                <a:ext cx="304942" cy="121282"/>
              </a:xfrm>
              <a:prstGeom prst="rect">
                <a:avLst/>
              </a:prstGeom>
              <a:noFill/>
              <a:ln>
                <a:noFill/>
              </a:ln>
              <a:effectLst/>
            </p:spPr>
            <p:txBody>
              <a:bodyPr vertOverflow="overflow" horzOverflow="overflow" wrap="none" lIns="0" tIns="0" rIns="0" bIns="0" anchor="t" anchorCtr="0">
                <a:noAutofit/>
              </a:bodyPr>
              <a:lstStyle/>
              <a:p>
                <a:pPr marL="0" marR="0" indent="0" algn="ctr">
                  <a:spcBef>
                    <a:spcPts val="0"/>
                  </a:spcBef>
                  <a:spcAft>
                    <a:spcPts val="0"/>
                  </a:spcAft>
                  <a:buNone/>
                </a:pPr>
                <a:r>
                  <a:rPr lang="en-US" sz="400" b="1" i="0" baseline="0" dirty="0">
                    <a:solidFill>
                      <a:srgbClr val="367FB7"/>
                    </a:solidFill>
                    <a:latin typeface="Arial"/>
                    <a:ea typeface="Arial"/>
                    <a:cs typeface="Arial"/>
                  </a:rPr>
                  <a:t>U-Net</a:t>
                </a:r>
                <a:endParaRPr lang="en-US" sz="400"/>
              </a:p>
            </p:txBody>
          </p:sp>
        </p:grpSp>
        <p:grpSp>
          <p:nvGrpSpPr>
            <p:cNvPr id="292" name="Base voxel summary h_j^vox">
              <a:extLst>
                <a:ext uri="{FF2B5EF4-FFF2-40B4-BE49-F238E27FC236}">
                  <a16:creationId xmlns:a16="http://schemas.microsoft.com/office/drawing/2014/main" id="{28DC8127-588E-C2F3-D281-4C6DA608EB57}"/>
                </a:ext>
              </a:extLst>
            </p:cNvPr>
            <p:cNvGrpSpPr/>
            <p:nvPr/>
          </p:nvGrpSpPr>
          <p:grpSpPr>
            <a:xfrm>
              <a:off x="3212665" y="2191067"/>
              <a:ext cx="269760" cy="51084"/>
              <a:chOff x="2375055" y="3012345"/>
              <a:chExt cx="400770" cy="78840"/>
            </a:xfrm>
          </p:grpSpPr>
          <p:sp>
            <p:nvSpPr>
              <p:cNvPr id="293" name="feature_1">
                <a:extLst>
                  <a:ext uri="{FF2B5EF4-FFF2-40B4-BE49-F238E27FC236}">
                    <a16:creationId xmlns:a16="http://schemas.microsoft.com/office/drawing/2014/main" id="{453B4F01-CBE3-C61B-496B-E91B4BAE62A6}"/>
                  </a:ext>
                </a:extLst>
              </p:cNvPr>
              <p:cNvSpPr/>
              <p:nvPr/>
            </p:nvSpPr>
            <p:spPr>
              <a:xfrm>
                <a:off x="2375055" y="3012345"/>
                <a:ext cx="54437" cy="78840"/>
              </a:xfrm>
              <a:prstGeom prst="rect">
                <a:avLst/>
              </a:prstGeom>
              <a:solidFill>
                <a:srgbClr val="367FB7"/>
              </a:solidFill>
              <a:ln w="2103" cap="rnd" cmpd="sng" algn="ctr">
                <a:noFill/>
                <a:prstDash val="solid"/>
                <a:round/>
                <a:headEnd type="none" w="med" len="med"/>
                <a:tailEnd type="none" w="med" len="med"/>
              </a:ln>
              <a:effectLst/>
            </p:spPr>
          </p:sp>
          <p:sp>
            <p:nvSpPr>
              <p:cNvPr id="294" name="feature_2">
                <a:extLst>
                  <a:ext uri="{FF2B5EF4-FFF2-40B4-BE49-F238E27FC236}">
                    <a16:creationId xmlns:a16="http://schemas.microsoft.com/office/drawing/2014/main" id="{4DB75A89-6ABE-7C19-F8CA-BB2794FAC0F8}"/>
                  </a:ext>
                </a:extLst>
              </p:cNvPr>
              <p:cNvSpPr/>
              <p:nvPr/>
            </p:nvSpPr>
            <p:spPr>
              <a:xfrm>
                <a:off x="2432777" y="3012345"/>
                <a:ext cx="54437" cy="78840"/>
              </a:xfrm>
              <a:prstGeom prst="rect">
                <a:avLst/>
              </a:prstGeom>
              <a:solidFill>
                <a:srgbClr val="7EAED0"/>
              </a:solidFill>
              <a:ln w="2103" cap="rnd" cmpd="sng" algn="ctr">
                <a:noFill/>
                <a:prstDash val="solid"/>
                <a:round/>
                <a:headEnd type="none" w="med" len="med"/>
                <a:tailEnd type="none" w="med" len="med"/>
              </a:ln>
              <a:effectLst/>
            </p:spPr>
          </p:sp>
          <p:sp>
            <p:nvSpPr>
              <p:cNvPr id="295" name="feature_3">
                <a:extLst>
                  <a:ext uri="{FF2B5EF4-FFF2-40B4-BE49-F238E27FC236}">
                    <a16:creationId xmlns:a16="http://schemas.microsoft.com/office/drawing/2014/main" id="{5FA5AACE-3B3B-9D0D-F271-541283FE216F}"/>
                  </a:ext>
                </a:extLst>
              </p:cNvPr>
              <p:cNvSpPr/>
              <p:nvPr/>
            </p:nvSpPr>
            <p:spPr>
              <a:xfrm>
                <a:off x="2490499" y="3012345"/>
                <a:ext cx="54437" cy="78840"/>
              </a:xfrm>
              <a:prstGeom prst="rect">
                <a:avLst/>
              </a:prstGeom>
              <a:solidFill>
                <a:srgbClr val="BCD8E7"/>
              </a:solidFill>
              <a:ln w="2103" cap="rnd" cmpd="sng" algn="ctr">
                <a:noFill/>
                <a:prstDash val="solid"/>
                <a:round/>
                <a:headEnd type="none" w="med" len="med"/>
                <a:tailEnd type="none" w="med" len="med"/>
              </a:ln>
              <a:effectLst/>
            </p:spPr>
          </p:sp>
          <p:sp>
            <p:nvSpPr>
              <p:cNvPr id="296" name="feature_4">
                <a:extLst>
                  <a:ext uri="{FF2B5EF4-FFF2-40B4-BE49-F238E27FC236}">
                    <a16:creationId xmlns:a16="http://schemas.microsoft.com/office/drawing/2014/main" id="{629C8DBF-87C8-1764-E6BD-48BDDFF09C0F}"/>
                  </a:ext>
                </a:extLst>
              </p:cNvPr>
              <p:cNvSpPr/>
              <p:nvPr/>
            </p:nvSpPr>
            <p:spPr>
              <a:xfrm>
                <a:off x="2548221" y="3012345"/>
                <a:ext cx="54437" cy="78840"/>
              </a:xfrm>
              <a:prstGeom prst="rect">
                <a:avLst/>
              </a:prstGeom>
              <a:solidFill>
                <a:srgbClr val="88C3B4"/>
              </a:solidFill>
              <a:ln w="2103" cap="rnd" cmpd="sng" algn="ctr">
                <a:noFill/>
                <a:prstDash val="solid"/>
                <a:round/>
                <a:headEnd type="none" w="med" len="med"/>
                <a:tailEnd type="none" w="med" len="med"/>
              </a:ln>
              <a:effectLst/>
            </p:spPr>
          </p:sp>
          <p:sp>
            <p:nvSpPr>
              <p:cNvPr id="297" name="feature_5">
                <a:extLst>
                  <a:ext uri="{FF2B5EF4-FFF2-40B4-BE49-F238E27FC236}">
                    <a16:creationId xmlns:a16="http://schemas.microsoft.com/office/drawing/2014/main" id="{5573C2D4-9CED-C77C-3555-D03F54416591}"/>
                  </a:ext>
                </a:extLst>
              </p:cNvPr>
              <p:cNvSpPr/>
              <p:nvPr/>
            </p:nvSpPr>
            <p:spPr>
              <a:xfrm>
                <a:off x="2605944" y="3012345"/>
                <a:ext cx="54437" cy="78840"/>
              </a:xfrm>
              <a:prstGeom prst="rect">
                <a:avLst/>
              </a:prstGeom>
              <a:solidFill>
                <a:srgbClr val="238777"/>
              </a:solidFill>
              <a:ln w="2103" cap="rnd" cmpd="sng" algn="ctr">
                <a:noFill/>
                <a:prstDash val="solid"/>
                <a:round/>
                <a:headEnd type="none" w="med" len="med"/>
                <a:tailEnd type="none" w="med" len="med"/>
              </a:ln>
              <a:effectLst/>
            </p:spPr>
          </p:sp>
          <p:sp>
            <p:nvSpPr>
              <p:cNvPr id="298" name="feature_6">
                <a:extLst>
                  <a:ext uri="{FF2B5EF4-FFF2-40B4-BE49-F238E27FC236}">
                    <a16:creationId xmlns:a16="http://schemas.microsoft.com/office/drawing/2014/main" id="{212CA7CE-48A0-ADEA-5C92-18B82746E515}"/>
                  </a:ext>
                </a:extLst>
              </p:cNvPr>
              <p:cNvSpPr/>
              <p:nvPr/>
            </p:nvSpPr>
            <p:spPr>
              <a:xfrm>
                <a:off x="2663666" y="3012345"/>
                <a:ext cx="54437" cy="78840"/>
              </a:xfrm>
              <a:prstGeom prst="rect">
                <a:avLst/>
              </a:prstGeom>
              <a:solidFill>
                <a:srgbClr val="B1A4CC"/>
              </a:solidFill>
              <a:ln w="2103" cap="rnd" cmpd="sng" algn="ctr">
                <a:noFill/>
                <a:prstDash val="solid"/>
                <a:round/>
                <a:headEnd type="none" w="med" len="med"/>
                <a:tailEnd type="none" w="med" len="med"/>
              </a:ln>
              <a:effectLst/>
            </p:spPr>
          </p:sp>
          <p:sp>
            <p:nvSpPr>
              <p:cNvPr id="299" name="feature_7">
                <a:extLst>
                  <a:ext uri="{FF2B5EF4-FFF2-40B4-BE49-F238E27FC236}">
                    <a16:creationId xmlns:a16="http://schemas.microsoft.com/office/drawing/2014/main" id="{4E71EE6C-86CB-F369-2775-7FCC14C26089}"/>
                  </a:ext>
                </a:extLst>
              </p:cNvPr>
              <p:cNvSpPr/>
              <p:nvPr/>
            </p:nvSpPr>
            <p:spPr>
              <a:xfrm>
                <a:off x="2721388" y="3012345"/>
                <a:ext cx="54437" cy="78840"/>
              </a:xfrm>
              <a:prstGeom prst="rect">
                <a:avLst/>
              </a:prstGeom>
              <a:solidFill>
                <a:srgbClr val="D4CBE6"/>
              </a:solidFill>
              <a:ln w="2103" cap="rnd" cmpd="sng" algn="ctr">
                <a:noFill/>
                <a:prstDash val="solid"/>
                <a:round/>
                <a:headEnd type="none" w="med" len="med"/>
                <a:tailEnd type="none" w="med" len="med"/>
              </a:ln>
              <a:effectLst/>
            </p:spPr>
          </p:sp>
        </p:grpSp>
        <p:grpSp>
          <p:nvGrpSpPr>
            <p:cNvPr id="300" name="Local receptor pocket | atom environment">
              <a:extLst>
                <a:ext uri="{FF2B5EF4-FFF2-40B4-BE49-F238E27FC236}">
                  <a16:creationId xmlns:a16="http://schemas.microsoft.com/office/drawing/2014/main" id="{4890165B-A692-AB6F-2976-F0615EC93AA8}"/>
                </a:ext>
              </a:extLst>
            </p:cNvPr>
            <p:cNvGrpSpPr/>
            <p:nvPr/>
          </p:nvGrpSpPr>
          <p:grpSpPr>
            <a:xfrm>
              <a:off x="2340034" y="2577264"/>
              <a:ext cx="179840" cy="136906"/>
              <a:chOff x="1295748" y="3525328"/>
              <a:chExt cx="304113" cy="219890"/>
            </a:xfrm>
          </p:grpSpPr>
          <p:sp>
            <p:nvSpPr>
              <p:cNvPr id="301" name="ellipse_2517">
                <a:extLst>
                  <a:ext uri="{FF2B5EF4-FFF2-40B4-BE49-F238E27FC236}">
                    <a16:creationId xmlns:a16="http://schemas.microsoft.com/office/drawing/2014/main" id="{5AB9A354-B215-3EDF-7BFA-EE4AE0BECEFD}"/>
                  </a:ext>
                </a:extLst>
              </p:cNvPr>
              <p:cNvSpPr/>
              <p:nvPr/>
            </p:nvSpPr>
            <p:spPr>
              <a:xfrm>
                <a:off x="1343499" y="3569364"/>
                <a:ext cx="20494" cy="20494"/>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2" name="ellipse_2518">
                <a:extLst>
                  <a:ext uri="{FF2B5EF4-FFF2-40B4-BE49-F238E27FC236}">
                    <a16:creationId xmlns:a16="http://schemas.microsoft.com/office/drawing/2014/main" id="{9677F1C3-6089-4307-CC40-3350752C8468}"/>
                  </a:ext>
                </a:extLst>
              </p:cNvPr>
              <p:cNvSpPr/>
              <p:nvPr/>
            </p:nvSpPr>
            <p:spPr>
              <a:xfrm>
                <a:off x="1296724" y="3594466"/>
                <a:ext cx="19197" cy="19197"/>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03" name="ellipse_2519">
                <a:extLst>
                  <a:ext uri="{FF2B5EF4-FFF2-40B4-BE49-F238E27FC236}">
                    <a16:creationId xmlns:a16="http://schemas.microsoft.com/office/drawing/2014/main" id="{1B8B3594-7F84-C94D-DCBF-8B9CBA88F213}"/>
                  </a:ext>
                </a:extLst>
              </p:cNvPr>
              <p:cNvSpPr/>
              <p:nvPr/>
            </p:nvSpPr>
            <p:spPr>
              <a:xfrm>
                <a:off x="1438834" y="3720705"/>
                <a:ext cx="24513" cy="24513"/>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04" name="ellipse_2520">
                <a:extLst>
                  <a:ext uri="{FF2B5EF4-FFF2-40B4-BE49-F238E27FC236}">
                    <a16:creationId xmlns:a16="http://schemas.microsoft.com/office/drawing/2014/main" id="{7D1E9BF4-0445-209A-3AC8-9500BBCF7B55}"/>
                  </a:ext>
                </a:extLst>
              </p:cNvPr>
              <p:cNvSpPr/>
              <p:nvPr/>
            </p:nvSpPr>
            <p:spPr>
              <a:xfrm>
                <a:off x="1501618" y="3664422"/>
                <a:ext cx="25439" cy="2543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5" name="ellipse_2521">
                <a:extLst>
                  <a:ext uri="{FF2B5EF4-FFF2-40B4-BE49-F238E27FC236}">
                    <a16:creationId xmlns:a16="http://schemas.microsoft.com/office/drawing/2014/main" id="{9CCCA5C3-C535-A333-1BF3-D688E76B3E79}"/>
                  </a:ext>
                </a:extLst>
              </p:cNvPr>
              <p:cNvSpPr/>
              <p:nvPr/>
            </p:nvSpPr>
            <p:spPr>
              <a:xfrm>
                <a:off x="1321281" y="3628338"/>
                <a:ext cx="23115" cy="23115"/>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06" name="ellipse_2522">
                <a:extLst>
                  <a:ext uri="{FF2B5EF4-FFF2-40B4-BE49-F238E27FC236}">
                    <a16:creationId xmlns:a16="http://schemas.microsoft.com/office/drawing/2014/main" id="{68BEF63C-A80C-CE61-02E8-A85D73BB331D}"/>
                  </a:ext>
                </a:extLst>
              </p:cNvPr>
              <p:cNvSpPr/>
              <p:nvPr/>
            </p:nvSpPr>
            <p:spPr>
              <a:xfrm>
                <a:off x="1295748" y="3626085"/>
                <a:ext cx="19345" cy="19345"/>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07" name="ellipse_2523">
                <a:extLst>
                  <a:ext uri="{FF2B5EF4-FFF2-40B4-BE49-F238E27FC236}">
                    <a16:creationId xmlns:a16="http://schemas.microsoft.com/office/drawing/2014/main" id="{23C31A58-B5BF-B0BD-FD64-AC6A4EC8AF45}"/>
                  </a:ext>
                </a:extLst>
              </p:cNvPr>
              <p:cNvSpPr/>
              <p:nvPr/>
            </p:nvSpPr>
            <p:spPr>
              <a:xfrm>
                <a:off x="1338176" y="3604570"/>
                <a:ext cx="23202" cy="23202"/>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08" name="ellipse_2524">
                <a:extLst>
                  <a:ext uri="{FF2B5EF4-FFF2-40B4-BE49-F238E27FC236}">
                    <a16:creationId xmlns:a16="http://schemas.microsoft.com/office/drawing/2014/main" id="{5094DC8C-4ABE-D3E7-B3E4-AA20FAEF0AAB}"/>
                  </a:ext>
                </a:extLst>
              </p:cNvPr>
              <p:cNvSpPr/>
              <p:nvPr/>
            </p:nvSpPr>
            <p:spPr>
              <a:xfrm>
                <a:off x="1349937" y="3578135"/>
                <a:ext cx="25593" cy="25593"/>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09" name="ellipse_2525">
                <a:extLst>
                  <a:ext uri="{FF2B5EF4-FFF2-40B4-BE49-F238E27FC236}">
                    <a16:creationId xmlns:a16="http://schemas.microsoft.com/office/drawing/2014/main" id="{849ABD7C-774A-E050-2E5B-FD6B7BE4AE3C}"/>
                  </a:ext>
                </a:extLst>
              </p:cNvPr>
              <p:cNvSpPr/>
              <p:nvPr/>
            </p:nvSpPr>
            <p:spPr>
              <a:xfrm>
                <a:off x="1391990" y="3698653"/>
                <a:ext cx="18941" cy="18941"/>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10" name="ellipse_2526">
                <a:extLst>
                  <a:ext uri="{FF2B5EF4-FFF2-40B4-BE49-F238E27FC236}">
                    <a16:creationId xmlns:a16="http://schemas.microsoft.com/office/drawing/2014/main" id="{095BA61D-8F81-127F-E062-F9EB0409BABC}"/>
                  </a:ext>
                </a:extLst>
              </p:cNvPr>
              <p:cNvSpPr/>
              <p:nvPr/>
            </p:nvSpPr>
            <p:spPr>
              <a:xfrm>
                <a:off x="1335383" y="3592607"/>
                <a:ext cx="16783" cy="16783"/>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11" name="ellipse_2527">
                <a:extLst>
                  <a:ext uri="{FF2B5EF4-FFF2-40B4-BE49-F238E27FC236}">
                    <a16:creationId xmlns:a16="http://schemas.microsoft.com/office/drawing/2014/main" id="{54375CC0-A6C6-97D4-5DCF-BCD35E1DF197}"/>
                  </a:ext>
                </a:extLst>
              </p:cNvPr>
              <p:cNvSpPr/>
              <p:nvPr/>
            </p:nvSpPr>
            <p:spPr>
              <a:xfrm>
                <a:off x="1421016" y="3723168"/>
                <a:ext cx="20110" cy="20110"/>
              </a:xfrm>
              <a:prstGeom prst="ellipse">
                <a:avLst/>
              </a:prstGeom>
              <a:gradFill flip="none" rotWithShape="1">
                <a:gsLst>
                  <a:gs pos="0">
                    <a:srgbClr val="F6F7F9"/>
                  </a:gs>
                  <a:gs pos="43000">
                    <a:srgbClr val="D2DAE0"/>
                  </a:gs>
                  <a:gs pos="100000">
                    <a:srgbClr val="AAB6BF"/>
                  </a:gs>
                </a:gsLst>
                <a:lin ang="2700000" scaled="1"/>
                <a:tileRect/>
              </a:gradFill>
              <a:ln w="826" cap="rnd" cmpd="sng" algn="ctr">
                <a:noFill/>
                <a:prstDash val="solid"/>
                <a:round/>
                <a:headEnd type="none" w="med" len="med"/>
                <a:tailEnd type="none" w="med" len="med"/>
              </a:ln>
              <a:effectLst/>
            </p:spPr>
          </p:sp>
          <p:sp>
            <p:nvSpPr>
              <p:cNvPr id="312" name="ellipse_2528">
                <a:extLst>
                  <a:ext uri="{FF2B5EF4-FFF2-40B4-BE49-F238E27FC236}">
                    <a16:creationId xmlns:a16="http://schemas.microsoft.com/office/drawing/2014/main" id="{D024554C-8ED3-99FE-BB03-F1BE7F2A29EF}"/>
                  </a:ext>
                </a:extLst>
              </p:cNvPr>
              <p:cNvSpPr/>
              <p:nvPr/>
            </p:nvSpPr>
            <p:spPr>
              <a:xfrm>
                <a:off x="1366273" y="3564666"/>
                <a:ext cx="21791" cy="21791"/>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13" name="ellipse_2529">
                <a:extLst>
                  <a:ext uri="{FF2B5EF4-FFF2-40B4-BE49-F238E27FC236}">
                    <a16:creationId xmlns:a16="http://schemas.microsoft.com/office/drawing/2014/main" id="{C5A430AA-FC1E-5559-4C25-6D9A2DFD2044}"/>
                  </a:ext>
                </a:extLst>
              </p:cNvPr>
              <p:cNvSpPr/>
              <p:nvPr/>
            </p:nvSpPr>
            <p:spPr>
              <a:xfrm>
                <a:off x="1327790" y="3609446"/>
                <a:ext cx="20508" cy="20508"/>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4" name="ellipse_2530">
                <a:extLst>
                  <a:ext uri="{FF2B5EF4-FFF2-40B4-BE49-F238E27FC236}">
                    <a16:creationId xmlns:a16="http://schemas.microsoft.com/office/drawing/2014/main" id="{0DFAF9F3-47A7-BD89-8071-46631F033FE3}"/>
                  </a:ext>
                </a:extLst>
              </p:cNvPr>
              <p:cNvSpPr/>
              <p:nvPr/>
            </p:nvSpPr>
            <p:spPr>
              <a:xfrm>
                <a:off x="1408118" y="3688755"/>
                <a:ext cx="22554" cy="22554"/>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15" name="ellipse_2531">
                <a:extLst>
                  <a:ext uri="{FF2B5EF4-FFF2-40B4-BE49-F238E27FC236}">
                    <a16:creationId xmlns:a16="http://schemas.microsoft.com/office/drawing/2014/main" id="{883BB5E8-DD7D-725D-D4D9-69A15DDC89EC}"/>
                  </a:ext>
                </a:extLst>
              </p:cNvPr>
              <p:cNvSpPr/>
              <p:nvPr/>
            </p:nvSpPr>
            <p:spPr>
              <a:xfrm>
                <a:off x="1428373" y="3713303"/>
                <a:ext cx="24738" cy="24738"/>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16" name="ellipse_2532">
                <a:extLst>
                  <a:ext uri="{FF2B5EF4-FFF2-40B4-BE49-F238E27FC236}">
                    <a16:creationId xmlns:a16="http://schemas.microsoft.com/office/drawing/2014/main" id="{D785FFA9-423E-FE04-C4FB-0790808F6F0C}"/>
                  </a:ext>
                </a:extLst>
              </p:cNvPr>
              <p:cNvSpPr/>
              <p:nvPr/>
            </p:nvSpPr>
            <p:spPr>
              <a:xfrm>
                <a:off x="1547670" y="3653309"/>
                <a:ext cx="21842" cy="21842"/>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17" name="ellipse_2533">
                <a:extLst>
                  <a:ext uri="{FF2B5EF4-FFF2-40B4-BE49-F238E27FC236}">
                    <a16:creationId xmlns:a16="http://schemas.microsoft.com/office/drawing/2014/main" id="{7B0416A8-46A8-14B4-602A-FC5002AA0E1B}"/>
                  </a:ext>
                </a:extLst>
              </p:cNvPr>
              <p:cNvSpPr/>
              <p:nvPr/>
            </p:nvSpPr>
            <p:spPr>
              <a:xfrm>
                <a:off x="1517557" y="3700982"/>
                <a:ext cx="20964" cy="20964"/>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18" name="ellipse_2534">
                <a:extLst>
                  <a:ext uri="{FF2B5EF4-FFF2-40B4-BE49-F238E27FC236}">
                    <a16:creationId xmlns:a16="http://schemas.microsoft.com/office/drawing/2014/main" id="{4C3E21BE-59FD-C0B2-0ECF-1A2CDEB738E7}"/>
                  </a:ext>
                </a:extLst>
              </p:cNvPr>
              <p:cNvSpPr/>
              <p:nvPr/>
            </p:nvSpPr>
            <p:spPr>
              <a:xfrm>
                <a:off x="1535521" y="3630252"/>
                <a:ext cx="17917" cy="17917"/>
              </a:xfrm>
              <a:prstGeom prst="ellipse">
                <a:avLst/>
              </a:prstGeom>
              <a:gradFill flip="none" rotWithShape="1">
                <a:gsLst>
                  <a:gs pos="0">
                    <a:srgbClr val="F7F9FA"/>
                  </a:gs>
                  <a:gs pos="43000">
                    <a:srgbClr val="D9E0E5"/>
                  </a:gs>
                  <a:gs pos="100000">
                    <a:srgbClr val="B1BDC5"/>
                  </a:gs>
                </a:gsLst>
                <a:lin ang="2700000" scaled="1"/>
                <a:tileRect/>
              </a:gradFill>
              <a:ln w="826" cap="rnd" cmpd="sng" algn="ctr">
                <a:noFill/>
                <a:prstDash val="solid"/>
                <a:round/>
                <a:headEnd type="none" w="med" len="med"/>
                <a:tailEnd type="none" w="med" len="med"/>
              </a:ln>
              <a:effectLst/>
            </p:spPr>
          </p:sp>
          <p:sp>
            <p:nvSpPr>
              <p:cNvPr id="319" name="ellipse_2535">
                <a:extLst>
                  <a:ext uri="{FF2B5EF4-FFF2-40B4-BE49-F238E27FC236}">
                    <a16:creationId xmlns:a16="http://schemas.microsoft.com/office/drawing/2014/main" id="{FB0DF82F-1DB6-2CAD-F83D-E11EF8A1AC67}"/>
                  </a:ext>
                </a:extLst>
              </p:cNvPr>
              <p:cNvSpPr/>
              <p:nvPr/>
            </p:nvSpPr>
            <p:spPr>
              <a:xfrm>
                <a:off x="1344039" y="3678107"/>
                <a:ext cx="21719" cy="21719"/>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20" name="ellipse_2536">
                <a:extLst>
                  <a:ext uri="{FF2B5EF4-FFF2-40B4-BE49-F238E27FC236}">
                    <a16:creationId xmlns:a16="http://schemas.microsoft.com/office/drawing/2014/main" id="{7F364414-03DD-8731-F3E7-0CF992E0686A}"/>
                  </a:ext>
                </a:extLst>
              </p:cNvPr>
              <p:cNvSpPr/>
              <p:nvPr/>
            </p:nvSpPr>
            <p:spPr>
              <a:xfrm>
                <a:off x="1486134" y="3678415"/>
                <a:ext cx="22120" cy="221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1" name="ellipse_2537">
                <a:extLst>
                  <a:ext uri="{FF2B5EF4-FFF2-40B4-BE49-F238E27FC236}">
                    <a16:creationId xmlns:a16="http://schemas.microsoft.com/office/drawing/2014/main" id="{16FD03B5-7AD3-2E06-E816-DB8DC3DFDAF5}"/>
                  </a:ext>
                </a:extLst>
              </p:cNvPr>
              <p:cNvSpPr/>
              <p:nvPr/>
            </p:nvSpPr>
            <p:spPr>
              <a:xfrm>
                <a:off x="1538537" y="3597777"/>
                <a:ext cx="22828" cy="22828"/>
              </a:xfrm>
              <a:prstGeom prst="ellipse">
                <a:avLst/>
              </a:prstGeom>
              <a:gradFill flip="none" rotWithShape="1">
                <a:gsLst>
                  <a:gs pos="0">
                    <a:srgbClr val="F5F7F8"/>
                  </a:gs>
                  <a:gs pos="43000">
                    <a:srgbClr val="CFD7DE"/>
                  </a:gs>
                  <a:gs pos="100000">
                    <a:srgbClr val="A5B3BD"/>
                  </a:gs>
                </a:gsLst>
                <a:lin ang="2700000" scaled="1"/>
                <a:tileRect/>
              </a:gradFill>
              <a:ln w="826" cap="rnd" cmpd="sng" algn="ctr">
                <a:noFill/>
                <a:prstDash val="solid"/>
                <a:round/>
                <a:headEnd type="none" w="med" len="med"/>
                <a:tailEnd type="none" w="med" len="med"/>
              </a:ln>
              <a:effectLst/>
            </p:spPr>
          </p:sp>
          <p:sp>
            <p:nvSpPr>
              <p:cNvPr id="322" name="ellipse_2538">
                <a:extLst>
                  <a:ext uri="{FF2B5EF4-FFF2-40B4-BE49-F238E27FC236}">
                    <a16:creationId xmlns:a16="http://schemas.microsoft.com/office/drawing/2014/main" id="{319C342C-87AA-E215-5CD8-20B98AB23EB7}"/>
                  </a:ext>
                </a:extLst>
              </p:cNvPr>
              <p:cNvSpPr/>
              <p:nvPr/>
            </p:nvSpPr>
            <p:spPr>
              <a:xfrm>
                <a:off x="1401131" y="3720374"/>
                <a:ext cx="16876" cy="16876"/>
              </a:xfrm>
              <a:prstGeom prst="ellipse">
                <a:avLst/>
              </a:prstGeom>
              <a:gradFill flip="none" rotWithShape="1">
                <a:gsLst>
                  <a:gs pos="0">
                    <a:srgbClr val="F6F7F9"/>
                  </a:gs>
                  <a:gs pos="43000">
                    <a:srgbClr val="D2DAE0"/>
                  </a:gs>
                  <a:gs pos="100000">
                    <a:srgbClr val="A9B5BF"/>
                  </a:gs>
                </a:gsLst>
                <a:lin ang="2700000" scaled="1"/>
                <a:tileRect/>
              </a:gradFill>
              <a:ln w="826" cap="rnd" cmpd="sng" algn="ctr">
                <a:noFill/>
                <a:prstDash val="solid"/>
                <a:round/>
                <a:headEnd type="none" w="med" len="med"/>
                <a:tailEnd type="none" w="med" len="med"/>
              </a:ln>
              <a:effectLst/>
            </p:spPr>
          </p:sp>
          <p:sp>
            <p:nvSpPr>
              <p:cNvPr id="323" name="ellipse_2539">
                <a:extLst>
                  <a:ext uri="{FF2B5EF4-FFF2-40B4-BE49-F238E27FC236}">
                    <a16:creationId xmlns:a16="http://schemas.microsoft.com/office/drawing/2014/main" id="{27C42EE6-9973-285F-3BB4-5A173F147BA7}"/>
                  </a:ext>
                </a:extLst>
              </p:cNvPr>
              <p:cNvSpPr/>
              <p:nvPr/>
            </p:nvSpPr>
            <p:spPr>
              <a:xfrm>
                <a:off x="1525941" y="3593109"/>
                <a:ext cx="21620" cy="2162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24" name="ellipse_2540">
                <a:extLst>
                  <a:ext uri="{FF2B5EF4-FFF2-40B4-BE49-F238E27FC236}">
                    <a16:creationId xmlns:a16="http://schemas.microsoft.com/office/drawing/2014/main" id="{F5D40E47-247B-6CB7-116F-280D8389FDE5}"/>
                  </a:ext>
                </a:extLst>
              </p:cNvPr>
              <p:cNvSpPr/>
              <p:nvPr/>
            </p:nvSpPr>
            <p:spPr>
              <a:xfrm>
                <a:off x="1462052" y="3689103"/>
                <a:ext cx="24723" cy="24723"/>
              </a:xfrm>
              <a:prstGeom prst="ellipse">
                <a:avLst/>
              </a:prstGeom>
              <a:gradFill flip="none" rotWithShape="1">
                <a:gsLst>
                  <a:gs pos="0">
                    <a:srgbClr val="F5F6F8"/>
                  </a:gs>
                  <a:gs pos="43000">
                    <a:srgbClr val="CDD6DC"/>
                  </a:gs>
                  <a:gs pos="100000">
                    <a:srgbClr val="A4B1BB"/>
                  </a:gs>
                </a:gsLst>
                <a:lin ang="2700000" scaled="1"/>
                <a:tileRect/>
              </a:gradFill>
              <a:ln w="826" cap="rnd" cmpd="sng" algn="ctr">
                <a:noFill/>
                <a:prstDash val="solid"/>
                <a:round/>
                <a:headEnd type="none" w="med" len="med"/>
                <a:tailEnd type="none" w="med" len="med"/>
              </a:ln>
              <a:effectLst/>
            </p:spPr>
          </p:sp>
          <p:sp>
            <p:nvSpPr>
              <p:cNvPr id="325" name="ellipse_2541">
                <a:extLst>
                  <a:ext uri="{FF2B5EF4-FFF2-40B4-BE49-F238E27FC236}">
                    <a16:creationId xmlns:a16="http://schemas.microsoft.com/office/drawing/2014/main" id="{1EB4F816-0647-D617-6171-D411934F5AE5}"/>
                  </a:ext>
                </a:extLst>
              </p:cNvPr>
              <p:cNvSpPr/>
              <p:nvPr/>
            </p:nvSpPr>
            <p:spPr>
              <a:xfrm>
                <a:off x="1338003" y="3621442"/>
                <a:ext cx="17209" cy="17209"/>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26" name="ellipse_2542">
                <a:extLst>
                  <a:ext uri="{FF2B5EF4-FFF2-40B4-BE49-F238E27FC236}">
                    <a16:creationId xmlns:a16="http://schemas.microsoft.com/office/drawing/2014/main" id="{946EE4F1-B9AE-9DF3-F09A-322BB1ABF3BA}"/>
                  </a:ext>
                </a:extLst>
              </p:cNvPr>
              <p:cNvSpPr/>
              <p:nvPr/>
            </p:nvSpPr>
            <p:spPr>
              <a:xfrm>
                <a:off x="1436611" y="3687896"/>
                <a:ext cx="16365" cy="1636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27" name="ellipse_2543">
                <a:extLst>
                  <a:ext uri="{FF2B5EF4-FFF2-40B4-BE49-F238E27FC236}">
                    <a16:creationId xmlns:a16="http://schemas.microsoft.com/office/drawing/2014/main" id="{7AC7E3E3-4FA7-42CB-D655-F4FE60222F4B}"/>
                  </a:ext>
                </a:extLst>
              </p:cNvPr>
              <p:cNvSpPr/>
              <p:nvPr/>
            </p:nvSpPr>
            <p:spPr>
              <a:xfrm>
                <a:off x="1387354" y="3566640"/>
                <a:ext cx="17190" cy="17190"/>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28" name="ellipse_2544">
                <a:extLst>
                  <a:ext uri="{FF2B5EF4-FFF2-40B4-BE49-F238E27FC236}">
                    <a16:creationId xmlns:a16="http://schemas.microsoft.com/office/drawing/2014/main" id="{463C3517-A95E-D51B-C9A5-7E8B5AC12E57}"/>
                  </a:ext>
                </a:extLst>
              </p:cNvPr>
              <p:cNvSpPr/>
              <p:nvPr/>
            </p:nvSpPr>
            <p:spPr>
              <a:xfrm>
                <a:off x="1453977" y="3540995"/>
                <a:ext cx="18775" cy="1877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29" name="ellipse_2545">
                <a:extLst>
                  <a:ext uri="{FF2B5EF4-FFF2-40B4-BE49-F238E27FC236}">
                    <a16:creationId xmlns:a16="http://schemas.microsoft.com/office/drawing/2014/main" id="{04F85B43-DC9A-BD4A-A924-2A76F4F82AC0}"/>
                  </a:ext>
                </a:extLst>
              </p:cNvPr>
              <p:cNvSpPr/>
              <p:nvPr/>
            </p:nvSpPr>
            <p:spPr>
              <a:xfrm>
                <a:off x="1487168" y="3548389"/>
                <a:ext cx="16148" cy="16148"/>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sp>
            <p:nvSpPr>
              <p:cNvPr id="330" name="ellipse_2546">
                <a:extLst>
                  <a:ext uri="{FF2B5EF4-FFF2-40B4-BE49-F238E27FC236}">
                    <a16:creationId xmlns:a16="http://schemas.microsoft.com/office/drawing/2014/main" id="{3D5DA356-E38A-3640-A6BD-216A9CCD6056}"/>
                  </a:ext>
                </a:extLst>
              </p:cNvPr>
              <p:cNvSpPr/>
              <p:nvPr/>
            </p:nvSpPr>
            <p:spPr>
              <a:xfrm>
                <a:off x="1536436" y="3643342"/>
                <a:ext cx="21862" cy="21862"/>
              </a:xfrm>
              <a:prstGeom prst="ellipse">
                <a:avLst/>
              </a:prstGeom>
              <a:gradFill flip="none" rotWithShape="1">
                <a:gsLst>
                  <a:gs pos="0">
                    <a:srgbClr val="F5F7F8"/>
                  </a:gs>
                  <a:gs pos="43000">
                    <a:srgbClr val="D0D8DF"/>
                  </a:gs>
                  <a:gs pos="100000">
                    <a:srgbClr val="A7B3BD"/>
                  </a:gs>
                </a:gsLst>
                <a:lin ang="2700000" scaled="1"/>
                <a:tileRect/>
              </a:gradFill>
              <a:ln w="826" cap="rnd" cmpd="sng" algn="ctr">
                <a:noFill/>
                <a:prstDash val="solid"/>
                <a:round/>
                <a:headEnd type="none" w="med" len="med"/>
                <a:tailEnd type="none" w="med" len="med"/>
              </a:ln>
              <a:effectLst/>
            </p:spPr>
          </p:sp>
          <p:sp>
            <p:nvSpPr>
              <p:cNvPr id="331" name="ellipse_2547">
                <a:extLst>
                  <a:ext uri="{FF2B5EF4-FFF2-40B4-BE49-F238E27FC236}">
                    <a16:creationId xmlns:a16="http://schemas.microsoft.com/office/drawing/2014/main" id="{FB6B99CE-FC14-EDD7-DFE4-AFD9E4BAB7CD}"/>
                  </a:ext>
                </a:extLst>
              </p:cNvPr>
              <p:cNvSpPr/>
              <p:nvPr/>
            </p:nvSpPr>
            <p:spPr>
              <a:xfrm>
                <a:off x="1542031" y="3603619"/>
                <a:ext cx="25264" cy="25264"/>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32" name="ellipse_2548">
                <a:extLst>
                  <a:ext uri="{FF2B5EF4-FFF2-40B4-BE49-F238E27FC236}">
                    <a16:creationId xmlns:a16="http://schemas.microsoft.com/office/drawing/2014/main" id="{8868EF83-A53B-349C-9FCC-5146D97C3A3B}"/>
                  </a:ext>
                </a:extLst>
              </p:cNvPr>
              <p:cNvSpPr/>
              <p:nvPr/>
            </p:nvSpPr>
            <p:spPr>
              <a:xfrm>
                <a:off x="1434762" y="3711046"/>
                <a:ext cx="16788" cy="16788"/>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33" name="ellipse_2549">
                <a:extLst>
                  <a:ext uri="{FF2B5EF4-FFF2-40B4-BE49-F238E27FC236}">
                    <a16:creationId xmlns:a16="http://schemas.microsoft.com/office/drawing/2014/main" id="{7594C95B-348D-B7CD-6AD0-384852721750}"/>
                  </a:ext>
                </a:extLst>
              </p:cNvPr>
              <p:cNvSpPr/>
              <p:nvPr/>
            </p:nvSpPr>
            <p:spPr>
              <a:xfrm>
                <a:off x="1543438" y="3672057"/>
                <a:ext cx="23717" cy="23717"/>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34" name="ellipse_2550">
                <a:extLst>
                  <a:ext uri="{FF2B5EF4-FFF2-40B4-BE49-F238E27FC236}">
                    <a16:creationId xmlns:a16="http://schemas.microsoft.com/office/drawing/2014/main" id="{62616016-A45E-8644-08BC-0629A2D01B7C}"/>
                  </a:ext>
                </a:extLst>
              </p:cNvPr>
              <p:cNvSpPr/>
              <p:nvPr/>
            </p:nvSpPr>
            <p:spPr>
              <a:xfrm>
                <a:off x="1529817" y="3654293"/>
                <a:ext cx="15593" cy="15593"/>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35" name="ellipse_2551">
                <a:extLst>
                  <a:ext uri="{FF2B5EF4-FFF2-40B4-BE49-F238E27FC236}">
                    <a16:creationId xmlns:a16="http://schemas.microsoft.com/office/drawing/2014/main" id="{24C76BDC-34F5-D3B9-E0FC-1DD5CD243015}"/>
                  </a:ext>
                </a:extLst>
              </p:cNvPr>
              <p:cNvSpPr/>
              <p:nvPr/>
            </p:nvSpPr>
            <p:spPr>
              <a:xfrm>
                <a:off x="1550063" y="3626271"/>
                <a:ext cx="18725" cy="18725"/>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36" name="ellipse_2552">
                <a:extLst>
                  <a:ext uri="{FF2B5EF4-FFF2-40B4-BE49-F238E27FC236}">
                    <a16:creationId xmlns:a16="http://schemas.microsoft.com/office/drawing/2014/main" id="{89406954-0357-DABF-D257-21052610237A}"/>
                  </a:ext>
                </a:extLst>
              </p:cNvPr>
              <p:cNvSpPr/>
              <p:nvPr/>
            </p:nvSpPr>
            <p:spPr>
              <a:xfrm>
                <a:off x="1395088" y="3533435"/>
                <a:ext cx="15948" cy="1594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37" name="ellipse_2553">
                <a:extLst>
                  <a:ext uri="{FF2B5EF4-FFF2-40B4-BE49-F238E27FC236}">
                    <a16:creationId xmlns:a16="http://schemas.microsoft.com/office/drawing/2014/main" id="{101FB40A-98C7-DFAA-B97E-AD1A483A2493}"/>
                  </a:ext>
                </a:extLst>
              </p:cNvPr>
              <p:cNvSpPr/>
              <p:nvPr/>
            </p:nvSpPr>
            <p:spPr>
              <a:xfrm>
                <a:off x="1313742" y="3573420"/>
                <a:ext cx="15496" cy="15496"/>
              </a:xfrm>
              <a:prstGeom prst="ellipse">
                <a:avLst/>
              </a:prstGeom>
              <a:gradFill flip="none" rotWithShape="1">
                <a:gsLst>
                  <a:gs pos="0">
                    <a:srgbClr val="F6F8F9"/>
                  </a:gs>
                  <a:gs pos="43000">
                    <a:srgbClr val="D5DCE3"/>
                  </a:gs>
                  <a:gs pos="100000">
                    <a:srgbClr val="ADB8C2"/>
                  </a:gs>
                </a:gsLst>
                <a:lin ang="2700000" scaled="1"/>
                <a:tileRect/>
              </a:gradFill>
              <a:ln w="826" cap="rnd" cmpd="sng" algn="ctr">
                <a:noFill/>
                <a:prstDash val="solid"/>
                <a:round/>
                <a:headEnd type="none" w="med" len="med"/>
                <a:tailEnd type="none" w="med" len="med"/>
              </a:ln>
              <a:effectLst/>
            </p:spPr>
          </p:sp>
          <p:sp>
            <p:nvSpPr>
              <p:cNvPr id="338" name="ellipse_2554">
                <a:extLst>
                  <a:ext uri="{FF2B5EF4-FFF2-40B4-BE49-F238E27FC236}">
                    <a16:creationId xmlns:a16="http://schemas.microsoft.com/office/drawing/2014/main" id="{FC9C5030-A50E-C2D2-6504-FDEE0DFA0581}"/>
                  </a:ext>
                </a:extLst>
              </p:cNvPr>
              <p:cNvSpPr/>
              <p:nvPr/>
            </p:nvSpPr>
            <p:spPr>
              <a:xfrm>
                <a:off x="1329291" y="3672157"/>
                <a:ext cx="23375" cy="23375"/>
              </a:xfrm>
              <a:prstGeom prst="ellipse">
                <a:avLst/>
              </a:prstGeom>
              <a:gradFill flip="none" rotWithShape="1">
                <a:gsLst>
                  <a:gs pos="0">
                    <a:srgbClr val="F7F9FA"/>
                  </a:gs>
                  <a:gs pos="43000">
                    <a:srgbClr val="DAE0E6"/>
                  </a:gs>
                  <a:gs pos="100000">
                    <a:srgbClr val="B2BDC6"/>
                  </a:gs>
                </a:gsLst>
                <a:lin ang="2700000" scaled="1"/>
                <a:tileRect/>
              </a:gradFill>
              <a:ln w="826" cap="rnd" cmpd="sng" algn="ctr">
                <a:noFill/>
                <a:prstDash val="solid"/>
                <a:round/>
                <a:headEnd type="none" w="med" len="med"/>
                <a:tailEnd type="none" w="med" len="med"/>
              </a:ln>
              <a:effectLst/>
            </p:spPr>
          </p:sp>
          <p:sp>
            <p:nvSpPr>
              <p:cNvPr id="339" name="ellipse_2555">
                <a:extLst>
                  <a:ext uri="{FF2B5EF4-FFF2-40B4-BE49-F238E27FC236}">
                    <a16:creationId xmlns:a16="http://schemas.microsoft.com/office/drawing/2014/main" id="{C9485613-FDAF-671A-52F4-9799F2D2EEBD}"/>
                  </a:ext>
                </a:extLst>
              </p:cNvPr>
              <p:cNvSpPr/>
              <p:nvPr/>
            </p:nvSpPr>
            <p:spPr>
              <a:xfrm>
                <a:off x="1307786" y="3621846"/>
                <a:ext cx="22071" cy="22071"/>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40" name="ellipse_2556">
                <a:extLst>
                  <a:ext uri="{FF2B5EF4-FFF2-40B4-BE49-F238E27FC236}">
                    <a16:creationId xmlns:a16="http://schemas.microsoft.com/office/drawing/2014/main" id="{A97D7B03-8D8E-96D6-BD28-F477EA56D03A}"/>
                  </a:ext>
                </a:extLst>
              </p:cNvPr>
              <p:cNvSpPr/>
              <p:nvPr/>
            </p:nvSpPr>
            <p:spPr>
              <a:xfrm>
                <a:off x="1584475" y="3627694"/>
                <a:ext cx="15386" cy="1538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41" name="ellipse_2557">
                <a:extLst>
                  <a:ext uri="{FF2B5EF4-FFF2-40B4-BE49-F238E27FC236}">
                    <a16:creationId xmlns:a16="http://schemas.microsoft.com/office/drawing/2014/main" id="{FCE65566-E661-7F5E-0E83-6DFB5EB32576}"/>
                  </a:ext>
                </a:extLst>
              </p:cNvPr>
              <p:cNvSpPr/>
              <p:nvPr/>
            </p:nvSpPr>
            <p:spPr>
              <a:xfrm>
                <a:off x="1453895" y="3558216"/>
                <a:ext cx="24625" cy="24625"/>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42" name="ellipse_2558">
                <a:extLst>
                  <a:ext uri="{FF2B5EF4-FFF2-40B4-BE49-F238E27FC236}">
                    <a16:creationId xmlns:a16="http://schemas.microsoft.com/office/drawing/2014/main" id="{AD03D06D-6FEC-9D40-149D-3B5654162ED4}"/>
                  </a:ext>
                </a:extLst>
              </p:cNvPr>
              <p:cNvSpPr/>
              <p:nvPr/>
            </p:nvSpPr>
            <p:spPr>
              <a:xfrm>
                <a:off x="1514397" y="3669171"/>
                <a:ext cx="15296" cy="15296"/>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43" name="ellipse_2559">
                <a:extLst>
                  <a:ext uri="{FF2B5EF4-FFF2-40B4-BE49-F238E27FC236}">
                    <a16:creationId xmlns:a16="http://schemas.microsoft.com/office/drawing/2014/main" id="{270FE031-9417-EAB9-6822-A06FED6985F5}"/>
                  </a:ext>
                </a:extLst>
              </p:cNvPr>
              <p:cNvSpPr/>
              <p:nvPr/>
            </p:nvSpPr>
            <p:spPr>
              <a:xfrm>
                <a:off x="1502877" y="3686988"/>
                <a:ext cx="19310" cy="1931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44" name="ellipse_2560">
                <a:extLst>
                  <a:ext uri="{FF2B5EF4-FFF2-40B4-BE49-F238E27FC236}">
                    <a16:creationId xmlns:a16="http://schemas.microsoft.com/office/drawing/2014/main" id="{18C238AD-7716-3FF6-2269-44CCDB1D43DA}"/>
                  </a:ext>
                </a:extLst>
              </p:cNvPr>
              <p:cNvSpPr/>
              <p:nvPr/>
            </p:nvSpPr>
            <p:spPr>
              <a:xfrm>
                <a:off x="1507745" y="3695631"/>
                <a:ext cx="15466" cy="15466"/>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45" name="ellipse_2561">
                <a:extLst>
                  <a:ext uri="{FF2B5EF4-FFF2-40B4-BE49-F238E27FC236}">
                    <a16:creationId xmlns:a16="http://schemas.microsoft.com/office/drawing/2014/main" id="{9405A538-874A-4105-8647-750D5CF44478}"/>
                  </a:ext>
                </a:extLst>
              </p:cNvPr>
              <p:cNvSpPr/>
              <p:nvPr/>
            </p:nvSpPr>
            <p:spPr>
              <a:xfrm>
                <a:off x="1432818" y="3538051"/>
                <a:ext cx="19094" cy="19094"/>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46" name="ellipse_2562">
                <a:extLst>
                  <a:ext uri="{FF2B5EF4-FFF2-40B4-BE49-F238E27FC236}">
                    <a16:creationId xmlns:a16="http://schemas.microsoft.com/office/drawing/2014/main" id="{AB6DD45A-394C-226C-4203-02069C65ABE9}"/>
                  </a:ext>
                </a:extLst>
              </p:cNvPr>
              <p:cNvSpPr/>
              <p:nvPr/>
            </p:nvSpPr>
            <p:spPr>
              <a:xfrm>
                <a:off x="1511410" y="3670510"/>
                <a:ext cx="18124" cy="18124"/>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47" name="ellipse_2563">
                <a:extLst>
                  <a:ext uri="{FF2B5EF4-FFF2-40B4-BE49-F238E27FC236}">
                    <a16:creationId xmlns:a16="http://schemas.microsoft.com/office/drawing/2014/main" id="{85D2B242-5E55-4BE1-C171-948A2B78EA51}"/>
                  </a:ext>
                </a:extLst>
              </p:cNvPr>
              <p:cNvSpPr/>
              <p:nvPr/>
            </p:nvSpPr>
            <p:spPr>
              <a:xfrm>
                <a:off x="1465959" y="3697582"/>
                <a:ext cx="20714" cy="20714"/>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48" name="ellipse_2564">
                <a:extLst>
                  <a:ext uri="{FF2B5EF4-FFF2-40B4-BE49-F238E27FC236}">
                    <a16:creationId xmlns:a16="http://schemas.microsoft.com/office/drawing/2014/main" id="{BB9FAB09-37CB-08B1-F690-3D09C0B07D21}"/>
                  </a:ext>
                </a:extLst>
              </p:cNvPr>
              <p:cNvSpPr/>
              <p:nvPr/>
            </p:nvSpPr>
            <p:spPr>
              <a:xfrm>
                <a:off x="1421039" y="3688264"/>
                <a:ext cx="20580" cy="20580"/>
              </a:xfrm>
              <a:prstGeom prst="ellipse">
                <a:avLst/>
              </a:prstGeom>
              <a:gradFill flip="none" rotWithShape="1">
                <a:gsLst>
                  <a:gs pos="0">
                    <a:srgbClr val="F6F8F9"/>
                  </a:gs>
                  <a:gs pos="43000">
                    <a:srgbClr val="D5DCE2"/>
                  </a:gs>
                  <a:gs pos="100000">
                    <a:srgbClr val="ADB8C2"/>
                  </a:gs>
                </a:gsLst>
                <a:lin ang="2700000" scaled="1"/>
                <a:tileRect/>
              </a:gradFill>
              <a:ln w="826" cap="rnd" cmpd="sng" algn="ctr">
                <a:noFill/>
                <a:prstDash val="solid"/>
                <a:round/>
                <a:headEnd type="none" w="med" len="med"/>
                <a:tailEnd type="none" w="med" len="med"/>
              </a:ln>
              <a:effectLst/>
            </p:spPr>
          </p:sp>
          <p:sp>
            <p:nvSpPr>
              <p:cNvPr id="349" name="ellipse_2565">
                <a:extLst>
                  <a:ext uri="{FF2B5EF4-FFF2-40B4-BE49-F238E27FC236}">
                    <a16:creationId xmlns:a16="http://schemas.microsoft.com/office/drawing/2014/main" id="{007E50C1-DCB7-4106-A139-F5F340532AF8}"/>
                  </a:ext>
                </a:extLst>
              </p:cNvPr>
              <p:cNvSpPr/>
              <p:nvPr/>
            </p:nvSpPr>
            <p:spPr>
              <a:xfrm>
                <a:off x="1317547" y="3643031"/>
                <a:ext cx="24656" cy="24656"/>
              </a:xfrm>
              <a:prstGeom prst="ellipse">
                <a:avLst/>
              </a:prstGeom>
              <a:gradFill flip="none" rotWithShape="1">
                <a:gsLst>
                  <a:gs pos="0">
                    <a:srgbClr val="F6F7F8"/>
                  </a:gs>
                  <a:gs pos="43000">
                    <a:srgbClr val="D2DADF"/>
                  </a:gs>
                  <a:gs pos="100000">
                    <a:srgbClr val="A9B5BE"/>
                  </a:gs>
                </a:gsLst>
                <a:lin ang="2700000" scaled="1"/>
                <a:tileRect/>
              </a:gradFill>
              <a:ln w="826" cap="rnd" cmpd="sng" algn="ctr">
                <a:noFill/>
                <a:prstDash val="solid"/>
                <a:round/>
                <a:headEnd type="none" w="med" len="med"/>
                <a:tailEnd type="none" w="med" len="med"/>
              </a:ln>
              <a:effectLst/>
            </p:spPr>
          </p:sp>
          <p:sp>
            <p:nvSpPr>
              <p:cNvPr id="350" name="ellipse_2566">
                <a:extLst>
                  <a:ext uri="{FF2B5EF4-FFF2-40B4-BE49-F238E27FC236}">
                    <a16:creationId xmlns:a16="http://schemas.microsoft.com/office/drawing/2014/main" id="{F821AC24-AA97-7151-D36D-167AB45E476D}"/>
                  </a:ext>
                </a:extLst>
              </p:cNvPr>
              <p:cNvSpPr/>
              <p:nvPr/>
            </p:nvSpPr>
            <p:spPr>
              <a:xfrm>
                <a:off x="1490146" y="3564893"/>
                <a:ext cx="23114" cy="23114"/>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51" name="ellipse_2567">
                <a:extLst>
                  <a:ext uri="{FF2B5EF4-FFF2-40B4-BE49-F238E27FC236}">
                    <a16:creationId xmlns:a16="http://schemas.microsoft.com/office/drawing/2014/main" id="{14DCD964-0AEB-D486-4DB4-AB2A4E56E82F}"/>
                  </a:ext>
                </a:extLst>
              </p:cNvPr>
              <p:cNvSpPr/>
              <p:nvPr/>
            </p:nvSpPr>
            <p:spPr>
              <a:xfrm>
                <a:off x="1318021" y="3588334"/>
                <a:ext cx="19866" cy="19866"/>
              </a:xfrm>
              <a:prstGeom prst="ellipse">
                <a:avLst/>
              </a:prstGeom>
              <a:gradFill flip="none" rotWithShape="1">
                <a:gsLst>
                  <a:gs pos="0">
                    <a:srgbClr val="F4F6F8"/>
                  </a:gs>
                  <a:gs pos="43000">
                    <a:srgbClr val="CDD5DC"/>
                  </a:gs>
                  <a:gs pos="100000">
                    <a:srgbClr val="A3B0BA"/>
                  </a:gs>
                </a:gsLst>
                <a:lin ang="2700000" scaled="1"/>
                <a:tileRect/>
              </a:gradFill>
              <a:ln w="826" cap="rnd" cmpd="sng" algn="ctr">
                <a:noFill/>
                <a:prstDash val="solid"/>
                <a:round/>
                <a:headEnd type="none" w="med" len="med"/>
                <a:tailEnd type="none" w="med" len="med"/>
              </a:ln>
              <a:effectLst/>
            </p:spPr>
          </p:sp>
          <p:sp>
            <p:nvSpPr>
              <p:cNvPr id="352" name="ellipse_2568">
                <a:extLst>
                  <a:ext uri="{FF2B5EF4-FFF2-40B4-BE49-F238E27FC236}">
                    <a16:creationId xmlns:a16="http://schemas.microsoft.com/office/drawing/2014/main" id="{20EB1A75-F5A8-2A3D-0D0F-122CB2AEC2EF}"/>
                  </a:ext>
                </a:extLst>
              </p:cNvPr>
              <p:cNvSpPr/>
              <p:nvPr/>
            </p:nvSpPr>
            <p:spPr>
              <a:xfrm>
                <a:off x="1478242" y="3571021"/>
                <a:ext cx="21106" cy="21106"/>
              </a:xfrm>
              <a:prstGeom prst="ellipse">
                <a:avLst/>
              </a:prstGeom>
              <a:gradFill flip="none" rotWithShape="1">
                <a:gsLst>
                  <a:gs pos="0">
                    <a:srgbClr val="F5F7F8"/>
                  </a:gs>
                  <a:gs pos="43000">
                    <a:srgbClr val="D0D8DF"/>
                  </a:gs>
                  <a:gs pos="100000">
                    <a:srgbClr val="A7B3BE"/>
                  </a:gs>
                </a:gsLst>
                <a:lin ang="2700000" scaled="1"/>
                <a:tileRect/>
              </a:gradFill>
              <a:ln w="826" cap="rnd" cmpd="sng" algn="ctr">
                <a:noFill/>
                <a:prstDash val="solid"/>
                <a:round/>
                <a:headEnd type="none" w="med" len="med"/>
                <a:tailEnd type="none" w="med" len="med"/>
              </a:ln>
              <a:effectLst/>
            </p:spPr>
          </p:sp>
          <p:sp>
            <p:nvSpPr>
              <p:cNvPr id="353" name="ellipse_2569">
                <a:extLst>
                  <a:ext uri="{FF2B5EF4-FFF2-40B4-BE49-F238E27FC236}">
                    <a16:creationId xmlns:a16="http://schemas.microsoft.com/office/drawing/2014/main" id="{754B837D-1845-6C6C-1F5E-F809D73EE589}"/>
                  </a:ext>
                </a:extLst>
              </p:cNvPr>
              <p:cNvSpPr/>
              <p:nvPr/>
            </p:nvSpPr>
            <p:spPr>
              <a:xfrm>
                <a:off x="1317612" y="3652314"/>
                <a:ext cx="17900" cy="17900"/>
              </a:xfrm>
              <a:prstGeom prst="ellipse">
                <a:avLst/>
              </a:prstGeom>
              <a:gradFill flip="none" rotWithShape="1">
                <a:gsLst>
                  <a:gs pos="0">
                    <a:srgbClr val="F5F7F8"/>
                  </a:gs>
                  <a:gs pos="43000">
                    <a:srgbClr val="CED7DD"/>
                  </a:gs>
                  <a:gs pos="100000">
                    <a:srgbClr val="A5B2BC"/>
                  </a:gs>
                </a:gsLst>
                <a:lin ang="2700000" scaled="1"/>
                <a:tileRect/>
              </a:gradFill>
              <a:ln w="826" cap="rnd" cmpd="sng" algn="ctr">
                <a:noFill/>
                <a:prstDash val="solid"/>
                <a:round/>
                <a:headEnd type="none" w="med" len="med"/>
                <a:tailEnd type="none" w="med" len="med"/>
              </a:ln>
              <a:effectLst/>
            </p:spPr>
          </p:sp>
          <p:sp>
            <p:nvSpPr>
              <p:cNvPr id="354" name="ellipse_2570">
                <a:extLst>
                  <a:ext uri="{FF2B5EF4-FFF2-40B4-BE49-F238E27FC236}">
                    <a16:creationId xmlns:a16="http://schemas.microsoft.com/office/drawing/2014/main" id="{C324DF67-2F67-0B86-EF54-4990C5E3E8CD}"/>
                  </a:ext>
                </a:extLst>
              </p:cNvPr>
              <p:cNvSpPr/>
              <p:nvPr/>
            </p:nvSpPr>
            <p:spPr>
              <a:xfrm>
                <a:off x="1437620" y="3709822"/>
                <a:ext cx="15418" cy="1541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5" name="ellipse_2571">
                <a:extLst>
                  <a:ext uri="{FF2B5EF4-FFF2-40B4-BE49-F238E27FC236}">
                    <a16:creationId xmlns:a16="http://schemas.microsoft.com/office/drawing/2014/main" id="{4C577383-0E75-CDBD-D89B-151A381E4BC6}"/>
                  </a:ext>
                </a:extLst>
              </p:cNvPr>
              <p:cNvSpPr/>
              <p:nvPr/>
            </p:nvSpPr>
            <p:spPr>
              <a:xfrm>
                <a:off x="1482151" y="3682518"/>
                <a:ext cx="16703" cy="16703"/>
              </a:xfrm>
              <a:prstGeom prst="ellipse">
                <a:avLst/>
              </a:prstGeom>
              <a:gradFill flip="none" rotWithShape="1">
                <a:gsLst>
                  <a:gs pos="0">
                    <a:srgbClr val="F7F9FA"/>
                  </a:gs>
                  <a:gs pos="43000">
                    <a:srgbClr val="DAE0E5"/>
                  </a:gs>
                  <a:gs pos="100000">
                    <a:srgbClr val="B2BDC5"/>
                  </a:gs>
                </a:gsLst>
                <a:lin ang="2700000" scaled="1"/>
                <a:tileRect/>
              </a:gradFill>
              <a:ln w="826" cap="rnd" cmpd="sng" algn="ctr">
                <a:noFill/>
                <a:prstDash val="solid"/>
                <a:round/>
                <a:headEnd type="none" w="med" len="med"/>
                <a:tailEnd type="none" w="med" len="med"/>
              </a:ln>
              <a:effectLst/>
            </p:spPr>
          </p:sp>
          <p:sp>
            <p:nvSpPr>
              <p:cNvPr id="356" name="ellipse_2572">
                <a:extLst>
                  <a:ext uri="{FF2B5EF4-FFF2-40B4-BE49-F238E27FC236}">
                    <a16:creationId xmlns:a16="http://schemas.microsoft.com/office/drawing/2014/main" id="{5102E4EF-E168-7012-9066-AB4C25F91B59}"/>
                  </a:ext>
                </a:extLst>
              </p:cNvPr>
              <p:cNvSpPr/>
              <p:nvPr/>
            </p:nvSpPr>
            <p:spPr>
              <a:xfrm>
                <a:off x="1411116" y="3562784"/>
                <a:ext cx="21423" cy="21423"/>
              </a:xfrm>
              <a:prstGeom prst="ellipse">
                <a:avLst/>
              </a:prstGeom>
              <a:gradFill flip="none" rotWithShape="1">
                <a:gsLst>
                  <a:gs pos="0">
                    <a:srgbClr val="F7F9FA"/>
                  </a:gs>
                  <a:gs pos="43000">
                    <a:srgbClr val="DAE1E6"/>
                  </a:gs>
                  <a:gs pos="100000">
                    <a:srgbClr val="B2BDC6"/>
                  </a:gs>
                </a:gsLst>
                <a:lin ang="2700000" scaled="1"/>
                <a:tileRect/>
              </a:gradFill>
              <a:ln w="826" cap="rnd" cmpd="sng" algn="ctr">
                <a:noFill/>
                <a:prstDash val="solid"/>
                <a:round/>
                <a:headEnd type="none" w="med" len="med"/>
                <a:tailEnd type="none" w="med" len="med"/>
              </a:ln>
              <a:effectLst/>
            </p:spPr>
          </p:sp>
          <p:sp>
            <p:nvSpPr>
              <p:cNvPr id="357" name="ellipse_2573">
                <a:extLst>
                  <a:ext uri="{FF2B5EF4-FFF2-40B4-BE49-F238E27FC236}">
                    <a16:creationId xmlns:a16="http://schemas.microsoft.com/office/drawing/2014/main" id="{508914C5-FC67-8369-67DC-39659E525E61}"/>
                  </a:ext>
                </a:extLst>
              </p:cNvPr>
              <p:cNvSpPr/>
              <p:nvPr/>
            </p:nvSpPr>
            <p:spPr>
              <a:xfrm>
                <a:off x="1454564" y="3537748"/>
                <a:ext cx="19763" cy="19763"/>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58" name="ellipse_2574">
                <a:extLst>
                  <a:ext uri="{FF2B5EF4-FFF2-40B4-BE49-F238E27FC236}">
                    <a16:creationId xmlns:a16="http://schemas.microsoft.com/office/drawing/2014/main" id="{5065479A-E91D-E737-708A-C448DB71915B}"/>
                  </a:ext>
                </a:extLst>
              </p:cNvPr>
              <p:cNvSpPr/>
              <p:nvPr/>
            </p:nvSpPr>
            <p:spPr>
              <a:xfrm>
                <a:off x="1516785" y="3654731"/>
                <a:ext cx="21578" cy="21578"/>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59" name="ellipse_2575">
                <a:extLst>
                  <a:ext uri="{FF2B5EF4-FFF2-40B4-BE49-F238E27FC236}">
                    <a16:creationId xmlns:a16="http://schemas.microsoft.com/office/drawing/2014/main" id="{C76FBF98-0935-B95C-3D90-C81E07BAEDED}"/>
                  </a:ext>
                </a:extLst>
              </p:cNvPr>
              <p:cNvSpPr/>
              <p:nvPr/>
            </p:nvSpPr>
            <p:spPr>
              <a:xfrm>
                <a:off x="1410634" y="3697683"/>
                <a:ext cx="24162" cy="24162"/>
              </a:xfrm>
              <a:prstGeom prst="ellipse">
                <a:avLst/>
              </a:prstGeom>
              <a:gradFill flip="none" rotWithShape="1">
                <a:gsLst>
                  <a:gs pos="0">
                    <a:srgbClr val="F6F7F9"/>
                  </a:gs>
                  <a:gs pos="43000">
                    <a:srgbClr val="D3DAE1"/>
                  </a:gs>
                  <a:gs pos="100000">
                    <a:srgbClr val="AAB6C0"/>
                  </a:gs>
                </a:gsLst>
                <a:lin ang="2700000" scaled="1"/>
                <a:tileRect/>
              </a:gradFill>
              <a:ln w="826" cap="rnd" cmpd="sng" algn="ctr">
                <a:noFill/>
                <a:prstDash val="solid"/>
                <a:round/>
                <a:headEnd type="none" w="med" len="med"/>
                <a:tailEnd type="none" w="med" len="med"/>
              </a:ln>
              <a:effectLst/>
            </p:spPr>
          </p:sp>
          <p:sp>
            <p:nvSpPr>
              <p:cNvPr id="360" name="ellipse_2576">
                <a:extLst>
                  <a:ext uri="{FF2B5EF4-FFF2-40B4-BE49-F238E27FC236}">
                    <a16:creationId xmlns:a16="http://schemas.microsoft.com/office/drawing/2014/main" id="{DDC02891-3416-0787-F1A8-CE1AB68BF839}"/>
                  </a:ext>
                </a:extLst>
              </p:cNvPr>
              <p:cNvSpPr/>
              <p:nvPr/>
            </p:nvSpPr>
            <p:spPr>
              <a:xfrm>
                <a:off x="1425946" y="3562304"/>
                <a:ext cx="17525" cy="17525"/>
              </a:xfrm>
              <a:prstGeom prst="ellipse">
                <a:avLst/>
              </a:prstGeom>
              <a:gradFill flip="none" rotWithShape="1">
                <a:gsLst>
                  <a:gs pos="0">
                    <a:srgbClr val="F7F8F9"/>
                  </a:gs>
                  <a:gs pos="43000">
                    <a:srgbClr val="D7DFE4"/>
                  </a:gs>
                  <a:gs pos="100000">
                    <a:srgbClr val="AFBBC4"/>
                  </a:gs>
                </a:gsLst>
                <a:lin ang="2700000" scaled="1"/>
                <a:tileRect/>
              </a:gradFill>
              <a:ln w="826" cap="rnd" cmpd="sng" algn="ctr">
                <a:noFill/>
                <a:prstDash val="solid"/>
                <a:round/>
                <a:headEnd type="none" w="med" len="med"/>
                <a:tailEnd type="none" w="med" len="med"/>
              </a:ln>
              <a:effectLst/>
            </p:spPr>
          </p:sp>
          <p:sp>
            <p:nvSpPr>
              <p:cNvPr id="361" name="ellipse_2577">
                <a:extLst>
                  <a:ext uri="{FF2B5EF4-FFF2-40B4-BE49-F238E27FC236}">
                    <a16:creationId xmlns:a16="http://schemas.microsoft.com/office/drawing/2014/main" id="{2949A6B9-455F-0D1B-CCD9-6E801E59B2EE}"/>
                  </a:ext>
                </a:extLst>
              </p:cNvPr>
              <p:cNvSpPr/>
              <p:nvPr/>
            </p:nvSpPr>
            <p:spPr>
              <a:xfrm>
                <a:off x="1355269" y="3594031"/>
                <a:ext cx="21133" cy="21133"/>
              </a:xfrm>
              <a:prstGeom prst="ellipse">
                <a:avLst/>
              </a:prstGeom>
              <a:gradFill flip="none" rotWithShape="1">
                <a:gsLst>
                  <a:gs pos="0">
                    <a:srgbClr val="F7F8F9"/>
                  </a:gs>
                  <a:gs pos="43000">
                    <a:srgbClr val="D8DFE4"/>
                  </a:gs>
                  <a:gs pos="100000">
                    <a:srgbClr val="B0BCC4"/>
                  </a:gs>
                </a:gsLst>
                <a:lin ang="2700000" scaled="1"/>
                <a:tileRect/>
              </a:gradFill>
              <a:ln w="826" cap="rnd" cmpd="sng" algn="ctr">
                <a:noFill/>
                <a:prstDash val="solid"/>
                <a:round/>
                <a:headEnd type="none" w="med" len="med"/>
                <a:tailEnd type="none" w="med" len="med"/>
              </a:ln>
              <a:effectLst/>
            </p:spPr>
          </p:sp>
          <p:sp>
            <p:nvSpPr>
              <p:cNvPr id="362" name="ellipse_2578">
                <a:extLst>
                  <a:ext uri="{FF2B5EF4-FFF2-40B4-BE49-F238E27FC236}">
                    <a16:creationId xmlns:a16="http://schemas.microsoft.com/office/drawing/2014/main" id="{D88F38A9-350B-BBC9-9E19-2BDDEDC858EA}"/>
                  </a:ext>
                </a:extLst>
              </p:cNvPr>
              <p:cNvSpPr/>
              <p:nvPr/>
            </p:nvSpPr>
            <p:spPr>
              <a:xfrm>
                <a:off x="1506719" y="3690770"/>
                <a:ext cx="17358" cy="17358"/>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63" name="ellipse_2579">
                <a:extLst>
                  <a:ext uri="{FF2B5EF4-FFF2-40B4-BE49-F238E27FC236}">
                    <a16:creationId xmlns:a16="http://schemas.microsoft.com/office/drawing/2014/main" id="{7F617450-0490-C192-3617-99620FC52AA6}"/>
                  </a:ext>
                </a:extLst>
              </p:cNvPr>
              <p:cNvSpPr/>
              <p:nvPr/>
            </p:nvSpPr>
            <p:spPr>
              <a:xfrm>
                <a:off x="1349195" y="3647004"/>
                <a:ext cx="22300" cy="22300"/>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64" name="ellipse_2580">
                <a:extLst>
                  <a:ext uri="{FF2B5EF4-FFF2-40B4-BE49-F238E27FC236}">
                    <a16:creationId xmlns:a16="http://schemas.microsoft.com/office/drawing/2014/main" id="{885F72BD-11CF-85F5-E689-28A5BD947C68}"/>
                  </a:ext>
                </a:extLst>
              </p:cNvPr>
              <p:cNvSpPr/>
              <p:nvPr/>
            </p:nvSpPr>
            <p:spPr>
              <a:xfrm>
                <a:off x="1577404" y="3601425"/>
                <a:ext cx="20206" cy="20206"/>
              </a:xfrm>
              <a:prstGeom prst="ellipse">
                <a:avLst/>
              </a:prstGeom>
              <a:gradFill flip="none" rotWithShape="1">
                <a:gsLst>
                  <a:gs pos="0">
                    <a:srgbClr val="F7F8F9"/>
                  </a:gs>
                  <a:gs pos="43000">
                    <a:srgbClr val="D7DEE4"/>
                  </a:gs>
                  <a:gs pos="100000">
                    <a:srgbClr val="AFBAC3"/>
                  </a:gs>
                </a:gsLst>
                <a:lin ang="2700000" scaled="1"/>
                <a:tileRect/>
              </a:gradFill>
              <a:ln w="826" cap="rnd" cmpd="sng" algn="ctr">
                <a:noFill/>
                <a:prstDash val="solid"/>
                <a:round/>
                <a:headEnd type="none" w="med" len="med"/>
                <a:tailEnd type="none" w="med" len="med"/>
              </a:ln>
              <a:effectLst/>
            </p:spPr>
          </p:sp>
          <p:sp>
            <p:nvSpPr>
              <p:cNvPr id="365" name="ellipse_2581">
                <a:extLst>
                  <a:ext uri="{FF2B5EF4-FFF2-40B4-BE49-F238E27FC236}">
                    <a16:creationId xmlns:a16="http://schemas.microsoft.com/office/drawing/2014/main" id="{064FE336-CB35-4F5D-E790-5120820F0EC4}"/>
                  </a:ext>
                </a:extLst>
              </p:cNvPr>
              <p:cNvSpPr/>
              <p:nvPr/>
            </p:nvSpPr>
            <p:spPr>
              <a:xfrm>
                <a:off x="1509076" y="3554975"/>
                <a:ext cx="15762" cy="15762"/>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6" name="ellipse_2582">
                <a:extLst>
                  <a:ext uri="{FF2B5EF4-FFF2-40B4-BE49-F238E27FC236}">
                    <a16:creationId xmlns:a16="http://schemas.microsoft.com/office/drawing/2014/main" id="{50C78ED0-6C33-D06C-BE6E-AF920610ED09}"/>
                  </a:ext>
                </a:extLst>
              </p:cNvPr>
              <p:cNvSpPr/>
              <p:nvPr/>
            </p:nvSpPr>
            <p:spPr>
              <a:xfrm>
                <a:off x="1462460" y="3706007"/>
                <a:ext cx="22750" cy="22750"/>
              </a:xfrm>
              <a:prstGeom prst="ellipse">
                <a:avLst/>
              </a:prstGeom>
              <a:gradFill flip="none" rotWithShape="1">
                <a:gsLst>
                  <a:gs pos="0">
                    <a:srgbClr val="F6F7F9"/>
                  </a:gs>
                  <a:gs pos="43000">
                    <a:srgbClr val="D2DAE0"/>
                  </a:gs>
                  <a:gs pos="100000">
                    <a:srgbClr val="AAB5BF"/>
                  </a:gs>
                </a:gsLst>
                <a:lin ang="2700000" scaled="1"/>
                <a:tileRect/>
              </a:gradFill>
              <a:ln w="826" cap="rnd" cmpd="sng" algn="ctr">
                <a:noFill/>
                <a:prstDash val="solid"/>
                <a:round/>
                <a:headEnd type="none" w="med" len="med"/>
                <a:tailEnd type="none" w="med" len="med"/>
              </a:ln>
              <a:effectLst/>
            </p:spPr>
          </p:sp>
          <p:sp>
            <p:nvSpPr>
              <p:cNvPr id="367" name="ellipse_2583">
                <a:extLst>
                  <a:ext uri="{FF2B5EF4-FFF2-40B4-BE49-F238E27FC236}">
                    <a16:creationId xmlns:a16="http://schemas.microsoft.com/office/drawing/2014/main" id="{3AE79113-50C5-24D8-6DC9-F088EAF979B9}"/>
                  </a:ext>
                </a:extLst>
              </p:cNvPr>
              <p:cNvSpPr/>
              <p:nvPr/>
            </p:nvSpPr>
            <p:spPr>
              <a:xfrm>
                <a:off x="1439477" y="3526920"/>
                <a:ext cx="21290" cy="21290"/>
              </a:xfrm>
              <a:prstGeom prst="ellipse">
                <a:avLst/>
              </a:prstGeom>
              <a:gradFill flip="none" rotWithShape="1">
                <a:gsLst>
                  <a:gs pos="0">
                    <a:srgbClr val="F7F8F9"/>
                  </a:gs>
                  <a:gs pos="43000">
                    <a:srgbClr val="D7DFE4"/>
                  </a:gs>
                  <a:gs pos="100000">
                    <a:srgbClr val="AFBBC3"/>
                  </a:gs>
                </a:gsLst>
                <a:lin ang="2700000" scaled="1"/>
                <a:tileRect/>
              </a:gradFill>
              <a:ln w="826" cap="rnd" cmpd="sng" algn="ctr">
                <a:noFill/>
                <a:prstDash val="solid"/>
                <a:round/>
                <a:headEnd type="none" w="med" len="med"/>
                <a:tailEnd type="none" w="med" len="med"/>
              </a:ln>
              <a:effectLst/>
            </p:spPr>
          </p:sp>
          <p:sp>
            <p:nvSpPr>
              <p:cNvPr id="368" name="ellipse_2584">
                <a:extLst>
                  <a:ext uri="{FF2B5EF4-FFF2-40B4-BE49-F238E27FC236}">
                    <a16:creationId xmlns:a16="http://schemas.microsoft.com/office/drawing/2014/main" id="{6126C327-060F-90BA-B70D-CC8A6F775F90}"/>
                  </a:ext>
                </a:extLst>
              </p:cNvPr>
              <p:cNvSpPr/>
              <p:nvPr/>
            </p:nvSpPr>
            <p:spPr>
              <a:xfrm>
                <a:off x="1310268" y="3672453"/>
                <a:ext cx="21000" cy="21000"/>
              </a:xfrm>
              <a:prstGeom prst="ellipse">
                <a:avLst/>
              </a:prstGeom>
              <a:gradFill flip="none" rotWithShape="1">
                <a:gsLst>
                  <a:gs pos="0">
                    <a:srgbClr val="F5F7F8"/>
                  </a:gs>
                  <a:gs pos="43000">
                    <a:srgbClr val="CFD7DE"/>
                  </a:gs>
                  <a:gs pos="100000">
                    <a:srgbClr val="A5B2BD"/>
                  </a:gs>
                </a:gsLst>
                <a:lin ang="2700000" scaled="1"/>
                <a:tileRect/>
              </a:gradFill>
              <a:ln w="826" cap="rnd" cmpd="sng" algn="ctr">
                <a:noFill/>
                <a:prstDash val="solid"/>
                <a:round/>
                <a:headEnd type="none" w="med" len="med"/>
                <a:tailEnd type="none" w="med" len="med"/>
              </a:ln>
              <a:effectLst/>
            </p:spPr>
          </p:sp>
          <p:sp>
            <p:nvSpPr>
              <p:cNvPr id="369" name="ellipse_2585">
                <a:extLst>
                  <a:ext uri="{FF2B5EF4-FFF2-40B4-BE49-F238E27FC236}">
                    <a16:creationId xmlns:a16="http://schemas.microsoft.com/office/drawing/2014/main" id="{CCE1E7B1-7A86-B8A4-079C-5E97975F9506}"/>
                  </a:ext>
                </a:extLst>
              </p:cNvPr>
              <p:cNvSpPr/>
              <p:nvPr/>
            </p:nvSpPr>
            <p:spPr>
              <a:xfrm>
                <a:off x="1552938" y="3621802"/>
                <a:ext cx="15605" cy="15605"/>
              </a:xfrm>
              <a:prstGeom prst="ellipse">
                <a:avLst/>
              </a:prstGeom>
              <a:gradFill flip="none" rotWithShape="1">
                <a:gsLst>
                  <a:gs pos="0">
                    <a:srgbClr val="F6F8F9"/>
                  </a:gs>
                  <a:gs pos="43000">
                    <a:srgbClr val="D4DCE1"/>
                  </a:gs>
                  <a:gs pos="100000">
                    <a:srgbClr val="ABB8C1"/>
                  </a:gs>
                </a:gsLst>
                <a:lin ang="2700000" scaled="1"/>
                <a:tileRect/>
              </a:gradFill>
              <a:ln w="826" cap="rnd" cmpd="sng" algn="ctr">
                <a:noFill/>
                <a:prstDash val="solid"/>
                <a:round/>
                <a:headEnd type="none" w="med" len="med"/>
                <a:tailEnd type="none" w="med" len="med"/>
              </a:ln>
              <a:effectLst/>
            </p:spPr>
          </p:sp>
          <p:sp>
            <p:nvSpPr>
              <p:cNvPr id="370" name="ellipse_2586">
                <a:extLst>
                  <a:ext uri="{FF2B5EF4-FFF2-40B4-BE49-F238E27FC236}">
                    <a16:creationId xmlns:a16="http://schemas.microsoft.com/office/drawing/2014/main" id="{58A54C3A-0297-BE20-BF99-865A0D745127}"/>
                  </a:ext>
                </a:extLst>
              </p:cNvPr>
              <p:cNvSpPr/>
              <p:nvPr/>
            </p:nvSpPr>
            <p:spPr>
              <a:xfrm>
                <a:off x="1558418" y="3676011"/>
                <a:ext cx="22184" cy="22184"/>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71" name="ellipse_2587">
                <a:extLst>
                  <a:ext uri="{FF2B5EF4-FFF2-40B4-BE49-F238E27FC236}">
                    <a16:creationId xmlns:a16="http://schemas.microsoft.com/office/drawing/2014/main" id="{18407E9C-F7D7-3EDE-19E9-8F76EFCCEA79}"/>
                  </a:ext>
                </a:extLst>
              </p:cNvPr>
              <p:cNvSpPr/>
              <p:nvPr/>
            </p:nvSpPr>
            <p:spPr>
              <a:xfrm>
                <a:off x="1456866" y="3525328"/>
                <a:ext cx="23606" cy="23606"/>
              </a:xfrm>
              <a:prstGeom prst="ellipse">
                <a:avLst/>
              </a:prstGeom>
              <a:gradFill flip="none" rotWithShape="1">
                <a:gsLst>
                  <a:gs pos="0">
                    <a:srgbClr val="F7F8FA"/>
                  </a:gs>
                  <a:gs pos="43000">
                    <a:srgbClr val="D9DFE5"/>
                  </a:gs>
                  <a:gs pos="100000">
                    <a:srgbClr val="B1BCC5"/>
                  </a:gs>
                </a:gsLst>
                <a:lin ang="2700000" scaled="1"/>
                <a:tileRect/>
              </a:gradFill>
              <a:ln w="826" cap="rnd" cmpd="sng" algn="ctr">
                <a:noFill/>
                <a:prstDash val="solid"/>
                <a:round/>
                <a:headEnd type="none" w="med" len="med"/>
                <a:tailEnd type="none" w="med" len="med"/>
              </a:ln>
              <a:effectLst/>
            </p:spPr>
          </p:sp>
          <p:sp>
            <p:nvSpPr>
              <p:cNvPr id="372" name="ellipse_2588">
                <a:extLst>
                  <a:ext uri="{FF2B5EF4-FFF2-40B4-BE49-F238E27FC236}">
                    <a16:creationId xmlns:a16="http://schemas.microsoft.com/office/drawing/2014/main" id="{410F8829-6FEF-DBAB-C44F-9F0D77A00D23}"/>
                  </a:ext>
                </a:extLst>
              </p:cNvPr>
              <p:cNvSpPr/>
              <p:nvPr/>
            </p:nvSpPr>
            <p:spPr>
              <a:xfrm>
                <a:off x="1364561" y="3569140"/>
                <a:ext cx="22851" cy="22851"/>
              </a:xfrm>
              <a:prstGeom prst="ellipse">
                <a:avLst/>
              </a:prstGeom>
              <a:gradFill flip="none" rotWithShape="1">
                <a:gsLst>
                  <a:gs pos="0">
                    <a:srgbClr val="F5F6F8"/>
                  </a:gs>
                  <a:gs pos="43000">
                    <a:srgbClr val="CED6DD"/>
                  </a:gs>
                  <a:gs pos="100000">
                    <a:srgbClr val="A5B1BC"/>
                  </a:gs>
                </a:gsLst>
                <a:lin ang="2700000" scaled="1"/>
                <a:tileRect/>
              </a:gradFill>
              <a:ln w="826" cap="rnd" cmpd="sng" algn="ctr">
                <a:noFill/>
                <a:prstDash val="solid"/>
                <a:round/>
                <a:headEnd type="none" w="med" len="med"/>
                <a:tailEnd type="none" w="med" len="med"/>
              </a:ln>
              <a:effectLst/>
            </p:spPr>
          </p:sp>
          <p:sp>
            <p:nvSpPr>
              <p:cNvPr id="373" name="ellipse_2589">
                <a:extLst>
                  <a:ext uri="{FF2B5EF4-FFF2-40B4-BE49-F238E27FC236}">
                    <a16:creationId xmlns:a16="http://schemas.microsoft.com/office/drawing/2014/main" id="{85744CA8-D51B-DC10-E4EC-8DD0EC23DC84}"/>
                  </a:ext>
                </a:extLst>
              </p:cNvPr>
              <p:cNvSpPr/>
              <p:nvPr/>
            </p:nvSpPr>
            <p:spPr>
              <a:xfrm>
                <a:off x="1539847" y="3619786"/>
                <a:ext cx="18619" cy="18619"/>
              </a:xfrm>
              <a:prstGeom prst="ellipse">
                <a:avLst/>
              </a:prstGeom>
              <a:gradFill flip="none" rotWithShape="1">
                <a:gsLst>
                  <a:gs pos="0">
                    <a:srgbClr val="F6F7F9"/>
                  </a:gs>
                  <a:gs pos="43000">
                    <a:srgbClr val="D2DAE1"/>
                  </a:gs>
                  <a:gs pos="100000">
                    <a:srgbClr val="AAB6C0"/>
                  </a:gs>
                </a:gsLst>
                <a:lin ang="2700000" scaled="1"/>
                <a:tileRect/>
              </a:gradFill>
              <a:ln w="826" cap="rnd" cmpd="sng" algn="ctr">
                <a:noFill/>
                <a:prstDash val="solid"/>
                <a:round/>
                <a:headEnd type="none" w="med" len="med"/>
                <a:tailEnd type="none" w="med" len="med"/>
              </a:ln>
              <a:effectLst/>
            </p:spPr>
          </p:sp>
          <p:sp>
            <p:nvSpPr>
              <p:cNvPr id="374" name="ellipse_2590">
                <a:extLst>
                  <a:ext uri="{FF2B5EF4-FFF2-40B4-BE49-F238E27FC236}">
                    <a16:creationId xmlns:a16="http://schemas.microsoft.com/office/drawing/2014/main" id="{95C2B63B-1B23-A60C-773F-BC2DA31201C5}"/>
                  </a:ext>
                </a:extLst>
              </p:cNvPr>
              <p:cNvSpPr/>
              <p:nvPr/>
            </p:nvSpPr>
            <p:spPr>
              <a:xfrm>
                <a:off x="1298635" y="3654692"/>
                <a:ext cx="18927" cy="18927"/>
              </a:xfrm>
              <a:prstGeom prst="ellipse">
                <a:avLst/>
              </a:prstGeom>
              <a:gradFill flip="none" rotWithShape="1">
                <a:gsLst>
                  <a:gs pos="0">
                    <a:srgbClr val="F6F8F9"/>
                  </a:gs>
                  <a:gs pos="43000">
                    <a:srgbClr val="D5DCE1"/>
                  </a:gs>
                  <a:gs pos="100000">
                    <a:srgbClr val="ACB8C1"/>
                  </a:gs>
                </a:gsLst>
                <a:lin ang="2700000" scaled="1"/>
                <a:tileRect/>
              </a:gradFill>
              <a:ln w="826" cap="rnd" cmpd="sng" algn="ctr">
                <a:noFill/>
                <a:prstDash val="solid"/>
                <a:round/>
                <a:headEnd type="none" w="med" len="med"/>
                <a:tailEnd type="none" w="med" len="med"/>
              </a:ln>
              <a:effectLst/>
            </p:spPr>
          </p:sp>
          <p:sp>
            <p:nvSpPr>
              <p:cNvPr id="375" name="ellipse_2591">
                <a:extLst>
                  <a:ext uri="{FF2B5EF4-FFF2-40B4-BE49-F238E27FC236}">
                    <a16:creationId xmlns:a16="http://schemas.microsoft.com/office/drawing/2014/main" id="{4320C766-1F15-05A4-FAF1-83ACABDA0A30}"/>
                  </a:ext>
                </a:extLst>
              </p:cNvPr>
              <p:cNvSpPr/>
              <p:nvPr/>
            </p:nvSpPr>
            <p:spPr>
              <a:xfrm>
                <a:off x="1319712" y="3686409"/>
                <a:ext cx="23715" cy="23715"/>
              </a:xfrm>
              <a:prstGeom prst="ellipse">
                <a:avLst/>
              </a:prstGeom>
              <a:gradFill flip="none" rotWithShape="1">
                <a:gsLst>
                  <a:gs pos="0">
                    <a:srgbClr val="F5F7F8"/>
                  </a:gs>
                  <a:gs pos="43000">
                    <a:srgbClr val="D1D9DF"/>
                  </a:gs>
                  <a:gs pos="100000">
                    <a:srgbClr val="A8B4BE"/>
                  </a:gs>
                </a:gsLst>
                <a:lin ang="2700000" scaled="1"/>
                <a:tileRect/>
              </a:gradFill>
              <a:ln w="826" cap="rnd" cmpd="sng" algn="ctr">
                <a:noFill/>
                <a:prstDash val="solid"/>
                <a:round/>
                <a:headEnd type="none" w="med" len="med"/>
                <a:tailEnd type="none" w="med" len="med"/>
              </a:ln>
              <a:effectLst/>
            </p:spPr>
          </p:sp>
          <p:sp>
            <p:nvSpPr>
              <p:cNvPr id="376" name="ellipse_2592">
                <a:extLst>
                  <a:ext uri="{FF2B5EF4-FFF2-40B4-BE49-F238E27FC236}">
                    <a16:creationId xmlns:a16="http://schemas.microsoft.com/office/drawing/2014/main" id="{B3F9F72E-A854-C7B8-A12A-73FCC83E2B1B}"/>
                  </a:ext>
                </a:extLst>
              </p:cNvPr>
              <p:cNvSpPr/>
              <p:nvPr/>
            </p:nvSpPr>
            <p:spPr>
              <a:xfrm>
                <a:off x="1501588" y="3562901"/>
                <a:ext cx="22327" cy="22327"/>
              </a:xfrm>
              <a:prstGeom prst="ellipse">
                <a:avLst/>
              </a:prstGeom>
              <a:gradFill flip="none" rotWithShape="1">
                <a:gsLst>
                  <a:gs pos="0">
                    <a:srgbClr val="F6F8F9"/>
                  </a:gs>
                  <a:gs pos="43000">
                    <a:srgbClr val="D6DDE3"/>
                  </a:gs>
                  <a:gs pos="100000">
                    <a:srgbClr val="AEB9C2"/>
                  </a:gs>
                </a:gsLst>
                <a:lin ang="2700000" scaled="1"/>
                <a:tileRect/>
              </a:gradFill>
              <a:ln w="826" cap="rnd" cmpd="sng" algn="ctr">
                <a:noFill/>
                <a:prstDash val="solid"/>
                <a:round/>
                <a:headEnd type="none" w="med" len="med"/>
                <a:tailEnd type="none" w="med" len="med"/>
              </a:ln>
              <a:effectLst/>
            </p:spPr>
          </p:sp>
          <p:sp>
            <p:nvSpPr>
              <p:cNvPr id="377" name="ellipse_2593">
                <a:extLst>
                  <a:ext uri="{FF2B5EF4-FFF2-40B4-BE49-F238E27FC236}">
                    <a16:creationId xmlns:a16="http://schemas.microsoft.com/office/drawing/2014/main" id="{46DB1900-8DAA-6D56-C7AA-EE052F9430E4}"/>
                  </a:ext>
                </a:extLst>
              </p:cNvPr>
              <p:cNvSpPr/>
              <p:nvPr/>
            </p:nvSpPr>
            <p:spPr>
              <a:xfrm>
                <a:off x="1466525" y="3529327"/>
                <a:ext cx="15101" cy="15101"/>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78" name="ellipse_2594">
                <a:extLst>
                  <a:ext uri="{FF2B5EF4-FFF2-40B4-BE49-F238E27FC236}">
                    <a16:creationId xmlns:a16="http://schemas.microsoft.com/office/drawing/2014/main" id="{ACD248C3-0CAA-7D10-6220-3348CED24B21}"/>
                  </a:ext>
                </a:extLst>
              </p:cNvPr>
              <p:cNvSpPr/>
              <p:nvPr/>
            </p:nvSpPr>
            <p:spPr>
              <a:xfrm>
                <a:off x="1333290" y="3551629"/>
                <a:ext cx="21303" cy="21303"/>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79" name="ellipse_2595">
                <a:extLst>
                  <a:ext uri="{FF2B5EF4-FFF2-40B4-BE49-F238E27FC236}">
                    <a16:creationId xmlns:a16="http://schemas.microsoft.com/office/drawing/2014/main" id="{460E05BA-EA6C-23F4-7A83-8BAA7476A969}"/>
                  </a:ext>
                </a:extLst>
              </p:cNvPr>
              <p:cNvSpPr/>
              <p:nvPr/>
            </p:nvSpPr>
            <p:spPr>
              <a:xfrm>
                <a:off x="1339812" y="3618696"/>
                <a:ext cx="23994" cy="23994"/>
              </a:xfrm>
              <a:prstGeom prst="ellipse">
                <a:avLst/>
              </a:prstGeom>
              <a:gradFill flip="none" rotWithShape="1">
                <a:gsLst>
                  <a:gs pos="0">
                    <a:srgbClr val="F6F8F9"/>
                  </a:gs>
                  <a:gs pos="43000">
                    <a:srgbClr val="D3DBE1"/>
                  </a:gs>
                  <a:gs pos="100000">
                    <a:srgbClr val="AAB7C0"/>
                  </a:gs>
                </a:gsLst>
                <a:lin ang="2700000" scaled="1"/>
                <a:tileRect/>
              </a:gradFill>
              <a:ln w="826" cap="rnd" cmpd="sng" algn="ctr">
                <a:noFill/>
                <a:prstDash val="solid"/>
                <a:round/>
                <a:headEnd type="none" w="med" len="med"/>
                <a:tailEnd type="none" w="med" len="med"/>
              </a:ln>
              <a:effectLst/>
            </p:spPr>
          </p:sp>
          <p:sp>
            <p:nvSpPr>
              <p:cNvPr id="380" name="ellipse_2596">
                <a:extLst>
                  <a:ext uri="{FF2B5EF4-FFF2-40B4-BE49-F238E27FC236}">
                    <a16:creationId xmlns:a16="http://schemas.microsoft.com/office/drawing/2014/main" id="{A40A8162-3BE0-BF87-BC08-362AE911A451}"/>
                  </a:ext>
                </a:extLst>
              </p:cNvPr>
              <p:cNvSpPr/>
              <p:nvPr/>
            </p:nvSpPr>
            <p:spPr>
              <a:xfrm>
                <a:off x="1322053" y="3616233"/>
                <a:ext cx="19417" cy="19417"/>
              </a:xfrm>
              <a:prstGeom prst="ellipse">
                <a:avLst/>
              </a:prstGeom>
              <a:gradFill flip="none" rotWithShape="1">
                <a:gsLst>
                  <a:gs pos="0">
                    <a:srgbClr val="F5F6F8"/>
                  </a:gs>
                  <a:gs pos="43000">
                    <a:srgbClr val="CDD6DD"/>
                  </a:gs>
                  <a:gs pos="100000">
                    <a:srgbClr val="A4B1BC"/>
                  </a:gs>
                </a:gsLst>
                <a:lin ang="2700000" scaled="1"/>
                <a:tileRect/>
              </a:gradFill>
              <a:ln w="826" cap="rnd" cmpd="sng" algn="ctr">
                <a:noFill/>
                <a:prstDash val="solid"/>
                <a:round/>
                <a:headEnd type="none" w="med" len="med"/>
                <a:tailEnd type="none" w="med" len="med"/>
              </a:ln>
              <a:effectLst/>
            </p:spPr>
          </p:sp>
          <p:sp>
            <p:nvSpPr>
              <p:cNvPr id="381" name="ellipse_2597">
                <a:extLst>
                  <a:ext uri="{FF2B5EF4-FFF2-40B4-BE49-F238E27FC236}">
                    <a16:creationId xmlns:a16="http://schemas.microsoft.com/office/drawing/2014/main" id="{90B38FB8-27CF-A538-49E7-F26802678DF6}"/>
                  </a:ext>
                </a:extLst>
              </p:cNvPr>
              <p:cNvSpPr/>
              <p:nvPr/>
            </p:nvSpPr>
            <p:spPr>
              <a:xfrm>
                <a:off x="1442627" y="3702519"/>
                <a:ext cx="16815" cy="16815"/>
              </a:xfrm>
              <a:prstGeom prst="ellipse">
                <a:avLst/>
              </a:prstGeom>
              <a:gradFill flip="none" rotWithShape="1">
                <a:gsLst>
                  <a:gs pos="0">
                    <a:srgbClr val="F5F6F8"/>
                  </a:gs>
                  <a:gs pos="43000">
                    <a:srgbClr val="CDD5DC"/>
                  </a:gs>
                  <a:gs pos="100000">
                    <a:srgbClr val="A4B0BB"/>
                  </a:gs>
                </a:gsLst>
                <a:lin ang="2700000" scaled="1"/>
                <a:tileRect/>
              </a:gradFill>
              <a:ln w="826" cap="rnd" cmpd="sng" algn="ctr">
                <a:noFill/>
                <a:prstDash val="solid"/>
                <a:round/>
                <a:headEnd type="none" w="med" len="med"/>
                <a:tailEnd type="none" w="med" len="med"/>
              </a:ln>
              <a:effectLst/>
            </p:spPr>
          </p:sp>
          <p:sp>
            <p:nvSpPr>
              <p:cNvPr id="382" name="ellipse_2598">
                <a:extLst>
                  <a:ext uri="{FF2B5EF4-FFF2-40B4-BE49-F238E27FC236}">
                    <a16:creationId xmlns:a16="http://schemas.microsoft.com/office/drawing/2014/main" id="{20158C28-3FBC-D7A2-213D-7E385F345E2F}"/>
                  </a:ext>
                </a:extLst>
              </p:cNvPr>
              <p:cNvSpPr/>
              <p:nvPr/>
            </p:nvSpPr>
            <p:spPr>
              <a:xfrm>
                <a:off x="1359926" y="3695336"/>
                <a:ext cx="19088" cy="19088"/>
              </a:xfrm>
              <a:prstGeom prst="ellipse">
                <a:avLst/>
              </a:prstGeom>
              <a:gradFill flip="none" rotWithShape="1">
                <a:gsLst>
                  <a:gs pos="0">
                    <a:srgbClr val="F6F8F9"/>
                  </a:gs>
                  <a:gs pos="43000">
                    <a:srgbClr val="D5DCE2"/>
                  </a:gs>
                  <a:gs pos="100000">
                    <a:srgbClr val="ACB8C2"/>
                  </a:gs>
                </a:gsLst>
                <a:lin ang="2700000" scaled="1"/>
                <a:tileRect/>
              </a:gradFill>
              <a:ln w="826" cap="rnd" cmpd="sng" algn="ctr">
                <a:noFill/>
                <a:prstDash val="solid"/>
                <a:round/>
                <a:headEnd type="none" w="med" len="med"/>
                <a:tailEnd type="none" w="med" len="med"/>
              </a:ln>
              <a:effectLst/>
            </p:spPr>
          </p:sp>
          <p:sp>
            <p:nvSpPr>
              <p:cNvPr id="383" name="ellipse_2599">
                <a:extLst>
                  <a:ext uri="{FF2B5EF4-FFF2-40B4-BE49-F238E27FC236}">
                    <a16:creationId xmlns:a16="http://schemas.microsoft.com/office/drawing/2014/main" id="{8BA565CD-B1D1-BED8-C8ED-9201E06A6015}"/>
                  </a:ext>
                </a:extLst>
              </p:cNvPr>
              <p:cNvSpPr/>
              <p:nvPr/>
            </p:nvSpPr>
            <p:spPr>
              <a:xfrm>
                <a:off x="1316114" y="3579850"/>
                <a:ext cx="19778" cy="19778"/>
              </a:xfrm>
              <a:prstGeom prst="ellipse">
                <a:avLst/>
              </a:prstGeom>
              <a:gradFill flip="none" rotWithShape="1">
                <a:gsLst>
                  <a:gs pos="0">
                    <a:srgbClr val="F4F6F8"/>
                  </a:gs>
                  <a:gs pos="43000">
                    <a:srgbClr val="CCD5DC"/>
                  </a:gs>
                  <a:gs pos="100000">
                    <a:srgbClr val="A2AFBA"/>
                  </a:gs>
                </a:gsLst>
                <a:lin ang="2700000" scaled="1"/>
                <a:tileRect/>
              </a:gradFill>
              <a:ln w="826" cap="rnd" cmpd="sng" algn="ctr">
                <a:noFill/>
                <a:prstDash val="solid"/>
                <a:round/>
                <a:headEnd type="none" w="med" len="med"/>
                <a:tailEnd type="none" w="med" len="med"/>
              </a:ln>
              <a:effectLst/>
            </p:spPr>
          </p:sp>
          <p:sp>
            <p:nvSpPr>
              <p:cNvPr id="384" name="ellipse_2600">
                <a:extLst>
                  <a:ext uri="{FF2B5EF4-FFF2-40B4-BE49-F238E27FC236}">
                    <a16:creationId xmlns:a16="http://schemas.microsoft.com/office/drawing/2014/main" id="{DB64E33A-99D4-0ADB-DE21-FC899E3E2EBD}"/>
                  </a:ext>
                </a:extLst>
              </p:cNvPr>
              <p:cNvSpPr/>
              <p:nvPr/>
            </p:nvSpPr>
            <p:spPr>
              <a:xfrm>
                <a:off x="1434798" y="3553542"/>
                <a:ext cx="17285" cy="17285"/>
              </a:xfrm>
              <a:prstGeom prst="ellipse">
                <a:avLst/>
              </a:prstGeom>
              <a:gradFill flip="none" rotWithShape="1">
                <a:gsLst>
                  <a:gs pos="0">
                    <a:srgbClr val="F5F7F8"/>
                  </a:gs>
                  <a:gs pos="43000">
                    <a:srgbClr val="CFD7DF"/>
                  </a:gs>
                  <a:gs pos="100000">
                    <a:srgbClr val="A6B3BD"/>
                  </a:gs>
                </a:gsLst>
                <a:lin ang="2700000" scaled="1"/>
                <a:tileRect/>
              </a:gradFill>
              <a:ln w="826" cap="rnd" cmpd="sng" algn="ctr">
                <a:noFill/>
                <a:prstDash val="solid"/>
                <a:round/>
                <a:headEnd type="none" w="med" len="med"/>
                <a:tailEnd type="none" w="med" len="med"/>
              </a:ln>
              <a:effectLst/>
            </p:spPr>
          </p:sp>
          <p:sp>
            <p:nvSpPr>
              <p:cNvPr id="385" name="ellipse_2601">
                <a:extLst>
                  <a:ext uri="{FF2B5EF4-FFF2-40B4-BE49-F238E27FC236}">
                    <a16:creationId xmlns:a16="http://schemas.microsoft.com/office/drawing/2014/main" id="{FD327BF5-F8EE-E9B6-7CFE-B818D9ADF745}"/>
                  </a:ext>
                </a:extLst>
              </p:cNvPr>
              <p:cNvSpPr/>
              <p:nvPr/>
            </p:nvSpPr>
            <p:spPr>
              <a:xfrm>
                <a:off x="1494855" y="3573622"/>
                <a:ext cx="23632" cy="23632"/>
              </a:xfrm>
              <a:prstGeom prst="ellipse">
                <a:avLst/>
              </a:prstGeom>
              <a:gradFill flip="none" rotWithShape="1">
                <a:gsLst>
                  <a:gs pos="0">
                    <a:srgbClr val="F4F6F8"/>
                  </a:gs>
                  <a:gs pos="43000">
                    <a:srgbClr val="CDD5DC"/>
                  </a:gs>
                  <a:gs pos="100000">
                    <a:srgbClr val="A3B0BB"/>
                  </a:gs>
                </a:gsLst>
                <a:lin ang="2700000" scaled="1"/>
                <a:tileRect/>
              </a:gradFill>
              <a:ln w="826" cap="rnd" cmpd="sng" algn="ctr">
                <a:noFill/>
                <a:prstDash val="solid"/>
                <a:round/>
                <a:headEnd type="none" w="med" len="med"/>
                <a:tailEnd type="none" w="med" len="med"/>
              </a:ln>
              <a:effectLst/>
            </p:spPr>
          </p:sp>
        </p:grpSp>
        <p:grpSp>
          <p:nvGrpSpPr>
            <p:cNvPr id="386" name="Feature vector">
              <a:extLst>
                <a:ext uri="{FF2B5EF4-FFF2-40B4-BE49-F238E27FC236}">
                  <a16:creationId xmlns:a16="http://schemas.microsoft.com/office/drawing/2014/main" id="{7D23C273-CDD8-84BD-E756-E860D0353FD5}"/>
                </a:ext>
              </a:extLst>
            </p:cNvPr>
            <p:cNvGrpSpPr/>
            <p:nvPr/>
          </p:nvGrpSpPr>
          <p:grpSpPr>
            <a:xfrm>
              <a:off x="2335947" y="2728473"/>
              <a:ext cx="190058" cy="26564"/>
              <a:chOff x="1274580" y="3787605"/>
              <a:chExt cx="338355" cy="49275"/>
            </a:xfrm>
          </p:grpSpPr>
          <p:sp>
            <p:nvSpPr>
              <p:cNvPr id="387" name="feature_1">
                <a:extLst>
                  <a:ext uri="{FF2B5EF4-FFF2-40B4-BE49-F238E27FC236}">
                    <a16:creationId xmlns:a16="http://schemas.microsoft.com/office/drawing/2014/main" id="{EC382B06-B28B-0AB2-4725-43A54F2C15B6}"/>
                  </a:ext>
                </a:extLst>
              </p:cNvPr>
              <p:cNvSpPr/>
              <p:nvPr/>
            </p:nvSpPr>
            <p:spPr>
              <a:xfrm>
                <a:off x="1274580"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88" name="feature_2">
                <a:extLst>
                  <a:ext uri="{FF2B5EF4-FFF2-40B4-BE49-F238E27FC236}">
                    <a16:creationId xmlns:a16="http://schemas.microsoft.com/office/drawing/2014/main" id="{128E7607-C89C-8AE6-70D8-124F0C907FE5}"/>
                  </a:ext>
                </a:extLst>
              </p:cNvPr>
              <p:cNvSpPr/>
              <p:nvPr/>
            </p:nvSpPr>
            <p:spPr>
              <a:xfrm>
                <a:off x="1323386"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89" name="feature_3">
                <a:extLst>
                  <a:ext uri="{FF2B5EF4-FFF2-40B4-BE49-F238E27FC236}">
                    <a16:creationId xmlns:a16="http://schemas.microsoft.com/office/drawing/2014/main" id="{2A5B5007-13E6-E72F-52C6-386ACF38D1DA}"/>
                  </a:ext>
                </a:extLst>
              </p:cNvPr>
              <p:cNvSpPr/>
              <p:nvPr/>
            </p:nvSpPr>
            <p:spPr>
              <a:xfrm>
                <a:off x="1372191"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0" name="feature_4">
                <a:extLst>
                  <a:ext uri="{FF2B5EF4-FFF2-40B4-BE49-F238E27FC236}">
                    <a16:creationId xmlns:a16="http://schemas.microsoft.com/office/drawing/2014/main" id="{1948AEA7-89A9-1115-45B0-5D84B76182D6}"/>
                  </a:ext>
                </a:extLst>
              </p:cNvPr>
              <p:cNvSpPr/>
              <p:nvPr/>
            </p:nvSpPr>
            <p:spPr>
              <a:xfrm>
                <a:off x="1420997" y="3787605"/>
                <a:ext cx="45521" cy="49275"/>
              </a:xfrm>
              <a:prstGeom prst="rect">
                <a:avLst/>
              </a:prstGeom>
              <a:solidFill>
                <a:srgbClr val="90C4B4"/>
              </a:solidFill>
              <a:ln w="2103" cap="rnd" cmpd="sng" algn="ctr">
                <a:noFill/>
                <a:prstDash val="solid"/>
                <a:round/>
                <a:headEnd type="none" w="med" len="med"/>
                <a:tailEnd type="none" w="med" len="med"/>
              </a:ln>
              <a:effectLst/>
            </p:spPr>
          </p:sp>
          <p:sp>
            <p:nvSpPr>
              <p:cNvPr id="391" name="feature_5">
                <a:extLst>
                  <a:ext uri="{FF2B5EF4-FFF2-40B4-BE49-F238E27FC236}">
                    <a16:creationId xmlns:a16="http://schemas.microsoft.com/office/drawing/2014/main" id="{04104FBC-11A7-297D-AE01-AAA00A244540}"/>
                  </a:ext>
                </a:extLst>
              </p:cNvPr>
              <p:cNvSpPr/>
              <p:nvPr/>
            </p:nvSpPr>
            <p:spPr>
              <a:xfrm>
                <a:off x="1469803" y="3787605"/>
                <a:ext cx="45521" cy="49275"/>
              </a:xfrm>
              <a:prstGeom prst="rect">
                <a:avLst/>
              </a:prstGeom>
              <a:solidFill>
                <a:srgbClr val="B9DBD1"/>
              </a:solidFill>
              <a:ln w="2103" cap="rnd" cmpd="sng" algn="ctr">
                <a:noFill/>
                <a:prstDash val="solid"/>
                <a:round/>
                <a:headEnd type="none" w="med" len="med"/>
                <a:tailEnd type="none" w="med" len="med"/>
              </a:ln>
              <a:effectLst/>
            </p:spPr>
          </p:sp>
          <p:sp>
            <p:nvSpPr>
              <p:cNvPr id="392" name="feature_6">
                <a:extLst>
                  <a:ext uri="{FF2B5EF4-FFF2-40B4-BE49-F238E27FC236}">
                    <a16:creationId xmlns:a16="http://schemas.microsoft.com/office/drawing/2014/main" id="{36A6A1C4-4E08-985E-0F3C-F5C242D1798B}"/>
                  </a:ext>
                </a:extLst>
              </p:cNvPr>
              <p:cNvSpPr/>
              <p:nvPr/>
            </p:nvSpPr>
            <p:spPr>
              <a:xfrm>
                <a:off x="1518609" y="3787605"/>
                <a:ext cx="45521" cy="49275"/>
              </a:xfrm>
              <a:prstGeom prst="rect">
                <a:avLst/>
              </a:prstGeom>
              <a:solidFill>
                <a:srgbClr val="4EAA93"/>
              </a:solidFill>
              <a:ln w="2103" cap="rnd" cmpd="sng" algn="ctr">
                <a:noFill/>
                <a:prstDash val="solid"/>
                <a:round/>
                <a:headEnd type="none" w="med" len="med"/>
                <a:tailEnd type="none" w="med" len="med"/>
              </a:ln>
              <a:effectLst/>
            </p:spPr>
          </p:sp>
          <p:sp>
            <p:nvSpPr>
              <p:cNvPr id="393" name="feature_7">
                <a:extLst>
                  <a:ext uri="{FF2B5EF4-FFF2-40B4-BE49-F238E27FC236}">
                    <a16:creationId xmlns:a16="http://schemas.microsoft.com/office/drawing/2014/main" id="{25A70172-50B4-B255-CCD5-062D2CA13F9F}"/>
                  </a:ext>
                </a:extLst>
              </p:cNvPr>
              <p:cNvSpPr/>
              <p:nvPr/>
            </p:nvSpPr>
            <p:spPr>
              <a:xfrm>
                <a:off x="1567414" y="3787605"/>
                <a:ext cx="45521" cy="49275"/>
              </a:xfrm>
              <a:prstGeom prst="rect">
                <a:avLst/>
              </a:prstGeom>
              <a:solidFill>
                <a:srgbClr val="90C4B4"/>
              </a:solidFill>
              <a:ln w="2103" cap="rnd" cmpd="sng" algn="ctr">
                <a:noFill/>
                <a:prstDash val="solid"/>
                <a:round/>
                <a:headEnd type="none" w="med" len="med"/>
                <a:tailEnd type="none" w="med" len="med"/>
              </a:ln>
              <a:effectLst/>
            </p:spPr>
          </p:sp>
        </p:grpSp>
        <p:sp>
          <p:nvSpPr>
            <p:cNvPr id="394" name="Candidate blob | editable contour">
              <a:extLst>
                <a:ext uri="{FF2B5EF4-FFF2-40B4-BE49-F238E27FC236}">
                  <a16:creationId xmlns:a16="http://schemas.microsoft.com/office/drawing/2014/main" id="{D4133630-6457-1A92-8F3C-A382376AE168}"/>
                </a:ext>
              </a:extLst>
            </p:cNvPr>
            <p:cNvSpPr/>
            <p:nvPr/>
          </p:nvSpPr>
          <p:spPr>
            <a:xfrm>
              <a:off x="2697084"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395"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nvGrpSpPr>
            <p:cNvPr id="396" name="Pseudo-atom sampling points; no chemical bonds">
              <a:extLst>
                <a:ext uri="{FF2B5EF4-FFF2-40B4-BE49-F238E27FC236}">
                  <a16:creationId xmlns:a16="http://schemas.microsoft.com/office/drawing/2014/main" id="{5A1DFE96-A8C7-AD86-6D6A-1913B3422C89}"/>
                </a:ext>
              </a:extLst>
            </p:cNvPr>
            <p:cNvGrpSpPr/>
            <p:nvPr/>
          </p:nvGrpSpPr>
          <p:grpSpPr>
            <a:xfrm>
              <a:off x="2982859" y="2593611"/>
              <a:ext cx="132836" cy="100125"/>
              <a:chOff x="2356083" y="3581646"/>
              <a:chExt cx="132815" cy="121377"/>
            </a:xfrm>
          </p:grpSpPr>
          <p:sp>
            <p:nvSpPr>
              <p:cNvPr id="397"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8"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399"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0"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1"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2"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3"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4"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5"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406"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407" name="Candidate representation h_j">
              <a:extLst>
                <a:ext uri="{FF2B5EF4-FFF2-40B4-BE49-F238E27FC236}">
                  <a16:creationId xmlns:a16="http://schemas.microsoft.com/office/drawing/2014/main" id="{4FC49635-CD7E-E7EC-5FAF-23825DFF0A67}"/>
                </a:ext>
              </a:extLst>
            </p:cNvPr>
            <p:cNvGrpSpPr/>
            <p:nvPr/>
          </p:nvGrpSpPr>
          <p:grpSpPr>
            <a:xfrm>
              <a:off x="3212665" y="3366003"/>
              <a:ext cx="269760" cy="51084"/>
              <a:chOff x="2641140" y="4746825"/>
              <a:chExt cx="397485" cy="72270"/>
            </a:xfrm>
          </p:grpSpPr>
          <p:sp>
            <p:nvSpPr>
              <p:cNvPr id="408" name="feature_1">
                <a:extLst>
                  <a:ext uri="{FF2B5EF4-FFF2-40B4-BE49-F238E27FC236}">
                    <a16:creationId xmlns:a16="http://schemas.microsoft.com/office/drawing/2014/main" id="{98C3172D-D5D5-072E-B62C-0D1B38DDFFA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09" name="feature_2">
                <a:extLst>
                  <a:ext uri="{FF2B5EF4-FFF2-40B4-BE49-F238E27FC236}">
                    <a16:creationId xmlns:a16="http://schemas.microsoft.com/office/drawing/2014/main" id="{FEE9123E-01B4-6D22-0669-0616E6B3C95E}"/>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10" name="feature_3">
                <a:extLst>
                  <a:ext uri="{FF2B5EF4-FFF2-40B4-BE49-F238E27FC236}">
                    <a16:creationId xmlns:a16="http://schemas.microsoft.com/office/drawing/2014/main" id="{8A669B8B-F887-C77B-D369-93ACFBC6CF34}"/>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11" name="feature_4">
                <a:extLst>
                  <a:ext uri="{FF2B5EF4-FFF2-40B4-BE49-F238E27FC236}">
                    <a16:creationId xmlns:a16="http://schemas.microsoft.com/office/drawing/2014/main" id="{F911A19E-CDAA-597D-7450-14C9F9D9B77B}"/>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12" name="feature_5">
                <a:extLst>
                  <a:ext uri="{FF2B5EF4-FFF2-40B4-BE49-F238E27FC236}">
                    <a16:creationId xmlns:a16="http://schemas.microsoft.com/office/drawing/2014/main" id="{803B2D6D-BDB6-4236-CD21-501ADD6BCCC9}"/>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13" name="feature_6">
                <a:extLst>
                  <a:ext uri="{FF2B5EF4-FFF2-40B4-BE49-F238E27FC236}">
                    <a16:creationId xmlns:a16="http://schemas.microsoft.com/office/drawing/2014/main" id="{E75A176D-38DB-153A-227A-7A66D758D675}"/>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14" name="feature_7">
                <a:extLst>
                  <a:ext uri="{FF2B5EF4-FFF2-40B4-BE49-F238E27FC236}">
                    <a16:creationId xmlns:a16="http://schemas.microsoft.com/office/drawing/2014/main" id="{167A841C-7CBF-81E7-092C-F8EAAC5D53AD}"/>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grpSp>
          <p:nvGrpSpPr>
            <p:cNvPr id="415" name="Own molecular graph | preserved original">
              <a:extLst>
                <a:ext uri="{FF2B5EF4-FFF2-40B4-BE49-F238E27FC236}">
                  <a16:creationId xmlns:a16="http://schemas.microsoft.com/office/drawing/2014/main" id="{42CBFBDB-49D3-918E-5441-3206387548EB}"/>
                </a:ext>
              </a:extLst>
            </p:cNvPr>
            <p:cNvGrpSpPr/>
            <p:nvPr/>
          </p:nvGrpSpPr>
          <p:grpSpPr>
            <a:xfrm>
              <a:off x="3727661" y="2491442"/>
              <a:ext cx="181883" cy="124645"/>
              <a:chOff x="2933657" y="2962431"/>
              <a:chExt cx="311024" cy="187573"/>
            </a:xfrm>
          </p:grpSpPr>
          <p:cxnSp>
            <p:nvCxnSpPr>
              <p:cNvPr id="416" name="path_2698">
                <a:extLst>
                  <a:ext uri="{FF2B5EF4-FFF2-40B4-BE49-F238E27FC236}">
                    <a16:creationId xmlns:a16="http://schemas.microsoft.com/office/drawing/2014/main" id="{58B6D982-F8B2-9F23-024F-D89811E7C149}"/>
                  </a:ext>
                </a:extLst>
              </p:cNvPr>
              <p:cNvCxnSpPr/>
              <p:nvPr/>
            </p:nvCxnSpPr>
            <p:spPr>
              <a:xfrm flipV="1">
                <a:off x="2948439" y="2977214"/>
                <a:ext cx="63663" cy="70463"/>
              </a:xfrm>
              <a:prstGeom prst="line">
                <a:avLst/>
              </a:prstGeom>
              <a:noFill/>
              <a:ln w="2404" cap="rnd" cmpd="sng" algn="ctr">
                <a:solidFill>
                  <a:srgbClr val="238777"/>
                </a:solidFill>
                <a:prstDash val="solid"/>
                <a:round/>
                <a:headEnd type="none" w="med" len="med"/>
                <a:tailEnd type="none" w="med" len="med"/>
              </a:ln>
              <a:effectLst/>
            </p:spPr>
          </p:cxnSp>
          <p:cxnSp>
            <p:nvCxnSpPr>
              <p:cNvPr id="417" name="path_2699">
                <a:extLst>
                  <a:ext uri="{FF2B5EF4-FFF2-40B4-BE49-F238E27FC236}">
                    <a16:creationId xmlns:a16="http://schemas.microsoft.com/office/drawing/2014/main" id="{89A94D45-E950-5A21-E2AF-6D426CD82376}"/>
                  </a:ext>
                </a:extLst>
              </p:cNvPr>
              <p:cNvCxnSpPr/>
              <p:nvPr/>
            </p:nvCxnSpPr>
            <p:spPr>
              <a:xfrm>
                <a:off x="3012103" y="2977214"/>
                <a:ext cx="113924" cy="14947"/>
              </a:xfrm>
              <a:prstGeom prst="line">
                <a:avLst/>
              </a:prstGeom>
              <a:noFill/>
              <a:ln w="2404" cap="rnd" cmpd="sng" algn="ctr">
                <a:solidFill>
                  <a:srgbClr val="238777"/>
                </a:solidFill>
                <a:prstDash val="solid"/>
                <a:round/>
                <a:headEnd type="none" w="med" len="med"/>
                <a:tailEnd type="none" w="med" len="med"/>
              </a:ln>
              <a:effectLst/>
            </p:spPr>
          </p:cxnSp>
          <p:cxnSp>
            <p:nvCxnSpPr>
              <p:cNvPr id="418" name="path_2700">
                <a:extLst>
                  <a:ext uri="{FF2B5EF4-FFF2-40B4-BE49-F238E27FC236}">
                    <a16:creationId xmlns:a16="http://schemas.microsoft.com/office/drawing/2014/main" id="{C043E0EE-087E-D187-AD9C-2AE818146ABE}"/>
                  </a:ext>
                </a:extLst>
              </p:cNvPr>
              <p:cNvCxnSpPr/>
              <p:nvPr/>
            </p:nvCxnSpPr>
            <p:spPr>
              <a:xfrm>
                <a:off x="3126026" y="2992160"/>
                <a:ext cx="73715" cy="64058"/>
              </a:xfrm>
              <a:prstGeom prst="line">
                <a:avLst/>
              </a:prstGeom>
              <a:noFill/>
              <a:ln w="2404" cap="rnd" cmpd="sng" algn="ctr">
                <a:solidFill>
                  <a:srgbClr val="238777"/>
                </a:solidFill>
                <a:prstDash val="solid"/>
                <a:round/>
                <a:headEnd type="none" w="med" len="med"/>
                <a:tailEnd type="none" w="med" len="med"/>
              </a:ln>
              <a:effectLst/>
            </p:spPr>
          </p:cxnSp>
          <p:cxnSp>
            <p:nvCxnSpPr>
              <p:cNvPr id="419" name="path_2701">
                <a:extLst>
                  <a:ext uri="{FF2B5EF4-FFF2-40B4-BE49-F238E27FC236}">
                    <a16:creationId xmlns:a16="http://schemas.microsoft.com/office/drawing/2014/main" id="{B11C0879-A4F0-8ACD-214F-3B540A848B71}"/>
                  </a:ext>
                </a:extLst>
              </p:cNvPr>
              <p:cNvCxnSpPr/>
              <p:nvPr/>
            </p:nvCxnSpPr>
            <p:spPr>
              <a:xfrm flipH="1">
                <a:off x="3129377" y="3056218"/>
                <a:ext cx="70365" cy="79004"/>
              </a:xfrm>
              <a:prstGeom prst="line">
                <a:avLst/>
              </a:prstGeom>
              <a:noFill/>
              <a:ln w="2404" cap="rnd" cmpd="sng" algn="ctr">
                <a:solidFill>
                  <a:srgbClr val="238777"/>
                </a:solidFill>
                <a:prstDash val="solid"/>
                <a:round/>
                <a:headEnd type="none" w="med" len="med"/>
                <a:tailEnd type="none" w="med" len="med"/>
              </a:ln>
              <a:effectLst/>
            </p:spPr>
          </p:cxnSp>
          <p:cxnSp>
            <p:nvCxnSpPr>
              <p:cNvPr id="420" name="path_2702">
                <a:extLst>
                  <a:ext uri="{FF2B5EF4-FFF2-40B4-BE49-F238E27FC236}">
                    <a16:creationId xmlns:a16="http://schemas.microsoft.com/office/drawing/2014/main" id="{441B2E1D-AB8F-45EF-9B48-3838978CE97F}"/>
                  </a:ext>
                </a:extLst>
              </p:cNvPr>
              <p:cNvCxnSpPr/>
              <p:nvPr/>
            </p:nvCxnSpPr>
            <p:spPr>
              <a:xfrm flipH="1" flipV="1">
                <a:off x="3012103" y="3116005"/>
                <a:ext cx="117275" cy="19217"/>
              </a:xfrm>
              <a:prstGeom prst="line">
                <a:avLst/>
              </a:prstGeom>
              <a:noFill/>
              <a:ln w="2404" cap="rnd" cmpd="sng" algn="ctr">
                <a:solidFill>
                  <a:srgbClr val="238777"/>
                </a:solidFill>
                <a:prstDash val="solid"/>
                <a:round/>
                <a:headEnd type="none" w="med" len="med"/>
                <a:tailEnd type="none" w="med" len="med"/>
              </a:ln>
              <a:effectLst/>
            </p:spPr>
          </p:cxnSp>
          <p:cxnSp>
            <p:nvCxnSpPr>
              <p:cNvPr id="421" name="path_2703">
                <a:extLst>
                  <a:ext uri="{FF2B5EF4-FFF2-40B4-BE49-F238E27FC236}">
                    <a16:creationId xmlns:a16="http://schemas.microsoft.com/office/drawing/2014/main" id="{5FEC3A50-D597-4F8E-EF1E-3F43266B20DF}"/>
                  </a:ext>
                </a:extLst>
              </p:cNvPr>
              <p:cNvCxnSpPr/>
              <p:nvPr/>
            </p:nvCxnSpPr>
            <p:spPr>
              <a:xfrm flipH="1" flipV="1">
                <a:off x="2948439" y="3047677"/>
                <a:ext cx="63663" cy="68328"/>
              </a:xfrm>
              <a:prstGeom prst="line">
                <a:avLst/>
              </a:prstGeom>
              <a:noFill/>
              <a:ln w="2404" cap="rnd" cmpd="sng" algn="ctr">
                <a:solidFill>
                  <a:srgbClr val="238777"/>
                </a:solidFill>
                <a:prstDash val="solid"/>
                <a:round/>
                <a:headEnd type="none" w="med" len="med"/>
                <a:tailEnd type="none" w="med" len="med"/>
              </a:ln>
              <a:effectLst/>
            </p:spPr>
          </p:cxnSp>
          <p:cxnSp>
            <p:nvCxnSpPr>
              <p:cNvPr id="422" name="path_2704">
                <a:extLst>
                  <a:ext uri="{FF2B5EF4-FFF2-40B4-BE49-F238E27FC236}">
                    <a16:creationId xmlns:a16="http://schemas.microsoft.com/office/drawing/2014/main" id="{4F54284B-9E16-E40E-6D75-34E56E75D9CB}"/>
                  </a:ext>
                </a:extLst>
              </p:cNvPr>
              <p:cNvCxnSpPr/>
              <p:nvPr/>
            </p:nvCxnSpPr>
            <p:spPr>
              <a:xfrm flipV="1">
                <a:off x="3126026" y="2985754"/>
                <a:ext cx="103872" cy="6406"/>
              </a:xfrm>
              <a:prstGeom prst="line">
                <a:avLst/>
              </a:prstGeom>
              <a:noFill/>
              <a:ln w="2404" cap="rnd" cmpd="sng" algn="ctr">
                <a:solidFill>
                  <a:srgbClr val="238777"/>
                </a:solidFill>
                <a:prstDash val="solid"/>
                <a:round/>
                <a:headEnd type="none" w="med" len="med"/>
                <a:tailEnd type="none" w="med" len="med"/>
              </a:ln>
              <a:effectLst/>
            </p:spPr>
          </p:cxnSp>
          <p:sp>
            <p:nvSpPr>
              <p:cNvPr id="423" name="ellipse_2705">
                <a:extLst>
                  <a:ext uri="{FF2B5EF4-FFF2-40B4-BE49-F238E27FC236}">
                    <a16:creationId xmlns:a16="http://schemas.microsoft.com/office/drawing/2014/main" id="{8C895A67-0A11-2D6F-2CB3-7AF48286DCB2}"/>
                  </a:ext>
                </a:extLst>
              </p:cNvPr>
              <p:cNvSpPr/>
              <p:nvPr/>
            </p:nvSpPr>
            <p:spPr>
              <a:xfrm>
                <a:off x="2933657" y="3032894"/>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4" name="ellipse_2706">
                <a:extLst>
                  <a:ext uri="{FF2B5EF4-FFF2-40B4-BE49-F238E27FC236}">
                    <a16:creationId xmlns:a16="http://schemas.microsoft.com/office/drawing/2014/main" id="{31ED1791-7B1A-1AA0-0B8E-E9E16C1A71EB}"/>
                  </a:ext>
                </a:extLst>
              </p:cNvPr>
              <p:cNvSpPr/>
              <p:nvPr/>
            </p:nvSpPr>
            <p:spPr>
              <a:xfrm>
                <a:off x="2997320" y="2962431"/>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5" name="ellipse_2707">
                <a:extLst>
                  <a:ext uri="{FF2B5EF4-FFF2-40B4-BE49-F238E27FC236}">
                    <a16:creationId xmlns:a16="http://schemas.microsoft.com/office/drawing/2014/main" id="{71620213-ABAA-4D0E-CCEF-7745B5DF8BF3}"/>
                  </a:ext>
                </a:extLst>
              </p:cNvPr>
              <p:cNvSpPr/>
              <p:nvPr/>
            </p:nvSpPr>
            <p:spPr>
              <a:xfrm>
                <a:off x="3111244" y="2977378"/>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6" name="ellipse_2708">
                <a:extLst>
                  <a:ext uri="{FF2B5EF4-FFF2-40B4-BE49-F238E27FC236}">
                    <a16:creationId xmlns:a16="http://schemas.microsoft.com/office/drawing/2014/main" id="{F7C3A412-E448-353C-CBBE-746A90BF96E5}"/>
                  </a:ext>
                </a:extLst>
              </p:cNvPr>
              <p:cNvSpPr/>
              <p:nvPr/>
            </p:nvSpPr>
            <p:spPr>
              <a:xfrm>
                <a:off x="3184959" y="3041435"/>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7" name="ellipse_2709">
                <a:extLst>
                  <a:ext uri="{FF2B5EF4-FFF2-40B4-BE49-F238E27FC236}">
                    <a16:creationId xmlns:a16="http://schemas.microsoft.com/office/drawing/2014/main" id="{417040C1-3347-2F34-D80B-888AB541C278}"/>
                  </a:ext>
                </a:extLst>
              </p:cNvPr>
              <p:cNvSpPr/>
              <p:nvPr/>
            </p:nvSpPr>
            <p:spPr>
              <a:xfrm>
                <a:off x="3114595" y="3120439"/>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8" name="ellipse_2710">
                <a:extLst>
                  <a:ext uri="{FF2B5EF4-FFF2-40B4-BE49-F238E27FC236}">
                    <a16:creationId xmlns:a16="http://schemas.microsoft.com/office/drawing/2014/main" id="{4B6822BA-B5DA-F9E4-0112-D7A6F053B34D}"/>
                  </a:ext>
                </a:extLst>
              </p:cNvPr>
              <p:cNvSpPr/>
              <p:nvPr/>
            </p:nvSpPr>
            <p:spPr>
              <a:xfrm>
                <a:off x="2997320" y="310122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sp>
            <p:nvSpPr>
              <p:cNvPr id="429" name="ellipse_2711">
                <a:extLst>
                  <a:ext uri="{FF2B5EF4-FFF2-40B4-BE49-F238E27FC236}">
                    <a16:creationId xmlns:a16="http://schemas.microsoft.com/office/drawing/2014/main" id="{394CCD00-DB7A-B976-D763-8B4141060831}"/>
                  </a:ext>
                </a:extLst>
              </p:cNvPr>
              <p:cNvSpPr/>
              <p:nvPr/>
            </p:nvSpPr>
            <p:spPr>
              <a:xfrm>
                <a:off x="3215116" y="2970972"/>
                <a:ext cx="29565" cy="29565"/>
              </a:xfrm>
              <a:prstGeom prst="ellipse">
                <a:avLst/>
              </a:prstGeom>
              <a:gradFill flip="none" rotWithShape="1">
                <a:gsLst>
                  <a:gs pos="0">
                    <a:srgbClr val="DEEDEB"/>
                  </a:gs>
                  <a:gs pos="43000">
                    <a:srgbClr val="61A99D"/>
                  </a:gs>
                  <a:gs pos="100000">
                    <a:srgbClr val="267D72"/>
                  </a:gs>
                </a:gsLst>
                <a:lin ang="2700000" scaled="1"/>
                <a:tileRect/>
              </a:gradFill>
              <a:ln w="826" cap="rnd" cmpd="sng" algn="ctr">
                <a:noFill/>
                <a:prstDash val="solid"/>
                <a:round/>
                <a:headEnd type="none" w="med" len="med"/>
                <a:tailEnd type="none" w="med" len="med"/>
              </a:ln>
              <a:effectLst/>
            </p:spPr>
          </p:sp>
        </p:grpSp>
        <p:grpSp>
          <p:nvGrpSpPr>
            <p:cNvPr id="430" name="Language vector v_k">
              <a:extLst>
                <a:ext uri="{FF2B5EF4-FFF2-40B4-BE49-F238E27FC236}">
                  <a16:creationId xmlns:a16="http://schemas.microsoft.com/office/drawing/2014/main" id="{4A5A1330-31CF-726F-ECC5-F3E1055C2739}"/>
                </a:ext>
              </a:extLst>
            </p:cNvPr>
            <p:cNvGrpSpPr/>
            <p:nvPr/>
          </p:nvGrpSpPr>
          <p:grpSpPr>
            <a:xfrm>
              <a:off x="4630947" y="2736646"/>
              <a:ext cx="253410" cy="28800"/>
              <a:chOff x="3942000" y="3774465"/>
              <a:chExt cx="338355" cy="75555"/>
            </a:xfrm>
          </p:grpSpPr>
          <p:sp>
            <p:nvSpPr>
              <p:cNvPr id="431" name="feature_1">
                <a:extLst>
                  <a:ext uri="{FF2B5EF4-FFF2-40B4-BE49-F238E27FC236}">
                    <a16:creationId xmlns:a16="http://schemas.microsoft.com/office/drawing/2014/main" id="{C074293D-C5D5-57FE-B191-74F5C11C1105}"/>
                  </a:ext>
                </a:extLst>
              </p:cNvPr>
              <p:cNvSpPr/>
              <p:nvPr/>
            </p:nvSpPr>
            <p:spPr>
              <a:xfrm>
                <a:off x="3942000" y="3774465"/>
                <a:ext cx="45521" cy="75555"/>
              </a:xfrm>
              <a:prstGeom prst="rect">
                <a:avLst/>
              </a:prstGeom>
              <a:solidFill>
                <a:srgbClr val="88AAC7"/>
              </a:solidFill>
              <a:ln w="2103" cap="rnd" cmpd="sng" algn="ctr">
                <a:noFill/>
                <a:prstDash val="solid"/>
                <a:round/>
                <a:headEnd type="none" w="med" len="med"/>
                <a:tailEnd type="none" w="med" len="med"/>
              </a:ln>
              <a:effectLst/>
            </p:spPr>
          </p:sp>
          <p:sp>
            <p:nvSpPr>
              <p:cNvPr id="432" name="feature_2">
                <a:extLst>
                  <a:ext uri="{FF2B5EF4-FFF2-40B4-BE49-F238E27FC236}">
                    <a16:creationId xmlns:a16="http://schemas.microsoft.com/office/drawing/2014/main" id="{15B581F3-9878-A49D-AD1A-8E32BD598CA5}"/>
                  </a:ext>
                </a:extLst>
              </p:cNvPr>
              <p:cNvSpPr/>
              <p:nvPr/>
            </p:nvSpPr>
            <p:spPr>
              <a:xfrm>
                <a:off x="3990806" y="3774465"/>
                <a:ext cx="45521" cy="75555"/>
              </a:xfrm>
              <a:prstGeom prst="rect">
                <a:avLst/>
              </a:prstGeom>
              <a:solidFill>
                <a:srgbClr val="6F98BB"/>
              </a:solidFill>
              <a:ln w="2103" cap="rnd" cmpd="sng" algn="ctr">
                <a:noFill/>
                <a:prstDash val="solid"/>
                <a:round/>
                <a:headEnd type="none" w="med" len="med"/>
                <a:tailEnd type="none" w="med" len="med"/>
              </a:ln>
              <a:effectLst/>
            </p:spPr>
          </p:sp>
          <p:sp>
            <p:nvSpPr>
              <p:cNvPr id="433" name="feature_3">
                <a:extLst>
                  <a:ext uri="{FF2B5EF4-FFF2-40B4-BE49-F238E27FC236}">
                    <a16:creationId xmlns:a16="http://schemas.microsoft.com/office/drawing/2014/main" id="{B76C73DC-2E73-70B3-44FF-604D015E76C2}"/>
                  </a:ext>
                </a:extLst>
              </p:cNvPr>
              <p:cNvSpPr/>
              <p:nvPr/>
            </p:nvSpPr>
            <p:spPr>
              <a:xfrm>
                <a:off x="4039611" y="3774465"/>
                <a:ext cx="45521" cy="75555"/>
              </a:xfrm>
              <a:prstGeom prst="rect">
                <a:avLst/>
              </a:prstGeom>
              <a:solidFill>
                <a:srgbClr val="AAC2D6"/>
              </a:solidFill>
              <a:ln w="2103" cap="rnd" cmpd="sng" algn="ctr">
                <a:noFill/>
                <a:prstDash val="solid"/>
                <a:round/>
                <a:headEnd type="none" w="med" len="med"/>
                <a:tailEnd type="none" w="med" len="med"/>
              </a:ln>
              <a:effectLst/>
            </p:spPr>
          </p:sp>
          <p:sp>
            <p:nvSpPr>
              <p:cNvPr id="434" name="feature_4">
                <a:extLst>
                  <a:ext uri="{FF2B5EF4-FFF2-40B4-BE49-F238E27FC236}">
                    <a16:creationId xmlns:a16="http://schemas.microsoft.com/office/drawing/2014/main" id="{75BA6B96-9C08-1A1B-0176-A8714B917584}"/>
                  </a:ext>
                </a:extLst>
              </p:cNvPr>
              <p:cNvSpPr/>
              <p:nvPr/>
            </p:nvSpPr>
            <p:spPr>
              <a:xfrm>
                <a:off x="4088417" y="3774465"/>
                <a:ext cx="45521" cy="75555"/>
              </a:xfrm>
              <a:prstGeom prst="rect">
                <a:avLst/>
              </a:prstGeom>
              <a:solidFill>
                <a:srgbClr val="507FA8"/>
              </a:solidFill>
              <a:ln w="2103" cap="rnd" cmpd="sng" algn="ctr">
                <a:noFill/>
                <a:prstDash val="solid"/>
                <a:round/>
                <a:headEnd type="none" w="med" len="med"/>
                <a:tailEnd type="none" w="med" len="med"/>
              </a:ln>
              <a:effectLst/>
            </p:spPr>
          </p:sp>
          <p:sp>
            <p:nvSpPr>
              <p:cNvPr id="435" name="feature_5">
                <a:extLst>
                  <a:ext uri="{FF2B5EF4-FFF2-40B4-BE49-F238E27FC236}">
                    <a16:creationId xmlns:a16="http://schemas.microsoft.com/office/drawing/2014/main" id="{C99DD340-D5D6-A09D-9555-47740A2082D2}"/>
                  </a:ext>
                </a:extLst>
              </p:cNvPr>
              <p:cNvSpPr/>
              <p:nvPr/>
            </p:nvSpPr>
            <p:spPr>
              <a:xfrm>
                <a:off x="4137223" y="3774465"/>
                <a:ext cx="45521" cy="75555"/>
              </a:xfrm>
              <a:prstGeom prst="rect">
                <a:avLst/>
              </a:prstGeom>
              <a:solidFill>
                <a:srgbClr val="BFD2E1"/>
              </a:solidFill>
              <a:ln w="2103" cap="rnd" cmpd="sng" algn="ctr">
                <a:noFill/>
                <a:prstDash val="solid"/>
                <a:round/>
                <a:headEnd type="none" w="med" len="med"/>
                <a:tailEnd type="none" w="med" len="med"/>
              </a:ln>
              <a:effectLst/>
            </p:spPr>
          </p:sp>
          <p:sp>
            <p:nvSpPr>
              <p:cNvPr id="436" name="feature_6">
                <a:extLst>
                  <a:ext uri="{FF2B5EF4-FFF2-40B4-BE49-F238E27FC236}">
                    <a16:creationId xmlns:a16="http://schemas.microsoft.com/office/drawing/2014/main" id="{A932DF92-B221-06AE-2DF4-80B4463D46E8}"/>
                  </a:ext>
                </a:extLst>
              </p:cNvPr>
              <p:cNvSpPr/>
              <p:nvPr/>
            </p:nvSpPr>
            <p:spPr>
              <a:xfrm>
                <a:off x="4186029" y="3774465"/>
                <a:ext cx="45521" cy="75555"/>
              </a:xfrm>
              <a:prstGeom prst="rect">
                <a:avLst/>
              </a:prstGeom>
              <a:solidFill>
                <a:srgbClr val="739DBF"/>
              </a:solidFill>
              <a:ln w="2103" cap="rnd" cmpd="sng" algn="ctr">
                <a:noFill/>
                <a:prstDash val="solid"/>
                <a:round/>
                <a:headEnd type="none" w="med" len="med"/>
                <a:tailEnd type="none" w="med" len="med"/>
              </a:ln>
              <a:effectLst/>
            </p:spPr>
          </p:sp>
          <p:sp>
            <p:nvSpPr>
              <p:cNvPr id="437" name="feature_7">
                <a:extLst>
                  <a:ext uri="{FF2B5EF4-FFF2-40B4-BE49-F238E27FC236}">
                    <a16:creationId xmlns:a16="http://schemas.microsoft.com/office/drawing/2014/main" id="{449FAB91-1CCD-D0B5-7BD1-9E11DD613202}"/>
                  </a:ext>
                </a:extLst>
              </p:cNvPr>
              <p:cNvSpPr/>
              <p:nvPr/>
            </p:nvSpPr>
            <p:spPr>
              <a:xfrm>
                <a:off x="4234834" y="3774465"/>
                <a:ext cx="45521" cy="75555"/>
              </a:xfrm>
              <a:prstGeom prst="rect">
                <a:avLst/>
              </a:prstGeom>
              <a:solidFill>
                <a:srgbClr val="96B8D0"/>
              </a:solidFill>
              <a:ln w="2103" cap="rnd" cmpd="sng" algn="ctr">
                <a:noFill/>
                <a:prstDash val="solid"/>
                <a:round/>
                <a:headEnd type="none" w="med" len="med"/>
                <a:tailEnd type="none" w="med" len="med"/>
              </a:ln>
              <a:effectLst/>
            </p:spPr>
          </p:sp>
        </p:grpSp>
        <p:grpSp>
          <p:nvGrpSpPr>
            <p:cNvPr id="438" name="Language vector v_k">
              <a:extLst>
                <a:ext uri="{FF2B5EF4-FFF2-40B4-BE49-F238E27FC236}">
                  <a16:creationId xmlns:a16="http://schemas.microsoft.com/office/drawing/2014/main" id="{1B50249C-BE92-5998-A18F-FE7E9716C35D}"/>
                </a:ext>
              </a:extLst>
            </p:cNvPr>
            <p:cNvGrpSpPr/>
            <p:nvPr/>
          </p:nvGrpSpPr>
          <p:grpSpPr>
            <a:xfrm>
              <a:off x="4630947" y="2775015"/>
              <a:ext cx="253410" cy="27978"/>
              <a:chOff x="3942000" y="3774465"/>
              <a:chExt cx="338355" cy="75555"/>
            </a:xfrm>
          </p:grpSpPr>
          <p:sp>
            <p:nvSpPr>
              <p:cNvPr id="439" name="feature_1">
                <a:extLst>
                  <a:ext uri="{FF2B5EF4-FFF2-40B4-BE49-F238E27FC236}">
                    <a16:creationId xmlns:a16="http://schemas.microsoft.com/office/drawing/2014/main" id="{A4D85E6E-E915-5C78-7FFD-13E209965EDF}"/>
                  </a:ext>
                </a:extLst>
              </p:cNvPr>
              <p:cNvSpPr/>
              <p:nvPr/>
            </p:nvSpPr>
            <p:spPr>
              <a:xfrm>
                <a:off x="3942000" y="3774465"/>
                <a:ext cx="45521" cy="75555"/>
              </a:xfrm>
              <a:prstGeom prst="rect">
                <a:avLst/>
              </a:prstGeom>
              <a:solidFill>
                <a:srgbClr val="C6A56F"/>
              </a:solidFill>
              <a:ln w="2103" cap="rnd" cmpd="sng" algn="ctr">
                <a:noFill/>
                <a:prstDash val="solid"/>
                <a:round/>
                <a:headEnd type="none" w="med" len="med"/>
                <a:tailEnd type="none" w="med" len="med"/>
              </a:ln>
              <a:effectLst/>
            </p:spPr>
          </p:sp>
          <p:sp>
            <p:nvSpPr>
              <p:cNvPr id="440" name="feature_2">
                <a:extLst>
                  <a:ext uri="{FF2B5EF4-FFF2-40B4-BE49-F238E27FC236}">
                    <a16:creationId xmlns:a16="http://schemas.microsoft.com/office/drawing/2014/main" id="{4F4E8DCF-292D-1411-05B7-F639788ACEAB}"/>
                  </a:ext>
                </a:extLst>
              </p:cNvPr>
              <p:cNvSpPr/>
              <p:nvPr/>
            </p:nvSpPr>
            <p:spPr>
              <a:xfrm>
                <a:off x="3990806" y="3774465"/>
                <a:ext cx="45521" cy="75555"/>
              </a:xfrm>
              <a:prstGeom prst="rect">
                <a:avLst/>
              </a:prstGeom>
              <a:solidFill>
                <a:srgbClr val="AF8A50"/>
              </a:solidFill>
              <a:ln w="2103" cap="rnd" cmpd="sng" algn="ctr">
                <a:noFill/>
                <a:prstDash val="solid"/>
                <a:round/>
                <a:headEnd type="none" w="med" len="med"/>
                <a:tailEnd type="none" w="med" len="med"/>
              </a:ln>
              <a:effectLst/>
            </p:spPr>
          </p:sp>
          <p:sp>
            <p:nvSpPr>
              <p:cNvPr id="441" name="feature_3">
                <a:extLst>
                  <a:ext uri="{FF2B5EF4-FFF2-40B4-BE49-F238E27FC236}">
                    <a16:creationId xmlns:a16="http://schemas.microsoft.com/office/drawing/2014/main" id="{96254444-0525-1B3D-4315-0094988240F7}"/>
                  </a:ext>
                </a:extLst>
              </p:cNvPr>
              <p:cNvSpPr/>
              <p:nvPr/>
            </p:nvSpPr>
            <p:spPr>
              <a:xfrm>
                <a:off x="4039611" y="3774465"/>
                <a:ext cx="45521" cy="75555"/>
              </a:xfrm>
              <a:prstGeom prst="rect">
                <a:avLst/>
              </a:prstGeom>
              <a:solidFill>
                <a:srgbClr val="DDC6A3"/>
              </a:solidFill>
              <a:ln w="2103" cap="rnd" cmpd="sng" algn="ctr">
                <a:noFill/>
                <a:prstDash val="solid"/>
                <a:round/>
                <a:headEnd type="none" w="med" len="med"/>
                <a:tailEnd type="none" w="med" len="med"/>
              </a:ln>
              <a:effectLst/>
            </p:spPr>
          </p:sp>
          <p:sp>
            <p:nvSpPr>
              <p:cNvPr id="442" name="feature_4">
                <a:extLst>
                  <a:ext uri="{FF2B5EF4-FFF2-40B4-BE49-F238E27FC236}">
                    <a16:creationId xmlns:a16="http://schemas.microsoft.com/office/drawing/2014/main" id="{257B7A0B-327C-E4E8-5D22-71160897A032}"/>
                  </a:ext>
                </a:extLst>
              </p:cNvPr>
              <p:cNvSpPr/>
              <p:nvPr/>
            </p:nvSpPr>
            <p:spPr>
              <a:xfrm>
                <a:off x="4088417" y="3774465"/>
                <a:ext cx="45521" cy="75555"/>
              </a:xfrm>
              <a:prstGeom prst="rect">
                <a:avLst/>
              </a:prstGeom>
              <a:solidFill>
                <a:srgbClr val="BF9A62"/>
              </a:solidFill>
              <a:ln w="2103" cap="rnd" cmpd="sng" algn="ctr">
                <a:noFill/>
                <a:prstDash val="solid"/>
                <a:round/>
                <a:headEnd type="none" w="med" len="med"/>
                <a:tailEnd type="none" w="med" len="med"/>
              </a:ln>
              <a:effectLst/>
            </p:spPr>
          </p:sp>
          <p:sp>
            <p:nvSpPr>
              <p:cNvPr id="443" name="feature_5">
                <a:extLst>
                  <a:ext uri="{FF2B5EF4-FFF2-40B4-BE49-F238E27FC236}">
                    <a16:creationId xmlns:a16="http://schemas.microsoft.com/office/drawing/2014/main" id="{52C4DF2A-6282-FC5D-40D3-C46F3A84B2D1}"/>
                  </a:ext>
                </a:extLst>
              </p:cNvPr>
              <p:cNvSpPr/>
              <p:nvPr/>
            </p:nvSpPr>
            <p:spPr>
              <a:xfrm>
                <a:off x="4137223" y="3774465"/>
                <a:ext cx="45521" cy="75555"/>
              </a:xfrm>
              <a:prstGeom prst="rect">
                <a:avLst/>
              </a:prstGeom>
              <a:solidFill>
                <a:srgbClr val="E5D4B7"/>
              </a:solidFill>
              <a:ln w="2103" cap="rnd" cmpd="sng" algn="ctr">
                <a:noFill/>
                <a:prstDash val="solid"/>
                <a:round/>
                <a:headEnd type="none" w="med" len="med"/>
                <a:tailEnd type="none" w="med" len="med"/>
              </a:ln>
              <a:effectLst/>
            </p:spPr>
          </p:sp>
          <p:sp>
            <p:nvSpPr>
              <p:cNvPr id="444" name="feature_6">
                <a:extLst>
                  <a:ext uri="{FF2B5EF4-FFF2-40B4-BE49-F238E27FC236}">
                    <a16:creationId xmlns:a16="http://schemas.microsoft.com/office/drawing/2014/main" id="{D9BD651B-C6B8-FA55-F283-496396F7502B}"/>
                  </a:ext>
                </a:extLst>
              </p:cNvPr>
              <p:cNvSpPr/>
              <p:nvPr/>
            </p:nvSpPr>
            <p:spPr>
              <a:xfrm>
                <a:off x="4186029" y="3774465"/>
                <a:ext cx="45521" cy="75555"/>
              </a:xfrm>
              <a:prstGeom prst="rect">
                <a:avLst/>
              </a:prstGeom>
              <a:solidFill>
                <a:srgbClr val="AD8241"/>
              </a:solidFill>
              <a:ln w="2103" cap="rnd" cmpd="sng" algn="ctr">
                <a:noFill/>
                <a:prstDash val="solid"/>
                <a:round/>
                <a:headEnd type="none" w="med" len="med"/>
                <a:tailEnd type="none" w="med" len="med"/>
              </a:ln>
              <a:effectLst/>
            </p:spPr>
          </p:sp>
          <p:sp>
            <p:nvSpPr>
              <p:cNvPr id="445" name="feature_7">
                <a:extLst>
                  <a:ext uri="{FF2B5EF4-FFF2-40B4-BE49-F238E27FC236}">
                    <a16:creationId xmlns:a16="http://schemas.microsoft.com/office/drawing/2014/main" id="{04CC6CEF-E041-8564-C3D7-BC0318E6AFC4}"/>
                  </a:ext>
                </a:extLst>
              </p:cNvPr>
              <p:cNvSpPr/>
              <p:nvPr/>
            </p:nvSpPr>
            <p:spPr>
              <a:xfrm>
                <a:off x="4234834" y="3774465"/>
                <a:ext cx="45521" cy="75555"/>
              </a:xfrm>
              <a:prstGeom prst="rect">
                <a:avLst/>
              </a:prstGeom>
              <a:solidFill>
                <a:srgbClr val="D5B887"/>
              </a:solidFill>
              <a:ln w="2103" cap="rnd" cmpd="sng" algn="ctr">
                <a:noFill/>
                <a:prstDash val="solid"/>
                <a:round/>
                <a:headEnd type="none" w="med" len="med"/>
                <a:tailEnd type="none" w="med" len="med"/>
              </a:ln>
              <a:effectLst/>
            </p:spPr>
          </p:sp>
        </p:grpSp>
        <p:grpSp>
          <p:nvGrpSpPr>
            <p:cNvPr id="446" name="Language vector v_k">
              <a:extLst>
                <a:ext uri="{FF2B5EF4-FFF2-40B4-BE49-F238E27FC236}">
                  <a16:creationId xmlns:a16="http://schemas.microsoft.com/office/drawing/2014/main" id="{33CE17CC-C2CF-A51E-2A64-CA526AC3E199}"/>
                </a:ext>
              </a:extLst>
            </p:cNvPr>
            <p:cNvGrpSpPr/>
            <p:nvPr/>
          </p:nvGrpSpPr>
          <p:grpSpPr>
            <a:xfrm>
              <a:off x="4630947" y="2815552"/>
              <a:ext cx="253410" cy="28800"/>
              <a:chOff x="3942000" y="3774465"/>
              <a:chExt cx="338355" cy="75555"/>
            </a:xfrm>
          </p:grpSpPr>
          <p:sp>
            <p:nvSpPr>
              <p:cNvPr id="447" name="feature_1">
                <a:extLst>
                  <a:ext uri="{FF2B5EF4-FFF2-40B4-BE49-F238E27FC236}">
                    <a16:creationId xmlns:a16="http://schemas.microsoft.com/office/drawing/2014/main" id="{9ACC648C-54EF-E325-F705-EA19C3A47D5B}"/>
                  </a:ext>
                </a:extLst>
              </p:cNvPr>
              <p:cNvSpPr/>
              <p:nvPr/>
            </p:nvSpPr>
            <p:spPr>
              <a:xfrm>
                <a:off x="3942000" y="3774465"/>
                <a:ext cx="45521" cy="75555"/>
              </a:xfrm>
              <a:prstGeom prst="rect">
                <a:avLst/>
              </a:prstGeom>
              <a:solidFill>
                <a:srgbClr val="A796B9"/>
              </a:solidFill>
              <a:ln w="2103" cap="rnd" cmpd="sng" algn="ctr">
                <a:noFill/>
                <a:prstDash val="solid"/>
                <a:round/>
                <a:headEnd type="none" w="med" len="med"/>
                <a:tailEnd type="none" w="med" len="med"/>
              </a:ln>
              <a:effectLst/>
            </p:spPr>
          </p:sp>
          <p:sp>
            <p:nvSpPr>
              <p:cNvPr id="448" name="feature_2">
                <a:extLst>
                  <a:ext uri="{FF2B5EF4-FFF2-40B4-BE49-F238E27FC236}">
                    <a16:creationId xmlns:a16="http://schemas.microsoft.com/office/drawing/2014/main" id="{4A3987D0-F9F7-FA26-7FDA-6F10E3BB6C6E}"/>
                  </a:ext>
                </a:extLst>
              </p:cNvPr>
              <p:cNvSpPr/>
              <p:nvPr/>
            </p:nvSpPr>
            <p:spPr>
              <a:xfrm>
                <a:off x="3990806" y="3774465"/>
                <a:ext cx="45521" cy="75555"/>
              </a:xfrm>
              <a:prstGeom prst="rect">
                <a:avLst/>
              </a:prstGeom>
              <a:solidFill>
                <a:srgbClr val="C4B5D0"/>
              </a:solidFill>
              <a:ln w="2103" cap="rnd" cmpd="sng" algn="ctr">
                <a:noFill/>
                <a:prstDash val="solid"/>
                <a:round/>
                <a:headEnd type="none" w="med" len="med"/>
                <a:tailEnd type="none" w="med" len="med"/>
              </a:ln>
              <a:effectLst/>
            </p:spPr>
          </p:sp>
          <p:sp>
            <p:nvSpPr>
              <p:cNvPr id="449" name="feature_3">
                <a:extLst>
                  <a:ext uri="{FF2B5EF4-FFF2-40B4-BE49-F238E27FC236}">
                    <a16:creationId xmlns:a16="http://schemas.microsoft.com/office/drawing/2014/main" id="{C60B5707-7E9C-B2B6-FDE7-B7D8D5A2B369}"/>
                  </a:ext>
                </a:extLst>
              </p:cNvPr>
              <p:cNvSpPr/>
              <p:nvPr/>
            </p:nvSpPr>
            <p:spPr>
              <a:xfrm>
                <a:off x="4039611" y="3774465"/>
                <a:ext cx="45521" cy="75555"/>
              </a:xfrm>
              <a:prstGeom prst="rect">
                <a:avLst/>
              </a:prstGeom>
              <a:solidFill>
                <a:srgbClr val="8F79A4"/>
              </a:solidFill>
              <a:ln w="2103" cap="rnd" cmpd="sng" algn="ctr">
                <a:noFill/>
                <a:prstDash val="solid"/>
                <a:round/>
                <a:headEnd type="none" w="med" len="med"/>
                <a:tailEnd type="none" w="med" len="med"/>
              </a:ln>
              <a:effectLst/>
            </p:spPr>
          </p:sp>
          <p:sp>
            <p:nvSpPr>
              <p:cNvPr id="450" name="feature_4">
                <a:extLst>
                  <a:ext uri="{FF2B5EF4-FFF2-40B4-BE49-F238E27FC236}">
                    <a16:creationId xmlns:a16="http://schemas.microsoft.com/office/drawing/2014/main" id="{04D4309C-9E7E-844E-16FD-7E406E76274C}"/>
                  </a:ext>
                </a:extLst>
              </p:cNvPr>
              <p:cNvSpPr/>
              <p:nvPr/>
            </p:nvSpPr>
            <p:spPr>
              <a:xfrm>
                <a:off x="4088417" y="3774465"/>
                <a:ext cx="45521" cy="75555"/>
              </a:xfrm>
              <a:prstGeom prst="rect">
                <a:avLst/>
              </a:prstGeom>
              <a:solidFill>
                <a:srgbClr val="B2A0C1"/>
              </a:solidFill>
              <a:ln w="2103" cap="rnd" cmpd="sng" algn="ctr">
                <a:noFill/>
                <a:prstDash val="solid"/>
                <a:round/>
                <a:headEnd type="none" w="med" len="med"/>
                <a:tailEnd type="none" w="med" len="med"/>
              </a:ln>
              <a:effectLst/>
            </p:spPr>
          </p:sp>
          <p:sp>
            <p:nvSpPr>
              <p:cNvPr id="451" name="feature_5">
                <a:extLst>
                  <a:ext uri="{FF2B5EF4-FFF2-40B4-BE49-F238E27FC236}">
                    <a16:creationId xmlns:a16="http://schemas.microsoft.com/office/drawing/2014/main" id="{C5F18FCD-12E1-88B0-DA10-BE5761EC6A5F}"/>
                  </a:ext>
                </a:extLst>
              </p:cNvPr>
              <p:cNvSpPr/>
              <p:nvPr/>
            </p:nvSpPr>
            <p:spPr>
              <a:xfrm>
                <a:off x="4137223" y="3774465"/>
                <a:ext cx="45521" cy="75555"/>
              </a:xfrm>
              <a:prstGeom prst="rect">
                <a:avLst/>
              </a:prstGeom>
              <a:solidFill>
                <a:srgbClr val="D6CBE0"/>
              </a:solidFill>
              <a:ln w="2103" cap="rnd" cmpd="sng" algn="ctr">
                <a:noFill/>
                <a:prstDash val="solid"/>
                <a:round/>
                <a:headEnd type="none" w="med" len="med"/>
                <a:tailEnd type="none" w="med" len="med"/>
              </a:ln>
              <a:effectLst/>
            </p:spPr>
          </p:sp>
          <p:sp>
            <p:nvSpPr>
              <p:cNvPr id="452" name="feature_6">
                <a:extLst>
                  <a:ext uri="{FF2B5EF4-FFF2-40B4-BE49-F238E27FC236}">
                    <a16:creationId xmlns:a16="http://schemas.microsoft.com/office/drawing/2014/main" id="{90518D61-E456-E269-7C70-0C6DC9CDF4F3}"/>
                  </a:ext>
                </a:extLst>
              </p:cNvPr>
              <p:cNvSpPr/>
              <p:nvPr/>
            </p:nvSpPr>
            <p:spPr>
              <a:xfrm>
                <a:off x="4186029" y="3774465"/>
                <a:ext cx="45521" cy="75555"/>
              </a:xfrm>
              <a:prstGeom prst="rect">
                <a:avLst/>
              </a:prstGeom>
              <a:solidFill>
                <a:srgbClr val="A68AB9"/>
              </a:solidFill>
              <a:ln w="2103" cap="rnd" cmpd="sng" algn="ctr">
                <a:noFill/>
                <a:prstDash val="solid"/>
                <a:round/>
                <a:headEnd type="none" w="med" len="med"/>
                <a:tailEnd type="none" w="med" len="med"/>
              </a:ln>
              <a:effectLst/>
            </p:spPr>
          </p:sp>
          <p:sp>
            <p:nvSpPr>
              <p:cNvPr id="453" name="feature_7">
                <a:extLst>
                  <a:ext uri="{FF2B5EF4-FFF2-40B4-BE49-F238E27FC236}">
                    <a16:creationId xmlns:a16="http://schemas.microsoft.com/office/drawing/2014/main" id="{8577F2CF-3E20-2788-89E6-A0CB27E6D861}"/>
                  </a:ext>
                </a:extLst>
              </p:cNvPr>
              <p:cNvSpPr/>
              <p:nvPr/>
            </p:nvSpPr>
            <p:spPr>
              <a:xfrm>
                <a:off x="4234834" y="3774465"/>
                <a:ext cx="45521" cy="75555"/>
              </a:xfrm>
              <a:prstGeom prst="rect">
                <a:avLst/>
              </a:prstGeom>
              <a:solidFill>
                <a:srgbClr val="BBA8CC"/>
              </a:solidFill>
              <a:ln w="2103" cap="rnd" cmpd="sng" algn="ctr">
                <a:noFill/>
                <a:prstDash val="solid"/>
                <a:round/>
                <a:headEnd type="none" w="med" len="med"/>
                <a:tailEnd type="none" w="med" len="med"/>
              </a:ln>
              <a:effectLst/>
            </p:spPr>
          </p:sp>
        </p:grpSp>
        <p:grpSp>
          <p:nvGrpSpPr>
            <p:cNvPr id="454" name="Language vector v_k">
              <a:extLst>
                <a:ext uri="{FF2B5EF4-FFF2-40B4-BE49-F238E27FC236}">
                  <a16:creationId xmlns:a16="http://schemas.microsoft.com/office/drawing/2014/main" id="{60F5E395-D9A0-285D-C9CF-3BDF6835EFA8}"/>
                </a:ext>
              </a:extLst>
            </p:cNvPr>
            <p:cNvGrpSpPr/>
            <p:nvPr/>
          </p:nvGrpSpPr>
          <p:grpSpPr>
            <a:xfrm>
              <a:off x="4164998" y="2998197"/>
              <a:ext cx="245236" cy="40867"/>
              <a:chOff x="3942000" y="3774465"/>
              <a:chExt cx="338355" cy="75555"/>
            </a:xfrm>
          </p:grpSpPr>
          <p:sp>
            <p:nvSpPr>
              <p:cNvPr id="455" name="feature_1">
                <a:extLst>
                  <a:ext uri="{FF2B5EF4-FFF2-40B4-BE49-F238E27FC236}">
                    <a16:creationId xmlns:a16="http://schemas.microsoft.com/office/drawing/2014/main" id="{FC356B20-4E51-F215-B176-8142CBBB119E}"/>
                  </a:ext>
                </a:extLst>
              </p:cNvPr>
              <p:cNvSpPr/>
              <p:nvPr/>
            </p:nvSpPr>
            <p:spPr>
              <a:xfrm>
                <a:off x="3942000"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56" name="feature_2">
                <a:extLst>
                  <a:ext uri="{FF2B5EF4-FFF2-40B4-BE49-F238E27FC236}">
                    <a16:creationId xmlns:a16="http://schemas.microsoft.com/office/drawing/2014/main" id="{6B9E0D98-ECD8-F0FC-B184-570D51C4F839}"/>
                  </a:ext>
                </a:extLst>
              </p:cNvPr>
              <p:cNvSpPr/>
              <p:nvPr/>
            </p:nvSpPr>
            <p:spPr>
              <a:xfrm>
                <a:off x="3990806"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57" name="feature_3">
                <a:extLst>
                  <a:ext uri="{FF2B5EF4-FFF2-40B4-BE49-F238E27FC236}">
                    <a16:creationId xmlns:a16="http://schemas.microsoft.com/office/drawing/2014/main" id="{ACA14842-79EB-EA7F-31E1-30A1C93DCCF7}"/>
                  </a:ext>
                </a:extLst>
              </p:cNvPr>
              <p:cNvSpPr/>
              <p:nvPr/>
            </p:nvSpPr>
            <p:spPr>
              <a:xfrm>
                <a:off x="4039611" y="3774465"/>
                <a:ext cx="45521" cy="75555"/>
              </a:xfrm>
              <a:prstGeom prst="rect">
                <a:avLst/>
              </a:prstGeom>
              <a:solidFill>
                <a:srgbClr val="ADD8CA"/>
              </a:solidFill>
              <a:ln w="2103" cap="rnd" cmpd="sng" algn="ctr">
                <a:noFill/>
                <a:prstDash val="solid"/>
                <a:round/>
                <a:headEnd type="none" w="med" len="med"/>
                <a:tailEnd type="none" w="med" len="med"/>
              </a:ln>
              <a:effectLst/>
            </p:spPr>
          </p:sp>
          <p:sp>
            <p:nvSpPr>
              <p:cNvPr id="458" name="feature_4">
                <a:extLst>
                  <a:ext uri="{FF2B5EF4-FFF2-40B4-BE49-F238E27FC236}">
                    <a16:creationId xmlns:a16="http://schemas.microsoft.com/office/drawing/2014/main" id="{7E86172C-9246-95EC-E773-ECE1CCB04C7E}"/>
                  </a:ext>
                </a:extLst>
              </p:cNvPr>
              <p:cNvSpPr/>
              <p:nvPr/>
            </p:nvSpPr>
            <p:spPr>
              <a:xfrm>
                <a:off x="4088417" y="3774465"/>
                <a:ext cx="45521" cy="75555"/>
              </a:xfrm>
              <a:prstGeom prst="rect">
                <a:avLst/>
              </a:prstGeom>
              <a:solidFill>
                <a:srgbClr val="CBE7DC"/>
              </a:solidFill>
              <a:ln w="2103" cap="rnd" cmpd="sng" algn="ctr">
                <a:noFill/>
                <a:prstDash val="solid"/>
                <a:round/>
                <a:headEnd type="none" w="med" len="med"/>
                <a:tailEnd type="none" w="med" len="med"/>
              </a:ln>
              <a:effectLst/>
            </p:spPr>
          </p:sp>
          <p:sp>
            <p:nvSpPr>
              <p:cNvPr id="459" name="feature_5">
                <a:extLst>
                  <a:ext uri="{FF2B5EF4-FFF2-40B4-BE49-F238E27FC236}">
                    <a16:creationId xmlns:a16="http://schemas.microsoft.com/office/drawing/2014/main" id="{86F3F00E-0B51-877B-82BF-DE51E8AB7136}"/>
                  </a:ext>
                </a:extLst>
              </p:cNvPr>
              <p:cNvSpPr/>
              <p:nvPr/>
            </p:nvSpPr>
            <p:spPr>
              <a:xfrm>
                <a:off x="4137223" y="3774465"/>
                <a:ext cx="45521" cy="75555"/>
              </a:xfrm>
              <a:prstGeom prst="rect">
                <a:avLst/>
              </a:prstGeom>
              <a:solidFill>
                <a:srgbClr val="3C9B84"/>
              </a:solidFill>
              <a:ln w="2103" cap="rnd" cmpd="sng" algn="ctr">
                <a:noFill/>
                <a:prstDash val="solid"/>
                <a:round/>
                <a:headEnd type="none" w="med" len="med"/>
                <a:tailEnd type="none" w="med" len="med"/>
              </a:ln>
              <a:effectLst/>
            </p:spPr>
          </p:sp>
          <p:sp>
            <p:nvSpPr>
              <p:cNvPr id="460" name="feature_6">
                <a:extLst>
                  <a:ext uri="{FF2B5EF4-FFF2-40B4-BE49-F238E27FC236}">
                    <a16:creationId xmlns:a16="http://schemas.microsoft.com/office/drawing/2014/main" id="{4652F87B-A8E8-4E7C-28D8-8D3AA2C2F7FD}"/>
                  </a:ext>
                </a:extLst>
              </p:cNvPr>
              <p:cNvSpPr/>
              <p:nvPr/>
            </p:nvSpPr>
            <p:spPr>
              <a:xfrm>
                <a:off x="4186029" y="3774465"/>
                <a:ext cx="45521" cy="75555"/>
              </a:xfrm>
              <a:prstGeom prst="rect">
                <a:avLst/>
              </a:prstGeom>
              <a:solidFill>
                <a:srgbClr val="6FB9A3"/>
              </a:solidFill>
              <a:ln w="2103" cap="rnd" cmpd="sng" algn="ctr">
                <a:noFill/>
                <a:prstDash val="solid"/>
                <a:round/>
                <a:headEnd type="none" w="med" len="med"/>
                <a:tailEnd type="none" w="med" len="med"/>
              </a:ln>
              <a:effectLst/>
            </p:spPr>
          </p:sp>
          <p:sp>
            <p:nvSpPr>
              <p:cNvPr id="461" name="feature_7">
                <a:extLst>
                  <a:ext uri="{FF2B5EF4-FFF2-40B4-BE49-F238E27FC236}">
                    <a16:creationId xmlns:a16="http://schemas.microsoft.com/office/drawing/2014/main" id="{6A925CD1-ACF0-9BED-08DB-C6F46AF60C3A}"/>
                  </a:ext>
                </a:extLst>
              </p:cNvPr>
              <p:cNvSpPr/>
              <p:nvPr/>
            </p:nvSpPr>
            <p:spPr>
              <a:xfrm>
                <a:off x="4234834" y="3774465"/>
                <a:ext cx="45521" cy="75555"/>
              </a:xfrm>
              <a:prstGeom prst="rect">
                <a:avLst/>
              </a:prstGeom>
              <a:solidFill>
                <a:srgbClr val="ADD8CA"/>
              </a:solidFill>
              <a:ln w="2103" cap="rnd" cmpd="sng" algn="ctr">
                <a:noFill/>
                <a:prstDash val="solid"/>
                <a:round/>
                <a:headEnd type="none" w="med" len="med"/>
                <a:tailEnd type="none" w="med" len="med"/>
              </a:ln>
              <a:effectLst/>
            </p:spPr>
          </p:sp>
        </p:grpSp>
        <p:grpSp>
          <p:nvGrpSpPr>
            <p:cNvPr id="462" name="Candidate representation h_j">
              <a:extLst>
                <a:ext uri="{FF2B5EF4-FFF2-40B4-BE49-F238E27FC236}">
                  <a16:creationId xmlns:a16="http://schemas.microsoft.com/office/drawing/2014/main" id="{49E0E358-B68C-79E6-C91D-EDD6ADEC693B}"/>
                </a:ext>
              </a:extLst>
            </p:cNvPr>
            <p:cNvGrpSpPr/>
            <p:nvPr/>
          </p:nvGrpSpPr>
          <p:grpSpPr>
            <a:xfrm>
              <a:off x="4152736" y="3366003"/>
              <a:ext cx="269760" cy="51084"/>
              <a:chOff x="2641140" y="4746825"/>
              <a:chExt cx="397485" cy="72270"/>
            </a:xfrm>
          </p:grpSpPr>
          <p:sp>
            <p:nvSpPr>
              <p:cNvPr id="463" name="feature_1">
                <a:extLst>
                  <a:ext uri="{FF2B5EF4-FFF2-40B4-BE49-F238E27FC236}">
                    <a16:creationId xmlns:a16="http://schemas.microsoft.com/office/drawing/2014/main" id="{F14B8775-F6B2-EFAF-3B70-636459AF5059}"/>
                  </a:ext>
                </a:extLst>
              </p:cNvPr>
              <p:cNvSpPr/>
              <p:nvPr/>
            </p:nvSpPr>
            <p:spPr>
              <a:xfrm>
                <a:off x="2641140" y="4746825"/>
                <a:ext cx="53968" cy="72270"/>
              </a:xfrm>
              <a:prstGeom prst="rect">
                <a:avLst/>
              </a:prstGeom>
              <a:solidFill>
                <a:srgbClr val="367FB7"/>
              </a:solidFill>
              <a:ln w="2103" cap="rnd" cmpd="sng" algn="ctr">
                <a:noFill/>
                <a:prstDash val="solid"/>
                <a:round/>
                <a:headEnd type="none" w="med" len="med"/>
                <a:tailEnd type="none" w="med" len="med"/>
              </a:ln>
              <a:effectLst/>
            </p:spPr>
          </p:sp>
          <p:sp>
            <p:nvSpPr>
              <p:cNvPr id="464" name="feature_2">
                <a:extLst>
                  <a:ext uri="{FF2B5EF4-FFF2-40B4-BE49-F238E27FC236}">
                    <a16:creationId xmlns:a16="http://schemas.microsoft.com/office/drawing/2014/main" id="{C3CFBD15-37A1-9433-1A7B-DC6156EC17C1}"/>
                  </a:ext>
                </a:extLst>
              </p:cNvPr>
              <p:cNvSpPr/>
              <p:nvPr/>
            </p:nvSpPr>
            <p:spPr>
              <a:xfrm>
                <a:off x="2698393" y="4746825"/>
                <a:ext cx="53968" cy="72270"/>
              </a:xfrm>
              <a:prstGeom prst="rect">
                <a:avLst/>
              </a:prstGeom>
              <a:solidFill>
                <a:srgbClr val="7EAED0"/>
              </a:solidFill>
              <a:ln w="2103" cap="rnd" cmpd="sng" algn="ctr">
                <a:noFill/>
                <a:prstDash val="solid"/>
                <a:round/>
                <a:headEnd type="none" w="med" len="med"/>
                <a:tailEnd type="none" w="med" len="med"/>
              </a:ln>
              <a:effectLst/>
            </p:spPr>
          </p:sp>
          <p:sp>
            <p:nvSpPr>
              <p:cNvPr id="465" name="feature_3">
                <a:extLst>
                  <a:ext uri="{FF2B5EF4-FFF2-40B4-BE49-F238E27FC236}">
                    <a16:creationId xmlns:a16="http://schemas.microsoft.com/office/drawing/2014/main" id="{3DAA6F3B-2FE1-E9E0-8A3C-DB21F04104BA}"/>
                  </a:ext>
                </a:extLst>
              </p:cNvPr>
              <p:cNvSpPr/>
              <p:nvPr/>
            </p:nvSpPr>
            <p:spPr>
              <a:xfrm>
                <a:off x="2755646" y="4746825"/>
                <a:ext cx="53968" cy="72270"/>
              </a:xfrm>
              <a:prstGeom prst="rect">
                <a:avLst/>
              </a:prstGeom>
              <a:solidFill>
                <a:srgbClr val="BCD8E7"/>
              </a:solidFill>
              <a:ln w="2103" cap="rnd" cmpd="sng" algn="ctr">
                <a:noFill/>
                <a:prstDash val="solid"/>
                <a:round/>
                <a:headEnd type="none" w="med" len="med"/>
                <a:tailEnd type="none" w="med" len="med"/>
              </a:ln>
              <a:effectLst/>
            </p:spPr>
          </p:sp>
          <p:sp>
            <p:nvSpPr>
              <p:cNvPr id="466" name="feature_4">
                <a:extLst>
                  <a:ext uri="{FF2B5EF4-FFF2-40B4-BE49-F238E27FC236}">
                    <a16:creationId xmlns:a16="http://schemas.microsoft.com/office/drawing/2014/main" id="{0CCA9839-DC57-7B24-132F-4AFCC8EB0592}"/>
                  </a:ext>
                </a:extLst>
              </p:cNvPr>
              <p:cNvSpPr/>
              <p:nvPr/>
            </p:nvSpPr>
            <p:spPr>
              <a:xfrm>
                <a:off x="2812899" y="4746825"/>
                <a:ext cx="53968" cy="72270"/>
              </a:xfrm>
              <a:prstGeom prst="rect">
                <a:avLst/>
              </a:prstGeom>
              <a:solidFill>
                <a:srgbClr val="88C3B4"/>
              </a:solidFill>
              <a:ln w="2103" cap="rnd" cmpd="sng" algn="ctr">
                <a:noFill/>
                <a:prstDash val="solid"/>
                <a:round/>
                <a:headEnd type="none" w="med" len="med"/>
                <a:tailEnd type="none" w="med" len="med"/>
              </a:ln>
              <a:effectLst/>
            </p:spPr>
          </p:sp>
          <p:sp>
            <p:nvSpPr>
              <p:cNvPr id="467" name="feature_5">
                <a:extLst>
                  <a:ext uri="{FF2B5EF4-FFF2-40B4-BE49-F238E27FC236}">
                    <a16:creationId xmlns:a16="http://schemas.microsoft.com/office/drawing/2014/main" id="{DEC7E748-3E36-74EE-6AAB-B88F261684A6}"/>
                  </a:ext>
                </a:extLst>
              </p:cNvPr>
              <p:cNvSpPr/>
              <p:nvPr/>
            </p:nvSpPr>
            <p:spPr>
              <a:xfrm>
                <a:off x="2870151" y="4746825"/>
                <a:ext cx="53968" cy="72270"/>
              </a:xfrm>
              <a:prstGeom prst="rect">
                <a:avLst/>
              </a:prstGeom>
              <a:solidFill>
                <a:srgbClr val="238777"/>
              </a:solidFill>
              <a:ln w="2103" cap="rnd" cmpd="sng" algn="ctr">
                <a:noFill/>
                <a:prstDash val="solid"/>
                <a:round/>
                <a:headEnd type="none" w="med" len="med"/>
                <a:tailEnd type="none" w="med" len="med"/>
              </a:ln>
              <a:effectLst/>
            </p:spPr>
          </p:sp>
          <p:sp>
            <p:nvSpPr>
              <p:cNvPr id="468" name="feature_6">
                <a:extLst>
                  <a:ext uri="{FF2B5EF4-FFF2-40B4-BE49-F238E27FC236}">
                    <a16:creationId xmlns:a16="http://schemas.microsoft.com/office/drawing/2014/main" id="{57B48838-48A3-0F05-2510-D3BF00C0CE4E}"/>
                  </a:ext>
                </a:extLst>
              </p:cNvPr>
              <p:cNvSpPr/>
              <p:nvPr/>
            </p:nvSpPr>
            <p:spPr>
              <a:xfrm>
                <a:off x="2927404" y="4746825"/>
                <a:ext cx="53968" cy="72270"/>
              </a:xfrm>
              <a:prstGeom prst="rect">
                <a:avLst/>
              </a:prstGeom>
              <a:solidFill>
                <a:srgbClr val="B1A4CC"/>
              </a:solidFill>
              <a:ln w="2103" cap="rnd" cmpd="sng" algn="ctr">
                <a:noFill/>
                <a:prstDash val="solid"/>
                <a:round/>
                <a:headEnd type="none" w="med" len="med"/>
                <a:tailEnd type="none" w="med" len="med"/>
              </a:ln>
              <a:effectLst/>
            </p:spPr>
          </p:sp>
          <p:sp>
            <p:nvSpPr>
              <p:cNvPr id="469" name="feature_7">
                <a:extLst>
                  <a:ext uri="{FF2B5EF4-FFF2-40B4-BE49-F238E27FC236}">
                    <a16:creationId xmlns:a16="http://schemas.microsoft.com/office/drawing/2014/main" id="{A7975602-492B-DCA8-0AE0-020309198033}"/>
                  </a:ext>
                </a:extLst>
              </p:cNvPr>
              <p:cNvSpPr/>
              <p:nvPr/>
            </p:nvSpPr>
            <p:spPr>
              <a:xfrm>
                <a:off x="2984657" y="4746825"/>
                <a:ext cx="53968" cy="72270"/>
              </a:xfrm>
              <a:prstGeom prst="rect">
                <a:avLst/>
              </a:prstGeom>
              <a:solidFill>
                <a:srgbClr val="D4CBE6"/>
              </a:solidFill>
              <a:ln w="2103" cap="rnd" cmpd="sng" algn="ctr">
                <a:noFill/>
                <a:prstDash val="solid"/>
                <a:round/>
                <a:headEnd type="none" w="med" len="med"/>
                <a:tailEnd type="none" w="med" len="med"/>
              </a:ln>
              <a:effectLst/>
            </p:spPr>
          </p:sp>
        </p:grpSp>
        <p:sp>
          <p:nvSpPr>
            <p:cNvPr id="470" name="Arrow 10 | proportional arrowhead">
              <a:extLst>
                <a:ext uri="{FF2B5EF4-FFF2-40B4-BE49-F238E27FC236}">
                  <a16:creationId xmlns:a16="http://schemas.microsoft.com/office/drawing/2014/main" id="{883E7E39-7E16-05BD-7BAB-7BCE5A9CFE72}"/>
                </a:ext>
              </a:extLst>
            </p:cNvPr>
            <p:cNvSpPr/>
            <p:nvPr/>
          </p:nvSpPr>
          <p:spPr>
            <a:xfrm>
              <a:off x="2677234"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1" name="Arrow 11 | proportional arrowhead">
              <a:extLst>
                <a:ext uri="{FF2B5EF4-FFF2-40B4-BE49-F238E27FC236}">
                  <a16:creationId xmlns:a16="http://schemas.microsoft.com/office/drawing/2014/main" id="{9192CB90-8213-C8A2-7754-B054936E2F0A}"/>
                </a:ext>
              </a:extLst>
            </p:cNvPr>
            <p:cNvSpPr/>
            <p:nvPr/>
          </p:nvSpPr>
          <p:spPr>
            <a:xfrm>
              <a:off x="3173836"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72" name="Arrow 12 | proportional arrowhead">
              <a:extLst>
                <a:ext uri="{FF2B5EF4-FFF2-40B4-BE49-F238E27FC236}">
                  <a16:creationId xmlns:a16="http://schemas.microsoft.com/office/drawing/2014/main" id="{5721A005-A0A2-B62E-2CE0-A47A79B9A5AA}"/>
                </a:ext>
              </a:extLst>
            </p:cNvPr>
            <p:cNvSpPr/>
            <p:nvPr/>
          </p:nvSpPr>
          <p:spPr>
            <a:xfrm>
              <a:off x="3340392" y="3137827"/>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73" name="Arrow 20 | proportional arrowhead">
              <a:extLst>
                <a:ext uri="{FF2B5EF4-FFF2-40B4-BE49-F238E27FC236}">
                  <a16:creationId xmlns:a16="http://schemas.microsoft.com/office/drawing/2014/main" id="{1679209D-BBE7-9DEA-8621-76C125EE1E3C}"/>
                </a:ext>
              </a:extLst>
            </p:cNvPr>
            <p:cNvSpPr/>
            <p:nvPr/>
          </p:nvSpPr>
          <p:spPr>
            <a:xfrm>
              <a:off x="2457543"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4" name="Arrow 21 | proportional arrowhead">
              <a:extLst>
                <a:ext uri="{FF2B5EF4-FFF2-40B4-BE49-F238E27FC236}">
                  <a16:creationId xmlns:a16="http://schemas.microsoft.com/office/drawing/2014/main" id="{CE5DDA9A-11DB-D381-053B-7D00CE05E375}"/>
                </a:ext>
              </a:extLst>
            </p:cNvPr>
            <p:cNvSpPr/>
            <p:nvPr/>
          </p:nvSpPr>
          <p:spPr>
            <a:xfrm>
              <a:off x="3005237" y="292113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5" name="Arrow 23 | proportional arrowhead">
              <a:extLst>
                <a:ext uri="{FF2B5EF4-FFF2-40B4-BE49-F238E27FC236}">
                  <a16:creationId xmlns:a16="http://schemas.microsoft.com/office/drawing/2014/main" id="{F3C5EAFC-0593-24CE-3655-C0F1621DAC8B}"/>
                </a:ext>
              </a:extLst>
            </p:cNvPr>
            <p:cNvSpPr/>
            <p:nvPr/>
          </p:nvSpPr>
          <p:spPr>
            <a:xfrm>
              <a:off x="3237189" y="3009436"/>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76" name="Arrow 26 | proportional arrowhead">
              <a:extLst>
                <a:ext uri="{FF2B5EF4-FFF2-40B4-BE49-F238E27FC236}">
                  <a16:creationId xmlns:a16="http://schemas.microsoft.com/office/drawing/2014/main" id="{809DD83A-7C9D-C0AA-13D3-AF73204FCA24}"/>
                </a:ext>
              </a:extLst>
            </p:cNvPr>
            <p:cNvSpPr/>
            <p:nvPr/>
          </p:nvSpPr>
          <p:spPr>
            <a:xfrm>
              <a:off x="2731390" y="315553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7" name="Arrow 28 | proportional arrowhead">
              <a:extLst>
                <a:ext uri="{FF2B5EF4-FFF2-40B4-BE49-F238E27FC236}">
                  <a16:creationId xmlns:a16="http://schemas.microsoft.com/office/drawing/2014/main" id="{21101AFA-F39D-D4C2-E87D-2D478E7FF700}"/>
                </a:ext>
              </a:extLst>
            </p:cNvPr>
            <p:cNvSpPr/>
            <p:nvPr/>
          </p:nvSpPr>
          <p:spPr>
            <a:xfrm>
              <a:off x="3218796"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78" name="Arrow 29 | proportional arrowhead">
              <a:extLst>
                <a:ext uri="{FF2B5EF4-FFF2-40B4-BE49-F238E27FC236}">
                  <a16:creationId xmlns:a16="http://schemas.microsoft.com/office/drawing/2014/main" id="{A17B75CD-A091-EC92-103A-759DE86F2C7F}"/>
                </a:ext>
              </a:extLst>
            </p:cNvPr>
            <p:cNvSpPr/>
            <p:nvPr/>
          </p:nvSpPr>
          <p:spPr>
            <a:xfrm>
              <a:off x="3340392"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79" name="Arrow 42 | proportional arrowhead">
              <a:extLst>
                <a:ext uri="{FF2B5EF4-FFF2-40B4-BE49-F238E27FC236}">
                  <a16:creationId xmlns:a16="http://schemas.microsoft.com/office/drawing/2014/main" id="{12790B2D-B35F-FA69-2FB2-769245F8A6C5}"/>
                </a:ext>
              </a:extLst>
            </p:cNvPr>
            <p:cNvSpPr/>
            <p:nvPr/>
          </p:nvSpPr>
          <p:spPr>
            <a:xfrm>
              <a:off x="3810428" y="244708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0" name="Arrow 44 | proportional arrowhead">
              <a:extLst>
                <a:ext uri="{FF2B5EF4-FFF2-40B4-BE49-F238E27FC236}">
                  <a16:creationId xmlns:a16="http://schemas.microsoft.com/office/drawing/2014/main" id="{8BC8B86D-63A5-DA30-924F-F930090A43BF}"/>
                </a:ext>
              </a:extLst>
            </p:cNvPr>
            <p:cNvSpPr/>
            <p:nvPr/>
          </p:nvSpPr>
          <p:spPr>
            <a:xfrm>
              <a:off x="4280464" y="248122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1" name="Arrow 45 | proportional arrowhead">
              <a:extLst>
                <a:ext uri="{FF2B5EF4-FFF2-40B4-BE49-F238E27FC236}">
                  <a16:creationId xmlns:a16="http://schemas.microsoft.com/office/drawing/2014/main" id="{D962DB06-7960-4086-0C20-C211CAD67AC5}"/>
                </a:ext>
              </a:extLst>
            </p:cNvPr>
            <p:cNvSpPr/>
            <p:nvPr/>
          </p:nvSpPr>
          <p:spPr>
            <a:xfrm>
              <a:off x="4750499" y="2479182"/>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2" name="Arrow 53 | proportional arrowhead">
              <a:extLst>
                <a:ext uri="{FF2B5EF4-FFF2-40B4-BE49-F238E27FC236}">
                  <a16:creationId xmlns:a16="http://schemas.microsoft.com/office/drawing/2014/main" id="{4A4D91BF-7DEB-CD55-03B1-AA09B38F7443}"/>
                </a:ext>
              </a:extLst>
            </p:cNvPr>
            <p:cNvSpPr/>
            <p:nvPr/>
          </p:nvSpPr>
          <p:spPr>
            <a:xfrm>
              <a:off x="3810428"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3" name="Arrow 55 | proportional arrowhead">
              <a:extLst>
                <a:ext uri="{FF2B5EF4-FFF2-40B4-BE49-F238E27FC236}">
                  <a16:creationId xmlns:a16="http://schemas.microsoft.com/office/drawing/2014/main" id="{C3252B6C-0611-DB24-BD50-A0FD415F7BE7}"/>
                </a:ext>
              </a:extLst>
            </p:cNvPr>
            <p:cNvSpPr/>
            <p:nvPr/>
          </p:nvSpPr>
          <p:spPr>
            <a:xfrm>
              <a:off x="4280464" y="295324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4" name="Arrow 56 | proportional arrowhead">
              <a:extLst>
                <a:ext uri="{FF2B5EF4-FFF2-40B4-BE49-F238E27FC236}">
                  <a16:creationId xmlns:a16="http://schemas.microsoft.com/office/drawing/2014/main" id="{3B25EE88-7A08-EDA7-73C4-A52A6B739D5A}"/>
                </a:ext>
              </a:extLst>
            </p:cNvPr>
            <p:cNvSpPr/>
            <p:nvPr/>
          </p:nvSpPr>
          <p:spPr>
            <a:xfrm>
              <a:off x="4750499" y="2701909"/>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5" name="Arrow 60 | proportional arrowhead">
              <a:extLst>
                <a:ext uri="{FF2B5EF4-FFF2-40B4-BE49-F238E27FC236}">
                  <a16:creationId xmlns:a16="http://schemas.microsoft.com/office/drawing/2014/main" id="{0D6B0C82-AA42-CE76-2BF3-6C333E64243A}"/>
                </a:ext>
              </a:extLst>
            </p:cNvPr>
            <p:cNvSpPr/>
            <p:nvPr/>
          </p:nvSpPr>
          <p:spPr>
            <a:xfrm>
              <a:off x="4750499" y="2916463"/>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86" name="Arrow 62 | proportional arrowhead">
              <a:extLst>
                <a:ext uri="{FF2B5EF4-FFF2-40B4-BE49-F238E27FC236}">
                  <a16:creationId xmlns:a16="http://schemas.microsoft.com/office/drawing/2014/main" id="{870B8169-109A-EFC4-DE6B-6C53F8E184A8}"/>
                </a:ext>
              </a:extLst>
            </p:cNvPr>
            <p:cNvSpPr/>
            <p:nvPr/>
          </p:nvSpPr>
          <p:spPr>
            <a:xfrm>
              <a:off x="4048511" y="3011479"/>
              <a:ext cx="18393" cy="14304"/>
            </a:xfrm>
            <a:custGeom>
              <a:avLst/>
              <a:gdLst/>
              <a:ahLst/>
              <a:cxnLst/>
              <a:rect l="0" t="0" r="0" b="0"/>
              <a:pathLst>
                <a:path w="85725" h="66675">
                  <a:moveTo>
                    <a:pt x="0" y="33338"/>
                  </a:moveTo>
                  <a:lnTo>
                    <a:pt x="85725" y="66675"/>
                  </a:lnTo>
                  <a:lnTo>
                    <a:pt x="85725" y="0"/>
                  </a:lnTo>
                  <a:close/>
                </a:path>
              </a:pathLst>
            </a:custGeom>
            <a:solidFill>
              <a:srgbClr val="397FA6"/>
            </a:solidFill>
            <a:ln w="1">
              <a:noFill/>
            </a:ln>
          </p:spPr>
        </p:sp>
        <p:sp>
          <p:nvSpPr>
            <p:cNvPr id="487" name="Arrow 63 | proportional arrowhead">
              <a:extLst>
                <a:ext uri="{FF2B5EF4-FFF2-40B4-BE49-F238E27FC236}">
                  <a16:creationId xmlns:a16="http://schemas.microsoft.com/office/drawing/2014/main" id="{AAD6CDC8-DFC3-EC61-11CB-0AACC6968247}"/>
                </a:ext>
              </a:extLst>
            </p:cNvPr>
            <p:cNvSpPr/>
            <p:nvPr/>
          </p:nvSpPr>
          <p:spPr>
            <a:xfrm>
              <a:off x="4508329" y="3011479"/>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88" name="Arrow 66 | proportional arrowhead">
              <a:extLst>
                <a:ext uri="{FF2B5EF4-FFF2-40B4-BE49-F238E27FC236}">
                  <a16:creationId xmlns:a16="http://schemas.microsoft.com/office/drawing/2014/main" id="{85574A67-AF70-D63E-A2D3-E8A04E07668F}"/>
                </a:ext>
              </a:extLst>
            </p:cNvPr>
            <p:cNvSpPr/>
            <p:nvPr/>
          </p:nvSpPr>
          <p:spPr>
            <a:xfrm>
              <a:off x="4122082" y="3217859"/>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89" name="Arrow 67 | proportional arrowhead">
              <a:extLst>
                <a:ext uri="{FF2B5EF4-FFF2-40B4-BE49-F238E27FC236}">
                  <a16:creationId xmlns:a16="http://schemas.microsoft.com/office/drawing/2014/main" id="{FC61A5F7-5A0B-C74D-6DD8-5576EA21E9D0}"/>
                </a:ext>
              </a:extLst>
            </p:cNvPr>
            <p:cNvSpPr/>
            <p:nvPr/>
          </p:nvSpPr>
          <p:spPr>
            <a:xfrm>
              <a:off x="4434758" y="3217859"/>
              <a:ext cx="18393" cy="14304"/>
            </a:xfrm>
            <a:custGeom>
              <a:avLst/>
              <a:gdLst/>
              <a:ahLst/>
              <a:cxnLst/>
              <a:rect l="0" t="0" r="0" b="0"/>
              <a:pathLst>
                <a:path w="85725" h="66675">
                  <a:moveTo>
                    <a:pt x="0" y="33338"/>
                  </a:moveTo>
                  <a:lnTo>
                    <a:pt x="85725" y="66675"/>
                  </a:lnTo>
                  <a:lnTo>
                    <a:pt x="85725" y="0"/>
                  </a:lnTo>
                  <a:close/>
                </a:path>
              </a:pathLst>
            </a:custGeom>
            <a:solidFill>
              <a:srgbClr val="2B887C"/>
            </a:solidFill>
            <a:ln w="1">
              <a:noFill/>
            </a:ln>
          </p:spPr>
        </p:sp>
        <p:sp>
          <p:nvSpPr>
            <p:cNvPr id="490" name="Arrow 68 | proportional arrowhead">
              <a:extLst>
                <a:ext uri="{FF2B5EF4-FFF2-40B4-BE49-F238E27FC236}">
                  <a16:creationId xmlns:a16="http://schemas.microsoft.com/office/drawing/2014/main" id="{65DEC0D0-18A5-924D-9734-9607FD44BDE1}"/>
                </a:ext>
              </a:extLst>
            </p:cNvPr>
            <p:cNvSpPr/>
            <p:nvPr/>
          </p:nvSpPr>
          <p:spPr>
            <a:xfrm>
              <a:off x="4280464" y="313782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1" name="Arrow 69 | proportional arrowhead">
              <a:extLst>
                <a:ext uri="{FF2B5EF4-FFF2-40B4-BE49-F238E27FC236}">
                  <a16:creationId xmlns:a16="http://schemas.microsoft.com/office/drawing/2014/main" id="{93CC0263-CBA4-2BB2-1B30-E8A0CE82BDC6}"/>
                </a:ext>
              </a:extLst>
            </p:cNvPr>
            <p:cNvSpPr/>
            <p:nvPr/>
          </p:nvSpPr>
          <p:spPr>
            <a:xfrm>
              <a:off x="4280464" y="3331266"/>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2" name="Arrow 71 | proportional arrowhead">
              <a:extLst>
                <a:ext uri="{FF2B5EF4-FFF2-40B4-BE49-F238E27FC236}">
                  <a16:creationId xmlns:a16="http://schemas.microsoft.com/office/drawing/2014/main" id="{42756275-3D3A-0E05-99FC-DD3E4E7A2AC8}"/>
                </a:ext>
              </a:extLst>
            </p:cNvPr>
            <p:cNvSpPr/>
            <p:nvPr/>
          </p:nvSpPr>
          <p:spPr>
            <a:xfrm>
              <a:off x="2457543" y="3503682"/>
              <a:ext cx="14305" cy="18390"/>
            </a:xfrm>
            <a:custGeom>
              <a:avLst/>
              <a:gdLst/>
              <a:ahLst/>
              <a:cxnLst/>
              <a:rect l="0" t="0" r="0" b="0"/>
              <a:pathLst>
                <a:path w="66675" h="85725">
                  <a:moveTo>
                    <a:pt x="33338" y="85725"/>
                  </a:moveTo>
                  <a:lnTo>
                    <a:pt x="66675" y="0"/>
                  </a:lnTo>
                  <a:lnTo>
                    <a:pt x="0" y="0"/>
                  </a:lnTo>
                  <a:close/>
                </a:path>
              </a:pathLst>
            </a:custGeom>
            <a:solidFill>
              <a:srgbClr val="397FA6"/>
            </a:solidFill>
            <a:ln w="1">
              <a:noFill/>
            </a:ln>
          </p:spPr>
        </p:sp>
        <p:sp>
          <p:nvSpPr>
            <p:cNvPr id="493" name="Arrow 72 | proportional arrowhead">
              <a:extLst>
                <a:ext uri="{FF2B5EF4-FFF2-40B4-BE49-F238E27FC236}">
                  <a16:creationId xmlns:a16="http://schemas.microsoft.com/office/drawing/2014/main" id="{AE0C9CC2-716E-E252-45E1-50FB6E1913B8}"/>
                </a:ext>
              </a:extLst>
            </p:cNvPr>
            <p:cNvSpPr/>
            <p:nvPr/>
          </p:nvSpPr>
          <p:spPr>
            <a:xfrm>
              <a:off x="2779415"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4" name="Arrow 75 | proportional arrowhead">
              <a:extLst>
                <a:ext uri="{FF2B5EF4-FFF2-40B4-BE49-F238E27FC236}">
                  <a16:creationId xmlns:a16="http://schemas.microsoft.com/office/drawing/2014/main" id="{EDE80604-4A02-F96E-C5FA-C7049FDB9DF0}"/>
                </a:ext>
              </a:extLst>
            </p:cNvPr>
            <p:cNvSpPr/>
            <p:nvPr/>
          </p:nvSpPr>
          <p:spPr>
            <a:xfrm>
              <a:off x="3615261" y="3577492"/>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sp>
          <p:nvSpPr>
            <p:cNvPr id="495" name="Arrow 76 | proportional arrowhead">
              <a:extLst>
                <a:ext uri="{FF2B5EF4-FFF2-40B4-BE49-F238E27FC236}">
                  <a16:creationId xmlns:a16="http://schemas.microsoft.com/office/drawing/2014/main" id="{1B18E344-F400-1D6B-1687-E690D036022D}"/>
                </a:ext>
              </a:extLst>
            </p:cNvPr>
            <p:cNvSpPr/>
            <p:nvPr/>
          </p:nvSpPr>
          <p:spPr>
            <a:xfrm>
              <a:off x="3843126" y="3505615"/>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496" name="Arrow 78 | proportional arrowhead">
              <a:extLst>
                <a:ext uri="{FF2B5EF4-FFF2-40B4-BE49-F238E27FC236}">
                  <a16:creationId xmlns:a16="http://schemas.microsoft.com/office/drawing/2014/main" id="{80DBBCC4-29A1-23CD-DE20-3BC8543961CD}"/>
                </a:ext>
              </a:extLst>
            </p:cNvPr>
            <p:cNvSpPr/>
            <p:nvPr/>
          </p:nvSpPr>
          <p:spPr>
            <a:xfrm>
              <a:off x="4350969" y="3577492"/>
              <a:ext cx="18393" cy="14304"/>
            </a:xfrm>
            <a:custGeom>
              <a:avLst/>
              <a:gdLst/>
              <a:ahLst/>
              <a:cxnLst/>
              <a:rect l="0" t="0" r="0" b="0"/>
              <a:pathLst>
                <a:path w="85725" h="66675">
                  <a:moveTo>
                    <a:pt x="85725" y="33338"/>
                  </a:moveTo>
                  <a:lnTo>
                    <a:pt x="0" y="0"/>
                  </a:lnTo>
                  <a:lnTo>
                    <a:pt x="0" y="66675"/>
                  </a:lnTo>
                  <a:close/>
                </a:path>
              </a:pathLst>
            </a:custGeom>
            <a:solidFill>
              <a:srgbClr val="2B887C"/>
            </a:solidFill>
            <a:ln w="1">
              <a:noFill/>
            </a:ln>
          </p:spPr>
        </p:sp>
        <p:sp>
          <p:nvSpPr>
            <p:cNvPr id="497" name="c | shared input to candidate crop | proportional arrowhead">
              <a:extLst>
                <a:ext uri="{FF2B5EF4-FFF2-40B4-BE49-F238E27FC236}">
                  <a16:creationId xmlns:a16="http://schemas.microsoft.com/office/drawing/2014/main" id="{2D012B36-D3F9-4373-C0B3-2638B06AB565}"/>
                </a:ext>
              </a:extLst>
            </p:cNvPr>
            <p:cNvSpPr/>
            <p:nvPr/>
          </p:nvSpPr>
          <p:spPr>
            <a:xfrm>
              <a:off x="2215373" y="2208436"/>
              <a:ext cx="18393" cy="14304"/>
            </a:xfrm>
            <a:custGeom>
              <a:avLst/>
              <a:gdLst/>
              <a:ahLst/>
              <a:cxnLst/>
              <a:rect l="0" t="0" r="0" b="0"/>
              <a:pathLst>
                <a:path w="85725" h="66675">
                  <a:moveTo>
                    <a:pt x="85725" y="33338"/>
                  </a:moveTo>
                  <a:lnTo>
                    <a:pt x="0" y="0"/>
                  </a:lnTo>
                  <a:lnTo>
                    <a:pt x="0" y="66675"/>
                  </a:lnTo>
                  <a:close/>
                </a:path>
              </a:pathLst>
            </a:custGeom>
            <a:solidFill>
              <a:srgbClr val="397FA6"/>
            </a:solidFill>
            <a:ln w="1">
              <a:noFill/>
            </a:ln>
          </p:spPr>
        </p:sp>
      </p:grpSp>
      <p:grpSp>
        <p:nvGrpSpPr>
          <p:cNvPr id="498" name="d | Build: downstream pose reconstruction">
            <a:extLst>
              <a:ext uri="{FF2B5EF4-FFF2-40B4-BE49-F238E27FC236}">
                <a16:creationId xmlns:a16="http://schemas.microsoft.com/office/drawing/2014/main" id="{4C922834-3692-0CDF-71DC-143D30C4E581}"/>
              </a:ext>
            </a:extLst>
          </p:cNvPr>
          <p:cNvGrpSpPr/>
          <p:nvPr/>
        </p:nvGrpSpPr>
        <p:grpSpPr>
          <a:xfrm>
            <a:off x="1405608" y="3880469"/>
            <a:ext cx="3668807" cy="544065"/>
            <a:chOff x="65700" y="5420250"/>
            <a:chExt cx="5124600" cy="759952"/>
          </a:xfrm>
        </p:grpSpPr>
        <p:sp>
          <p:nvSpPr>
            <p:cNvPr id="499" name="d | panel background">
              <a:extLst>
                <a:ext uri="{FF2B5EF4-FFF2-40B4-BE49-F238E27FC236}">
                  <a16:creationId xmlns:a16="http://schemas.microsoft.com/office/drawing/2014/main" id="{5594094E-42EA-E149-D908-CEE5401AD661}"/>
                </a:ext>
              </a:extLst>
            </p:cNvPr>
            <p:cNvSpPr/>
            <p:nvPr/>
          </p:nvSpPr>
          <p:spPr>
            <a:xfrm>
              <a:off x="65700" y="5420250"/>
              <a:ext cx="5124600" cy="748980"/>
            </a:xfrm>
            <a:prstGeom prst="roundRect">
              <a:avLst>
                <a:gd name="adj" fmla="val 5263"/>
              </a:avLst>
            </a:prstGeom>
            <a:solidFill>
              <a:srgbClr val="FCFAF5"/>
            </a:solidFill>
            <a:ln w="6480" cap="rnd" cmpd="sng" algn="ctr">
              <a:solidFill>
                <a:srgbClr val="D8CAB6"/>
              </a:solidFill>
              <a:prstDash val="solid"/>
              <a:round/>
              <a:headEnd type="none" w="med" len="med"/>
              <a:tailEnd type="none" w="med" len="med"/>
            </a:ln>
            <a:effectLst/>
          </p:spPr>
        </p:sp>
        <p:sp>
          <p:nvSpPr>
            <p:cNvPr id="500" name="Text | d">
              <a:extLst>
                <a:ext uri="{FF2B5EF4-FFF2-40B4-BE49-F238E27FC236}">
                  <a16:creationId xmlns:a16="http://schemas.microsoft.com/office/drawing/2014/main" id="{16BACAC9-90BF-03E9-8FF6-4CAAC6E4BE9B}"/>
                </a:ext>
              </a:extLst>
            </p:cNvPr>
            <p:cNvSpPr txBox="1"/>
            <p:nvPr/>
          </p:nvSpPr>
          <p:spPr>
            <a:xfrm>
              <a:off x="137970" y="5426820"/>
              <a:ext cx="143553" cy="191253"/>
            </a:xfrm>
            <a:prstGeom prst="rect">
              <a:avLst/>
            </a:prstGeom>
            <a:noFill/>
            <a:ln>
              <a:noFill/>
            </a:ln>
            <a:effectLst/>
          </p:spPr>
          <p:txBody>
            <a:bodyPr vertOverflow="overflow" horzOverflow="overflow" wrap="none" lIns="0" tIns="0" rIns="0" bIns="0" anchor="t" anchorCtr="0">
              <a:noAutofit/>
            </a:bodyPr>
            <a:lstStyle/>
            <a:p>
              <a:r>
                <a:rPr lang="en-US" sz="760" b="1" dirty="0">
                  <a:solidFill>
                    <a:srgbClr val="1D3043"/>
                  </a:solidFill>
                  <a:latin typeface="Arial"/>
                  <a:ea typeface="Arial"/>
                  <a:cs typeface="Arial"/>
                </a:rPr>
                <a:t>d</a:t>
              </a:r>
              <a:endParaRPr lang="en-US" sz="760"/>
            </a:p>
          </p:txBody>
        </p:sp>
        <p:sp>
          <p:nvSpPr>
            <p:cNvPr id="501" name="Text | Build: downstream pose reconstruction">
              <a:extLst>
                <a:ext uri="{FF2B5EF4-FFF2-40B4-BE49-F238E27FC236}">
                  <a16:creationId xmlns:a16="http://schemas.microsoft.com/office/drawing/2014/main" id="{01B1EFEF-31A9-1CB4-313F-169835B6E8EB}"/>
                </a:ext>
              </a:extLst>
            </p:cNvPr>
            <p:cNvSpPr txBox="1"/>
            <p:nvPr/>
          </p:nvSpPr>
          <p:spPr>
            <a:xfrm>
              <a:off x="279225" y="5446530"/>
              <a:ext cx="2524252" cy="158600"/>
            </a:xfrm>
            <a:prstGeom prst="rect">
              <a:avLst/>
            </a:prstGeom>
            <a:noFill/>
            <a:ln>
              <a:noFill/>
            </a:ln>
            <a:effectLst/>
          </p:spPr>
          <p:txBody>
            <a:bodyPr vertOverflow="overflow" horzOverflow="overflow" wrap="none" lIns="0" tIns="0" rIns="0" bIns="0" anchor="t" anchorCtr="0">
              <a:noAutofit/>
            </a:bodyPr>
            <a:lstStyle/>
            <a:p>
              <a:r>
                <a:rPr lang="en-US" sz="629" b="1" dirty="0">
                  <a:solidFill>
                    <a:srgbClr val="1D3043"/>
                  </a:solidFill>
                  <a:latin typeface="Arial"/>
                  <a:ea typeface="Arial"/>
                  <a:cs typeface="Arial"/>
                </a:rPr>
                <a:t>Build: downstream pose reconstruction</a:t>
              </a:r>
              <a:endParaRPr lang="en-US" sz="629"/>
            </a:p>
          </p:txBody>
        </p:sp>
        <p:grpSp>
          <p:nvGrpSpPr>
            <p:cNvPr id="502" name="d | Site p: local receptor environment">
              <a:extLst>
                <a:ext uri="{FF2B5EF4-FFF2-40B4-BE49-F238E27FC236}">
                  <a16:creationId xmlns:a16="http://schemas.microsoft.com/office/drawing/2014/main" id="{6CB62F54-6EFF-A2E3-75EB-2BC5B0A75748}"/>
                </a:ext>
              </a:extLst>
            </p:cNvPr>
            <p:cNvGrpSpPr/>
            <p:nvPr/>
          </p:nvGrpSpPr>
          <p:grpSpPr>
            <a:xfrm>
              <a:off x="156538" y="5645738"/>
              <a:ext cx="422329" cy="355206"/>
              <a:chOff x="156538" y="5645738"/>
              <a:chExt cx="422329" cy="355206"/>
            </a:xfrm>
          </p:grpSpPr>
          <p:sp>
            <p:nvSpPr>
              <p:cNvPr id="503" name="ellipse_2785">
                <a:extLst>
                  <a:ext uri="{FF2B5EF4-FFF2-40B4-BE49-F238E27FC236}">
                    <a16:creationId xmlns:a16="http://schemas.microsoft.com/office/drawing/2014/main" id="{A12DCA60-B043-6023-979B-C3B6B083B57A}"/>
                  </a:ext>
                </a:extLst>
              </p:cNvPr>
              <p:cNvSpPr/>
              <p:nvPr/>
            </p:nvSpPr>
            <p:spPr>
              <a:xfrm>
                <a:off x="222058" y="5716873"/>
                <a:ext cx="33105" cy="33105"/>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4" name="ellipse_2786">
                <a:extLst>
                  <a:ext uri="{FF2B5EF4-FFF2-40B4-BE49-F238E27FC236}">
                    <a16:creationId xmlns:a16="http://schemas.microsoft.com/office/drawing/2014/main" id="{51F028FF-7688-878D-4612-817C67FD091B}"/>
                  </a:ext>
                </a:extLst>
              </p:cNvPr>
              <p:cNvSpPr/>
              <p:nvPr/>
            </p:nvSpPr>
            <p:spPr>
              <a:xfrm>
                <a:off x="157899" y="5757423"/>
                <a:ext cx="31010" cy="3101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05" name="ellipse_2787">
                <a:extLst>
                  <a:ext uri="{FF2B5EF4-FFF2-40B4-BE49-F238E27FC236}">
                    <a16:creationId xmlns:a16="http://schemas.microsoft.com/office/drawing/2014/main" id="{CAD72E91-244A-CB0D-60AD-B647477A7C41}"/>
                  </a:ext>
                </a:extLst>
              </p:cNvPr>
              <p:cNvSpPr/>
              <p:nvPr/>
            </p:nvSpPr>
            <p:spPr>
              <a:xfrm>
                <a:off x="352661" y="5961347"/>
                <a:ext cx="39598" cy="39598"/>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06" name="ellipse_2788">
                <a:extLst>
                  <a:ext uri="{FF2B5EF4-FFF2-40B4-BE49-F238E27FC236}">
                    <a16:creationId xmlns:a16="http://schemas.microsoft.com/office/drawing/2014/main" id="{ADA92AAE-1702-16A3-2EEA-774271D640B4}"/>
                  </a:ext>
                </a:extLst>
              </p:cNvPr>
              <p:cNvSpPr/>
              <p:nvPr/>
            </p:nvSpPr>
            <p:spPr>
              <a:xfrm>
                <a:off x="438877" y="5870428"/>
                <a:ext cx="41094" cy="41094"/>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7" name="ellipse_2789">
                <a:extLst>
                  <a:ext uri="{FF2B5EF4-FFF2-40B4-BE49-F238E27FC236}">
                    <a16:creationId xmlns:a16="http://schemas.microsoft.com/office/drawing/2014/main" id="{594792D1-925D-D998-ADDE-BD491ACEFEB5}"/>
                  </a:ext>
                </a:extLst>
              </p:cNvPr>
              <p:cNvSpPr/>
              <p:nvPr/>
            </p:nvSpPr>
            <p:spPr>
              <a:xfrm>
                <a:off x="191193" y="5812140"/>
                <a:ext cx="37340" cy="3734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08" name="ellipse_2790">
                <a:extLst>
                  <a:ext uri="{FF2B5EF4-FFF2-40B4-BE49-F238E27FC236}">
                    <a16:creationId xmlns:a16="http://schemas.microsoft.com/office/drawing/2014/main" id="{B9DBBBD2-80AD-D3F3-4E78-EAA70928CDE7}"/>
                  </a:ext>
                </a:extLst>
              </p:cNvPr>
              <p:cNvSpPr/>
              <p:nvPr/>
            </p:nvSpPr>
            <p:spPr>
              <a:xfrm>
                <a:off x="156538" y="5808499"/>
                <a:ext cx="31250" cy="31250"/>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09" name="ellipse_2791">
                <a:extLst>
                  <a:ext uri="{FF2B5EF4-FFF2-40B4-BE49-F238E27FC236}">
                    <a16:creationId xmlns:a16="http://schemas.microsoft.com/office/drawing/2014/main" id="{1A0D6CBC-EBF0-C846-97C9-2B0755CF669A}"/>
                  </a:ext>
                </a:extLst>
              </p:cNvPr>
              <p:cNvSpPr/>
              <p:nvPr/>
            </p:nvSpPr>
            <p:spPr>
              <a:xfrm>
                <a:off x="214413" y="5773744"/>
                <a:ext cx="37480" cy="37480"/>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10" name="ellipse_2792">
                <a:extLst>
                  <a:ext uri="{FF2B5EF4-FFF2-40B4-BE49-F238E27FC236}">
                    <a16:creationId xmlns:a16="http://schemas.microsoft.com/office/drawing/2014/main" id="{D86C228B-9715-013B-1372-E9C632AA0C69}"/>
                  </a:ext>
                </a:extLst>
              </p:cNvPr>
              <p:cNvSpPr/>
              <p:nvPr/>
            </p:nvSpPr>
            <p:spPr>
              <a:xfrm>
                <a:off x="230297" y="5731041"/>
                <a:ext cx="41343" cy="41343"/>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11" name="ellipse_2793">
                <a:extLst>
                  <a:ext uri="{FF2B5EF4-FFF2-40B4-BE49-F238E27FC236}">
                    <a16:creationId xmlns:a16="http://schemas.microsoft.com/office/drawing/2014/main" id="{3A1B6AF3-5148-60FF-787B-428B60C4104C}"/>
                  </a:ext>
                </a:extLst>
              </p:cNvPr>
              <p:cNvSpPr/>
              <p:nvPr/>
            </p:nvSpPr>
            <p:spPr>
              <a:xfrm>
                <a:off x="288920" y="5925724"/>
                <a:ext cx="30597" cy="3059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12" name="ellipse_2794">
                <a:extLst>
                  <a:ext uri="{FF2B5EF4-FFF2-40B4-BE49-F238E27FC236}">
                    <a16:creationId xmlns:a16="http://schemas.microsoft.com/office/drawing/2014/main" id="{A7A7E497-9ACA-727C-B6FE-FDC945ADFE5A}"/>
                  </a:ext>
                </a:extLst>
              </p:cNvPr>
              <p:cNvSpPr/>
              <p:nvPr/>
            </p:nvSpPr>
            <p:spPr>
              <a:xfrm>
                <a:off x="211344" y="5754420"/>
                <a:ext cx="27111" cy="27111"/>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13" name="ellipse_2795">
                <a:extLst>
                  <a:ext uri="{FF2B5EF4-FFF2-40B4-BE49-F238E27FC236}">
                    <a16:creationId xmlns:a16="http://schemas.microsoft.com/office/drawing/2014/main" id="{EDC068A5-FFD8-7C85-C5EE-449528339038}"/>
                  </a:ext>
                </a:extLst>
              </p:cNvPr>
              <p:cNvSpPr/>
              <p:nvPr/>
            </p:nvSpPr>
            <p:spPr>
              <a:xfrm>
                <a:off x="328690" y="5965326"/>
                <a:ext cx="32486" cy="324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514" name="ellipse_2796">
                <a:extLst>
                  <a:ext uri="{FF2B5EF4-FFF2-40B4-BE49-F238E27FC236}">
                    <a16:creationId xmlns:a16="http://schemas.microsoft.com/office/drawing/2014/main" id="{BA5D1445-CCBF-AD18-5195-7CFACAD7137E}"/>
                  </a:ext>
                </a:extLst>
              </p:cNvPr>
              <p:cNvSpPr/>
              <p:nvPr/>
            </p:nvSpPr>
            <p:spPr>
              <a:xfrm>
                <a:off x="253216" y="5709285"/>
                <a:ext cx="35201" cy="35201"/>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15" name="ellipse_2797">
                <a:extLst>
                  <a:ext uri="{FF2B5EF4-FFF2-40B4-BE49-F238E27FC236}">
                    <a16:creationId xmlns:a16="http://schemas.microsoft.com/office/drawing/2014/main" id="{515BA9A2-BDF3-57B1-B418-C94097B7AE80}"/>
                  </a:ext>
                </a:extLst>
              </p:cNvPr>
              <p:cNvSpPr/>
              <p:nvPr/>
            </p:nvSpPr>
            <p:spPr>
              <a:xfrm>
                <a:off x="200456" y="5781621"/>
                <a:ext cx="33128" cy="33128"/>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6" name="ellipse_2798">
                <a:extLst>
                  <a:ext uri="{FF2B5EF4-FFF2-40B4-BE49-F238E27FC236}">
                    <a16:creationId xmlns:a16="http://schemas.microsoft.com/office/drawing/2014/main" id="{2B4CBFD0-73C3-6605-0083-7DF46224C668}"/>
                  </a:ext>
                </a:extLst>
              </p:cNvPr>
              <p:cNvSpPr/>
              <p:nvPr/>
            </p:nvSpPr>
            <p:spPr>
              <a:xfrm>
                <a:off x="310661" y="5909736"/>
                <a:ext cx="36434" cy="3643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17" name="ellipse_2799">
                <a:extLst>
                  <a:ext uri="{FF2B5EF4-FFF2-40B4-BE49-F238E27FC236}">
                    <a16:creationId xmlns:a16="http://schemas.microsoft.com/office/drawing/2014/main" id="{2A9BC2F7-88FC-537D-2761-AFE3D3D3200E}"/>
                  </a:ext>
                </a:extLst>
              </p:cNvPr>
              <p:cNvSpPr/>
              <p:nvPr/>
            </p:nvSpPr>
            <p:spPr>
              <a:xfrm>
                <a:off x="338250" y="5949390"/>
                <a:ext cx="39962" cy="39962"/>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18" name="ellipse_2800">
                <a:extLst>
                  <a:ext uri="{FF2B5EF4-FFF2-40B4-BE49-F238E27FC236}">
                    <a16:creationId xmlns:a16="http://schemas.microsoft.com/office/drawing/2014/main" id="{19A3CE69-1564-E07F-C6A2-ED4211D156F3}"/>
                  </a:ext>
                </a:extLst>
              </p:cNvPr>
              <p:cNvSpPr/>
              <p:nvPr/>
            </p:nvSpPr>
            <p:spPr>
              <a:xfrm>
                <a:off x="502631" y="5852476"/>
                <a:ext cx="35284" cy="3528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19" name="ellipse_2801">
                <a:extLst>
                  <a:ext uri="{FF2B5EF4-FFF2-40B4-BE49-F238E27FC236}">
                    <a16:creationId xmlns:a16="http://schemas.microsoft.com/office/drawing/2014/main" id="{0CE88042-6130-A0AC-D34C-6EDE538A15C0}"/>
                  </a:ext>
                </a:extLst>
              </p:cNvPr>
              <p:cNvSpPr/>
              <p:nvPr/>
            </p:nvSpPr>
            <p:spPr>
              <a:xfrm>
                <a:off x="461331" y="5929487"/>
                <a:ext cx="33865" cy="3386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20" name="ellipse_2802">
                <a:extLst>
                  <a:ext uri="{FF2B5EF4-FFF2-40B4-BE49-F238E27FC236}">
                    <a16:creationId xmlns:a16="http://schemas.microsoft.com/office/drawing/2014/main" id="{363002B6-D4CA-2A9E-299A-65312E69323A}"/>
                  </a:ext>
                </a:extLst>
              </p:cNvPr>
              <p:cNvSpPr/>
              <p:nvPr/>
            </p:nvSpPr>
            <p:spPr>
              <a:xfrm>
                <a:off x="486398" y="5815231"/>
                <a:ext cx="28943" cy="28943"/>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521" name="ellipse_2803">
                <a:extLst>
                  <a:ext uri="{FF2B5EF4-FFF2-40B4-BE49-F238E27FC236}">
                    <a16:creationId xmlns:a16="http://schemas.microsoft.com/office/drawing/2014/main" id="{F7B99FE0-23EE-89CE-101D-26DEF67E4BCC}"/>
                  </a:ext>
                </a:extLst>
              </p:cNvPr>
              <p:cNvSpPr/>
              <p:nvPr/>
            </p:nvSpPr>
            <p:spPr>
              <a:xfrm>
                <a:off x="222653" y="5892536"/>
                <a:ext cx="35084" cy="3508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22" name="ellipse_2804">
                <a:extLst>
                  <a:ext uri="{FF2B5EF4-FFF2-40B4-BE49-F238E27FC236}">
                    <a16:creationId xmlns:a16="http://schemas.microsoft.com/office/drawing/2014/main" id="{E43407AF-3BBF-6BED-5776-DCAFD3A5C6CD}"/>
                  </a:ext>
                </a:extLst>
              </p:cNvPr>
              <p:cNvSpPr/>
              <p:nvPr/>
            </p:nvSpPr>
            <p:spPr>
              <a:xfrm>
                <a:off x="417986" y="5893032"/>
                <a:ext cx="35733" cy="3573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3" name="ellipse_2805">
                <a:extLst>
                  <a:ext uri="{FF2B5EF4-FFF2-40B4-BE49-F238E27FC236}">
                    <a16:creationId xmlns:a16="http://schemas.microsoft.com/office/drawing/2014/main" id="{FB6E9BF8-EDD9-C4BB-DBC9-8EA711C786E5}"/>
                  </a:ext>
                </a:extLst>
              </p:cNvPr>
              <p:cNvSpPr/>
              <p:nvPr/>
            </p:nvSpPr>
            <p:spPr>
              <a:xfrm>
                <a:off x="489955" y="5762771"/>
                <a:ext cx="36877" cy="36877"/>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524" name="ellipse_2806">
                <a:extLst>
                  <a:ext uri="{FF2B5EF4-FFF2-40B4-BE49-F238E27FC236}">
                    <a16:creationId xmlns:a16="http://schemas.microsoft.com/office/drawing/2014/main" id="{505D5B54-BA61-B1B3-3704-848C17D96BFB}"/>
                  </a:ext>
                </a:extLst>
              </p:cNvPr>
              <p:cNvSpPr/>
              <p:nvPr/>
            </p:nvSpPr>
            <p:spPr>
              <a:xfrm>
                <a:off x="301737" y="5960812"/>
                <a:ext cx="27261" cy="27261"/>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525" name="ellipse_2807">
                <a:extLst>
                  <a:ext uri="{FF2B5EF4-FFF2-40B4-BE49-F238E27FC236}">
                    <a16:creationId xmlns:a16="http://schemas.microsoft.com/office/drawing/2014/main" id="{5078FD94-FACF-AEAB-981A-1C425E8A9488}"/>
                  </a:ext>
                </a:extLst>
              </p:cNvPr>
              <p:cNvSpPr/>
              <p:nvPr/>
            </p:nvSpPr>
            <p:spPr>
              <a:xfrm>
                <a:off x="472780" y="5755231"/>
                <a:ext cx="34925" cy="34925"/>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26" name="ellipse_2808">
                <a:extLst>
                  <a:ext uri="{FF2B5EF4-FFF2-40B4-BE49-F238E27FC236}">
                    <a16:creationId xmlns:a16="http://schemas.microsoft.com/office/drawing/2014/main" id="{694F1E2C-FC22-8D28-3530-07FD0E8AF95A}"/>
                  </a:ext>
                </a:extLst>
              </p:cNvPr>
              <p:cNvSpPr/>
              <p:nvPr/>
            </p:nvSpPr>
            <p:spPr>
              <a:xfrm>
                <a:off x="384561" y="5910298"/>
                <a:ext cx="39938" cy="39938"/>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527" name="ellipse_2809">
                <a:extLst>
                  <a:ext uri="{FF2B5EF4-FFF2-40B4-BE49-F238E27FC236}">
                    <a16:creationId xmlns:a16="http://schemas.microsoft.com/office/drawing/2014/main" id="{3077695A-3B4F-C2FA-CF76-534AE8019AA2}"/>
                  </a:ext>
                </a:extLst>
              </p:cNvPr>
              <p:cNvSpPr/>
              <p:nvPr/>
            </p:nvSpPr>
            <p:spPr>
              <a:xfrm>
                <a:off x="214896" y="5800999"/>
                <a:ext cx="27799" cy="2779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28" name="ellipse_2810">
                <a:extLst>
                  <a:ext uri="{FF2B5EF4-FFF2-40B4-BE49-F238E27FC236}">
                    <a16:creationId xmlns:a16="http://schemas.microsoft.com/office/drawing/2014/main" id="{5A6DFB49-DB6F-3F6E-9F5A-6C526F9CE43A}"/>
                  </a:ext>
                </a:extLst>
              </p:cNvPr>
              <p:cNvSpPr/>
              <p:nvPr/>
            </p:nvSpPr>
            <p:spPr>
              <a:xfrm>
                <a:off x="350583" y="5908348"/>
                <a:ext cx="26436" cy="264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29" name="ellipse_2811">
                <a:extLst>
                  <a:ext uri="{FF2B5EF4-FFF2-40B4-BE49-F238E27FC236}">
                    <a16:creationId xmlns:a16="http://schemas.microsoft.com/office/drawing/2014/main" id="{183AC548-6193-3383-59F2-FFD8D2D62502}"/>
                  </a:ext>
                </a:extLst>
              </p:cNvPr>
              <p:cNvSpPr/>
              <p:nvPr/>
            </p:nvSpPr>
            <p:spPr>
              <a:xfrm>
                <a:off x="282756" y="5712473"/>
                <a:ext cx="27768" cy="277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0" name="ellipse_2812">
                <a:extLst>
                  <a:ext uri="{FF2B5EF4-FFF2-40B4-BE49-F238E27FC236}">
                    <a16:creationId xmlns:a16="http://schemas.microsoft.com/office/drawing/2014/main" id="{7A4CBBB3-8BAE-FE82-41DA-59393A2A42E4}"/>
                  </a:ext>
                </a:extLst>
              </p:cNvPr>
              <p:cNvSpPr/>
              <p:nvPr/>
            </p:nvSpPr>
            <p:spPr>
              <a:xfrm>
                <a:off x="374172" y="5671047"/>
                <a:ext cx="30329" cy="30329"/>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31" name="ellipse_2813">
                <a:extLst>
                  <a:ext uri="{FF2B5EF4-FFF2-40B4-BE49-F238E27FC236}">
                    <a16:creationId xmlns:a16="http://schemas.microsoft.com/office/drawing/2014/main" id="{F24C19DF-7263-D858-1A4B-0E18EB6F1934}"/>
                  </a:ext>
                </a:extLst>
              </p:cNvPr>
              <p:cNvSpPr/>
              <p:nvPr/>
            </p:nvSpPr>
            <p:spPr>
              <a:xfrm>
                <a:off x="420125" y="5682990"/>
                <a:ext cx="26085" cy="2608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532" name="ellipse_2814">
                <a:extLst>
                  <a:ext uri="{FF2B5EF4-FFF2-40B4-BE49-F238E27FC236}">
                    <a16:creationId xmlns:a16="http://schemas.microsoft.com/office/drawing/2014/main" id="{4DF95B6C-C81F-4D9E-CBD7-7C3041492F2E}"/>
                  </a:ext>
                </a:extLst>
              </p:cNvPr>
              <p:cNvSpPr/>
              <p:nvPr/>
            </p:nvSpPr>
            <p:spPr>
              <a:xfrm>
                <a:off x="487182" y="5836376"/>
                <a:ext cx="35316" cy="35316"/>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533" name="ellipse_2815">
                <a:extLst>
                  <a:ext uri="{FF2B5EF4-FFF2-40B4-BE49-F238E27FC236}">
                    <a16:creationId xmlns:a16="http://schemas.microsoft.com/office/drawing/2014/main" id="{EAEA41C7-C674-293D-43F4-2F66F044A12F}"/>
                  </a:ext>
                </a:extLst>
              </p:cNvPr>
              <p:cNvSpPr/>
              <p:nvPr/>
            </p:nvSpPr>
            <p:spPr>
              <a:xfrm>
                <a:off x="494466" y="5772208"/>
                <a:ext cx="40811" cy="40811"/>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34" name="ellipse_2816">
                <a:extLst>
                  <a:ext uri="{FF2B5EF4-FFF2-40B4-BE49-F238E27FC236}">
                    <a16:creationId xmlns:a16="http://schemas.microsoft.com/office/drawing/2014/main" id="{FE8A2A2A-5C61-D3F1-C2AC-2F96AA316691}"/>
                  </a:ext>
                </a:extLst>
              </p:cNvPr>
              <p:cNvSpPr/>
              <p:nvPr/>
            </p:nvSpPr>
            <p:spPr>
              <a:xfrm>
                <a:off x="347990" y="5945745"/>
                <a:ext cx="27119" cy="2711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35" name="ellipse_2817">
                <a:extLst>
                  <a:ext uri="{FF2B5EF4-FFF2-40B4-BE49-F238E27FC236}">
                    <a16:creationId xmlns:a16="http://schemas.microsoft.com/office/drawing/2014/main" id="{154171F8-CF16-A11C-A64C-30FAAC160BE1}"/>
                  </a:ext>
                </a:extLst>
              </p:cNvPr>
              <p:cNvSpPr/>
              <p:nvPr/>
            </p:nvSpPr>
            <p:spPr>
              <a:xfrm>
                <a:off x="496587" y="5882763"/>
                <a:ext cx="38312" cy="3831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36" name="ellipse_2818">
                <a:extLst>
                  <a:ext uri="{FF2B5EF4-FFF2-40B4-BE49-F238E27FC236}">
                    <a16:creationId xmlns:a16="http://schemas.microsoft.com/office/drawing/2014/main" id="{1005942C-00D7-8A1C-137B-E1D86938330F}"/>
                  </a:ext>
                </a:extLst>
              </p:cNvPr>
              <p:cNvSpPr/>
              <p:nvPr/>
            </p:nvSpPr>
            <p:spPr>
              <a:xfrm>
                <a:off x="478834" y="5854066"/>
                <a:ext cx="25188" cy="25188"/>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37" name="ellipse_2819">
                <a:extLst>
                  <a:ext uri="{FF2B5EF4-FFF2-40B4-BE49-F238E27FC236}">
                    <a16:creationId xmlns:a16="http://schemas.microsoft.com/office/drawing/2014/main" id="{73B36372-871B-FA4B-1FCA-7A0E91EE9E36}"/>
                  </a:ext>
                </a:extLst>
              </p:cNvPr>
              <p:cNvSpPr/>
              <p:nvPr/>
            </p:nvSpPr>
            <p:spPr>
              <a:xfrm>
                <a:off x="506296" y="5808800"/>
                <a:ext cx="30249" cy="30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38" name="ellipse_2820">
                <a:extLst>
                  <a:ext uri="{FF2B5EF4-FFF2-40B4-BE49-F238E27FC236}">
                    <a16:creationId xmlns:a16="http://schemas.microsoft.com/office/drawing/2014/main" id="{F7F8A5DD-DBDE-CB37-B237-9C609C1A6546}"/>
                  </a:ext>
                </a:extLst>
              </p:cNvPr>
              <p:cNvSpPr/>
              <p:nvPr/>
            </p:nvSpPr>
            <p:spPr>
              <a:xfrm>
                <a:off x="293539" y="5658834"/>
                <a:ext cx="25763" cy="2576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39" name="ellipse_2821">
                <a:extLst>
                  <a:ext uri="{FF2B5EF4-FFF2-40B4-BE49-F238E27FC236}">
                    <a16:creationId xmlns:a16="http://schemas.microsoft.com/office/drawing/2014/main" id="{1979733E-CB2D-7A67-5FC5-DD9627A39CD3}"/>
                  </a:ext>
                </a:extLst>
              </p:cNvPr>
              <p:cNvSpPr/>
              <p:nvPr/>
            </p:nvSpPr>
            <p:spPr>
              <a:xfrm>
                <a:off x="181742" y="5723425"/>
                <a:ext cx="25033" cy="25033"/>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540" name="ellipse_2822">
                <a:extLst>
                  <a:ext uri="{FF2B5EF4-FFF2-40B4-BE49-F238E27FC236}">
                    <a16:creationId xmlns:a16="http://schemas.microsoft.com/office/drawing/2014/main" id="{C4372E0D-93CD-8E04-1985-70BFD8B50C97}"/>
                  </a:ext>
                </a:extLst>
              </p:cNvPr>
              <p:cNvSpPr/>
              <p:nvPr/>
            </p:nvSpPr>
            <p:spPr>
              <a:xfrm>
                <a:off x="202176" y="5882924"/>
                <a:ext cx="37759" cy="37759"/>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541" name="ellipse_2823">
                <a:extLst>
                  <a:ext uri="{FF2B5EF4-FFF2-40B4-BE49-F238E27FC236}">
                    <a16:creationId xmlns:a16="http://schemas.microsoft.com/office/drawing/2014/main" id="{55197BFF-C785-D4CA-F15F-40A20C659306}"/>
                  </a:ext>
                </a:extLst>
              </p:cNvPr>
              <p:cNvSpPr/>
              <p:nvPr/>
            </p:nvSpPr>
            <p:spPr>
              <a:xfrm>
                <a:off x="172763" y="5801652"/>
                <a:ext cx="35653" cy="35653"/>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42" name="ellipse_2824">
                <a:extLst>
                  <a:ext uri="{FF2B5EF4-FFF2-40B4-BE49-F238E27FC236}">
                    <a16:creationId xmlns:a16="http://schemas.microsoft.com/office/drawing/2014/main" id="{21C32A1E-A7BC-45B3-1FEC-E2F2866A5919}"/>
                  </a:ext>
                </a:extLst>
              </p:cNvPr>
              <p:cNvSpPr/>
              <p:nvPr/>
            </p:nvSpPr>
            <p:spPr>
              <a:xfrm>
                <a:off x="554014" y="5811099"/>
                <a:ext cx="24854" cy="24854"/>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43" name="ellipse_2825">
                <a:extLst>
                  <a:ext uri="{FF2B5EF4-FFF2-40B4-BE49-F238E27FC236}">
                    <a16:creationId xmlns:a16="http://schemas.microsoft.com/office/drawing/2014/main" id="{EC818BE8-9797-8590-EB1E-BF9BCA7BD6D5}"/>
                  </a:ext>
                </a:extLst>
              </p:cNvPr>
              <p:cNvSpPr/>
              <p:nvPr/>
            </p:nvSpPr>
            <p:spPr>
              <a:xfrm>
                <a:off x="373355" y="5698866"/>
                <a:ext cx="39779" cy="39779"/>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44" name="ellipse_2826">
                <a:extLst>
                  <a:ext uri="{FF2B5EF4-FFF2-40B4-BE49-F238E27FC236}">
                    <a16:creationId xmlns:a16="http://schemas.microsoft.com/office/drawing/2014/main" id="{B5CACCE6-05B2-0EA0-66A9-ED4A83A331F7}"/>
                  </a:ext>
                </a:extLst>
              </p:cNvPr>
              <p:cNvSpPr/>
              <p:nvPr/>
            </p:nvSpPr>
            <p:spPr>
              <a:xfrm>
                <a:off x="457668" y="5878100"/>
                <a:ext cx="24710" cy="2471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45" name="ellipse_2827">
                <a:extLst>
                  <a:ext uri="{FF2B5EF4-FFF2-40B4-BE49-F238E27FC236}">
                    <a16:creationId xmlns:a16="http://schemas.microsoft.com/office/drawing/2014/main" id="{24218C7E-A2A0-9739-FF0A-B14CE3408AA9}"/>
                  </a:ext>
                </a:extLst>
              </p:cNvPr>
              <p:cNvSpPr/>
              <p:nvPr/>
            </p:nvSpPr>
            <p:spPr>
              <a:xfrm>
                <a:off x="441345" y="5906882"/>
                <a:ext cx="31193" cy="3119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46" name="ellipse_2828">
                <a:extLst>
                  <a:ext uri="{FF2B5EF4-FFF2-40B4-BE49-F238E27FC236}">
                    <a16:creationId xmlns:a16="http://schemas.microsoft.com/office/drawing/2014/main" id="{17C2F170-5D38-AEEF-0C8A-0BAB13A1AFA4}"/>
                  </a:ext>
                </a:extLst>
              </p:cNvPr>
              <p:cNvSpPr/>
              <p:nvPr/>
            </p:nvSpPr>
            <p:spPr>
              <a:xfrm>
                <a:off x="448501" y="5920842"/>
                <a:ext cx="24983" cy="2498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47" name="ellipse_2829">
                <a:extLst>
                  <a:ext uri="{FF2B5EF4-FFF2-40B4-BE49-F238E27FC236}">
                    <a16:creationId xmlns:a16="http://schemas.microsoft.com/office/drawing/2014/main" id="{72DE01CC-7BD5-EF8A-4D5E-D4F16EBD25BA}"/>
                  </a:ext>
                </a:extLst>
              </p:cNvPr>
              <p:cNvSpPr/>
              <p:nvPr/>
            </p:nvSpPr>
            <p:spPr>
              <a:xfrm>
                <a:off x="345039" y="5666290"/>
                <a:ext cx="30845" cy="308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48" name="ellipse_2830">
                <a:extLst>
                  <a:ext uri="{FF2B5EF4-FFF2-40B4-BE49-F238E27FC236}">
                    <a16:creationId xmlns:a16="http://schemas.microsoft.com/office/drawing/2014/main" id="{2D90C968-2B8D-CFCD-9A08-06CAA11205F5}"/>
                  </a:ext>
                </a:extLst>
              </p:cNvPr>
              <p:cNvSpPr/>
              <p:nvPr/>
            </p:nvSpPr>
            <p:spPr>
              <a:xfrm>
                <a:off x="453220" y="5880263"/>
                <a:ext cx="29276" cy="29276"/>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49" name="ellipse_2831">
                <a:extLst>
                  <a:ext uri="{FF2B5EF4-FFF2-40B4-BE49-F238E27FC236}">
                    <a16:creationId xmlns:a16="http://schemas.microsoft.com/office/drawing/2014/main" id="{F5A64C34-4C7A-0DCB-3D64-ADAB6CB255CE}"/>
                  </a:ext>
                </a:extLst>
              </p:cNvPr>
              <p:cNvSpPr/>
              <p:nvPr/>
            </p:nvSpPr>
            <p:spPr>
              <a:xfrm>
                <a:off x="390415" y="5923995"/>
                <a:ext cx="33461" cy="3346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0" name="ellipse_2832">
                <a:extLst>
                  <a:ext uri="{FF2B5EF4-FFF2-40B4-BE49-F238E27FC236}">
                    <a16:creationId xmlns:a16="http://schemas.microsoft.com/office/drawing/2014/main" id="{D1FC9509-50AC-F791-4FE3-A52D3662A7C9}"/>
                  </a:ext>
                </a:extLst>
              </p:cNvPr>
              <p:cNvSpPr/>
              <p:nvPr/>
            </p:nvSpPr>
            <p:spPr>
              <a:xfrm>
                <a:off x="328664" y="5908942"/>
                <a:ext cx="33245" cy="33245"/>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551" name="ellipse_2833">
                <a:extLst>
                  <a:ext uri="{FF2B5EF4-FFF2-40B4-BE49-F238E27FC236}">
                    <a16:creationId xmlns:a16="http://schemas.microsoft.com/office/drawing/2014/main" id="{83194F97-922B-C004-9A25-4BD7C7374171}"/>
                  </a:ext>
                </a:extLst>
              </p:cNvPr>
              <p:cNvSpPr/>
              <p:nvPr/>
            </p:nvSpPr>
            <p:spPr>
              <a:xfrm>
                <a:off x="185873" y="5835875"/>
                <a:ext cx="39829" cy="39829"/>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552" name="ellipse_2834">
                <a:extLst>
                  <a:ext uri="{FF2B5EF4-FFF2-40B4-BE49-F238E27FC236}">
                    <a16:creationId xmlns:a16="http://schemas.microsoft.com/office/drawing/2014/main" id="{EE4A2221-0759-376C-4BA7-8DF11E3AF0E3}"/>
                  </a:ext>
                </a:extLst>
              </p:cNvPr>
              <p:cNvSpPr/>
              <p:nvPr/>
            </p:nvSpPr>
            <p:spPr>
              <a:xfrm>
                <a:off x="423383" y="5709650"/>
                <a:ext cx="37338" cy="3733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53" name="ellipse_2835">
                <a:extLst>
                  <a:ext uri="{FF2B5EF4-FFF2-40B4-BE49-F238E27FC236}">
                    <a16:creationId xmlns:a16="http://schemas.microsoft.com/office/drawing/2014/main" id="{6B7792C2-D2C4-D5DF-94AA-673F140B5EFF}"/>
                  </a:ext>
                </a:extLst>
              </p:cNvPr>
              <p:cNvSpPr/>
              <p:nvPr/>
            </p:nvSpPr>
            <p:spPr>
              <a:xfrm>
                <a:off x="187101" y="5747518"/>
                <a:ext cx="32092" cy="3209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554" name="ellipse_2836">
                <a:extLst>
                  <a:ext uri="{FF2B5EF4-FFF2-40B4-BE49-F238E27FC236}">
                    <a16:creationId xmlns:a16="http://schemas.microsoft.com/office/drawing/2014/main" id="{5234EB81-40FA-2A66-58E5-B9CDED3C4EA3}"/>
                  </a:ext>
                </a:extLst>
              </p:cNvPr>
              <p:cNvSpPr/>
              <p:nvPr/>
            </p:nvSpPr>
            <p:spPr>
              <a:xfrm>
                <a:off x="407256" y="5719549"/>
                <a:ext cx="34094" cy="34094"/>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555" name="ellipse_2837">
                <a:extLst>
                  <a:ext uri="{FF2B5EF4-FFF2-40B4-BE49-F238E27FC236}">
                    <a16:creationId xmlns:a16="http://schemas.microsoft.com/office/drawing/2014/main" id="{B72A6EE8-324F-CF7B-B794-0AA1452531DB}"/>
                  </a:ext>
                </a:extLst>
              </p:cNvPr>
              <p:cNvSpPr/>
              <p:nvPr/>
            </p:nvSpPr>
            <p:spPr>
              <a:xfrm>
                <a:off x="186775" y="5850869"/>
                <a:ext cx="28916" cy="28916"/>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556" name="ellipse_2838">
                <a:extLst>
                  <a:ext uri="{FF2B5EF4-FFF2-40B4-BE49-F238E27FC236}">
                    <a16:creationId xmlns:a16="http://schemas.microsoft.com/office/drawing/2014/main" id="{B3307248-9EB2-7787-61BB-CA3EBB058C60}"/>
                  </a:ext>
                </a:extLst>
              </p:cNvPr>
              <p:cNvSpPr/>
              <p:nvPr/>
            </p:nvSpPr>
            <p:spPr>
              <a:xfrm>
                <a:off x="352084" y="5943768"/>
                <a:ext cx="24906" cy="24906"/>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57" name="ellipse_2839">
                <a:extLst>
                  <a:ext uri="{FF2B5EF4-FFF2-40B4-BE49-F238E27FC236}">
                    <a16:creationId xmlns:a16="http://schemas.microsoft.com/office/drawing/2014/main" id="{F539C429-6343-DDE3-C618-7EE84CD0B8A0}"/>
                  </a:ext>
                </a:extLst>
              </p:cNvPr>
              <p:cNvSpPr/>
              <p:nvPr/>
            </p:nvSpPr>
            <p:spPr>
              <a:xfrm>
                <a:off x="413160" y="5899661"/>
                <a:ext cx="26981" cy="26981"/>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558" name="ellipse_2840">
                <a:extLst>
                  <a:ext uri="{FF2B5EF4-FFF2-40B4-BE49-F238E27FC236}">
                    <a16:creationId xmlns:a16="http://schemas.microsoft.com/office/drawing/2014/main" id="{177D7A64-8B69-8E10-ED95-59DC31F0EBC6}"/>
                  </a:ext>
                </a:extLst>
              </p:cNvPr>
              <p:cNvSpPr/>
              <p:nvPr/>
            </p:nvSpPr>
            <p:spPr>
              <a:xfrm>
                <a:off x="314920" y="5706244"/>
                <a:ext cx="34606" cy="34606"/>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559" name="ellipse_2841">
                <a:extLst>
                  <a:ext uri="{FF2B5EF4-FFF2-40B4-BE49-F238E27FC236}">
                    <a16:creationId xmlns:a16="http://schemas.microsoft.com/office/drawing/2014/main" id="{60B6C6A4-67BC-B4D0-9836-09081FC462E6}"/>
                  </a:ext>
                </a:extLst>
              </p:cNvPr>
              <p:cNvSpPr/>
              <p:nvPr/>
            </p:nvSpPr>
            <p:spPr>
              <a:xfrm>
                <a:off x="374860" y="5665801"/>
                <a:ext cx="31924" cy="3192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0" name="ellipse_2842">
                <a:extLst>
                  <a:ext uri="{FF2B5EF4-FFF2-40B4-BE49-F238E27FC236}">
                    <a16:creationId xmlns:a16="http://schemas.microsoft.com/office/drawing/2014/main" id="{31992089-F0D0-883C-68B5-6E4050828402}"/>
                  </a:ext>
                </a:extLst>
              </p:cNvPr>
              <p:cNvSpPr/>
              <p:nvPr/>
            </p:nvSpPr>
            <p:spPr>
              <a:xfrm>
                <a:off x="460196" y="5854774"/>
                <a:ext cx="34857" cy="3485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61" name="ellipse_2843">
                <a:extLst>
                  <a:ext uri="{FF2B5EF4-FFF2-40B4-BE49-F238E27FC236}">
                    <a16:creationId xmlns:a16="http://schemas.microsoft.com/office/drawing/2014/main" id="{E04E7EC4-CD9E-FB6A-8775-40843CFEE6AE}"/>
                  </a:ext>
                </a:extLst>
              </p:cNvPr>
              <p:cNvSpPr/>
              <p:nvPr/>
            </p:nvSpPr>
            <p:spPr>
              <a:xfrm>
                <a:off x="313928" y="5924158"/>
                <a:ext cx="39031" cy="3903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562" name="ellipse_2844">
                <a:extLst>
                  <a:ext uri="{FF2B5EF4-FFF2-40B4-BE49-F238E27FC236}">
                    <a16:creationId xmlns:a16="http://schemas.microsoft.com/office/drawing/2014/main" id="{513C5D99-2025-FA8A-9E39-E90791CA772A}"/>
                  </a:ext>
                </a:extLst>
              </p:cNvPr>
              <p:cNvSpPr/>
              <p:nvPr/>
            </p:nvSpPr>
            <p:spPr>
              <a:xfrm>
                <a:off x="335779" y="5705469"/>
                <a:ext cx="28310" cy="2831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563" name="ellipse_2845">
                <a:extLst>
                  <a:ext uri="{FF2B5EF4-FFF2-40B4-BE49-F238E27FC236}">
                    <a16:creationId xmlns:a16="http://schemas.microsoft.com/office/drawing/2014/main" id="{93F19F88-F75D-9B15-0DDA-1CD55E38ECB0}"/>
                  </a:ext>
                </a:extLst>
              </p:cNvPr>
              <p:cNvSpPr/>
              <p:nvPr/>
            </p:nvSpPr>
            <p:spPr>
              <a:xfrm>
                <a:off x="238164" y="5756720"/>
                <a:ext cx="34137" cy="34137"/>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564" name="ellipse_2846">
                <a:extLst>
                  <a:ext uri="{FF2B5EF4-FFF2-40B4-BE49-F238E27FC236}">
                    <a16:creationId xmlns:a16="http://schemas.microsoft.com/office/drawing/2014/main" id="{07CA20CA-32A0-3AFD-3849-DB85E56DA689}"/>
                  </a:ext>
                </a:extLst>
              </p:cNvPr>
              <p:cNvSpPr/>
              <p:nvPr/>
            </p:nvSpPr>
            <p:spPr>
              <a:xfrm>
                <a:off x="446862" y="5912990"/>
                <a:ext cx="28039" cy="28039"/>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65" name="ellipse_2847">
                <a:extLst>
                  <a:ext uri="{FF2B5EF4-FFF2-40B4-BE49-F238E27FC236}">
                    <a16:creationId xmlns:a16="http://schemas.microsoft.com/office/drawing/2014/main" id="{66BD5A37-A3C6-1939-3222-D7D836D3C9B1}"/>
                  </a:ext>
                </a:extLst>
              </p:cNvPr>
              <p:cNvSpPr/>
              <p:nvPr/>
            </p:nvSpPr>
            <p:spPr>
              <a:xfrm>
                <a:off x="229673" y="5842292"/>
                <a:ext cx="36022" cy="36022"/>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66" name="ellipse_2848">
                <a:extLst>
                  <a:ext uri="{FF2B5EF4-FFF2-40B4-BE49-F238E27FC236}">
                    <a16:creationId xmlns:a16="http://schemas.microsoft.com/office/drawing/2014/main" id="{A3A80ACA-D431-9B2B-C6F8-07A92B713493}"/>
                  </a:ext>
                </a:extLst>
              </p:cNvPr>
              <p:cNvSpPr/>
              <p:nvPr/>
            </p:nvSpPr>
            <p:spPr>
              <a:xfrm>
                <a:off x="543712" y="5768664"/>
                <a:ext cx="32641" cy="32641"/>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567" name="ellipse_2849">
                <a:extLst>
                  <a:ext uri="{FF2B5EF4-FFF2-40B4-BE49-F238E27FC236}">
                    <a16:creationId xmlns:a16="http://schemas.microsoft.com/office/drawing/2014/main" id="{062AED4F-FC49-2E3B-F3C4-369FD1E1353B}"/>
                  </a:ext>
                </a:extLst>
              </p:cNvPr>
              <p:cNvSpPr/>
              <p:nvPr/>
            </p:nvSpPr>
            <p:spPr>
              <a:xfrm>
                <a:off x="450294" y="5693630"/>
                <a:ext cx="25462" cy="25462"/>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68" name="ellipse_2850">
                <a:extLst>
                  <a:ext uri="{FF2B5EF4-FFF2-40B4-BE49-F238E27FC236}">
                    <a16:creationId xmlns:a16="http://schemas.microsoft.com/office/drawing/2014/main" id="{BF01D8C8-5BE3-5859-0052-EC79F78214E2}"/>
                  </a:ext>
                </a:extLst>
              </p:cNvPr>
              <p:cNvSpPr/>
              <p:nvPr/>
            </p:nvSpPr>
            <p:spPr>
              <a:xfrm>
                <a:off x="385359" y="5937604"/>
                <a:ext cx="36749" cy="367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569" name="ellipse_2851">
                <a:extLst>
                  <a:ext uri="{FF2B5EF4-FFF2-40B4-BE49-F238E27FC236}">
                    <a16:creationId xmlns:a16="http://schemas.microsoft.com/office/drawing/2014/main" id="{BD1F77B3-E9A5-B1E8-798C-FE2AB79AF462}"/>
                  </a:ext>
                </a:extLst>
              </p:cNvPr>
              <p:cNvSpPr/>
              <p:nvPr/>
            </p:nvSpPr>
            <p:spPr>
              <a:xfrm>
                <a:off x="353932" y="5648310"/>
                <a:ext cx="34391" cy="34391"/>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570" name="ellipse_2852">
                <a:extLst>
                  <a:ext uri="{FF2B5EF4-FFF2-40B4-BE49-F238E27FC236}">
                    <a16:creationId xmlns:a16="http://schemas.microsoft.com/office/drawing/2014/main" id="{2F086C12-8DDE-C0F6-0D56-9A26A94E7FEB}"/>
                  </a:ext>
                </a:extLst>
              </p:cNvPr>
              <p:cNvSpPr/>
              <p:nvPr/>
            </p:nvSpPr>
            <p:spPr>
              <a:xfrm>
                <a:off x="176305" y="5883401"/>
                <a:ext cx="33923" cy="33923"/>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571" name="ellipse_2853">
                <a:extLst>
                  <a:ext uri="{FF2B5EF4-FFF2-40B4-BE49-F238E27FC236}">
                    <a16:creationId xmlns:a16="http://schemas.microsoft.com/office/drawing/2014/main" id="{C5299042-8154-F81B-BC80-9926D7B1010F}"/>
                  </a:ext>
                </a:extLst>
              </p:cNvPr>
              <p:cNvSpPr/>
              <p:nvPr/>
            </p:nvSpPr>
            <p:spPr>
              <a:xfrm>
                <a:off x="510624" y="5801581"/>
                <a:ext cx="25208" cy="252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572" name="ellipse_2854">
                <a:extLst>
                  <a:ext uri="{FF2B5EF4-FFF2-40B4-BE49-F238E27FC236}">
                    <a16:creationId xmlns:a16="http://schemas.microsoft.com/office/drawing/2014/main" id="{5A5866A5-16D6-4915-6A70-1D4610C54075}"/>
                  </a:ext>
                </a:extLst>
              </p:cNvPr>
              <p:cNvSpPr/>
              <p:nvPr/>
            </p:nvSpPr>
            <p:spPr>
              <a:xfrm>
                <a:off x="517368" y="5889149"/>
                <a:ext cx="35835" cy="35835"/>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73" name="ellipse_2855">
                <a:extLst>
                  <a:ext uri="{FF2B5EF4-FFF2-40B4-BE49-F238E27FC236}">
                    <a16:creationId xmlns:a16="http://schemas.microsoft.com/office/drawing/2014/main" id="{84A5AB79-7746-DE7D-E5CA-CB479053D593}"/>
                  </a:ext>
                </a:extLst>
              </p:cNvPr>
              <p:cNvSpPr/>
              <p:nvPr/>
            </p:nvSpPr>
            <p:spPr>
              <a:xfrm>
                <a:off x="377563" y="5645738"/>
                <a:ext cx="38133" cy="38133"/>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574" name="ellipse_2856">
                <a:extLst>
                  <a:ext uri="{FF2B5EF4-FFF2-40B4-BE49-F238E27FC236}">
                    <a16:creationId xmlns:a16="http://schemas.microsoft.com/office/drawing/2014/main" id="{3006805B-CC43-AC71-E3ED-14A4157BB0AE}"/>
                  </a:ext>
                </a:extLst>
              </p:cNvPr>
              <p:cNvSpPr/>
              <p:nvPr/>
            </p:nvSpPr>
            <p:spPr>
              <a:xfrm>
                <a:off x="250735" y="5716511"/>
                <a:ext cx="36913" cy="3691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575" name="ellipse_2857">
                <a:extLst>
                  <a:ext uri="{FF2B5EF4-FFF2-40B4-BE49-F238E27FC236}">
                    <a16:creationId xmlns:a16="http://schemas.microsoft.com/office/drawing/2014/main" id="{7183CDAE-B057-404B-8CA7-DF03970F1582}"/>
                  </a:ext>
                </a:extLst>
              </p:cNvPr>
              <p:cNvSpPr/>
              <p:nvPr/>
            </p:nvSpPr>
            <p:spPr>
              <a:xfrm>
                <a:off x="492262" y="5798324"/>
                <a:ext cx="30077" cy="30077"/>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576" name="ellipse_2858">
                <a:extLst>
                  <a:ext uri="{FF2B5EF4-FFF2-40B4-BE49-F238E27FC236}">
                    <a16:creationId xmlns:a16="http://schemas.microsoft.com/office/drawing/2014/main" id="{7FBA6988-9FC0-3189-B9A0-74EF644F6653}"/>
                  </a:ext>
                </a:extLst>
              </p:cNvPr>
              <p:cNvSpPr/>
              <p:nvPr/>
            </p:nvSpPr>
            <p:spPr>
              <a:xfrm>
                <a:off x="160558" y="5854711"/>
                <a:ext cx="30574" cy="30574"/>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577" name="ellipse_2859">
                <a:extLst>
                  <a:ext uri="{FF2B5EF4-FFF2-40B4-BE49-F238E27FC236}">
                    <a16:creationId xmlns:a16="http://schemas.microsoft.com/office/drawing/2014/main" id="{158147E5-81CC-A751-529E-F2BCA3F20895}"/>
                  </a:ext>
                </a:extLst>
              </p:cNvPr>
              <p:cNvSpPr/>
              <p:nvPr/>
            </p:nvSpPr>
            <p:spPr>
              <a:xfrm>
                <a:off x="188963" y="5905946"/>
                <a:ext cx="38308" cy="3830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578" name="ellipse_2860">
                <a:extLst>
                  <a:ext uri="{FF2B5EF4-FFF2-40B4-BE49-F238E27FC236}">
                    <a16:creationId xmlns:a16="http://schemas.microsoft.com/office/drawing/2014/main" id="{91877774-5F86-DC19-8DDB-154F75FE103D}"/>
                  </a:ext>
                </a:extLst>
              </p:cNvPr>
              <p:cNvSpPr/>
              <p:nvPr/>
            </p:nvSpPr>
            <p:spPr>
              <a:xfrm>
                <a:off x="439210" y="5706433"/>
                <a:ext cx="36067" cy="36067"/>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579" name="ellipse_2861">
                <a:extLst>
                  <a:ext uri="{FF2B5EF4-FFF2-40B4-BE49-F238E27FC236}">
                    <a16:creationId xmlns:a16="http://schemas.microsoft.com/office/drawing/2014/main" id="{4FE162FC-A6F9-0056-2069-0819C1BE084E}"/>
                  </a:ext>
                </a:extLst>
              </p:cNvPr>
              <p:cNvSpPr/>
              <p:nvPr/>
            </p:nvSpPr>
            <p:spPr>
              <a:xfrm>
                <a:off x="391867" y="5652198"/>
                <a:ext cx="24393" cy="2439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0" name="ellipse_2862">
                <a:extLst>
                  <a:ext uri="{FF2B5EF4-FFF2-40B4-BE49-F238E27FC236}">
                    <a16:creationId xmlns:a16="http://schemas.microsoft.com/office/drawing/2014/main" id="{B089793D-6A94-2173-4E2A-51DE5AD6069A}"/>
                  </a:ext>
                </a:extLst>
              </p:cNvPr>
              <p:cNvSpPr/>
              <p:nvPr/>
            </p:nvSpPr>
            <p:spPr>
              <a:xfrm>
                <a:off x="207923" y="5688224"/>
                <a:ext cx="34413" cy="34413"/>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1" name="ellipse_2863">
                <a:extLst>
                  <a:ext uri="{FF2B5EF4-FFF2-40B4-BE49-F238E27FC236}">
                    <a16:creationId xmlns:a16="http://schemas.microsoft.com/office/drawing/2014/main" id="{4A20FC11-FC65-C1D5-03EE-B2EBB67FE0EC}"/>
                  </a:ext>
                </a:extLst>
              </p:cNvPr>
              <p:cNvSpPr/>
              <p:nvPr/>
            </p:nvSpPr>
            <p:spPr>
              <a:xfrm>
                <a:off x="216568" y="5796563"/>
                <a:ext cx="38760" cy="3876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582" name="ellipse_2864">
                <a:extLst>
                  <a:ext uri="{FF2B5EF4-FFF2-40B4-BE49-F238E27FC236}">
                    <a16:creationId xmlns:a16="http://schemas.microsoft.com/office/drawing/2014/main" id="{B62E5F49-0AFA-0EF3-2DFE-547EC040C55B}"/>
                  </a:ext>
                </a:extLst>
              </p:cNvPr>
              <p:cNvSpPr/>
              <p:nvPr/>
            </p:nvSpPr>
            <p:spPr>
              <a:xfrm>
                <a:off x="192699" y="5792585"/>
                <a:ext cx="31366" cy="31366"/>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583" name="ellipse_2865">
                <a:extLst>
                  <a:ext uri="{FF2B5EF4-FFF2-40B4-BE49-F238E27FC236}">
                    <a16:creationId xmlns:a16="http://schemas.microsoft.com/office/drawing/2014/main" id="{863554B2-0D94-C6B1-427F-3E6548C1CC59}"/>
                  </a:ext>
                </a:extLst>
              </p:cNvPr>
              <p:cNvSpPr/>
              <p:nvPr/>
            </p:nvSpPr>
            <p:spPr>
              <a:xfrm>
                <a:off x="358802" y="5931970"/>
                <a:ext cx="27163" cy="27163"/>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584" name="ellipse_2866">
                <a:extLst>
                  <a:ext uri="{FF2B5EF4-FFF2-40B4-BE49-F238E27FC236}">
                    <a16:creationId xmlns:a16="http://schemas.microsoft.com/office/drawing/2014/main" id="{31CC9438-277D-EDDD-C76C-E88DCC693C88}"/>
                  </a:ext>
                </a:extLst>
              </p:cNvPr>
              <p:cNvSpPr/>
              <p:nvPr/>
            </p:nvSpPr>
            <p:spPr>
              <a:xfrm>
                <a:off x="244814" y="5920367"/>
                <a:ext cx="30834" cy="30834"/>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585" name="ellipse_2867">
                <a:extLst>
                  <a:ext uri="{FF2B5EF4-FFF2-40B4-BE49-F238E27FC236}">
                    <a16:creationId xmlns:a16="http://schemas.microsoft.com/office/drawing/2014/main" id="{51D6016E-2843-B907-741D-C32061392D97}"/>
                  </a:ext>
                </a:extLst>
              </p:cNvPr>
              <p:cNvSpPr/>
              <p:nvPr/>
            </p:nvSpPr>
            <p:spPr>
              <a:xfrm>
                <a:off x="184490" y="5733812"/>
                <a:ext cx="31950" cy="3195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586" name="ellipse_2868">
                <a:extLst>
                  <a:ext uri="{FF2B5EF4-FFF2-40B4-BE49-F238E27FC236}">
                    <a16:creationId xmlns:a16="http://schemas.microsoft.com/office/drawing/2014/main" id="{F21529B0-4618-281E-CBD5-68CAC814E8CD}"/>
                  </a:ext>
                </a:extLst>
              </p:cNvPr>
              <p:cNvSpPr/>
              <p:nvPr/>
            </p:nvSpPr>
            <p:spPr>
              <a:xfrm>
                <a:off x="347980" y="5691315"/>
                <a:ext cx="27922" cy="2792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587" name="ellipse_2869">
                <a:extLst>
                  <a:ext uri="{FF2B5EF4-FFF2-40B4-BE49-F238E27FC236}">
                    <a16:creationId xmlns:a16="http://schemas.microsoft.com/office/drawing/2014/main" id="{C8163A46-0633-7093-FD96-9B85AD98A9FF}"/>
                  </a:ext>
                </a:extLst>
              </p:cNvPr>
              <p:cNvSpPr/>
              <p:nvPr/>
            </p:nvSpPr>
            <p:spPr>
              <a:xfrm>
                <a:off x="429796" y="5723751"/>
                <a:ext cx="38175" cy="381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588" name="Candidate blob | editable contour">
              <a:extLst>
                <a:ext uri="{FF2B5EF4-FFF2-40B4-BE49-F238E27FC236}">
                  <a16:creationId xmlns:a16="http://schemas.microsoft.com/office/drawing/2014/main" id="{A57100B0-3632-9195-D19E-AD2F7DD1CDFB}"/>
                </a:ext>
              </a:extLst>
            </p:cNvPr>
            <p:cNvSpPr/>
            <p:nvPr/>
          </p:nvSpPr>
          <p:spPr>
            <a:xfrm>
              <a:off x="302286" y="5754734"/>
              <a:ext cx="109391" cy="82087"/>
            </a:xfrm>
            <a:custGeom>
              <a:avLst/>
              <a:gdLst/>
              <a:ahLst/>
              <a:cxnLst/>
              <a:rect l="0" t="0" r="w" b="h"/>
              <a:pathLst>
                <a:path w="109391" h="82087" extrusionOk="0">
                  <a:moveTo>
                    <a:pt x="2562" y="51602"/>
                  </a:moveTo>
                  <a:cubicBezTo>
                    <a:pt x="0" y="42552"/>
                    <a:pt x="9067" y="28738"/>
                    <a:pt x="14388" y="23022"/>
                  </a:cubicBezTo>
                  <a:cubicBezTo>
                    <a:pt x="19710" y="17306"/>
                    <a:pt x="28185" y="20800"/>
                    <a:pt x="34492" y="17306"/>
                  </a:cubicBezTo>
                  <a:cubicBezTo>
                    <a:pt x="40800" y="13813"/>
                    <a:pt x="44348" y="4128"/>
                    <a:pt x="52232" y="2064"/>
                  </a:cubicBezTo>
                  <a:cubicBezTo>
                    <a:pt x="60116" y="0"/>
                    <a:pt x="73913" y="1905"/>
                    <a:pt x="81797" y="4922"/>
                  </a:cubicBezTo>
                  <a:cubicBezTo>
                    <a:pt x="89680" y="7939"/>
                    <a:pt x="95199" y="13813"/>
                    <a:pt x="99535" y="20164"/>
                  </a:cubicBezTo>
                  <a:cubicBezTo>
                    <a:pt x="103872" y="26515"/>
                    <a:pt x="109391" y="35407"/>
                    <a:pt x="107814" y="43028"/>
                  </a:cubicBezTo>
                  <a:cubicBezTo>
                    <a:pt x="106237" y="50649"/>
                    <a:pt x="97565" y="59699"/>
                    <a:pt x="90075" y="65892"/>
                  </a:cubicBezTo>
                  <a:cubicBezTo>
                    <a:pt x="82585" y="72084"/>
                    <a:pt x="72927" y="78276"/>
                    <a:pt x="62875" y="80181"/>
                  </a:cubicBezTo>
                  <a:cubicBezTo>
                    <a:pt x="52823" y="82087"/>
                    <a:pt x="39814" y="82087"/>
                    <a:pt x="29762" y="77323"/>
                  </a:cubicBezTo>
                  <a:cubicBezTo>
                    <a:pt x="19710" y="72560"/>
                    <a:pt x="5125" y="60652"/>
                    <a:pt x="2562" y="51602"/>
                  </a:cubicBezTo>
                  <a:close/>
                </a:path>
              </a:pathLst>
            </a:custGeom>
            <a:gradFill flip="none" rotWithShape="1">
              <a:gsLst>
                <a:gs pos="0">
                  <a:srgbClr val="E7F1F9"/>
                </a:gs>
                <a:gs pos="48000">
                  <a:srgbClr val="79B3DC"/>
                </a:gs>
                <a:gs pos="100000">
                  <a:srgbClr val="5E9ECD"/>
                </a:gs>
              </a:gsLst>
              <a:lin ang="2700000" scaled="1"/>
              <a:tileRect/>
            </a:gradFill>
            <a:ln w="3285" cap="rnd" cmpd="sng" algn="ctr">
              <a:solidFill>
                <a:srgbClr val="68A6D3"/>
              </a:solidFill>
              <a:prstDash val="solid"/>
              <a:round/>
              <a:headEnd type="none" w="med" len="med"/>
              <a:tailEnd type="none" w="med" len="med"/>
            </a:ln>
            <a:effectLst/>
          </p:spPr>
        </p:sp>
        <p:sp>
          <p:nvSpPr>
            <p:cNvPr id="589" name="ellipse_2871">
              <a:extLst>
                <a:ext uri="{FF2B5EF4-FFF2-40B4-BE49-F238E27FC236}">
                  <a16:creationId xmlns:a16="http://schemas.microsoft.com/office/drawing/2014/main" id="{7A057110-7314-29E6-45BC-C940210A8C4A}"/>
                </a:ext>
              </a:extLst>
            </p:cNvPr>
            <p:cNvSpPr/>
            <p:nvPr/>
          </p:nvSpPr>
          <p:spPr>
            <a:xfrm>
              <a:off x="327317" y="5777757"/>
              <a:ext cx="27200" cy="10479"/>
            </a:xfrm>
            <a:prstGeom prst="ellipse">
              <a:avLst/>
            </a:prstGeom>
            <a:solidFill>
              <a:srgbClr val="FFFFFF">
                <a:alpha val="35000"/>
              </a:srgbClr>
            </a:solidFill>
            <a:ln w="3285" cap="rnd" cmpd="sng" algn="ctr">
              <a:noFill/>
              <a:prstDash val="solid"/>
              <a:round/>
              <a:headEnd type="none" w="med" len="med"/>
              <a:tailEnd type="none" w="med" len="med"/>
            </a:ln>
            <a:effectLst/>
          </p:spPr>
        </p:sp>
        <p:sp>
          <p:nvSpPr>
            <p:cNvPr id="590" name="Site p | geometric centre">
              <a:extLst>
                <a:ext uri="{FF2B5EF4-FFF2-40B4-BE49-F238E27FC236}">
                  <a16:creationId xmlns:a16="http://schemas.microsoft.com/office/drawing/2014/main" id="{32A2A18A-C09B-4D26-AD31-637A9EAA1519}"/>
                </a:ext>
              </a:extLst>
            </p:cNvPr>
            <p:cNvSpPr>
              <a:spLocks noGrp="1"/>
            </p:cNvSpPr>
            <p:nvPr/>
          </p:nvSpPr>
          <p:spPr>
            <a:xfrm>
              <a:off x="341982" y="5779957"/>
              <a:ext cx="30000" cy="30000"/>
            </a:xfrm>
            <a:prstGeom prst="ellipse">
              <a:avLst/>
            </a:prstGeom>
            <a:solidFill>
              <a:srgbClr val="174979"/>
            </a:solidFill>
            <a:ln w="1650">
              <a:solidFill>
                <a:srgbClr val="FFFFFF"/>
              </a:solidFill>
            </a:ln>
          </p:spPr>
        </p:sp>
        <p:sp>
          <p:nvSpPr>
            <p:cNvPr id="591" name="Text | Site p">
              <a:extLst>
                <a:ext uri="{FF2B5EF4-FFF2-40B4-BE49-F238E27FC236}">
                  <a16:creationId xmlns:a16="http://schemas.microsoft.com/office/drawing/2014/main" id="{0FB3C559-5FCF-A942-0C6F-311F77BF8BCD}"/>
                </a:ext>
              </a:extLst>
            </p:cNvPr>
            <p:cNvSpPr txBox="1"/>
            <p:nvPr/>
          </p:nvSpPr>
          <p:spPr>
            <a:xfrm>
              <a:off x="203508" y="5975415"/>
              <a:ext cx="32225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Site p</a:t>
              </a:r>
              <a:endParaRPr lang="en-US" sz="500"/>
            </a:p>
          </p:txBody>
        </p:sp>
        <p:sp>
          <p:nvSpPr>
            <p:cNvPr id="592" name="Text | from Find">
              <a:extLst>
                <a:ext uri="{FF2B5EF4-FFF2-40B4-BE49-F238E27FC236}">
                  <a16:creationId xmlns:a16="http://schemas.microsoft.com/office/drawing/2014/main" id="{A4DECEBC-C467-F49A-8903-C7BCD024299B}"/>
                </a:ext>
              </a:extLst>
            </p:cNvPr>
            <p:cNvSpPr txBox="1"/>
            <p:nvPr/>
          </p:nvSpPr>
          <p:spPr>
            <a:xfrm>
              <a:off x="181872" y="6070680"/>
              <a:ext cx="365527" cy="102623"/>
            </a:xfrm>
            <a:prstGeom prst="rect">
              <a:avLst/>
            </a:prstGeom>
            <a:noFill/>
            <a:ln>
              <a:noFill/>
            </a:ln>
            <a:effectLst/>
          </p:spPr>
          <p:txBody>
            <a:bodyPr vertOverflow="overflow" horzOverflow="overflow" wrap="none" lIns="0" tIns="0" rIns="0" bIns="0" anchor="t" anchorCtr="0">
              <a:noAutofit/>
            </a:bodyPr>
            <a:lstStyle/>
            <a:p>
              <a:pPr algn="ctr"/>
              <a:r>
                <a:rPr lang="en-US" sz="407" dirty="0">
                  <a:solidFill>
                    <a:srgbClr val="5E7180"/>
                  </a:solidFill>
                  <a:latin typeface="Arial"/>
                  <a:ea typeface="Arial"/>
                  <a:cs typeface="Arial"/>
                </a:rPr>
                <a:t>from Find</a:t>
              </a:r>
              <a:endParaRPr lang="en-US" sz="407"/>
            </a:p>
          </p:txBody>
        </p:sp>
        <p:sp>
          <p:nvSpPr>
            <p:cNvPr id="593" name="Text | +">
              <a:extLst>
                <a:ext uri="{FF2B5EF4-FFF2-40B4-BE49-F238E27FC236}">
                  <a16:creationId xmlns:a16="http://schemas.microsoft.com/office/drawing/2014/main" id="{3C7BA717-4B11-7C0E-695D-F18A6BADF987}"/>
                </a:ext>
              </a:extLst>
            </p:cNvPr>
            <p:cNvSpPr txBox="1"/>
            <p:nvPr/>
          </p:nvSpPr>
          <p:spPr>
            <a:xfrm>
              <a:off x="601134"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594" name="d | Ligand identity: illustrative molecular graph">
              <a:extLst>
                <a:ext uri="{FF2B5EF4-FFF2-40B4-BE49-F238E27FC236}">
                  <a16:creationId xmlns:a16="http://schemas.microsoft.com/office/drawing/2014/main" id="{4B5FF03B-9939-087F-1A90-59B68227CCD0}"/>
                </a:ext>
              </a:extLst>
            </p:cNvPr>
            <p:cNvGrpSpPr/>
            <p:nvPr/>
          </p:nvGrpSpPr>
          <p:grpSpPr>
            <a:xfrm>
              <a:off x="863060" y="5744348"/>
              <a:ext cx="420988" cy="204721"/>
              <a:chOff x="863060" y="5744348"/>
              <a:chExt cx="420988" cy="204721"/>
            </a:xfrm>
          </p:grpSpPr>
          <p:cxnSp>
            <p:nvCxnSpPr>
              <p:cNvPr id="595" name="path_2875">
                <a:extLst>
                  <a:ext uri="{FF2B5EF4-FFF2-40B4-BE49-F238E27FC236}">
                    <a16:creationId xmlns:a16="http://schemas.microsoft.com/office/drawing/2014/main" id="{537C00EB-63A3-54E2-840F-755592B2D5CE}"/>
                  </a:ext>
                </a:extLst>
              </p:cNvPr>
              <p:cNvCxnSpPr/>
              <p:nvPr/>
            </p:nvCxnSpPr>
            <p:spPr>
              <a:xfrm flipH="1">
                <a:off x="956231"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6" name="path_2876">
                <a:extLst>
                  <a:ext uri="{FF2B5EF4-FFF2-40B4-BE49-F238E27FC236}">
                    <a16:creationId xmlns:a16="http://schemas.microsoft.com/office/drawing/2014/main" id="{3EFCC9A4-2657-748E-3D4A-B079F987487B}"/>
                  </a:ext>
                </a:extLst>
              </p:cNvPr>
              <p:cNvCxnSpPr/>
              <p:nvPr/>
            </p:nvCxnSpPr>
            <p:spPr>
              <a:xfrm flipH="1" flipV="1">
                <a:off x="863060" y="5897889"/>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7" name="path_2877">
                <a:extLst>
                  <a:ext uri="{FF2B5EF4-FFF2-40B4-BE49-F238E27FC236}">
                    <a16:creationId xmlns:a16="http://schemas.microsoft.com/office/drawing/2014/main" id="{4F972F5E-CC59-9166-7930-5C58B67060F6}"/>
                  </a:ext>
                </a:extLst>
              </p:cNvPr>
              <p:cNvCxnSpPr/>
              <p:nvPr/>
            </p:nvCxnSpPr>
            <p:spPr>
              <a:xfrm flipH="1" flipV="1">
                <a:off x="863060"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598" name="path_2878">
                <a:extLst>
                  <a:ext uri="{FF2B5EF4-FFF2-40B4-BE49-F238E27FC236}">
                    <a16:creationId xmlns:a16="http://schemas.microsoft.com/office/drawing/2014/main" id="{09B48882-DC24-2F67-7B2F-514E25956416}"/>
                  </a:ext>
                </a:extLst>
              </p:cNvPr>
              <p:cNvCxnSpPr/>
              <p:nvPr/>
            </p:nvCxnSpPr>
            <p:spPr>
              <a:xfrm flipV="1">
                <a:off x="863060"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599" name="path_2879">
                <a:extLst>
                  <a:ext uri="{FF2B5EF4-FFF2-40B4-BE49-F238E27FC236}">
                    <a16:creationId xmlns:a16="http://schemas.microsoft.com/office/drawing/2014/main" id="{216E8486-E6D3-4DF6-049A-31795B41AC78}"/>
                  </a:ext>
                </a:extLst>
              </p:cNvPr>
              <p:cNvCxnSpPr/>
              <p:nvPr/>
            </p:nvCxnSpPr>
            <p:spPr>
              <a:xfrm>
                <a:off x="956231" y="5744348"/>
                <a:ext cx="93170" cy="51180"/>
              </a:xfrm>
              <a:prstGeom prst="line">
                <a:avLst/>
              </a:prstGeom>
              <a:noFill/>
              <a:ln w="12700" cap="rnd" cmpd="sng" algn="ctr">
                <a:solidFill>
                  <a:srgbClr val="238777"/>
                </a:solidFill>
                <a:prstDash val="solid"/>
                <a:round/>
                <a:headEnd type="none" w="med" len="med"/>
                <a:tailEnd type="none" w="med" len="med"/>
              </a:ln>
              <a:effectLst/>
            </p:spPr>
          </p:cxnSp>
          <p:cxnSp>
            <p:nvCxnSpPr>
              <p:cNvPr id="600" name="path_2880">
                <a:extLst>
                  <a:ext uri="{FF2B5EF4-FFF2-40B4-BE49-F238E27FC236}">
                    <a16:creationId xmlns:a16="http://schemas.microsoft.com/office/drawing/2014/main" id="{50277E51-18B8-37EC-C175-BFE147D83500}"/>
                  </a:ext>
                </a:extLst>
              </p:cNvPr>
              <p:cNvCxnSpPr/>
              <p:nvPr/>
            </p:nvCxnSpPr>
            <p:spPr>
              <a:xfrm flipH="1">
                <a:off x="1049401" y="5795528"/>
                <a:ext cx="0" cy="102361"/>
              </a:xfrm>
              <a:prstGeom prst="line">
                <a:avLst/>
              </a:prstGeom>
              <a:noFill/>
              <a:ln w="12700" cap="rnd" cmpd="sng" algn="ctr">
                <a:solidFill>
                  <a:srgbClr val="238777"/>
                </a:solidFill>
                <a:prstDash val="solid"/>
                <a:round/>
                <a:headEnd type="none" w="med" len="med"/>
                <a:tailEnd type="none" w="med" len="med"/>
              </a:ln>
              <a:effectLst/>
            </p:spPr>
          </p:cxnSp>
          <p:cxnSp>
            <p:nvCxnSpPr>
              <p:cNvPr id="601" name="path_2881">
                <a:extLst>
                  <a:ext uri="{FF2B5EF4-FFF2-40B4-BE49-F238E27FC236}">
                    <a16:creationId xmlns:a16="http://schemas.microsoft.com/office/drawing/2014/main" id="{A3D0771C-55F6-268B-03D5-3A96173BCC16}"/>
                  </a:ext>
                </a:extLst>
              </p:cNvPr>
              <p:cNvCxnSpPr/>
              <p:nvPr/>
            </p:nvCxnSpPr>
            <p:spPr>
              <a:xfrm flipV="1">
                <a:off x="1049401" y="5768591"/>
                <a:ext cx="83267" cy="129298"/>
              </a:xfrm>
              <a:prstGeom prst="line">
                <a:avLst/>
              </a:prstGeom>
              <a:noFill/>
              <a:ln w="12700" cap="rnd" cmpd="sng" algn="ctr">
                <a:solidFill>
                  <a:srgbClr val="238777"/>
                </a:solidFill>
                <a:prstDash val="solid"/>
                <a:round/>
                <a:headEnd type="none" w="med" len="med"/>
                <a:tailEnd type="none" w="med" len="med"/>
              </a:ln>
              <a:effectLst/>
            </p:spPr>
          </p:cxnSp>
          <p:cxnSp>
            <p:nvCxnSpPr>
              <p:cNvPr id="602" name="path_2882">
                <a:extLst>
                  <a:ext uri="{FF2B5EF4-FFF2-40B4-BE49-F238E27FC236}">
                    <a16:creationId xmlns:a16="http://schemas.microsoft.com/office/drawing/2014/main" id="{AF0829CA-4B4E-389A-6316-16E31B819C92}"/>
                  </a:ext>
                </a:extLst>
              </p:cNvPr>
              <p:cNvCxnSpPr/>
              <p:nvPr/>
            </p:nvCxnSpPr>
            <p:spPr>
              <a:xfrm>
                <a:off x="1132668" y="5768591"/>
                <a:ext cx="60247" cy="56568"/>
              </a:xfrm>
              <a:prstGeom prst="line">
                <a:avLst/>
              </a:prstGeom>
              <a:noFill/>
              <a:ln w="12700" cap="rnd" cmpd="sng" algn="ctr">
                <a:solidFill>
                  <a:srgbClr val="238777"/>
                </a:solidFill>
                <a:prstDash val="solid"/>
                <a:round/>
                <a:headEnd type="none" w="med" len="med"/>
                <a:tailEnd type="none" w="med" len="med"/>
              </a:ln>
              <a:effectLst/>
            </p:spPr>
          </p:cxnSp>
          <p:cxnSp>
            <p:nvCxnSpPr>
              <p:cNvPr id="603" name="path_2883">
                <a:extLst>
                  <a:ext uri="{FF2B5EF4-FFF2-40B4-BE49-F238E27FC236}">
                    <a16:creationId xmlns:a16="http://schemas.microsoft.com/office/drawing/2014/main" id="{9B328243-16B8-D8AA-964E-79E3A83A1DE6}"/>
                  </a:ext>
                </a:extLst>
              </p:cNvPr>
              <p:cNvCxnSpPr/>
              <p:nvPr/>
            </p:nvCxnSpPr>
            <p:spPr>
              <a:xfrm flipH="1">
                <a:off x="956231" y="5888677"/>
                <a:ext cx="76400" cy="41968"/>
              </a:xfrm>
              <a:prstGeom prst="line">
                <a:avLst/>
              </a:prstGeom>
              <a:noFill/>
              <a:ln w="12700" cap="rnd" cmpd="sng" algn="ctr">
                <a:solidFill>
                  <a:srgbClr val="238777"/>
                </a:solidFill>
                <a:prstDash val="solid"/>
                <a:round/>
                <a:headEnd type="none" w="med" len="med"/>
                <a:tailEnd type="none" w="med" len="med"/>
              </a:ln>
              <a:effectLst/>
            </p:spPr>
          </p:cxnSp>
          <p:cxnSp>
            <p:nvCxnSpPr>
              <p:cNvPr id="604" name="path_2884">
                <a:extLst>
                  <a:ext uri="{FF2B5EF4-FFF2-40B4-BE49-F238E27FC236}">
                    <a16:creationId xmlns:a16="http://schemas.microsoft.com/office/drawing/2014/main" id="{49F67EEA-A26A-AEF1-5779-D2FA928CF25B}"/>
                  </a:ext>
                </a:extLst>
              </p:cNvPr>
              <p:cNvCxnSpPr/>
              <p:nvPr/>
            </p:nvCxnSpPr>
            <p:spPr>
              <a:xfrm flipH="1" flipV="1">
                <a:off x="879831" y="5804741"/>
                <a:ext cx="0" cy="83936"/>
              </a:xfrm>
              <a:prstGeom prst="line">
                <a:avLst/>
              </a:prstGeom>
              <a:noFill/>
              <a:ln w="12700" cap="rnd" cmpd="sng" algn="ctr">
                <a:solidFill>
                  <a:srgbClr val="238777"/>
                </a:solidFill>
                <a:prstDash val="solid"/>
                <a:round/>
                <a:headEnd type="none" w="med" len="med"/>
                <a:tailEnd type="none" w="med" len="med"/>
              </a:ln>
              <a:effectLst/>
            </p:spPr>
          </p:cxnSp>
          <p:cxnSp>
            <p:nvCxnSpPr>
              <p:cNvPr id="605" name="path_2885">
                <a:extLst>
                  <a:ext uri="{FF2B5EF4-FFF2-40B4-BE49-F238E27FC236}">
                    <a16:creationId xmlns:a16="http://schemas.microsoft.com/office/drawing/2014/main" id="{A060A7C4-ECA0-68C5-2949-F2F9F8791D23}"/>
                  </a:ext>
                </a:extLst>
              </p:cNvPr>
              <p:cNvCxnSpPr/>
              <p:nvPr/>
            </p:nvCxnSpPr>
            <p:spPr>
              <a:xfrm>
                <a:off x="956231" y="5762773"/>
                <a:ext cx="76400" cy="41968"/>
              </a:xfrm>
              <a:prstGeom prst="line">
                <a:avLst/>
              </a:prstGeom>
              <a:noFill/>
              <a:ln w="12700" cap="rnd" cmpd="sng" algn="ctr">
                <a:solidFill>
                  <a:srgbClr val="238777"/>
                </a:solidFill>
                <a:prstDash val="solid"/>
                <a:round/>
                <a:headEnd type="none" w="med" len="med"/>
                <a:tailEnd type="none" w="med" len="med"/>
              </a:ln>
              <a:effectLst/>
            </p:spPr>
          </p:cxnSp>
          <p:sp>
            <p:nvSpPr>
              <p:cNvPr id="606" name="Text | O">
                <a:extLst>
                  <a:ext uri="{FF2B5EF4-FFF2-40B4-BE49-F238E27FC236}">
                    <a16:creationId xmlns:a16="http://schemas.microsoft.com/office/drawing/2014/main" id="{5B538A16-1EA4-66E6-20A0-F509B303652E}"/>
                  </a:ext>
                </a:extLst>
              </p:cNvPr>
              <p:cNvSpPr txBox="1"/>
              <p:nvPr/>
            </p:nvSpPr>
            <p:spPr>
              <a:xfrm>
                <a:off x="1206055" y="5782454"/>
                <a:ext cx="77993" cy="93294"/>
              </a:xfrm>
              <a:prstGeom prst="rect">
                <a:avLst/>
              </a:prstGeom>
              <a:noFill/>
              <a:ln>
                <a:noFill/>
              </a:ln>
              <a:effectLst/>
            </p:spPr>
            <p:txBody>
              <a:bodyPr vertOverflow="overflow" horzOverflow="overflow" wrap="none" lIns="0" tIns="0" rIns="0" bIns="0" anchor="t" anchorCtr="0">
                <a:noAutofit/>
              </a:bodyPr>
              <a:lstStyle/>
              <a:p>
                <a:r>
                  <a:rPr lang="en-US" sz="370" dirty="0">
                    <a:solidFill>
                      <a:srgbClr val="CE4148"/>
                    </a:solidFill>
                    <a:latin typeface="Arial"/>
                    <a:ea typeface="Arial"/>
                    <a:cs typeface="Arial"/>
                  </a:rPr>
                  <a:t>O</a:t>
                </a:r>
                <a:endParaRPr lang="en-US" sz="370"/>
              </a:p>
            </p:txBody>
          </p:sp>
        </p:grpSp>
        <p:sp>
          <p:nvSpPr>
            <p:cNvPr id="607" name="Text | SMILES">
              <a:extLst>
                <a:ext uri="{FF2B5EF4-FFF2-40B4-BE49-F238E27FC236}">
                  <a16:creationId xmlns:a16="http://schemas.microsoft.com/office/drawing/2014/main" id="{6422873E-1A35-0B33-3652-5579B64B71E3}"/>
                </a:ext>
              </a:extLst>
            </p:cNvPr>
            <p:cNvSpPr txBox="1"/>
            <p:nvPr/>
          </p:nvSpPr>
          <p:spPr>
            <a:xfrm>
              <a:off x="786913" y="5975415"/>
              <a:ext cx="397173"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SMILES</a:t>
              </a:r>
              <a:endParaRPr lang="en-US" sz="500"/>
            </a:p>
          </p:txBody>
        </p:sp>
        <p:sp>
          <p:nvSpPr>
            <p:cNvPr id="608" name="Text | +">
              <a:extLst>
                <a:ext uri="{FF2B5EF4-FFF2-40B4-BE49-F238E27FC236}">
                  <a16:creationId xmlns:a16="http://schemas.microsoft.com/office/drawing/2014/main" id="{D0C187C4-B554-550A-D157-BC0D8A8CD46A}"/>
                </a:ext>
              </a:extLst>
            </p:cNvPr>
            <p:cNvSpPr txBox="1"/>
            <p:nvPr/>
          </p:nvSpPr>
          <p:spPr>
            <a:xfrm>
              <a:off x="1267989" y="5745465"/>
              <a:ext cx="124871" cy="149270"/>
            </a:xfrm>
            <a:prstGeom prst="rect">
              <a:avLst/>
            </a:prstGeom>
            <a:noFill/>
            <a:ln>
              <a:noFill/>
            </a:ln>
            <a:effectLst/>
          </p:spPr>
          <p:txBody>
            <a:bodyPr vertOverflow="overflow" horzOverflow="overflow" wrap="none" lIns="0" tIns="0" rIns="0" bIns="0" anchor="t" anchorCtr="0">
              <a:noAutofit/>
            </a:bodyPr>
            <a:lstStyle/>
            <a:p>
              <a:pPr algn="ctr"/>
              <a:r>
                <a:rPr lang="en-US" sz="593" dirty="0">
                  <a:solidFill>
                    <a:srgbClr val="5E7180"/>
                  </a:solidFill>
                  <a:latin typeface="Arial"/>
                  <a:ea typeface="Arial"/>
                  <a:cs typeface="Arial"/>
                </a:rPr>
                <a:t>+</a:t>
              </a:r>
              <a:endParaRPr lang="en-US" sz="593"/>
            </a:p>
          </p:txBody>
        </p:sp>
        <p:grpSp>
          <p:nvGrpSpPr>
            <p:cNvPr id="609" name="d | Pocket: local receptor environment">
              <a:extLst>
                <a:ext uri="{FF2B5EF4-FFF2-40B4-BE49-F238E27FC236}">
                  <a16:creationId xmlns:a16="http://schemas.microsoft.com/office/drawing/2014/main" id="{9AC254AC-A713-1B87-A80E-353B5730BB49}"/>
                </a:ext>
              </a:extLst>
            </p:cNvPr>
            <p:cNvGrpSpPr/>
            <p:nvPr/>
          </p:nvGrpSpPr>
          <p:grpSpPr>
            <a:xfrm>
              <a:off x="1411968" y="5662376"/>
              <a:ext cx="418007" cy="338292"/>
              <a:chOff x="1411968" y="5662376"/>
              <a:chExt cx="418007" cy="338292"/>
            </a:xfrm>
          </p:grpSpPr>
          <p:sp>
            <p:nvSpPr>
              <p:cNvPr id="610" name="ellipse_2889">
                <a:extLst>
                  <a:ext uri="{FF2B5EF4-FFF2-40B4-BE49-F238E27FC236}">
                    <a16:creationId xmlns:a16="http://schemas.microsoft.com/office/drawing/2014/main" id="{F6F42009-9F91-D84F-A7A7-1F1521BF7734}"/>
                  </a:ext>
                </a:extLst>
              </p:cNvPr>
              <p:cNvSpPr/>
              <p:nvPr/>
            </p:nvSpPr>
            <p:spPr>
              <a:xfrm>
                <a:off x="1477028" y="5730123"/>
                <a:ext cx="31529" cy="31529"/>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1" name="ellipse_2890">
                <a:extLst>
                  <a:ext uri="{FF2B5EF4-FFF2-40B4-BE49-F238E27FC236}">
                    <a16:creationId xmlns:a16="http://schemas.microsoft.com/office/drawing/2014/main" id="{045AB32F-9C7A-C3A5-FFA2-14BEBA77A24B}"/>
                  </a:ext>
                </a:extLst>
              </p:cNvPr>
              <p:cNvSpPr/>
              <p:nvPr/>
            </p:nvSpPr>
            <p:spPr>
              <a:xfrm>
                <a:off x="1413313" y="5768742"/>
                <a:ext cx="29533" cy="29533"/>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12" name="ellipse_2891">
                <a:extLst>
                  <a:ext uri="{FF2B5EF4-FFF2-40B4-BE49-F238E27FC236}">
                    <a16:creationId xmlns:a16="http://schemas.microsoft.com/office/drawing/2014/main" id="{AFA5997E-E0A6-69AD-F436-10F198E6D7DF}"/>
                  </a:ext>
                </a:extLst>
              </p:cNvPr>
              <p:cNvSpPr/>
              <p:nvPr/>
            </p:nvSpPr>
            <p:spPr>
              <a:xfrm>
                <a:off x="1606772" y="5962955"/>
                <a:ext cx="37712" cy="37712"/>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13" name="ellipse_2892">
                <a:extLst>
                  <a:ext uri="{FF2B5EF4-FFF2-40B4-BE49-F238E27FC236}">
                    <a16:creationId xmlns:a16="http://schemas.microsoft.com/office/drawing/2014/main" id="{D318EF96-C722-3435-32BD-E6834D0C9CC0}"/>
                  </a:ext>
                </a:extLst>
              </p:cNvPr>
              <p:cNvSpPr/>
              <p:nvPr/>
            </p:nvSpPr>
            <p:spPr>
              <a:xfrm>
                <a:off x="1692365" y="5876366"/>
                <a:ext cx="39137" cy="3913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4" name="ellipse_2893">
                <a:extLst>
                  <a:ext uri="{FF2B5EF4-FFF2-40B4-BE49-F238E27FC236}">
                    <a16:creationId xmlns:a16="http://schemas.microsoft.com/office/drawing/2014/main" id="{B33AF6AB-20B1-BF22-6040-98A3D48296EC}"/>
                  </a:ext>
                </a:extLst>
              </p:cNvPr>
              <p:cNvSpPr/>
              <p:nvPr/>
            </p:nvSpPr>
            <p:spPr>
              <a:xfrm>
                <a:off x="1446482" y="5820853"/>
                <a:ext cx="35562" cy="35562"/>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15" name="ellipse_2894">
                <a:extLst>
                  <a:ext uri="{FF2B5EF4-FFF2-40B4-BE49-F238E27FC236}">
                    <a16:creationId xmlns:a16="http://schemas.microsoft.com/office/drawing/2014/main" id="{C45B3963-6459-8745-7FD7-27B22996534E}"/>
                  </a:ext>
                </a:extLst>
              </p:cNvPr>
              <p:cNvSpPr/>
              <p:nvPr/>
            </p:nvSpPr>
            <p:spPr>
              <a:xfrm>
                <a:off x="1411968" y="5817386"/>
                <a:ext cx="29762" cy="29762"/>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16" name="ellipse_2895">
                <a:extLst>
                  <a:ext uri="{FF2B5EF4-FFF2-40B4-BE49-F238E27FC236}">
                    <a16:creationId xmlns:a16="http://schemas.microsoft.com/office/drawing/2014/main" id="{AE1EB2BA-1604-5C86-6ED2-4B22404B98F8}"/>
                  </a:ext>
                </a:extLst>
              </p:cNvPr>
              <p:cNvSpPr/>
              <p:nvPr/>
            </p:nvSpPr>
            <p:spPr>
              <a:xfrm>
                <a:off x="1469529" y="5784286"/>
                <a:ext cx="35695" cy="35695"/>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17" name="ellipse_2896">
                <a:extLst>
                  <a:ext uri="{FF2B5EF4-FFF2-40B4-BE49-F238E27FC236}">
                    <a16:creationId xmlns:a16="http://schemas.microsoft.com/office/drawing/2014/main" id="{4FB62A94-D032-B3F6-C1DF-DCB4EC47EC3F}"/>
                  </a:ext>
                </a:extLst>
              </p:cNvPr>
              <p:cNvSpPr/>
              <p:nvPr/>
            </p:nvSpPr>
            <p:spPr>
              <a:xfrm>
                <a:off x="1485370" y="5743617"/>
                <a:ext cx="39374" cy="3937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18" name="ellipse_2897">
                <a:extLst>
                  <a:ext uri="{FF2B5EF4-FFF2-40B4-BE49-F238E27FC236}">
                    <a16:creationId xmlns:a16="http://schemas.microsoft.com/office/drawing/2014/main" id="{0FD46FB7-160E-6C5D-7685-6DDEEFDE8C14}"/>
                  </a:ext>
                </a:extLst>
              </p:cNvPr>
              <p:cNvSpPr/>
              <p:nvPr/>
            </p:nvSpPr>
            <p:spPr>
              <a:xfrm>
                <a:off x="1543334" y="5929029"/>
                <a:ext cx="29140" cy="29140"/>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19" name="ellipse_2898">
                <a:extLst>
                  <a:ext uri="{FF2B5EF4-FFF2-40B4-BE49-F238E27FC236}">
                    <a16:creationId xmlns:a16="http://schemas.microsoft.com/office/drawing/2014/main" id="{091752B4-92B8-7508-8020-9D44A88F777F}"/>
                  </a:ext>
                </a:extLst>
              </p:cNvPr>
              <p:cNvSpPr/>
              <p:nvPr/>
            </p:nvSpPr>
            <p:spPr>
              <a:xfrm>
                <a:off x="1466275" y="5765882"/>
                <a:ext cx="25820" cy="25820"/>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20" name="ellipse_2899">
                <a:extLst>
                  <a:ext uri="{FF2B5EF4-FFF2-40B4-BE49-F238E27FC236}">
                    <a16:creationId xmlns:a16="http://schemas.microsoft.com/office/drawing/2014/main" id="{4DE6B3DF-A47F-57FD-F28D-EFC2269BF94F}"/>
                  </a:ext>
                </a:extLst>
              </p:cNvPr>
              <p:cNvSpPr/>
              <p:nvPr/>
            </p:nvSpPr>
            <p:spPr>
              <a:xfrm>
                <a:off x="1582840" y="5966745"/>
                <a:ext cx="30939" cy="30939"/>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621" name="ellipse_2900">
                <a:extLst>
                  <a:ext uri="{FF2B5EF4-FFF2-40B4-BE49-F238E27FC236}">
                    <a16:creationId xmlns:a16="http://schemas.microsoft.com/office/drawing/2014/main" id="{62AA9303-85C8-8635-0C9B-5090E17ACDC2}"/>
                  </a:ext>
                </a:extLst>
              </p:cNvPr>
              <p:cNvSpPr/>
              <p:nvPr/>
            </p:nvSpPr>
            <p:spPr>
              <a:xfrm>
                <a:off x="1507992" y="5722896"/>
                <a:ext cx="33525" cy="33525"/>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22" name="ellipse_2901">
                <a:extLst>
                  <a:ext uri="{FF2B5EF4-FFF2-40B4-BE49-F238E27FC236}">
                    <a16:creationId xmlns:a16="http://schemas.microsoft.com/office/drawing/2014/main" id="{814B139D-1870-EACD-85C0-03B261A5C8B5}"/>
                  </a:ext>
                </a:extLst>
              </p:cNvPr>
              <p:cNvSpPr/>
              <p:nvPr/>
            </p:nvSpPr>
            <p:spPr>
              <a:xfrm>
                <a:off x="1455591" y="5791788"/>
                <a:ext cx="31551" cy="31551"/>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3" name="ellipse_2902">
                <a:extLst>
                  <a:ext uri="{FF2B5EF4-FFF2-40B4-BE49-F238E27FC236}">
                    <a16:creationId xmlns:a16="http://schemas.microsoft.com/office/drawing/2014/main" id="{105F774C-40DA-0AB9-F834-DAC9C6CBA535}"/>
                  </a:ext>
                </a:extLst>
              </p:cNvPr>
              <p:cNvSpPr/>
              <p:nvPr/>
            </p:nvSpPr>
            <p:spPr>
              <a:xfrm>
                <a:off x="1565027" y="5913802"/>
                <a:ext cx="34699" cy="34699"/>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24" name="ellipse_2903">
                <a:extLst>
                  <a:ext uri="{FF2B5EF4-FFF2-40B4-BE49-F238E27FC236}">
                    <a16:creationId xmlns:a16="http://schemas.microsoft.com/office/drawing/2014/main" id="{9F95DB6C-A3A9-3FAE-E70E-154CB4C5612F}"/>
                  </a:ext>
                </a:extLst>
              </p:cNvPr>
              <p:cNvSpPr/>
              <p:nvPr/>
            </p:nvSpPr>
            <p:spPr>
              <a:xfrm>
                <a:off x="1592477" y="5951568"/>
                <a:ext cx="38059" cy="38059"/>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25" name="ellipse_2904">
                <a:extLst>
                  <a:ext uri="{FF2B5EF4-FFF2-40B4-BE49-F238E27FC236}">
                    <a16:creationId xmlns:a16="http://schemas.microsoft.com/office/drawing/2014/main" id="{72D1D5B5-5E58-D72B-34B8-88C8349C8F0B}"/>
                  </a:ext>
                </a:extLst>
              </p:cNvPr>
              <p:cNvSpPr/>
              <p:nvPr/>
            </p:nvSpPr>
            <p:spPr>
              <a:xfrm>
                <a:off x="1755519" y="5859269"/>
                <a:ext cx="33604" cy="33604"/>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26" name="ellipse_2905">
                <a:extLst>
                  <a:ext uri="{FF2B5EF4-FFF2-40B4-BE49-F238E27FC236}">
                    <a16:creationId xmlns:a16="http://schemas.microsoft.com/office/drawing/2014/main" id="{42FBC5A2-A375-AF82-B9DD-98C16577EF47}"/>
                  </a:ext>
                </a:extLst>
              </p:cNvPr>
              <p:cNvSpPr/>
              <p:nvPr/>
            </p:nvSpPr>
            <p:spPr>
              <a:xfrm>
                <a:off x="1714504" y="5932612"/>
                <a:ext cx="32252" cy="32252"/>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27" name="ellipse_2906">
                <a:extLst>
                  <a:ext uri="{FF2B5EF4-FFF2-40B4-BE49-F238E27FC236}">
                    <a16:creationId xmlns:a16="http://schemas.microsoft.com/office/drawing/2014/main" id="{F7F2B472-4F55-3640-AB61-402F08A4A605}"/>
                  </a:ext>
                </a:extLst>
              </p:cNvPr>
              <p:cNvSpPr/>
              <p:nvPr/>
            </p:nvSpPr>
            <p:spPr>
              <a:xfrm>
                <a:off x="1739282" y="5823798"/>
                <a:ext cx="27565" cy="27565"/>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628" name="ellipse_2907">
                <a:extLst>
                  <a:ext uri="{FF2B5EF4-FFF2-40B4-BE49-F238E27FC236}">
                    <a16:creationId xmlns:a16="http://schemas.microsoft.com/office/drawing/2014/main" id="{C774233C-40B5-07E7-0A55-13D4EE18021E}"/>
                  </a:ext>
                </a:extLst>
              </p:cNvPr>
              <p:cNvSpPr/>
              <p:nvPr/>
            </p:nvSpPr>
            <p:spPr>
              <a:xfrm>
                <a:off x="1477659" y="5897421"/>
                <a:ext cx="33413" cy="33413"/>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29" name="ellipse_2908">
                <a:extLst>
                  <a:ext uri="{FF2B5EF4-FFF2-40B4-BE49-F238E27FC236}">
                    <a16:creationId xmlns:a16="http://schemas.microsoft.com/office/drawing/2014/main" id="{18E561CE-C0D4-5882-4DBC-020E399CF9B9}"/>
                  </a:ext>
                </a:extLst>
              </p:cNvPr>
              <p:cNvSpPr/>
              <p:nvPr/>
            </p:nvSpPr>
            <p:spPr>
              <a:xfrm>
                <a:off x="1671524" y="5897894"/>
                <a:ext cx="34031" cy="34031"/>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0" name="ellipse_2909">
                <a:extLst>
                  <a:ext uri="{FF2B5EF4-FFF2-40B4-BE49-F238E27FC236}">
                    <a16:creationId xmlns:a16="http://schemas.microsoft.com/office/drawing/2014/main" id="{3B4AA6EE-FE09-CF47-A222-58CBF0AE7A5B}"/>
                  </a:ext>
                </a:extLst>
              </p:cNvPr>
              <p:cNvSpPr/>
              <p:nvPr/>
            </p:nvSpPr>
            <p:spPr>
              <a:xfrm>
                <a:off x="1742971" y="5773835"/>
                <a:ext cx="35121" cy="35121"/>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631" name="ellipse_2910">
                <a:extLst>
                  <a:ext uri="{FF2B5EF4-FFF2-40B4-BE49-F238E27FC236}">
                    <a16:creationId xmlns:a16="http://schemas.microsoft.com/office/drawing/2014/main" id="{440DE651-BCFE-000A-17BE-AC0E18E1CC9A}"/>
                  </a:ext>
                </a:extLst>
              </p:cNvPr>
              <p:cNvSpPr/>
              <p:nvPr/>
            </p:nvSpPr>
            <p:spPr>
              <a:xfrm>
                <a:off x="1555987" y="5962446"/>
                <a:ext cx="25963" cy="25963"/>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632" name="ellipse_2911">
                <a:extLst>
                  <a:ext uri="{FF2B5EF4-FFF2-40B4-BE49-F238E27FC236}">
                    <a16:creationId xmlns:a16="http://schemas.microsoft.com/office/drawing/2014/main" id="{EC2FBFE7-DAE9-F29A-DD1D-84C979220963}"/>
                  </a:ext>
                </a:extLst>
              </p:cNvPr>
              <p:cNvSpPr/>
              <p:nvPr/>
            </p:nvSpPr>
            <p:spPr>
              <a:xfrm>
                <a:off x="1725888" y="5766654"/>
                <a:ext cx="33262" cy="33262"/>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33" name="ellipse_2912">
                <a:extLst>
                  <a:ext uri="{FF2B5EF4-FFF2-40B4-BE49-F238E27FC236}">
                    <a16:creationId xmlns:a16="http://schemas.microsoft.com/office/drawing/2014/main" id="{DB9DF0BA-713A-C761-5B96-AA0C67EA8663}"/>
                  </a:ext>
                </a:extLst>
              </p:cNvPr>
              <p:cNvSpPr/>
              <p:nvPr/>
            </p:nvSpPr>
            <p:spPr>
              <a:xfrm>
                <a:off x="1638437" y="5914338"/>
                <a:ext cx="38036" cy="38036"/>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634" name="ellipse_2913">
                <a:extLst>
                  <a:ext uri="{FF2B5EF4-FFF2-40B4-BE49-F238E27FC236}">
                    <a16:creationId xmlns:a16="http://schemas.microsoft.com/office/drawing/2014/main" id="{94BAAEF8-DFDF-969A-C87E-D13B3196CE8D}"/>
                  </a:ext>
                </a:extLst>
              </p:cNvPr>
              <p:cNvSpPr/>
              <p:nvPr/>
            </p:nvSpPr>
            <p:spPr>
              <a:xfrm>
                <a:off x="1469814" y="5810243"/>
                <a:ext cx="26475" cy="2647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5" name="ellipse_2914">
                <a:extLst>
                  <a:ext uri="{FF2B5EF4-FFF2-40B4-BE49-F238E27FC236}">
                    <a16:creationId xmlns:a16="http://schemas.microsoft.com/office/drawing/2014/main" id="{8B4824DC-B5E4-95D3-8162-FF95840CF850}"/>
                  </a:ext>
                </a:extLst>
              </p:cNvPr>
              <p:cNvSpPr/>
              <p:nvPr/>
            </p:nvSpPr>
            <p:spPr>
              <a:xfrm>
                <a:off x="1604446" y="5912480"/>
                <a:ext cx="25177" cy="25177"/>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36" name="ellipse_2915">
                <a:extLst>
                  <a:ext uri="{FF2B5EF4-FFF2-40B4-BE49-F238E27FC236}">
                    <a16:creationId xmlns:a16="http://schemas.microsoft.com/office/drawing/2014/main" id="{CFA15D71-CFCC-2A95-A285-E7717C19B74B}"/>
                  </a:ext>
                </a:extLst>
              </p:cNvPr>
              <p:cNvSpPr/>
              <p:nvPr/>
            </p:nvSpPr>
            <p:spPr>
              <a:xfrm>
                <a:off x="1537160" y="5725932"/>
                <a:ext cx="26446" cy="26446"/>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37" name="ellipse_2916">
                <a:extLst>
                  <a:ext uri="{FF2B5EF4-FFF2-40B4-BE49-F238E27FC236}">
                    <a16:creationId xmlns:a16="http://schemas.microsoft.com/office/drawing/2014/main" id="{C2AC5A4E-F3C5-03F4-D3C1-073A3BB34E62}"/>
                  </a:ext>
                </a:extLst>
              </p:cNvPr>
              <p:cNvSpPr/>
              <p:nvPr/>
            </p:nvSpPr>
            <p:spPr>
              <a:xfrm>
                <a:off x="1627934" y="5686479"/>
                <a:ext cx="28884" cy="28884"/>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38" name="ellipse_2917">
                <a:extLst>
                  <a:ext uri="{FF2B5EF4-FFF2-40B4-BE49-F238E27FC236}">
                    <a16:creationId xmlns:a16="http://schemas.microsoft.com/office/drawing/2014/main" id="{8C256738-8E53-9CE7-A6B1-7446A23851A0}"/>
                  </a:ext>
                </a:extLst>
              </p:cNvPr>
              <p:cNvSpPr/>
              <p:nvPr/>
            </p:nvSpPr>
            <p:spPr>
              <a:xfrm>
                <a:off x="1673455" y="5697854"/>
                <a:ext cx="24843" cy="24843"/>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639" name="ellipse_2918">
                <a:extLst>
                  <a:ext uri="{FF2B5EF4-FFF2-40B4-BE49-F238E27FC236}">
                    <a16:creationId xmlns:a16="http://schemas.microsoft.com/office/drawing/2014/main" id="{563AED87-5DE7-3766-BF3B-B96ECDE955BD}"/>
                  </a:ext>
                </a:extLst>
              </p:cNvPr>
              <p:cNvSpPr/>
              <p:nvPr/>
            </p:nvSpPr>
            <p:spPr>
              <a:xfrm>
                <a:off x="1740188" y="5843935"/>
                <a:ext cx="33634" cy="33634"/>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640" name="ellipse_2919">
                <a:extLst>
                  <a:ext uri="{FF2B5EF4-FFF2-40B4-BE49-F238E27FC236}">
                    <a16:creationId xmlns:a16="http://schemas.microsoft.com/office/drawing/2014/main" id="{330F0537-6D89-A876-DEE5-7DDEE7627645}"/>
                  </a:ext>
                </a:extLst>
              </p:cNvPr>
              <p:cNvSpPr/>
              <p:nvPr/>
            </p:nvSpPr>
            <p:spPr>
              <a:xfrm>
                <a:off x="1747527" y="5782823"/>
                <a:ext cx="38868" cy="3886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41" name="ellipse_2920">
                <a:extLst>
                  <a:ext uri="{FF2B5EF4-FFF2-40B4-BE49-F238E27FC236}">
                    <a16:creationId xmlns:a16="http://schemas.microsoft.com/office/drawing/2014/main" id="{94C757A5-D798-CBFD-6440-152BCEB3B856}"/>
                  </a:ext>
                </a:extLst>
              </p:cNvPr>
              <p:cNvSpPr/>
              <p:nvPr/>
            </p:nvSpPr>
            <p:spPr>
              <a:xfrm>
                <a:off x="1601887" y="5948096"/>
                <a:ext cx="25828" cy="25828"/>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42" name="ellipse_2921">
                <a:extLst>
                  <a:ext uri="{FF2B5EF4-FFF2-40B4-BE49-F238E27FC236}">
                    <a16:creationId xmlns:a16="http://schemas.microsoft.com/office/drawing/2014/main" id="{EBC8D83C-ACA0-D0E0-287B-62EBDD333AE0}"/>
                  </a:ext>
                </a:extLst>
              </p:cNvPr>
              <p:cNvSpPr/>
              <p:nvPr/>
            </p:nvSpPr>
            <p:spPr>
              <a:xfrm>
                <a:off x="1749582" y="5888113"/>
                <a:ext cx="36487" cy="36487"/>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43" name="ellipse_2922">
                <a:extLst>
                  <a:ext uri="{FF2B5EF4-FFF2-40B4-BE49-F238E27FC236}">
                    <a16:creationId xmlns:a16="http://schemas.microsoft.com/office/drawing/2014/main" id="{A7DA2629-9185-DD7B-932A-CC9039FF67E7}"/>
                  </a:ext>
                </a:extLst>
              </p:cNvPr>
              <p:cNvSpPr/>
              <p:nvPr/>
            </p:nvSpPr>
            <p:spPr>
              <a:xfrm>
                <a:off x="1731701" y="5860783"/>
                <a:ext cx="23989" cy="23989"/>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44" name="ellipse_2923">
                <a:extLst>
                  <a:ext uri="{FF2B5EF4-FFF2-40B4-BE49-F238E27FC236}">
                    <a16:creationId xmlns:a16="http://schemas.microsoft.com/office/drawing/2014/main" id="{3BBDF1A6-21C9-D7EB-729E-B25FC2DD6EB9}"/>
                  </a:ext>
                </a:extLst>
              </p:cNvPr>
              <p:cNvSpPr/>
              <p:nvPr/>
            </p:nvSpPr>
            <p:spPr>
              <a:xfrm>
                <a:off x="1759056" y="5817672"/>
                <a:ext cx="28808" cy="28808"/>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45" name="ellipse_2924">
                <a:extLst>
                  <a:ext uri="{FF2B5EF4-FFF2-40B4-BE49-F238E27FC236}">
                    <a16:creationId xmlns:a16="http://schemas.microsoft.com/office/drawing/2014/main" id="{3D08E5B1-4348-ED8A-4E1A-5DEFEF513C19}"/>
                  </a:ext>
                </a:extLst>
              </p:cNvPr>
              <p:cNvSpPr/>
              <p:nvPr/>
            </p:nvSpPr>
            <p:spPr>
              <a:xfrm>
                <a:off x="1547821" y="5674848"/>
                <a:ext cx="24536" cy="24536"/>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46" name="ellipse_2925">
                <a:extLst>
                  <a:ext uri="{FF2B5EF4-FFF2-40B4-BE49-F238E27FC236}">
                    <a16:creationId xmlns:a16="http://schemas.microsoft.com/office/drawing/2014/main" id="{7A0A60F6-862F-BDFD-7F88-142229790E2D}"/>
                  </a:ext>
                </a:extLst>
              </p:cNvPr>
              <p:cNvSpPr/>
              <p:nvPr/>
            </p:nvSpPr>
            <p:spPr>
              <a:xfrm>
                <a:off x="1436856" y="5736363"/>
                <a:ext cx="23841" cy="23841"/>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647" name="ellipse_2926">
                <a:extLst>
                  <a:ext uri="{FF2B5EF4-FFF2-40B4-BE49-F238E27FC236}">
                    <a16:creationId xmlns:a16="http://schemas.microsoft.com/office/drawing/2014/main" id="{2028B717-AF58-0FEB-8422-CEA589F88B23}"/>
                  </a:ext>
                </a:extLst>
              </p:cNvPr>
              <p:cNvSpPr/>
              <p:nvPr/>
            </p:nvSpPr>
            <p:spPr>
              <a:xfrm>
                <a:off x="1457390" y="5888267"/>
                <a:ext cx="35961" cy="35961"/>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648" name="ellipse_2927">
                <a:extLst>
                  <a:ext uri="{FF2B5EF4-FFF2-40B4-BE49-F238E27FC236}">
                    <a16:creationId xmlns:a16="http://schemas.microsoft.com/office/drawing/2014/main" id="{DAA61825-7DB0-0DAB-C675-8140DC25E0E1}"/>
                  </a:ext>
                </a:extLst>
              </p:cNvPr>
              <p:cNvSpPr/>
              <p:nvPr/>
            </p:nvSpPr>
            <p:spPr>
              <a:xfrm>
                <a:off x="1428158" y="5810865"/>
                <a:ext cx="33956" cy="33956"/>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49" name="ellipse_2928">
                <a:extLst>
                  <a:ext uri="{FF2B5EF4-FFF2-40B4-BE49-F238E27FC236}">
                    <a16:creationId xmlns:a16="http://schemas.microsoft.com/office/drawing/2014/main" id="{9BCE55E4-EAC0-F05A-3021-330E38B489C2}"/>
                  </a:ext>
                </a:extLst>
              </p:cNvPr>
              <p:cNvSpPr/>
              <p:nvPr/>
            </p:nvSpPr>
            <p:spPr>
              <a:xfrm>
                <a:off x="1806304" y="5819862"/>
                <a:ext cx="23670" cy="23670"/>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50" name="ellipse_2929">
                <a:extLst>
                  <a:ext uri="{FF2B5EF4-FFF2-40B4-BE49-F238E27FC236}">
                    <a16:creationId xmlns:a16="http://schemas.microsoft.com/office/drawing/2014/main" id="{429E55D0-D4C1-3573-3786-DDF26EF377B4}"/>
                  </a:ext>
                </a:extLst>
              </p:cNvPr>
              <p:cNvSpPr/>
              <p:nvPr/>
            </p:nvSpPr>
            <p:spPr>
              <a:xfrm>
                <a:off x="1627313" y="5712973"/>
                <a:ext cx="37885" cy="378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51" name="ellipse_2930">
                <a:extLst>
                  <a:ext uri="{FF2B5EF4-FFF2-40B4-BE49-F238E27FC236}">
                    <a16:creationId xmlns:a16="http://schemas.microsoft.com/office/drawing/2014/main" id="{5DC9C39E-63E1-4C3A-3776-DF8C4D1C1AB9}"/>
                  </a:ext>
                </a:extLst>
              </p:cNvPr>
              <p:cNvSpPr/>
              <p:nvPr/>
            </p:nvSpPr>
            <p:spPr>
              <a:xfrm>
                <a:off x="1710685" y="5883673"/>
                <a:ext cx="23533" cy="23533"/>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52" name="ellipse_2931">
                <a:extLst>
                  <a:ext uri="{FF2B5EF4-FFF2-40B4-BE49-F238E27FC236}">
                    <a16:creationId xmlns:a16="http://schemas.microsoft.com/office/drawing/2014/main" id="{EB276664-B994-6526-C319-6B7961DC9914}"/>
                  </a:ext>
                </a:extLst>
              </p:cNvPr>
              <p:cNvSpPr/>
              <p:nvPr/>
            </p:nvSpPr>
            <p:spPr>
              <a:xfrm>
                <a:off x="1694615" y="5911084"/>
                <a:ext cx="29708" cy="2970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53" name="ellipse_2932">
                <a:extLst>
                  <a:ext uri="{FF2B5EF4-FFF2-40B4-BE49-F238E27FC236}">
                    <a16:creationId xmlns:a16="http://schemas.microsoft.com/office/drawing/2014/main" id="{3654202C-0E59-35EC-5848-001B215FA4B9}"/>
                  </a:ext>
                </a:extLst>
              </p:cNvPr>
              <p:cNvSpPr/>
              <p:nvPr/>
            </p:nvSpPr>
            <p:spPr>
              <a:xfrm>
                <a:off x="1701593" y="5924380"/>
                <a:ext cx="23793" cy="23793"/>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54" name="ellipse_2933">
                <a:extLst>
                  <a:ext uri="{FF2B5EF4-FFF2-40B4-BE49-F238E27FC236}">
                    <a16:creationId xmlns:a16="http://schemas.microsoft.com/office/drawing/2014/main" id="{3B974907-5666-26CF-ACE4-916A13C13327}"/>
                  </a:ext>
                </a:extLst>
              </p:cNvPr>
              <p:cNvSpPr/>
              <p:nvPr/>
            </p:nvSpPr>
            <p:spPr>
              <a:xfrm>
                <a:off x="1599033" y="5681949"/>
                <a:ext cx="29376" cy="29376"/>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55" name="ellipse_2934">
                <a:extLst>
                  <a:ext uri="{FF2B5EF4-FFF2-40B4-BE49-F238E27FC236}">
                    <a16:creationId xmlns:a16="http://schemas.microsoft.com/office/drawing/2014/main" id="{C59FB2D6-1DFD-AA3B-DC85-0B82DB24C1CF}"/>
                  </a:ext>
                </a:extLst>
              </p:cNvPr>
              <p:cNvSpPr/>
              <p:nvPr/>
            </p:nvSpPr>
            <p:spPr>
              <a:xfrm>
                <a:off x="1706363" y="5885733"/>
                <a:ext cx="27882" cy="27882"/>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56" name="ellipse_2935">
                <a:extLst>
                  <a:ext uri="{FF2B5EF4-FFF2-40B4-BE49-F238E27FC236}">
                    <a16:creationId xmlns:a16="http://schemas.microsoft.com/office/drawing/2014/main" id="{A7C3B77F-B851-4E35-BD07-0F367812EB9A}"/>
                  </a:ext>
                </a:extLst>
              </p:cNvPr>
              <p:cNvSpPr/>
              <p:nvPr/>
            </p:nvSpPr>
            <p:spPr>
              <a:xfrm>
                <a:off x="1644117" y="5927383"/>
                <a:ext cx="31868" cy="31868"/>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57" name="ellipse_2936">
                <a:extLst>
                  <a:ext uri="{FF2B5EF4-FFF2-40B4-BE49-F238E27FC236}">
                    <a16:creationId xmlns:a16="http://schemas.microsoft.com/office/drawing/2014/main" id="{EFDFC850-01C3-50CD-A91A-EBB0588B5830}"/>
                  </a:ext>
                </a:extLst>
              </p:cNvPr>
              <p:cNvSpPr/>
              <p:nvPr/>
            </p:nvSpPr>
            <p:spPr>
              <a:xfrm>
                <a:off x="1582830" y="5913046"/>
                <a:ext cx="31662" cy="3166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658" name="ellipse_2937">
                <a:extLst>
                  <a:ext uri="{FF2B5EF4-FFF2-40B4-BE49-F238E27FC236}">
                    <a16:creationId xmlns:a16="http://schemas.microsoft.com/office/drawing/2014/main" id="{2ADF6D3D-6EA4-1EE4-BAC9-3D72498294C8}"/>
                  </a:ext>
                </a:extLst>
              </p:cNvPr>
              <p:cNvSpPr/>
              <p:nvPr/>
            </p:nvSpPr>
            <p:spPr>
              <a:xfrm>
                <a:off x="1441252" y="5843458"/>
                <a:ext cx="37932" cy="37932"/>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659" name="ellipse_2938">
                <a:extLst>
                  <a:ext uri="{FF2B5EF4-FFF2-40B4-BE49-F238E27FC236}">
                    <a16:creationId xmlns:a16="http://schemas.microsoft.com/office/drawing/2014/main" id="{605FCD02-6F70-67B1-1303-6CD8BE77DD47}"/>
                  </a:ext>
                </a:extLst>
              </p:cNvPr>
              <p:cNvSpPr/>
              <p:nvPr/>
            </p:nvSpPr>
            <p:spPr>
              <a:xfrm>
                <a:off x="1676913" y="5723244"/>
                <a:ext cx="35560" cy="35560"/>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60" name="ellipse_2939">
                <a:extLst>
                  <a:ext uri="{FF2B5EF4-FFF2-40B4-BE49-F238E27FC236}">
                    <a16:creationId xmlns:a16="http://schemas.microsoft.com/office/drawing/2014/main" id="{179C87C2-69B7-0DD5-37C7-A0AAA4E26E00}"/>
                  </a:ext>
                </a:extLst>
              </p:cNvPr>
              <p:cNvSpPr/>
              <p:nvPr/>
            </p:nvSpPr>
            <p:spPr>
              <a:xfrm>
                <a:off x="1442316" y="5759309"/>
                <a:ext cx="30564" cy="30564"/>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661" name="ellipse_2940">
                <a:extLst>
                  <a:ext uri="{FF2B5EF4-FFF2-40B4-BE49-F238E27FC236}">
                    <a16:creationId xmlns:a16="http://schemas.microsoft.com/office/drawing/2014/main" id="{50B5553A-2C19-58C0-3EE0-A0982B0602B5}"/>
                  </a:ext>
                </a:extLst>
              </p:cNvPr>
              <p:cNvSpPr/>
              <p:nvPr/>
            </p:nvSpPr>
            <p:spPr>
              <a:xfrm>
                <a:off x="1660843" y="5732672"/>
                <a:ext cx="32471" cy="32471"/>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662" name="ellipse_2941">
                <a:extLst>
                  <a:ext uri="{FF2B5EF4-FFF2-40B4-BE49-F238E27FC236}">
                    <a16:creationId xmlns:a16="http://schemas.microsoft.com/office/drawing/2014/main" id="{65AA6832-2B65-A41C-E54C-B16C1908EDF4}"/>
                  </a:ext>
                </a:extLst>
              </p:cNvPr>
              <p:cNvSpPr/>
              <p:nvPr/>
            </p:nvSpPr>
            <p:spPr>
              <a:xfrm>
                <a:off x="1441929" y="5857738"/>
                <a:ext cx="27539" cy="27539"/>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663" name="ellipse_2942">
                <a:extLst>
                  <a:ext uri="{FF2B5EF4-FFF2-40B4-BE49-F238E27FC236}">
                    <a16:creationId xmlns:a16="http://schemas.microsoft.com/office/drawing/2014/main" id="{20964C3D-B05A-C947-2C3A-16F6BB9A8F01}"/>
                  </a:ext>
                </a:extLst>
              </p:cNvPr>
              <p:cNvSpPr/>
              <p:nvPr/>
            </p:nvSpPr>
            <p:spPr>
              <a:xfrm>
                <a:off x="1605905" y="5946213"/>
                <a:ext cx="23720" cy="23720"/>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4" name="ellipse_2943">
                <a:extLst>
                  <a:ext uri="{FF2B5EF4-FFF2-40B4-BE49-F238E27FC236}">
                    <a16:creationId xmlns:a16="http://schemas.microsoft.com/office/drawing/2014/main" id="{B8EF0B59-F6B9-5ED5-1B13-9BCF93ADC380}"/>
                  </a:ext>
                </a:extLst>
              </p:cNvPr>
              <p:cNvSpPr/>
              <p:nvPr/>
            </p:nvSpPr>
            <p:spPr>
              <a:xfrm>
                <a:off x="1666560" y="5904207"/>
                <a:ext cx="25696" cy="25696"/>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665" name="ellipse_2944">
                <a:extLst>
                  <a:ext uri="{FF2B5EF4-FFF2-40B4-BE49-F238E27FC236}">
                    <a16:creationId xmlns:a16="http://schemas.microsoft.com/office/drawing/2014/main" id="{9D3765C9-4A57-F123-369F-396698B2CC36}"/>
                  </a:ext>
                </a:extLst>
              </p:cNvPr>
              <p:cNvSpPr/>
              <p:nvPr/>
            </p:nvSpPr>
            <p:spPr>
              <a:xfrm>
                <a:off x="1569217" y="5720001"/>
                <a:ext cx="32959" cy="3295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666" name="ellipse_2945">
                <a:extLst>
                  <a:ext uri="{FF2B5EF4-FFF2-40B4-BE49-F238E27FC236}">
                    <a16:creationId xmlns:a16="http://schemas.microsoft.com/office/drawing/2014/main" id="{4AFA0D5E-491C-1C7B-4276-7A65DDF8675E}"/>
                  </a:ext>
                </a:extLst>
              </p:cNvPr>
              <p:cNvSpPr/>
              <p:nvPr/>
            </p:nvSpPr>
            <p:spPr>
              <a:xfrm>
                <a:off x="1628649" y="5681483"/>
                <a:ext cx="30404" cy="3040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67" name="ellipse_2946">
                <a:extLst>
                  <a:ext uri="{FF2B5EF4-FFF2-40B4-BE49-F238E27FC236}">
                    <a16:creationId xmlns:a16="http://schemas.microsoft.com/office/drawing/2014/main" id="{12473768-002C-019E-4C6E-0C14F8D916F1}"/>
                  </a:ext>
                </a:extLst>
              </p:cNvPr>
              <p:cNvSpPr/>
              <p:nvPr/>
            </p:nvSpPr>
            <p:spPr>
              <a:xfrm>
                <a:off x="1713397" y="5861457"/>
                <a:ext cx="33198" cy="33198"/>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68" name="ellipse_2947">
                <a:extLst>
                  <a:ext uri="{FF2B5EF4-FFF2-40B4-BE49-F238E27FC236}">
                    <a16:creationId xmlns:a16="http://schemas.microsoft.com/office/drawing/2014/main" id="{C251B949-C0ED-5CD3-40F3-6DC5BC7BAE14}"/>
                  </a:ext>
                </a:extLst>
              </p:cNvPr>
              <p:cNvSpPr/>
              <p:nvPr/>
            </p:nvSpPr>
            <p:spPr>
              <a:xfrm>
                <a:off x="1568321" y="5927538"/>
                <a:ext cx="37172" cy="37172"/>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669" name="ellipse_2948">
                <a:extLst>
                  <a:ext uri="{FF2B5EF4-FFF2-40B4-BE49-F238E27FC236}">
                    <a16:creationId xmlns:a16="http://schemas.microsoft.com/office/drawing/2014/main" id="{2A7DD593-5379-AF54-0A55-6D727226C4EF}"/>
                  </a:ext>
                </a:extLst>
              </p:cNvPr>
              <p:cNvSpPr/>
              <p:nvPr/>
            </p:nvSpPr>
            <p:spPr>
              <a:xfrm>
                <a:off x="1589792" y="5719262"/>
                <a:ext cx="26962" cy="26962"/>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670" name="ellipse_2949">
                <a:extLst>
                  <a:ext uri="{FF2B5EF4-FFF2-40B4-BE49-F238E27FC236}">
                    <a16:creationId xmlns:a16="http://schemas.microsoft.com/office/drawing/2014/main" id="{C6A21056-746F-B00C-BBCD-8CF29A46C7D3}"/>
                  </a:ext>
                </a:extLst>
              </p:cNvPr>
              <p:cNvSpPr/>
              <p:nvPr/>
            </p:nvSpPr>
            <p:spPr>
              <a:xfrm>
                <a:off x="1493034" y="5768073"/>
                <a:ext cx="32512" cy="32512"/>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671" name="ellipse_2950">
                <a:extLst>
                  <a:ext uri="{FF2B5EF4-FFF2-40B4-BE49-F238E27FC236}">
                    <a16:creationId xmlns:a16="http://schemas.microsoft.com/office/drawing/2014/main" id="{0E9E76F0-BD86-F58E-9FCB-99632E9F11B1}"/>
                  </a:ext>
                </a:extLst>
              </p:cNvPr>
              <p:cNvSpPr/>
              <p:nvPr/>
            </p:nvSpPr>
            <p:spPr>
              <a:xfrm>
                <a:off x="1700028" y="5916902"/>
                <a:ext cx="26704" cy="2670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72" name="ellipse_2951">
                <a:extLst>
                  <a:ext uri="{FF2B5EF4-FFF2-40B4-BE49-F238E27FC236}">
                    <a16:creationId xmlns:a16="http://schemas.microsoft.com/office/drawing/2014/main" id="{697CBA57-2391-38BE-7466-5C3DA30671FC}"/>
                  </a:ext>
                </a:extLst>
              </p:cNvPr>
              <p:cNvSpPr/>
              <p:nvPr/>
            </p:nvSpPr>
            <p:spPr>
              <a:xfrm>
                <a:off x="1484645" y="5849570"/>
                <a:ext cx="34307" cy="3430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73" name="ellipse_2952">
                <a:extLst>
                  <a:ext uri="{FF2B5EF4-FFF2-40B4-BE49-F238E27FC236}">
                    <a16:creationId xmlns:a16="http://schemas.microsoft.com/office/drawing/2014/main" id="{EE036D8D-58EF-BC0D-A67F-2E2F0FED3454}"/>
                  </a:ext>
                </a:extLst>
              </p:cNvPr>
              <p:cNvSpPr/>
              <p:nvPr/>
            </p:nvSpPr>
            <p:spPr>
              <a:xfrm>
                <a:off x="1796236" y="5779448"/>
                <a:ext cx="31087" cy="31087"/>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674" name="ellipse_2953">
                <a:extLst>
                  <a:ext uri="{FF2B5EF4-FFF2-40B4-BE49-F238E27FC236}">
                    <a16:creationId xmlns:a16="http://schemas.microsoft.com/office/drawing/2014/main" id="{AA0B746A-CE43-8653-6204-2F3B7057D1F0}"/>
                  </a:ext>
                </a:extLst>
              </p:cNvPr>
              <p:cNvSpPr/>
              <p:nvPr/>
            </p:nvSpPr>
            <p:spPr>
              <a:xfrm>
                <a:off x="1703383" y="5707987"/>
                <a:ext cx="24249" cy="24249"/>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5" name="ellipse_2954">
                <a:extLst>
                  <a:ext uri="{FF2B5EF4-FFF2-40B4-BE49-F238E27FC236}">
                    <a16:creationId xmlns:a16="http://schemas.microsoft.com/office/drawing/2014/main" id="{E8FC4CD6-3F92-E5E1-841A-1039670BC15D}"/>
                  </a:ext>
                </a:extLst>
              </p:cNvPr>
              <p:cNvSpPr/>
              <p:nvPr/>
            </p:nvSpPr>
            <p:spPr>
              <a:xfrm>
                <a:off x="1639165" y="5940343"/>
                <a:ext cx="34999" cy="3499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676" name="ellipse_2955">
                <a:extLst>
                  <a:ext uri="{FF2B5EF4-FFF2-40B4-BE49-F238E27FC236}">
                    <a16:creationId xmlns:a16="http://schemas.microsoft.com/office/drawing/2014/main" id="{8FB5406B-6AA0-0932-2FD9-E500CC1E6A70}"/>
                  </a:ext>
                </a:extLst>
              </p:cNvPr>
              <p:cNvSpPr/>
              <p:nvPr/>
            </p:nvSpPr>
            <p:spPr>
              <a:xfrm>
                <a:off x="1607929" y="5664825"/>
                <a:ext cx="32753" cy="32753"/>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677" name="ellipse_2956">
                <a:extLst>
                  <a:ext uri="{FF2B5EF4-FFF2-40B4-BE49-F238E27FC236}">
                    <a16:creationId xmlns:a16="http://schemas.microsoft.com/office/drawing/2014/main" id="{61915CE9-DD1C-C287-DA3D-9972B9DFD2A5}"/>
                  </a:ext>
                </a:extLst>
              </p:cNvPr>
              <p:cNvSpPr/>
              <p:nvPr/>
            </p:nvSpPr>
            <p:spPr>
              <a:xfrm>
                <a:off x="1431638" y="5888721"/>
                <a:ext cx="32307" cy="3230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678" name="ellipse_2957">
                <a:extLst>
                  <a:ext uri="{FF2B5EF4-FFF2-40B4-BE49-F238E27FC236}">
                    <a16:creationId xmlns:a16="http://schemas.microsoft.com/office/drawing/2014/main" id="{59305533-22BE-5D65-231E-BE59363CA68E}"/>
                  </a:ext>
                </a:extLst>
              </p:cNvPr>
              <p:cNvSpPr/>
              <p:nvPr/>
            </p:nvSpPr>
            <p:spPr>
              <a:xfrm>
                <a:off x="1763250" y="5810798"/>
                <a:ext cx="24008" cy="24008"/>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679" name="ellipse_2958">
                <a:extLst>
                  <a:ext uri="{FF2B5EF4-FFF2-40B4-BE49-F238E27FC236}">
                    <a16:creationId xmlns:a16="http://schemas.microsoft.com/office/drawing/2014/main" id="{84A06EF0-EE99-7BDE-316E-563B4102A50F}"/>
                  </a:ext>
                </a:extLst>
              </p:cNvPr>
              <p:cNvSpPr/>
              <p:nvPr/>
            </p:nvSpPr>
            <p:spPr>
              <a:xfrm>
                <a:off x="1770156" y="5894195"/>
                <a:ext cx="34129" cy="34129"/>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80" name="ellipse_2959">
                <a:extLst>
                  <a:ext uri="{FF2B5EF4-FFF2-40B4-BE49-F238E27FC236}">
                    <a16:creationId xmlns:a16="http://schemas.microsoft.com/office/drawing/2014/main" id="{D6FB5CB3-4F4F-9E4F-ACAF-13A3EB1CC144}"/>
                  </a:ext>
                </a:extLst>
              </p:cNvPr>
              <p:cNvSpPr/>
              <p:nvPr/>
            </p:nvSpPr>
            <p:spPr>
              <a:xfrm>
                <a:off x="1631456" y="5662376"/>
                <a:ext cx="36317" cy="36317"/>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681" name="ellipse_2960">
                <a:extLst>
                  <a:ext uri="{FF2B5EF4-FFF2-40B4-BE49-F238E27FC236}">
                    <a16:creationId xmlns:a16="http://schemas.microsoft.com/office/drawing/2014/main" id="{242BA373-4835-DEF5-F9A5-C3BC1DAA6019}"/>
                  </a:ext>
                </a:extLst>
              </p:cNvPr>
              <p:cNvSpPr/>
              <p:nvPr/>
            </p:nvSpPr>
            <p:spPr>
              <a:xfrm>
                <a:off x="1505565" y="5729779"/>
                <a:ext cx="35155" cy="35155"/>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682" name="ellipse_2961">
                <a:extLst>
                  <a:ext uri="{FF2B5EF4-FFF2-40B4-BE49-F238E27FC236}">
                    <a16:creationId xmlns:a16="http://schemas.microsoft.com/office/drawing/2014/main" id="{D10EBA65-BEA9-3BCD-528D-21EF86B6DD32}"/>
                  </a:ext>
                </a:extLst>
              </p:cNvPr>
              <p:cNvSpPr/>
              <p:nvPr/>
            </p:nvSpPr>
            <p:spPr>
              <a:xfrm>
                <a:off x="1745125" y="5807695"/>
                <a:ext cx="28645" cy="2864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683" name="ellipse_2962">
                <a:extLst>
                  <a:ext uri="{FF2B5EF4-FFF2-40B4-BE49-F238E27FC236}">
                    <a16:creationId xmlns:a16="http://schemas.microsoft.com/office/drawing/2014/main" id="{CFDDFAC2-FA54-7805-FCE5-9F52A750D51E}"/>
                  </a:ext>
                </a:extLst>
              </p:cNvPr>
              <p:cNvSpPr/>
              <p:nvPr/>
            </p:nvSpPr>
            <p:spPr>
              <a:xfrm>
                <a:off x="1415944" y="5861397"/>
                <a:ext cx="29118" cy="29118"/>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684" name="ellipse_2963">
                <a:extLst>
                  <a:ext uri="{FF2B5EF4-FFF2-40B4-BE49-F238E27FC236}">
                    <a16:creationId xmlns:a16="http://schemas.microsoft.com/office/drawing/2014/main" id="{00941DDB-8D6B-888B-090B-9A01F7303B4E}"/>
                  </a:ext>
                </a:extLst>
              </p:cNvPr>
              <p:cNvSpPr/>
              <p:nvPr/>
            </p:nvSpPr>
            <p:spPr>
              <a:xfrm>
                <a:off x="1444289" y="5910192"/>
                <a:ext cx="36484" cy="364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685" name="ellipse_2964">
                <a:extLst>
                  <a:ext uri="{FF2B5EF4-FFF2-40B4-BE49-F238E27FC236}">
                    <a16:creationId xmlns:a16="http://schemas.microsoft.com/office/drawing/2014/main" id="{3606F7A3-E610-0C44-146E-F78340965896}"/>
                  </a:ext>
                </a:extLst>
              </p:cNvPr>
              <p:cNvSpPr/>
              <p:nvPr/>
            </p:nvSpPr>
            <p:spPr>
              <a:xfrm>
                <a:off x="1692595" y="5720180"/>
                <a:ext cx="34350" cy="34350"/>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686" name="ellipse_2965">
                <a:extLst>
                  <a:ext uri="{FF2B5EF4-FFF2-40B4-BE49-F238E27FC236}">
                    <a16:creationId xmlns:a16="http://schemas.microsoft.com/office/drawing/2014/main" id="{0FF4397C-E4E8-99DD-BBFF-5312BC3BBE18}"/>
                  </a:ext>
                </a:extLst>
              </p:cNvPr>
              <p:cNvSpPr/>
              <p:nvPr/>
            </p:nvSpPr>
            <p:spPr>
              <a:xfrm>
                <a:off x="1645377" y="5668528"/>
                <a:ext cx="23232" cy="23232"/>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87" name="ellipse_2966">
                <a:extLst>
                  <a:ext uri="{FF2B5EF4-FFF2-40B4-BE49-F238E27FC236}">
                    <a16:creationId xmlns:a16="http://schemas.microsoft.com/office/drawing/2014/main" id="{44C7A82C-8C55-B1FF-6945-2220AD335CD1}"/>
                  </a:ext>
                </a:extLst>
              </p:cNvPr>
              <p:cNvSpPr/>
              <p:nvPr/>
            </p:nvSpPr>
            <p:spPr>
              <a:xfrm>
                <a:off x="1463027" y="5702838"/>
                <a:ext cx="32775" cy="32775"/>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8" name="ellipse_2967">
                <a:extLst>
                  <a:ext uri="{FF2B5EF4-FFF2-40B4-BE49-F238E27FC236}">
                    <a16:creationId xmlns:a16="http://schemas.microsoft.com/office/drawing/2014/main" id="{2FF30082-3C78-4891-567F-5FC139961089}"/>
                  </a:ext>
                </a:extLst>
              </p:cNvPr>
              <p:cNvSpPr/>
              <p:nvPr/>
            </p:nvSpPr>
            <p:spPr>
              <a:xfrm>
                <a:off x="1471693" y="5806019"/>
                <a:ext cx="36914" cy="36914"/>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689" name="ellipse_2968">
                <a:extLst>
                  <a:ext uri="{FF2B5EF4-FFF2-40B4-BE49-F238E27FC236}">
                    <a16:creationId xmlns:a16="http://schemas.microsoft.com/office/drawing/2014/main" id="{00C9A3AD-ADF9-98B8-9DF8-98F45885891F}"/>
                  </a:ext>
                </a:extLst>
              </p:cNvPr>
              <p:cNvSpPr/>
              <p:nvPr/>
            </p:nvSpPr>
            <p:spPr>
              <a:xfrm>
                <a:off x="1447857" y="5802230"/>
                <a:ext cx="29872" cy="29872"/>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690" name="ellipse_2969">
                <a:extLst>
                  <a:ext uri="{FF2B5EF4-FFF2-40B4-BE49-F238E27FC236}">
                    <a16:creationId xmlns:a16="http://schemas.microsoft.com/office/drawing/2014/main" id="{3D7D55E8-340F-13C8-CC61-0EE8F1AC227C}"/>
                  </a:ext>
                </a:extLst>
              </p:cNvPr>
              <p:cNvSpPr/>
              <p:nvPr/>
            </p:nvSpPr>
            <p:spPr>
              <a:xfrm>
                <a:off x="1612617" y="5934978"/>
                <a:ext cx="25869" cy="2586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691" name="ellipse_2970">
                <a:extLst>
                  <a:ext uri="{FF2B5EF4-FFF2-40B4-BE49-F238E27FC236}">
                    <a16:creationId xmlns:a16="http://schemas.microsoft.com/office/drawing/2014/main" id="{B56FF0B0-D026-8AB6-2365-79D5152C557A}"/>
                  </a:ext>
                </a:extLst>
              </p:cNvPr>
              <p:cNvSpPr/>
              <p:nvPr/>
            </p:nvSpPr>
            <p:spPr>
              <a:xfrm>
                <a:off x="1499567" y="5923927"/>
                <a:ext cx="29366" cy="2936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692" name="ellipse_2971">
                <a:extLst>
                  <a:ext uri="{FF2B5EF4-FFF2-40B4-BE49-F238E27FC236}">
                    <a16:creationId xmlns:a16="http://schemas.microsoft.com/office/drawing/2014/main" id="{864E7841-FF3D-2307-081D-7B08B4248B5D}"/>
                  </a:ext>
                </a:extLst>
              </p:cNvPr>
              <p:cNvSpPr/>
              <p:nvPr/>
            </p:nvSpPr>
            <p:spPr>
              <a:xfrm>
                <a:off x="1439722" y="5746255"/>
                <a:ext cx="30428" cy="30428"/>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693" name="ellipse_2972">
                <a:extLst>
                  <a:ext uri="{FF2B5EF4-FFF2-40B4-BE49-F238E27FC236}">
                    <a16:creationId xmlns:a16="http://schemas.microsoft.com/office/drawing/2014/main" id="{A696BB4A-807C-9302-4EA7-5CC88D7A93DA}"/>
                  </a:ext>
                </a:extLst>
              </p:cNvPr>
              <p:cNvSpPr/>
              <p:nvPr/>
            </p:nvSpPr>
            <p:spPr>
              <a:xfrm>
                <a:off x="1601892" y="5705782"/>
                <a:ext cx="26593" cy="2659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694" name="ellipse_2973">
                <a:extLst>
                  <a:ext uri="{FF2B5EF4-FFF2-40B4-BE49-F238E27FC236}">
                    <a16:creationId xmlns:a16="http://schemas.microsoft.com/office/drawing/2014/main" id="{E15C60A0-0C10-4CAB-1AD9-47DD1A6A5631}"/>
                  </a:ext>
                </a:extLst>
              </p:cNvPr>
              <p:cNvSpPr/>
              <p:nvPr/>
            </p:nvSpPr>
            <p:spPr>
              <a:xfrm>
                <a:off x="1683294" y="5736674"/>
                <a:ext cx="36357" cy="36357"/>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sp>
          <p:nvSpPr>
            <p:cNvPr id="695" name="Text | Pocket">
              <a:extLst>
                <a:ext uri="{FF2B5EF4-FFF2-40B4-BE49-F238E27FC236}">
                  <a16:creationId xmlns:a16="http://schemas.microsoft.com/office/drawing/2014/main" id="{80FC4DDE-B144-D6F9-9045-678830DB0FE6}"/>
                </a:ext>
              </a:extLst>
            </p:cNvPr>
            <p:cNvSpPr txBox="1"/>
            <p:nvPr/>
          </p:nvSpPr>
          <p:spPr>
            <a:xfrm>
              <a:off x="1435143" y="5975415"/>
              <a:ext cx="368725"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Pocket</a:t>
              </a:r>
              <a:endParaRPr lang="en-US" sz="500"/>
            </a:p>
          </p:txBody>
        </p:sp>
        <p:sp>
          <p:nvSpPr>
            <p:cNvPr id="696" name="d | Route card: Default PocketXMol">
              <a:extLst>
                <a:ext uri="{FF2B5EF4-FFF2-40B4-BE49-F238E27FC236}">
                  <a16:creationId xmlns:a16="http://schemas.microsoft.com/office/drawing/2014/main" id="{38F96046-E4DA-64E6-DA18-24E6AC8439EC}"/>
                </a:ext>
              </a:extLst>
            </p:cNvPr>
            <p:cNvSpPr/>
            <p:nvPr/>
          </p:nvSpPr>
          <p:spPr>
            <a:xfrm>
              <a:off x="2141820" y="5591070"/>
              <a:ext cx="1514385" cy="243090"/>
            </a:xfrm>
            <a:prstGeom prst="roundRect">
              <a:avLst>
                <a:gd name="adj" fmla="val 9459"/>
              </a:avLst>
            </a:prstGeom>
            <a:solidFill>
              <a:srgbClr val="FFF8EC"/>
            </a:solidFill>
            <a:ln w="10160" cap="rnd" cmpd="sng" algn="ctr">
              <a:solidFill>
                <a:srgbClr val="D9B774"/>
              </a:solidFill>
              <a:prstDash val="solid"/>
              <a:round/>
              <a:headEnd type="none" w="med" len="med"/>
              <a:tailEnd type="none" w="med" len="med"/>
            </a:ln>
            <a:effectLst/>
          </p:spPr>
        </p:sp>
        <p:pic>
          <p:nvPicPr>
            <p:cNvPr id="697" name="Density voxel illustration | exp" descr="Synthetic voxel-grid density schematic">
              <a:extLst>
                <a:ext uri="{FF2B5EF4-FFF2-40B4-BE49-F238E27FC236}">
                  <a16:creationId xmlns:a16="http://schemas.microsoft.com/office/drawing/2014/main" id="{14F84F68-FA81-24CC-AA12-CD208CA68941}"/>
                </a:ext>
              </a:extLst>
            </p:cNvPr>
            <p:cNvPicPr>
              <a:picLocks noChangeAspect="1"/>
            </p:cNvPicPr>
            <p:nvPr/>
          </p:nvPicPr>
          <p:blipFill>
            <a:blip r:embed="rId9"/>
            <a:stretch/>
          </p:blipFill>
          <p:spPr>
            <a:xfrm>
              <a:off x="2197099" y="5635440"/>
              <a:ext cx="135682" cy="131400"/>
            </a:xfrm>
            <a:prstGeom prst="rect">
              <a:avLst/>
            </a:prstGeom>
          </p:spPr>
        </p:pic>
        <p:sp>
          <p:nvSpPr>
            <p:cNvPr id="698" name="Text | Default · PocketXMol">
              <a:extLst>
                <a:ext uri="{FF2B5EF4-FFF2-40B4-BE49-F238E27FC236}">
                  <a16:creationId xmlns:a16="http://schemas.microsoft.com/office/drawing/2014/main" id="{893B2047-BF1F-9DB7-D853-F638ABD2368D}"/>
                </a:ext>
              </a:extLst>
            </p:cNvPr>
            <p:cNvSpPr txBox="1"/>
            <p:nvPr/>
          </p:nvSpPr>
          <p:spPr>
            <a:xfrm>
              <a:off x="2401335" y="5600925"/>
              <a:ext cx="1120324"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946019"/>
                  </a:solidFill>
                  <a:latin typeface="Arial"/>
                  <a:ea typeface="Arial"/>
                  <a:cs typeface="Arial"/>
                </a:rPr>
                <a:t>Default · PocketXMol</a:t>
              </a:r>
              <a:endParaRPr lang="en-US" sz="518"/>
            </a:p>
          </p:txBody>
        </p:sp>
        <p:sp>
          <p:nvSpPr>
            <p:cNvPr id="699" name="Text | Density-conditioned fine-tuning">
              <a:extLst>
                <a:ext uri="{FF2B5EF4-FFF2-40B4-BE49-F238E27FC236}">
                  <a16:creationId xmlns:a16="http://schemas.microsoft.com/office/drawing/2014/main" id="{4FBD4592-8CAB-2F06-A2DE-850FADC2D01C}"/>
                </a:ext>
              </a:extLst>
            </p:cNvPr>
            <p:cNvSpPr txBox="1"/>
            <p:nvPr/>
          </p:nvSpPr>
          <p:spPr>
            <a:xfrm>
              <a:off x="2401335" y="5709330"/>
              <a:ext cx="1271865" cy="111953"/>
            </a:xfrm>
            <a:prstGeom prst="rect">
              <a:avLst/>
            </a:prstGeom>
            <a:noFill/>
            <a:ln>
              <a:noFill/>
            </a:ln>
            <a:effectLst/>
          </p:spPr>
          <p:txBody>
            <a:bodyPr vertOverflow="overflow" horzOverflow="overflow" wrap="none" lIns="0" tIns="0" rIns="0" bIns="0" anchor="t" anchorCtr="0">
              <a:noAutofit/>
            </a:bodyPr>
            <a:lstStyle/>
            <a:p>
              <a:r>
                <a:rPr lang="en-US" sz="445" dirty="0">
                  <a:solidFill>
                    <a:srgbClr val="5E7180"/>
                  </a:solidFill>
                  <a:latin typeface="Arial"/>
                  <a:ea typeface="Arial"/>
                  <a:cs typeface="Arial"/>
                </a:rPr>
                <a:t>Density-conditioned fine-tuning</a:t>
              </a:r>
              <a:endParaRPr lang="en-US" sz="445"/>
            </a:p>
          </p:txBody>
        </p:sp>
        <p:sp>
          <p:nvSpPr>
            <p:cNvPr id="700" name="d | Route card: Docking tools">
              <a:extLst>
                <a:ext uri="{FF2B5EF4-FFF2-40B4-BE49-F238E27FC236}">
                  <a16:creationId xmlns:a16="http://schemas.microsoft.com/office/drawing/2014/main" id="{584A9707-3608-F36D-84C1-334FDC095179}"/>
                </a:ext>
              </a:extLst>
            </p:cNvPr>
            <p:cNvSpPr/>
            <p:nvPr/>
          </p:nvSpPr>
          <p:spPr>
            <a:xfrm>
              <a:off x="2141820" y="5876865"/>
              <a:ext cx="1514385" cy="233235"/>
            </a:xfrm>
            <a:prstGeom prst="roundRect">
              <a:avLst>
                <a:gd name="adj" fmla="val 9859"/>
              </a:avLst>
            </a:prstGeom>
            <a:solidFill>
              <a:srgbClr val="F7F9FB"/>
            </a:solidFill>
            <a:ln w="10160" cap="rnd" cmpd="sng" algn="ctr">
              <a:solidFill>
                <a:srgbClr val="C5D5E4"/>
              </a:solidFill>
              <a:prstDash val="solid"/>
              <a:round/>
              <a:headEnd type="none" w="med" len="med"/>
              <a:tailEnd type="none" w="med" len="med"/>
            </a:ln>
            <a:effectLst/>
          </p:spPr>
        </p:sp>
        <p:sp>
          <p:nvSpPr>
            <p:cNvPr id="701" name="Text | Docking tools">
              <a:extLst>
                <a:ext uri="{FF2B5EF4-FFF2-40B4-BE49-F238E27FC236}">
                  <a16:creationId xmlns:a16="http://schemas.microsoft.com/office/drawing/2014/main" id="{F09A447A-76B7-195E-A34A-999EFB30FE81}"/>
                </a:ext>
              </a:extLst>
            </p:cNvPr>
            <p:cNvSpPr txBox="1"/>
            <p:nvPr/>
          </p:nvSpPr>
          <p:spPr>
            <a:xfrm>
              <a:off x="2214090" y="5883435"/>
              <a:ext cx="738930" cy="130612"/>
            </a:xfrm>
            <a:prstGeom prst="rect">
              <a:avLst/>
            </a:prstGeom>
            <a:noFill/>
            <a:ln>
              <a:noFill/>
            </a:ln>
            <a:effectLst/>
          </p:spPr>
          <p:txBody>
            <a:bodyPr vertOverflow="overflow" horzOverflow="overflow" wrap="none" lIns="0" tIns="0" rIns="0" bIns="0" anchor="t" anchorCtr="0">
              <a:noAutofit/>
            </a:bodyPr>
            <a:lstStyle/>
            <a:p>
              <a:r>
                <a:rPr lang="en-US" sz="518" b="1" dirty="0">
                  <a:solidFill>
                    <a:srgbClr val="1D3043"/>
                  </a:solidFill>
                  <a:latin typeface="Arial"/>
                  <a:ea typeface="Arial"/>
                  <a:cs typeface="Arial"/>
                </a:rPr>
                <a:t>Docking tools</a:t>
              </a:r>
              <a:endParaRPr lang="en-US" sz="518"/>
            </a:p>
          </p:txBody>
        </p:sp>
        <p:sp>
          <p:nvSpPr>
            <p:cNvPr id="702" name="Text | Vina · DiffDock · EMERALD">
              <a:extLst>
                <a:ext uri="{FF2B5EF4-FFF2-40B4-BE49-F238E27FC236}">
                  <a16:creationId xmlns:a16="http://schemas.microsoft.com/office/drawing/2014/main" id="{BD13CA0F-F01A-9160-C9A4-EBEC802C6088}"/>
                </a:ext>
              </a:extLst>
            </p:cNvPr>
            <p:cNvSpPr txBox="1"/>
            <p:nvPr/>
          </p:nvSpPr>
          <p:spPr>
            <a:xfrm>
              <a:off x="2214090" y="5988555"/>
              <a:ext cx="1107334" cy="116618"/>
            </a:xfrm>
            <a:prstGeom prst="rect">
              <a:avLst/>
            </a:prstGeom>
            <a:noFill/>
            <a:ln>
              <a:noFill/>
            </a:ln>
            <a:effectLst/>
          </p:spPr>
          <p:txBody>
            <a:bodyPr vertOverflow="overflow" horzOverflow="overflow" wrap="none" lIns="0" tIns="0" rIns="0" bIns="0" anchor="t" anchorCtr="0">
              <a:noAutofit/>
            </a:bodyPr>
            <a:lstStyle/>
            <a:p>
              <a:r>
                <a:rPr lang="en-US" sz="463" dirty="0">
                  <a:solidFill>
                    <a:srgbClr val="5E7180"/>
                  </a:solidFill>
                  <a:latin typeface="Arial"/>
                  <a:ea typeface="Arial"/>
                  <a:cs typeface="Arial"/>
                </a:rPr>
                <a:t>Vina · DiffDock · EMERALD</a:t>
              </a:r>
              <a:endParaRPr lang="en-US" sz="463"/>
            </a:p>
          </p:txBody>
        </p:sp>
        <p:grpSp>
          <p:nvGrpSpPr>
            <p:cNvPr id="703" name="d | All-atom ligand pose: local receptor environment">
              <a:extLst>
                <a:ext uri="{FF2B5EF4-FFF2-40B4-BE49-F238E27FC236}">
                  <a16:creationId xmlns:a16="http://schemas.microsoft.com/office/drawing/2014/main" id="{D8E43B09-3BA3-4B3F-490C-552EE2110F2B}"/>
                </a:ext>
              </a:extLst>
            </p:cNvPr>
            <p:cNvGrpSpPr/>
            <p:nvPr/>
          </p:nvGrpSpPr>
          <p:grpSpPr>
            <a:xfrm>
              <a:off x="4251809" y="5604959"/>
              <a:ext cx="702691" cy="463459"/>
              <a:chOff x="4251809" y="5604959"/>
              <a:chExt cx="702691" cy="463459"/>
            </a:xfrm>
          </p:grpSpPr>
          <p:sp>
            <p:nvSpPr>
              <p:cNvPr id="704" name="ellipse_3111">
                <a:extLst>
                  <a:ext uri="{FF2B5EF4-FFF2-40B4-BE49-F238E27FC236}">
                    <a16:creationId xmlns:a16="http://schemas.microsoft.com/office/drawing/2014/main" id="{6B3F9BC7-E953-4CE4-F490-8BC00A5121F1}"/>
                  </a:ext>
                </a:extLst>
              </p:cNvPr>
              <p:cNvSpPr/>
              <p:nvPr/>
            </p:nvSpPr>
            <p:spPr>
              <a:xfrm>
                <a:off x="4362855" y="5697772"/>
                <a:ext cx="43194" cy="43194"/>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5" name="ellipse_3112">
                <a:extLst>
                  <a:ext uri="{FF2B5EF4-FFF2-40B4-BE49-F238E27FC236}">
                    <a16:creationId xmlns:a16="http://schemas.microsoft.com/office/drawing/2014/main" id="{D14AB99B-282F-877D-4CFE-CBB8F6930FCA}"/>
                  </a:ext>
                </a:extLst>
              </p:cNvPr>
              <p:cNvSpPr/>
              <p:nvPr/>
            </p:nvSpPr>
            <p:spPr>
              <a:xfrm>
                <a:off x="4254062" y="5750681"/>
                <a:ext cx="40460" cy="40460"/>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06" name="ellipse_3113">
                <a:extLst>
                  <a:ext uri="{FF2B5EF4-FFF2-40B4-BE49-F238E27FC236}">
                    <a16:creationId xmlns:a16="http://schemas.microsoft.com/office/drawing/2014/main" id="{843BF727-3600-95E2-0935-C9FD071C01BC}"/>
                  </a:ext>
                </a:extLst>
              </p:cNvPr>
              <p:cNvSpPr/>
              <p:nvPr/>
            </p:nvSpPr>
            <p:spPr>
              <a:xfrm>
                <a:off x="4584744" y="6016753"/>
                <a:ext cx="51665" cy="51665"/>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07" name="ellipse_3114">
                <a:extLst>
                  <a:ext uri="{FF2B5EF4-FFF2-40B4-BE49-F238E27FC236}">
                    <a16:creationId xmlns:a16="http://schemas.microsoft.com/office/drawing/2014/main" id="{F92866F7-6CE9-5689-B51C-450F8F61545D}"/>
                  </a:ext>
                </a:extLst>
              </p:cNvPr>
              <p:cNvSpPr/>
              <p:nvPr/>
            </p:nvSpPr>
            <p:spPr>
              <a:xfrm>
                <a:off x="4730684" y="5898125"/>
                <a:ext cx="53618" cy="53618"/>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8" name="ellipse_3115">
                <a:extLst>
                  <a:ext uri="{FF2B5EF4-FFF2-40B4-BE49-F238E27FC236}">
                    <a16:creationId xmlns:a16="http://schemas.microsoft.com/office/drawing/2014/main" id="{51A87B08-89E9-4CC2-986E-52A047FCE1E7}"/>
                  </a:ext>
                </a:extLst>
              </p:cNvPr>
              <p:cNvSpPr/>
              <p:nvPr/>
            </p:nvSpPr>
            <p:spPr>
              <a:xfrm>
                <a:off x="4311526" y="5822073"/>
                <a:ext cx="48720" cy="48720"/>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09" name="ellipse_3116">
                <a:extLst>
                  <a:ext uri="{FF2B5EF4-FFF2-40B4-BE49-F238E27FC236}">
                    <a16:creationId xmlns:a16="http://schemas.microsoft.com/office/drawing/2014/main" id="{A3758F4A-8D14-C486-FD98-2DEBA6E20BAF}"/>
                  </a:ext>
                </a:extLst>
              </p:cNvPr>
              <p:cNvSpPr/>
              <p:nvPr/>
            </p:nvSpPr>
            <p:spPr>
              <a:xfrm>
                <a:off x="4251809" y="5817323"/>
                <a:ext cx="40774" cy="4077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10" name="ellipse_3117">
                <a:extLst>
                  <a:ext uri="{FF2B5EF4-FFF2-40B4-BE49-F238E27FC236}">
                    <a16:creationId xmlns:a16="http://schemas.microsoft.com/office/drawing/2014/main" id="{B35A6E55-C4D8-550E-3AA8-AB075FCDA59A}"/>
                  </a:ext>
                </a:extLst>
              </p:cNvPr>
              <p:cNvSpPr/>
              <p:nvPr/>
            </p:nvSpPr>
            <p:spPr>
              <a:xfrm>
                <a:off x="4350782" y="5771975"/>
                <a:ext cx="48903" cy="48903"/>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11" name="ellipse_3118">
                <a:extLst>
                  <a:ext uri="{FF2B5EF4-FFF2-40B4-BE49-F238E27FC236}">
                    <a16:creationId xmlns:a16="http://schemas.microsoft.com/office/drawing/2014/main" id="{53669E6D-C307-935D-58CD-25D2A5126051}"/>
                  </a:ext>
                </a:extLst>
              </p:cNvPr>
              <p:cNvSpPr/>
              <p:nvPr/>
            </p:nvSpPr>
            <p:spPr>
              <a:xfrm>
                <a:off x="4378359" y="5716259"/>
                <a:ext cx="53942" cy="53942"/>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12" name="ellipse_3119">
                <a:extLst>
                  <a:ext uri="{FF2B5EF4-FFF2-40B4-BE49-F238E27FC236}">
                    <a16:creationId xmlns:a16="http://schemas.microsoft.com/office/drawing/2014/main" id="{B6A03B30-A307-288B-9C37-509AFB0979E9}"/>
                  </a:ext>
                </a:extLst>
              </p:cNvPr>
              <p:cNvSpPr/>
              <p:nvPr/>
            </p:nvSpPr>
            <p:spPr>
              <a:xfrm>
                <a:off x="4475330" y="5970274"/>
                <a:ext cx="39922" cy="39922"/>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13" name="ellipse_3120">
                <a:extLst>
                  <a:ext uri="{FF2B5EF4-FFF2-40B4-BE49-F238E27FC236}">
                    <a16:creationId xmlns:a16="http://schemas.microsoft.com/office/drawing/2014/main" id="{F25518D1-1205-76BA-4B58-173F5627973D}"/>
                  </a:ext>
                </a:extLst>
              </p:cNvPr>
              <p:cNvSpPr/>
              <p:nvPr/>
            </p:nvSpPr>
            <p:spPr>
              <a:xfrm>
                <a:off x="4343602" y="5746762"/>
                <a:ext cx="35373" cy="3537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14" name="ellipse_3121">
                <a:extLst>
                  <a:ext uri="{FF2B5EF4-FFF2-40B4-BE49-F238E27FC236}">
                    <a16:creationId xmlns:a16="http://schemas.microsoft.com/office/drawing/2014/main" id="{AC781C12-A332-7119-CDF3-FDB19B406B5F}"/>
                  </a:ext>
                </a:extLst>
              </p:cNvPr>
              <p:cNvSpPr/>
              <p:nvPr/>
            </p:nvSpPr>
            <p:spPr>
              <a:xfrm>
                <a:off x="4542880" y="6021945"/>
                <a:ext cx="42386" cy="42386"/>
              </a:xfrm>
              <a:prstGeom prst="ellipse">
                <a:avLst/>
              </a:prstGeom>
              <a:gradFill flip="none" rotWithShape="1">
                <a:gsLst>
                  <a:gs pos="0">
                    <a:srgbClr val="F6F7F9"/>
                  </a:gs>
                  <a:gs pos="43000">
                    <a:srgbClr val="D2DAE0"/>
                  </a:gs>
                  <a:gs pos="100000">
                    <a:srgbClr val="AAB6BF"/>
                  </a:gs>
                </a:gsLst>
                <a:lin ang="2700000" scaled="1"/>
                <a:tileRect/>
              </a:gradFill>
              <a:ln w="1807" cap="rnd" cmpd="sng" algn="ctr">
                <a:noFill/>
                <a:prstDash val="solid"/>
                <a:round/>
                <a:headEnd type="none" w="med" len="med"/>
                <a:tailEnd type="none" w="med" len="med"/>
              </a:ln>
              <a:effectLst/>
            </p:spPr>
          </p:sp>
          <p:sp>
            <p:nvSpPr>
              <p:cNvPr id="715" name="ellipse_3122">
                <a:extLst>
                  <a:ext uri="{FF2B5EF4-FFF2-40B4-BE49-F238E27FC236}">
                    <a16:creationId xmlns:a16="http://schemas.microsoft.com/office/drawing/2014/main" id="{51CAC2F5-53B5-4551-B543-FFAC757968AF}"/>
                  </a:ext>
                </a:extLst>
              </p:cNvPr>
              <p:cNvSpPr/>
              <p:nvPr/>
            </p:nvSpPr>
            <p:spPr>
              <a:xfrm>
                <a:off x="4415896" y="5687872"/>
                <a:ext cx="45929" cy="45929"/>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16" name="ellipse_3123">
                <a:extLst>
                  <a:ext uri="{FF2B5EF4-FFF2-40B4-BE49-F238E27FC236}">
                    <a16:creationId xmlns:a16="http://schemas.microsoft.com/office/drawing/2014/main" id="{E05CE6B7-1AD8-678E-19D8-2F3FCD59B364}"/>
                  </a:ext>
                </a:extLst>
              </p:cNvPr>
              <p:cNvSpPr/>
              <p:nvPr/>
            </p:nvSpPr>
            <p:spPr>
              <a:xfrm>
                <a:off x="4326366" y="5782253"/>
                <a:ext cx="43224" cy="43224"/>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7" name="ellipse_3124">
                <a:extLst>
                  <a:ext uri="{FF2B5EF4-FFF2-40B4-BE49-F238E27FC236}">
                    <a16:creationId xmlns:a16="http://schemas.microsoft.com/office/drawing/2014/main" id="{CD551019-1B1F-080B-356F-6D489C5CF4B1}"/>
                  </a:ext>
                </a:extLst>
              </p:cNvPr>
              <p:cNvSpPr/>
              <p:nvPr/>
            </p:nvSpPr>
            <p:spPr>
              <a:xfrm>
                <a:off x="4513181" y="5949412"/>
                <a:ext cx="47537" cy="47537"/>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18" name="ellipse_3125">
                <a:extLst>
                  <a:ext uri="{FF2B5EF4-FFF2-40B4-BE49-F238E27FC236}">
                    <a16:creationId xmlns:a16="http://schemas.microsoft.com/office/drawing/2014/main" id="{62220CF3-B5FB-F310-C461-0226B0BF5F32}"/>
                  </a:ext>
                </a:extLst>
              </p:cNvPr>
              <p:cNvSpPr/>
              <p:nvPr/>
            </p:nvSpPr>
            <p:spPr>
              <a:xfrm>
                <a:off x="4560468" y="6001152"/>
                <a:ext cx="52141" cy="5214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19" name="ellipse_3126">
                <a:extLst>
                  <a:ext uri="{FF2B5EF4-FFF2-40B4-BE49-F238E27FC236}">
                    <a16:creationId xmlns:a16="http://schemas.microsoft.com/office/drawing/2014/main" id="{C00556EA-276D-115E-B434-4742CE2DA646}"/>
                  </a:ext>
                </a:extLst>
              </p:cNvPr>
              <p:cNvSpPr/>
              <p:nvPr/>
            </p:nvSpPr>
            <p:spPr>
              <a:xfrm>
                <a:off x="4837273" y="5874703"/>
                <a:ext cx="46037" cy="46037"/>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20" name="ellipse_3127">
                <a:extLst>
                  <a:ext uri="{FF2B5EF4-FFF2-40B4-BE49-F238E27FC236}">
                    <a16:creationId xmlns:a16="http://schemas.microsoft.com/office/drawing/2014/main" id="{60CF8AA7-654D-AA0B-1299-7425B240C46C}"/>
                  </a:ext>
                </a:extLst>
              </p:cNvPr>
              <p:cNvSpPr/>
              <p:nvPr/>
            </p:nvSpPr>
            <p:spPr>
              <a:xfrm>
                <a:off x="4767228" y="5975183"/>
                <a:ext cx="44185" cy="44185"/>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21" name="ellipse_3128">
                <a:extLst>
                  <a:ext uri="{FF2B5EF4-FFF2-40B4-BE49-F238E27FC236}">
                    <a16:creationId xmlns:a16="http://schemas.microsoft.com/office/drawing/2014/main" id="{E183BC20-8F57-4D9E-8118-FD36D4B8B8C9}"/>
                  </a:ext>
                </a:extLst>
              </p:cNvPr>
              <p:cNvSpPr/>
              <p:nvPr/>
            </p:nvSpPr>
            <p:spPr>
              <a:xfrm>
                <a:off x="4808629" y="5826107"/>
                <a:ext cx="37764" cy="37764"/>
              </a:xfrm>
              <a:prstGeom prst="ellipse">
                <a:avLst/>
              </a:prstGeom>
              <a:gradFill flip="none" rotWithShape="1">
                <a:gsLst>
                  <a:gs pos="0">
                    <a:srgbClr val="F7F9FA"/>
                  </a:gs>
                  <a:gs pos="43000">
                    <a:srgbClr val="D9E0E5"/>
                  </a:gs>
                  <a:gs pos="100000">
                    <a:srgbClr val="B1BDC5"/>
                  </a:gs>
                </a:gsLst>
                <a:lin ang="2700000" scaled="1"/>
                <a:tileRect/>
              </a:gradFill>
              <a:ln w="1807" cap="rnd" cmpd="sng" algn="ctr">
                <a:noFill/>
                <a:prstDash val="solid"/>
                <a:round/>
                <a:headEnd type="none" w="med" len="med"/>
                <a:tailEnd type="none" w="med" len="med"/>
              </a:ln>
              <a:effectLst/>
            </p:spPr>
          </p:sp>
          <p:sp>
            <p:nvSpPr>
              <p:cNvPr id="722" name="ellipse_3129">
                <a:extLst>
                  <a:ext uri="{FF2B5EF4-FFF2-40B4-BE49-F238E27FC236}">
                    <a16:creationId xmlns:a16="http://schemas.microsoft.com/office/drawing/2014/main" id="{E1118AD6-F707-0657-8BA0-E2626A0F5275}"/>
                  </a:ext>
                </a:extLst>
              </p:cNvPr>
              <p:cNvSpPr/>
              <p:nvPr/>
            </p:nvSpPr>
            <p:spPr>
              <a:xfrm>
                <a:off x="4364241" y="5926971"/>
                <a:ext cx="45776" cy="45776"/>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23" name="ellipse_3130">
                <a:extLst>
                  <a:ext uri="{FF2B5EF4-FFF2-40B4-BE49-F238E27FC236}">
                    <a16:creationId xmlns:a16="http://schemas.microsoft.com/office/drawing/2014/main" id="{DCBFA75F-9F3B-C1FD-E0A1-C6DA511271DB}"/>
                  </a:ext>
                </a:extLst>
              </p:cNvPr>
              <p:cNvSpPr/>
              <p:nvPr/>
            </p:nvSpPr>
            <p:spPr>
              <a:xfrm>
                <a:off x="4694360" y="5927618"/>
                <a:ext cx="46623" cy="46623"/>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4" name="ellipse_3131">
                <a:extLst>
                  <a:ext uri="{FF2B5EF4-FFF2-40B4-BE49-F238E27FC236}">
                    <a16:creationId xmlns:a16="http://schemas.microsoft.com/office/drawing/2014/main" id="{1B9ED3FE-A9D4-A185-5777-7EE4928A98CB}"/>
                  </a:ext>
                </a:extLst>
              </p:cNvPr>
              <p:cNvSpPr/>
              <p:nvPr/>
            </p:nvSpPr>
            <p:spPr>
              <a:xfrm>
                <a:off x="4816164" y="5757658"/>
                <a:ext cx="48115" cy="48115"/>
              </a:xfrm>
              <a:prstGeom prst="ellipse">
                <a:avLst/>
              </a:prstGeom>
              <a:gradFill flip="none" rotWithShape="1">
                <a:gsLst>
                  <a:gs pos="0">
                    <a:srgbClr val="F5F7F8"/>
                  </a:gs>
                  <a:gs pos="43000">
                    <a:srgbClr val="CFD7DE"/>
                  </a:gs>
                  <a:gs pos="100000">
                    <a:srgbClr val="A5B3BD"/>
                  </a:gs>
                </a:gsLst>
                <a:lin ang="2700000" scaled="1"/>
                <a:tileRect/>
              </a:gradFill>
              <a:ln w="1807" cap="rnd" cmpd="sng" algn="ctr">
                <a:noFill/>
                <a:prstDash val="solid"/>
                <a:round/>
                <a:headEnd type="none" w="med" len="med"/>
                <a:tailEnd type="none" w="med" len="med"/>
              </a:ln>
              <a:effectLst/>
            </p:spPr>
          </p:sp>
          <p:sp>
            <p:nvSpPr>
              <p:cNvPr id="725" name="ellipse_3132">
                <a:extLst>
                  <a:ext uri="{FF2B5EF4-FFF2-40B4-BE49-F238E27FC236}">
                    <a16:creationId xmlns:a16="http://schemas.microsoft.com/office/drawing/2014/main" id="{BAED7D1E-284D-CE0B-B4DB-B118FD619D1F}"/>
                  </a:ext>
                </a:extLst>
              </p:cNvPr>
              <p:cNvSpPr/>
              <p:nvPr/>
            </p:nvSpPr>
            <p:spPr>
              <a:xfrm>
                <a:off x="4496341" y="6016055"/>
                <a:ext cx="35569" cy="35569"/>
              </a:xfrm>
              <a:prstGeom prst="ellipse">
                <a:avLst/>
              </a:prstGeom>
              <a:gradFill flip="none" rotWithShape="1">
                <a:gsLst>
                  <a:gs pos="0">
                    <a:srgbClr val="F6F7F9"/>
                  </a:gs>
                  <a:gs pos="43000">
                    <a:srgbClr val="D2DAE0"/>
                  </a:gs>
                  <a:gs pos="100000">
                    <a:srgbClr val="A9B5BF"/>
                  </a:gs>
                </a:gsLst>
                <a:lin ang="2700000" scaled="1"/>
                <a:tileRect/>
              </a:gradFill>
              <a:ln w="1807" cap="rnd" cmpd="sng" algn="ctr">
                <a:noFill/>
                <a:prstDash val="solid"/>
                <a:round/>
                <a:headEnd type="none" w="med" len="med"/>
                <a:tailEnd type="none" w="med" len="med"/>
              </a:ln>
              <a:effectLst/>
            </p:spPr>
          </p:sp>
          <p:sp>
            <p:nvSpPr>
              <p:cNvPr id="726" name="ellipse_3133">
                <a:extLst>
                  <a:ext uri="{FF2B5EF4-FFF2-40B4-BE49-F238E27FC236}">
                    <a16:creationId xmlns:a16="http://schemas.microsoft.com/office/drawing/2014/main" id="{6662F9AE-F58B-BA3B-EBE5-831BC44E53E1}"/>
                  </a:ext>
                </a:extLst>
              </p:cNvPr>
              <p:cNvSpPr/>
              <p:nvPr/>
            </p:nvSpPr>
            <p:spPr>
              <a:xfrm>
                <a:off x="4786774" y="5747820"/>
                <a:ext cx="45568" cy="4556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27" name="ellipse_3134">
                <a:extLst>
                  <a:ext uri="{FF2B5EF4-FFF2-40B4-BE49-F238E27FC236}">
                    <a16:creationId xmlns:a16="http://schemas.microsoft.com/office/drawing/2014/main" id="{C0185A45-2912-5055-DBE0-466D7B9FFD52}"/>
                  </a:ext>
                </a:extLst>
              </p:cNvPr>
              <p:cNvSpPr/>
              <p:nvPr/>
            </p:nvSpPr>
            <p:spPr>
              <a:xfrm>
                <a:off x="4638700" y="5950146"/>
                <a:ext cx="52109" cy="52109"/>
              </a:xfrm>
              <a:prstGeom prst="ellipse">
                <a:avLst/>
              </a:prstGeom>
              <a:gradFill flip="none" rotWithShape="1">
                <a:gsLst>
                  <a:gs pos="0">
                    <a:srgbClr val="F5F6F8"/>
                  </a:gs>
                  <a:gs pos="43000">
                    <a:srgbClr val="CDD6DC"/>
                  </a:gs>
                  <a:gs pos="100000">
                    <a:srgbClr val="A4B1BB"/>
                  </a:gs>
                </a:gsLst>
                <a:lin ang="2700000" scaled="1"/>
                <a:tileRect/>
              </a:gradFill>
              <a:ln w="1807" cap="rnd" cmpd="sng" algn="ctr">
                <a:noFill/>
                <a:prstDash val="solid"/>
                <a:round/>
                <a:headEnd type="none" w="med" len="med"/>
                <a:tailEnd type="none" w="med" len="med"/>
              </a:ln>
              <a:effectLst/>
            </p:spPr>
          </p:sp>
          <p:sp>
            <p:nvSpPr>
              <p:cNvPr id="728" name="ellipse_3135">
                <a:extLst>
                  <a:ext uri="{FF2B5EF4-FFF2-40B4-BE49-F238E27FC236}">
                    <a16:creationId xmlns:a16="http://schemas.microsoft.com/office/drawing/2014/main" id="{666A5F8A-9CD5-9F78-89C8-AD037D18A218}"/>
                  </a:ext>
                </a:extLst>
              </p:cNvPr>
              <p:cNvSpPr/>
              <p:nvPr/>
            </p:nvSpPr>
            <p:spPr>
              <a:xfrm>
                <a:off x="4349735" y="5807537"/>
                <a:ext cx="36271" cy="36271"/>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29" name="ellipse_3136">
                <a:extLst>
                  <a:ext uri="{FF2B5EF4-FFF2-40B4-BE49-F238E27FC236}">
                    <a16:creationId xmlns:a16="http://schemas.microsoft.com/office/drawing/2014/main" id="{5CE6A51F-CDE7-01DE-C631-27C9ED61B5F7}"/>
                  </a:ext>
                </a:extLst>
              </p:cNvPr>
              <p:cNvSpPr/>
              <p:nvPr/>
            </p:nvSpPr>
            <p:spPr>
              <a:xfrm>
                <a:off x="4578702" y="5947602"/>
                <a:ext cx="34493" cy="3449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30" name="ellipse_3137">
                <a:extLst>
                  <a:ext uri="{FF2B5EF4-FFF2-40B4-BE49-F238E27FC236}">
                    <a16:creationId xmlns:a16="http://schemas.microsoft.com/office/drawing/2014/main" id="{575F719B-0BB2-5DBF-2CF0-54673A4B52C5}"/>
                  </a:ext>
                </a:extLst>
              </p:cNvPr>
              <p:cNvSpPr/>
              <p:nvPr/>
            </p:nvSpPr>
            <p:spPr>
              <a:xfrm>
                <a:off x="4464372" y="5692031"/>
                <a:ext cx="36230" cy="36230"/>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1" name="ellipse_3138">
                <a:extLst>
                  <a:ext uri="{FF2B5EF4-FFF2-40B4-BE49-F238E27FC236}">
                    <a16:creationId xmlns:a16="http://schemas.microsoft.com/office/drawing/2014/main" id="{BC7B912C-01D3-D5B6-722D-8028385033CF}"/>
                  </a:ext>
                </a:extLst>
              </p:cNvPr>
              <p:cNvSpPr/>
              <p:nvPr/>
            </p:nvSpPr>
            <p:spPr>
              <a:xfrm>
                <a:off x="4619301" y="5637981"/>
                <a:ext cx="39572" cy="3957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32" name="ellipse_3139">
                <a:extLst>
                  <a:ext uri="{FF2B5EF4-FFF2-40B4-BE49-F238E27FC236}">
                    <a16:creationId xmlns:a16="http://schemas.microsoft.com/office/drawing/2014/main" id="{4C1C17D4-A62B-DC90-10DA-7F5C36D7848C}"/>
                  </a:ext>
                </a:extLst>
              </p:cNvPr>
              <p:cNvSpPr/>
              <p:nvPr/>
            </p:nvSpPr>
            <p:spPr>
              <a:xfrm>
                <a:off x="4696119" y="5653563"/>
                <a:ext cx="34035" cy="34035"/>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sp>
            <p:nvSpPr>
              <p:cNvPr id="733" name="ellipse_3140">
                <a:extLst>
                  <a:ext uri="{FF2B5EF4-FFF2-40B4-BE49-F238E27FC236}">
                    <a16:creationId xmlns:a16="http://schemas.microsoft.com/office/drawing/2014/main" id="{3D32CD2A-5CF4-E449-6E7D-C2AF8926E5EC}"/>
                  </a:ext>
                </a:extLst>
              </p:cNvPr>
              <p:cNvSpPr/>
              <p:nvPr/>
            </p:nvSpPr>
            <p:spPr>
              <a:xfrm>
                <a:off x="4811179" y="5853695"/>
                <a:ext cx="46078" cy="46078"/>
              </a:xfrm>
              <a:prstGeom prst="ellipse">
                <a:avLst/>
              </a:prstGeom>
              <a:gradFill flip="none" rotWithShape="1">
                <a:gsLst>
                  <a:gs pos="0">
                    <a:srgbClr val="F5F7F8"/>
                  </a:gs>
                  <a:gs pos="43000">
                    <a:srgbClr val="D0D8DF"/>
                  </a:gs>
                  <a:gs pos="100000">
                    <a:srgbClr val="A7B3BD"/>
                  </a:gs>
                </a:gsLst>
                <a:lin ang="2700000" scaled="1"/>
                <a:tileRect/>
              </a:gradFill>
              <a:ln w="1807" cap="rnd" cmpd="sng" algn="ctr">
                <a:noFill/>
                <a:prstDash val="solid"/>
                <a:round/>
                <a:headEnd type="none" w="med" len="med"/>
                <a:tailEnd type="none" w="med" len="med"/>
              </a:ln>
              <a:effectLst/>
            </p:spPr>
          </p:sp>
          <p:sp>
            <p:nvSpPr>
              <p:cNvPr id="734" name="ellipse_3141">
                <a:extLst>
                  <a:ext uri="{FF2B5EF4-FFF2-40B4-BE49-F238E27FC236}">
                    <a16:creationId xmlns:a16="http://schemas.microsoft.com/office/drawing/2014/main" id="{C6AA7768-9B16-3C9C-8BBF-2D1D68D4B4F5}"/>
                  </a:ext>
                </a:extLst>
              </p:cNvPr>
              <p:cNvSpPr/>
              <p:nvPr/>
            </p:nvSpPr>
            <p:spPr>
              <a:xfrm>
                <a:off x="4824542" y="5769972"/>
                <a:ext cx="53249" cy="53249"/>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35" name="ellipse_3142">
                <a:extLst>
                  <a:ext uri="{FF2B5EF4-FFF2-40B4-BE49-F238E27FC236}">
                    <a16:creationId xmlns:a16="http://schemas.microsoft.com/office/drawing/2014/main" id="{F4DB9CC7-09F5-8423-9861-25A8EEDE68BE}"/>
                  </a:ext>
                </a:extLst>
              </p:cNvPr>
              <p:cNvSpPr/>
              <p:nvPr/>
            </p:nvSpPr>
            <p:spPr>
              <a:xfrm>
                <a:off x="4574454" y="5996396"/>
                <a:ext cx="35384" cy="35384"/>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36" name="ellipse_3143">
                <a:extLst>
                  <a:ext uri="{FF2B5EF4-FFF2-40B4-BE49-F238E27FC236}">
                    <a16:creationId xmlns:a16="http://schemas.microsoft.com/office/drawing/2014/main" id="{68637161-DA81-A640-8C3D-9FF5A60734CE}"/>
                  </a:ext>
                </a:extLst>
              </p:cNvPr>
              <p:cNvSpPr/>
              <p:nvPr/>
            </p:nvSpPr>
            <p:spPr>
              <a:xfrm>
                <a:off x="4827644" y="5914219"/>
                <a:ext cx="49988" cy="49988"/>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37" name="ellipse_3144">
                <a:extLst>
                  <a:ext uri="{FF2B5EF4-FFF2-40B4-BE49-F238E27FC236}">
                    <a16:creationId xmlns:a16="http://schemas.microsoft.com/office/drawing/2014/main" id="{5C0A49F6-D467-9E89-3E5E-8772A0A93D22}"/>
                  </a:ext>
                </a:extLst>
              </p:cNvPr>
              <p:cNvSpPr/>
              <p:nvPr/>
            </p:nvSpPr>
            <p:spPr>
              <a:xfrm>
                <a:off x="4795129" y="5876776"/>
                <a:ext cx="32865" cy="32865"/>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38" name="ellipse_3145">
                <a:extLst>
                  <a:ext uri="{FF2B5EF4-FFF2-40B4-BE49-F238E27FC236}">
                    <a16:creationId xmlns:a16="http://schemas.microsoft.com/office/drawing/2014/main" id="{B7D054A7-F40E-0A0F-B297-69A0AFADA79D}"/>
                  </a:ext>
                </a:extLst>
              </p:cNvPr>
              <p:cNvSpPr/>
              <p:nvPr/>
            </p:nvSpPr>
            <p:spPr>
              <a:xfrm>
                <a:off x="4842496" y="5817715"/>
                <a:ext cx="39467" cy="39467"/>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39" name="ellipse_3146">
                <a:extLst>
                  <a:ext uri="{FF2B5EF4-FFF2-40B4-BE49-F238E27FC236}">
                    <a16:creationId xmlns:a16="http://schemas.microsoft.com/office/drawing/2014/main" id="{ECCCB6A8-BC3D-C256-F8BF-6145197F3918}"/>
                  </a:ext>
                </a:extLst>
              </p:cNvPr>
              <p:cNvSpPr/>
              <p:nvPr/>
            </p:nvSpPr>
            <p:spPr>
              <a:xfrm>
                <a:off x="4482203" y="5622045"/>
                <a:ext cx="33614" cy="3361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40" name="ellipse_3147">
                <a:extLst>
                  <a:ext uri="{FF2B5EF4-FFF2-40B4-BE49-F238E27FC236}">
                    <a16:creationId xmlns:a16="http://schemas.microsoft.com/office/drawing/2014/main" id="{4D30203B-517F-8080-646E-2F91DA54B233}"/>
                  </a:ext>
                </a:extLst>
              </p:cNvPr>
              <p:cNvSpPr/>
              <p:nvPr/>
            </p:nvSpPr>
            <p:spPr>
              <a:xfrm>
                <a:off x="4293194" y="5706321"/>
                <a:ext cx="32662" cy="32662"/>
              </a:xfrm>
              <a:prstGeom prst="ellipse">
                <a:avLst/>
              </a:prstGeom>
              <a:gradFill flip="none" rotWithShape="1">
                <a:gsLst>
                  <a:gs pos="0">
                    <a:srgbClr val="F6F8F9"/>
                  </a:gs>
                  <a:gs pos="43000">
                    <a:srgbClr val="D5DCE3"/>
                  </a:gs>
                  <a:gs pos="100000">
                    <a:srgbClr val="ADB8C2"/>
                  </a:gs>
                </a:gsLst>
                <a:lin ang="2700000" scaled="1"/>
                <a:tileRect/>
              </a:gradFill>
              <a:ln w="1807" cap="rnd" cmpd="sng" algn="ctr">
                <a:noFill/>
                <a:prstDash val="solid"/>
                <a:round/>
                <a:headEnd type="none" w="med" len="med"/>
                <a:tailEnd type="none" w="med" len="med"/>
              </a:ln>
              <a:effectLst/>
            </p:spPr>
          </p:sp>
          <p:sp>
            <p:nvSpPr>
              <p:cNvPr id="741" name="ellipse_3148">
                <a:extLst>
                  <a:ext uri="{FF2B5EF4-FFF2-40B4-BE49-F238E27FC236}">
                    <a16:creationId xmlns:a16="http://schemas.microsoft.com/office/drawing/2014/main" id="{63B2E5EA-F2C8-CE08-38A1-FA5D50125400}"/>
                  </a:ext>
                </a:extLst>
              </p:cNvPr>
              <p:cNvSpPr/>
              <p:nvPr/>
            </p:nvSpPr>
            <p:spPr>
              <a:xfrm>
                <a:off x="4330162" y="5914429"/>
                <a:ext cx="49267" cy="49267"/>
              </a:xfrm>
              <a:prstGeom prst="ellipse">
                <a:avLst/>
              </a:prstGeom>
              <a:gradFill flip="none" rotWithShape="1">
                <a:gsLst>
                  <a:gs pos="0">
                    <a:srgbClr val="F7F9FA"/>
                  </a:gs>
                  <a:gs pos="43000">
                    <a:srgbClr val="DAE0E6"/>
                  </a:gs>
                  <a:gs pos="100000">
                    <a:srgbClr val="B2BDC6"/>
                  </a:gs>
                </a:gsLst>
                <a:lin ang="2700000" scaled="1"/>
                <a:tileRect/>
              </a:gradFill>
              <a:ln w="1807" cap="rnd" cmpd="sng" algn="ctr">
                <a:noFill/>
                <a:prstDash val="solid"/>
                <a:round/>
                <a:headEnd type="none" w="med" len="med"/>
                <a:tailEnd type="none" w="med" len="med"/>
              </a:ln>
              <a:effectLst/>
            </p:spPr>
          </p:sp>
          <p:sp>
            <p:nvSpPr>
              <p:cNvPr id="742" name="ellipse_3149">
                <a:extLst>
                  <a:ext uri="{FF2B5EF4-FFF2-40B4-BE49-F238E27FC236}">
                    <a16:creationId xmlns:a16="http://schemas.microsoft.com/office/drawing/2014/main" id="{FC5DDB15-03B3-7B7A-AF3A-92E353FA5D59}"/>
                  </a:ext>
                </a:extLst>
              </p:cNvPr>
              <p:cNvSpPr/>
              <p:nvPr/>
            </p:nvSpPr>
            <p:spPr>
              <a:xfrm>
                <a:off x="4280067" y="5808389"/>
                <a:ext cx="46519" cy="46519"/>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43" name="ellipse_3150">
                <a:extLst>
                  <a:ext uri="{FF2B5EF4-FFF2-40B4-BE49-F238E27FC236}">
                    <a16:creationId xmlns:a16="http://schemas.microsoft.com/office/drawing/2014/main" id="{D9E1E38B-3725-CDE3-21F1-F4E29DEA1E3C}"/>
                  </a:ext>
                </a:extLst>
              </p:cNvPr>
              <p:cNvSpPr/>
              <p:nvPr/>
            </p:nvSpPr>
            <p:spPr>
              <a:xfrm>
                <a:off x="4922072" y="5820714"/>
                <a:ext cx="32428" cy="32428"/>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44" name="ellipse_3151">
                <a:extLst>
                  <a:ext uri="{FF2B5EF4-FFF2-40B4-BE49-F238E27FC236}">
                    <a16:creationId xmlns:a16="http://schemas.microsoft.com/office/drawing/2014/main" id="{E86DAE20-C9F1-1EA9-D2A8-FCF35356E4B4}"/>
                  </a:ext>
                </a:extLst>
              </p:cNvPr>
              <p:cNvSpPr/>
              <p:nvPr/>
            </p:nvSpPr>
            <p:spPr>
              <a:xfrm>
                <a:off x="4619740" y="5674277"/>
                <a:ext cx="51902" cy="51902"/>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45" name="ellipse_3152">
                <a:extLst>
                  <a:ext uri="{FF2B5EF4-FFF2-40B4-BE49-F238E27FC236}">
                    <a16:creationId xmlns:a16="http://schemas.microsoft.com/office/drawing/2014/main" id="{0721C492-4AF0-7272-DC4D-9527314348EB}"/>
                  </a:ext>
                </a:extLst>
              </p:cNvPr>
              <p:cNvSpPr/>
              <p:nvPr/>
            </p:nvSpPr>
            <p:spPr>
              <a:xfrm>
                <a:off x="4759279" y="5908135"/>
                <a:ext cx="32240" cy="32240"/>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46" name="ellipse_3153">
                <a:extLst>
                  <a:ext uri="{FF2B5EF4-FFF2-40B4-BE49-F238E27FC236}">
                    <a16:creationId xmlns:a16="http://schemas.microsoft.com/office/drawing/2014/main" id="{7C1FD8BE-95A5-C0DF-D869-7D56E27A500D}"/>
                  </a:ext>
                </a:extLst>
              </p:cNvPr>
              <p:cNvSpPr/>
              <p:nvPr/>
            </p:nvSpPr>
            <p:spPr>
              <a:xfrm>
                <a:off x="4732949" y="5945689"/>
                <a:ext cx="40700" cy="40700"/>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47" name="ellipse_3154">
                <a:extLst>
                  <a:ext uri="{FF2B5EF4-FFF2-40B4-BE49-F238E27FC236}">
                    <a16:creationId xmlns:a16="http://schemas.microsoft.com/office/drawing/2014/main" id="{3372B67F-5E2A-AD01-5642-1B0346188242}"/>
                  </a:ext>
                </a:extLst>
              </p:cNvPr>
              <p:cNvSpPr/>
              <p:nvPr/>
            </p:nvSpPr>
            <p:spPr>
              <a:xfrm>
                <a:off x="4743845" y="5963904"/>
                <a:ext cx="32597" cy="32597"/>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48" name="ellipse_3155">
                <a:extLst>
                  <a:ext uri="{FF2B5EF4-FFF2-40B4-BE49-F238E27FC236}">
                    <a16:creationId xmlns:a16="http://schemas.microsoft.com/office/drawing/2014/main" id="{050CFBF8-7B87-5CB1-A45F-28DE7C43F3AD}"/>
                  </a:ext>
                </a:extLst>
              </p:cNvPr>
              <p:cNvSpPr/>
              <p:nvPr/>
            </p:nvSpPr>
            <p:spPr>
              <a:xfrm>
                <a:off x="4570184" y="5631774"/>
                <a:ext cx="40245" cy="40245"/>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49" name="ellipse_3156">
                <a:extLst>
                  <a:ext uri="{FF2B5EF4-FFF2-40B4-BE49-F238E27FC236}">
                    <a16:creationId xmlns:a16="http://schemas.microsoft.com/office/drawing/2014/main" id="{1AB37449-4761-0576-5449-C0340F3A28A4}"/>
                  </a:ext>
                </a:extLst>
              </p:cNvPr>
              <p:cNvSpPr/>
              <p:nvPr/>
            </p:nvSpPr>
            <p:spPr>
              <a:xfrm>
                <a:off x="4752643" y="5910958"/>
                <a:ext cx="38199" cy="38199"/>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50" name="ellipse_3157">
                <a:extLst>
                  <a:ext uri="{FF2B5EF4-FFF2-40B4-BE49-F238E27FC236}">
                    <a16:creationId xmlns:a16="http://schemas.microsoft.com/office/drawing/2014/main" id="{6B64F1E3-585D-85D9-0330-7ECA6AA05782}"/>
                  </a:ext>
                </a:extLst>
              </p:cNvPr>
              <p:cNvSpPr/>
              <p:nvPr/>
            </p:nvSpPr>
            <p:spPr>
              <a:xfrm>
                <a:off x="4647344" y="5968018"/>
                <a:ext cx="43659" cy="43659"/>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1" name="ellipse_3158">
                <a:extLst>
                  <a:ext uri="{FF2B5EF4-FFF2-40B4-BE49-F238E27FC236}">
                    <a16:creationId xmlns:a16="http://schemas.microsoft.com/office/drawing/2014/main" id="{94284967-E301-2D0D-3D44-A464EA9BF737}"/>
                  </a:ext>
                </a:extLst>
              </p:cNvPr>
              <p:cNvSpPr/>
              <p:nvPr/>
            </p:nvSpPr>
            <p:spPr>
              <a:xfrm>
                <a:off x="4542983" y="5948377"/>
                <a:ext cx="43376" cy="43376"/>
              </a:xfrm>
              <a:prstGeom prst="ellipse">
                <a:avLst/>
              </a:prstGeom>
              <a:gradFill flip="none" rotWithShape="1">
                <a:gsLst>
                  <a:gs pos="0">
                    <a:srgbClr val="F6F8F9"/>
                  </a:gs>
                  <a:gs pos="43000">
                    <a:srgbClr val="D5DCE2"/>
                  </a:gs>
                  <a:gs pos="100000">
                    <a:srgbClr val="ADB8C2"/>
                  </a:gs>
                </a:gsLst>
                <a:lin ang="2700000" scaled="1"/>
                <a:tileRect/>
              </a:gradFill>
              <a:ln w="1807" cap="rnd" cmpd="sng" algn="ctr">
                <a:noFill/>
                <a:prstDash val="solid"/>
                <a:round/>
                <a:headEnd type="none" w="med" len="med"/>
                <a:tailEnd type="none" w="med" len="med"/>
              </a:ln>
              <a:effectLst/>
            </p:spPr>
          </p:sp>
          <p:sp>
            <p:nvSpPr>
              <p:cNvPr id="752" name="ellipse_3159">
                <a:extLst>
                  <a:ext uri="{FF2B5EF4-FFF2-40B4-BE49-F238E27FC236}">
                    <a16:creationId xmlns:a16="http://schemas.microsoft.com/office/drawing/2014/main" id="{AFCECEE1-FAF1-407F-55E2-FF6083FFA3D8}"/>
                  </a:ext>
                </a:extLst>
              </p:cNvPr>
              <p:cNvSpPr/>
              <p:nvPr/>
            </p:nvSpPr>
            <p:spPr>
              <a:xfrm>
                <a:off x="4303018" y="5853041"/>
                <a:ext cx="51967" cy="51967"/>
              </a:xfrm>
              <a:prstGeom prst="ellipse">
                <a:avLst/>
              </a:prstGeom>
              <a:gradFill flip="none" rotWithShape="1">
                <a:gsLst>
                  <a:gs pos="0">
                    <a:srgbClr val="F6F7F8"/>
                  </a:gs>
                  <a:gs pos="43000">
                    <a:srgbClr val="D2DADF"/>
                  </a:gs>
                  <a:gs pos="100000">
                    <a:srgbClr val="A9B5BE"/>
                  </a:gs>
                </a:gsLst>
                <a:lin ang="2700000" scaled="1"/>
                <a:tileRect/>
              </a:gradFill>
              <a:ln w="1807" cap="rnd" cmpd="sng" algn="ctr">
                <a:noFill/>
                <a:prstDash val="solid"/>
                <a:round/>
                <a:headEnd type="none" w="med" len="med"/>
                <a:tailEnd type="none" w="med" len="med"/>
              </a:ln>
              <a:effectLst/>
            </p:spPr>
          </p:sp>
          <p:sp>
            <p:nvSpPr>
              <p:cNvPr id="753" name="ellipse_3160">
                <a:extLst>
                  <a:ext uri="{FF2B5EF4-FFF2-40B4-BE49-F238E27FC236}">
                    <a16:creationId xmlns:a16="http://schemas.microsoft.com/office/drawing/2014/main" id="{C2FB9843-6183-BA68-B98C-01D8F7647A65}"/>
                  </a:ext>
                </a:extLst>
              </p:cNvPr>
              <p:cNvSpPr/>
              <p:nvPr/>
            </p:nvSpPr>
            <p:spPr>
              <a:xfrm>
                <a:off x="4703787" y="5688348"/>
                <a:ext cx="48718" cy="48718"/>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54" name="ellipse_3161">
                <a:extLst>
                  <a:ext uri="{FF2B5EF4-FFF2-40B4-BE49-F238E27FC236}">
                    <a16:creationId xmlns:a16="http://schemas.microsoft.com/office/drawing/2014/main" id="{34EF6A58-16EC-904E-39DE-E3EEC0A4FE6D}"/>
                  </a:ext>
                </a:extLst>
              </p:cNvPr>
              <p:cNvSpPr/>
              <p:nvPr/>
            </p:nvSpPr>
            <p:spPr>
              <a:xfrm>
                <a:off x="4303604" y="5737757"/>
                <a:ext cx="41872" cy="41872"/>
              </a:xfrm>
              <a:prstGeom prst="ellipse">
                <a:avLst/>
              </a:prstGeom>
              <a:gradFill flip="none" rotWithShape="1">
                <a:gsLst>
                  <a:gs pos="0">
                    <a:srgbClr val="F4F6F8"/>
                  </a:gs>
                  <a:gs pos="43000">
                    <a:srgbClr val="CDD5DC"/>
                  </a:gs>
                  <a:gs pos="100000">
                    <a:srgbClr val="A3B0BA"/>
                  </a:gs>
                </a:gsLst>
                <a:lin ang="2700000" scaled="1"/>
                <a:tileRect/>
              </a:gradFill>
              <a:ln w="1807" cap="rnd" cmpd="sng" algn="ctr">
                <a:noFill/>
                <a:prstDash val="solid"/>
                <a:round/>
                <a:headEnd type="none" w="med" len="med"/>
                <a:tailEnd type="none" w="med" len="med"/>
              </a:ln>
              <a:effectLst/>
            </p:spPr>
          </p:sp>
          <p:sp>
            <p:nvSpPr>
              <p:cNvPr id="755" name="ellipse_3162">
                <a:extLst>
                  <a:ext uri="{FF2B5EF4-FFF2-40B4-BE49-F238E27FC236}">
                    <a16:creationId xmlns:a16="http://schemas.microsoft.com/office/drawing/2014/main" id="{665F26CC-4CA5-0AC4-F7BF-8DE68D453239}"/>
                  </a:ext>
                </a:extLst>
              </p:cNvPr>
              <p:cNvSpPr/>
              <p:nvPr/>
            </p:nvSpPr>
            <p:spPr>
              <a:xfrm>
                <a:off x="4675918" y="5701264"/>
                <a:ext cx="44485" cy="44485"/>
              </a:xfrm>
              <a:prstGeom prst="ellipse">
                <a:avLst/>
              </a:prstGeom>
              <a:gradFill flip="none" rotWithShape="1">
                <a:gsLst>
                  <a:gs pos="0">
                    <a:srgbClr val="F5F7F8"/>
                  </a:gs>
                  <a:gs pos="43000">
                    <a:srgbClr val="D0D8DF"/>
                  </a:gs>
                  <a:gs pos="100000">
                    <a:srgbClr val="A7B3BE"/>
                  </a:gs>
                </a:gsLst>
                <a:lin ang="2700000" scaled="1"/>
                <a:tileRect/>
              </a:gradFill>
              <a:ln w="1807" cap="rnd" cmpd="sng" algn="ctr">
                <a:noFill/>
                <a:prstDash val="solid"/>
                <a:round/>
                <a:headEnd type="none" w="med" len="med"/>
                <a:tailEnd type="none" w="med" len="med"/>
              </a:ln>
              <a:effectLst/>
            </p:spPr>
          </p:sp>
          <p:sp>
            <p:nvSpPr>
              <p:cNvPr id="756" name="ellipse_3163">
                <a:extLst>
                  <a:ext uri="{FF2B5EF4-FFF2-40B4-BE49-F238E27FC236}">
                    <a16:creationId xmlns:a16="http://schemas.microsoft.com/office/drawing/2014/main" id="{CDBF7065-F1B1-D93A-C96F-1AAD687F2977}"/>
                  </a:ext>
                </a:extLst>
              </p:cNvPr>
              <p:cNvSpPr/>
              <p:nvPr/>
            </p:nvSpPr>
            <p:spPr>
              <a:xfrm>
                <a:off x="4302443" y="5872605"/>
                <a:ext cx="37728" cy="37728"/>
              </a:xfrm>
              <a:prstGeom prst="ellipse">
                <a:avLst/>
              </a:prstGeom>
              <a:gradFill flip="none" rotWithShape="1">
                <a:gsLst>
                  <a:gs pos="0">
                    <a:srgbClr val="F5F7F8"/>
                  </a:gs>
                  <a:gs pos="43000">
                    <a:srgbClr val="CED7DD"/>
                  </a:gs>
                  <a:gs pos="100000">
                    <a:srgbClr val="A5B2BC"/>
                  </a:gs>
                </a:gsLst>
                <a:lin ang="2700000" scaled="1"/>
                <a:tileRect/>
              </a:gradFill>
              <a:ln w="1807" cap="rnd" cmpd="sng" algn="ctr">
                <a:noFill/>
                <a:prstDash val="solid"/>
                <a:round/>
                <a:headEnd type="none" w="med" len="med"/>
                <a:tailEnd type="none" w="med" len="med"/>
              </a:ln>
              <a:effectLst/>
            </p:spPr>
          </p:sp>
          <p:sp>
            <p:nvSpPr>
              <p:cNvPr id="757" name="ellipse_3164">
                <a:extLst>
                  <a:ext uri="{FF2B5EF4-FFF2-40B4-BE49-F238E27FC236}">
                    <a16:creationId xmlns:a16="http://schemas.microsoft.com/office/drawing/2014/main" id="{E594D88D-E319-72B6-60F1-71142FC4E58F}"/>
                  </a:ext>
                </a:extLst>
              </p:cNvPr>
              <p:cNvSpPr/>
              <p:nvPr/>
            </p:nvSpPr>
            <p:spPr>
              <a:xfrm>
                <a:off x="4580943" y="5993816"/>
                <a:ext cx="32497" cy="32497"/>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58" name="ellipse_3165">
                <a:extLst>
                  <a:ext uri="{FF2B5EF4-FFF2-40B4-BE49-F238E27FC236}">
                    <a16:creationId xmlns:a16="http://schemas.microsoft.com/office/drawing/2014/main" id="{0E30EA61-BED9-D507-2255-52683DB8C2FE}"/>
                  </a:ext>
                </a:extLst>
              </p:cNvPr>
              <p:cNvSpPr/>
              <p:nvPr/>
            </p:nvSpPr>
            <p:spPr>
              <a:xfrm>
                <a:off x="4684525" y="5936268"/>
                <a:ext cx="35204" cy="35204"/>
              </a:xfrm>
              <a:prstGeom prst="ellipse">
                <a:avLst/>
              </a:prstGeom>
              <a:gradFill flip="none" rotWithShape="1">
                <a:gsLst>
                  <a:gs pos="0">
                    <a:srgbClr val="F7F9FA"/>
                  </a:gs>
                  <a:gs pos="43000">
                    <a:srgbClr val="DAE0E5"/>
                  </a:gs>
                  <a:gs pos="100000">
                    <a:srgbClr val="B2BDC5"/>
                  </a:gs>
                </a:gsLst>
                <a:lin ang="2700000" scaled="1"/>
                <a:tileRect/>
              </a:gradFill>
              <a:ln w="1807" cap="rnd" cmpd="sng" algn="ctr">
                <a:noFill/>
                <a:prstDash val="solid"/>
                <a:round/>
                <a:headEnd type="none" w="med" len="med"/>
                <a:tailEnd type="none" w="med" len="med"/>
              </a:ln>
              <a:effectLst/>
            </p:spPr>
          </p:sp>
          <p:sp>
            <p:nvSpPr>
              <p:cNvPr id="759" name="ellipse_3166">
                <a:extLst>
                  <a:ext uri="{FF2B5EF4-FFF2-40B4-BE49-F238E27FC236}">
                    <a16:creationId xmlns:a16="http://schemas.microsoft.com/office/drawing/2014/main" id="{CC3CAB10-BC4F-FEE5-27ED-4A1A7B594A30}"/>
                  </a:ext>
                </a:extLst>
              </p:cNvPr>
              <p:cNvSpPr/>
              <p:nvPr/>
            </p:nvSpPr>
            <p:spPr>
              <a:xfrm>
                <a:off x="4520025" y="5683904"/>
                <a:ext cx="45153" cy="45153"/>
              </a:xfrm>
              <a:prstGeom prst="ellipse">
                <a:avLst/>
              </a:prstGeom>
              <a:gradFill flip="none" rotWithShape="1">
                <a:gsLst>
                  <a:gs pos="0">
                    <a:srgbClr val="F7F9FA"/>
                  </a:gs>
                  <a:gs pos="43000">
                    <a:srgbClr val="DAE1E6"/>
                  </a:gs>
                  <a:gs pos="100000">
                    <a:srgbClr val="B2BDC6"/>
                  </a:gs>
                </a:gsLst>
                <a:lin ang="2700000" scaled="1"/>
                <a:tileRect/>
              </a:gradFill>
              <a:ln w="1807" cap="rnd" cmpd="sng" algn="ctr">
                <a:noFill/>
                <a:prstDash val="solid"/>
                <a:round/>
                <a:headEnd type="none" w="med" len="med"/>
                <a:tailEnd type="none" w="med" len="med"/>
              </a:ln>
              <a:effectLst/>
            </p:spPr>
          </p:sp>
          <p:sp>
            <p:nvSpPr>
              <p:cNvPr id="760" name="ellipse_3167">
                <a:extLst>
                  <a:ext uri="{FF2B5EF4-FFF2-40B4-BE49-F238E27FC236}">
                    <a16:creationId xmlns:a16="http://schemas.microsoft.com/office/drawing/2014/main" id="{1BA57274-BE2E-BA0A-079E-1E616AF8C34B}"/>
                  </a:ext>
                </a:extLst>
              </p:cNvPr>
              <p:cNvSpPr/>
              <p:nvPr/>
            </p:nvSpPr>
            <p:spPr>
              <a:xfrm>
                <a:off x="4620771" y="5631136"/>
                <a:ext cx="41654" cy="41654"/>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1" name="ellipse_3168">
                <a:extLst>
                  <a:ext uri="{FF2B5EF4-FFF2-40B4-BE49-F238E27FC236}">
                    <a16:creationId xmlns:a16="http://schemas.microsoft.com/office/drawing/2014/main" id="{1937DA15-B210-8730-B592-6D5F5CB0BFB2}"/>
                  </a:ext>
                </a:extLst>
              </p:cNvPr>
              <p:cNvSpPr/>
              <p:nvPr/>
            </p:nvSpPr>
            <p:spPr>
              <a:xfrm>
                <a:off x="4765501" y="5877700"/>
                <a:ext cx="45481" cy="4548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62" name="ellipse_3169">
                <a:extLst>
                  <a:ext uri="{FF2B5EF4-FFF2-40B4-BE49-F238E27FC236}">
                    <a16:creationId xmlns:a16="http://schemas.microsoft.com/office/drawing/2014/main" id="{C8C5E932-188B-E427-CE75-75BD1F8C12A1}"/>
                  </a:ext>
                </a:extLst>
              </p:cNvPr>
              <p:cNvSpPr/>
              <p:nvPr/>
            </p:nvSpPr>
            <p:spPr>
              <a:xfrm>
                <a:off x="4519199" y="5968230"/>
                <a:ext cx="50926" cy="50926"/>
              </a:xfrm>
              <a:prstGeom prst="ellipse">
                <a:avLst/>
              </a:prstGeom>
              <a:gradFill flip="none" rotWithShape="1">
                <a:gsLst>
                  <a:gs pos="0">
                    <a:srgbClr val="F6F7F9"/>
                  </a:gs>
                  <a:gs pos="43000">
                    <a:srgbClr val="D3DAE1"/>
                  </a:gs>
                  <a:gs pos="100000">
                    <a:srgbClr val="AAB6C0"/>
                  </a:gs>
                </a:gsLst>
                <a:lin ang="2700000" scaled="1"/>
                <a:tileRect/>
              </a:gradFill>
              <a:ln w="1807" cap="rnd" cmpd="sng" algn="ctr">
                <a:noFill/>
                <a:prstDash val="solid"/>
                <a:round/>
                <a:headEnd type="none" w="med" len="med"/>
                <a:tailEnd type="none" w="med" len="med"/>
              </a:ln>
              <a:effectLst/>
            </p:spPr>
          </p:sp>
          <p:sp>
            <p:nvSpPr>
              <p:cNvPr id="763" name="ellipse_3170">
                <a:extLst>
                  <a:ext uri="{FF2B5EF4-FFF2-40B4-BE49-F238E27FC236}">
                    <a16:creationId xmlns:a16="http://schemas.microsoft.com/office/drawing/2014/main" id="{61FD61B9-C939-EAD4-861C-C0B5EB4A4917}"/>
                  </a:ext>
                </a:extLst>
              </p:cNvPr>
              <p:cNvSpPr/>
              <p:nvPr/>
            </p:nvSpPr>
            <p:spPr>
              <a:xfrm>
                <a:off x="4554053" y="5682892"/>
                <a:ext cx="36938" cy="36938"/>
              </a:xfrm>
              <a:prstGeom prst="ellipse">
                <a:avLst/>
              </a:prstGeom>
              <a:gradFill flip="none" rotWithShape="1">
                <a:gsLst>
                  <a:gs pos="0">
                    <a:srgbClr val="F7F8F9"/>
                  </a:gs>
                  <a:gs pos="43000">
                    <a:srgbClr val="D7DFE4"/>
                  </a:gs>
                  <a:gs pos="100000">
                    <a:srgbClr val="AFBBC4"/>
                  </a:gs>
                </a:gsLst>
                <a:lin ang="2700000" scaled="1"/>
                <a:tileRect/>
              </a:gradFill>
              <a:ln w="1807" cap="rnd" cmpd="sng" algn="ctr">
                <a:noFill/>
                <a:prstDash val="solid"/>
                <a:round/>
                <a:headEnd type="none" w="med" len="med"/>
                <a:tailEnd type="none" w="med" len="med"/>
              </a:ln>
              <a:effectLst/>
            </p:spPr>
          </p:sp>
          <p:sp>
            <p:nvSpPr>
              <p:cNvPr id="764" name="ellipse_3171">
                <a:extLst>
                  <a:ext uri="{FF2B5EF4-FFF2-40B4-BE49-F238E27FC236}">
                    <a16:creationId xmlns:a16="http://schemas.microsoft.com/office/drawing/2014/main" id="{033A54D1-4C5C-8D2C-1F24-E701CB84AB10}"/>
                  </a:ext>
                </a:extLst>
              </p:cNvPr>
              <p:cNvSpPr/>
              <p:nvPr/>
            </p:nvSpPr>
            <p:spPr>
              <a:xfrm>
                <a:off x="4390264" y="5749764"/>
                <a:ext cx="44541" cy="44541"/>
              </a:xfrm>
              <a:prstGeom prst="ellipse">
                <a:avLst/>
              </a:prstGeom>
              <a:gradFill flip="none" rotWithShape="1">
                <a:gsLst>
                  <a:gs pos="0">
                    <a:srgbClr val="F7F8F9"/>
                  </a:gs>
                  <a:gs pos="43000">
                    <a:srgbClr val="D8DFE4"/>
                  </a:gs>
                  <a:gs pos="100000">
                    <a:srgbClr val="B0BCC4"/>
                  </a:gs>
                </a:gsLst>
                <a:lin ang="2700000" scaled="1"/>
                <a:tileRect/>
              </a:gradFill>
              <a:ln w="1807" cap="rnd" cmpd="sng" algn="ctr">
                <a:noFill/>
                <a:prstDash val="solid"/>
                <a:round/>
                <a:headEnd type="none" w="med" len="med"/>
                <a:tailEnd type="none" w="med" len="med"/>
              </a:ln>
              <a:effectLst/>
            </p:spPr>
          </p:sp>
          <p:sp>
            <p:nvSpPr>
              <p:cNvPr id="765" name="ellipse_3172">
                <a:extLst>
                  <a:ext uri="{FF2B5EF4-FFF2-40B4-BE49-F238E27FC236}">
                    <a16:creationId xmlns:a16="http://schemas.microsoft.com/office/drawing/2014/main" id="{9A51E185-29FB-F2AD-FCA2-4903C9D8DE94}"/>
                  </a:ext>
                </a:extLst>
              </p:cNvPr>
              <p:cNvSpPr/>
              <p:nvPr/>
            </p:nvSpPr>
            <p:spPr>
              <a:xfrm>
                <a:off x="4741663" y="5953659"/>
                <a:ext cx="36584" cy="36584"/>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66" name="ellipse_3173">
                <a:extLst>
                  <a:ext uri="{FF2B5EF4-FFF2-40B4-BE49-F238E27FC236}">
                    <a16:creationId xmlns:a16="http://schemas.microsoft.com/office/drawing/2014/main" id="{56CA333F-05BA-E66D-8225-4585E62C93ED}"/>
                  </a:ext>
                </a:extLst>
              </p:cNvPr>
              <p:cNvSpPr/>
              <p:nvPr/>
            </p:nvSpPr>
            <p:spPr>
              <a:xfrm>
                <a:off x="4376282" y="5861415"/>
                <a:ext cx="47001" cy="47001"/>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67" name="ellipse_3174">
                <a:extLst>
                  <a:ext uri="{FF2B5EF4-FFF2-40B4-BE49-F238E27FC236}">
                    <a16:creationId xmlns:a16="http://schemas.microsoft.com/office/drawing/2014/main" id="{FDE54098-BEEB-D9BB-0C9C-9319FA8E5C4E}"/>
                  </a:ext>
                </a:extLst>
              </p:cNvPr>
              <p:cNvSpPr/>
              <p:nvPr/>
            </p:nvSpPr>
            <p:spPr>
              <a:xfrm>
                <a:off x="4906166" y="5765347"/>
                <a:ext cx="42589" cy="42589"/>
              </a:xfrm>
              <a:prstGeom prst="ellipse">
                <a:avLst/>
              </a:prstGeom>
              <a:gradFill flip="none" rotWithShape="1">
                <a:gsLst>
                  <a:gs pos="0">
                    <a:srgbClr val="F7F8F9"/>
                  </a:gs>
                  <a:gs pos="43000">
                    <a:srgbClr val="D7DEE4"/>
                  </a:gs>
                  <a:gs pos="100000">
                    <a:srgbClr val="AFBAC3"/>
                  </a:gs>
                </a:gsLst>
                <a:lin ang="2700000" scaled="1"/>
                <a:tileRect/>
              </a:gradFill>
              <a:ln w="1807" cap="rnd" cmpd="sng" algn="ctr">
                <a:noFill/>
                <a:prstDash val="solid"/>
                <a:round/>
                <a:headEnd type="none" w="med" len="med"/>
                <a:tailEnd type="none" w="med" len="med"/>
              </a:ln>
              <a:effectLst/>
            </p:spPr>
          </p:sp>
          <p:sp>
            <p:nvSpPr>
              <p:cNvPr id="768" name="ellipse_3175">
                <a:extLst>
                  <a:ext uri="{FF2B5EF4-FFF2-40B4-BE49-F238E27FC236}">
                    <a16:creationId xmlns:a16="http://schemas.microsoft.com/office/drawing/2014/main" id="{F46C4D6C-F066-7BAE-36F9-32CF5EE67ABF}"/>
                  </a:ext>
                </a:extLst>
              </p:cNvPr>
              <p:cNvSpPr/>
              <p:nvPr/>
            </p:nvSpPr>
            <p:spPr>
              <a:xfrm>
                <a:off x="4746967" y="5667445"/>
                <a:ext cx="33221" cy="3322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69" name="ellipse_3176">
                <a:extLst>
                  <a:ext uri="{FF2B5EF4-FFF2-40B4-BE49-F238E27FC236}">
                    <a16:creationId xmlns:a16="http://schemas.microsoft.com/office/drawing/2014/main" id="{41F789AE-0065-E01A-BA42-4675CDB85734}"/>
                  </a:ext>
                </a:extLst>
              </p:cNvPr>
              <p:cNvSpPr/>
              <p:nvPr/>
            </p:nvSpPr>
            <p:spPr>
              <a:xfrm>
                <a:off x="4639435" y="5985774"/>
                <a:ext cx="47949" cy="47949"/>
              </a:xfrm>
              <a:prstGeom prst="ellipse">
                <a:avLst/>
              </a:prstGeom>
              <a:gradFill flip="none" rotWithShape="1">
                <a:gsLst>
                  <a:gs pos="0">
                    <a:srgbClr val="F6F7F9"/>
                  </a:gs>
                  <a:gs pos="43000">
                    <a:srgbClr val="D2DAE0"/>
                  </a:gs>
                  <a:gs pos="100000">
                    <a:srgbClr val="AAB5BF"/>
                  </a:gs>
                </a:gsLst>
                <a:lin ang="2700000" scaled="1"/>
                <a:tileRect/>
              </a:gradFill>
              <a:ln w="1807" cap="rnd" cmpd="sng" algn="ctr">
                <a:noFill/>
                <a:prstDash val="solid"/>
                <a:round/>
                <a:headEnd type="none" w="med" len="med"/>
                <a:tailEnd type="none" w="med" len="med"/>
              </a:ln>
              <a:effectLst/>
            </p:spPr>
          </p:sp>
          <p:sp>
            <p:nvSpPr>
              <p:cNvPr id="770" name="ellipse_3177">
                <a:extLst>
                  <a:ext uri="{FF2B5EF4-FFF2-40B4-BE49-F238E27FC236}">
                    <a16:creationId xmlns:a16="http://schemas.microsoft.com/office/drawing/2014/main" id="{CC942FBA-F7F7-C0CE-F8D7-AD11AC42DEE2}"/>
                  </a:ext>
                </a:extLst>
              </p:cNvPr>
              <p:cNvSpPr/>
              <p:nvPr/>
            </p:nvSpPr>
            <p:spPr>
              <a:xfrm>
                <a:off x="4585890" y="5608315"/>
                <a:ext cx="44872" cy="44872"/>
              </a:xfrm>
              <a:prstGeom prst="ellipse">
                <a:avLst/>
              </a:prstGeom>
              <a:gradFill flip="none" rotWithShape="1">
                <a:gsLst>
                  <a:gs pos="0">
                    <a:srgbClr val="F7F8F9"/>
                  </a:gs>
                  <a:gs pos="43000">
                    <a:srgbClr val="D7DFE4"/>
                  </a:gs>
                  <a:gs pos="100000">
                    <a:srgbClr val="AFBBC3"/>
                  </a:gs>
                </a:gsLst>
                <a:lin ang="2700000" scaled="1"/>
                <a:tileRect/>
              </a:gradFill>
              <a:ln w="1807" cap="rnd" cmpd="sng" algn="ctr">
                <a:noFill/>
                <a:prstDash val="solid"/>
                <a:round/>
                <a:headEnd type="none" w="med" len="med"/>
                <a:tailEnd type="none" w="med" len="med"/>
              </a:ln>
              <a:effectLst/>
            </p:spPr>
          </p:sp>
          <p:sp>
            <p:nvSpPr>
              <p:cNvPr id="771" name="ellipse_3178">
                <a:extLst>
                  <a:ext uri="{FF2B5EF4-FFF2-40B4-BE49-F238E27FC236}">
                    <a16:creationId xmlns:a16="http://schemas.microsoft.com/office/drawing/2014/main" id="{47135997-B995-B163-D7CA-DDD6DAA741D9}"/>
                  </a:ext>
                </a:extLst>
              </p:cNvPr>
              <p:cNvSpPr/>
              <p:nvPr/>
            </p:nvSpPr>
            <p:spPr>
              <a:xfrm>
                <a:off x="4285718" y="5915052"/>
                <a:ext cx="44261" cy="44261"/>
              </a:xfrm>
              <a:prstGeom prst="ellipse">
                <a:avLst/>
              </a:prstGeom>
              <a:gradFill flip="none" rotWithShape="1">
                <a:gsLst>
                  <a:gs pos="0">
                    <a:srgbClr val="F5F7F8"/>
                  </a:gs>
                  <a:gs pos="43000">
                    <a:srgbClr val="CFD7DE"/>
                  </a:gs>
                  <a:gs pos="100000">
                    <a:srgbClr val="A5B2BD"/>
                  </a:gs>
                </a:gsLst>
                <a:lin ang="2700000" scaled="1"/>
                <a:tileRect/>
              </a:gradFill>
              <a:ln w="1807" cap="rnd" cmpd="sng" algn="ctr">
                <a:noFill/>
                <a:prstDash val="solid"/>
                <a:round/>
                <a:headEnd type="none" w="med" len="med"/>
                <a:tailEnd type="none" w="med" len="med"/>
              </a:ln>
              <a:effectLst/>
            </p:spPr>
          </p:sp>
          <p:sp>
            <p:nvSpPr>
              <p:cNvPr id="772" name="ellipse_3179">
                <a:extLst>
                  <a:ext uri="{FF2B5EF4-FFF2-40B4-BE49-F238E27FC236}">
                    <a16:creationId xmlns:a16="http://schemas.microsoft.com/office/drawing/2014/main" id="{6D4EDEB9-6F8D-A83A-2D5C-4381CD67FAEF}"/>
                  </a:ext>
                </a:extLst>
              </p:cNvPr>
              <p:cNvSpPr/>
              <p:nvPr/>
            </p:nvSpPr>
            <p:spPr>
              <a:xfrm>
                <a:off x="4848838" y="5808297"/>
                <a:ext cx="32891" cy="32891"/>
              </a:xfrm>
              <a:prstGeom prst="ellipse">
                <a:avLst/>
              </a:prstGeom>
              <a:gradFill flip="none" rotWithShape="1">
                <a:gsLst>
                  <a:gs pos="0">
                    <a:srgbClr val="F6F8F9"/>
                  </a:gs>
                  <a:gs pos="43000">
                    <a:srgbClr val="D4DCE1"/>
                  </a:gs>
                  <a:gs pos="100000">
                    <a:srgbClr val="ABB8C1"/>
                  </a:gs>
                </a:gsLst>
                <a:lin ang="2700000" scaled="1"/>
                <a:tileRect/>
              </a:gradFill>
              <a:ln w="1807" cap="rnd" cmpd="sng" algn="ctr">
                <a:noFill/>
                <a:prstDash val="solid"/>
                <a:round/>
                <a:headEnd type="none" w="med" len="med"/>
                <a:tailEnd type="none" w="med" len="med"/>
              </a:ln>
              <a:effectLst/>
            </p:spPr>
          </p:sp>
          <p:sp>
            <p:nvSpPr>
              <p:cNvPr id="773" name="ellipse_3180">
                <a:extLst>
                  <a:ext uri="{FF2B5EF4-FFF2-40B4-BE49-F238E27FC236}">
                    <a16:creationId xmlns:a16="http://schemas.microsoft.com/office/drawing/2014/main" id="{7F7ECDEE-0AA5-DD10-74E4-5865E6B75AD4}"/>
                  </a:ext>
                </a:extLst>
              </p:cNvPr>
              <p:cNvSpPr/>
              <p:nvPr/>
            </p:nvSpPr>
            <p:spPr>
              <a:xfrm>
                <a:off x="4862276" y="5922551"/>
                <a:ext cx="46756" cy="46756"/>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74" name="ellipse_3181">
                <a:extLst>
                  <a:ext uri="{FF2B5EF4-FFF2-40B4-BE49-F238E27FC236}">
                    <a16:creationId xmlns:a16="http://schemas.microsoft.com/office/drawing/2014/main" id="{C14EBC05-9068-8205-EF45-B75949BC34BD}"/>
                  </a:ext>
                </a:extLst>
              </p:cNvPr>
              <p:cNvSpPr/>
              <p:nvPr/>
            </p:nvSpPr>
            <p:spPr>
              <a:xfrm>
                <a:off x="4626532" y="5604959"/>
                <a:ext cx="49755" cy="49755"/>
              </a:xfrm>
              <a:prstGeom prst="ellipse">
                <a:avLst/>
              </a:prstGeom>
              <a:gradFill flip="none" rotWithShape="1">
                <a:gsLst>
                  <a:gs pos="0">
                    <a:srgbClr val="F7F8FA"/>
                  </a:gs>
                  <a:gs pos="43000">
                    <a:srgbClr val="D9DFE5"/>
                  </a:gs>
                  <a:gs pos="100000">
                    <a:srgbClr val="B1BCC5"/>
                  </a:gs>
                </a:gsLst>
                <a:lin ang="2700000" scaled="1"/>
                <a:tileRect/>
              </a:gradFill>
              <a:ln w="1807" cap="rnd" cmpd="sng" algn="ctr">
                <a:noFill/>
                <a:prstDash val="solid"/>
                <a:round/>
                <a:headEnd type="none" w="med" len="med"/>
                <a:tailEnd type="none" w="med" len="med"/>
              </a:ln>
              <a:effectLst/>
            </p:spPr>
          </p:sp>
          <p:sp>
            <p:nvSpPr>
              <p:cNvPr id="775" name="ellipse_3182">
                <a:extLst>
                  <a:ext uri="{FF2B5EF4-FFF2-40B4-BE49-F238E27FC236}">
                    <a16:creationId xmlns:a16="http://schemas.microsoft.com/office/drawing/2014/main" id="{9E2B8933-5B38-19A8-9C58-5E5C4C6B7DD9}"/>
                  </a:ext>
                </a:extLst>
              </p:cNvPr>
              <p:cNvSpPr/>
              <p:nvPr/>
            </p:nvSpPr>
            <p:spPr>
              <a:xfrm>
                <a:off x="4412035" y="5697300"/>
                <a:ext cx="48163" cy="48163"/>
              </a:xfrm>
              <a:prstGeom prst="ellipse">
                <a:avLst/>
              </a:prstGeom>
              <a:gradFill flip="none" rotWithShape="1">
                <a:gsLst>
                  <a:gs pos="0">
                    <a:srgbClr val="F5F6F8"/>
                  </a:gs>
                  <a:gs pos="43000">
                    <a:srgbClr val="CED6DD"/>
                  </a:gs>
                  <a:gs pos="100000">
                    <a:srgbClr val="A5B1BC"/>
                  </a:gs>
                </a:gsLst>
                <a:lin ang="2700000" scaled="1"/>
                <a:tileRect/>
              </a:gradFill>
              <a:ln w="1807" cap="rnd" cmpd="sng" algn="ctr">
                <a:noFill/>
                <a:prstDash val="solid"/>
                <a:round/>
                <a:headEnd type="none" w="med" len="med"/>
                <a:tailEnd type="none" w="med" len="med"/>
              </a:ln>
              <a:effectLst/>
            </p:spPr>
          </p:sp>
          <p:sp>
            <p:nvSpPr>
              <p:cNvPr id="776" name="ellipse_3183">
                <a:extLst>
                  <a:ext uri="{FF2B5EF4-FFF2-40B4-BE49-F238E27FC236}">
                    <a16:creationId xmlns:a16="http://schemas.microsoft.com/office/drawing/2014/main" id="{D65DE8E4-8730-6C4A-7BD9-90B80645F653}"/>
                  </a:ext>
                </a:extLst>
              </p:cNvPr>
              <p:cNvSpPr/>
              <p:nvPr/>
            </p:nvSpPr>
            <p:spPr>
              <a:xfrm>
                <a:off x="4818754" y="5804046"/>
                <a:ext cx="39243" cy="39243"/>
              </a:xfrm>
              <a:prstGeom prst="ellipse">
                <a:avLst/>
              </a:prstGeom>
              <a:gradFill flip="none" rotWithShape="1">
                <a:gsLst>
                  <a:gs pos="0">
                    <a:srgbClr val="F6F7F9"/>
                  </a:gs>
                  <a:gs pos="43000">
                    <a:srgbClr val="D2DAE1"/>
                  </a:gs>
                  <a:gs pos="100000">
                    <a:srgbClr val="AAB6C0"/>
                  </a:gs>
                </a:gsLst>
                <a:lin ang="2700000" scaled="1"/>
                <a:tileRect/>
              </a:gradFill>
              <a:ln w="1807" cap="rnd" cmpd="sng" algn="ctr">
                <a:noFill/>
                <a:prstDash val="solid"/>
                <a:round/>
                <a:headEnd type="none" w="med" len="med"/>
                <a:tailEnd type="none" w="med" len="med"/>
              </a:ln>
              <a:effectLst/>
            </p:spPr>
          </p:sp>
          <p:sp>
            <p:nvSpPr>
              <p:cNvPr id="777" name="ellipse_3184">
                <a:extLst>
                  <a:ext uri="{FF2B5EF4-FFF2-40B4-BE49-F238E27FC236}">
                    <a16:creationId xmlns:a16="http://schemas.microsoft.com/office/drawing/2014/main" id="{3EABA923-B81B-83DC-FF25-A1223EC5B90F}"/>
                  </a:ext>
                </a:extLst>
              </p:cNvPr>
              <p:cNvSpPr/>
              <p:nvPr/>
            </p:nvSpPr>
            <p:spPr>
              <a:xfrm>
                <a:off x="4258472" y="5877618"/>
                <a:ext cx="39892" cy="39892"/>
              </a:xfrm>
              <a:prstGeom prst="ellipse">
                <a:avLst/>
              </a:prstGeom>
              <a:gradFill flip="none" rotWithShape="1">
                <a:gsLst>
                  <a:gs pos="0">
                    <a:srgbClr val="F6F8F9"/>
                  </a:gs>
                  <a:gs pos="43000">
                    <a:srgbClr val="D5DCE1"/>
                  </a:gs>
                  <a:gs pos="100000">
                    <a:srgbClr val="ACB8C1"/>
                  </a:gs>
                </a:gsLst>
                <a:lin ang="2700000" scaled="1"/>
                <a:tileRect/>
              </a:gradFill>
              <a:ln w="1807" cap="rnd" cmpd="sng" algn="ctr">
                <a:noFill/>
                <a:prstDash val="solid"/>
                <a:round/>
                <a:headEnd type="none" w="med" len="med"/>
                <a:tailEnd type="none" w="med" len="med"/>
              </a:ln>
              <a:effectLst/>
            </p:spPr>
          </p:sp>
          <p:sp>
            <p:nvSpPr>
              <p:cNvPr id="778" name="ellipse_3185">
                <a:extLst>
                  <a:ext uri="{FF2B5EF4-FFF2-40B4-BE49-F238E27FC236}">
                    <a16:creationId xmlns:a16="http://schemas.microsoft.com/office/drawing/2014/main" id="{76552AAF-95B4-4A95-931B-10FDE15BCF7C}"/>
                  </a:ext>
                </a:extLst>
              </p:cNvPr>
              <p:cNvSpPr/>
              <p:nvPr/>
            </p:nvSpPr>
            <p:spPr>
              <a:xfrm>
                <a:off x="4307946" y="5944467"/>
                <a:ext cx="49983" cy="49983"/>
              </a:xfrm>
              <a:prstGeom prst="ellipse">
                <a:avLst/>
              </a:prstGeom>
              <a:gradFill flip="none" rotWithShape="1">
                <a:gsLst>
                  <a:gs pos="0">
                    <a:srgbClr val="F5F7F8"/>
                  </a:gs>
                  <a:gs pos="43000">
                    <a:srgbClr val="D1D9DF"/>
                  </a:gs>
                  <a:gs pos="100000">
                    <a:srgbClr val="A8B4BE"/>
                  </a:gs>
                </a:gsLst>
                <a:lin ang="2700000" scaled="1"/>
                <a:tileRect/>
              </a:gradFill>
              <a:ln w="1807" cap="rnd" cmpd="sng" algn="ctr">
                <a:noFill/>
                <a:prstDash val="solid"/>
                <a:round/>
                <a:headEnd type="none" w="med" len="med"/>
                <a:tailEnd type="none" w="med" len="med"/>
              </a:ln>
              <a:effectLst/>
            </p:spPr>
          </p:sp>
          <p:sp>
            <p:nvSpPr>
              <p:cNvPr id="779" name="ellipse_3186">
                <a:extLst>
                  <a:ext uri="{FF2B5EF4-FFF2-40B4-BE49-F238E27FC236}">
                    <a16:creationId xmlns:a16="http://schemas.microsoft.com/office/drawing/2014/main" id="{B23735C9-209E-D4FD-D6A0-CB6F43892CA9}"/>
                  </a:ext>
                </a:extLst>
              </p:cNvPr>
              <p:cNvSpPr/>
              <p:nvPr/>
            </p:nvSpPr>
            <p:spPr>
              <a:xfrm>
                <a:off x="4730281" y="5684151"/>
                <a:ext cx="47059" cy="47059"/>
              </a:xfrm>
              <a:prstGeom prst="ellipse">
                <a:avLst/>
              </a:prstGeom>
              <a:gradFill flip="none" rotWithShape="1">
                <a:gsLst>
                  <a:gs pos="0">
                    <a:srgbClr val="F6F8F9"/>
                  </a:gs>
                  <a:gs pos="43000">
                    <a:srgbClr val="D6DDE3"/>
                  </a:gs>
                  <a:gs pos="100000">
                    <a:srgbClr val="AEB9C2"/>
                  </a:gs>
                </a:gsLst>
                <a:lin ang="2700000" scaled="1"/>
                <a:tileRect/>
              </a:gradFill>
              <a:ln w="1807" cap="rnd" cmpd="sng" algn="ctr">
                <a:noFill/>
                <a:prstDash val="solid"/>
                <a:round/>
                <a:headEnd type="none" w="med" len="med"/>
                <a:tailEnd type="none" w="med" len="med"/>
              </a:ln>
              <a:effectLst/>
            </p:spPr>
          </p:sp>
          <p:sp>
            <p:nvSpPr>
              <p:cNvPr id="780" name="ellipse_3187">
                <a:extLst>
                  <a:ext uri="{FF2B5EF4-FFF2-40B4-BE49-F238E27FC236}">
                    <a16:creationId xmlns:a16="http://schemas.microsoft.com/office/drawing/2014/main" id="{A782CBB0-3D31-498C-756C-DC2132FC9088}"/>
                  </a:ext>
                </a:extLst>
              </p:cNvPr>
              <p:cNvSpPr/>
              <p:nvPr/>
            </p:nvSpPr>
            <p:spPr>
              <a:xfrm>
                <a:off x="4648054" y="5613386"/>
                <a:ext cx="31827" cy="3182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1" name="ellipse_3188">
                <a:extLst>
                  <a:ext uri="{FF2B5EF4-FFF2-40B4-BE49-F238E27FC236}">
                    <a16:creationId xmlns:a16="http://schemas.microsoft.com/office/drawing/2014/main" id="{FF10B13E-FE90-7663-ADEA-70DFB8A3658B}"/>
                  </a:ext>
                </a:extLst>
              </p:cNvPr>
              <p:cNvSpPr/>
              <p:nvPr/>
            </p:nvSpPr>
            <p:spPr>
              <a:xfrm>
                <a:off x="4339228" y="5660392"/>
                <a:ext cx="44901" cy="44901"/>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2" name="ellipse_3189">
                <a:extLst>
                  <a:ext uri="{FF2B5EF4-FFF2-40B4-BE49-F238E27FC236}">
                    <a16:creationId xmlns:a16="http://schemas.microsoft.com/office/drawing/2014/main" id="{B8064C2C-95F6-C42C-AB4F-9E52707B80EE}"/>
                  </a:ext>
                </a:extLst>
              </p:cNvPr>
              <p:cNvSpPr/>
              <p:nvPr/>
            </p:nvSpPr>
            <p:spPr>
              <a:xfrm>
                <a:off x="4354668" y="5801749"/>
                <a:ext cx="50572" cy="50572"/>
              </a:xfrm>
              <a:prstGeom prst="ellipse">
                <a:avLst/>
              </a:prstGeom>
              <a:gradFill flip="none" rotWithShape="1">
                <a:gsLst>
                  <a:gs pos="0">
                    <a:srgbClr val="F6F8F9"/>
                  </a:gs>
                  <a:gs pos="43000">
                    <a:srgbClr val="D3DBE1"/>
                  </a:gs>
                  <a:gs pos="100000">
                    <a:srgbClr val="AAB7C0"/>
                  </a:gs>
                </a:gsLst>
                <a:lin ang="2700000" scaled="1"/>
                <a:tileRect/>
              </a:gradFill>
              <a:ln w="1807" cap="rnd" cmpd="sng" algn="ctr">
                <a:noFill/>
                <a:prstDash val="solid"/>
                <a:round/>
                <a:headEnd type="none" w="med" len="med"/>
                <a:tailEnd type="none" w="med" len="med"/>
              </a:ln>
              <a:effectLst/>
            </p:spPr>
          </p:sp>
          <p:sp>
            <p:nvSpPr>
              <p:cNvPr id="783" name="ellipse_3190">
                <a:extLst>
                  <a:ext uri="{FF2B5EF4-FFF2-40B4-BE49-F238E27FC236}">
                    <a16:creationId xmlns:a16="http://schemas.microsoft.com/office/drawing/2014/main" id="{950FC9AA-35B0-FFC1-4FCF-9E151FBDA882}"/>
                  </a:ext>
                </a:extLst>
              </p:cNvPr>
              <p:cNvSpPr/>
              <p:nvPr/>
            </p:nvSpPr>
            <p:spPr>
              <a:xfrm>
                <a:off x="4312921" y="5796559"/>
                <a:ext cx="40925" cy="40925"/>
              </a:xfrm>
              <a:prstGeom prst="ellipse">
                <a:avLst/>
              </a:prstGeom>
              <a:gradFill flip="none" rotWithShape="1">
                <a:gsLst>
                  <a:gs pos="0">
                    <a:srgbClr val="F5F6F8"/>
                  </a:gs>
                  <a:gs pos="43000">
                    <a:srgbClr val="CDD6DD"/>
                  </a:gs>
                  <a:gs pos="100000">
                    <a:srgbClr val="A4B1BC"/>
                  </a:gs>
                </a:gsLst>
                <a:lin ang="2700000" scaled="1"/>
                <a:tileRect/>
              </a:gradFill>
              <a:ln w="1807" cap="rnd" cmpd="sng" algn="ctr">
                <a:noFill/>
                <a:prstDash val="solid"/>
                <a:round/>
                <a:headEnd type="none" w="med" len="med"/>
                <a:tailEnd type="none" w="med" len="med"/>
              </a:ln>
              <a:effectLst/>
            </p:spPr>
          </p:sp>
          <p:sp>
            <p:nvSpPr>
              <p:cNvPr id="784" name="ellipse_3191">
                <a:extLst>
                  <a:ext uri="{FF2B5EF4-FFF2-40B4-BE49-F238E27FC236}">
                    <a16:creationId xmlns:a16="http://schemas.microsoft.com/office/drawing/2014/main" id="{30E151DA-0AAA-0432-61CB-2931DB3B5532}"/>
                  </a:ext>
                </a:extLst>
              </p:cNvPr>
              <p:cNvSpPr/>
              <p:nvPr/>
            </p:nvSpPr>
            <p:spPr>
              <a:xfrm>
                <a:off x="4592726" y="5978423"/>
                <a:ext cx="35441" cy="35441"/>
              </a:xfrm>
              <a:prstGeom prst="ellipse">
                <a:avLst/>
              </a:prstGeom>
              <a:gradFill flip="none" rotWithShape="1">
                <a:gsLst>
                  <a:gs pos="0">
                    <a:srgbClr val="F5F6F8"/>
                  </a:gs>
                  <a:gs pos="43000">
                    <a:srgbClr val="CDD5DC"/>
                  </a:gs>
                  <a:gs pos="100000">
                    <a:srgbClr val="A4B0BB"/>
                  </a:gs>
                </a:gsLst>
                <a:lin ang="2700000" scaled="1"/>
                <a:tileRect/>
              </a:gradFill>
              <a:ln w="1807" cap="rnd" cmpd="sng" algn="ctr">
                <a:noFill/>
                <a:prstDash val="solid"/>
                <a:round/>
                <a:headEnd type="none" w="med" len="med"/>
                <a:tailEnd type="none" w="med" len="med"/>
              </a:ln>
              <a:effectLst/>
            </p:spPr>
          </p:sp>
          <p:sp>
            <p:nvSpPr>
              <p:cNvPr id="785" name="ellipse_3192">
                <a:extLst>
                  <a:ext uri="{FF2B5EF4-FFF2-40B4-BE49-F238E27FC236}">
                    <a16:creationId xmlns:a16="http://schemas.microsoft.com/office/drawing/2014/main" id="{0C678874-DFF1-85F2-D022-0EB6E44110D5}"/>
                  </a:ext>
                </a:extLst>
              </p:cNvPr>
              <p:cNvSpPr/>
              <p:nvPr/>
            </p:nvSpPr>
            <p:spPr>
              <a:xfrm>
                <a:off x="4400863" y="5963283"/>
                <a:ext cx="40231" cy="40231"/>
              </a:xfrm>
              <a:prstGeom prst="ellipse">
                <a:avLst/>
              </a:prstGeom>
              <a:gradFill flip="none" rotWithShape="1">
                <a:gsLst>
                  <a:gs pos="0">
                    <a:srgbClr val="F6F8F9"/>
                  </a:gs>
                  <a:gs pos="43000">
                    <a:srgbClr val="D5DCE2"/>
                  </a:gs>
                  <a:gs pos="100000">
                    <a:srgbClr val="ACB8C2"/>
                  </a:gs>
                </a:gsLst>
                <a:lin ang="2700000" scaled="1"/>
                <a:tileRect/>
              </a:gradFill>
              <a:ln w="1807" cap="rnd" cmpd="sng" algn="ctr">
                <a:noFill/>
                <a:prstDash val="solid"/>
                <a:round/>
                <a:headEnd type="none" w="med" len="med"/>
                <a:tailEnd type="none" w="med" len="med"/>
              </a:ln>
              <a:effectLst/>
            </p:spPr>
          </p:sp>
          <p:sp>
            <p:nvSpPr>
              <p:cNvPr id="786" name="ellipse_3193">
                <a:extLst>
                  <a:ext uri="{FF2B5EF4-FFF2-40B4-BE49-F238E27FC236}">
                    <a16:creationId xmlns:a16="http://schemas.microsoft.com/office/drawing/2014/main" id="{BE9728D6-E99A-204B-F84A-DBEA4008DF37}"/>
                  </a:ext>
                </a:extLst>
              </p:cNvPr>
              <p:cNvSpPr/>
              <p:nvPr/>
            </p:nvSpPr>
            <p:spPr>
              <a:xfrm>
                <a:off x="4299166" y="5719874"/>
                <a:ext cx="41687" cy="41687"/>
              </a:xfrm>
              <a:prstGeom prst="ellipse">
                <a:avLst/>
              </a:prstGeom>
              <a:gradFill flip="none" rotWithShape="1">
                <a:gsLst>
                  <a:gs pos="0">
                    <a:srgbClr val="F4F6F8"/>
                  </a:gs>
                  <a:gs pos="43000">
                    <a:srgbClr val="CCD5DC"/>
                  </a:gs>
                  <a:gs pos="100000">
                    <a:srgbClr val="A2AFBA"/>
                  </a:gs>
                </a:gsLst>
                <a:lin ang="2700000" scaled="1"/>
                <a:tileRect/>
              </a:gradFill>
              <a:ln w="1807" cap="rnd" cmpd="sng" algn="ctr">
                <a:noFill/>
                <a:prstDash val="solid"/>
                <a:round/>
                <a:headEnd type="none" w="med" len="med"/>
                <a:tailEnd type="none" w="med" len="med"/>
              </a:ln>
              <a:effectLst/>
            </p:spPr>
          </p:sp>
          <p:sp>
            <p:nvSpPr>
              <p:cNvPr id="787" name="ellipse_3194">
                <a:extLst>
                  <a:ext uri="{FF2B5EF4-FFF2-40B4-BE49-F238E27FC236}">
                    <a16:creationId xmlns:a16="http://schemas.microsoft.com/office/drawing/2014/main" id="{68D01A61-F8BB-7FAC-7D38-2FF6A1337490}"/>
                  </a:ext>
                </a:extLst>
              </p:cNvPr>
              <p:cNvSpPr/>
              <p:nvPr/>
            </p:nvSpPr>
            <p:spPr>
              <a:xfrm>
                <a:off x="4574590" y="5664426"/>
                <a:ext cx="36432" cy="36432"/>
              </a:xfrm>
              <a:prstGeom prst="ellipse">
                <a:avLst/>
              </a:prstGeom>
              <a:gradFill flip="none" rotWithShape="1">
                <a:gsLst>
                  <a:gs pos="0">
                    <a:srgbClr val="F5F7F8"/>
                  </a:gs>
                  <a:gs pos="43000">
                    <a:srgbClr val="CFD7DF"/>
                  </a:gs>
                  <a:gs pos="100000">
                    <a:srgbClr val="A6B3BD"/>
                  </a:gs>
                </a:gsLst>
                <a:lin ang="2700000" scaled="1"/>
                <a:tileRect/>
              </a:gradFill>
              <a:ln w="1807" cap="rnd" cmpd="sng" algn="ctr">
                <a:noFill/>
                <a:prstDash val="solid"/>
                <a:round/>
                <a:headEnd type="none" w="med" len="med"/>
                <a:tailEnd type="none" w="med" len="med"/>
              </a:ln>
              <a:effectLst/>
            </p:spPr>
          </p:sp>
          <p:sp>
            <p:nvSpPr>
              <p:cNvPr id="788" name="ellipse_3195">
                <a:extLst>
                  <a:ext uri="{FF2B5EF4-FFF2-40B4-BE49-F238E27FC236}">
                    <a16:creationId xmlns:a16="http://schemas.microsoft.com/office/drawing/2014/main" id="{28B5EA91-968A-77BC-9D8B-D47D85089EFE}"/>
                  </a:ext>
                </a:extLst>
              </p:cNvPr>
              <p:cNvSpPr/>
              <p:nvPr/>
            </p:nvSpPr>
            <p:spPr>
              <a:xfrm>
                <a:off x="4714781" y="5706746"/>
                <a:ext cx="49809" cy="49809"/>
              </a:xfrm>
              <a:prstGeom prst="ellipse">
                <a:avLst/>
              </a:prstGeom>
              <a:gradFill flip="none" rotWithShape="1">
                <a:gsLst>
                  <a:gs pos="0">
                    <a:srgbClr val="F4F6F8"/>
                  </a:gs>
                  <a:gs pos="43000">
                    <a:srgbClr val="CDD5DC"/>
                  </a:gs>
                  <a:gs pos="100000">
                    <a:srgbClr val="A3B0BB"/>
                  </a:gs>
                </a:gsLst>
                <a:lin ang="2700000" scaled="1"/>
                <a:tileRect/>
              </a:gradFill>
              <a:ln w="1807" cap="rnd" cmpd="sng" algn="ctr">
                <a:noFill/>
                <a:prstDash val="solid"/>
                <a:round/>
                <a:headEnd type="none" w="med" len="med"/>
                <a:tailEnd type="none" w="med" len="med"/>
              </a:ln>
              <a:effectLst/>
            </p:spPr>
          </p:sp>
          <p:grpSp>
            <p:nvGrpSpPr>
              <p:cNvPr id="789" name="d | All-atom ligand pose: editable 3D ball-and-stick"/>
              <p:cNvGrpSpPr/>
              <p:nvPr/>
            </p:nvGrpSpPr>
            <p:grpSpPr>
              <a:xfrm>
                <a:off x="4440000" y="5708000"/>
                <a:ext cx="397000" cy="245000"/>
                <a:chOff x="238125" y="495300"/>
                <a:chExt cx="2867025" cy="1609725"/>
              </a:xfrm>
            </p:grpSpPr>
            <p:sp>
              <p:nvSpPr>
                <p:cNvPr id="790" name="Pose bond 4-5">
                  <a:extLst>
                    <a:ext uri="{FF2B5EF4-FFF2-40B4-BE49-F238E27FC236}">
                      <a16:creationId xmlns:a16="http://schemas.microsoft.com/office/drawing/2014/main" id="{8A38DE90-BB44-447C-B025-8D3C336EE253}"/>
                    </a:ext>
                  </a:extLst>
                </p:cNvPr>
                <p:cNvSpPr>
                  <a:spLocks noGrp="1"/>
                </p:cNvSpPr>
                <p:nvPr/>
              </p:nvSpPr>
              <p:spPr>
                <a:xfrm>
                  <a:off x="709112" y="764827"/>
                  <a:ext cx="657225" cy="171450"/>
                </a:xfrm>
                <a:custGeom>
                  <a:avLst/>
                  <a:gdLst/>
                  <a:ahLst/>
                  <a:cxnLst/>
                  <a:rect l="0" t="0" r="0" b="0"/>
                  <a:pathLst>
                    <a:path w="657225" h="171450">
                      <a:moveTo>
                        <a:pt x="0" y="171450"/>
                      </a:moveTo>
                      <a:lnTo>
                        <a:pt x="657225" y="0"/>
                      </a:lnTo>
                    </a:path>
                  </a:pathLst>
                </a:custGeom>
                <a:noFill/>
                <a:ln w="10551">
                  <a:solidFill>
                    <a:srgbClr val="277F73"/>
                  </a:solidFill>
                </a:ln>
              </p:spPr>
            </p:sp>
            <p:sp>
              <p:nvSpPr>
                <p:cNvPr id="791" name="Pose bond highlight 4-5">
                  <a:extLst>
                    <a:ext uri="{FF2B5EF4-FFF2-40B4-BE49-F238E27FC236}">
                      <a16:creationId xmlns:a16="http://schemas.microsoft.com/office/drawing/2014/main" id="{11AD003C-BD23-4E88-B699-6EF290B6B00D}"/>
                    </a:ext>
                  </a:extLst>
                </p:cNvPr>
                <p:cNvSpPr>
                  <a:spLocks noGrp="1"/>
                </p:cNvSpPr>
                <p:nvPr/>
              </p:nvSpPr>
              <p:spPr>
                <a:xfrm>
                  <a:off x="703397" y="755302"/>
                  <a:ext cx="657225" cy="171450"/>
                </a:xfrm>
                <a:custGeom>
                  <a:avLst/>
                  <a:gdLst/>
                  <a:ahLst/>
                  <a:cxnLst/>
                  <a:rect l="0" t="0" r="0" b="0"/>
                  <a:pathLst>
                    <a:path w="657225" h="171450">
                      <a:moveTo>
                        <a:pt x="0" y="171450"/>
                      </a:moveTo>
                      <a:lnTo>
                        <a:pt x="657225" y="0"/>
                      </a:lnTo>
                    </a:path>
                  </a:pathLst>
                </a:custGeom>
                <a:noFill/>
                <a:ln w="3429">
                  <a:solidFill>
                    <a:srgbClr val="A3DBCD"/>
                  </a:solidFill>
                </a:ln>
              </p:spPr>
            </p:sp>
            <p:sp>
              <p:nvSpPr>
                <p:cNvPr id="792" name="Pose bond 5-12">
                  <a:extLst>
                    <a:ext uri="{FF2B5EF4-FFF2-40B4-BE49-F238E27FC236}">
                      <a16:creationId xmlns:a16="http://schemas.microsoft.com/office/drawing/2014/main" id="{6FD6BA47-8976-41B4-A65A-45598DADEC6E}"/>
                    </a:ext>
                  </a:extLst>
                </p:cNvPr>
                <p:cNvSpPr>
                  <a:spLocks noGrp="1"/>
                </p:cNvSpPr>
                <p:nvPr/>
              </p:nvSpPr>
              <p:spPr>
                <a:xfrm>
                  <a:off x="1366337" y="541765"/>
                  <a:ext cx="138113" cy="223062"/>
                </a:xfrm>
                <a:custGeom>
                  <a:avLst/>
                  <a:gdLst/>
                  <a:ahLst/>
                  <a:cxnLst/>
                  <a:rect l="0" t="0" r="0" b="0"/>
                  <a:pathLst>
                    <a:path w="138113" h="223062">
                      <a:moveTo>
                        <a:pt x="0" y="223062"/>
                      </a:moveTo>
                      <a:lnTo>
                        <a:pt x="138113" y="0"/>
                      </a:lnTo>
                    </a:path>
                  </a:pathLst>
                </a:custGeom>
                <a:noFill/>
                <a:ln w="5276">
                  <a:solidFill>
                    <a:srgbClr val="A9C5C0"/>
                  </a:solidFill>
                </a:ln>
              </p:spPr>
            </p:sp>
            <p:sp>
              <p:nvSpPr>
                <p:cNvPr id="793" name="Pose bond highlight 5-12">
                  <a:extLst>
                    <a:ext uri="{FF2B5EF4-FFF2-40B4-BE49-F238E27FC236}">
                      <a16:creationId xmlns:a16="http://schemas.microsoft.com/office/drawing/2014/main" id="{C0DC52D9-D010-4D92-9F28-0DFD19973A55}"/>
                    </a:ext>
                  </a:extLst>
                </p:cNvPr>
                <p:cNvSpPr>
                  <a:spLocks noGrp="1"/>
                </p:cNvSpPr>
                <p:nvPr/>
              </p:nvSpPr>
              <p:spPr>
                <a:xfrm>
                  <a:off x="1360622" y="532240"/>
                  <a:ext cx="138113" cy="223062"/>
                </a:xfrm>
                <a:custGeom>
                  <a:avLst/>
                  <a:gdLst/>
                  <a:ahLst/>
                  <a:cxnLst/>
                  <a:rect l="0" t="0" r="0" b="0"/>
                  <a:pathLst>
                    <a:path w="138113" h="223062">
                      <a:moveTo>
                        <a:pt x="0" y="223062"/>
                      </a:moveTo>
                      <a:lnTo>
                        <a:pt x="138113" y="0"/>
                      </a:lnTo>
                    </a:path>
                  </a:pathLst>
                </a:custGeom>
                <a:noFill/>
                <a:ln w="1319">
                  <a:solidFill>
                    <a:srgbClr val="F1F6F4"/>
                  </a:solidFill>
                </a:ln>
              </p:spPr>
            </p:sp>
            <p:sp>
              <p:nvSpPr>
                <p:cNvPr id="794" name="Pose bond 4-11">
                  <a:extLst>
                    <a:ext uri="{FF2B5EF4-FFF2-40B4-BE49-F238E27FC236}">
                      <a16:creationId xmlns:a16="http://schemas.microsoft.com/office/drawing/2014/main" id="{D539C775-F588-450C-9C1E-5A303DB8315F}"/>
                    </a:ext>
                  </a:extLst>
                </p:cNvPr>
                <p:cNvSpPr>
                  <a:spLocks noGrp="1"/>
                </p:cNvSpPr>
                <p:nvPr/>
              </p:nvSpPr>
              <p:spPr>
                <a:xfrm>
                  <a:off x="570999" y="779890"/>
                  <a:ext cx="138113" cy="156387"/>
                </a:xfrm>
                <a:custGeom>
                  <a:avLst/>
                  <a:gdLst/>
                  <a:ahLst/>
                  <a:cxnLst/>
                  <a:rect l="0" t="0" r="0" b="0"/>
                  <a:pathLst>
                    <a:path w="138113" h="156387">
                      <a:moveTo>
                        <a:pt x="138113" y="156387"/>
                      </a:moveTo>
                      <a:lnTo>
                        <a:pt x="0" y="0"/>
                      </a:lnTo>
                    </a:path>
                  </a:pathLst>
                </a:custGeom>
                <a:noFill/>
                <a:ln w="5276">
                  <a:solidFill>
                    <a:srgbClr val="A9C5C0"/>
                  </a:solidFill>
                </a:ln>
              </p:spPr>
            </p:sp>
            <p:sp>
              <p:nvSpPr>
                <p:cNvPr id="795" name="Pose bond highlight 4-11">
                  <a:extLst>
                    <a:ext uri="{FF2B5EF4-FFF2-40B4-BE49-F238E27FC236}">
                      <a16:creationId xmlns:a16="http://schemas.microsoft.com/office/drawing/2014/main" id="{74E8738E-75A4-4D1A-9EC7-3EC7E8EBBB0E}"/>
                    </a:ext>
                  </a:extLst>
                </p:cNvPr>
                <p:cNvSpPr>
                  <a:spLocks noGrp="1"/>
                </p:cNvSpPr>
                <p:nvPr/>
              </p:nvSpPr>
              <p:spPr>
                <a:xfrm>
                  <a:off x="565284" y="770365"/>
                  <a:ext cx="138113" cy="156387"/>
                </a:xfrm>
                <a:custGeom>
                  <a:avLst/>
                  <a:gdLst/>
                  <a:ahLst/>
                  <a:cxnLst/>
                  <a:rect l="0" t="0" r="0" b="0"/>
                  <a:pathLst>
                    <a:path w="138113" h="156387">
                      <a:moveTo>
                        <a:pt x="138113" y="156387"/>
                      </a:moveTo>
                      <a:lnTo>
                        <a:pt x="0" y="0"/>
                      </a:lnTo>
                    </a:path>
                  </a:pathLst>
                </a:custGeom>
                <a:noFill/>
                <a:ln w="1319">
                  <a:solidFill>
                    <a:srgbClr val="F1F6F4"/>
                  </a:solidFill>
                </a:ln>
              </p:spPr>
            </p:sp>
            <p:sp>
              <p:nvSpPr>
                <p:cNvPr id="796" name="Pose bond 5-0">
                  <a:extLst>
                    <a:ext uri="{FF2B5EF4-FFF2-40B4-BE49-F238E27FC236}">
                      <a16:creationId xmlns:a16="http://schemas.microsoft.com/office/drawing/2014/main" id="{9B0386A1-9605-473E-B632-06AA3CCA82DB}"/>
                    </a:ext>
                  </a:extLst>
                </p:cNvPr>
                <p:cNvSpPr>
                  <a:spLocks noGrp="1"/>
                </p:cNvSpPr>
                <p:nvPr/>
              </p:nvSpPr>
              <p:spPr>
                <a:xfrm>
                  <a:off x="1366337" y="764827"/>
                  <a:ext cx="510088" cy="301973"/>
                </a:xfrm>
                <a:custGeom>
                  <a:avLst/>
                  <a:gdLst/>
                  <a:ahLst/>
                  <a:cxnLst/>
                  <a:rect l="0" t="0" r="0" b="0"/>
                  <a:pathLst>
                    <a:path w="510088" h="301973">
                      <a:moveTo>
                        <a:pt x="0" y="0"/>
                      </a:moveTo>
                      <a:lnTo>
                        <a:pt x="510088" y="301973"/>
                      </a:lnTo>
                    </a:path>
                  </a:pathLst>
                </a:custGeom>
                <a:noFill/>
                <a:ln w="10551">
                  <a:solidFill>
                    <a:srgbClr val="277F73"/>
                  </a:solidFill>
                </a:ln>
              </p:spPr>
            </p:sp>
            <p:sp>
              <p:nvSpPr>
                <p:cNvPr id="797" name="Pose bond highlight 5-0">
                  <a:extLst>
                    <a:ext uri="{FF2B5EF4-FFF2-40B4-BE49-F238E27FC236}">
                      <a16:creationId xmlns:a16="http://schemas.microsoft.com/office/drawing/2014/main" id="{E5A25F7F-74C3-49BA-B65E-A734E876DE81}"/>
                    </a:ext>
                  </a:extLst>
                </p:cNvPr>
                <p:cNvSpPr>
                  <a:spLocks noGrp="1"/>
                </p:cNvSpPr>
                <p:nvPr/>
              </p:nvSpPr>
              <p:spPr>
                <a:xfrm>
                  <a:off x="1360622" y="755302"/>
                  <a:ext cx="510088" cy="301973"/>
                </a:xfrm>
                <a:custGeom>
                  <a:avLst/>
                  <a:gdLst/>
                  <a:ahLst/>
                  <a:cxnLst/>
                  <a:rect l="0" t="0" r="0" b="0"/>
                  <a:pathLst>
                    <a:path w="510088" h="301973">
                      <a:moveTo>
                        <a:pt x="0" y="0"/>
                      </a:moveTo>
                      <a:lnTo>
                        <a:pt x="510088" y="301973"/>
                      </a:lnTo>
                    </a:path>
                  </a:pathLst>
                </a:custGeom>
                <a:noFill/>
                <a:ln w="3429">
                  <a:solidFill>
                    <a:srgbClr val="A3DBCD"/>
                  </a:solidFill>
                </a:ln>
              </p:spPr>
            </p:sp>
            <p:sp>
              <p:nvSpPr>
                <p:cNvPr id="798" name="Pose bond 3-4">
                  <a:extLst>
                    <a:ext uri="{FF2B5EF4-FFF2-40B4-BE49-F238E27FC236}">
                      <a16:creationId xmlns:a16="http://schemas.microsoft.com/office/drawing/2014/main" id="{C94D90D0-939D-4133-932D-0737AAAE0FBD}"/>
                    </a:ext>
                  </a:extLst>
                </p:cNvPr>
                <p:cNvSpPr>
                  <a:spLocks noGrp="1"/>
                </p:cNvSpPr>
                <p:nvPr/>
              </p:nvSpPr>
              <p:spPr>
                <a:xfrm>
                  <a:off x="561975" y="936277"/>
                  <a:ext cx="147137" cy="473423"/>
                </a:xfrm>
                <a:custGeom>
                  <a:avLst/>
                  <a:gdLst/>
                  <a:ahLst/>
                  <a:cxnLst/>
                  <a:rect l="0" t="0" r="0" b="0"/>
                  <a:pathLst>
                    <a:path w="147137" h="473423">
                      <a:moveTo>
                        <a:pt x="0" y="473423"/>
                      </a:moveTo>
                      <a:lnTo>
                        <a:pt x="147137" y="0"/>
                      </a:lnTo>
                    </a:path>
                  </a:pathLst>
                </a:custGeom>
                <a:noFill/>
                <a:ln w="10551">
                  <a:solidFill>
                    <a:srgbClr val="277F73"/>
                  </a:solidFill>
                </a:ln>
              </p:spPr>
            </p:sp>
            <p:sp>
              <p:nvSpPr>
                <p:cNvPr id="799" name="Pose bond highlight 3-4">
                  <a:extLst>
                    <a:ext uri="{FF2B5EF4-FFF2-40B4-BE49-F238E27FC236}">
                      <a16:creationId xmlns:a16="http://schemas.microsoft.com/office/drawing/2014/main" id="{39CBCA38-2D18-495E-A7A2-F40ABCACB883}"/>
                    </a:ext>
                  </a:extLst>
                </p:cNvPr>
                <p:cNvSpPr>
                  <a:spLocks noGrp="1"/>
                </p:cNvSpPr>
                <p:nvPr/>
              </p:nvSpPr>
              <p:spPr>
                <a:xfrm>
                  <a:off x="556260" y="926752"/>
                  <a:ext cx="147137" cy="473423"/>
                </a:xfrm>
                <a:custGeom>
                  <a:avLst/>
                  <a:gdLst/>
                  <a:ahLst/>
                  <a:cxnLst/>
                  <a:rect l="0" t="0" r="0" b="0"/>
                  <a:pathLst>
                    <a:path w="147137" h="473423">
                      <a:moveTo>
                        <a:pt x="0" y="473423"/>
                      </a:moveTo>
                      <a:lnTo>
                        <a:pt x="147137" y="0"/>
                      </a:lnTo>
                    </a:path>
                  </a:pathLst>
                </a:custGeom>
                <a:noFill/>
                <a:ln w="3429">
                  <a:solidFill>
                    <a:srgbClr val="A3DBCD"/>
                  </a:solidFill>
                </a:ln>
              </p:spPr>
            </p:sp>
            <p:sp>
              <p:nvSpPr>
                <p:cNvPr id="800" name="Pose bond 3-10">
                  <a:extLst>
                    <a:ext uri="{FF2B5EF4-FFF2-40B4-BE49-F238E27FC236}">
                      <a16:creationId xmlns:a16="http://schemas.microsoft.com/office/drawing/2014/main" id="{7FDFEC57-1359-4E04-AB21-1CACA76FCA22}"/>
                    </a:ext>
                  </a:extLst>
                </p:cNvPr>
                <p:cNvSpPr>
                  <a:spLocks noGrp="1"/>
                </p:cNvSpPr>
                <p:nvPr/>
              </p:nvSpPr>
              <p:spPr>
                <a:xfrm>
                  <a:off x="285750" y="1409700"/>
                  <a:ext cx="276225" cy="66675"/>
                </a:xfrm>
                <a:custGeom>
                  <a:avLst/>
                  <a:gdLst/>
                  <a:ahLst/>
                  <a:cxnLst/>
                  <a:rect l="0" t="0" r="0" b="0"/>
                  <a:pathLst>
                    <a:path w="276225" h="66675">
                      <a:moveTo>
                        <a:pt x="276225" y="0"/>
                      </a:moveTo>
                      <a:lnTo>
                        <a:pt x="0" y="66675"/>
                      </a:lnTo>
                    </a:path>
                  </a:pathLst>
                </a:custGeom>
                <a:noFill/>
                <a:ln w="5276">
                  <a:solidFill>
                    <a:srgbClr val="A9C5C0"/>
                  </a:solidFill>
                </a:ln>
              </p:spPr>
            </p:sp>
            <p:sp>
              <p:nvSpPr>
                <p:cNvPr id="801" name="Pose bond highlight 3-10">
                  <a:extLst>
                    <a:ext uri="{FF2B5EF4-FFF2-40B4-BE49-F238E27FC236}">
                      <a16:creationId xmlns:a16="http://schemas.microsoft.com/office/drawing/2014/main" id="{F7CCB03B-71EB-4A5E-9A74-1E28FD4BD0A5}"/>
                    </a:ext>
                  </a:extLst>
                </p:cNvPr>
                <p:cNvSpPr>
                  <a:spLocks noGrp="1"/>
                </p:cNvSpPr>
                <p:nvPr/>
              </p:nvSpPr>
              <p:spPr>
                <a:xfrm>
                  <a:off x="280035" y="1400175"/>
                  <a:ext cx="276225" cy="66675"/>
                </a:xfrm>
                <a:custGeom>
                  <a:avLst/>
                  <a:gdLst/>
                  <a:ahLst/>
                  <a:cxnLst/>
                  <a:rect l="0" t="0" r="0" b="0"/>
                  <a:pathLst>
                    <a:path w="276225" h="66675">
                      <a:moveTo>
                        <a:pt x="276225" y="0"/>
                      </a:moveTo>
                      <a:lnTo>
                        <a:pt x="0" y="66675"/>
                      </a:lnTo>
                    </a:path>
                  </a:pathLst>
                </a:custGeom>
                <a:noFill/>
                <a:ln w="1319">
                  <a:solidFill>
                    <a:srgbClr val="F1F6F4"/>
                  </a:solidFill>
                </a:ln>
              </p:spPr>
            </p:sp>
            <p:sp>
              <p:nvSpPr>
                <p:cNvPr id="802" name="Pose bond 0-1">
                  <a:extLst>
                    <a:ext uri="{FF2B5EF4-FFF2-40B4-BE49-F238E27FC236}">
                      <a16:creationId xmlns:a16="http://schemas.microsoft.com/office/drawing/2014/main" id="{07FED0E1-509B-43AB-8D9B-056C3684B499}"/>
                    </a:ext>
                  </a:extLst>
                </p:cNvPr>
                <p:cNvSpPr>
                  <a:spLocks noGrp="1"/>
                </p:cNvSpPr>
                <p:nvPr/>
              </p:nvSpPr>
              <p:spPr>
                <a:xfrm>
                  <a:off x="1729288" y="1066800"/>
                  <a:ext cx="147137" cy="473423"/>
                </a:xfrm>
                <a:custGeom>
                  <a:avLst/>
                  <a:gdLst/>
                  <a:ahLst/>
                  <a:cxnLst/>
                  <a:rect l="0" t="0" r="0" b="0"/>
                  <a:pathLst>
                    <a:path w="147137" h="473423">
                      <a:moveTo>
                        <a:pt x="147137" y="0"/>
                      </a:moveTo>
                      <a:lnTo>
                        <a:pt x="0" y="473423"/>
                      </a:lnTo>
                    </a:path>
                  </a:pathLst>
                </a:custGeom>
                <a:noFill/>
                <a:ln w="10551">
                  <a:solidFill>
                    <a:srgbClr val="277F73"/>
                  </a:solidFill>
                </a:ln>
              </p:spPr>
            </p:sp>
            <p:sp>
              <p:nvSpPr>
                <p:cNvPr id="803" name="Pose bond highlight 0-1">
                  <a:extLst>
                    <a:ext uri="{FF2B5EF4-FFF2-40B4-BE49-F238E27FC236}">
                      <a16:creationId xmlns:a16="http://schemas.microsoft.com/office/drawing/2014/main" id="{2572F334-F26F-438B-9D32-1D893A78B571}"/>
                    </a:ext>
                  </a:extLst>
                </p:cNvPr>
                <p:cNvSpPr>
                  <a:spLocks noGrp="1"/>
                </p:cNvSpPr>
                <p:nvPr/>
              </p:nvSpPr>
              <p:spPr>
                <a:xfrm>
                  <a:off x="1723573" y="1057275"/>
                  <a:ext cx="147137" cy="473423"/>
                </a:xfrm>
                <a:custGeom>
                  <a:avLst/>
                  <a:gdLst/>
                  <a:ahLst/>
                  <a:cxnLst/>
                  <a:rect l="0" t="0" r="0" b="0"/>
                  <a:pathLst>
                    <a:path w="147137" h="473423">
                      <a:moveTo>
                        <a:pt x="147137" y="0"/>
                      </a:moveTo>
                      <a:lnTo>
                        <a:pt x="0" y="473423"/>
                      </a:lnTo>
                    </a:path>
                  </a:pathLst>
                </a:custGeom>
                <a:noFill/>
                <a:ln w="3429">
                  <a:solidFill>
                    <a:srgbClr val="A3DBCD"/>
                  </a:solidFill>
                </a:ln>
              </p:spPr>
            </p:sp>
            <p:sp>
              <p:nvSpPr>
                <p:cNvPr id="804" name="Pose bond 2-3">
                  <a:extLst>
                    <a:ext uri="{FF2B5EF4-FFF2-40B4-BE49-F238E27FC236}">
                      <a16:creationId xmlns:a16="http://schemas.microsoft.com/office/drawing/2014/main" id="{08CDD528-2E98-4529-8C69-DA649B711503}"/>
                    </a:ext>
                  </a:extLst>
                </p:cNvPr>
                <p:cNvSpPr>
                  <a:spLocks noGrp="1"/>
                </p:cNvSpPr>
                <p:nvPr/>
              </p:nvSpPr>
              <p:spPr>
                <a:xfrm>
                  <a:off x="561975" y="1409700"/>
                  <a:ext cx="510088" cy="301973"/>
                </a:xfrm>
                <a:custGeom>
                  <a:avLst/>
                  <a:gdLst/>
                  <a:ahLst/>
                  <a:cxnLst/>
                  <a:rect l="0" t="0" r="0" b="0"/>
                  <a:pathLst>
                    <a:path w="510088" h="301973">
                      <a:moveTo>
                        <a:pt x="510088" y="301973"/>
                      </a:moveTo>
                      <a:lnTo>
                        <a:pt x="0" y="0"/>
                      </a:lnTo>
                    </a:path>
                  </a:pathLst>
                </a:custGeom>
                <a:noFill/>
                <a:ln w="10551">
                  <a:solidFill>
                    <a:srgbClr val="277F73"/>
                  </a:solidFill>
                </a:ln>
              </p:spPr>
            </p:sp>
            <p:sp>
              <p:nvSpPr>
                <p:cNvPr id="805" name="Pose bond highlight 2-3">
                  <a:extLst>
                    <a:ext uri="{FF2B5EF4-FFF2-40B4-BE49-F238E27FC236}">
                      <a16:creationId xmlns:a16="http://schemas.microsoft.com/office/drawing/2014/main" id="{BFAAAB32-64E2-42E0-9B1C-8D7AFD50927A}"/>
                    </a:ext>
                  </a:extLst>
                </p:cNvPr>
                <p:cNvSpPr>
                  <a:spLocks noGrp="1"/>
                </p:cNvSpPr>
                <p:nvPr/>
              </p:nvSpPr>
              <p:spPr>
                <a:xfrm>
                  <a:off x="556260" y="1400175"/>
                  <a:ext cx="510088" cy="301973"/>
                </a:xfrm>
                <a:custGeom>
                  <a:avLst/>
                  <a:gdLst/>
                  <a:ahLst/>
                  <a:cxnLst/>
                  <a:rect l="0" t="0" r="0" b="0"/>
                  <a:pathLst>
                    <a:path w="510088" h="301973">
                      <a:moveTo>
                        <a:pt x="510088" y="301973"/>
                      </a:moveTo>
                      <a:lnTo>
                        <a:pt x="0" y="0"/>
                      </a:lnTo>
                    </a:path>
                  </a:pathLst>
                </a:custGeom>
                <a:noFill/>
                <a:ln w="3429">
                  <a:solidFill>
                    <a:srgbClr val="A3DBCD"/>
                  </a:solidFill>
                </a:ln>
              </p:spPr>
            </p:sp>
            <p:sp>
              <p:nvSpPr>
                <p:cNvPr id="806" name="Pose bond 0-6">
                  <a:extLst>
                    <a:ext uri="{FF2B5EF4-FFF2-40B4-BE49-F238E27FC236}">
                      <a16:creationId xmlns:a16="http://schemas.microsoft.com/office/drawing/2014/main" id="{90317DB8-3FFD-4821-AB02-625040710395}"/>
                    </a:ext>
                  </a:extLst>
                </p:cNvPr>
                <p:cNvSpPr>
                  <a:spLocks noGrp="1"/>
                </p:cNvSpPr>
                <p:nvPr/>
              </p:nvSpPr>
              <p:spPr>
                <a:xfrm>
                  <a:off x="1876425" y="952500"/>
                  <a:ext cx="514350" cy="114300"/>
                </a:xfrm>
                <a:custGeom>
                  <a:avLst/>
                  <a:gdLst/>
                  <a:ahLst/>
                  <a:cxnLst/>
                  <a:rect l="0" t="0" r="0" b="0"/>
                  <a:pathLst>
                    <a:path w="514350" h="114300">
                      <a:moveTo>
                        <a:pt x="0" y="114300"/>
                      </a:moveTo>
                      <a:lnTo>
                        <a:pt x="514350" y="0"/>
                      </a:lnTo>
                    </a:path>
                  </a:pathLst>
                </a:custGeom>
                <a:noFill/>
                <a:ln w="10551">
                  <a:solidFill>
                    <a:srgbClr val="277F73"/>
                  </a:solidFill>
                </a:ln>
              </p:spPr>
            </p:sp>
            <p:sp>
              <p:nvSpPr>
                <p:cNvPr id="807" name="Pose bond highlight 0-6">
                  <a:extLst>
                    <a:ext uri="{FF2B5EF4-FFF2-40B4-BE49-F238E27FC236}">
                      <a16:creationId xmlns:a16="http://schemas.microsoft.com/office/drawing/2014/main" id="{FFEFFD2B-5E6F-40A8-B1C7-ECCF05427391}"/>
                    </a:ext>
                  </a:extLst>
                </p:cNvPr>
                <p:cNvSpPr>
                  <a:spLocks noGrp="1"/>
                </p:cNvSpPr>
                <p:nvPr/>
              </p:nvSpPr>
              <p:spPr>
                <a:xfrm>
                  <a:off x="1870710" y="942975"/>
                  <a:ext cx="514350" cy="114300"/>
                </a:xfrm>
                <a:custGeom>
                  <a:avLst/>
                  <a:gdLst/>
                  <a:ahLst/>
                  <a:cxnLst/>
                  <a:rect l="0" t="0" r="0" b="0"/>
                  <a:pathLst>
                    <a:path w="514350" h="114300">
                      <a:moveTo>
                        <a:pt x="0" y="114300"/>
                      </a:moveTo>
                      <a:lnTo>
                        <a:pt x="514350" y="0"/>
                      </a:lnTo>
                    </a:path>
                  </a:pathLst>
                </a:custGeom>
                <a:noFill/>
                <a:ln w="3429">
                  <a:solidFill>
                    <a:srgbClr val="A3DBCD"/>
                  </a:solidFill>
                </a:ln>
              </p:spPr>
            </p:sp>
            <p:sp>
              <p:nvSpPr>
                <p:cNvPr id="808" name="Pose bond 6-13">
                  <a:extLst>
                    <a:ext uri="{FF2B5EF4-FFF2-40B4-BE49-F238E27FC236}">
                      <a16:creationId xmlns:a16="http://schemas.microsoft.com/office/drawing/2014/main" id="{8ADB79A8-18DA-48C8-911C-3F9DC25671E6}"/>
                    </a:ext>
                  </a:extLst>
                </p:cNvPr>
                <p:cNvSpPr>
                  <a:spLocks noGrp="1"/>
                </p:cNvSpPr>
                <p:nvPr/>
              </p:nvSpPr>
              <p:spPr>
                <a:xfrm>
                  <a:off x="2390775" y="638175"/>
                  <a:ext cx="66675" cy="314325"/>
                </a:xfrm>
                <a:custGeom>
                  <a:avLst/>
                  <a:gdLst/>
                  <a:ahLst/>
                  <a:cxnLst/>
                  <a:rect l="0" t="0" r="0" b="0"/>
                  <a:pathLst>
                    <a:path w="66675" h="314325">
                      <a:moveTo>
                        <a:pt x="0" y="314325"/>
                      </a:moveTo>
                      <a:lnTo>
                        <a:pt x="66675" y="0"/>
                      </a:lnTo>
                    </a:path>
                  </a:pathLst>
                </a:custGeom>
                <a:noFill/>
                <a:ln w="5276">
                  <a:solidFill>
                    <a:srgbClr val="A9C5C0"/>
                  </a:solidFill>
                </a:ln>
              </p:spPr>
            </p:sp>
            <p:sp>
              <p:nvSpPr>
                <p:cNvPr id="809" name="Pose bond highlight 6-13">
                  <a:extLst>
                    <a:ext uri="{FF2B5EF4-FFF2-40B4-BE49-F238E27FC236}">
                      <a16:creationId xmlns:a16="http://schemas.microsoft.com/office/drawing/2014/main" id="{DC89D8D5-ADC1-4D86-88EB-B8D3EFE3DF9C}"/>
                    </a:ext>
                  </a:extLst>
                </p:cNvPr>
                <p:cNvSpPr>
                  <a:spLocks noGrp="1"/>
                </p:cNvSpPr>
                <p:nvPr/>
              </p:nvSpPr>
              <p:spPr>
                <a:xfrm>
                  <a:off x="2385060" y="628650"/>
                  <a:ext cx="66675" cy="314325"/>
                </a:xfrm>
                <a:custGeom>
                  <a:avLst/>
                  <a:gdLst/>
                  <a:ahLst/>
                  <a:cxnLst/>
                  <a:rect l="0" t="0" r="0" b="0"/>
                  <a:pathLst>
                    <a:path w="66675" h="314325">
                      <a:moveTo>
                        <a:pt x="0" y="314325"/>
                      </a:moveTo>
                      <a:lnTo>
                        <a:pt x="66675" y="0"/>
                      </a:lnTo>
                    </a:path>
                  </a:pathLst>
                </a:custGeom>
                <a:noFill/>
                <a:ln w="1319">
                  <a:solidFill>
                    <a:srgbClr val="F1F6F4"/>
                  </a:solidFill>
                </a:ln>
              </p:spPr>
            </p:sp>
            <p:sp>
              <p:nvSpPr>
                <p:cNvPr id="810" name="Pose bond 1-2">
                  <a:extLst>
                    <a:ext uri="{FF2B5EF4-FFF2-40B4-BE49-F238E27FC236}">
                      <a16:creationId xmlns:a16="http://schemas.microsoft.com/office/drawing/2014/main" id="{2B8ABFEC-B936-40DF-B431-DFAE972CC722}"/>
                    </a:ext>
                  </a:extLst>
                </p:cNvPr>
                <p:cNvSpPr>
                  <a:spLocks noGrp="1"/>
                </p:cNvSpPr>
                <p:nvPr/>
              </p:nvSpPr>
              <p:spPr>
                <a:xfrm>
                  <a:off x="1072063" y="1540223"/>
                  <a:ext cx="657225" cy="171450"/>
                </a:xfrm>
                <a:custGeom>
                  <a:avLst/>
                  <a:gdLst/>
                  <a:ahLst/>
                  <a:cxnLst/>
                  <a:rect l="0" t="0" r="0" b="0"/>
                  <a:pathLst>
                    <a:path w="657225" h="171450">
                      <a:moveTo>
                        <a:pt x="657225" y="0"/>
                      </a:moveTo>
                      <a:lnTo>
                        <a:pt x="0" y="171450"/>
                      </a:lnTo>
                    </a:path>
                  </a:pathLst>
                </a:custGeom>
                <a:noFill/>
                <a:ln w="10551">
                  <a:solidFill>
                    <a:srgbClr val="277F73"/>
                  </a:solidFill>
                </a:ln>
              </p:spPr>
            </p:sp>
            <p:sp>
              <p:nvSpPr>
                <p:cNvPr id="811" name="Pose bond highlight 1-2">
                  <a:extLst>
                    <a:ext uri="{FF2B5EF4-FFF2-40B4-BE49-F238E27FC236}">
                      <a16:creationId xmlns:a16="http://schemas.microsoft.com/office/drawing/2014/main" id="{87538C92-40F3-4CDF-B4E2-5EEB180EAB41}"/>
                    </a:ext>
                  </a:extLst>
                </p:cNvPr>
                <p:cNvSpPr>
                  <a:spLocks noGrp="1"/>
                </p:cNvSpPr>
                <p:nvPr/>
              </p:nvSpPr>
              <p:spPr>
                <a:xfrm>
                  <a:off x="1066348" y="1530698"/>
                  <a:ext cx="657225" cy="171450"/>
                </a:xfrm>
                <a:custGeom>
                  <a:avLst/>
                  <a:gdLst/>
                  <a:ahLst/>
                  <a:cxnLst/>
                  <a:rect l="0" t="0" r="0" b="0"/>
                  <a:pathLst>
                    <a:path w="657225" h="171450">
                      <a:moveTo>
                        <a:pt x="657225" y="0"/>
                      </a:moveTo>
                      <a:lnTo>
                        <a:pt x="0" y="171450"/>
                      </a:lnTo>
                    </a:path>
                  </a:pathLst>
                </a:custGeom>
                <a:noFill/>
                <a:ln w="3429">
                  <a:solidFill>
                    <a:srgbClr val="A3DBCD"/>
                  </a:solidFill>
                </a:ln>
              </p:spPr>
            </p:sp>
            <p:sp>
              <p:nvSpPr>
                <p:cNvPr id="812" name="Pose bond 1-8">
                  <a:extLst>
                    <a:ext uri="{FF2B5EF4-FFF2-40B4-BE49-F238E27FC236}">
                      <a16:creationId xmlns:a16="http://schemas.microsoft.com/office/drawing/2014/main" id="{EEE7675D-D610-44B8-BECA-3993E3B05872}"/>
                    </a:ext>
                  </a:extLst>
                </p:cNvPr>
                <p:cNvSpPr>
                  <a:spLocks noGrp="1"/>
                </p:cNvSpPr>
                <p:nvPr/>
              </p:nvSpPr>
              <p:spPr>
                <a:xfrm>
                  <a:off x="1729288" y="1540223"/>
                  <a:ext cx="138113" cy="156387"/>
                </a:xfrm>
                <a:custGeom>
                  <a:avLst/>
                  <a:gdLst/>
                  <a:ahLst/>
                  <a:cxnLst/>
                  <a:rect l="0" t="0" r="0" b="0"/>
                  <a:pathLst>
                    <a:path w="138113" h="156387">
                      <a:moveTo>
                        <a:pt x="0" y="0"/>
                      </a:moveTo>
                      <a:lnTo>
                        <a:pt x="138113" y="156387"/>
                      </a:lnTo>
                    </a:path>
                  </a:pathLst>
                </a:custGeom>
                <a:noFill/>
                <a:ln w="5276">
                  <a:solidFill>
                    <a:srgbClr val="A9C5C0"/>
                  </a:solidFill>
                </a:ln>
              </p:spPr>
            </p:sp>
            <p:sp>
              <p:nvSpPr>
                <p:cNvPr id="813" name="Pose bond highlight 1-8">
                  <a:extLst>
                    <a:ext uri="{FF2B5EF4-FFF2-40B4-BE49-F238E27FC236}">
                      <a16:creationId xmlns:a16="http://schemas.microsoft.com/office/drawing/2014/main" id="{916A076B-F5E6-416E-B19B-93BB018ECA15}"/>
                    </a:ext>
                  </a:extLst>
                </p:cNvPr>
                <p:cNvSpPr>
                  <a:spLocks noGrp="1"/>
                </p:cNvSpPr>
                <p:nvPr/>
              </p:nvSpPr>
              <p:spPr>
                <a:xfrm>
                  <a:off x="1723573" y="1530698"/>
                  <a:ext cx="138113" cy="156387"/>
                </a:xfrm>
                <a:custGeom>
                  <a:avLst/>
                  <a:gdLst/>
                  <a:ahLst/>
                  <a:cxnLst/>
                  <a:rect l="0" t="0" r="0" b="0"/>
                  <a:pathLst>
                    <a:path w="138113" h="156387">
                      <a:moveTo>
                        <a:pt x="0" y="0"/>
                      </a:moveTo>
                      <a:lnTo>
                        <a:pt x="138113" y="156387"/>
                      </a:lnTo>
                    </a:path>
                  </a:pathLst>
                </a:custGeom>
                <a:noFill/>
                <a:ln w="1319">
                  <a:solidFill>
                    <a:srgbClr val="F1F6F4"/>
                  </a:solidFill>
                </a:ln>
              </p:spPr>
            </p:sp>
            <p:sp>
              <p:nvSpPr>
                <p:cNvPr id="814" name="Pose bond 2-9">
                  <a:extLst>
                    <a:ext uri="{FF2B5EF4-FFF2-40B4-BE49-F238E27FC236}">
                      <a16:creationId xmlns:a16="http://schemas.microsoft.com/office/drawing/2014/main" id="{75DBE5D7-5895-44A9-8838-B4541D4B8F41}"/>
                    </a:ext>
                  </a:extLst>
                </p:cNvPr>
                <p:cNvSpPr>
                  <a:spLocks noGrp="1"/>
                </p:cNvSpPr>
                <p:nvPr/>
              </p:nvSpPr>
              <p:spPr>
                <a:xfrm>
                  <a:off x="933951" y="1711673"/>
                  <a:ext cx="138113" cy="223062"/>
                </a:xfrm>
                <a:custGeom>
                  <a:avLst/>
                  <a:gdLst/>
                  <a:ahLst/>
                  <a:cxnLst/>
                  <a:rect l="0" t="0" r="0" b="0"/>
                  <a:pathLst>
                    <a:path w="138113" h="223062">
                      <a:moveTo>
                        <a:pt x="138113" y="0"/>
                      </a:moveTo>
                      <a:lnTo>
                        <a:pt x="0" y="223062"/>
                      </a:lnTo>
                    </a:path>
                  </a:pathLst>
                </a:custGeom>
                <a:noFill/>
                <a:ln w="5276">
                  <a:solidFill>
                    <a:srgbClr val="A9C5C0"/>
                  </a:solidFill>
                </a:ln>
              </p:spPr>
            </p:sp>
            <p:sp>
              <p:nvSpPr>
                <p:cNvPr id="815" name="Pose bond highlight 2-9">
                  <a:extLst>
                    <a:ext uri="{FF2B5EF4-FFF2-40B4-BE49-F238E27FC236}">
                      <a16:creationId xmlns:a16="http://schemas.microsoft.com/office/drawing/2014/main" id="{4CCBC897-6EC6-47B7-B275-CD23C5A394F9}"/>
                    </a:ext>
                  </a:extLst>
                </p:cNvPr>
                <p:cNvSpPr>
                  <a:spLocks noGrp="1"/>
                </p:cNvSpPr>
                <p:nvPr/>
              </p:nvSpPr>
              <p:spPr>
                <a:xfrm>
                  <a:off x="928236" y="1702148"/>
                  <a:ext cx="138113" cy="223062"/>
                </a:xfrm>
                <a:custGeom>
                  <a:avLst/>
                  <a:gdLst/>
                  <a:ahLst/>
                  <a:cxnLst/>
                  <a:rect l="0" t="0" r="0" b="0"/>
                  <a:pathLst>
                    <a:path w="138113" h="223062">
                      <a:moveTo>
                        <a:pt x="138113" y="0"/>
                      </a:moveTo>
                      <a:lnTo>
                        <a:pt x="0" y="223062"/>
                      </a:lnTo>
                    </a:path>
                  </a:pathLst>
                </a:custGeom>
                <a:noFill/>
                <a:ln w="1319">
                  <a:solidFill>
                    <a:srgbClr val="F1F6F4"/>
                  </a:solidFill>
                </a:ln>
              </p:spPr>
            </p:sp>
            <p:sp>
              <p:nvSpPr>
                <p:cNvPr id="816" name="Pose bond 6-7">
                  <a:extLst>
                    <a:ext uri="{FF2B5EF4-FFF2-40B4-BE49-F238E27FC236}">
                      <a16:creationId xmlns:a16="http://schemas.microsoft.com/office/drawing/2014/main" id="{AFC4AF3F-C69E-4FA4-9D86-AFF56BFC3D65}"/>
                    </a:ext>
                  </a:extLst>
                </p:cNvPr>
                <p:cNvSpPr>
                  <a:spLocks noGrp="1"/>
                </p:cNvSpPr>
                <p:nvPr/>
              </p:nvSpPr>
              <p:spPr>
                <a:xfrm>
                  <a:off x="2390775" y="952500"/>
                  <a:ext cx="323850" cy="438150"/>
                </a:xfrm>
                <a:custGeom>
                  <a:avLst/>
                  <a:gdLst/>
                  <a:ahLst/>
                  <a:cxnLst/>
                  <a:rect l="0" t="0" r="0" b="0"/>
                  <a:pathLst>
                    <a:path w="323850" h="438150">
                      <a:moveTo>
                        <a:pt x="0" y="0"/>
                      </a:moveTo>
                      <a:lnTo>
                        <a:pt x="323850" y="438150"/>
                      </a:lnTo>
                    </a:path>
                  </a:pathLst>
                </a:custGeom>
                <a:noFill/>
                <a:ln w="10551">
                  <a:solidFill>
                    <a:srgbClr val="277F73"/>
                  </a:solidFill>
                </a:ln>
              </p:spPr>
            </p:sp>
            <p:sp>
              <p:nvSpPr>
                <p:cNvPr id="817" name="Pose bond highlight 6-7">
                  <a:extLst>
                    <a:ext uri="{FF2B5EF4-FFF2-40B4-BE49-F238E27FC236}">
                      <a16:creationId xmlns:a16="http://schemas.microsoft.com/office/drawing/2014/main" id="{BB39A0E2-9CE8-4616-AE7D-CF11EEC8CCFE}"/>
                    </a:ext>
                  </a:extLst>
                </p:cNvPr>
                <p:cNvSpPr>
                  <a:spLocks noGrp="1"/>
                </p:cNvSpPr>
                <p:nvPr/>
              </p:nvSpPr>
              <p:spPr>
                <a:xfrm>
                  <a:off x="2385060" y="942975"/>
                  <a:ext cx="323850" cy="438150"/>
                </a:xfrm>
                <a:custGeom>
                  <a:avLst/>
                  <a:gdLst/>
                  <a:ahLst/>
                  <a:cxnLst/>
                  <a:rect l="0" t="0" r="0" b="0"/>
                  <a:pathLst>
                    <a:path w="323850" h="438150">
                      <a:moveTo>
                        <a:pt x="0" y="0"/>
                      </a:moveTo>
                      <a:lnTo>
                        <a:pt x="323850" y="438150"/>
                      </a:lnTo>
                    </a:path>
                  </a:pathLst>
                </a:custGeom>
                <a:noFill/>
                <a:ln w="3429">
                  <a:solidFill>
                    <a:srgbClr val="A3DBCD"/>
                  </a:solidFill>
                </a:ln>
              </p:spPr>
            </p:sp>
            <p:sp>
              <p:nvSpPr>
                <p:cNvPr id="818" name="Pose bond 6-14">
                  <a:extLst>
                    <a:ext uri="{FF2B5EF4-FFF2-40B4-BE49-F238E27FC236}">
                      <a16:creationId xmlns:a16="http://schemas.microsoft.com/office/drawing/2014/main" id="{B8612623-E6B8-4C32-9C86-6F7C6C586C8D}"/>
                    </a:ext>
                  </a:extLst>
                </p:cNvPr>
                <p:cNvSpPr>
                  <a:spLocks noGrp="1"/>
                </p:cNvSpPr>
                <p:nvPr/>
              </p:nvSpPr>
              <p:spPr>
                <a:xfrm>
                  <a:off x="2390775" y="952500"/>
                  <a:ext cx="219075" cy="47625"/>
                </a:xfrm>
                <a:custGeom>
                  <a:avLst/>
                  <a:gdLst/>
                  <a:ahLst/>
                  <a:cxnLst/>
                  <a:rect l="0" t="0" r="0" b="0"/>
                  <a:pathLst>
                    <a:path w="219075" h="47625">
                      <a:moveTo>
                        <a:pt x="0" y="0"/>
                      </a:moveTo>
                      <a:lnTo>
                        <a:pt x="219075" y="47625"/>
                      </a:lnTo>
                    </a:path>
                  </a:pathLst>
                </a:custGeom>
                <a:noFill/>
                <a:ln w="5276">
                  <a:solidFill>
                    <a:srgbClr val="A9C5C0"/>
                  </a:solidFill>
                </a:ln>
              </p:spPr>
            </p:sp>
            <p:sp>
              <p:nvSpPr>
                <p:cNvPr id="819" name="Pose bond highlight 6-14">
                  <a:extLst>
                    <a:ext uri="{FF2B5EF4-FFF2-40B4-BE49-F238E27FC236}">
                      <a16:creationId xmlns:a16="http://schemas.microsoft.com/office/drawing/2014/main" id="{467314B5-05D1-4D8A-BAC6-5CF032144A6D}"/>
                    </a:ext>
                  </a:extLst>
                </p:cNvPr>
                <p:cNvSpPr>
                  <a:spLocks noGrp="1"/>
                </p:cNvSpPr>
                <p:nvPr/>
              </p:nvSpPr>
              <p:spPr>
                <a:xfrm>
                  <a:off x="2385060" y="942975"/>
                  <a:ext cx="219075" cy="47625"/>
                </a:xfrm>
                <a:custGeom>
                  <a:avLst/>
                  <a:gdLst/>
                  <a:ahLst/>
                  <a:cxnLst/>
                  <a:rect l="0" t="0" r="0" b="0"/>
                  <a:pathLst>
                    <a:path w="219075" h="47625">
                      <a:moveTo>
                        <a:pt x="0" y="0"/>
                      </a:moveTo>
                      <a:lnTo>
                        <a:pt x="219075" y="47625"/>
                      </a:lnTo>
                    </a:path>
                  </a:pathLst>
                </a:custGeom>
                <a:noFill/>
                <a:ln w="1319">
                  <a:solidFill>
                    <a:srgbClr val="F1F6F4"/>
                  </a:solidFill>
                </a:ln>
              </p:spPr>
            </p:sp>
            <p:sp>
              <p:nvSpPr>
                <p:cNvPr id="820" name="Pose bond 7-15">
                  <a:extLst>
                    <a:ext uri="{FF2B5EF4-FFF2-40B4-BE49-F238E27FC236}">
                      <a16:creationId xmlns:a16="http://schemas.microsoft.com/office/drawing/2014/main" id="{54D66798-8173-4984-B9AE-E6992963C1AB}"/>
                    </a:ext>
                  </a:extLst>
                </p:cNvPr>
                <p:cNvSpPr>
                  <a:spLocks noGrp="1"/>
                </p:cNvSpPr>
                <p:nvPr/>
              </p:nvSpPr>
              <p:spPr>
                <a:xfrm>
                  <a:off x="2714625" y="1362075"/>
                  <a:ext cx="295275" cy="28575"/>
                </a:xfrm>
                <a:custGeom>
                  <a:avLst/>
                  <a:gdLst/>
                  <a:ahLst/>
                  <a:cxnLst/>
                  <a:rect l="0" t="0" r="0" b="0"/>
                  <a:pathLst>
                    <a:path w="295275" h="28575">
                      <a:moveTo>
                        <a:pt x="0" y="28575"/>
                      </a:moveTo>
                      <a:lnTo>
                        <a:pt x="295275" y="0"/>
                      </a:lnTo>
                    </a:path>
                  </a:pathLst>
                </a:custGeom>
                <a:noFill/>
                <a:ln w="5276">
                  <a:solidFill>
                    <a:srgbClr val="A9C5C0"/>
                  </a:solidFill>
                </a:ln>
              </p:spPr>
            </p:sp>
            <p:sp>
              <p:nvSpPr>
                <p:cNvPr id="821" name="Pose bond highlight 7-15">
                  <a:extLst>
                    <a:ext uri="{FF2B5EF4-FFF2-40B4-BE49-F238E27FC236}">
                      <a16:creationId xmlns:a16="http://schemas.microsoft.com/office/drawing/2014/main" id="{3195AFB9-D1AF-440B-880F-523A89752210}"/>
                    </a:ext>
                  </a:extLst>
                </p:cNvPr>
                <p:cNvSpPr>
                  <a:spLocks noGrp="1"/>
                </p:cNvSpPr>
                <p:nvPr/>
              </p:nvSpPr>
              <p:spPr>
                <a:xfrm>
                  <a:off x="2708910" y="1352550"/>
                  <a:ext cx="295275" cy="28575"/>
                </a:xfrm>
                <a:custGeom>
                  <a:avLst/>
                  <a:gdLst/>
                  <a:ahLst/>
                  <a:cxnLst/>
                  <a:rect l="0" t="0" r="0" b="0"/>
                  <a:pathLst>
                    <a:path w="295275" h="28575">
                      <a:moveTo>
                        <a:pt x="0" y="28575"/>
                      </a:moveTo>
                      <a:lnTo>
                        <a:pt x="295275" y="0"/>
                      </a:lnTo>
                    </a:path>
                  </a:pathLst>
                </a:custGeom>
                <a:noFill/>
                <a:ln w="1319">
                  <a:solidFill>
                    <a:srgbClr val="F1F6F4"/>
                  </a:solidFill>
                </a:ln>
              </p:spPr>
            </p:sp>
            <p:sp>
              <p:nvSpPr>
                <p:cNvPr id="822" name="Pose atom 5 C">
                  <a:extLst>
                    <a:ext uri="{FF2B5EF4-FFF2-40B4-BE49-F238E27FC236}">
                      <a16:creationId xmlns:a16="http://schemas.microsoft.com/office/drawing/2014/main" id="{477F64BA-9B0E-473A-BAA8-6FFF80FC928E}"/>
                    </a:ext>
                  </a:extLst>
                </p:cNvPr>
                <p:cNvSpPr>
                  <a:spLocks noGrp="1"/>
                </p:cNvSpPr>
                <p:nvPr/>
              </p:nvSpPr>
              <p:spPr>
                <a:xfrm>
                  <a:off x="1231456" y="629946"/>
                  <a:ext cx="269763" cy="269763"/>
                </a:xfrm>
                <a:prstGeom prst="ellipse">
                  <a:avLst/>
                </a:prstGeom>
                <a:gradFill>
                  <a:gsLst>
                    <a:gs pos="0">
                      <a:srgbClr val="D7F1E6"/>
                    </a:gs>
                    <a:gs pos="46000">
                      <a:srgbClr val="4FAF9B"/>
                    </a:gs>
                    <a:gs pos="100000">
                      <a:srgbClr val="17695F"/>
                    </a:gs>
                  </a:gsLst>
                  <a:lin ang="8100000"/>
                </a:gradFill>
                <a:ln w="600">
                  <a:noFill/>
                </a:ln>
              </p:spPr>
            </p:sp>
            <p:sp>
              <p:nvSpPr>
                <p:cNvPr id="823" name="Pose atom highlight 5">
                  <a:extLst>
                    <a:ext uri="{FF2B5EF4-FFF2-40B4-BE49-F238E27FC236}">
                      <a16:creationId xmlns:a16="http://schemas.microsoft.com/office/drawing/2014/main" id="{3D07A637-EC1C-4751-B72B-97B1B1E46574}"/>
                    </a:ext>
                  </a:extLst>
                </p:cNvPr>
                <p:cNvSpPr>
                  <a:spLocks noGrp="1"/>
                </p:cNvSpPr>
                <p:nvPr/>
              </p:nvSpPr>
              <p:spPr>
                <a:xfrm>
                  <a:off x="1306989" y="697386"/>
                  <a:ext cx="70138" cy="43162"/>
                </a:xfrm>
                <a:prstGeom prst="ellipse">
                  <a:avLst/>
                </a:prstGeom>
                <a:solidFill>
                  <a:srgbClr val="FFFFFF">
                    <a:alpha val="50000"/>
                  </a:srgbClr>
                </a:solidFill>
                <a:ln w="600">
                  <a:noFill/>
                </a:ln>
              </p:spPr>
            </p:sp>
            <p:sp>
              <p:nvSpPr>
                <p:cNvPr id="824" name="Pose atom 12 H">
                  <a:extLst>
                    <a:ext uri="{FF2B5EF4-FFF2-40B4-BE49-F238E27FC236}">
                      <a16:creationId xmlns:a16="http://schemas.microsoft.com/office/drawing/2014/main" id="{79E2615E-DCB3-4AF5-9F70-AA163D1A097C}"/>
                    </a:ext>
                  </a:extLst>
                </p:cNvPr>
                <p:cNvSpPr>
                  <a:spLocks noGrp="1"/>
                </p:cNvSpPr>
                <p:nvPr/>
              </p:nvSpPr>
              <p:spPr>
                <a:xfrm>
                  <a:off x="1435869" y="473185"/>
                  <a:ext cx="137160" cy="137160"/>
                </a:xfrm>
                <a:prstGeom prst="ellipse">
                  <a:avLst/>
                </a:prstGeom>
                <a:gradFill>
                  <a:gsLst>
                    <a:gs pos="0">
                      <a:srgbClr val="FFFFFF"/>
                    </a:gs>
                    <a:gs pos="48000">
                      <a:srgbClr val="EFF5F4"/>
                    </a:gs>
                    <a:gs pos="100000">
                      <a:srgbClr val="B1C7C3"/>
                    </a:gs>
                  </a:gsLst>
                  <a:lin ang="8100000"/>
                </a:gradFill>
                <a:ln w="600">
                  <a:noFill/>
                </a:ln>
              </p:spPr>
            </p:sp>
            <p:sp>
              <p:nvSpPr>
                <p:cNvPr id="825" name="Pose atom highlight 12">
                  <a:extLst>
                    <a:ext uri="{FF2B5EF4-FFF2-40B4-BE49-F238E27FC236}">
                      <a16:creationId xmlns:a16="http://schemas.microsoft.com/office/drawing/2014/main" id="{E87B6F6A-A353-4603-A9D1-C3EF6625D959}"/>
                    </a:ext>
                  </a:extLst>
                </p:cNvPr>
                <p:cNvSpPr>
                  <a:spLocks noGrp="1"/>
                </p:cNvSpPr>
                <p:nvPr/>
              </p:nvSpPr>
              <p:spPr>
                <a:xfrm>
                  <a:off x="1474274" y="507475"/>
                  <a:ext cx="35662" cy="21946"/>
                </a:xfrm>
                <a:prstGeom prst="ellipse">
                  <a:avLst/>
                </a:prstGeom>
                <a:solidFill>
                  <a:srgbClr val="FFFFFF">
                    <a:alpha val="50000"/>
                  </a:srgbClr>
                </a:solidFill>
                <a:ln w="600">
                  <a:noFill/>
                </a:ln>
              </p:spPr>
            </p:sp>
            <p:sp>
              <p:nvSpPr>
                <p:cNvPr id="826" name="Pose atom 4 C">
                  <a:extLst>
                    <a:ext uri="{FF2B5EF4-FFF2-40B4-BE49-F238E27FC236}">
                      <a16:creationId xmlns:a16="http://schemas.microsoft.com/office/drawing/2014/main" id="{14BFFE13-30E7-473E-BBE9-066785E4E2F7}"/>
                    </a:ext>
                  </a:extLst>
                </p:cNvPr>
                <p:cNvSpPr>
                  <a:spLocks noGrp="1"/>
                </p:cNvSpPr>
                <p:nvPr/>
              </p:nvSpPr>
              <p:spPr>
                <a:xfrm>
                  <a:off x="574231" y="801396"/>
                  <a:ext cx="269763" cy="269763"/>
                </a:xfrm>
                <a:prstGeom prst="ellipse">
                  <a:avLst/>
                </a:prstGeom>
                <a:gradFill>
                  <a:gsLst>
                    <a:gs pos="0">
                      <a:srgbClr val="D7F1E6"/>
                    </a:gs>
                    <a:gs pos="46000">
                      <a:srgbClr val="4FAF9B"/>
                    </a:gs>
                    <a:gs pos="100000">
                      <a:srgbClr val="17695F"/>
                    </a:gs>
                  </a:gsLst>
                  <a:lin ang="8100000"/>
                </a:gradFill>
                <a:ln w="600">
                  <a:noFill/>
                </a:ln>
              </p:spPr>
            </p:sp>
            <p:sp>
              <p:nvSpPr>
                <p:cNvPr id="827" name="Pose atom highlight 4">
                  <a:extLst>
                    <a:ext uri="{FF2B5EF4-FFF2-40B4-BE49-F238E27FC236}">
                      <a16:creationId xmlns:a16="http://schemas.microsoft.com/office/drawing/2014/main" id="{C0DA5F21-9672-4488-ADF7-17AEBF6F5AFA}"/>
                    </a:ext>
                  </a:extLst>
                </p:cNvPr>
                <p:cNvSpPr>
                  <a:spLocks noGrp="1"/>
                </p:cNvSpPr>
                <p:nvPr/>
              </p:nvSpPr>
              <p:spPr>
                <a:xfrm>
                  <a:off x="649764" y="868836"/>
                  <a:ext cx="70138" cy="43162"/>
                </a:xfrm>
                <a:prstGeom prst="ellipse">
                  <a:avLst/>
                </a:prstGeom>
                <a:solidFill>
                  <a:srgbClr val="FFFFFF">
                    <a:alpha val="50000"/>
                  </a:srgbClr>
                </a:solidFill>
                <a:ln w="600">
                  <a:noFill/>
                </a:ln>
              </p:spPr>
            </p:sp>
            <p:sp>
              <p:nvSpPr>
                <p:cNvPr id="828" name="Pose atom 11 H">
                  <a:extLst>
                    <a:ext uri="{FF2B5EF4-FFF2-40B4-BE49-F238E27FC236}">
                      <a16:creationId xmlns:a16="http://schemas.microsoft.com/office/drawing/2014/main" id="{AF5F98FC-42EA-4687-8136-589E3766E6A2}"/>
                    </a:ext>
                  </a:extLst>
                </p:cNvPr>
                <p:cNvSpPr>
                  <a:spLocks noGrp="1"/>
                </p:cNvSpPr>
                <p:nvPr/>
              </p:nvSpPr>
              <p:spPr>
                <a:xfrm>
                  <a:off x="502419" y="711310"/>
                  <a:ext cx="137160" cy="137160"/>
                </a:xfrm>
                <a:prstGeom prst="ellipse">
                  <a:avLst/>
                </a:prstGeom>
                <a:gradFill>
                  <a:gsLst>
                    <a:gs pos="0">
                      <a:srgbClr val="FFFFFF"/>
                    </a:gs>
                    <a:gs pos="48000">
                      <a:srgbClr val="EFF5F4"/>
                    </a:gs>
                    <a:gs pos="100000">
                      <a:srgbClr val="B1C7C3"/>
                    </a:gs>
                  </a:gsLst>
                  <a:lin ang="8100000"/>
                </a:gradFill>
                <a:ln w="600">
                  <a:noFill/>
                </a:ln>
              </p:spPr>
            </p:sp>
            <p:sp>
              <p:nvSpPr>
                <p:cNvPr id="829" name="Pose atom highlight 11">
                  <a:extLst>
                    <a:ext uri="{FF2B5EF4-FFF2-40B4-BE49-F238E27FC236}">
                      <a16:creationId xmlns:a16="http://schemas.microsoft.com/office/drawing/2014/main" id="{FFF71695-8FBC-44E6-AED1-88FB78CD1D49}"/>
                    </a:ext>
                  </a:extLst>
                </p:cNvPr>
                <p:cNvSpPr>
                  <a:spLocks noGrp="1"/>
                </p:cNvSpPr>
                <p:nvPr/>
              </p:nvSpPr>
              <p:spPr>
                <a:xfrm>
                  <a:off x="540824" y="745600"/>
                  <a:ext cx="35662" cy="21946"/>
                </a:xfrm>
                <a:prstGeom prst="ellipse">
                  <a:avLst/>
                </a:prstGeom>
                <a:solidFill>
                  <a:srgbClr val="FFFFFF">
                    <a:alpha val="50000"/>
                  </a:srgbClr>
                </a:solidFill>
                <a:ln w="600">
                  <a:noFill/>
                </a:ln>
              </p:spPr>
            </p:sp>
            <p:sp>
              <p:nvSpPr>
                <p:cNvPr id="830" name="Pose atom 0 C">
                  <a:extLst>
                    <a:ext uri="{FF2B5EF4-FFF2-40B4-BE49-F238E27FC236}">
                      <a16:creationId xmlns:a16="http://schemas.microsoft.com/office/drawing/2014/main" id="{20E25998-3509-494D-954A-D7711CDB2363}"/>
                    </a:ext>
                  </a:extLst>
                </p:cNvPr>
                <p:cNvSpPr>
                  <a:spLocks noGrp="1"/>
                </p:cNvSpPr>
                <p:nvPr/>
              </p:nvSpPr>
              <p:spPr>
                <a:xfrm>
                  <a:off x="1731645" y="9220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1" name="Pose atom highlight 0">
                  <a:extLst>
                    <a:ext uri="{FF2B5EF4-FFF2-40B4-BE49-F238E27FC236}">
                      <a16:creationId xmlns:a16="http://schemas.microsoft.com/office/drawing/2014/main" id="{A32297F1-1940-4A23-8CE7-E72F3B8E34C1}"/>
                    </a:ext>
                  </a:extLst>
                </p:cNvPr>
                <p:cNvSpPr>
                  <a:spLocks noGrp="1"/>
                </p:cNvSpPr>
                <p:nvPr/>
              </p:nvSpPr>
              <p:spPr>
                <a:xfrm>
                  <a:off x="1812722" y="994410"/>
                  <a:ext cx="75286" cy="46330"/>
                </a:xfrm>
                <a:prstGeom prst="ellipse">
                  <a:avLst/>
                </a:prstGeom>
                <a:solidFill>
                  <a:srgbClr val="FFFFFF">
                    <a:alpha val="50000"/>
                  </a:srgbClr>
                </a:solidFill>
                <a:ln w="600">
                  <a:noFill/>
                </a:ln>
              </p:spPr>
            </p:sp>
            <p:sp>
              <p:nvSpPr>
                <p:cNvPr id="832" name="Pose atom 3 C">
                  <a:extLst>
                    <a:ext uri="{FF2B5EF4-FFF2-40B4-BE49-F238E27FC236}">
                      <a16:creationId xmlns:a16="http://schemas.microsoft.com/office/drawing/2014/main" id="{4BDD8422-B9A0-4734-A35A-AAB530CCCEC1}"/>
                    </a:ext>
                  </a:extLst>
                </p:cNvPr>
                <p:cNvSpPr>
                  <a:spLocks noGrp="1"/>
                </p:cNvSpPr>
                <p:nvPr/>
              </p:nvSpPr>
              <p:spPr>
                <a:xfrm>
                  <a:off x="417195" y="1264920"/>
                  <a:ext cx="289560" cy="289560"/>
                </a:xfrm>
                <a:prstGeom prst="ellipse">
                  <a:avLst/>
                </a:prstGeom>
                <a:gradFill>
                  <a:gsLst>
                    <a:gs pos="0">
                      <a:srgbClr val="D7F1E6"/>
                    </a:gs>
                    <a:gs pos="46000">
                      <a:srgbClr val="4FAF9B"/>
                    </a:gs>
                    <a:gs pos="100000">
                      <a:srgbClr val="17695F"/>
                    </a:gs>
                  </a:gsLst>
                  <a:lin ang="8100000"/>
                </a:gradFill>
                <a:ln w="600">
                  <a:noFill/>
                </a:ln>
              </p:spPr>
            </p:sp>
            <p:sp>
              <p:nvSpPr>
                <p:cNvPr id="833" name="Pose atom highlight 3">
                  <a:extLst>
                    <a:ext uri="{FF2B5EF4-FFF2-40B4-BE49-F238E27FC236}">
                      <a16:creationId xmlns:a16="http://schemas.microsoft.com/office/drawing/2014/main" id="{C5214085-2196-40BD-8711-6A4FD4D2F7FB}"/>
                    </a:ext>
                  </a:extLst>
                </p:cNvPr>
                <p:cNvSpPr>
                  <a:spLocks noGrp="1"/>
                </p:cNvSpPr>
                <p:nvPr/>
              </p:nvSpPr>
              <p:spPr>
                <a:xfrm>
                  <a:off x="498272" y="1337310"/>
                  <a:ext cx="75286" cy="46330"/>
                </a:xfrm>
                <a:prstGeom prst="ellipse">
                  <a:avLst/>
                </a:prstGeom>
                <a:solidFill>
                  <a:srgbClr val="FFFFFF">
                    <a:alpha val="50000"/>
                  </a:srgbClr>
                </a:solidFill>
                <a:ln w="600">
                  <a:noFill/>
                </a:ln>
              </p:spPr>
            </p:sp>
            <p:sp>
              <p:nvSpPr>
                <p:cNvPr id="834" name="Pose atom 10 H">
                  <a:extLst>
                    <a:ext uri="{FF2B5EF4-FFF2-40B4-BE49-F238E27FC236}">
                      <a16:creationId xmlns:a16="http://schemas.microsoft.com/office/drawing/2014/main" id="{FB89C595-F669-4E2C-88D0-26363C3E32E9}"/>
                    </a:ext>
                  </a:extLst>
                </p:cNvPr>
                <p:cNvSpPr>
                  <a:spLocks noGrp="1"/>
                </p:cNvSpPr>
                <p:nvPr/>
              </p:nvSpPr>
              <p:spPr>
                <a:xfrm>
                  <a:off x="217170" y="14077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5" name="Pose atom highlight 10">
                  <a:extLst>
                    <a:ext uri="{FF2B5EF4-FFF2-40B4-BE49-F238E27FC236}">
                      <a16:creationId xmlns:a16="http://schemas.microsoft.com/office/drawing/2014/main" id="{37FA559A-6A5D-492E-88D7-7E438A2147EF}"/>
                    </a:ext>
                  </a:extLst>
                </p:cNvPr>
                <p:cNvSpPr>
                  <a:spLocks noGrp="1"/>
                </p:cNvSpPr>
                <p:nvPr/>
              </p:nvSpPr>
              <p:spPr>
                <a:xfrm>
                  <a:off x="255575" y="1442085"/>
                  <a:ext cx="35662" cy="21946"/>
                </a:xfrm>
                <a:prstGeom prst="ellipse">
                  <a:avLst/>
                </a:prstGeom>
                <a:solidFill>
                  <a:srgbClr val="FFFFFF">
                    <a:alpha val="50000"/>
                  </a:srgbClr>
                </a:solidFill>
                <a:ln w="600">
                  <a:noFill/>
                </a:ln>
              </p:spPr>
            </p:sp>
            <p:sp>
              <p:nvSpPr>
                <p:cNvPr id="836" name="Pose atom 13 H">
                  <a:extLst>
                    <a:ext uri="{FF2B5EF4-FFF2-40B4-BE49-F238E27FC236}">
                      <a16:creationId xmlns:a16="http://schemas.microsoft.com/office/drawing/2014/main" id="{45DC5F82-74A4-4B1D-B2EE-1DC0509D58E2}"/>
                    </a:ext>
                  </a:extLst>
                </p:cNvPr>
                <p:cNvSpPr>
                  <a:spLocks noGrp="1"/>
                </p:cNvSpPr>
                <p:nvPr/>
              </p:nvSpPr>
              <p:spPr>
                <a:xfrm>
                  <a:off x="2388870" y="569595"/>
                  <a:ext cx="137160" cy="137160"/>
                </a:xfrm>
                <a:prstGeom prst="ellipse">
                  <a:avLst/>
                </a:prstGeom>
                <a:gradFill>
                  <a:gsLst>
                    <a:gs pos="0">
                      <a:srgbClr val="FFFFFF"/>
                    </a:gs>
                    <a:gs pos="48000">
                      <a:srgbClr val="EFF5F4"/>
                    </a:gs>
                    <a:gs pos="100000">
                      <a:srgbClr val="B1C7C3"/>
                    </a:gs>
                  </a:gsLst>
                  <a:lin ang="8100000"/>
                </a:gradFill>
                <a:ln w="600">
                  <a:noFill/>
                </a:ln>
              </p:spPr>
            </p:sp>
            <p:sp>
              <p:nvSpPr>
                <p:cNvPr id="837" name="Pose atom highlight 13">
                  <a:extLst>
                    <a:ext uri="{FF2B5EF4-FFF2-40B4-BE49-F238E27FC236}">
                      <a16:creationId xmlns:a16="http://schemas.microsoft.com/office/drawing/2014/main" id="{4E3F7375-6B76-41D2-843E-F84D87765583}"/>
                    </a:ext>
                  </a:extLst>
                </p:cNvPr>
                <p:cNvSpPr>
                  <a:spLocks noGrp="1"/>
                </p:cNvSpPr>
                <p:nvPr/>
              </p:nvSpPr>
              <p:spPr>
                <a:xfrm>
                  <a:off x="2427275" y="603885"/>
                  <a:ext cx="35662" cy="21946"/>
                </a:xfrm>
                <a:prstGeom prst="ellipse">
                  <a:avLst/>
                </a:prstGeom>
                <a:solidFill>
                  <a:srgbClr val="FFFFFF">
                    <a:alpha val="50000"/>
                  </a:srgbClr>
                </a:solidFill>
                <a:ln w="600">
                  <a:noFill/>
                </a:ln>
              </p:spPr>
            </p:sp>
            <p:sp>
              <p:nvSpPr>
                <p:cNvPr id="838" name="Pose atom 1 C">
                  <a:extLst>
                    <a:ext uri="{FF2B5EF4-FFF2-40B4-BE49-F238E27FC236}">
                      <a16:creationId xmlns:a16="http://schemas.microsoft.com/office/drawing/2014/main" id="{EA448BB7-3A92-45D5-B845-9D84E8EC8E0D}"/>
                    </a:ext>
                  </a:extLst>
                </p:cNvPr>
                <p:cNvSpPr>
                  <a:spLocks noGrp="1"/>
                </p:cNvSpPr>
                <p:nvPr/>
              </p:nvSpPr>
              <p:spPr>
                <a:xfrm>
                  <a:off x="1574609" y="1385544"/>
                  <a:ext cx="309357" cy="309357"/>
                </a:xfrm>
                <a:prstGeom prst="ellipse">
                  <a:avLst/>
                </a:prstGeom>
                <a:gradFill>
                  <a:gsLst>
                    <a:gs pos="0">
                      <a:srgbClr val="D7F1E6"/>
                    </a:gs>
                    <a:gs pos="46000">
                      <a:srgbClr val="4FAF9B"/>
                    </a:gs>
                    <a:gs pos="100000">
                      <a:srgbClr val="17695F"/>
                    </a:gs>
                  </a:gsLst>
                  <a:lin ang="8100000"/>
                </a:gradFill>
                <a:ln w="600">
                  <a:noFill/>
                </a:ln>
              </p:spPr>
            </p:sp>
            <p:sp>
              <p:nvSpPr>
                <p:cNvPr id="839" name="Pose atom highlight 1">
                  <a:extLst>
                    <a:ext uri="{FF2B5EF4-FFF2-40B4-BE49-F238E27FC236}">
                      <a16:creationId xmlns:a16="http://schemas.microsoft.com/office/drawing/2014/main" id="{5504D30C-331B-4A4C-B00C-15DA7D96CC4E}"/>
                    </a:ext>
                  </a:extLst>
                </p:cNvPr>
                <p:cNvSpPr>
                  <a:spLocks noGrp="1"/>
                </p:cNvSpPr>
                <p:nvPr/>
              </p:nvSpPr>
              <p:spPr>
                <a:xfrm>
                  <a:off x="1661230" y="1462884"/>
                  <a:ext cx="80433" cy="49497"/>
                </a:xfrm>
                <a:prstGeom prst="ellipse">
                  <a:avLst/>
                </a:prstGeom>
                <a:solidFill>
                  <a:srgbClr val="FFFFFF">
                    <a:alpha val="50000"/>
                  </a:srgbClr>
                </a:solidFill>
                <a:ln w="600">
                  <a:noFill/>
                </a:ln>
              </p:spPr>
            </p:sp>
            <p:sp>
              <p:nvSpPr>
                <p:cNvPr id="840" name="Pose atom 8 H">
                  <a:extLst>
                    <a:ext uri="{FF2B5EF4-FFF2-40B4-BE49-F238E27FC236}">
                      <a16:creationId xmlns:a16="http://schemas.microsoft.com/office/drawing/2014/main" id="{FC883166-C631-4073-BF39-B0F7F5027706}"/>
                    </a:ext>
                  </a:extLst>
                </p:cNvPr>
                <p:cNvSpPr>
                  <a:spLocks noGrp="1"/>
                </p:cNvSpPr>
                <p:nvPr/>
              </p:nvSpPr>
              <p:spPr>
                <a:xfrm>
                  <a:off x="1798821" y="1628030"/>
                  <a:ext cx="137160" cy="137160"/>
                </a:xfrm>
                <a:prstGeom prst="ellipse">
                  <a:avLst/>
                </a:prstGeom>
                <a:gradFill>
                  <a:gsLst>
                    <a:gs pos="0">
                      <a:srgbClr val="FFFFFF"/>
                    </a:gs>
                    <a:gs pos="48000">
                      <a:srgbClr val="EFF5F4"/>
                    </a:gs>
                    <a:gs pos="100000">
                      <a:srgbClr val="B1C7C3"/>
                    </a:gs>
                  </a:gsLst>
                  <a:lin ang="8100000"/>
                </a:gradFill>
                <a:ln w="600">
                  <a:noFill/>
                </a:ln>
              </p:spPr>
            </p:sp>
            <p:sp>
              <p:nvSpPr>
                <p:cNvPr id="841" name="Pose atom highlight 8">
                  <a:extLst>
                    <a:ext uri="{FF2B5EF4-FFF2-40B4-BE49-F238E27FC236}">
                      <a16:creationId xmlns:a16="http://schemas.microsoft.com/office/drawing/2014/main" id="{3BFCCA68-3B21-4559-9DB6-1123CA1C64E1}"/>
                    </a:ext>
                  </a:extLst>
                </p:cNvPr>
                <p:cNvSpPr>
                  <a:spLocks noGrp="1"/>
                </p:cNvSpPr>
                <p:nvPr/>
              </p:nvSpPr>
              <p:spPr>
                <a:xfrm>
                  <a:off x="1837225" y="1662320"/>
                  <a:ext cx="35662" cy="21946"/>
                </a:xfrm>
                <a:prstGeom prst="ellipse">
                  <a:avLst/>
                </a:prstGeom>
                <a:solidFill>
                  <a:srgbClr val="FFFFFF">
                    <a:alpha val="50000"/>
                  </a:srgbClr>
                </a:solidFill>
                <a:ln w="600">
                  <a:noFill/>
                </a:ln>
              </p:spPr>
            </p:sp>
            <p:sp>
              <p:nvSpPr>
                <p:cNvPr id="842" name="Pose atom 2 C">
                  <a:extLst>
                    <a:ext uri="{FF2B5EF4-FFF2-40B4-BE49-F238E27FC236}">
                      <a16:creationId xmlns:a16="http://schemas.microsoft.com/office/drawing/2014/main" id="{A8B7CF65-787D-4A46-B4D6-DCABECF1E48E}"/>
                    </a:ext>
                  </a:extLst>
                </p:cNvPr>
                <p:cNvSpPr>
                  <a:spLocks noGrp="1"/>
                </p:cNvSpPr>
                <p:nvPr/>
              </p:nvSpPr>
              <p:spPr>
                <a:xfrm>
                  <a:off x="917384" y="1556994"/>
                  <a:ext cx="309357" cy="309357"/>
                </a:xfrm>
                <a:prstGeom prst="ellipse">
                  <a:avLst/>
                </a:prstGeom>
                <a:gradFill>
                  <a:gsLst>
                    <a:gs pos="0">
                      <a:srgbClr val="D7F1E6"/>
                    </a:gs>
                    <a:gs pos="46000">
                      <a:srgbClr val="4FAF9B"/>
                    </a:gs>
                    <a:gs pos="100000">
                      <a:srgbClr val="17695F"/>
                    </a:gs>
                  </a:gsLst>
                  <a:lin ang="8100000"/>
                </a:gradFill>
                <a:ln w="600">
                  <a:noFill/>
                </a:ln>
              </p:spPr>
            </p:sp>
            <p:sp>
              <p:nvSpPr>
                <p:cNvPr id="843" name="Pose atom highlight 2">
                  <a:extLst>
                    <a:ext uri="{FF2B5EF4-FFF2-40B4-BE49-F238E27FC236}">
                      <a16:creationId xmlns:a16="http://schemas.microsoft.com/office/drawing/2014/main" id="{725EA7B4-2124-43ED-AEA6-33470C2BD668}"/>
                    </a:ext>
                  </a:extLst>
                </p:cNvPr>
                <p:cNvSpPr>
                  <a:spLocks noGrp="1"/>
                </p:cNvSpPr>
                <p:nvPr/>
              </p:nvSpPr>
              <p:spPr>
                <a:xfrm>
                  <a:off x="1004005" y="1634334"/>
                  <a:ext cx="80433" cy="49497"/>
                </a:xfrm>
                <a:prstGeom prst="ellipse">
                  <a:avLst/>
                </a:prstGeom>
                <a:solidFill>
                  <a:srgbClr val="FFFFFF">
                    <a:alpha val="50000"/>
                  </a:srgbClr>
                </a:solidFill>
                <a:ln w="600">
                  <a:noFill/>
                </a:ln>
              </p:spPr>
            </p:sp>
            <p:sp>
              <p:nvSpPr>
                <p:cNvPr id="844" name="Pose atom 9 H">
                  <a:extLst>
                    <a:ext uri="{FF2B5EF4-FFF2-40B4-BE49-F238E27FC236}">
                      <a16:creationId xmlns:a16="http://schemas.microsoft.com/office/drawing/2014/main" id="{1084323F-0F38-41FB-996B-39B069699925}"/>
                    </a:ext>
                  </a:extLst>
                </p:cNvPr>
                <p:cNvSpPr>
                  <a:spLocks noGrp="1"/>
                </p:cNvSpPr>
                <p:nvPr/>
              </p:nvSpPr>
              <p:spPr>
                <a:xfrm>
                  <a:off x="865371" y="1866155"/>
                  <a:ext cx="137160" cy="137160"/>
                </a:xfrm>
                <a:prstGeom prst="ellipse">
                  <a:avLst/>
                </a:prstGeom>
                <a:gradFill>
                  <a:gsLst>
                    <a:gs pos="0">
                      <a:srgbClr val="FFFFFF"/>
                    </a:gs>
                    <a:gs pos="48000">
                      <a:srgbClr val="EFF5F4"/>
                    </a:gs>
                    <a:gs pos="100000">
                      <a:srgbClr val="B1C7C3"/>
                    </a:gs>
                  </a:gsLst>
                  <a:lin ang="8100000"/>
                </a:gradFill>
                <a:ln w="600">
                  <a:noFill/>
                </a:ln>
              </p:spPr>
            </p:sp>
            <p:sp>
              <p:nvSpPr>
                <p:cNvPr id="845" name="Pose atom highlight 9">
                  <a:extLst>
                    <a:ext uri="{FF2B5EF4-FFF2-40B4-BE49-F238E27FC236}">
                      <a16:creationId xmlns:a16="http://schemas.microsoft.com/office/drawing/2014/main" id="{1932C849-88F2-400C-8C1D-5FA9B6C03AFB}"/>
                    </a:ext>
                  </a:extLst>
                </p:cNvPr>
                <p:cNvSpPr>
                  <a:spLocks noGrp="1"/>
                </p:cNvSpPr>
                <p:nvPr/>
              </p:nvSpPr>
              <p:spPr>
                <a:xfrm>
                  <a:off x="903775" y="1900445"/>
                  <a:ext cx="35662" cy="21946"/>
                </a:xfrm>
                <a:prstGeom prst="ellipse">
                  <a:avLst/>
                </a:prstGeom>
                <a:solidFill>
                  <a:srgbClr val="FFFFFF">
                    <a:alpha val="50000"/>
                  </a:srgbClr>
                </a:solidFill>
                <a:ln w="600">
                  <a:noFill/>
                </a:ln>
              </p:spPr>
            </p:sp>
            <p:sp>
              <p:nvSpPr>
                <p:cNvPr id="846" name="Pose atom 6 C">
                  <a:extLst>
                    <a:ext uri="{FF2B5EF4-FFF2-40B4-BE49-F238E27FC236}">
                      <a16:creationId xmlns:a16="http://schemas.microsoft.com/office/drawing/2014/main" id="{C529C5C0-80EF-4324-BFE5-A805F91EF6F4}"/>
                    </a:ext>
                  </a:extLst>
                </p:cNvPr>
                <p:cNvSpPr>
                  <a:spLocks noGrp="1"/>
                </p:cNvSpPr>
                <p:nvPr/>
              </p:nvSpPr>
              <p:spPr>
                <a:xfrm>
                  <a:off x="2232279" y="794004"/>
                  <a:ext cx="316992" cy="316992"/>
                </a:xfrm>
                <a:prstGeom prst="ellipse">
                  <a:avLst/>
                </a:prstGeom>
                <a:gradFill>
                  <a:gsLst>
                    <a:gs pos="0">
                      <a:srgbClr val="D7F1E6"/>
                    </a:gs>
                    <a:gs pos="46000">
                      <a:srgbClr val="4FAF9B"/>
                    </a:gs>
                    <a:gs pos="100000">
                      <a:srgbClr val="17695F"/>
                    </a:gs>
                  </a:gsLst>
                  <a:lin ang="8100000"/>
                </a:gradFill>
                <a:ln w="600">
                  <a:noFill/>
                </a:ln>
              </p:spPr>
            </p:sp>
            <p:sp>
              <p:nvSpPr>
                <p:cNvPr id="847" name="Pose atom highlight 6">
                  <a:extLst>
                    <a:ext uri="{FF2B5EF4-FFF2-40B4-BE49-F238E27FC236}">
                      <a16:creationId xmlns:a16="http://schemas.microsoft.com/office/drawing/2014/main" id="{9671083C-6123-4732-AD7E-A712333A230A}"/>
                    </a:ext>
                  </a:extLst>
                </p:cNvPr>
                <p:cNvSpPr>
                  <a:spLocks noGrp="1"/>
                </p:cNvSpPr>
                <p:nvPr/>
              </p:nvSpPr>
              <p:spPr>
                <a:xfrm>
                  <a:off x="2321037" y="873252"/>
                  <a:ext cx="82418" cy="50719"/>
                </a:xfrm>
                <a:prstGeom prst="ellipse">
                  <a:avLst/>
                </a:prstGeom>
                <a:solidFill>
                  <a:srgbClr val="FFFFFF">
                    <a:alpha val="50000"/>
                  </a:srgbClr>
                </a:solidFill>
                <a:ln w="600">
                  <a:noFill/>
                </a:ln>
              </p:spPr>
            </p:sp>
            <p:sp>
              <p:nvSpPr>
                <p:cNvPr id="848" name="Pose atom 7 O">
                  <a:extLst>
                    <a:ext uri="{FF2B5EF4-FFF2-40B4-BE49-F238E27FC236}">
                      <a16:creationId xmlns:a16="http://schemas.microsoft.com/office/drawing/2014/main" id="{256A2949-3324-4879-9D00-5D72B25C154E}"/>
                    </a:ext>
                  </a:extLst>
                </p:cNvPr>
                <p:cNvSpPr>
                  <a:spLocks noGrp="1"/>
                </p:cNvSpPr>
                <p:nvPr/>
              </p:nvSpPr>
              <p:spPr>
                <a:xfrm>
                  <a:off x="2557463" y="1233488"/>
                  <a:ext cx="314325" cy="314325"/>
                </a:xfrm>
                <a:prstGeom prst="ellipse">
                  <a:avLst/>
                </a:prstGeom>
                <a:gradFill>
                  <a:gsLst>
                    <a:gs pos="0">
                      <a:srgbClr val="FFE2DB"/>
                    </a:gs>
                    <a:gs pos="48000">
                      <a:srgbClr val="E26B61"/>
                    </a:gs>
                    <a:gs pos="100000">
                      <a:srgbClr val="A73E40"/>
                    </a:gs>
                  </a:gsLst>
                  <a:lin ang="8100000"/>
                </a:gradFill>
                <a:ln w="600">
                  <a:noFill/>
                </a:ln>
              </p:spPr>
            </p:sp>
            <p:sp>
              <p:nvSpPr>
                <p:cNvPr id="849" name="Pose atom highlight 7">
                  <a:extLst>
                    <a:ext uri="{FF2B5EF4-FFF2-40B4-BE49-F238E27FC236}">
                      <a16:creationId xmlns:a16="http://schemas.microsoft.com/office/drawing/2014/main" id="{4FFC00DF-F10A-41AC-9DAD-8D67E182F48C}"/>
                    </a:ext>
                  </a:extLst>
                </p:cNvPr>
                <p:cNvSpPr>
                  <a:spLocks noGrp="1"/>
                </p:cNvSpPr>
                <p:nvPr/>
              </p:nvSpPr>
              <p:spPr>
                <a:xfrm>
                  <a:off x="2645474" y="1312069"/>
                  <a:ext cx="81725" cy="50292"/>
                </a:xfrm>
                <a:prstGeom prst="ellipse">
                  <a:avLst/>
                </a:prstGeom>
                <a:solidFill>
                  <a:srgbClr val="FFFFFF">
                    <a:alpha val="50000"/>
                  </a:srgbClr>
                </a:solidFill>
                <a:ln w="600">
                  <a:noFill/>
                </a:ln>
              </p:spPr>
            </p:sp>
            <p:sp>
              <p:nvSpPr>
                <p:cNvPr id="850" name="Pose atom 15 H">
                  <a:extLst>
                    <a:ext uri="{FF2B5EF4-FFF2-40B4-BE49-F238E27FC236}">
                      <a16:creationId xmlns:a16="http://schemas.microsoft.com/office/drawing/2014/main" id="{6C343233-6FD3-4315-B08F-46DE89F18EB0}"/>
                    </a:ext>
                  </a:extLst>
                </p:cNvPr>
                <p:cNvSpPr>
                  <a:spLocks noGrp="1"/>
                </p:cNvSpPr>
                <p:nvPr/>
              </p:nvSpPr>
              <p:spPr>
                <a:xfrm>
                  <a:off x="2941320" y="1293495"/>
                  <a:ext cx="137160" cy="137160"/>
                </a:xfrm>
                <a:prstGeom prst="ellipse">
                  <a:avLst/>
                </a:prstGeom>
                <a:gradFill>
                  <a:gsLst>
                    <a:gs pos="0">
                      <a:srgbClr val="FFFFFF"/>
                    </a:gs>
                    <a:gs pos="48000">
                      <a:srgbClr val="EFF5F4"/>
                    </a:gs>
                    <a:gs pos="100000">
                      <a:srgbClr val="B1C7C3"/>
                    </a:gs>
                  </a:gsLst>
                  <a:lin ang="8100000"/>
                </a:gradFill>
                <a:ln w="600">
                  <a:noFill/>
                </a:ln>
              </p:spPr>
            </p:sp>
            <p:sp>
              <p:nvSpPr>
                <p:cNvPr id="851" name="Pose atom highlight 15">
                  <a:extLst>
                    <a:ext uri="{FF2B5EF4-FFF2-40B4-BE49-F238E27FC236}">
                      <a16:creationId xmlns:a16="http://schemas.microsoft.com/office/drawing/2014/main" id="{902DBA90-F244-47A2-A476-F5176DCDFB8B}"/>
                    </a:ext>
                  </a:extLst>
                </p:cNvPr>
                <p:cNvSpPr>
                  <a:spLocks noGrp="1"/>
                </p:cNvSpPr>
                <p:nvPr/>
              </p:nvSpPr>
              <p:spPr>
                <a:xfrm>
                  <a:off x="2979725" y="1327785"/>
                  <a:ext cx="35662" cy="21946"/>
                </a:xfrm>
                <a:prstGeom prst="ellipse">
                  <a:avLst/>
                </a:prstGeom>
                <a:solidFill>
                  <a:srgbClr val="FFFFFF">
                    <a:alpha val="50000"/>
                  </a:srgbClr>
                </a:solidFill>
                <a:ln w="600">
                  <a:noFill/>
                </a:ln>
              </p:spPr>
            </p:sp>
            <p:sp>
              <p:nvSpPr>
                <p:cNvPr id="852" name="Pose atom 14 H">
                  <a:extLst>
                    <a:ext uri="{FF2B5EF4-FFF2-40B4-BE49-F238E27FC236}">
                      <a16:creationId xmlns:a16="http://schemas.microsoft.com/office/drawing/2014/main" id="{59CEDEAF-58CD-4D18-A19F-5992C81C4712}"/>
                    </a:ext>
                  </a:extLst>
                </p:cNvPr>
                <p:cNvSpPr>
                  <a:spLocks noGrp="1"/>
                </p:cNvSpPr>
                <p:nvPr/>
              </p:nvSpPr>
              <p:spPr>
                <a:xfrm>
                  <a:off x="2541270" y="931545"/>
                  <a:ext cx="137160" cy="137160"/>
                </a:xfrm>
                <a:prstGeom prst="ellipse">
                  <a:avLst/>
                </a:prstGeom>
                <a:gradFill>
                  <a:gsLst>
                    <a:gs pos="0">
                      <a:srgbClr val="FFFFFF"/>
                    </a:gs>
                    <a:gs pos="48000">
                      <a:srgbClr val="EFF5F4"/>
                    </a:gs>
                    <a:gs pos="100000">
                      <a:srgbClr val="B1C7C3"/>
                    </a:gs>
                  </a:gsLst>
                  <a:lin ang="8100000"/>
                </a:gradFill>
                <a:ln w="600">
                  <a:noFill/>
                </a:ln>
              </p:spPr>
            </p:sp>
            <p:sp>
              <p:nvSpPr>
                <p:cNvPr id="853" name="Pose atom highlight 14">
                  <a:extLst>
                    <a:ext uri="{FF2B5EF4-FFF2-40B4-BE49-F238E27FC236}">
                      <a16:creationId xmlns:a16="http://schemas.microsoft.com/office/drawing/2014/main" id="{5BDDF7BD-93EE-4802-A674-F9AF414174DF}"/>
                    </a:ext>
                  </a:extLst>
                </p:cNvPr>
                <p:cNvSpPr>
                  <a:spLocks noGrp="1"/>
                </p:cNvSpPr>
                <p:nvPr/>
              </p:nvSpPr>
              <p:spPr>
                <a:xfrm>
                  <a:off x="2579675" y="965835"/>
                  <a:ext cx="35662" cy="21946"/>
                </a:xfrm>
                <a:prstGeom prst="ellipse">
                  <a:avLst/>
                </a:prstGeom>
                <a:solidFill>
                  <a:srgbClr val="FFFFFF">
                    <a:alpha val="50000"/>
                  </a:srgbClr>
                </a:solidFill>
                <a:ln w="600">
                  <a:noFill/>
                </a:ln>
              </p:spPr>
            </p:sp>
          </p:grpSp>
        </p:grpSp>
        <p:sp>
          <p:nvSpPr>
            <p:cNvPr id="854" name="Text | All-atom ligand pose">
              <a:extLst>
                <a:ext uri="{FF2B5EF4-FFF2-40B4-BE49-F238E27FC236}">
                  <a16:creationId xmlns:a16="http://schemas.microsoft.com/office/drawing/2014/main" id="{C3433040-7F83-3E28-0D31-ED8DC7B798C7}"/>
                </a:ext>
              </a:extLst>
            </p:cNvPr>
            <p:cNvSpPr txBox="1"/>
            <p:nvPr/>
          </p:nvSpPr>
          <p:spPr>
            <a:xfrm>
              <a:off x="4090568" y="6054255"/>
              <a:ext cx="1062854" cy="125947"/>
            </a:xfrm>
            <a:prstGeom prst="rect">
              <a:avLst/>
            </a:prstGeom>
            <a:noFill/>
            <a:ln>
              <a:noFill/>
            </a:ln>
            <a:effectLst/>
          </p:spPr>
          <p:txBody>
            <a:bodyPr vertOverflow="overflow" horzOverflow="overflow" wrap="none" lIns="0" tIns="0" rIns="0" bIns="0" anchor="t" anchorCtr="0">
              <a:noAutofit/>
            </a:bodyPr>
            <a:lstStyle/>
            <a:p>
              <a:pPr algn="ctr"/>
              <a:r>
                <a:rPr lang="en-US" sz="500" b="1" dirty="0">
                  <a:solidFill>
                    <a:srgbClr val="1D3043"/>
                  </a:solidFill>
                  <a:latin typeface="Arial"/>
                  <a:ea typeface="Arial"/>
                  <a:cs typeface="Arial"/>
                </a:rPr>
                <a:t>All-atom ligand pose</a:t>
              </a:r>
              <a:endParaRPr lang="en-US" sz="500"/>
            </a:p>
          </p:txBody>
        </p:sp>
        <p:sp>
          <p:nvSpPr>
            <p:cNvPr id="855" name="Build inputs | shared junction">
              <a:extLst>
                <a:ext uri="{FF2B5EF4-FFF2-40B4-BE49-F238E27FC236}">
                  <a16:creationId xmlns:a16="http://schemas.microsoft.com/office/drawing/2014/main" id="{73DFF4C8-A425-E218-A3D9-39506CC69601}"/>
                </a:ext>
              </a:extLst>
            </p:cNvPr>
            <p:cNvSpPr/>
            <p:nvPr/>
          </p:nvSpPr>
          <p:spPr>
            <a:xfrm>
              <a:off x="1836000" y="5844600"/>
              <a:ext cx="151200" cy="36"/>
            </a:xfrm>
            <a:custGeom>
              <a:avLst/>
              <a:gdLst/>
              <a:ahLst/>
              <a:cxnLst/>
              <a:rect l="0" t="0" r="r" b="b"/>
              <a:pathLst>
                <a:path w="151200" h="36" fill="none">
                  <a:moveTo>
                    <a:pt x="0" y="0"/>
                  </a:moveTo>
                  <a:lnTo>
                    <a:pt x="151200" y="0"/>
                  </a:lnTo>
                </a:path>
              </a:pathLst>
            </a:custGeom>
            <a:ln w="8280" cap="flat">
              <a:solidFill>
                <a:srgbClr val="6B8192"/>
              </a:solidFill>
              <a:miter lim="800000"/>
            </a:ln>
          </p:spPr>
        </p:sp>
        <p:grpSp>
          <p:nvGrpSpPr>
            <p:cNvPr id="856" name="Build inputs → default PocketXMol | editable route">
              <a:extLst>
                <a:ext uri="{FF2B5EF4-FFF2-40B4-BE49-F238E27FC236}">
                  <a16:creationId xmlns:a16="http://schemas.microsoft.com/office/drawing/2014/main" id="{38345791-0B31-630E-0048-0F149F399FE9}"/>
                </a:ext>
              </a:extLst>
            </p:cNvPr>
            <p:cNvGrpSpPr/>
            <p:nvPr/>
          </p:nvGrpSpPr>
          <p:grpSpPr>
            <a:xfrm>
              <a:off x="1987200" y="5702400"/>
              <a:ext cx="154440" cy="142200"/>
              <a:chOff x="1987200" y="5702400"/>
              <a:chExt cx="154440" cy="142200"/>
            </a:xfrm>
          </p:grpSpPr>
          <p:sp>
            <p:nvSpPr>
              <p:cNvPr id="857" name="Build inputs → default PocketXMol">
                <a:extLst>
                  <a:ext uri="{FF2B5EF4-FFF2-40B4-BE49-F238E27FC236}">
                    <a16:creationId xmlns:a16="http://schemas.microsoft.com/office/drawing/2014/main" id="{32E3BA67-9864-EB92-A0C5-C5F6A434D643}"/>
                  </a:ext>
                </a:extLst>
              </p:cNvPr>
              <p:cNvSpPr/>
              <p:nvPr/>
            </p:nvSpPr>
            <p:spPr>
              <a:xfrm>
                <a:off x="1987200" y="5712480"/>
                <a:ext cx="128520" cy="132120"/>
              </a:xfrm>
              <a:custGeom>
                <a:avLst/>
                <a:gdLst/>
                <a:ahLst/>
                <a:cxnLst/>
                <a:rect l="0" t="0" r="r" b="b"/>
                <a:pathLst>
                  <a:path w="128520" h="132120" fill="none">
                    <a:moveTo>
                      <a:pt x="0" y="132120"/>
                    </a:moveTo>
                    <a:lnTo>
                      <a:pt x="0" y="0"/>
                    </a:lnTo>
                    <a:lnTo>
                      <a:pt x="128520" y="0"/>
                    </a:lnTo>
                  </a:path>
                </a:pathLst>
              </a:custGeom>
              <a:ln w="8280" cap="flat">
                <a:solidFill>
                  <a:srgbClr val="6B8192"/>
                </a:solidFill>
                <a:miter lim="800000"/>
              </a:ln>
            </p:spPr>
          </p:sp>
          <p:sp>
            <p:nvSpPr>
              <p:cNvPr id="858" name="Build inputs → default PocketXMol | arrowhead">
                <a:extLst>
                  <a:ext uri="{FF2B5EF4-FFF2-40B4-BE49-F238E27FC236}">
                    <a16:creationId xmlns:a16="http://schemas.microsoft.com/office/drawing/2014/main" id="{F16D78FB-5E83-DBF1-5C7A-8958337F1BF2}"/>
                  </a:ext>
                </a:extLst>
              </p:cNvPr>
              <p:cNvSpPr/>
              <p:nvPr/>
            </p:nvSpPr>
            <p:spPr>
              <a:xfrm>
                <a:off x="2115720" y="570240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nvGrpSpPr>
            <p:cNvPr id="859" name="Build inputs → docking tools | editable route">
              <a:extLst>
                <a:ext uri="{FF2B5EF4-FFF2-40B4-BE49-F238E27FC236}">
                  <a16:creationId xmlns:a16="http://schemas.microsoft.com/office/drawing/2014/main" id="{2B92978C-6FA8-57BB-24E7-6C977EBBD0DD}"/>
                </a:ext>
              </a:extLst>
            </p:cNvPr>
            <p:cNvGrpSpPr/>
            <p:nvPr/>
          </p:nvGrpSpPr>
          <p:grpSpPr>
            <a:xfrm>
              <a:off x="1987200" y="5844600"/>
              <a:ext cx="154440" cy="159120"/>
              <a:chOff x="1987200" y="5844600"/>
              <a:chExt cx="154440" cy="159120"/>
            </a:xfrm>
          </p:grpSpPr>
          <p:sp>
            <p:nvSpPr>
              <p:cNvPr id="860" name="Build inputs → docking tools">
                <a:extLst>
                  <a:ext uri="{FF2B5EF4-FFF2-40B4-BE49-F238E27FC236}">
                    <a16:creationId xmlns:a16="http://schemas.microsoft.com/office/drawing/2014/main" id="{B074E18C-347B-3625-07D2-309AD1124DB3}"/>
                  </a:ext>
                </a:extLst>
              </p:cNvPr>
              <p:cNvSpPr/>
              <p:nvPr/>
            </p:nvSpPr>
            <p:spPr>
              <a:xfrm>
                <a:off x="1987200" y="5844600"/>
                <a:ext cx="128520" cy="149040"/>
              </a:xfrm>
              <a:custGeom>
                <a:avLst/>
                <a:gdLst/>
                <a:ahLst/>
                <a:cxnLst/>
                <a:rect l="0" t="0" r="r" b="b"/>
                <a:pathLst>
                  <a:path w="128520" h="149040" fill="none">
                    <a:moveTo>
                      <a:pt x="0" y="0"/>
                    </a:moveTo>
                    <a:lnTo>
                      <a:pt x="0" y="149040"/>
                    </a:lnTo>
                    <a:lnTo>
                      <a:pt x="128520" y="149040"/>
                    </a:lnTo>
                  </a:path>
                </a:pathLst>
              </a:custGeom>
              <a:ln w="8280" cap="flat">
                <a:solidFill>
                  <a:srgbClr val="6B8192"/>
                </a:solidFill>
                <a:miter lim="800000"/>
              </a:ln>
            </p:spPr>
          </p:sp>
          <p:sp>
            <p:nvSpPr>
              <p:cNvPr id="861" name="Build inputs → docking tools | arrowhead">
                <a:extLst>
                  <a:ext uri="{FF2B5EF4-FFF2-40B4-BE49-F238E27FC236}">
                    <a16:creationId xmlns:a16="http://schemas.microsoft.com/office/drawing/2014/main" id="{F2217AC1-1E46-8CBD-40BB-61F9117E1955}"/>
                  </a:ext>
                </a:extLst>
              </p:cNvPr>
              <p:cNvSpPr/>
              <p:nvPr/>
            </p:nvSpPr>
            <p:spPr>
              <a:xfrm>
                <a:off x="2115720" y="598356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sp>
          <p:nvSpPr>
            <p:cNvPr id="862" name="Default PocketXMol → pose merge">
              <a:extLst>
                <a:ext uri="{FF2B5EF4-FFF2-40B4-BE49-F238E27FC236}">
                  <a16:creationId xmlns:a16="http://schemas.microsoft.com/office/drawing/2014/main" id="{41123AD6-656F-8D55-8757-E22307C3B19F}"/>
                </a:ext>
              </a:extLst>
            </p:cNvPr>
            <p:cNvSpPr/>
            <p:nvPr/>
          </p:nvSpPr>
          <p:spPr>
            <a:xfrm>
              <a:off x="3656160" y="5712480"/>
              <a:ext cx="145440" cy="137520"/>
            </a:xfrm>
            <a:custGeom>
              <a:avLst/>
              <a:gdLst/>
              <a:ahLst/>
              <a:cxnLst/>
              <a:rect l="0" t="0" r="r" b="b"/>
              <a:pathLst>
                <a:path w="145440" h="137520" fill="none">
                  <a:moveTo>
                    <a:pt x="0" y="0"/>
                  </a:moveTo>
                  <a:lnTo>
                    <a:pt x="145440" y="0"/>
                  </a:lnTo>
                  <a:lnTo>
                    <a:pt x="145440" y="137520"/>
                  </a:lnTo>
                </a:path>
              </a:pathLst>
            </a:custGeom>
            <a:ln w="8280" cap="flat">
              <a:solidFill>
                <a:srgbClr val="6B8192"/>
              </a:solidFill>
              <a:miter lim="800000"/>
            </a:ln>
          </p:spPr>
        </p:sp>
        <p:sp>
          <p:nvSpPr>
            <p:cNvPr id="863" name="Docking tools → pose merge">
              <a:extLst>
                <a:ext uri="{FF2B5EF4-FFF2-40B4-BE49-F238E27FC236}">
                  <a16:creationId xmlns:a16="http://schemas.microsoft.com/office/drawing/2014/main" id="{700477BB-BF35-CC3D-9766-A0ACCE58DB43}"/>
                </a:ext>
              </a:extLst>
            </p:cNvPr>
            <p:cNvSpPr/>
            <p:nvPr/>
          </p:nvSpPr>
          <p:spPr>
            <a:xfrm>
              <a:off x="3656160" y="5850000"/>
              <a:ext cx="145440" cy="143640"/>
            </a:xfrm>
            <a:custGeom>
              <a:avLst/>
              <a:gdLst/>
              <a:ahLst/>
              <a:cxnLst/>
              <a:rect l="0" t="0" r="r" b="b"/>
              <a:pathLst>
                <a:path w="145440" h="143640" fill="none">
                  <a:moveTo>
                    <a:pt x="0" y="143640"/>
                  </a:moveTo>
                  <a:lnTo>
                    <a:pt x="145440" y="143640"/>
                  </a:lnTo>
                  <a:lnTo>
                    <a:pt x="145440" y="0"/>
                  </a:lnTo>
                </a:path>
              </a:pathLst>
            </a:custGeom>
            <a:ln w="8280" cap="flat">
              <a:solidFill>
                <a:srgbClr val="6B8192"/>
              </a:solidFill>
              <a:miter lim="800000"/>
            </a:ln>
          </p:spPr>
        </p:sp>
        <p:grpSp>
          <p:nvGrpSpPr>
            <p:cNvPr id="864" name="Pose merge → all-atom pose | editable route">
              <a:extLst>
                <a:ext uri="{FF2B5EF4-FFF2-40B4-BE49-F238E27FC236}">
                  <a16:creationId xmlns:a16="http://schemas.microsoft.com/office/drawing/2014/main" id="{F0FAA171-8FB8-9942-AD90-88F17A3E3505}"/>
                </a:ext>
              </a:extLst>
            </p:cNvPr>
            <p:cNvGrpSpPr/>
            <p:nvPr/>
          </p:nvGrpSpPr>
          <p:grpSpPr>
            <a:xfrm>
              <a:off x="3801600" y="5839920"/>
              <a:ext cx="410400" cy="20160"/>
              <a:chOff x="3801600" y="5839920"/>
              <a:chExt cx="410400" cy="20160"/>
            </a:xfrm>
          </p:grpSpPr>
          <p:sp>
            <p:nvSpPr>
              <p:cNvPr id="865" name="Pose merge → all-atom pose">
                <a:extLst>
                  <a:ext uri="{FF2B5EF4-FFF2-40B4-BE49-F238E27FC236}">
                    <a16:creationId xmlns:a16="http://schemas.microsoft.com/office/drawing/2014/main" id="{33DDB719-EEB0-1D3E-7F08-3990E0712CCF}"/>
                  </a:ext>
                </a:extLst>
              </p:cNvPr>
              <p:cNvSpPr/>
              <p:nvPr/>
            </p:nvSpPr>
            <p:spPr>
              <a:xfrm>
                <a:off x="3801600" y="5850000"/>
                <a:ext cx="384480" cy="36"/>
              </a:xfrm>
              <a:custGeom>
                <a:avLst/>
                <a:gdLst/>
                <a:ahLst/>
                <a:cxnLst/>
                <a:rect l="0" t="0" r="r" b="b"/>
                <a:pathLst>
                  <a:path w="384480" h="36" fill="none">
                    <a:moveTo>
                      <a:pt x="0" y="0"/>
                    </a:moveTo>
                    <a:lnTo>
                      <a:pt x="384480" y="0"/>
                    </a:lnTo>
                  </a:path>
                </a:pathLst>
              </a:custGeom>
              <a:ln w="8280" cap="flat">
                <a:solidFill>
                  <a:srgbClr val="6B8192"/>
                </a:solidFill>
                <a:miter lim="800000"/>
              </a:ln>
            </p:spPr>
          </p:sp>
          <p:sp>
            <p:nvSpPr>
              <p:cNvPr id="866" name="Pose merge → all-atom pose | arrowhead">
                <a:extLst>
                  <a:ext uri="{FF2B5EF4-FFF2-40B4-BE49-F238E27FC236}">
                    <a16:creationId xmlns:a16="http://schemas.microsoft.com/office/drawing/2014/main" id="{7A6FD5D4-1B11-39BD-1FFD-1CEC39E41320}"/>
                  </a:ext>
                </a:extLst>
              </p:cNvPr>
              <p:cNvSpPr/>
              <p:nvPr/>
            </p:nvSpPr>
            <p:spPr>
              <a:xfrm>
                <a:off x="4186080" y="5839920"/>
                <a:ext cx="25920" cy="20160"/>
              </a:xfrm>
              <a:custGeom>
                <a:avLst/>
                <a:gdLst/>
                <a:ahLst/>
                <a:cxnLst/>
                <a:rect l="0" t="0" r="0" b="0"/>
                <a:pathLst>
                  <a:path w="25920" h="20160">
                    <a:moveTo>
                      <a:pt x="25920" y="10080"/>
                    </a:moveTo>
                    <a:lnTo>
                      <a:pt x="0" y="20160"/>
                    </a:lnTo>
                    <a:lnTo>
                      <a:pt x="0" y="0"/>
                    </a:lnTo>
                    <a:close/>
                  </a:path>
                </a:pathLst>
              </a:custGeom>
              <a:solidFill>
                <a:srgbClr val="6B8192"/>
              </a:solidFill>
              <a:ln>
                <a:noFill/>
              </a:ln>
            </p:spPr>
          </p:sp>
        </p:grpSp>
      </p:grpSp>
      <p:grpSp>
        <p:nvGrpSpPr>
          <p:cNvPr id="867" name="a | density cube M_exp | v4 editable"/>
          <p:cNvGrpSpPr/>
          <p:nvPr/>
        </p:nvGrpSpPr>
        <p:grpSpPr>
          <a:xfrm>
            <a:off x="1475540" y="496945"/>
            <a:ext cx="206784" cy="185747"/>
            <a:chOff x="160920" y="736200"/>
            <a:chExt cx="285840" cy="256320"/>
          </a:xfrm>
        </p:grpSpPr>
        <p:sp>
          <p:nvSpPr>
            <p:cNvPr id="868" name="asset_3411_0">
              <a:extLst>
                <a:ext uri="{FF2B5EF4-FFF2-40B4-BE49-F238E27FC236}">
                  <a16:creationId xmlns:a16="http://schemas.microsoft.com/office/drawing/2014/main" id="{5B0EC728-FC60-4C58-A31A-B10F3E2E0B02}"/>
                </a:ext>
              </a:extLst>
            </p:cNvPr>
            <p:cNvSpPr>
              <a:spLocks noGrp="1"/>
            </p:cNvSpPr>
            <p:nvPr/>
          </p:nvSpPr>
          <p:spPr>
            <a:xfrm>
              <a:off x="16092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869" name="asset_3411_1">
              <a:extLst>
                <a:ext uri="{FF2B5EF4-FFF2-40B4-BE49-F238E27FC236}">
                  <a16:creationId xmlns:a16="http://schemas.microsoft.com/office/drawing/2014/main" id="{87FD5E1F-56E4-4026-8A63-DE49CAD29849}"/>
                </a:ext>
              </a:extLst>
            </p:cNvPr>
            <p:cNvSpPr>
              <a:spLocks noGrp="1"/>
            </p:cNvSpPr>
            <p:nvPr/>
          </p:nvSpPr>
          <p:spPr>
            <a:xfrm>
              <a:off x="39245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870" name="asset_3411_2">
              <a:extLst>
                <a:ext uri="{FF2B5EF4-FFF2-40B4-BE49-F238E27FC236}">
                  <a16:creationId xmlns:a16="http://schemas.microsoft.com/office/drawing/2014/main" id="{808984AD-CAE7-4E8A-B93D-E734C039E4D0}"/>
                </a:ext>
              </a:extLst>
            </p:cNvPr>
            <p:cNvSpPr>
              <a:spLocks noGrp="1"/>
            </p:cNvSpPr>
            <p:nvPr/>
          </p:nvSpPr>
          <p:spPr>
            <a:xfrm>
              <a:off x="160920" y="779774"/>
              <a:ext cx="231530" cy="212746"/>
            </a:xfrm>
            <a:prstGeom prst="rect">
              <a:avLst/>
            </a:prstGeom>
            <a:solidFill>
              <a:srgbClr val="E7F1FC">
                <a:alpha val="20000"/>
              </a:srgbClr>
            </a:solidFill>
            <a:ln w="1524">
              <a:solidFill>
                <a:srgbClr val="87ADD3"/>
              </a:solidFill>
            </a:ln>
          </p:spPr>
        </p:sp>
        <p:sp>
          <p:nvSpPr>
            <p:cNvPr id="871" name="asset_3411_3">
              <a:extLst>
                <a:ext uri="{FF2B5EF4-FFF2-40B4-BE49-F238E27FC236}">
                  <a16:creationId xmlns:a16="http://schemas.microsoft.com/office/drawing/2014/main" id="{2B372807-9BA1-435E-879C-F4ED2D4414A5}"/>
                </a:ext>
              </a:extLst>
            </p:cNvPr>
            <p:cNvSpPr>
              <a:spLocks noGrp="1"/>
            </p:cNvSpPr>
            <p:nvPr/>
          </p:nvSpPr>
          <p:spPr>
            <a:xfrm>
              <a:off x="218803" y="779774"/>
              <a:ext cx="4" cy="212746"/>
            </a:xfrm>
            <a:prstGeom prst="line">
              <a:avLst/>
            </a:prstGeom>
            <a:noFill/>
            <a:ln w="1118">
              <a:solidFill>
                <a:srgbClr val="C9DEED">
                  <a:alpha val="33000"/>
                </a:srgbClr>
              </a:solidFill>
            </a:ln>
          </p:spPr>
        </p:sp>
        <p:sp>
          <p:nvSpPr>
            <p:cNvPr id="872" name="asset_3411_4">
              <a:extLst>
                <a:ext uri="{FF2B5EF4-FFF2-40B4-BE49-F238E27FC236}">
                  <a16:creationId xmlns:a16="http://schemas.microsoft.com/office/drawing/2014/main" id="{A8B50796-8957-494E-A72E-0D5FB4AB5C38}"/>
                </a:ext>
              </a:extLst>
            </p:cNvPr>
            <p:cNvSpPr>
              <a:spLocks noGrp="1"/>
            </p:cNvSpPr>
            <p:nvPr/>
          </p:nvSpPr>
          <p:spPr>
            <a:xfrm>
              <a:off x="160920" y="832961"/>
              <a:ext cx="231530" cy="4"/>
            </a:xfrm>
            <a:prstGeom prst="line">
              <a:avLst/>
            </a:prstGeom>
            <a:noFill/>
            <a:ln w="1118">
              <a:solidFill>
                <a:srgbClr val="C9DEED">
                  <a:alpha val="33000"/>
                </a:srgbClr>
              </a:solidFill>
            </a:ln>
          </p:spPr>
        </p:sp>
        <p:sp>
          <p:nvSpPr>
            <p:cNvPr id="873" name="asset_3411_5">
              <a:extLst>
                <a:ext uri="{FF2B5EF4-FFF2-40B4-BE49-F238E27FC236}">
                  <a16:creationId xmlns:a16="http://schemas.microsoft.com/office/drawing/2014/main" id="{A7B8E183-345E-450C-8AEF-09298A15702B}"/>
                </a:ext>
              </a:extLst>
            </p:cNvPr>
            <p:cNvSpPr>
              <a:spLocks noGrp="1"/>
            </p:cNvSpPr>
            <p:nvPr/>
          </p:nvSpPr>
          <p:spPr>
            <a:xfrm>
              <a:off x="276685" y="779774"/>
              <a:ext cx="4" cy="212746"/>
            </a:xfrm>
            <a:prstGeom prst="line">
              <a:avLst/>
            </a:prstGeom>
            <a:noFill/>
            <a:ln w="1118">
              <a:solidFill>
                <a:srgbClr val="C9DEED">
                  <a:alpha val="33000"/>
                </a:srgbClr>
              </a:solidFill>
            </a:ln>
          </p:spPr>
        </p:sp>
        <p:sp>
          <p:nvSpPr>
            <p:cNvPr id="874" name="asset_3411_6">
              <a:extLst>
                <a:ext uri="{FF2B5EF4-FFF2-40B4-BE49-F238E27FC236}">
                  <a16:creationId xmlns:a16="http://schemas.microsoft.com/office/drawing/2014/main" id="{FDDD10CF-4B22-436D-9DF5-F7186C213710}"/>
                </a:ext>
              </a:extLst>
            </p:cNvPr>
            <p:cNvSpPr>
              <a:spLocks noGrp="1"/>
            </p:cNvSpPr>
            <p:nvPr/>
          </p:nvSpPr>
          <p:spPr>
            <a:xfrm>
              <a:off x="160920" y="886147"/>
              <a:ext cx="231530" cy="4"/>
            </a:xfrm>
            <a:prstGeom prst="line">
              <a:avLst/>
            </a:prstGeom>
            <a:noFill/>
            <a:ln w="1118">
              <a:solidFill>
                <a:srgbClr val="C9DEED">
                  <a:alpha val="33000"/>
                </a:srgbClr>
              </a:solidFill>
            </a:ln>
          </p:spPr>
        </p:sp>
        <p:sp>
          <p:nvSpPr>
            <p:cNvPr id="875" name="asset_3411_7">
              <a:extLst>
                <a:ext uri="{FF2B5EF4-FFF2-40B4-BE49-F238E27FC236}">
                  <a16:creationId xmlns:a16="http://schemas.microsoft.com/office/drawing/2014/main" id="{113864F8-4058-4186-BBDE-78AC0A7A545C}"/>
                </a:ext>
              </a:extLst>
            </p:cNvPr>
            <p:cNvSpPr>
              <a:spLocks noGrp="1"/>
            </p:cNvSpPr>
            <p:nvPr/>
          </p:nvSpPr>
          <p:spPr>
            <a:xfrm>
              <a:off x="334568" y="779774"/>
              <a:ext cx="4" cy="212746"/>
            </a:xfrm>
            <a:prstGeom prst="line">
              <a:avLst/>
            </a:prstGeom>
            <a:noFill/>
            <a:ln w="1118">
              <a:solidFill>
                <a:srgbClr val="C9DEED">
                  <a:alpha val="33000"/>
                </a:srgbClr>
              </a:solidFill>
            </a:ln>
          </p:spPr>
        </p:sp>
        <p:sp>
          <p:nvSpPr>
            <p:cNvPr id="876" name="asset_3411_8">
              <a:extLst>
                <a:ext uri="{FF2B5EF4-FFF2-40B4-BE49-F238E27FC236}">
                  <a16:creationId xmlns:a16="http://schemas.microsoft.com/office/drawing/2014/main" id="{3A039210-18AA-4906-932C-BA0FB4625B75}"/>
                </a:ext>
              </a:extLst>
            </p:cNvPr>
            <p:cNvSpPr>
              <a:spLocks noGrp="1"/>
            </p:cNvSpPr>
            <p:nvPr/>
          </p:nvSpPr>
          <p:spPr>
            <a:xfrm>
              <a:off x="160920" y="939334"/>
              <a:ext cx="231530" cy="4"/>
            </a:xfrm>
            <a:prstGeom prst="line">
              <a:avLst/>
            </a:prstGeom>
            <a:noFill/>
            <a:ln w="1118">
              <a:solidFill>
                <a:srgbClr val="C9DEED">
                  <a:alpha val="33000"/>
                </a:srgbClr>
              </a:solidFill>
            </a:ln>
          </p:spPr>
        </p:sp>
        <p:sp>
          <p:nvSpPr>
            <p:cNvPr id="877" name="asset_3411_9">
              <a:extLst>
                <a:ext uri="{FF2B5EF4-FFF2-40B4-BE49-F238E27FC236}">
                  <a16:creationId xmlns:a16="http://schemas.microsoft.com/office/drawing/2014/main" id="{B43D5F50-445C-44D0-A7B3-EA211D4B463C}"/>
                </a:ext>
              </a:extLst>
            </p:cNvPr>
            <p:cNvSpPr>
              <a:spLocks noGrp="1"/>
            </p:cNvSpPr>
            <p:nvPr/>
          </p:nvSpPr>
          <p:spPr>
            <a:xfrm>
              <a:off x="181410" y="808637"/>
              <a:ext cx="107801" cy="9803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8" name="asset_3411_10">
              <a:extLst>
                <a:ext uri="{FF2B5EF4-FFF2-40B4-BE49-F238E27FC236}">
                  <a16:creationId xmlns:a16="http://schemas.microsoft.com/office/drawing/2014/main" id="{D11FF782-00F7-4806-8740-0AD788D49A4E}"/>
                </a:ext>
              </a:extLst>
            </p:cNvPr>
            <p:cNvSpPr>
              <a:spLocks noGrp="1"/>
            </p:cNvSpPr>
            <p:nvPr/>
          </p:nvSpPr>
          <p:spPr>
            <a:xfrm>
              <a:off x="230819" y="837230"/>
              <a:ext cx="116784" cy="106203"/>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79" name="asset_3411_11">
              <a:extLst>
                <a:ext uri="{FF2B5EF4-FFF2-40B4-BE49-F238E27FC236}">
                  <a16:creationId xmlns:a16="http://schemas.microsoft.com/office/drawing/2014/main" id="{91297F33-DB27-43A4-985D-EB428C8519F3}"/>
                </a:ext>
              </a:extLst>
            </p:cNvPr>
            <p:cNvSpPr>
              <a:spLocks noGrp="1"/>
            </p:cNvSpPr>
            <p:nvPr/>
          </p:nvSpPr>
          <p:spPr>
            <a:xfrm>
              <a:off x="273490" y="784129"/>
              <a:ext cx="103309" cy="93948"/>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0" name="asset_3411_12">
              <a:extLst>
                <a:ext uri="{FF2B5EF4-FFF2-40B4-BE49-F238E27FC236}">
                  <a16:creationId xmlns:a16="http://schemas.microsoft.com/office/drawing/2014/main" id="{C6FF995D-FF3F-41A7-88B5-A34BD84A7CB7}"/>
                </a:ext>
              </a:extLst>
            </p:cNvPr>
            <p:cNvSpPr>
              <a:spLocks noGrp="1"/>
            </p:cNvSpPr>
            <p:nvPr/>
          </p:nvSpPr>
          <p:spPr>
            <a:xfrm>
              <a:off x="226327" y="769832"/>
              <a:ext cx="98817" cy="89864"/>
            </a:xfrm>
            <a:prstGeom prst="ellipse">
              <a:avLst/>
            </a:prstGeom>
            <a:gradFill>
              <a:gsLst>
                <a:gs pos="0">
                  <a:srgbClr val="E5F0FF">
                    <a:alpha val="60500"/>
                  </a:srgbClr>
                </a:gs>
                <a:gs pos="48000">
                  <a:srgbClr val="8CADD0">
                    <a:alpha val="66000"/>
                  </a:srgbClr>
                </a:gs>
                <a:gs pos="100000">
                  <a:srgbClr val="8CADD0">
                    <a:alpha val="38500"/>
                  </a:srgbClr>
                </a:gs>
              </a:gsLst>
              <a:lin ang="8400000"/>
            </a:gradFill>
            <a:ln w="2391">
              <a:noFill/>
            </a:ln>
            <a:effectLst>
              <a:softEdge rad="4320"/>
            </a:effectLst>
          </p:spPr>
        </p:sp>
        <p:sp>
          <p:nvSpPr>
            <p:cNvPr id="881" name="asset_3411_13">
              <a:extLst>
                <a:ext uri="{FF2B5EF4-FFF2-40B4-BE49-F238E27FC236}">
                  <a16:creationId xmlns:a16="http://schemas.microsoft.com/office/drawing/2014/main" id="{9642C341-7712-42E6-8B36-D84B72EB4EB7}"/>
                </a:ext>
              </a:extLst>
            </p:cNvPr>
            <p:cNvSpPr>
              <a:spLocks noGrp="1"/>
            </p:cNvSpPr>
            <p:nvPr/>
          </p:nvSpPr>
          <p:spPr>
            <a:xfrm>
              <a:off x="217435" y="871149"/>
              <a:ext cx="35585" cy="323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2" name="asset_3411_14">
              <a:extLst>
                <a:ext uri="{FF2B5EF4-FFF2-40B4-BE49-F238E27FC236}">
                  <a16:creationId xmlns:a16="http://schemas.microsoft.com/office/drawing/2014/main" id="{93FAFE6B-8861-4588-99DF-1A26F77A4E11}"/>
                </a:ext>
              </a:extLst>
            </p:cNvPr>
            <p:cNvSpPr>
              <a:spLocks noGrp="1"/>
            </p:cNvSpPr>
            <p:nvPr/>
          </p:nvSpPr>
          <p:spPr>
            <a:xfrm>
              <a:off x="278604" y="874476"/>
              <a:ext cx="39179" cy="356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3" name="asset_3411_15">
              <a:extLst>
                <a:ext uri="{FF2B5EF4-FFF2-40B4-BE49-F238E27FC236}">
                  <a16:creationId xmlns:a16="http://schemas.microsoft.com/office/drawing/2014/main" id="{B8765109-E640-4AAB-B1CF-960C6911E48F}"/>
                </a:ext>
              </a:extLst>
            </p:cNvPr>
            <p:cNvSpPr>
              <a:spLocks noGrp="1"/>
            </p:cNvSpPr>
            <p:nvPr/>
          </p:nvSpPr>
          <p:spPr>
            <a:xfrm>
              <a:off x="297448" y="838028"/>
              <a:ext cx="40342" cy="3668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4" name="asset_3411_16">
              <a:extLst>
                <a:ext uri="{FF2B5EF4-FFF2-40B4-BE49-F238E27FC236}">
                  <a16:creationId xmlns:a16="http://schemas.microsoft.com/office/drawing/2014/main" id="{681C782C-818C-4804-B9DE-75ACC170C8C1}"/>
                </a:ext>
              </a:extLst>
            </p:cNvPr>
            <p:cNvSpPr>
              <a:spLocks noGrp="1"/>
            </p:cNvSpPr>
            <p:nvPr/>
          </p:nvSpPr>
          <p:spPr>
            <a:xfrm>
              <a:off x="251401" y="774362"/>
              <a:ext cx="33480" cy="304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5" name="asset_3411_17">
              <a:extLst>
                <a:ext uri="{FF2B5EF4-FFF2-40B4-BE49-F238E27FC236}">
                  <a16:creationId xmlns:a16="http://schemas.microsoft.com/office/drawing/2014/main" id="{1A7B4525-4371-4D1E-9560-CD1BE3C5021A}"/>
                </a:ext>
              </a:extLst>
            </p:cNvPr>
            <p:cNvSpPr>
              <a:spLocks noGrp="1"/>
            </p:cNvSpPr>
            <p:nvPr/>
          </p:nvSpPr>
          <p:spPr>
            <a:xfrm>
              <a:off x="214094" y="825878"/>
              <a:ext cx="43700" cy="397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6" name="asset_3411_18">
              <a:extLst>
                <a:ext uri="{FF2B5EF4-FFF2-40B4-BE49-F238E27FC236}">
                  <a16:creationId xmlns:a16="http://schemas.microsoft.com/office/drawing/2014/main" id="{C6795469-0B96-4557-81DA-6FFFACE3BA9E}"/>
                </a:ext>
              </a:extLst>
            </p:cNvPr>
            <p:cNvSpPr>
              <a:spLocks noGrp="1"/>
            </p:cNvSpPr>
            <p:nvPr/>
          </p:nvSpPr>
          <p:spPr>
            <a:xfrm>
              <a:off x="263463" y="840680"/>
              <a:ext cx="54999" cy="50015"/>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7" name="asset_3411_19">
              <a:extLst>
                <a:ext uri="{FF2B5EF4-FFF2-40B4-BE49-F238E27FC236}">
                  <a16:creationId xmlns:a16="http://schemas.microsoft.com/office/drawing/2014/main" id="{F15F3FF6-4BE9-49CB-BA34-7D3DA345D893}"/>
                </a:ext>
              </a:extLst>
            </p:cNvPr>
            <p:cNvSpPr>
              <a:spLocks noGrp="1"/>
            </p:cNvSpPr>
            <p:nvPr/>
          </p:nvSpPr>
          <p:spPr>
            <a:xfrm>
              <a:off x="284053" y="825677"/>
              <a:ext cx="34004" cy="3092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8" name="asset_3411_20">
              <a:extLst>
                <a:ext uri="{FF2B5EF4-FFF2-40B4-BE49-F238E27FC236}">
                  <a16:creationId xmlns:a16="http://schemas.microsoft.com/office/drawing/2014/main" id="{91AEF815-CFF8-40F7-BA20-1673FAEE7D1D}"/>
                </a:ext>
              </a:extLst>
            </p:cNvPr>
            <p:cNvSpPr>
              <a:spLocks noGrp="1"/>
            </p:cNvSpPr>
            <p:nvPr/>
          </p:nvSpPr>
          <p:spPr>
            <a:xfrm>
              <a:off x="236698" y="800771"/>
              <a:ext cx="55708" cy="5066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89" name="asset_3411_21">
              <a:extLst>
                <a:ext uri="{FF2B5EF4-FFF2-40B4-BE49-F238E27FC236}">
                  <a16:creationId xmlns:a16="http://schemas.microsoft.com/office/drawing/2014/main" id="{23FAA7A5-F38E-4858-AA52-3284823167F7}"/>
                </a:ext>
              </a:extLst>
            </p:cNvPr>
            <p:cNvSpPr>
              <a:spLocks noGrp="1"/>
            </p:cNvSpPr>
            <p:nvPr/>
          </p:nvSpPr>
          <p:spPr>
            <a:xfrm>
              <a:off x="197623" y="864321"/>
              <a:ext cx="35718" cy="32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0" name="asset_3411_22">
              <a:extLst>
                <a:ext uri="{FF2B5EF4-FFF2-40B4-BE49-F238E27FC236}">
                  <a16:creationId xmlns:a16="http://schemas.microsoft.com/office/drawing/2014/main" id="{AFA003E2-44C5-4BA4-9920-4C5E7260E04D}"/>
                </a:ext>
              </a:extLst>
            </p:cNvPr>
            <p:cNvSpPr>
              <a:spLocks noGrp="1"/>
            </p:cNvSpPr>
            <p:nvPr/>
          </p:nvSpPr>
          <p:spPr>
            <a:xfrm>
              <a:off x="289023" y="863118"/>
              <a:ext cx="57695" cy="5246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1" name="asset_3411_23">
              <a:extLst>
                <a:ext uri="{FF2B5EF4-FFF2-40B4-BE49-F238E27FC236}">
                  <a16:creationId xmlns:a16="http://schemas.microsoft.com/office/drawing/2014/main" id="{0B26404F-10CA-424B-92C6-82D1627DF181}"/>
                </a:ext>
              </a:extLst>
            </p:cNvPr>
            <p:cNvSpPr>
              <a:spLocks noGrp="1"/>
            </p:cNvSpPr>
            <p:nvPr/>
          </p:nvSpPr>
          <p:spPr>
            <a:xfrm>
              <a:off x="338795" y="832408"/>
              <a:ext cx="31803" cy="2892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2" name="asset_3411_24">
              <a:extLst>
                <a:ext uri="{FF2B5EF4-FFF2-40B4-BE49-F238E27FC236}">
                  <a16:creationId xmlns:a16="http://schemas.microsoft.com/office/drawing/2014/main" id="{517AD261-6B44-40F5-8A26-7932D5BF7E16}"/>
                </a:ext>
              </a:extLst>
            </p:cNvPr>
            <p:cNvSpPr>
              <a:spLocks noGrp="1"/>
            </p:cNvSpPr>
            <p:nvPr/>
          </p:nvSpPr>
          <p:spPr>
            <a:xfrm>
              <a:off x="261809" y="764845"/>
              <a:ext cx="52113" cy="4739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3" name="asset_3411_25">
              <a:extLst>
                <a:ext uri="{FF2B5EF4-FFF2-40B4-BE49-F238E27FC236}">
                  <a16:creationId xmlns:a16="http://schemas.microsoft.com/office/drawing/2014/main" id="{8A8A6F5A-1C34-4FE8-905B-C88978C5AAF0}"/>
                </a:ext>
              </a:extLst>
            </p:cNvPr>
            <p:cNvSpPr>
              <a:spLocks noGrp="1"/>
            </p:cNvSpPr>
            <p:nvPr/>
          </p:nvSpPr>
          <p:spPr>
            <a:xfrm>
              <a:off x="206423" y="867644"/>
              <a:ext cx="37347" cy="339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4" name="asset_3411_26">
              <a:extLst>
                <a:ext uri="{FF2B5EF4-FFF2-40B4-BE49-F238E27FC236}">
                  <a16:creationId xmlns:a16="http://schemas.microsoft.com/office/drawing/2014/main" id="{6C7A06C3-DCF7-4619-B82E-BEE22B99C6BA}"/>
                </a:ext>
              </a:extLst>
            </p:cNvPr>
            <p:cNvSpPr>
              <a:spLocks noGrp="1"/>
            </p:cNvSpPr>
            <p:nvPr/>
          </p:nvSpPr>
          <p:spPr>
            <a:xfrm>
              <a:off x="298778" y="873990"/>
              <a:ext cx="31485" cy="286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5" name="asset_3411_27">
              <a:extLst>
                <a:ext uri="{FF2B5EF4-FFF2-40B4-BE49-F238E27FC236}">
                  <a16:creationId xmlns:a16="http://schemas.microsoft.com/office/drawing/2014/main" id="{5B4C5A3E-BBCD-48E9-AEEA-3FC207768B7F}"/>
                </a:ext>
              </a:extLst>
            </p:cNvPr>
            <p:cNvSpPr>
              <a:spLocks noGrp="1"/>
            </p:cNvSpPr>
            <p:nvPr/>
          </p:nvSpPr>
          <p:spPr>
            <a:xfrm>
              <a:off x="295904" y="833272"/>
              <a:ext cx="42969" cy="390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6" name="asset_3411_28">
              <a:extLst>
                <a:ext uri="{FF2B5EF4-FFF2-40B4-BE49-F238E27FC236}">
                  <a16:creationId xmlns:a16="http://schemas.microsoft.com/office/drawing/2014/main" id="{52E38570-D3A2-4631-930D-5CF53563DEED}"/>
                </a:ext>
              </a:extLst>
            </p:cNvPr>
            <p:cNvSpPr>
              <a:spLocks noGrp="1"/>
            </p:cNvSpPr>
            <p:nvPr/>
          </p:nvSpPr>
          <p:spPr>
            <a:xfrm>
              <a:off x="270638" y="811862"/>
              <a:ext cx="55265" cy="50258"/>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7" name="asset_3411_29">
              <a:extLst>
                <a:ext uri="{FF2B5EF4-FFF2-40B4-BE49-F238E27FC236}">
                  <a16:creationId xmlns:a16="http://schemas.microsoft.com/office/drawing/2014/main" id="{561D7331-3D0A-415F-B200-C312585E5468}"/>
                </a:ext>
              </a:extLst>
            </p:cNvPr>
            <p:cNvSpPr>
              <a:spLocks noGrp="1"/>
            </p:cNvSpPr>
            <p:nvPr/>
          </p:nvSpPr>
          <p:spPr>
            <a:xfrm>
              <a:off x="203308" y="867118"/>
              <a:ext cx="38292" cy="3482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8" name="asset_3411_30">
              <a:extLst>
                <a:ext uri="{FF2B5EF4-FFF2-40B4-BE49-F238E27FC236}">
                  <a16:creationId xmlns:a16="http://schemas.microsoft.com/office/drawing/2014/main" id="{4E01E509-2839-4C0E-8B76-FD0DE55117B9}"/>
                </a:ext>
              </a:extLst>
            </p:cNvPr>
            <p:cNvSpPr>
              <a:spLocks noGrp="1"/>
            </p:cNvSpPr>
            <p:nvPr/>
          </p:nvSpPr>
          <p:spPr>
            <a:xfrm>
              <a:off x="306809" y="865521"/>
              <a:ext cx="41408" cy="3765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899" name="asset_3411_31">
              <a:extLst>
                <a:ext uri="{FF2B5EF4-FFF2-40B4-BE49-F238E27FC236}">
                  <a16:creationId xmlns:a16="http://schemas.microsoft.com/office/drawing/2014/main" id="{CF2D39F3-8326-4FE4-8D1E-4DE08DCF3608}"/>
                </a:ext>
              </a:extLst>
            </p:cNvPr>
            <p:cNvSpPr>
              <a:spLocks noGrp="1"/>
            </p:cNvSpPr>
            <p:nvPr/>
          </p:nvSpPr>
          <p:spPr>
            <a:xfrm>
              <a:off x="283189" y="838846"/>
              <a:ext cx="34946" cy="3178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0" name="asset_3411_32">
              <a:extLst>
                <a:ext uri="{FF2B5EF4-FFF2-40B4-BE49-F238E27FC236}">
                  <a16:creationId xmlns:a16="http://schemas.microsoft.com/office/drawing/2014/main" id="{2A07883F-924F-4D9D-860E-61DEC5ED61ED}"/>
                </a:ext>
              </a:extLst>
            </p:cNvPr>
            <p:cNvSpPr>
              <a:spLocks noGrp="1"/>
            </p:cNvSpPr>
            <p:nvPr/>
          </p:nvSpPr>
          <p:spPr>
            <a:xfrm>
              <a:off x="240137" y="810691"/>
              <a:ext cx="41051" cy="37332"/>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1" name="asset_3411_33">
              <a:extLst>
                <a:ext uri="{FF2B5EF4-FFF2-40B4-BE49-F238E27FC236}">
                  <a16:creationId xmlns:a16="http://schemas.microsoft.com/office/drawing/2014/main" id="{326F2534-B889-4B3C-B691-AAA58C3BB24B}"/>
                </a:ext>
              </a:extLst>
            </p:cNvPr>
            <p:cNvSpPr>
              <a:spLocks noGrp="1"/>
            </p:cNvSpPr>
            <p:nvPr/>
          </p:nvSpPr>
          <p:spPr>
            <a:xfrm>
              <a:off x="241551" y="857776"/>
              <a:ext cx="34987" cy="318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2" name="asset_3411_34">
              <a:extLst>
                <a:ext uri="{FF2B5EF4-FFF2-40B4-BE49-F238E27FC236}">
                  <a16:creationId xmlns:a16="http://schemas.microsoft.com/office/drawing/2014/main" id="{4A2366E0-4FAE-4D94-9DEE-5048302867EA}"/>
                </a:ext>
              </a:extLst>
            </p:cNvPr>
            <p:cNvSpPr>
              <a:spLocks noGrp="1"/>
            </p:cNvSpPr>
            <p:nvPr/>
          </p:nvSpPr>
          <p:spPr>
            <a:xfrm>
              <a:off x="273896" y="895074"/>
              <a:ext cx="48428" cy="4404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3" name="asset_3411_35">
              <a:extLst>
                <a:ext uri="{FF2B5EF4-FFF2-40B4-BE49-F238E27FC236}">
                  <a16:creationId xmlns:a16="http://schemas.microsoft.com/office/drawing/2014/main" id="{1007DE31-A589-4561-908D-1BC2445E135B}"/>
                </a:ext>
              </a:extLst>
            </p:cNvPr>
            <p:cNvSpPr>
              <a:spLocks noGrp="1"/>
            </p:cNvSpPr>
            <p:nvPr/>
          </p:nvSpPr>
          <p:spPr>
            <a:xfrm>
              <a:off x="307927" y="823349"/>
              <a:ext cx="54152" cy="4924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4" name="asset_3411_36">
              <a:extLst>
                <a:ext uri="{FF2B5EF4-FFF2-40B4-BE49-F238E27FC236}">
                  <a16:creationId xmlns:a16="http://schemas.microsoft.com/office/drawing/2014/main" id="{154D8CC8-D747-4DDC-82EF-78B7267C3BA8}"/>
                </a:ext>
              </a:extLst>
            </p:cNvPr>
            <p:cNvSpPr>
              <a:spLocks noGrp="1"/>
            </p:cNvSpPr>
            <p:nvPr/>
          </p:nvSpPr>
          <p:spPr>
            <a:xfrm>
              <a:off x="278419" y="780385"/>
              <a:ext cx="56610" cy="51481"/>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5" name="asset_3411_37">
              <a:extLst>
                <a:ext uri="{FF2B5EF4-FFF2-40B4-BE49-F238E27FC236}">
                  <a16:creationId xmlns:a16="http://schemas.microsoft.com/office/drawing/2014/main" id="{6EB24BC6-E279-4ACB-8ADA-3347E92715EA}"/>
                </a:ext>
              </a:extLst>
            </p:cNvPr>
            <p:cNvSpPr>
              <a:spLocks noGrp="1"/>
            </p:cNvSpPr>
            <p:nvPr/>
          </p:nvSpPr>
          <p:spPr>
            <a:xfrm>
              <a:off x="191659" y="868034"/>
              <a:ext cx="38946" cy="3541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6" name="asset_3411_38">
              <a:extLst>
                <a:ext uri="{FF2B5EF4-FFF2-40B4-BE49-F238E27FC236}">
                  <a16:creationId xmlns:a16="http://schemas.microsoft.com/office/drawing/2014/main" id="{67BC88F7-AFA6-47D1-8315-70F920A20C4A}"/>
                </a:ext>
              </a:extLst>
            </p:cNvPr>
            <p:cNvSpPr>
              <a:spLocks noGrp="1"/>
            </p:cNvSpPr>
            <p:nvPr/>
          </p:nvSpPr>
          <p:spPr>
            <a:xfrm>
              <a:off x="273013" y="852482"/>
              <a:ext cx="56603" cy="5147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7" name="asset_3411_39">
              <a:extLst>
                <a:ext uri="{FF2B5EF4-FFF2-40B4-BE49-F238E27FC236}">
                  <a16:creationId xmlns:a16="http://schemas.microsoft.com/office/drawing/2014/main" id="{B98D5FB4-59FB-4946-9C2A-07B81FEA4351}"/>
                </a:ext>
              </a:extLst>
            </p:cNvPr>
            <p:cNvSpPr>
              <a:spLocks noGrp="1"/>
            </p:cNvSpPr>
            <p:nvPr/>
          </p:nvSpPr>
          <p:spPr>
            <a:xfrm>
              <a:off x="319623" y="840498"/>
              <a:ext cx="33366" cy="3034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8" name="asset_3411_40">
              <a:extLst>
                <a:ext uri="{FF2B5EF4-FFF2-40B4-BE49-F238E27FC236}">
                  <a16:creationId xmlns:a16="http://schemas.microsoft.com/office/drawing/2014/main" id="{83420C1F-4D3F-4791-B752-627A462A399E}"/>
                </a:ext>
              </a:extLst>
            </p:cNvPr>
            <p:cNvSpPr>
              <a:spLocks noGrp="1"/>
            </p:cNvSpPr>
            <p:nvPr/>
          </p:nvSpPr>
          <p:spPr>
            <a:xfrm>
              <a:off x="242007" y="796151"/>
              <a:ext cx="50164" cy="4561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09" name="asset_3411_41">
              <a:extLst>
                <a:ext uri="{FF2B5EF4-FFF2-40B4-BE49-F238E27FC236}">
                  <a16:creationId xmlns:a16="http://schemas.microsoft.com/office/drawing/2014/main" id="{9C9CA8AF-7487-42D9-B054-213909B8375A}"/>
                </a:ext>
              </a:extLst>
            </p:cNvPr>
            <p:cNvSpPr>
              <a:spLocks noGrp="1"/>
            </p:cNvSpPr>
            <p:nvPr/>
          </p:nvSpPr>
          <p:spPr>
            <a:xfrm>
              <a:off x="189029" y="846662"/>
              <a:ext cx="40170" cy="36530"/>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0" name="asset_3411_42">
              <a:extLst>
                <a:ext uri="{FF2B5EF4-FFF2-40B4-BE49-F238E27FC236}">
                  <a16:creationId xmlns:a16="http://schemas.microsoft.com/office/drawing/2014/main" id="{DAC0FD38-66B9-4B84-A151-CFA48DFCFD5C}"/>
                </a:ext>
              </a:extLst>
            </p:cNvPr>
            <p:cNvSpPr>
              <a:spLocks noGrp="1"/>
            </p:cNvSpPr>
            <p:nvPr/>
          </p:nvSpPr>
          <p:spPr>
            <a:xfrm>
              <a:off x="286935" y="843691"/>
              <a:ext cx="47831" cy="4349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1" name="asset_3411_43">
              <a:extLst>
                <a:ext uri="{FF2B5EF4-FFF2-40B4-BE49-F238E27FC236}">
                  <a16:creationId xmlns:a16="http://schemas.microsoft.com/office/drawing/2014/main" id="{4E7D2088-6627-4B82-91E0-18280AE02F64}"/>
                </a:ext>
              </a:extLst>
            </p:cNvPr>
            <p:cNvSpPr>
              <a:spLocks noGrp="1"/>
            </p:cNvSpPr>
            <p:nvPr/>
          </p:nvSpPr>
          <p:spPr>
            <a:xfrm>
              <a:off x="281949" y="806735"/>
              <a:ext cx="33184" cy="3017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2" name="asset_3411_44">
              <a:extLst>
                <a:ext uri="{FF2B5EF4-FFF2-40B4-BE49-F238E27FC236}">
                  <a16:creationId xmlns:a16="http://schemas.microsoft.com/office/drawing/2014/main" id="{18DF35CC-FA69-407B-B756-D6E24F5CF716}"/>
                </a:ext>
              </a:extLst>
            </p:cNvPr>
            <p:cNvSpPr>
              <a:spLocks noGrp="1"/>
            </p:cNvSpPr>
            <p:nvPr/>
          </p:nvSpPr>
          <p:spPr>
            <a:xfrm>
              <a:off x="277649" y="807177"/>
              <a:ext cx="33960" cy="30883"/>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3" name="asset_3411_45">
              <a:extLst>
                <a:ext uri="{FF2B5EF4-FFF2-40B4-BE49-F238E27FC236}">
                  <a16:creationId xmlns:a16="http://schemas.microsoft.com/office/drawing/2014/main" id="{75CB1308-185E-4AD3-A1E7-5EBC09E504A6}"/>
                </a:ext>
              </a:extLst>
            </p:cNvPr>
            <p:cNvSpPr>
              <a:spLocks noGrp="1"/>
            </p:cNvSpPr>
            <p:nvPr/>
          </p:nvSpPr>
          <p:spPr>
            <a:xfrm>
              <a:off x="188553" y="862265"/>
              <a:ext cx="56605" cy="51476"/>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4" name="asset_3411_46">
              <a:extLst>
                <a:ext uri="{FF2B5EF4-FFF2-40B4-BE49-F238E27FC236}">
                  <a16:creationId xmlns:a16="http://schemas.microsoft.com/office/drawing/2014/main" id="{179296BF-344A-4148-A9D4-3E16BAAA6846}"/>
                </a:ext>
              </a:extLst>
            </p:cNvPr>
            <p:cNvSpPr>
              <a:spLocks noGrp="1"/>
            </p:cNvSpPr>
            <p:nvPr/>
          </p:nvSpPr>
          <p:spPr>
            <a:xfrm>
              <a:off x="233525" y="861391"/>
              <a:ext cx="55794" cy="507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5" name="asset_3411_47">
              <a:extLst>
                <a:ext uri="{FF2B5EF4-FFF2-40B4-BE49-F238E27FC236}">
                  <a16:creationId xmlns:a16="http://schemas.microsoft.com/office/drawing/2014/main" id="{88951690-A320-498A-86DB-5D662BE56B83}"/>
                </a:ext>
              </a:extLst>
            </p:cNvPr>
            <p:cNvSpPr>
              <a:spLocks noGrp="1"/>
            </p:cNvSpPr>
            <p:nvPr/>
          </p:nvSpPr>
          <p:spPr>
            <a:xfrm>
              <a:off x="305682" y="776200"/>
              <a:ext cx="54723" cy="49764"/>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6" name="asset_3411_48">
              <a:extLst>
                <a:ext uri="{FF2B5EF4-FFF2-40B4-BE49-F238E27FC236}">
                  <a16:creationId xmlns:a16="http://schemas.microsoft.com/office/drawing/2014/main" id="{7273DCD7-DEA0-4C25-B06F-94A2BF1A8847}"/>
                </a:ext>
              </a:extLst>
            </p:cNvPr>
            <p:cNvSpPr>
              <a:spLocks noGrp="1"/>
            </p:cNvSpPr>
            <p:nvPr/>
          </p:nvSpPr>
          <p:spPr>
            <a:xfrm>
              <a:off x="262074" y="832592"/>
              <a:ext cx="32482" cy="2953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7" name="asset_3411_49">
              <a:extLst>
                <a:ext uri="{FF2B5EF4-FFF2-40B4-BE49-F238E27FC236}">
                  <a16:creationId xmlns:a16="http://schemas.microsoft.com/office/drawing/2014/main" id="{317CFA8E-23F1-4D86-982F-45C65C07CE57}"/>
                </a:ext>
              </a:extLst>
            </p:cNvPr>
            <p:cNvSpPr>
              <a:spLocks noGrp="1"/>
            </p:cNvSpPr>
            <p:nvPr/>
          </p:nvSpPr>
          <p:spPr>
            <a:xfrm>
              <a:off x="199581" y="859669"/>
              <a:ext cx="56969" cy="51807"/>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8" name="asset_3411_50">
              <a:extLst>
                <a:ext uri="{FF2B5EF4-FFF2-40B4-BE49-F238E27FC236}">
                  <a16:creationId xmlns:a16="http://schemas.microsoft.com/office/drawing/2014/main" id="{A1304B97-20ED-4EF4-B820-4BBCF3EE2848}"/>
                </a:ext>
              </a:extLst>
            </p:cNvPr>
            <p:cNvSpPr>
              <a:spLocks noGrp="1"/>
            </p:cNvSpPr>
            <p:nvPr/>
          </p:nvSpPr>
          <p:spPr>
            <a:xfrm>
              <a:off x="290634" y="851962"/>
              <a:ext cx="36759" cy="33429"/>
            </a:xfrm>
            <a:prstGeom prst="ellipse">
              <a:avLst/>
            </a:prstGeom>
            <a:gradFill>
              <a:gsLst>
                <a:gs pos="0">
                  <a:srgbClr val="DCEAFF">
                    <a:alpha val="69300"/>
                  </a:srgbClr>
                </a:gs>
                <a:gs pos="52000">
                  <a:srgbClr val="8CADD0">
                    <a:alpha val="80300"/>
                  </a:srgbClr>
                </a:gs>
                <a:gs pos="100000">
                  <a:srgbClr val="8CADD0">
                    <a:alpha val="46200"/>
                  </a:srgbClr>
                </a:gs>
              </a:gsLst>
              <a:lin ang="7500000"/>
            </a:gradFill>
            <a:ln w="2391">
              <a:noFill/>
            </a:ln>
            <a:effectLst>
              <a:softEdge rad="4320"/>
            </a:effectLst>
          </p:spPr>
        </p:sp>
        <p:sp>
          <p:nvSpPr>
            <p:cNvPr id="919" name="asset_3411_51">
              <a:extLst>
                <a:ext uri="{FF2B5EF4-FFF2-40B4-BE49-F238E27FC236}">
                  <a16:creationId xmlns:a16="http://schemas.microsoft.com/office/drawing/2014/main" id="{4A016E84-0AC1-4FEB-B852-CC942A0C3AB5}"/>
                </a:ext>
              </a:extLst>
            </p:cNvPr>
            <p:cNvSpPr>
              <a:spLocks noGrp="1"/>
            </p:cNvSpPr>
            <p:nvPr/>
          </p:nvSpPr>
          <p:spPr>
            <a:xfrm>
              <a:off x="16092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20" name="a | density cube M_sim | v4 editable"/>
          <p:cNvGrpSpPr/>
          <p:nvPr/>
        </p:nvGrpSpPr>
        <p:grpSpPr>
          <a:xfrm>
            <a:off x="1768581" y="496945"/>
            <a:ext cx="206784" cy="185747"/>
            <a:chOff x="571680" y="736200"/>
            <a:chExt cx="285840" cy="256320"/>
          </a:xfrm>
        </p:grpSpPr>
        <p:sp>
          <p:nvSpPr>
            <p:cNvPr id="921" name="asset_3412_0">
              <a:extLst>
                <a:ext uri="{FF2B5EF4-FFF2-40B4-BE49-F238E27FC236}">
                  <a16:creationId xmlns:a16="http://schemas.microsoft.com/office/drawing/2014/main" id="{86AFAA92-91E9-48AF-9226-329DCB2A3BA0}"/>
                </a:ext>
              </a:extLst>
            </p:cNvPr>
            <p:cNvSpPr>
              <a:spLocks noGrp="1"/>
            </p:cNvSpPr>
            <p:nvPr/>
          </p:nvSpPr>
          <p:spPr>
            <a:xfrm>
              <a:off x="571680" y="73620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22" name="asset_3412_1">
              <a:extLst>
                <a:ext uri="{FF2B5EF4-FFF2-40B4-BE49-F238E27FC236}">
                  <a16:creationId xmlns:a16="http://schemas.microsoft.com/office/drawing/2014/main" id="{3E26C1DF-4658-4AAB-906E-5516054E5B73}"/>
                </a:ext>
              </a:extLst>
            </p:cNvPr>
            <p:cNvSpPr>
              <a:spLocks noGrp="1"/>
            </p:cNvSpPr>
            <p:nvPr/>
          </p:nvSpPr>
          <p:spPr>
            <a:xfrm>
              <a:off x="803210" y="73620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23" name="asset_3412_2">
              <a:extLst>
                <a:ext uri="{FF2B5EF4-FFF2-40B4-BE49-F238E27FC236}">
                  <a16:creationId xmlns:a16="http://schemas.microsoft.com/office/drawing/2014/main" id="{A8C643F2-5526-4404-8469-581ABAD0304C}"/>
                </a:ext>
              </a:extLst>
            </p:cNvPr>
            <p:cNvSpPr>
              <a:spLocks noGrp="1"/>
            </p:cNvSpPr>
            <p:nvPr/>
          </p:nvSpPr>
          <p:spPr>
            <a:xfrm>
              <a:off x="571680" y="779774"/>
              <a:ext cx="231530" cy="212746"/>
            </a:xfrm>
            <a:prstGeom prst="rect">
              <a:avLst/>
            </a:prstGeom>
            <a:solidFill>
              <a:srgbClr val="E7F1FC">
                <a:alpha val="20000"/>
              </a:srgbClr>
            </a:solidFill>
            <a:ln w="1524">
              <a:solidFill>
                <a:srgbClr val="87ADD3"/>
              </a:solidFill>
            </a:ln>
          </p:spPr>
        </p:sp>
        <p:sp>
          <p:nvSpPr>
            <p:cNvPr id="924" name="asset_3412_3">
              <a:extLst>
                <a:ext uri="{FF2B5EF4-FFF2-40B4-BE49-F238E27FC236}">
                  <a16:creationId xmlns:a16="http://schemas.microsoft.com/office/drawing/2014/main" id="{4A98D6F7-8A0D-43C0-88DB-53B18B80B5FE}"/>
                </a:ext>
              </a:extLst>
            </p:cNvPr>
            <p:cNvSpPr>
              <a:spLocks noGrp="1"/>
            </p:cNvSpPr>
            <p:nvPr/>
          </p:nvSpPr>
          <p:spPr>
            <a:xfrm>
              <a:off x="629563" y="779774"/>
              <a:ext cx="4" cy="212746"/>
            </a:xfrm>
            <a:prstGeom prst="line">
              <a:avLst/>
            </a:prstGeom>
            <a:noFill/>
            <a:ln w="1118">
              <a:solidFill>
                <a:srgbClr val="C9DEED">
                  <a:alpha val="33000"/>
                </a:srgbClr>
              </a:solidFill>
            </a:ln>
          </p:spPr>
        </p:sp>
        <p:sp>
          <p:nvSpPr>
            <p:cNvPr id="925" name="asset_3412_4">
              <a:extLst>
                <a:ext uri="{FF2B5EF4-FFF2-40B4-BE49-F238E27FC236}">
                  <a16:creationId xmlns:a16="http://schemas.microsoft.com/office/drawing/2014/main" id="{E4CD9C1E-D968-4B52-B5A1-E0BE815570BC}"/>
                </a:ext>
              </a:extLst>
            </p:cNvPr>
            <p:cNvSpPr>
              <a:spLocks noGrp="1"/>
            </p:cNvSpPr>
            <p:nvPr/>
          </p:nvSpPr>
          <p:spPr>
            <a:xfrm>
              <a:off x="571680" y="832961"/>
              <a:ext cx="231530" cy="4"/>
            </a:xfrm>
            <a:prstGeom prst="line">
              <a:avLst/>
            </a:prstGeom>
            <a:noFill/>
            <a:ln w="1118">
              <a:solidFill>
                <a:srgbClr val="C9DEED">
                  <a:alpha val="33000"/>
                </a:srgbClr>
              </a:solidFill>
            </a:ln>
          </p:spPr>
        </p:sp>
        <p:sp>
          <p:nvSpPr>
            <p:cNvPr id="926" name="asset_3412_5">
              <a:extLst>
                <a:ext uri="{FF2B5EF4-FFF2-40B4-BE49-F238E27FC236}">
                  <a16:creationId xmlns:a16="http://schemas.microsoft.com/office/drawing/2014/main" id="{CF8E0384-BFC7-4686-A4F8-CC36EE76AC6B}"/>
                </a:ext>
              </a:extLst>
            </p:cNvPr>
            <p:cNvSpPr>
              <a:spLocks noGrp="1"/>
            </p:cNvSpPr>
            <p:nvPr/>
          </p:nvSpPr>
          <p:spPr>
            <a:xfrm>
              <a:off x="687445" y="779774"/>
              <a:ext cx="4" cy="212746"/>
            </a:xfrm>
            <a:prstGeom prst="line">
              <a:avLst/>
            </a:prstGeom>
            <a:noFill/>
            <a:ln w="1118">
              <a:solidFill>
                <a:srgbClr val="C9DEED">
                  <a:alpha val="33000"/>
                </a:srgbClr>
              </a:solidFill>
            </a:ln>
          </p:spPr>
        </p:sp>
        <p:sp>
          <p:nvSpPr>
            <p:cNvPr id="927" name="asset_3412_6">
              <a:extLst>
                <a:ext uri="{FF2B5EF4-FFF2-40B4-BE49-F238E27FC236}">
                  <a16:creationId xmlns:a16="http://schemas.microsoft.com/office/drawing/2014/main" id="{B970749C-73FB-4B47-AEFC-CB6AD53B3152}"/>
                </a:ext>
              </a:extLst>
            </p:cNvPr>
            <p:cNvSpPr>
              <a:spLocks noGrp="1"/>
            </p:cNvSpPr>
            <p:nvPr/>
          </p:nvSpPr>
          <p:spPr>
            <a:xfrm>
              <a:off x="571680" y="886147"/>
              <a:ext cx="231530" cy="4"/>
            </a:xfrm>
            <a:prstGeom prst="line">
              <a:avLst/>
            </a:prstGeom>
            <a:noFill/>
            <a:ln w="1118">
              <a:solidFill>
                <a:srgbClr val="C9DEED">
                  <a:alpha val="33000"/>
                </a:srgbClr>
              </a:solidFill>
            </a:ln>
          </p:spPr>
        </p:sp>
        <p:sp>
          <p:nvSpPr>
            <p:cNvPr id="928" name="asset_3412_7">
              <a:extLst>
                <a:ext uri="{FF2B5EF4-FFF2-40B4-BE49-F238E27FC236}">
                  <a16:creationId xmlns:a16="http://schemas.microsoft.com/office/drawing/2014/main" id="{BFAD42FE-9C88-4823-AD94-94CBDE5004B3}"/>
                </a:ext>
              </a:extLst>
            </p:cNvPr>
            <p:cNvSpPr>
              <a:spLocks noGrp="1"/>
            </p:cNvSpPr>
            <p:nvPr/>
          </p:nvSpPr>
          <p:spPr>
            <a:xfrm>
              <a:off x="745328" y="779774"/>
              <a:ext cx="4" cy="212746"/>
            </a:xfrm>
            <a:prstGeom prst="line">
              <a:avLst/>
            </a:prstGeom>
            <a:noFill/>
            <a:ln w="1118">
              <a:solidFill>
                <a:srgbClr val="C9DEED">
                  <a:alpha val="33000"/>
                </a:srgbClr>
              </a:solidFill>
            </a:ln>
          </p:spPr>
        </p:sp>
        <p:sp>
          <p:nvSpPr>
            <p:cNvPr id="929" name="asset_3412_8">
              <a:extLst>
                <a:ext uri="{FF2B5EF4-FFF2-40B4-BE49-F238E27FC236}">
                  <a16:creationId xmlns:a16="http://schemas.microsoft.com/office/drawing/2014/main" id="{BCDC689C-2D9C-46AE-BA2F-029C092079B4}"/>
                </a:ext>
              </a:extLst>
            </p:cNvPr>
            <p:cNvSpPr>
              <a:spLocks noGrp="1"/>
            </p:cNvSpPr>
            <p:nvPr/>
          </p:nvSpPr>
          <p:spPr>
            <a:xfrm>
              <a:off x="571680" y="939334"/>
              <a:ext cx="231530" cy="4"/>
            </a:xfrm>
            <a:prstGeom prst="line">
              <a:avLst/>
            </a:prstGeom>
            <a:noFill/>
            <a:ln w="1118">
              <a:solidFill>
                <a:srgbClr val="C9DEED">
                  <a:alpha val="33000"/>
                </a:srgbClr>
              </a:solidFill>
            </a:ln>
          </p:spPr>
        </p:sp>
        <p:sp>
          <p:nvSpPr>
            <p:cNvPr id="930" name="asset_3412_9">
              <a:extLst>
                <a:ext uri="{FF2B5EF4-FFF2-40B4-BE49-F238E27FC236}">
                  <a16:creationId xmlns:a16="http://schemas.microsoft.com/office/drawing/2014/main" id="{D699C4C1-8D8C-42E5-847A-BD338AF18A91}"/>
                </a:ext>
              </a:extLst>
            </p:cNvPr>
            <p:cNvSpPr>
              <a:spLocks noGrp="1"/>
            </p:cNvSpPr>
            <p:nvPr/>
          </p:nvSpPr>
          <p:spPr>
            <a:xfrm>
              <a:off x="592170" y="808637"/>
              <a:ext cx="107801" cy="9803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1" name="asset_3412_10">
              <a:extLst>
                <a:ext uri="{FF2B5EF4-FFF2-40B4-BE49-F238E27FC236}">
                  <a16:creationId xmlns:a16="http://schemas.microsoft.com/office/drawing/2014/main" id="{A67D4B44-0F8A-4ED5-A55C-6086AC4BBE69}"/>
                </a:ext>
              </a:extLst>
            </p:cNvPr>
            <p:cNvSpPr>
              <a:spLocks noGrp="1"/>
            </p:cNvSpPr>
            <p:nvPr/>
          </p:nvSpPr>
          <p:spPr>
            <a:xfrm>
              <a:off x="641579" y="837230"/>
              <a:ext cx="116784" cy="106203"/>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2" name="asset_3412_11">
              <a:extLst>
                <a:ext uri="{FF2B5EF4-FFF2-40B4-BE49-F238E27FC236}">
                  <a16:creationId xmlns:a16="http://schemas.microsoft.com/office/drawing/2014/main" id="{F925474B-9DC9-4793-836F-E7656F3C9AB3}"/>
                </a:ext>
              </a:extLst>
            </p:cNvPr>
            <p:cNvSpPr>
              <a:spLocks noGrp="1"/>
            </p:cNvSpPr>
            <p:nvPr/>
          </p:nvSpPr>
          <p:spPr>
            <a:xfrm>
              <a:off x="684250" y="784129"/>
              <a:ext cx="103309" cy="93948"/>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3" name="asset_3412_12">
              <a:extLst>
                <a:ext uri="{FF2B5EF4-FFF2-40B4-BE49-F238E27FC236}">
                  <a16:creationId xmlns:a16="http://schemas.microsoft.com/office/drawing/2014/main" id="{D9C7B936-255D-4407-ADB5-0472A6BDE35C}"/>
                </a:ext>
              </a:extLst>
            </p:cNvPr>
            <p:cNvSpPr>
              <a:spLocks noGrp="1"/>
            </p:cNvSpPr>
            <p:nvPr/>
          </p:nvSpPr>
          <p:spPr>
            <a:xfrm>
              <a:off x="637087" y="769832"/>
              <a:ext cx="98817" cy="89864"/>
            </a:xfrm>
            <a:prstGeom prst="ellipse">
              <a:avLst/>
            </a:prstGeom>
            <a:gradFill>
              <a:gsLst>
                <a:gs pos="0">
                  <a:srgbClr val="E5F0FF">
                    <a:alpha val="60500"/>
                  </a:srgbClr>
                </a:gs>
                <a:gs pos="48000">
                  <a:srgbClr val="7EABDF">
                    <a:alpha val="66000"/>
                  </a:srgbClr>
                </a:gs>
                <a:gs pos="100000">
                  <a:srgbClr val="7EABDF">
                    <a:alpha val="38500"/>
                  </a:srgbClr>
                </a:gs>
              </a:gsLst>
              <a:lin ang="8400000"/>
            </a:gradFill>
            <a:ln w="2391">
              <a:noFill/>
            </a:ln>
            <a:effectLst>
              <a:softEdge rad="4320"/>
            </a:effectLst>
          </p:spPr>
        </p:sp>
        <p:sp>
          <p:nvSpPr>
            <p:cNvPr id="934" name="asset_3412_13">
              <a:extLst>
                <a:ext uri="{FF2B5EF4-FFF2-40B4-BE49-F238E27FC236}">
                  <a16:creationId xmlns:a16="http://schemas.microsoft.com/office/drawing/2014/main" id="{1462606B-5933-4378-98D8-405FFD7D049A}"/>
                </a:ext>
              </a:extLst>
            </p:cNvPr>
            <p:cNvSpPr>
              <a:spLocks noGrp="1"/>
            </p:cNvSpPr>
            <p:nvPr/>
          </p:nvSpPr>
          <p:spPr>
            <a:xfrm>
              <a:off x="652907" y="816423"/>
              <a:ext cx="63214" cy="5748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5" name="asset_3412_14">
              <a:extLst>
                <a:ext uri="{FF2B5EF4-FFF2-40B4-BE49-F238E27FC236}">
                  <a16:creationId xmlns:a16="http://schemas.microsoft.com/office/drawing/2014/main" id="{9A5B65D7-2986-4411-A8F8-4B5253C495F5}"/>
                </a:ext>
              </a:extLst>
            </p:cNvPr>
            <p:cNvSpPr>
              <a:spLocks noGrp="1"/>
            </p:cNvSpPr>
            <p:nvPr/>
          </p:nvSpPr>
          <p:spPr>
            <a:xfrm>
              <a:off x="647190" y="875063"/>
              <a:ext cx="69847" cy="6351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6" name="asset_3412_15">
              <a:extLst>
                <a:ext uri="{FF2B5EF4-FFF2-40B4-BE49-F238E27FC236}">
                  <a16:creationId xmlns:a16="http://schemas.microsoft.com/office/drawing/2014/main" id="{0F56588A-1064-4188-A199-BFFC23EAF27E}"/>
                </a:ext>
              </a:extLst>
            </p:cNvPr>
            <p:cNvSpPr>
              <a:spLocks noGrp="1"/>
            </p:cNvSpPr>
            <p:nvPr/>
          </p:nvSpPr>
          <p:spPr>
            <a:xfrm>
              <a:off x="700049" y="785517"/>
              <a:ext cx="49631" cy="4513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7" name="asset_3412_16">
              <a:extLst>
                <a:ext uri="{FF2B5EF4-FFF2-40B4-BE49-F238E27FC236}">
                  <a16:creationId xmlns:a16="http://schemas.microsoft.com/office/drawing/2014/main" id="{12432FAC-7BD8-4678-A3B9-863B49C6058D}"/>
                </a:ext>
              </a:extLst>
            </p:cNvPr>
            <p:cNvSpPr>
              <a:spLocks noGrp="1"/>
            </p:cNvSpPr>
            <p:nvPr/>
          </p:nvSpPr>
          <p:spPr>
            <a:xfrm>
              <a:off x="668307" y="764705"/>
              <a:ext cx="50529" cy="459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8" name="asset_3412_17">
              <a:extLst>
                <a:ext uri="{FF2B5EF4-FFF2-40B4-BE49-F238E27FC236}">
                  <a16:creationId xmlns:a16="http://schemas.microsoft.com/office/drawing/2014/main" id="{BD5FCCF1-7733-4D14-AE1A-E4C985C7EE44}"/>
                </a:ext>
              </a:extLst>
            </p:cNvPr>
            <p:cNvSpPr>
              <a:spLocks noGrp="1"/>
            </p:cNvSpPr>
            <p:nvPr/>
          </p:nvSpPr>
          <p:spPr>
            <a:xfrm>
              <a:off x="598732" y="837647"/>
              <a:ext cx="46888" cy="4263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39" name="asset_3412_18">
              <a:extLst>
                <a:ext uri="{FF2B5EF4-FFF2-40B4-BE49-F238E27FC236}">
                  <a16:creationId xmlns:a16="http://schemas.microsoft.com/office/drawing/2014/main" id="{6048EA91-8693-432F-AC15-C41215A9067F}"/>
                </a:ext>
              </a:extLst>
            </p:cNvPr>
            <p:cNvSpPr>
              <a:spLocks noGrp="1"/>
            </p:cNvSpPr>
            <p:nvPr/>
          </p:nvSpPr>
          <p:spPr>
            <a:xfrm>
              <a:off x="687984" y="869189"/>
              <a:ext cx="66275" cy="6027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0" name="asset_3412_19">
              <a:extLst>
                <a:ext uri="{FF2B5EF4-FFF2-40B4-BE49-F238E27FC236}">
                  <a16:creationId xmlns:a16="http://schemas.microsoft.com/office/drawing/2014/main" id="{7210501F-D7C9-46D4-9154-F56363834A31}"/>
                </a:ext>
              </a:extLst>
            </p:cNvPr>
            <p:cNvSpPr>
              <a:spLocks noGrp="1"/>
            </p:cNvSpPr>
            <p:nvPr/>
          </p:nvSpPr>
          <p:spPr>
            <a:xfrm>
              <a:off x="716694" y="770836"/>
              <a:ext cx="57501" cy="5229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1" name="asset_3412_20">
              <a:extLst>
                <a:ext uri="{FF2B5EF4-FFF2-40B4-BE49-F238E27FC236}">
                  <a16:creationId xmlns:a16="http://schemas.microsoft.com/office/drawing/2014/main" id="{C35CF444-9835-4E1A-8E32-DD5EE2BFF667}"/>
                </a:ext>
              </a:extLst>
            </p:cNvPr>
            <p:cNvSpPr>
              <a:spLocks noGrp="1"/>
            </p:cNvSpPr>
            <p:nvPr/>
          </p:nvSpPr>
          <p:spPr>
            <a:xfrm>
              <a:off x="636511" y="805030"/>
              <a:ext cx="45388" cy="4127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2" name="asset_3412_21">
              <a:extLst>
                <a:ext uri="{FF2B5EF4-FFF2-40B4-BE49-F238E27FC236}">
                  <a16:creationId xmlns:a16="http://schemas.microsoft.com/office/drawing/2014/main" id="{537B45D2-8A8F-4895-9EF4-F71FCF8FC1C4}"/>
                </a:ext>
              </a:extLst>
            </p:cNvPr>
            <p:cNvSpPr>
              <a:spLocks noGrp="1"/>
            </p:cNvSpPr>
            <p:nvPr/>
          </p:nvSpPr>
          <p:spPr>
            <a:xfrm>
              <a:off x="638261" y="837680"/>
              <a:ext cx="63569" cy="578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3" name="asset_3412_22">
              <a:extLst>
                <a:ext uri="{FF2B5EF4-FFF2-40B4-BE49-F238E27FC236}">
                  <a16:creationId xmlns:a16="http://schemas.microsoft.com/office/drawing/2014/main" id="{01B29A90-8A29-498D-8C4C-B4C0C82BBF85}"/>
                </a:ext>
              </a:extLst>
            </p:cNvPr>
            <p:cNvSpPr>
              <a:spLocks noGrp="1"/>
            </p:cNvSpPr>
            <p:nvPr/>
          </p:nvSpPr>
          <p:spPr>
            <a:xfrm>
              <a:off x="674660" y="861103"/>
              <a:ext cx="45772" cy="4162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4" name="asset_3412_23">
              <a:extLst>
                <a:ext uri="{FF2B5EF4-FFF2-40B4-BE49-F238E27FC236}">
                  <a16:creationId xmlns:a16="http://schemas.microsoft.com/office/drawing/2014/main" id="{CD5EE331-7CE5-418A-892D-0B1825AEECE0}"/>
                </a:ext>
              </a:extLst>
            </p:cNvPr>
            <p:cNvSpPr>
              <a:spLocks noGrp="1"/>
            </p:cNvSpPr>
            <p:nvPr/>
          </p:nvSpPr>
          <p:spPr>
            <a:xfrm>
              <a:off x="704143" y="827603"/>
              <a:ext cx="69469" cy="6317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5" name="asset_3412_24">
              <a:extLst>
                <a:ext uri="{FF2B5EF4-FFF2-40B4-BE49-F238E27FC236}">
                  <a16:creationId xmlns:a16="http://schemas.microsoft.com/office/drawing/2014/main" id="{5205D58F-B718-4E1C-9D22-F8497A330E27}"/>
                </a:ext>
              </a:extLst>
            </p:cNvPr>
            <p:cNvSpPr>
              <a:spLocks noGrp="1"/>
            </p:cNvSpPr>
            <p:nvPr/>
          </p:nvSpPr>
          <p:spPr>
            <a:xfrm>
              <a:off x="645683" y="777258"/>
              <a:ext cx="70277" cy="6391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6" name="asset_3412_25">
              <a:extLst>
                <a:ext uri="{FF2B5EF4-FFF2-40B4-BE49-F238E27FC236}">
                  <a16:creationId xmlns:a16="http://schemas.microsoft.com/office/drawing/2014/main" id="{4EEF4E29-A6D2-4035-9956-3D95E964F2F7}"/>
                </a:ext>
              </a:extLst>
            </p:cNvPr>
            <p:cNvSpPr>
              <a:spLocks noGrp="1"/>
            </p:cNvSpPr>
            <p:nvPr/>
          </p:nvSpPr>
          <p:spPr>
            <a:xfrm>
              <a:off x="636623" y="808154"/>
              <a:ext cx="58960" cy="5361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7" name="asset_3412_26">
              <a:extLst>
                <a:ext uri="{FF2B5EF4-FFF2-40B4-BE49-F238E27FC236}">
                  <a16:creationId xmlns:a16="http://schemas.microsoft.com/office/drawing/2014/main" id="{D66CB7A1-F059-4A22-82EB-96DD80182102}"/>
                </a:ext>
              </a:extLst>
            </p:cNvPr>
            <p:cNvSpPr>
              <a:spLocks noGrp="1"/>
            </p:cNvSpPr>
            <p:nvPr/>
          </p:nvSpPr>
          <p:spPr>
            <a:xfrm>
              <a:off x="667301" y="867371"/>
              <a:ext cx="53284" cy="4845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8" name="asset_3412_27">
              <a:extLst>
                <a:ext uri="{FF2B5EF4-FFF2-40B4-BE49-F238E27FC236}">
                  <a16:creationId xmlns:a16="http://schemas.microsoft.com/office/drawing/2014/main" id="{FC37D6D5-B570-4927-9885-E8A5F8FD0D77}"/>
                </a:ext>
              </a:extLst>
            </p:cNvPr>
            <p:cNvSpPr>
              <a:spLocks noGrp="1"/>
            </p:cNvSpPr>
            <p:nvPr/>
          </p:nvSpPr>
          <p:spPr>
            <a:xfrm>
              <a:off x="714320" y="800679"/>
              <a:ext cx="52198" cy="4746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49" name="asset_3412_28">
              <a:extLst>
                <a:ext uri="{FF2B5EF4-FFF2-40B4-BE49-F238E27FC236}">
                  <a16:creationId xmlns:a16="http://schemas.microsoft.com/office/drawing/2014/main" id="{1FD0C4D3-F4DE-4269-B613-DE672FF97E40}"/>
                </a:ext>
              </a:extLst>
            </p:cNvPr>
            <p:cNvSpPr>
              <a:spLocks noGrp="1"/>
            </p:cNvSpPr>
            <p:nvPr/>
          </p:nvSpPr>
          <p:spPr>
            <a:xfrm>
              <a:off x="664541" y="787461"/>
              <a:ext cx="59784" cy="54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0" name="asset_3412_29">
              <a:extLst>
                <a:ext uri="{FF2B5EF4-FFF2-40B4-BE49-F238E27FC236}">
                  <a16:creationId xmlns:a16="http://schemas.microsoft.com/office/drawing/2014/main" id="{CF498178-8B93-4332-AEE4-F7CA96077D98}"/>
                </a:ext>
              </a:extLst>
            </p:cNvPr>
            <p:cNvSpPr>
              <a:spLocks noGrp="1"/>
            </p:cNvSpPr>
            <p:nvPr/>
          </p:nvSpPr>
          <p:spPr>
            <a:xfrm>
              <a:off x="576241" y="835825"/>
              <a:ext cx="69305" cy="6302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1" name="asset_3412_30">
              <a:extLst>
                <a:ext uri="{FF2B5EF4-FFF2-40B4-BE49-F238E27FC236}">
                  <a16:creationId xmlns:a16="http://schemas.microsoft.com/office/drawing/2014/main" id="{5225E879-79C5-47DD-A145-0BC833091673}"/>
                </a:ext>
              </a:extLst>
            </p:cNvPr>
            <p:cNvSpPr>
              <a:spLocks noGrp="1"/>
            </p:cNvSpPr>
            <p:nvPr/>
          </p:nvSpPr>
          <p:spPr>
            <a:xfrm>
              <a:off x="665124" y="849267"/>
              <a:ext cx="62193" cy="5655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2" name="asset_3412_31">
              <a:extLst>
                <a:ext uri="{FF2B5EF4-FFF2-40B4-BE49-F238E27FC236}">
                  <a16:creationId xmlns:a16="http://schemas.microsoft.com/office/drawing/2014/main" id="{6479CD47-E9D5-4525-821F-CEF084607013}"/>
                </a:ext>
              </a:extLst>
            </p:cNvPr>
            <p:cNvSpPr>
              <a:spLocks noGrp="1"/>
            </p:cNvSpPr>
            <p:nvPr/>
          </p:nvSpPr>
          <p:spPr>
            <a:xfrm>
              <a:off x="715191" y="783556"/>
              <a:ext cx="45416" cy="413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3" name="asset_3412_32">
              <a:extLst>
                <a:ext uri="{FF2B5EF4-FFF2-40B4-BE49-F238E27FC236}">
                  <a16:creationId xmlns:a16="http://schemas.microsoft.com/office/drawing/2014/main" id="{310AD0E1-EC81-4D3C-A6BD-4BB6A13229E6}"/>
                </a:ext>
              </a:extLst>
            </p:cNvPr>
            <p:cNvSpPr>
              <a:spLocks noGrp="1"/>
            </p:cNvSpPr>
            <p:nvPr/>
          </p:nvSpPr>
          <p:spPr>
            <a:xfrm>
              <a:off x="643912" y="818051"/>
              <a:ext cx="55636" cy="505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4" name="asset_3412_33">
              <a:extLst>
                <a:ext uri="{FF2B5EF4-FFF2-40B4-BE49-F238E27FC236}">
                  <a16:creationId xmlns:a16="http://schemas.microsoft.com/office/drawing/2014/main" id="{ACBA6F3F-31A3-40BB-A78F-6EACA0DABA2B}"/>
                </a:ext>
              </a:extLst>
            </p:cNvPr>
            <p:cNvSpPr>
              <a:spLocks noGrp="1"/>
            </p:cNvSpPr>
            <p:nvPr/>
          </p:nvSpPr>
          <p:spPr>
            <a:xfrm>
              <a:off x="625304" y="849053"/>
              <a:ext cx="66884" cy="6082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5" name="asset_3412_34">
              <a:extLst>
                <a:ext uri="{FF2B5EF4-FFF2-40B4-BE49-F238E27FC236}">
                  <a16:creationId xmlns:a16="http://schemas.microsoft.com/office/drawing/2014/main" id="{9361712E-1C85-4C4D-A163-0F008BDFC6FD}"/>
                </a:ext>
              </a:extLst>
            </p:cNvPr>
            <p:cNvSpPr>
              <a:spLocks noGrp="1"/>
            </p:cNvSpPr>
            <p:nvPr/>
          </p:nvSpPr>
          <p:spPr>
            <a:xfrm>
              <a:off x="692647" y="892243"/>
              <a:ext cx="65438" cy="595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6" name="asset_3412_35">
              <a:extLst>
                <a:ext uri="{FF2B5EF4-FFF2-40B4-BE49-F238E27FC236}">
                  <a16:creationId xmlns:a16="http://schemas.microsoft.com/office/drawing/2014/main" id="{A0F45E33-3F7A-4F31-A06D-EFA466E0B322}"/>
                </a:ext>
              </a:extLst>
            </p:cNvPr>
            <p:cNvSpPr>
              <a:spLocks noGrp="1"/>
            </p:cNvSpPr>
            <p:nvPr/>
          </p:nvSpPr>
          <p:spPr>
            <a:xfrm>
              <a:off x="706491" y="838391"/>
              <a:ext cx="60698" cy="55198"/>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7" name="asset_3412_36">
              <a:extLst>
                <a:ext uri="{FF2B5EF4-FFF2-40B4-BE49-F238E27FC236}">
                  <a16:creationId xmlns:a16="http://schemas.microsoft.com/office/drawing/2014/main" id="{E545C6E9-A62D-4B34-B324-48C19B40E00A}"/>
                </a:ext>
              </a:extLst>
            </p:cNvPr>
            <p:cNvSpPr>
              <a:spLocks noGrp="1"/>
            </p:cNvSpPr>
            <p:nvPr/>
          </p:nvSpPr>
          <p:spPr>
            <a:xfrm>
              <a:off x="681883" y="811712"/>
              <a:ext cx="50698" cy="4610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8" name="asset_3412_37">
              <a:extLst>
                <a:ext uri="{FF2B5EF4-FFF2-40B4-BE49-F238E27FC236}">
                  <a16:creationId xmlns:a16="http://schemas.microsoft.com/office/drawing/2014/main" id="{E3C7F907-F954-41E4-A34F-E04D93929CC5}"/>
                </a:ext>
              </a:extLst>
            </p:cNvPr>
            <p:cNvSpPr>
              <a:spLocks noGrp="1"/>
            </p:cNvSpPr>
            <p:nvPr/>
          </p:nvSpPr>
          <p:spPr>
            <a:xfrm>
              <a:off x="611001" y="846854"/>
              <a:ext cx="47559" cy="43250"/>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59" name="asset_3412_38">
              <a:extLst>
                <a:ext uri="{FF2B5EF4-FFF2-40B4-BE49-F238E27FC236}">
                  <a16:creationId xmlns:a16="http://schemas.microsoft.com/office/drawing/2014/main" id="{B78E3EAE-6C9E-48CE-A887-AF88FF3190A7}"/>
                </a:ext>
              </a:extLst>
            </p:cNvPr>
            <p:cNvSpPr>
              <a:spLocks noGrp="1"/>
            </p:cNvSpPr>
            <p:nvPr/>
          </p:nvSpPr>
          <p:spPr>
            <a:xfrm>
              <a:off x="684330" y="904706"/>
              <a:ext cx="51698" cy="470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0" name="asset_3412_39">
              <a:extLst>
                <a:ext uri="{FF2B5EF4-FFF2-40B4-BE49-F238E27FC236}">
                  <a16:creationId xmlns:a16="http://schemas.microsoft.com/office/drawing/2014/main" id="{7DA969D7-C5D7-486D-9AB8-BC9EF33D9B88}"/>
                </a:ext>
              </a:extLst>
            </p:cNvPr>
            <p:cNvSpPr>
              <a:spLocks noGrp="1"/>
            </p:cNvSpPr>
            <p:nvPr/>
          </p:nvSpPr>
          <p:spPr>
            <a:xfrm>
              <a:off x="683741" y="814489"/>
              <a:ext cx="62909" cy="5720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1" name="asset_3412_40">
              <a:extLst>
                <a:ext uri="{FF2B5EF4-FFF2-40B4-BE49-F238E27FC236}">
                  <a16:creationId xmlns:a16="http://schemas.microsoft.com/office/drawing/2014/main" id="{545C7CB2-5E10-42A0-AE6D-7385490B44A4}"/>
                </a:ext>
              </a:extLst>
            </p:cNvPr>
            <p:cNvSpPr>
              <a:spLocks noGrp="1"/>
            </p:cNvSpPr>
            <p:nvPr/>
          </p:nvSpPr>
          <p:spPr>
            <a:xfrm>
              <a:off x="637639" y="761786"/>
              <a:ext cx="63135" cy="57414"/>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2" name="asset_3412_41">
              <a:extLst>
                <a:ext uri="{FF2B5EF4-FFF2-40B4-BE49-F238E27FC236}">
                  <a16:creationId xmlns:a16="http://schemas.microsoft.com/office/drawing/2014/main" id="{5E854554-5E3C-4588-B0ED-65FEBEDFDCE7}"/>
                </a:ext>
              </a:extLst>
            </p:cNvPr>
            <p:cNvSpPr>
              <a:spLocks noGrp="1"/>
            </p:cNvSpPr>
            <p:nvPr/>
          </p:nvSpPr>
          <p:spPr>
            <a:xfrm>
              <a:off x="617210" y="858848"/>
              <a:ext cx="63505" cy="5775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3" name="asset_3412_42">
              <a:extLst>
                <a:ext uri="{FF2B5EF4-FFF2-40B4-BE49-F238E27FC236}">
                  <a16:creationId xmlns:a16="http://schemas.microsoft.com/office/drawing/2014/main" id="{88D26391-0484-4A0D-8947-10DDE3AFE1AE}"/>
                </a:ext>
              </a:extLst>
            </p:cNvPr>
            <p:cNvSpPr>
              <a:spLocks noGrp="1"/>
            </p:cNvSpPr>
            <p:nvPr/>
          </p:nvSpPr>
          <p:spPr>
            <a:xfrm>
              <a:off x="644378" y="873143"/>
              <a:ext cx="46459" cy="4224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4" name="asset_3412_43">
              <a:extLst>
                <a:ext uri="{FF2B5EF4-FFF2-40B4-BE49-F238E27FC236}">
                  <a16:creationId xmlns:a16="http://schemas.microsoft.com/office/drawing/2014/main" id="{D296FDD4-23D2-45B7-9FF3-E27F787D660C}"/>
                </a:ext>
              </a:extLst>
            </p:cNvPr>
            <p:cNvSpPr>
              <a:spLocks noGrp="1"/>
            </p:cNvSpPr>
            <p:nvPr/>
          </p:nvSpPr>
          <p:spPr>
            <a:xfrm>
              <a:off x="713957" y="785065"/>
              <a:ext cx="64210" cy="5839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5" name="asset_3412_44">
              <a:extLst>
                <a:ext uri="{FF2B5EF4-FFF2-40B4-BE49-F238E27FC236}">
                  <a16:creationId xmlns:a16="http://schemas.microsoft.com/office/drawing/2014/main" id="{EF19E3E1-E200-43A6-A171-5B9AE6307115}"/>
                </a:ext>
              </a:extLst>
            </p:cNvPr>
            <p:cNvSpPr>
              <a:spLocks noGrp="1"/>
            </p:cNvSpPr>
            <p:nvPr/>
          </p:nvSpPr>
          <p:spPr>
            <a:xfrm>
              <a:off x="627295" y="768401"/>
              <a:ext cx="71417" cy="64946"/>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6" name="asset_3412_45">
              <a:extLst>
                <a:ext uri="{FF2B5EF4-FFF2-40B4-BE49-F238E27FC236}">
                  <a16:creationId xmlns:a16="http://schemas.microsoft.com/office/drawing/2014/main" id="{64AC7D4B-9025-46AF-8A10-A47D4828F877}"/>
                </a:ext>
              </a:extLst>
            </p:cNvPr>
            <p:cNvSpPr>
              <a:spLocks noGrp="1"/>
            </p:cNvSpPr>
            <p:nvPr/>
          </p:nvSpPr>
          <p:spPr>
            <a:xfrm>
              <a:off x="662127" y="830807"/>
              <a:ext cx="45722" cy="41579"/>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7" name="asset_3412_46">
              <a:extLst>
                <a:ext uri="{FF2B5EF4-FFF2-40B4-BE49-F238E27FC236}">
                  <a16:creationId xmlns:a16="http://schemas.microsoft.com/office/drawing/2014/main" id="{B32E27BE-3649-40E9-BC53-D6D176B565CE}"/>
                </a:ext>
              </a:extLst>
            </p:cNvPr>
            <p:cNvSpPr>
              <a:spLocks noGrp="1"/>
            </p:cNvSpPr>
            <p:nvPr/>
          </p:nvSpPr>
          <p:spPr>
            <a:xfrm>
              <a:off x="674690" y="890903"/>
              <a:ext cx="54138" cy="49233"/>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8" name="asset_3412_47">
              <a:extLst>
                <a:ext uri="{FF2B5EF4-FFF2-40B4-BE49-F238E27FC236}">
                  <a16:creationId xmlns:a16="http://schemas.microsoft.com/office/drawing/2014/main" id="{79AD6BB7-7261-44B4-B8FC-2B10EE128DF9}"/>
                </a:ext>
              </a:extLst>
            </p:cNvPr>
            <p:cNvSpPr>
              <a:spLocks noGrp="1"/>
            </p:cNvSpPr>
            <p:nvPr/>
          </p:nvSpPr>
          <p:spPr>
            <a:xfrm>
              <a:off x="728838" y="783316"/>
              <a:ext cx="70817" cy="64401"/>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69" name="asset_3412_48">
              <a:extLst>
                <a:ext uri="{FF2B5EF4-FFF2-40B4-BE49-F238E27FC236}">
                  <a16:creationId xmlns:a16="http://schemas.microsoft.com/office/drawing/2014/main" id="{C4A517CB-22E7-46FF-B7CE-F77262ECF306}"/>
                </a:ext>
              </a:extLst>
            </p:cNvPr>
            <p:cNvSpPr>
              <a:spLocks noGrp="1"/>
            </p:cNvSpPr>
            <p:nvPr/>
          </p:nvSpPr>
          <p:spPr>
            <a:xfrm>
              <a:off x="645703" y="808300"/>
              <a:ext cx="67481" cy="6136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0" name="asset_3412_49">
              <a:extLst>
                <a:ext uri="{FF2B5EF4-FFF2-40B4-BE49-F238E27FC236}">
                  <a16:creationId xmlns:a16="http://schemas.microsoft.com/office/drawing/2014/main" id="{8D3A1565-4090-4638-B9AE-985BC778A5DD}"/>
                </a:ext>
              </a:extLst>
            </p:cNvPr>
            <p:cNvSpPr>
              <a:spLocks noGrp="1"/>
            </p:cNvSpPr>
            <p:nvPr/>
          </p:nvSpPr>
          <p:spPr>
            <a:xfrm>
              <a:off x="594776" y="839283"/>
              <a:ext cx="49260" cy="44797"/>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1" name="asset_3412_50">
              <a:extLst>
                <a:ext uri="{FF2B5EF4-FFF2-40B4-BE49-F238E27FC236}">
                  <a16:creationId xmlns:a16="http://schemas.microsoft.com/office/drawing/2014/main" id="{978EB237-A986-4756-BB58-571E1E957CAF}"/>
                </a:ext>
              </a:extLst>
            </p:cNvPr>
            <p:cNvSpPr>
              <a:spLocks noGrp="1"/>
            </p:cNvSpPr>
            <p:nvPr/>
          </p:nvSpPr>
          <p:spPr>
            <a:xfrm>
              <a:off x="654900" y="864265"/>
              <a:ext cx="67622" cy="61495"/>
            </a:xfrm>
            <a:prstGeom prst="ellipse">
              <a:avLst/>
            </a:prstGeom>
            <a:gradFill>
              <a:gsLst>
                <a:gs pos="0">
                  <a:srgbClr val="DCEAFF">
                    <a:alpha val="69300"/>
                  </a:srgbClr>
                </a:gs>
                <a:gs pos="52000">
                  <a:srgbClr val="7EABDF">
                    <a:alpha val="80300"/>
                  </a:srgbClr>
                </a:gs>
                <a:gs pos="100000">
                  <a:srgbClr val="7EABDF">
                    <a:alpha val="46200"/>
                  </a:srgbClr>
                </a:gs>
              </a:gsLst>
              <a:lin ang="7500000"/>
            </a:gradFill>
            <a:ln w="2391">
              <a:noFill/>
            </a:ln>
            <a:effectLst>
              <a:softEdge rad="4320"/>
            </a:effectLst>
          </p:spPr>
        </p:sp>
        <p:sp>
          <p:nvSpPr>
            <p:cNvPr id="972" name="asset_3412_51">
              <a:extLst>
                <a:ext uri="{FF2B5EF4-FFF2-40B4-BE49-F238E27FC236}">
                  <a16:creationId xmlns:a16="http://schemas.microsoft.com/office/drawing/2014/main" id="{7351A4D0-5D28-499B-A47C-95178006B573}"/>
                </a:ext>
              </a:extLst>
            </p:cNvPr>
            <p:cNvSpPr>
              <a:spLocks noGrp="1"/>
            </p:cNvSpPr>
            <p:nvPr/>
          </p:nvSpPr>
          <p:spPr>
            <a:xfrm>
              <a:off x="571680" y="77977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973" name="a | density cube M_diff | v4 editable"/>
          <p:cNvGrpSpPr/>
          <p:nvPr/>
        </p:nvGrpSpPr>
        <p:grpSpPr>
          <a:xfrm>
            <a:off x="1475540" y="831996"/>
            <a:ext cx="206784" cy="185747"/>
            <a:chOff x="160920" y="1176120"/>
            <a:chExt cx="285840" cy="256320"/>
          </a:xfrm>
        </p:grpSpPr>
        <p:sp>
          <p:nvSpPr>
            <p:cNvPr id="974" name="asset_3413_0">
              <a:extLst>
                <a:ext uri="{FF2B5EF4-FFF2-40B4-BE49-F238E27FC236}">
                  <a16:creationId xmlns:a16="http://schemas.microsoft.com/office/drawing/2014/main" id="{96AF6377-EF2A-4F71-BD12-BAECE2166337}"/>
                </a:ext>
              </a:extLst>
            </p:cNvPr>
            <p:cNvSpPr>
              <a:spLocks noGrp="1"/>
            </p:cNvSpPr>
            <p:nvPr/>
          </p:nvSpPr>
          <p:spPr>
            <a:xfrm>
              <a:off x="16092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975" name="asset_3413_1">
              <a:extLst>
                <a:ext uri="{FF2B5EF4-FFF2-40B4-BE49-F238E27FC236}">
                  <a16:creationId xmlns:a16="http://schemas.microsoft.com/office/drawing/2014/main" id="{2DD5CEBF-F20D-4AD5-A6DD-D474845D2E78}"/>
                </a:ext>
              </a:extLst>
            </p:cNvPr>
            <p:cNvSpPr>
              <a:spLocks noGrp="1"/>
            </p:cNvSpPr>
            <p:nvPr/>
          </p:nvSpPr>
          <p:spPr>
            <a:xfrm>
              <a:off x="39245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976" name="asset_3413_2">
              <a:extLst>
                <a:ext uri="{FF2B5EF4-FFF2-40B4-BE49-F238E27FC236}">
                  <a16:creationId xmlns:a16="http://schemas.microsoft.com/office/drawing/2014/main" id="{DE71FA0F-2768-41D1-9C61-20D86FB6F904}"/>
                </a:ext>
              </a:extLst>
            </p:cNvPr>
            <p:cNvSpPr>
              <a:spLocks noGrp="1"/>
            </p:cNvSpPr>
            <p:nvPr/>
          </p:nvSpPr>
          <p:spPr>
            <a:xfrm>
              <a:off x="160920" y="1219694"/>
              <a:ext cx="231530" cy="212746"/>
            </a:xfrm>
            <a:prstGeom prst="rect">
              <a:avLst/>
            </a:prstGeom>
            <a:solidFill>
              <a:srgbClr val="E7F1FC">
                <a:alpha val="20000"/>
              </a:srgbClr>
            </a:solidFill>
            <a:ln w="1524">
              <a:solidFill>
                <a:srgbClr val="87ADD3"/>
              </a:solidFill>
            </a:ln>
          </p:spPr>
        </p:sp>
        <p:sp>
          <p:nvSpPr>
            <p:cNvPr id="977" name="asset_3413_3">
              <a:extLst>
                <a:ext uri="{FF2B5EF4-FFF2-40B4-BE49-F238E27FC236}">
                  <a16:creationId xmlns:a16="http://schemas.microsoft.com/office/drawing/2014/main" id="{7F684624-DE3A-4FF6-A73D-37C445214E83}"/>
                </a:ext>
              </a:extLst>
            </p:cNvPr>
            <p:cNvSpPr>
              <a:spLocks noGrp="1"/>
            </p:cNvSpPr>
            <p:nvPr/>
          </p:nvSpPr>
          <p:spPr>
            <a:xfrm>
              <a:off x="218803" y="1219694"/>
              <a:ext cx="4" cy="212746"/>
            </a:xfrm>
            <a:prstGeom prst="line">
              <a:avLst/>
            </a:prstGeom>
            <a:noFill/>
            <a:ln w="1118">
              <a:solidFill>
                <a:srgbClr val="C9DEED">
                  <a:alpha val="33000"/>
                </a:srgbClr>
              </a:solidFill>
            </a:ln>
          </p:spPr>
        </p:sp>
        <p:sp>
          <p:nvSpPr>
            <p:cNvPr id="978" name="asset_3413_4">
              <a:extLst>
                <a:ext uri="{FF2B5EF4-FFF2-40B4-BE49-F238E27FC236}">
                  <a16:creationId xmlns:a16="http://schemas.microsoft.com/office/drawing/2014/main" id="{4AAA1139-87AE-4CFB-BFFB-B62CD7CF29BA}"/>
                </a:ext>
              </a:extLst>
            </p:cNvPr>
            <p:cNvSpPr>
              <a:spLocks noGrp="1"/>
            </p:cNvSpPr>
            <p:nvPr/>
          </p:nvSpPr>
          <p:spPr>
            <a:xfrm>
              <a:off x="160920" y="1272881"/>
              <a:ext cx="231530" cy="4"/>
            </a:xfrm>
            <a:prstGeom prst="line">
              <a:avLst/>
            </a:prstGeom>
            <a:noFill/>
            <a:ln w="1118">
              <a:solidFill>
                <a:srgbClr val="C9DEED">
                  <a:alpha val="33000"/>
                </a:srgbClr>
              </a:solidFill>
            </a:ln>
          </p:spPr>
        </p:sp>
        <p:sp>
          <p:nvSpPr>
            <p:cNvPr id="979" name="asset_3413_5">
              <a:extLst>
                <a:ext uri="{FF2B5EF4-FFF2-40B4-BE49-F238E27FC236}">
                  <a16:creationId xmlns:a16="http://schemas.microsoft.com/office/drawing/2014/main" id="{67D24C1C-B50F-4C5E-A90A-9B2A56F9A39C}"/>
                </a:ext>
              </a:extLst>
            </p:cNvPr>
            <p:cNvSpPr>
              <a:spLocks noGrp="1"/>
            </p:cNvSpPr>
            <p:nvPr/>
          </p:nvSpPr>
          <p:spPr>
            <a:xfrm>
              <a:off x="276685" y="1219694"/>
              <a:ext cx="4" cy="212746"/>
            </a:xfrm>
            <a:prstGeom prst="line">
              <a:avLst/>
            </a:prstGeom>
            <a:noFill/>
            <a:ln w="1118">
              <a:solidFill>
                <a:srgbClr val="C9DEED">
                  <a:alpha val="33000"/>
                </a:srgbClr>
              </a:solidFill>
            </a:ln>
          </p:spPr>
        </p:sp>
        <p:sp>
          <p:nvSpPr>
            <p:cNvPr id="980" name="asset_3413_6">
              <a:extLst>
                <a:ext uri="{FF2B5EF4-FFF2-40B4-BE49-F238E27FC236}">
                  <a16:creationId xmlns:a16="http://schemas.microsoft.com/office/drawing/2014/main" id="{DECE3536-2EF3-4C9D-8AC7-B33FF5992C43}"/>
                </a:ext>
              </a:extLst>
            </p:cNvPr>
            <p:cNvSpPr>
              <a:spLocks noGrp="1"/>
            </p:cNvSpPr>
            <p:nvPr/>
          </p:nvSpPr>
          <p:spPr>
            <a:xfrm>
              <a:off x="160920" y="1326067"/>
              <a:ext cx="231530" cy="4"/>
            </a:xfrm>
            <a:prstGeom prst="line">
              <a:avLst/>
            </a:prstGeom>
            <a:noFill/>
            <a:ln w="1118">
              <a:solidFill>
                <a:srgbClr val="C9DEED">
                  <a:alpha val="33000"/>
                </a:srgbClr>
              </a:solidFill>
            </a:ln>
          </p:spPr>
        </p:sp>
        <p:sp>
          <p:nvSpPr>
            <p:cNvPr id="981" name="asset_3413_7">
              <a:extLst>
                <a:ext uri="{FF2B5EF4-FFF2-40B4-BE49-F238E27FC236}">
                  <a16:creationId xmlns:a16="http://schemas.microsoft.com/office/drawing/2014/main" id="{A92CB793-5553-4348-873B-7675EF567C36}"/>
                </a:ext>
              </a:extLst>
            </p:cNvPr>
            <p:cNvSpPr>
              <a:spLocks noGrp="1"/>
            </p:cNvSpPr>
            <p:nvPr/>
          </p:nvSpPr>
          <p:spPr>
            <a:xfrm>
              <a:off x="334568" y="1219694"/>
              <a:ext cx="4" cy="212746"/>
            </a:xfrm>
            <a:prstGeom prst="line">
              <a:avLst/>
            </a:prstGeom>
            <a:noFill/>
            <a:ln w="1118">
              <a:solidFill>
                <a:srgbClr val="C9DEED">
                  <a:alpha val="33000"/>
                </a:srgbClr>
              </a:solidFill>
            </a:ln>
          </p:spPr>
        </p:sp>
        <p:sp>
          <p:nvSpPr>
            <p:cNvPr id="982" name="asset_3413_8">
              <a:extLst>
                <a:ext uri="{FF2B5EF4-FFF2-40B4-BE49-F238E27FC236}">
                  <a16:creationId xmlns:a16="http://schemas.microsoft.com/office/drawing/2014/main" id="{D2B04B1D-09B6-48F5-A36F-3F5A06CC447D}"/>
                </a:ext>
              </a:extLst>
            </p:cNvPr>
            <p:cNvSpPr>
              <a:spLocks noGrp="1"/>
            </p:cNvSpPr>
            <p:nvPr/>
          </p:nvSpPr>
          <p:spPr>
            <a:xfrm>
              <a:off x="160920" y="1379254"/>
              <a:ext cx="231530" cy="4"/>
            </a:xfrm>
            <a:prstGeom prst="line">
              <a:avLst/>
            </a:prstGeom>
            <a:noFill/>
            <a:ln w="1118">
              <a:solidFill>
                <a:srgbClr val="C9DEED">
                  <a:alpha val="33000"/>
                </a:srgbClr>
              </a:solidFill>
            </a:ln>
          </p:spPr>
        </p:sp>
        <p:sp>
          <p:nvSpPr>
            <p:cNvPr id="983" name="asset_3413_9">
              <a:extLst>
                <a:ext uri="{FF2B5EF4-FFF2-40B4-BE49-F238E27FC236}">
                  <a16:creationId xmlns:a16="http://schemas.microsoft.com/office/drawing/2014/main" id="{8DF44446-12A1-462E-8F3F-3B80853D0AAB}"/>
                </a:ext>
              </a:extLst>
            </p:cNvPr>
            <p:cNvSpPr>
              <a:spLocks noGrp="1"/>
            </p:cNvSpPr>
            <p:nvPr/>
          </p:nvSpPr>
          <p:spPr>
            <a:xfrm>
              <a:off x="181410" y="1248557"/>
              <a:ext cx="107801" cy="9803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4" name="asset_3413_10">
              <a:extLst>
                <a:ext uri="{FF2B5EF4-FFF2-40B4-BE49-F238E27FC236}">
                  <a16:creationId xmlns:a16="http://schemas.microsoft.com/office/drawing/2014/main" id="{4F0BD022-5188-411F-B95B-322F583F3798}"/>
                </a:ext>
              </a:extLst>
            </p:cNvPr>
            <p:cNvSpPr>
              <a:spLocks noGrp="1"/>
            </p:cNvSpPr>
            <p:nvPr/>
          </p:nvSpPr>
          <p:spPr>
            <a:xfrm>
              <a:off x="230819" y="1277150"/>
              <a:ext cx="116784" cy="106203"/>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5" name="asset_3413_11">
              <a:extLst>
                <a:ext uri="{FF2B5EF4-FFF2-40B4-BE49-F238E27FC236}">
                  <a16:creationId xmlns:a16="http://schemas.microsoft.com/office/drawing/2014/main" id="{0F247497-D37D-43FD-AE5A-810E9FFCC67B}"/>
                </a:ext>
              </a:extLst>
            </p:cNvPr>
            <p:cNvSpPr>
              <a:spLocks noGrp="1"/>
            </p:cNvSpPr>
            <p:nvPr/>
          </p:nvSpPr>
          <p:spPr>
            <a:xfrm>
              <a:off x="273490" y="1224049"/>
              <a:ext cx="103309" cy="93948"/>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6" name="asset_3413_12">
              <a:extLst>
                <a:ext uri="{FF2B5EF4-FFF2-40B4-BE49-F238E27FC236}">
                  <a16:creationId xmlns:a16="http://schemas.microsoft.com/office/drawing/2014/main" id="{F65A6389-FBB4-415F-9979-67939D96B227}"/>
                </a:ext>
              </a:extLst>
            </p:cNvPr>
            <p:cNvSpPr>
              <a:spLocks noGrp="1"/>
            </p:cNvSpPr>
            <p:nvPr/>
          </p:nvSpPr>
          <p:spPr>
            <a:xfrm>
              <a:off x="226327" y="1209752"/>
              <a:ext cx="98817" cy="89864"/>
            </a:xfrm>
            <a:prstGeom prst="ellipse">
              <a:avLst/>
            </a:prstGeom>
            <a:gradFill>
              <a:gsLst>
                <a:gs pos="0">
                  <a:srgbClr val="E5F0FF">
                    <a:alpha val="60500"/>
                  </a:srgbClr>
                </a:gs>
                <a:gs pos="48000">
                  <a:srgbClr val="CCAA80">
                    <a:alpha val="66000"/>
                  </a:srgbClr>
                </a:gs>
                <a:gs pos="100000">
                  <a:srgbClr val="CCAA80">
                    <a:alpha val="38500"/>
                  </a:srgbClr>
                </a:gs>
              </a:gsLst>
              <a:lin ang="8400000"/>
            </a:gradFill>
            <a:ln w="2391">
              <a:noFill/>
            </a:ln>
            <a:effectLst>
              <a:softEdge rad="4320"/>
            </a:effectLst>
          </p:spPr>
        </p:sp>
        <p:sp>
          <p:nvSpPr>
            <p:cNvPr id="987" name="asset_3413_13">
              <a:extLst>
                <a:ext uri="{FF2B5EF4-FFF2-40B4-BE49-F238E27FC236}">
                  <a16:creationId xmlns:a16="http://schemas.microsoft.com/office/drawing/2014/main" id="{740B05DB-45E1-4234-AEE0-1B4B35D70C20}"/>
                </a:ext>
              </a:extLst>
            </p:cNvPr>
            <p:cNvSpPr>
              <a:spLocks noGrp="1"/>
            </p:cNvSpPr>
            <p:nvPr/>
          </p:nvSpPr>
          <p:spPr>
            <a:xfrm>
              <a:off x="207275" y="1300939"/>
              <a:ext cx="47150" cy="4287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8" name="asset_3413_14">
              <a:extLst>
                <a:ext uri="{FF2B5EF4-FFF2-40B4-BE49-F238E27FC236}">
                  <a16:creationId xmlns:a16="http://schemas.microsoft.com/office/drawing/2014/main" id="{8BC20217-2C17-4622-812E-3CFE6816177C}"/>
                </a:ext>
              </a:extLst>
            </p:cNvPr>
            <p:cNvSpPr>
              <a:spLocks noGrp="1"/>
            </p:cNvSpPr>
            <p:nvPr/>
          </p:nvSpPr>
          <p:spPr>
            <a:xfrm>
              <a:off x="249679" y="1317917"/>
              <a:ext cx="47375" cy="430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89" name="asset_3413_15">
              <a:extLst>
                <a:ext uri="{FF2B5EF4-FFF2-40B4-BE49-F238E27FC236}">
                  <a16:creationId xmlns:a16="http://schemas.microsoft.com/office/drawing/2014/main" id="{CDDB59BD-30F3-4896-B509-D7D8701698E8}"/>
                </a:ext>
              </a:extLst>
            </p:cNvPr>
            <p:cNvSpPr>
              <a:spLocks noGrp="1"/>
            </p:cNvSpPr>
            <p:nvPr/>
          </p:nvSpPr>
          <p:spPr>
            <a:xfrm>
              <a:off x="324273" y="1227294"/>
              <a:ext cx="38104" cy="3465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0" name="asset_3413_16">
              <a:extLst>
                <a:ext uri="{FF2B5EF4-FFF2-40B4-BE49-F238E27FC236}">
                  <a16:creationId xmlns:a16="http://schemas.microsoft.com/office/drawing/2014/main" id="{57054316-E387-47F0-AB89-326BB3EEA95F}"/>
                </a:ext>
              </a:extLst>
            </p:cNvPr>
            <p:cNvSpPr>
              <a:spLocks noGrp="1"/>
            </p:cNvSpPr>
            <p:nvPr/>
          </p:nvSpPr>
          <p:spPr>
            <a:xfrm>
              <a:off x="225774" y="1232818"/>
              <a:ext cx="35291" cy="3209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1" name="asset_3413_17">
              <a:extLst>
                <a:ext uri="{FF2B5EF4-FFF2-40B4-BE49-F238E27FC236}">
                  <a16:creationId xmlns:a16="http://schemas.microsoft.com/office/drawing/2014/main" id="{6C030053-39ED-41B2-9891-40C9E9F025F0}"/>
                </a:ext>
              </a:extLst>
            </p:cNvPr>
            <p:cNvSpPr>
              <a:spLocks noGrp="1"/>
            </p:cNvSpPr>
            <p:nvPr/>
          </p:nvSpPr>
          <p:spPr>
            <a:xfrm>
              <a:off x="197942" y="1264452"/>
              <a:ext cx="55295" cy="502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2" name="asset_3413_18">
              <a:extLst>
                <a:ext uri="{FF2B5EF4-FFF2-40B4-BE49-F238E27FC236}">
                  <a16:creationId xmlns:a16="http://schemas.microsoft.com/office/drawing/2014/main" id="{2B0479E9-9746-4647-AB5F-66C08D087E63}"/>
                </a:ext>
              </a:extLst>
            </p:cNvPr>
            <p:cNvSpPr>
              <a:spLocks noGrp="1"/>
            </p:cNvSpPr>
            <p:nvPr/>
          </p:nvSpPr>
          <p:spPr>
            <a:xfrm>
              <a:off x="284717" y="1316404"/>
              <a:ext cx="48465" cy="440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3" name="asset_3413_19">
              <a:extLst>
                <a:ext uri="{FF2B5EF4-FFF2-40B4-BE49-F238E27FC236}">
                  <a16:creationId xmlns:a16="http://schemas.microsoft.com/office/drawing/2014/main" id="{80016479-7B0F-4BD2-BE1E-D4C04AB79BBC}"/>
                </a:ext>
              </a:extLst>
            </p:cNvPr>
            <p:cNvSpPr>
              <a:spLocks noGrp="1"/>
            </p:cNvSpPr>
            <p:nvPr/>
          </p:nvSpPr>
          <p:spPr>
            <a:xfrm>
              <a:off x="281796" y="1274922"/>
              <a:ext cx="44753" cy="4069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4" name="asset_3413_20">
              <a:extLst>
                <a:ext uri="{FF2B5EF4-FFF2-40B4-BE49-F238E27FC236}">
                  <a16:creationId xmlns:a16="http://schemas.microsoft.com/office/drawing/2014/main" id="{B6C19396-8EC4-4D18-BDB2-54E507B4B695}"/>
                </a:ext>
              </a:extLst>
            </p:cNvPr>
            <p:cNvSpPr>
              <a:spLocks noGrp="1"/>
            </p:cNvSpPr>
            <p:nvPr/>
          </p:nvSpPr>
          <p:spPr>
            <a:xfrm>
              <a:off x="267072" y="1264740"/>
              <a:ext cx="46202" cy="420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5" name="asset_3413_21">
              <a:extLst>
                <a:ext uri="{FF2B5EF4-FFF2-40B4-BE49-F238E27FC236}">
                  <a16:creationId xmlns:a16="http://schemas.microsoft.com/office/drawing/2014/main" id="{EA3E067B-C177-40E9-B868-96DA72FA2462}"/>
                </a:ext>
              </a:extLst>
            </p:cNvPr>
            <p:cNvSpPr>
              <a:spLocks noGrp="1"/>
            </p:cNvSpPr>
            <p:nvPr/>
          </p:nvSpPr>
          <p:spPr>
            <a:xfrm>
              <a:off x="226551" y="1251177"/>
              <a:ext cx="47193" cy="4291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6" name="asset_3413_22">
              <a:extLst>
                <a:ext uri="{FF2B5EF4-FFF2-40B4-BE49-F238E27FC236}">
                  <a16:creationId xmlns:a16="http://schemas.microsoft.com/office/drawing/2014/main" id="{62CD4B73-490C-49C8-972F-5D2A7F89EAA4}"/>
                </a:ext>
              </a:extLst>
            </p:cNvPr>
            <p:cNvSpPr>
              <a:spLocks noGrp="1"/>
            </p:cNvSpPr>
            <p:nvPr/>
          </p:nvSpPr>
          <p:spPr>
            <a:xfrm>
              <a:off x="284906" y="1314282"/>
              <a:ext cx="39074" cy="3553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7" name="asset_3413_23">
              <a:extLst>
                <a:ext uri="{FF2B5EF4-FFF2-40B4-BE49-F238E27FC236}">
                  <a16:creationId xmlns:a16="http://schemas.microsoft.com/office/drawing/2014/main" id="{CC83CBBB-BB9A-4E3A-B648-0D7B0D173AA8}"/>
                </a:ext>
              </a:extLst>
            </p:cNvPr>
            <p:cNvSpPr>
              <a:spLocks noGrp="1"/>
            </p:cNvSpPr>
            <p:nvPr/>
          </p:nvSpPr>
          <p:spPr>
            <a:xfrm>
              <a:off x="305192" y="1231356"/>
              <a:ext cx="50532" cy="4595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8" name="asset_3413_24">
              <a:extLst>
                <a:ext uri="{FF2B5EF4-FFF2-40B4-BE49-F238E27FC236}">
                  <a16:creationId xmlns:a16="http://schemas.microsoft.com/office/drawing/2014/main" id="{1C862F0E-B8D6-47EB-A5C9-26FB0F5C95FB}"/>
                </a:ext>
              </a:extLst>
            </p:cNvPr>
            <p:cNvSpPr>
              <a:spLocks noGrp="1"/>
            </p:cNvSpPr>
            <p:nvPr/>
          </p:nvSpPr>
          <p:spPr>
            <a:xfrm>
              <a:off x="246983" y="1227076"/>
              <a:ext cx="44091" cy="4009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999" name="asset_3413_25">
              <a:extLst>
                <a:ext uri="{FF2B5EF4-FFF2-40B4-BE49-F238E27FC236}">
                  <a16:creationId xmlns:a16="http://schemas.microsoft.com/office/drawing/2014/main" id="{2B634127-E2CA-4885-8C68-FD9DFA3D2B9B}"/>
                </a:ext>
              </a:extLst>
            </p:cNvPr>
            <p:cNvSpPr>
              <a:spLocks noGrp="1"/>
            </p:cNvSpPr>
            <p:nvPr/>
          </p:nvSpPr>
          <p:spPr>
            <a:xfrm>
              <a:off x="209337" y="1281095"/>
              <a:ext cx="46893" cy="426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0" name="asset_3413_26">
              <a:extLst>
                <a:ext uri="{FF2B5EF4-FFF2-40B4-BE49-F238E27FC236}">
                  <a16:creationId xmlns:a16="http://schemas.microsoft.com/office/drawing/2014/main" id="{B737EFA1-45BC-497D-9D83-EA27D4907370}"/>
                </a:ext>
              </a:extLst>
            </p:cNvPr>
            <p:cNvSpPr>
              <a:spLocks noGrp="1"/>
            </p:cNvSpPr>
            <p:nvPr/>
          </p:nvSpPr>
          <p:spPr>
            <a:xfrm>
              <a:off x="238293" y="1310201"/>
              <a:ext cx="52593" cy="478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1" name="asset_3413_27">
              <a:extLst>
                <a:ext uri="{FF2B5EF4-FFF2-40B4-BE49-F238E27FC236}">
                  <a16:creationId xmlns:a16="http://schemas.microsoft.com/office/drawing/2014/main" id="{AABD8F56-3222-4408-954B-44AD5B7530F3}"/>
                </a:ext>
              </a:extLst>
            </p:cNvPr>
            <p:cNvSpPr>
              <a:spLocks noGrp="1"/>
            </p:cNvSpPr>
            <p:nvPr/>
          </p:nvSpPr>
          <p:spPr>
            <a:xfrm>
              <a:off x="321398" y="1269254"/>
              <a:ext cx="57856" cy="5261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2" name="asset_3413_28">
              <a:extLst>
                <a:ext uri="{FF2B5EF4-FFF2-40B4-BE49-F238E27FC236}">
                  <a16:creationId xmlns:a16="http://schemas.microsoft.com/office/drawing/2014/main" id="{FE43E1AD-24F7-4F43-936C-3CBD5FA219F7}"/>
                </a:ext>
              </a:extLst>
            </p:cNvPr>
            <p:cNvSpPr>
              <a:spLocks noGrp="1"/>
            </p:cNvSpPr>
            <p:nvPr/>
          </p:nvSpPr>
          <p:spPr>
            <a:xfrm>
              <a:off x="253444" y="1258758"/>
              <a:ext cx="45030" cy="4095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3" name="asset_3413_29">
              <a:extLst>
                <a:ext uri="{FF2B5EF4-FFF2-40B4-BE49-F238E27FC236}">
                  <a16:creationId xmlns:a16="http://schemas.microsoft.com/office/drawing/2014/main" id="{7854089A-65CC-4E4B-A30C-1294301F41E4}"/>
                </a:ext>
              </a:extLst>
            </p:cNvPr>
            <p:cNvSpPr>
              <a:spLocks noGrp="1"/>
            </p:cNvSpPr>
            <p:nvPr/>
          </p:nvSpPr>
          <p:spPr>
            <a:xfrm>
              <a:off x="219427" y="1238101"/>
              <a:ext cx="52062" cy="4734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4" name="asset_3413_30">
              <a:extLst>
                <a:ext uri="{FF2B5EF4-FFF2-40B4-BE49-F238E27FC236}">
                  <a16:creationId xmlns:a16="http://schemas.microsoft.com/office/drawing/2014/main" id="{DC5C5D5D-CA84-41BD-80D2-0BF0D2D20513}"/>
                </a:ext>
              </a:extLst>
            </p:cNvPr>
            <p:cNvSpPr>
              <a:spLocks noGrp="1"/>
            </p:cNvSpPr>
            <p:nvPr/>
          </p:nvSpPr>
          <p:spPr>
            <a:xfrm>
              <a:off x="229959" y="1318350"/>
              <a:ext cx="35062" cy="3188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5" name="asset_3413_31">
              <a:extLst>
                <a:ext uri="{FF2B5EF4-FFF2-40B4-BE49-F238E27FC236}">
                  <a16:creationId xmlns:a16="http://schemas.microsoft.com/office/drawing/2014/main" id="{A7BE6731-3A2B-4624-80C3-F63921C30278}"/>
                </a:ext>
              </a:extLst>
            </p:cNvPr>
            <p:cNvSpPr>
              <a:spLocks noGrp="1"/>
            </p:cNvSpPr>
            <p:nvPr/>
          </p:nvSpPr>
          <p:spPr>
            <a:xfrm>
              <a:off x="336804" y="1263402"/>
              <a:ext cx="37332" cy="3394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6" name="asset_3413_32">
              <a:extLst>
                <a:ext uri="{FF2B5EF4-FFF2-40B4-BE49-F238E27FC236}">
                  <a16:creationId xmlns:a16="http://schemas.microsoft.com/office/drawing/2014/main" id="{AFCF401B-3D66-49BA-ABDE-541239617AA5}"/>
                </a:ext>
              </a:extLst>
            </p:cNvPr>
            <p:cNvSpPr>
              <a:spLocks noGrp="1"/>
            </p:cNvSpPr>
            <p:nvPr/>
          </p:nvSpPr>
          <p:spPr>
            <a:xfrm>
              <a:off x="227834" y="1215344"/>
              <a:ext cx="48136" cy="4377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7" name="asset_3413_33">
              <a:extLst>
                <a:ext uri="{FF2B5EF4-FFF2-40B4-BE49-F238E27FC236}">
                  <a16:creationId xmlns:a16="http://schemas.microsoft.com/office/drawing/2014/main" id="{92D301C1-D4D0-49D9-ABED-3FB030ED0E6F}"/>
                </a:ext>
              </a:extLst>
            </p:cNvPr>
            <p:cNvSpPr>
              <a:spLocks noGrp="1"/>
            </p:cNvSpPr>
            <p:nvPr/>
          </p:nvSpPr>
          <p:spPr>
            <a:xfrm>
              <a:off x="228960" y="1264047"/>
              <a:ext cx="55232" cy="5022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8" name="asset_3413_34">
              <a:extLst>
                <a:ext uri="{FF2B5EF4-FFF2-40B4-BE49-F238E27FC236}">
                  <a16:creationId xmlns:a16="http://schemas.microsoft.com/office/drawing/2014/main" id="{DF015140-279E-42F9-B115-F352F2801A81}"/>
                </a:ext>
              </a:extLst>
            </p:cNvPr>
            <p:cNvSpPr>
              <a:spLocks noGrp="1"/>
            </p:cNvSpPr>
            <p:nvPr/>
          </p:nvSpPr>
          <p:spPr>
            <a:xfrm>
              <a:off x="277925" y="1317864"/>
              <a:ext cx="54288" cy="49370"/>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09" name="asset_3413_35">
              <a:extLst>
                <a:ext uri="{FF2B5EF4-FFF2-40B4-BE49-F238E27FC236}">
                  <a16:creationId xmlns:a16="http://schemas.microsoft.com/office/drawing/2014/main" id="{EC6011CF-0B37-489D-B1D0-3E82EF45E38A}"/>
                </a:ext>
              </a:extLst>
            </p:cNvPr>
            <p:cNvSpPr>
              <a:spLocks noGrp="1"/>
            </p:cNvSpPr>
            <p:nvPr/>
          </p:nvSpPr>
          <p:spPr>
            <a:xfrm>
              <a:off x="307909" y="1244515"/>
              <a:ext cx="45762" cy="41616"/>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0" name="asset_3413_36">
              <a:extLst>
                <a:ext uri="{FF2B5EF4-FFF2-40B4-BE49-F238E27FC236}">
                  <a16:creationId xmlns:a16="http://schemas.microsoft.com/office/drawing/2014/main" id="{E228F00E-AAEB-4762-B721-362A7ED68F12}"/>
                </a:ext>
              </a:extLst>
            </p:cNvPr>
            <p:cNvSpPr>
              <a:spLocks noGrp="1"/>
            </p:cNvSpPr>
            <p:nvPr/>
          </p:nvSpPr>
          <p:spPr>
            <a:xfrm>
              <a:off x="279466" y="1264065"/>
              <a:ext cx="34731" cy="315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1" name="asset_3413_37">
              <a:extLst>
                <a:ext uri="{FF2B5EF4-FFF2-40B4-BE49-F238E27FC236}">
                  <a16:creationId xmlns:a16="http://schemas.microsoft.com/office/drawing/2014/main" id="{56D2E88C-77C6-4C65-AD82-60595AB343D4}"/>
                </a:ext>
              </a:extLst>
            </p:cNvPr>
            <p:cNvSpPr>
              <a:spLocks noGrp="1"/>
            </p:cNvSpPr>
            <p:nvPr/>
          </p:nvSpPr>
          <p:spPr>
            <a:xfrm>
              <a:off x="224671" y="1263858"/>
              <a:ext cx="39472" cy="35895"/>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2" name="asset_3413_38">
              <a:extLst>
                <a:ext uri="{FF2B5EF4-FFF2-40B4-BE49-F238E27FC236}">
                  <a16:creationId xmlns:a16="http://schemas.microsoft.com/office/drawing/2014/main" id="{F61DF0E4-6C52-48CE-B6F6-AA03069E7D99}"/>
                </a:ext>
              </a:extLst>
            </p:cNvPr>
            <p:cNvSpPr>
              <a:spLocks noGrp="1"/>
            </p:cNvSpPr>
            <p:nvPr/>
          </p:nvSpPr>
          <p:spPr>
            <a:xfrm>
              <a:off x="260503" y="1277190"/>
              <a:ext cx="56525" cy="5140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3" name="asset_3413_39">
              <a:extLst>
                <a:ext uri="{FF2B5EF4-FFF2-40B4-BE49-F238E27FC236}">
                  <a16:creationId xmlns:a16="http://schemas.microsoft.com/office/drawing/2014/main" id="{06D52969-FDE8-457D-9CCC-F594D4095625}"/>
                </a:ext>
              </a:extLst>
            </p:cNvPr>
            <p:cNvSpPr>
              <a:spLocks noGrp="1"/>
            </p:cNvSpPr>
            <p:nvPr/>
          </p:nvSpPr>
          <p:spPr>
            <a:xfrm>
              <a:off x="279530" y="1219117"/>
              <a:ext cx="49716" cy="4521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4" name="asset_3413_40">
              <a:extLst>
                <a:ext uri="{FF2B5EF4-FFF2-40B4-BE49-F238E27FC236}">
                  <a16:creationId xmlns:a16="http://schemas.microsoft.com/office/drawing/2014/main" id="{03BB2723-84F7-40DD-B621-535E923BAB74}"/>
                </a:ext>
              </a:extLst>
            </p:cNvPr>
            <p:cNvSpPr>
              <a:spLocks noGrp="1"/>
            </p:cNvSpPr>
            <p:nvPr/>
          </p:nvSpPr>
          <p:spPr>
            <a:xfrm>
              <a:off x="261526" y="1246033"/>
              <a:ext cx="40383" cy="3672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5" name="asset_3413_41">
              <a:extLst>
                <a:ext uri="{FF2B5EF4-FFF2-40B4-BE49-F238E27FC236}">
                  <a16:creationId xmlns:a16="http://schemas.microsoft.com/office/drawing/2014/main" id="{C1CDB97A-B0F0-440A-AE2F-8BAA25DD7496}"/>
                </a:ext>
              </a:extLst>
            </p:cNvPr>
            <p:cNvSpPr>
              <a:spLocks noGrp="1"/>
            </p:cNvSpPr>
            <p:nvPr/>
          </p:nvSpPr>
          <p:spPr>
            <a:xfrm>
              <a:off x="237551" y="1272828"/>
              <a:ext cx="39056" cy="35518"/>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6" name="asset_3413_42">
              <a:extLst>
                <a:ext uri="{FF2B5EF4-FFF2-40B4-BE49-F238E27FC236}">
                  <a16:creationId xmlns:a16="http://schemas.microsoft.com/office/drawing/2014/main" id="{817B9DD0-9DE1-4A6B-A94B-EFCA0FFE83BD}"/>
                </a:ext>
              </a:extLst>
            </p:cNvPr>
            <p:cNvSpPr>
              <a:spLocks noGrp="1"/>
            </p:cNvSpPr>
            <p:nvPr/>
          </p:nvSpPr>
          <p:spPr>
            <a:xfrm>
              <a:off x="261167" y="1337746"/>
              <a:ext cx="47847" cy="435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7" name="asset_3413_43">
              <a:extLst>
                <a:ext uri="{FF2B5EF4-FFF2-40B4-BE49-F238E27FC236}">
                  <a16:creationId xmlns:a16="http://schemas.microsoft.com/office/drawing/2014/main" id="{7226DCF4-10D9-446B-8040-8BC838958EE7}"/>
                </a:ext>
              </a:extLst>
            </p:cNvPr>
            <p:cNvSpPr>
              <a:spLocks noGrp="1"/>
            </p:cNvSpPr>
            <p:nvPr/>
          </p:nvSpPr>
          <p:spPr>
            <a:xfrm>
              <a:off x="323515" y="1223085"/>
              <a:ext cx="33680" cy="30629"/>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8" name="asset_3413_44">
              <a:extLst>
                <a:ext uri="{FF2B5EF4-FFF2-40B4-BE49-F238E27FC236}">
                  <a16:creationId xmlns:a16="http://schemas.microsoft.com/office/drawing/2014/main" id="{567BD552-BACB-452F-BF23-0955FF8C29A0}"/>
                </a:ext>
              </a:extLst>
            </p:cNvPr>
            <p:cNvSpPr>
              <a:spLocks noGrp="1"/>
            </p:cNvSpPr>
            <p:nvPr/>
          </p:nvSpPr>
          <p:spPr>
            <a:xfrm>
              <a:off x="249249" y="1220053"/>
              <a:ext cx="34950" cy="3178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19" name="asset_3413_45">
              <a:extLst>
                <a:ext uri="{FF2B5EF4-FFF2-40B4-BE49-F238E27FC236}">
                  <a16:creationId xmlns:a16="http://schemas.microsoft.com/office/drawing/2014/main" id="{CCC6960C-7A6B-4EAB-9AFB-7050002D2926}"/>
                </a:ext>
              </a:extLst>
            </p:cNvPr>
            <p:cNvSpPr>
              <a:spLocks noGrp="1"/>
            </p:cNvSpPr>
            <p:nvPr/>
          </p:nvSpPr>
          <p:spPr>
            <a:xfrm>
              <a:off x="244019" y="1297552"/>
              <a:ext cx="38978" cy="35447"/>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0" name="asset_3413_46">
              <a:extLst>
                <a:ext uri="{FF2B5EF4-FFF2-40B4-BE49-F238E27FC236}">
                  <a16:creationId xmlns:a16="http://schemas.microsoft.com/office/drawing/2014/main" id="{B81D4F7C-111F-4018-9256-ED1DA1F9943B}"/>
                </a:ext>
              </a:extLst>
            </p:cNvPr>
            <p:cNvSpPr>
              <a:spLocks noGrp="1"/>
            </p:cNvSpPr>
            <p:nvPr/>
          </p:nvSpPr>
          <p:spPr>
            <a:xfrm>
              <a:off x="298347" y="1306680"/>
              <a:ext cx="47957" cy="4361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1" name="asset_3413_47">
              <a:extLst>
                <a:ext uri="{FF2B5EF4-FFF2-40B4-BE49-F238E27FC236}">
                  <a16:creationId xmlns:a16="http://schemas.microsoft.com/office/drawing/2014/main" id="{C29ED04F-9904-45FB-A5FA-0040EA7DBF30}"/>
                </a:ext>
              </a:extLst>
            </p:cNvPr>
            <p:cNvSpPr>
              <a:spLocks noGrp="1"/>
            </p:cNvSpPr>
            <p:nvPr/>
          </p:nvSpPr>
          <p:spPr>
            <a:xfrm>
              <a:off x="304954" y="1280878"/>
              <a:ext cx="35290" cy="32092"/>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2" name="asset_3413_48">
              <a:extLst>
                <a:ext uri="{FF2B5EF4-FFF2-40B4-BE49-F238E27FC236}">
                  <a16:creationId xmlns:a16="http://schemas.microsoft.com/office/drawing/2014/main" id="{1FE050AB-AB03-45C6-80A9-E40EE2BAACE7}"/>
                </a:ext>
              </a:extLst>
            </p:cNvPr>
            <p:cNvSpPr>
              <a:spLocks noGrp="1"/>
            </p:cNvSpPr>
            <p:nvPr/>
          </p:nvSpPr>
          <p:spPr>
            <a:xfrm>
              <a:off x="224818" y="1222447"/>
              <a:ext cx="53204" cy="48383"/>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3" name="asset_3413_49">
              <a:extLst>
                <a:ext uri="{FF2B5EF4-FFF2-40B4-BE49-F238E27FC236}">
                  <a16:creationId xmlns:a16="http://schemas.microsoft.com/office/drawing/2014/main" id="{8F35C778-4129-448D-987F-47845CA93ADD}"/>
                </a:ext>
              </a:extLst>
            </p:cNvPr>
            <p:cNvSpPr>
              <a:spLocks noGrp="1"/>
            </p:cNvSpPr>
            <p:nvPr/>
          </p:nvSpPr>
          <p:spPr>
            <a:xfrm>
              <a:off x="210135" y="1259740"/>
              <a:ext cx="32927" cy="29944"/>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4" name="asset_3413_50">
              <a:extLst>
                <a:ext uri="{FF2B5EF4-FFF2-40B4-BE49-F238E27FC236}">
                  <a16:creationId xmlns:a16="http://schemas.microsoft.com/office/drawing/2014/main" id="{255254BA-4F41-4406-ACD2-12247E025875}"/>
                </a:ext>
              </a:extLst>
            </p:cNvPr>
            <p:cNvSpPr>
              <a:spLocks noGrp="1"/>
            </p:cNvSpPr>
            <p:nvPr/>
          </p:nvSpPr>
          <p:spPr>
            <a:xfrm>
              <a:off x="229140" y="1309742"/>
              <a:ext cx="33276" cy="30261"/>
            </a:xfrm>
            <a:prstGeom prst="ellipse">
              <a:avLst/>
            </a:prstGeom>
            <a:gradFill>
              <a:gsLst>
                <a:gs pos="0">
                  <a:srgbClr val="DCEAFF">
                    <a:alpha val="69300"/>
                  </a:srgbClr>
                </a:gs>
                <a:gs pos="52000">
                  <a:srgbClr val="CCAA80">
                    <a:alpha val="80300"/>
                  </a:srgbClr>
                </a:gs>
                <a:gs pos="100000">
                  <a:srgbClr val="CCAA80">
                    <a:alpha val="46200"/>
                  </a:srgbClr>
                </a:gs>
              </a:gsLst>
              <a:lin ang="7500000"/>
            </a:gradFill>
            <a:ln w="2391">
              <a:noFill/>
            </a:ln>
            <a:effectLst>
              <a:softEdge rad="4320"/>
            </a:effectLst>
          </p:spPr>
        </p:sp>
        <p:sp>
          <p:nvSpPr>
            <p:cNvPr id="1025" name="asset_3413_51">
              <a:extLst>
                <a:ext uri="{FF2B5EF4-FFF2-40B4-BE49-F238E27FC236}">
                  <a16:creationId xmlns:a16="http://schemas.microsoft.com/office/drawing/2014/main" id="{F35543E0-FD67-46D2-ADCA-935F934B61B1}"/>
                </a:ext>
              </a:extLst>
            </p:cNvPr>
            <p:cNvSpPr>
              <a:spLocks noGrp="1"/>
            </p:cNvSpPr>
            <p:nvPr/>
          </p:nvSpPr>
          <p:spPr>
            <a:xfrm>
              <a:off x="16092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032">
              <a:solidFill>
                <a:srgbClr val="87ADD3"/>
              </a:solidFill>
            </a:ln>
          </p:spPr>
        </p:sp>
      </p:grpSp>
      <p:grpSp>
        <p:nvGrpSpPr>
          <p:cNvPr id="1026" name="a | density cube M_diff+ | v4 editable"/>
          <p:cNvGrpSpPr/>
          <p:nvPr/>
        </p:nvGrpSpPr>
        <p:grpSpPr>
          <a:xfrm>
            <a:off x="1768581" y="831996"/>
            <a:ext cx="206784" cy="185747"/>
            <a:chOff x="571680" y="1176120"/>
            <a:chExt cx="285840" cy="256320"/>
          </a:xfrm>
        </p:grpSpPr>
        <p:sp>
          <p:nvSpPr>
            <p:cNvPr id="1027" name="asset_3414_0">
              <a:extLst>
                <a:ext uri="{FF2B5EF4-FFF2-40B4-BE49-F238E27FC236}">
                  <a16:creationId xmlns:a16="http://schemas.microsoft.com/office/drawing/2014/main" id="{0B1C736D-2ECC-4FF6-BAD3-A6982D2BC563}"/>
                </a:ext>
              </a:extLst>
            </p:cNvPr>
            <p:cNvSpPr>
              <a:spLocks noGrp="1"/>
            </p:cNvSpPr>
            <p:nvPr/>
          </p:nvSpPr>
          <p:spPr>
            <a:xfrm>
              <a:off x="571680" y="1176120"/>
              <a:ext cx="285840" cy="43574"/>
            </a:xfrm>
            <a:custGeom>
              <a:avLst/>
              <a:gdLst/>
              <a:ahLst/>
              <a:cxnLst/>
              <a:rect l="0" t="0" r="0" b="0"/>
              <a:pathLst>
                <a:path w="285840" h="43574">
                  <a:moveTo>
                    <a:pt x="0" y="43574"/>
                  </a:moveTo>
                  <a:lnTo>
                    <a:pt x="54310" y="0"/>
                  </a:lnTo>
                  <a:lnTo>
                    <a:pt x="285840" y="0"/>
                  </a:lnTo>
                  <a:lnTo>
                    <a:pt x="231530" y="43574"/>
                  </a:lnTo>
                  <a:close/>
                </a:path>
              </a:pathLst>
            </a:custGeom>
            <a:gradFill>
              <a:gsLst>
                <a:gs pos="0">
                  <a:srgbClr val="FAFDFF">
                    <a:alpha val="65000"/>
                  </a:srgbClr>
                </a:gs>
                <a:gs pos="100000">
                  <a:srgbClr val="D9EAFA">
                    <a:alpha val="45000"/>
                  </a:srgbClr>
                </a:gs>
              </a:gsLst>
              <a:lin ang="5400000"/>
            </a:gradFill>
            <a:ln w="1524">
              <a:solidFill>
                <a:srgbClr val="87ADD3"/>
              </a:solidFill>
            </a:ln>
          </p:spPr>
        </p:sp>
        <p:sp>
          <p:nvSpPr>
            <p:cNvPr id="1028" name="asset_3414_1">
              <a:extLst>
                <a:ext uri="{FF2B5EF4-FFF2-40B4-BE49-F238E27FC236}">
                  <a16:creationId xmlns:a16="http://schemas.microsoft.com/office/drawing/2014/main" id="{937C63FC-43F7-4666-9595-D84081727E04}"/>
                </a:ext>
              </a:extLst>
            </p:cNvPr>
            <p:cNvSpPr>
              <a:spLocks noGrp="1"/>
            </p:cNvSpPr>
            <p:nvPr/>
          </p:nvSpPr>
          <p:spPr>
            <a:xfrm>
              <a:off x="803210" y="1176120"/>
              <a:ext cx="54310" cy="256320"/>
            </a:xfrm>
            <a:custGeom>
              <a:avLst/>
              <a:gdLst/>
              <a:ahLst/>
              <a:cxnLst/>
              <a:rect l="0" t="0" r="0" b="0"/>
              <a:pathLst>
                <a:path w="54310" h="256320">
                  <a:moveTo>
                    <a:pt x="0" y="43574"/>
                  </a:moveTo>
                  <a:lnTo>
                    <a:pt x="54310" y="0"/>
                  </a:lnTo>
                  <a:lnTo>
                    <a:pt x="54310" y="212746"/>
                  </a:lnTo>
                  <a:lnTo>
                    <a:pt x="0" y="256320"/>
                  </a:lnTo>
                  <a:close/>
                </a:path>
              </a:pathLst>
            </a:custGeom>
            <a:solidFill>
              <a:srgbClr val="C9DFF3">
                <a:alpha val="22000"/>
              </a:srgbClr>
            </a:solidFill>
            <a:ln w="1524">
              <a:solidFill>
                <a:srgbClr val="87ADD3"/>
              </a:solidFill>
            </a:ln>
          </p:spPr>
        </p:sp>
        <p:sp>
          <p:nvSpPr>
            <p:cNvPr id="1029" name="asset_3414_2">
              <a:extLst>
                <a:ext uri="{FF2B5EF4-FFF2-40B4-BE49-F238E27FC236}">
                  <a16:creationId xmlns:a16="http://schemas.microsoft.com/office/drawing/2014/main" id="{5785940C-F9E4-4269-96C9-5077EB45E45F}"/>
                </a:ext>
              </a:extLst>
            </p:cNvPr>
            <p:cNvSpPr>
              <a:spLocks noGrp="1"/>
            </p:cNvSpPr>
            <p:nvPr/>
          </p:nvSpPr>
          <p:spPr>
            <a:xfrm>
              <a:off x="571680" y="1219694"/>
              <a:ext cx="231530" cy="212746"/>
            </a:xfrm>
            <a:prstGeom prst="rect">
              <a:avLst/>
            </a:prstGeom>
            <a:solidFill>
              <a:srgbClr val="E7F1FC">
                <a:alpha val="20000"/>
              </a:srgbClr>
            </a:solidFill>
            <a:ln w="1524">
              <a:solidFill>
                <a:srgbClr val="87ADD3"/>
              </a:solidFill>
            </a:ln>
          </p:spPr>
        </p:sp>
        <p:sp>
          <p:nvSpPr>
            <p:cNvPr id="1030" name="asset_3414_3">
              <a:extLst>
                <a:ext uri="{FF2B5EF4-FFF2-40B4-BE49-F238E27FC236}">
                  <a16:creationId xmlns:a16="http://schemas.microsoft.com/office/drawing/2014/main" id="{80C086DD-FDCF-435F-AB33-DD14E6F7126A}"/>
                </a:ext>
              </a:extLst>
            </p:cNvPr>
            <p:cNvSpPr>
              <a:spLocks noGrp="1"/>
            </p:cNvSpPr>
            <p:nvPr/>
          </p:nvSpPr>
          <p:spPr>
            <a:xfrm>
              <a:off x="629563" y="1219694"/>
              <a:ext cx="4" cy="212746"/>
            </a:xfrm>
            <a:prstGeom prst="line">
              <a:avLst/>
            </a:prstGeom>
            <a:noFill/>
            <a:ln w="1118">
              <a:solidFill>
                <a:srgbClr val="C9DEED">
                  <a:alpha val="33000"/>
                </a:srgbClr>
              </a:solidFill>
            </a:ln>
          </p:spPr>
        </p:sp>
        <p:sp>
          <p:nvSpPr>
            <p:cNvPr id="1031" name="asset_3414_4">
              <a:extLst>
                <a:ext uri="{FF2B5EF4-FFF2-40B4-BE49-F238E27FC236}">
                  <a16:creationId xmlns:a16="http://schemas.microsoft.com/office/drawing/2014/main" id="{BA402833-278F-4B3A-B975-0B00DFCBFB5D}"/>
                </a:ext>
              </a:extLst>
            </p:cNvPr>
            <p:cNvSpPr>
              <a:spLocks noGrp="1"/>
            </p:cNvSpPr>
            <p:nvPr/>
          </p:nvSpPr>
          <p:spPr>
            <a:xfrm>
              <a:off x="571680" y="1272881"/>
              <a:ext cx="231530" cy="4"/>
            </a:xfrm>
            <a:prstGeom prst="line">
              <a:avLst/>
            </a:prstGeom>
            <a:noFill/>
            <a:ln w="1118">
              <a:solidFill>
                <a:srgbClr val="C9DEED">
                  <a:alpha val="33000"/>
                </a:srgbClr>
              </a:solidFill>
            </a:ln>
          </p:spPr>
        </p:sp>
        <p:sp>
          <p:nvSpPr>
            <p:cNvPr id="1032" name="asset_3414_5">
              <a:extLst>
                <a:ext uri="{FF2B5EF4-FFF2-40B4-BE49-F238E27FC236}">
                  <a16:creationId xmlns:a16="http://schemas.microsoft.com/office/drawing/2014/main" id="{53E5450D-1CC6-47D8-8CC4-DE681D934DFB}"/>
                </a:ext>
              </a:extLst>
            </p:cNvPr>
            <p:cNvSpPr>
              <a:spLocks noGrp="1"/>
            </p:cNvSpPr>
            <p:nvPr/>
          </p:nvSpPr>
          <p:spPr>
            <a:xfrm>
              <a:off x="687445" y="1219694"/>
              <a:ext cx="4" cy="212746"/>
            </a:xfrm>
            <a:prstGeom prst="line">
              <a:avLst/>
            </a:prstGeom>
            <a:noFill/>
            <a:ln w="1118">
              <a:solidFill>
                <a:srgbClr val="C9DEED">
                  <a:alpha val="33000"/>
                </a:srgbClr>
              </a:solidFill>
            </a:ln>
          </p:spPr>
        </p:sp>
        <p:sp>
          <p:nvSpPr>
            <p:cNvPr id="1033" name="asset_3414_6">
              <a:extLst>
                <a:ext uri="{FF2B5EF4-FFF2-40B4-BE49-F238E27FC236}">
                  <a16:creationId xmlns:a16="http://schemas.microsoft.com/office/drawing/2014/main" id="{84D8B9B0-BF12-412D-9DC1-76D461823309}"/>
                </a:ext>
              </a:extLst>
            </p:cNvPr>
            <p:cNvSpPr>
              <a:spLocks noGrp="1"/>
            </p:cNvSpPr>
            <p:nvPr/>
          </p:nvSpPr>
          <p:spPr>
            <a:xfrm>
              <a:off x="571680" y="1326067"/>
              <a:ext cx="231530" cy="4"/>
            </a:xfrm>
            <a:prstGeom prst="line">
              <a:avLst/>
            </a:prstGeom>
            <a:noFill/>
            <a:ln w="1118">
              <a:solidFill>
                <a:srgbClr val="C9DEED">
                  <a:alpha val="33000"/>
                </a:srgbClr>
              </a:solidFill>
            </a:ln>
          </p:spPr>
        </p:sp>
        <p:sp>
          <p:nvSpPr>
            <p:cNvPr id="1034" name="asset_3414_7">
              <a:extLst>
                <a:ext uri="{FF2B5EF4-FFF2-40B4-BE49-F238E27FC236}">
                  <a16:creationId xmlns:a16="http://schemas.microsoft.com/office/drawing/2014/main" id="{F5E87C95-4FAA-4CC4-B06C-2C1B13222B8D}"/>
                </a:ext>
              </a:extLst>
            </p:cNvPr>
            <p:cNvSpPr>
              <a:spLocks noGrp="1"/>
            </p:cNvSpPr>
            <p:nvPr/>
          </p:nvSpPr>
          <p:spPr>
            <a:xfrm>
              <a:off x="745328" y="1219694"/>
              <a:ext cx="4" cy="212746"/>
            </a:xfrm>
            <a:prstGeom prst="line">
              <a:avLst/>
            </a:prstGeom>
            <a:noFill/>
            <a:ln w="1118">
              <a:solidFill>
                <a:srgbClr val="C9DEED">
                  <a:alpha val="33000"/>
                </a:srgbClr>
              </a:solidFill>
            </a:ln>
          </p:spPr>
        </p:sp>
        <p:sp>
          <p:nvSpPr>
            <p:cNvPr id="1035" name="asset_3414_8">
              <a:extLst>
                <a:ext uri="{FF2B5EF4-FFF2-40B4-BE49-F238E27FC236}">
                  <a16:creationId xmlns:a16="http://schemas.microsoft.com/office/drawing/2014/main" id="{D08479BC-AC81-4222-AD60-10DBEF7A6E9D}"/>
                </a:ext>
              </a:extLst>
            </p:cNvPr>
            <p:cNvSpPr>
              <a:spLocks noGrp="1"/>
            </p:cNvSpPr>
            <p:nvPr/>
          </p:nvSpPr>
          <p:spPr>
            <a:xfrm>
              <a:off x="571680" y="1379254"/>
              <a:ext cx="231530" cy="4"/>
            </a:xfrm>
            <a:prstGeom prst="line">
              <a:avLst/>
            </a:prstGeom>
            <a:noFill/>
            <a:ln w="1118">
              <a:solidFill>
                <a:srgbClr val="C9DEED">
                  <a:alpha val="33000"/>
                </a:srgbClr>
              </a:solidFill>
            </a:ln>
          </p:spPr>
        </p:sp>
        <p:sp>
          <p:nvSpPr>
            <p:cNvPr id="1036" name="asset_3414_9">
              <a:extLst>
                <a:ext uri="{FF2B5EF4-FFF2-40B4-BE49-F238E27FC236}">
                  <a16:creationId xmlns:a16="http://schemas.microsoft.com/office/drawing/2014/main" id="{9D1314A8-F0C1-4248-AC24-68B954199852}"/>
                </a:ext>
              </a:extLst>
            </p:cNvPr>
            <p:cNvSpPr>
              <a:spLocks noGrp="1"/>
            </p:cNvSpPr>
            <p:nvPr/>
          </p:nvSpPr>
          <p:spPr>
            <a:xfrm>
              <a:off x="616875" y="1258769"/>
              <a:ext cx="112292" cy="102118"/>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7" name="asset_3414_10">
              <a:extLst>
                <a:ext uri="{FF2B5EF4-FFF2-40B4-BE49-F238E27FC236}">
                  <a16:creationId xmlns:a16="http://schemas.microsoft.com/office/drawing/2014/main" id="{FBD57600-7CEB-4CDD-B521-28A30AEDE2F9}"/>
                </a:ext>
              </a:extLst>
            </p:cNvPr>
            <p:cNvSpPr>
              <a:spLocks noGrp="1"/>
            </p:cNvSpPr>
            <p:nvPr/>
          </p:nvSpPr>
          <p:spPr>
            <a:xfrm>
              <a:off x="684250" y="1238345"/>
              <a:ext cx="85342" cy="77610"/>
            </a:xfrm>
            <a:prstGeom prst="ellipse">
              <a:avLst/>
            </a:prstGeom>
            <a:gradFill>
              <a:gsLst>
                <a:gs pos="0">
                  <a:srgbClr val="E5F0FF">
                    <a:alpha val="60500"/>
                  </a:srgbClr>
                </a:gs>
                <a:gs pos="48000">
                  <a:srgbClr val="80B9AB">
                    <a:alpha val="66000"/>
                  </a:srgbClr>
                </a:gs>
                <a:gs pos="100000">
                  <a:srgbClr val="80B9AB">
                    <a:alpha val="38500"/>
                  </a:srgbClr>
                </a:gs>
              </a:gsLst>
              <a:lin ang="8400000"/>
            </a:gradFill>
            <a:ln w="2391">
              <a:noFill/>
            </a:ln>
            <a:effectLst>
              <a:softEdge rad="4320"/>
            </a:effectLst>
          </p:spPr>
        </p:sp>
        <p:sp>
          <p:nvSpPr>
            <p:cNvPr id="1038" name="asset_3414_11">
              <a:extLst>
                <a:ext uri="{FF2B5EF4-FFF2-40B4-BE49-F238E27FC236}">
                  <a16:creationId xmlns:a16="http://schemas.microsoft.com/office/drawing/2014/main" id="{06A81D27-2E50-407A-B9C6-83571CA9EC3D}"/>
                </a:ext>
              </a:extLst>
            </p:cNvPr>
            <p:cNvSpPr>
              <a:spLocks noGrp="1"/>
            </p:cNvSpPr>
            <p:nvPr/>
          </p:nvSpPr>
          <p:spPr>
            <a:xfrm>
              <a:off x="678946" y="1299635"/>
              <a:ext cx="53300" cy="4847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39" name="asset_3414_12">
              <a:extLst>
                <a:ext uri="{FF2B5EF4-FFF2-40B4-BE49-F238E27FC236}">
                  <a16:creationId xmlns:a16="http://schemas.microsoft.com/office/drawing/2014/main" id="{809A5CEF-FA0A-42B3-90E8-473862C093B2}"/>
                </a:ext>
              </a:extLst>
            </p:cNvPr>
            <p:cNvSpPr>
              <a:spLocks noGrp="1"/>
            </p:cNvSpPr>
            <p:nvPr/>
          </p:nvSpPr>
          <p:spPr>
            <a:xfrm>
              <a:off x="700621" y="1238569"/>
              <a:ext cx="55136" cy="5014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0" name="asset_3414_13">
              <a:extLst>
                <a:ext uri="{FF2B5EF4-FFF2-40B4-BE49-F238E27FC236}">
                  <a16:creationId xmlns:a16="http://schemas.microsoft.com/office/drawing/2014/main" id="{0C482ECC-BBAB-4A4B-8A34-95C337092651}"/>
                </a:ext>
              </a:extLst>
            </p:cNvPr>
            <p:cNvSpPr>
              <a:spLocks noGrp="1"/>
            </p:cNvSpPr>
            <p:nvPr/>
          </p:nvSpPr>
          <p:spPr>
            <a:xfrm>
              <a:off x="662074" y="1316337"/>
              <a:ext cx="54027" cy="4913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1" name="asset_3414_14">
              <a:extLst>
                <a:ext uri="{FF2B5EF4-FFF2-40B4-BE49-F238E27FC236}">
                  <a16:creationId xmlns:a16="http://schemas.microsoft.com/office/drawing/2014/main" id="{4E7EE424-3E1B-4E93-B011-39A4207D8743}"/>
                </a:ext>
              </a:extLst>
            </p:cNvPr>
            <p:cNvSpPr>
              <a:spLocks noGrp="1"/>
            </p:cNvSpPr>
            <p:nvPr/>
          </p:nvSpPr>
          <p:spPr>
            <a:xfrm>
              <a:off x="737584" y="1261375"/>
              <a:ext cx="39022" cy="3548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2" name="asset_3414_15">
              <a:extLst>
                <a:ext uri="{FF2B5EF4-FFF2-40B4-BE49-F238E27FC236}">
                  <a16:creationId xmlns:a16="http://schemas.microsoft.com/office/drawing/2014/main" id="{81DAD5AA-6CFF-4628-999B-466589AE1FC4}"/>
                </a:ext>
              </a:extLst>
            </p:cNvPr>
            <p:cNvSpPr>
              <a:spLocks noGrp="1"/>
            </p:cNvSpPr>
            <p:nvPr/>
          </p:nvSpPr>
          <p:spPr>
            <a:xfrm>
              <a:off x="656636" y="1308255"/>
              <a:ext cx="50230" cy="4567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3" name="asset_3414_16">
              <a:extLst>
                <a:ext uri="{FF2B5EF4-FFF2-40B4-BE49-F238E27FC236}">
                  <a16:creationId xmlns:a16="http://schemas.microsoft.com/office/drawing/2014/main" id="{1B877CEC-535D-474C-B379-02C04636DC12}"/>
                </a:ext>
              </a:extLst>
            </p:cNvPr>
            <p:cNvSpPr>
              <a:spLocks noGrp="1"/>
            </p:cNvSpPr>
            <p:nvPr/>
          </p:nvSpPr>
          <p:spPr>
            <a:xfrm>
              <a:off x="716677" y="1230022"/>
              <a:ext cx="52846" cy="4805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4" name="asset_3414_17">
              <a:extLst>
                <a:ext uri="{FF2B5EF4-FFF2-40B4-BE49-F238E27FC236}">
                  <a16:creationId xmlns:a16="http://schemas.microsoft.com/office/drawing/2014/main" id="{8128A240-90A3-46BF-A78C-C76D0051DE52}"/>
                </a:ext>
              </a:extLst>
            </p:cNvPr>
            <p:cNvSpPr>
              <a:spLocks noGrp="1"/>
            </p:cNvSpPr>
            <p:nvPr/>
          </p:nvSpPr>
          <p:spPr>
            <a:xfrm>
              <a:off x="622107" y="1288759"/>
              <a:ext cx="53269" cy="4844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5" name="asset_3414_18">
              <a:extLst>
                <a:ext uri="{FF2B5EF4-FFF2-40B4-BE49-F238E27FC236}">
                  <a16:creationId xmlns:a16="http://schemas.microsoft.com/office/drawing/2014/main" id="{122B2273-9058-4ABE-B3A8-51E42B5ED5D7}"/>
                </a:ext>
              </a:extLst>
            </p:cNvPr>
            <p:cNvSpPr>
              <a:spLocks noGrp="1"/>
            </p:cNvSpPr>
            <p:nvPr/>
          </p:nvSpPr>
          <p:spPr>
            <a:xfrm>
              <a:off x="685531" y="1258088"/>
              <a:ext cx="57722" cy="5249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6" name="asset_3414_19">
              <a:extLst>
                <a:ext uri="{FF2B5EF4-FFF2-40B4-BE49-F238E27FC236}">
                  <a16:creationId xmlns:a16="http://schemas.microsoft.com/office/drawing/2014/main" id="{E425EAEA-7675-414A-A10F-CBE40A030BA6}"/>
                </a:ext>
              </a:extLst>
            </p:cNvPr>
            <p:cNvSpPr>
              <a:spLocks noGrp="1"/>
            </p:cNvSpPr>
            <p:nvPr/>
          </p:nvSpPr>
          <p:spPr>
            <a:xfrm>
              <a:off x="634616" y="1285206"/>
              <a:ext cx="35782" cy="3254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7" name="asset_3414_20">
              <a:extLst>
                <a:ext uri="{FF2B5EF4-FFF2-40B4-BE49-F238E27FC236}">
                  <a16:creationId xmlns:a16="http://schemas.microsoft.com/office/drawing/2014/main" id="{2684F19C-499A-4C22-A888-11B52D688E2A}"/>
                </a:ext>
              </a:extLst>
            </p:cNvPr>
            <p:cNvSpPr>
              <a:spLocks noGrp="1"/>
            </p:cNvSpPr>
            <p:nvPr/>
          </p:nvSpPr>
          <p:spPr>
            <a:xfrm>
              <a:off x="703132" y="1235535"/>
              <a:ext cx="50484" cy="4591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8" name="asset_3414_21">
              <a:extLst>
                <a:ext uri="{FF2B5EF4-FFF2-40B4-BE49-F238E27FC236}">
                  <a16:creationId xmlns:a16="http://schemas.microsoft.com/office/drawing/2014/main" id="{64FCBEBD-D0A5-457E-BC62-8AC6B45991E0}"/>
                </a:ext>
              </a:extLst>
            </p:cNvPr>
            <p:cNvSpPr>
              <a:spLocks noGrp="1"/>
            </p:cNvSpPr>
            <p:nvPr/>
          </p:nvSpPr>
          <p:spPr>
            <a:xfrm>
              <a:off x="666247" y="1263146"/>
              <a:ext cx="46316" cy="421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49" name="asset_3414_22">
              <a:extLst>
                <a:ext uri="{FF2B5EF4-FFF2-40B4-BE49-F238E27FC236}">
                  <a16:creationId xmlns:a16="http://schemas.microsoft.com/office/drawing/2014/main" id="{1C090870-6508-4320-B574-C8B0F9A29602}"/>
                </a:ext>
              </a:extLst>
            </p:cNvPr>
            <p:cNvSpPr>
              <a:spLocks noGrp="1"/>
            </p:cNvSpPr>
            <p:nvPr/>
          </p:nvSpPr>
          <p:spPr>
            <a:xfrm>
              <a:off x="689187" y="1226321"/>
              <a:ext cx="52069" cy="473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0" name="asset_3414_23">
              <a:extLst>
                <a:ext uri="{FF2B5EF4-FFF2-40B4-BE49-F238E27FC236}">
                  <a16:creationId xmlns:a16="http://schemas.microsoft.com/office/drawing/2014/main" id="{D4A273CD-A67B-4AB4-8C24-44D617B03ADB}"/>
                </a:ext>
              </a:extLst>
            </p:cNvPr>
            <p:cNvSpPr>
              <a:spLocks noGrp="1"/>
            </p:cNvSpPr>
            <p:nvPr/>
          </p:nvSpPr>
          <p:spPr>
            <a:xfrm>
              <a:off x="676298" y="1262293"/>
              <a:ext cx="35211" cy="3202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1" name="asset_3414_24">
              <a:extLst>
                <a:ext uri="{FF2B5EF4-FFF2-40B4-BE49-F238E27FC236}">
                  <a16:creationId xmlns:a16="http://schemas.microsoft.com/office/drawing/2014/main" id="{64CEB8A3-E33F-4E98-BF1A-44F2D75F553F}"/>
                </a:ext>
              </a:extLst>
            </p:cNvPr>
            <p:cNvSpPr>
              <a:spLocks noGrp="1"/>
            </p:cNvSpPr>
            <p:nvPr/>
          </p:nvSpPr>
          <p:spPr>
            <a:xfrm>
              <a:off x="710574" y="1241974"/>
              <a:ext cx="51181" cy="4654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2" name="asset_3414_25">
              <a:extLst>
                <a:ext uri="{FF2B5EF4-FFF2-40B4-BE49-F238E27FC236}">
                  <a16:creationId xmlns:a16="http://schemas.microsoft.com/office/drawing/2014/main" id="{5386ECE5-8A1C-404C-B478-E19B36FBEAC7}"/>
                </a:ext>
              </a:extLst>
            </p:cNvPr>
            <p:cNvSpPr>
              <a:spLocks noGrp="1"/>
            </p:cNvSpPr>
            <p:nvPr/>
          </p:nvSpPr>
          <p:spPr>
            <a:xfrm>
              <a:off x="619016" y="1306465"/>
              <a:ext cx="39781" cy="36177"/>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3" name="asset_3414_26">
              <a:extLst>
                <a:ext uri="{FF2B5EF4-FFF2-40B4-BE49-F238E27FC236}">
                  <a16:creationId xmlns:a16="http://schemas.microsoft.com/office/drawing/2014/main" id="{F460EC0E-6F95-49C0-A583-FDA95C52C1FD}"/>
                </a:ext>
              </a:extLst>
            </p:cNvPr>
            <p:cNvSpPr>
              <a:spLocks noGrp="1"/>
            </p:cNvSpPr>
            <p:nvPr/>
          </p:nvSpPr>
          <p:spPr>
            <a:xfrm>
              <a:off x="706703" y="1270194"/>
              <a:ext cx="56453" cy="5133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4" name="asset_3414_27">
              <a:extLst>
                <a:ext uri="{FF2B5EF4-FFF2-40B4-BE49-F238E27FC236}">
                  <a16:creationId xmlns:a16="http://schemas.microsoft.com/office/drawing/2014/main" id="{4784AB20-9599-4491-A24C-F7E26224CAF7}"/>
                </a:ext>
              </a:extLst>
            </p:cNvPr>
            <p:cNvSpPr>
              <a:spLocks noGrp="1"/>
            </p:cNvSpPr>
            <p:nvPr/>
          </p:nvSpPr>
          <p:spPr>
            <a:xfrm>
              <a:off x="627026" y="1309936"/>
              <a:ext cx="50049" cy="455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5" name="asset_3414_28">
              <a:extLst>
                <a:ext uri="{FF2B5EF4-FFF2-40B4-BE49-F238E27FC236}">
                  <a16:creationId xmlns:a16="http://schemas.microsoft.com/office/drawing/2014/main" id="{B0141F24-EF7E-475F-8F17-4AAC2F76A97C}"/>
                </a:ext>
              </a:extLst>
            </p:cNvPr>
            <p:cNvSpPr>
              <a:spLocks noGrp="1"/>
            </p:cNvSpPr>
            <p:nvPr/>
          </p:nvSpPr>
          <p:spPr>
            <a:xfrm>
              <a:off x="674741" y="1262956"/>
              <a:ext cx="41261" cy="37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6" name="asset_3414_29">
              <a:extLst>
                <a:ext uri="{FF2B5EF4-FFF2-40B4-BE49-F238E27FC236}">
                  <a16:creationId xmlns:a16="http://schemas.microsoft.com/office/drawing/2014/main" id="{4C5F5EFD-4C17-4423-B012-93E75D5453F4}"/>
                </a:ext>
              </a:extLst>
            </p:cNvPr>
            <p:cNvSpPr>
              <a:spLocks noGrp="1"/>
            </p:cNvSpPr>
            <p:nvPr/>
          </p:nvSpPr>
          <p:spPr>
            <a:xfrm>
              <a:off x="636012" y="1288141"/>
              <a:ext cx="36386" cy="3308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7" name="asset_3414_30">
              <a:extLst>
                <a:ext uri="{FF2B5EF4-FFF2-40B4-BE49-F238E27FC236}">
                  <a16:creationId xmlns:a16="http://schemas.microsoft.com/office/drawing/2014/main" id="{E2F57756-70E7-4B2F-BDED-B0D54716DD7F}"/>
                </a:ext>
              </a:extLst>
            </p:cNvPr>
            <p:cNvSpPr>
              <a:spLocks noGrp="1"/>
            </p:cNvSpPr>
            <p:nvPr/>
          </p:nvSpPr>
          <p:spPr>
            <a:xfrm>
              <a:off x="688535" y="1252755"/>
              <a:ext cx="51756" cy="470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8" name="asset_3414_31">
              <a:extLst>
                <a:ext uri="{FF2B5EF4-FFF2-40B4-BE49-F238E27FC236}">
                  <a16:creationId xmlns:a16="http://schemas.microsoft.com/office/drawing/2014/main" id="{8B97F052-B900-4708-9C33-AB607138C8AA}"/>
                </a:ext>
              </a:extLst>
            </p:cNvPr>
            <p:cNvSpPr>
              <a:spLocks noGrp="1"/>
            </p:cNvSpPr>
            <p:nvPr/>
          </p:nvSpPr>
          <p:spPr>
            <a:xfrm>
              <a:off x="634940" y="1309328"/>
              <a:ext cx="44426" cy="4040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59" name="asset_3414_32">
              <a:extLst>
                <a:ext uri="{FF2B5EF4-FFF2-40B4-BE49-F238E27FC236}">
                  <a16:creationId xmlns:a16="http://schemas.microsoft.com/office/drawing/2014/main" id="{F2837722-431E-4068-AE8F-A39C840C724E}"/>
                </a:ext>
              </a:extLst>
            </p:cNvPr>
            <p:cNvSpPr>
              <a:spLocks noGrp="1"/>
            </p:cNvSpPr>
            <p:nvPr/>
          </p:nvSpPr>
          <p:spPr>
            <a:xfrm>
              <a:off x="680434" y="1233643"/>
              <a:ext cx="57438" cy="522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0" name="asset_3414_33">
              <a:extLst>
                <a:ext uri="{FF2B5EF4-FFF2-40B4-BE49-F238E27FC236}">
                  <a16:creationId xmlns:a16="http://schemas.microsoft.com/office/drawing/2014/main" id="{9BC3D3D1-6449-4767-A341-1B6348606030}"/>
                </a:ext>
              </a:extLst>
            </p:cNvPr>
            <p:cNvSpPr>
              <a:spLocks noGrp="1"/>
            </p:cNvSpPr>
            <p:nvPr/>
          </p:nvSpPr>
          <p:spPr>
            <a:xfrm>
              <a:off x="645694" y="1324386"/>
              <a:ext cx="47829" cy="43495"/>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1" name="asset_3414_34">
              <a:extLst>
                <a:ext uri="{FF2B5EF4-FFF2-40B4-BE49-F238E27FC236}">
                  <a16:creationId xmlns:a16="http://schemas.microsoft.com/office/drawing/2014/main" id="{07E297E9-4FFE-4371-81E6-DAFC09FCB519}"/>
                </a:ext>
              </a:extLst>
            </p:cNvPr>
            <p:cNvSpPr>
              <a:spLocks noGrp="1"/>
            </p:cNvSpPr>
            <p:nvPr/>
          </p:nvSpPr>
          <p:spPr>
            <a:xfrm>
              <a:off x="688662" y="1241315"/>
              <a:ext cx="32402" cy="29466"/>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2" name="asset_3414_35">
              <a:extLst>
                <a:ext uri="{FF2B5EF4-FFF2-40B4-BE49-F238E27FC236}">
                  <a16:creationId xmlns:a16="http://schemas.microsoft.com/office/drawing/2014/main" id="{88D10FFB-7A60-403A-B35B-F1BD46C1B107}"/>
                </a:ext>
              </a:extLst>
            </p:cNvPr>
            <p:cNvSpPr>
              <a:spLocks noGrp="1"/>
            </p:cNvSpPr>
            <p:nvPr/>
          </p:nvSpPr>
          <p:spPr>
            <a:xfrm>
              <a:off x="648667" y="1308715"/>
              <a:ext cx="50913" cy="4630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3" name="asset_3414_36">
              <a:extLst>
                <a:ext uri="{FF2B5EF4-FFF2-40B4-BE49-F238E27FC236}">
                  <a16:creationId xmlns:a16="http://schemas.microsoft.com/office/drawing/2014/main" id="{7DE917BC-B1BA-46E4-8DD6-E69FF173F5AE}"/>
                </a:ext>
              </a:extLst>
            </p:cNvPr>
            <p:cNvSpPr>
              <a:spLocks noGrp="1"/>
            </p:cNvSpPr>
            <p:nvPr/>
          </p:nvSpPr>
          <p:spPr>
            <a:xfrm>
              <a:off x="687101" y="1240408"/>
              <a:ext cx="45173" cy="410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4" name="asset_3414_37">
              <a:extLst>
                <a:ext uri="{FF2B5EF4-FFF2-40B4-BE49-F238E27FC236}">
                  <a16:creationId xmlns:a16="http://schemas.microsoft.com/office/drawing/2014/main" id="{DE41F767-04AD-4FDC-8627-0D49489DBB3B}"/>
                </a:ext>
              </a:extLst>
            </p:cNvPr>
            <p:cNvSpPr>
              <a:spLocks noGrp="1"/>
            </p:cNvSpPr>
            <p:nvPr/>
          </p:nvSpPr>
          <p:spPr>
            <a:xfrm>
              <a:off x="676719" y="1270681"/>
              <a:ext cx="50933" cy="4631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5" name="asset_3414_38">
              <a:extLst>
                <a:ext uri="{FF2B5EF4-FFF2-40B4-BE49-F238E27FC236}">
                  <a16:creationId xmlns:a16="http://schemas.microsoft.com/office/drawing/2014/main" id="{1EE5BCC9-6CF9-46C2-8C12-19163950CEE6}"/>
                </a:ext>
              </a:extLst>
            </p:cNvPr>
            <p:cNvSpPr>
              <a:spLocks noGrp="1"/>
            </p:cNvSpPr>
            <p:nvPr/>
          </p:nvSpPr>
          <p:spPr>
            <a:xfrm>
              <a:off x="723506" y="1279525"/>
              <a:ext cx="44591" cy="4055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6" name="asset_3414_39">
              <a:extLst>
                <a:ext uri="{FF2B5EF4-FFF2-40B4-BE49-F238E27FC236}">
                  <a16:creationId xmlns:a16="http://schemas.microsoft.com/office/drawing/2014/main" id="{056EA8C4-A1AC-4628-9891-2468A722D09E}"/>
                </a:ext>
              </a:extLst>
            </p:cNvPr>
            <p:cNvSpPr>
              <a:spLocks noGrp="1"/>
            </p:cNvSpPr>
            <p:nvPr/>
          </p:nvSpPr>
          <p:spPr>
            <a:xfrm>
              <a:off x="635195" y="1260047"/>
              <a:ext cx="38357" cy="34881"/>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7" name="asset_3414_40">
              <a:extLst>
                <a:ext uri="{FF2B5EF4-FFF2-40B4-BE49-F238E27FC236}">
                  <a16:creationId xmlns:a16="http://schemas.microsoft.com/office/drawing/2014/main" id="{17594FFA-9A42-4770-92A6-4D14A035CA84}"/>
                </a:ext>
              </a:extLst>
            </p:cNvPr>
            <p:cNvSpPr>
              <a:spLocks noGrp="1"/>
            </p:cNvSpPr>
            <p:nvPr/>
          </p:nvSpPr>
          <p:spPr>
            <a:xfrm>
              <a:off x="685263" y="1261814"/>
              <a:ext cx="31619" cy="2875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8" name="asset_3414_41">
              <a:extLst>
                <a:ext uri="{FF2B5EF4-FFF2-40B4-BE49-F238E27FC236}">
                  <a16:creationId xmlns:a16="http://schemas.microsoft.com/office/drawing/2014/main" id="{8276C0C2-C7BB-450F-86C5-B9D37ED5AB5C}"/>
                </a:ext>
              </a:extLst>
            </p:cNvPr>
            <p:cNvSpPr>
              <a:spLocks noGrp="1"/>
            </p:cNvSpPr>
            <p:nvPr/>
          </p:nvSpPr>
          <p:spPr>
            <a:xfrm>
              <a:off x="660523" y="1252251"/>
              <a:ext cx="45000" cy="40922"/>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69" name="asset_3414_42">
              <a:extLst>
                <a:ext uri="{FF2B5EF4-FFF2-40B4-BE49-F238E27FC236}">
                  <a16:creationId xmlns:a16="http://schemas.microsoft.com/office/drawing/2014/main" id="{A55BB714-2884-463A-9598-4F70B5A9959E}"/>
                </a:ext>
              </a:extLst>
            </p:cNvPr>
            <p:cNvSpPr>
              <a:spLocks noGrp="1"/>
            </p:cNvSpPr>
            <p:nvPr/>
          </p:nvSpPr>
          <p:spPr>
            <a:xfrm>
              <a:off x="719742" y="1250776"/>
              <a:ext cx="35274" cy="3207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0" name="asset_3414_43">
              <a:extLst>
                <a:ext uri="{FF2B5EF4-FFF2-40B4-BE49-F238E27FC236}">
                  <a16:creationId xmlns:a16="http://schemas.microsoft.com/office/drawing/2014/main" id="{1577A076-E83F-4AE6-A429-4064DFBF3F2C}"/>
                </a:ext>
              </a:extLst>
            </p:cNvPr>
            <p:cNvSpPr>
              <a:spLocks noGrp="1"/>
            </p:cNvSpPr>
            <p:nvPr/>
          </p:nvSpPr>
          <p:spPr>
            <a:xfrm>
              <a:off x="624669" y="1254992"/>
              <a:ext cx="53358" cy="48523"/>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1" name="asset_3414_44">
              <a:extLst>
                <a:ext uri="{FF2B5EF4-FFF2-40B4-BE49-F238E27FC236}">
                  <a16:creationId xmlns:a16="http://schemas.microsoft.com/office/drawing/2014/main" id="{54565839-792C-499C-ADBC-0B0D78F3DCCD}"/>
                </a:ext>
              </a:extLst>
            </p:cNvPr>
            <p:cNvSpPr>
              <a:spLocks noGrp="1"/>
            </p:cNvSpPr>
            <p:nvPr/>
          </p:nvSpPr>
          <p:spPr>
            <a:xfrm>
              <a:off x="727377" y="1252247"/>
              <a:ext cx="38355" cy="34880"/>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2" name="asset_3414_45">
              <a:extLst>
                <a:ext uri="{FF2B5EF4-FFF2-40B4-BE49-F238E27FC236}">
                  <a16:creationId xmlns:a16="http://schemas.microsoft.com/office/drawing/2014/main" id="{6A2D75D1-E2EF-4258-9784-BDA27760D4D9}"/>
                </a:ext>
              </a:extLst>
            </p:cNvPr>
            <p:cNvSpPr>
              <a:spLocks noGrp="1"/>
            </p:cNvSpPr>
            <p:nvPr/>
          </p:nvSpPr>
          <p:spPr>
            <a:xfrm>
              <a:off x="653070" y="1275686"/>
              <a:ext cx="51588" cy="4691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3" name="asset_3414_46">
              <a:extLst>
                <a:ext uri="{FF2B5EF4-FFF2-40B4-BE49-F238E27FC236}">
                  <a16:creationId xmlns:a16="http://schemas.microsoft.com/office/drawing/2014/main" id="{97F8D23C-3534-42F5-B014-9B650223E4F0}"/>
                </a:ext>
              </a:extLst>
            </p:cNvPr>
            <p:cNvSpPr>
              <a:spLocks noGrp="1"/>
            </p:cNvSpPr>
            <p:nvPr/>
          </p:nvSpPr>
          <p:spPr>
            <a:xfrm>
              <a:off x="730286" y="1275274"/>
              <a:ext cx="31926" cy="29034"/>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4" name="asset_3414_47">
              <a:extLst>
                <a:ext uri="{FF2B5EF4-FFF2-40B4-BE49-F238E27FC236}">
                  <a16:creationId xmlns:a16="http://schemas.microsoft.com/office/drawing/2014/main" id="{CD3EC0C3-A769-4B52-86EB-0D88AC932FC2}"/>
                </a:ext>
              </a:extLst>
            </p:cNvPr>
            <p:cNvSpPr>
              <a:spLocks noGrp="1"/>
            </p:cNvSpPr>
            <p:nvPr/>
          </p:nvSpPr>
          <p:spPr>
            <a:xfrm>
              <a:off x="666294" y="1264679"/>
              <a:ext cx="48789" cy="44368"/>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5" name="asset_3414_48">
              <a:extLst>
                <a:ext uri="{FF2B5EF4-FFF2-40B4-BE49-F238E27FC236}">
                  <a16:creationId xmlns:a16="http://schemas.microsoft.com/office/drawing/2014/main" id="{1D74C523-9C10-49CD-B66D-61B22AE36B7D}"/>
                </a:ext>
              </a:extLst>
            </p:cNvPr>
            <p:cNvSpPr>
              <a:spLocks noGrp="1"/>
            </p:cNvSpPr>
            <p:nvPr/>
          </p:nvSpPr>
          <p:spPr>
            <a:xfrm>
              <a:off x="693567" y="1244208"/>
              <a:ext cx="55201" cy="50199"/>
            </a:xfrm>
            <a:prstGeom prst="ellipse">
              <a:avLst/>
            </a:prstGeom>
            <a:gradFill>
              <a:gsLst>
                <a:gs pos="0">
                  <a:srgbClr val="DCEAFF">
                    <a:alpha val="69300"/>
                  </a:srgbClr>
                </a:gs>
                <a:gs pos="52000">
                  <a:srgbClr val="80B9AB">
                    <a:alpha val="80300"/>
                  </a:srgbClr>
                </a:gs>
                <a:gs pos="100000">
                  <a:srgbClr val="80B9AB">
                    <a:alpha val="46200"/>
                  </a:srgbClr>
                </a:gs>
              </a:gsLst>
              <a:lin ang="7500000"/>
            </a:gradFill>
            <a:ln w="2391">
              <a:noFill/>
            </a:ln>
            <a:effectLst>
              <a:softEdge rad="4320"/>
            </a:effectLst>
          </p:spPr>
        </p:sp>
        <p:sp>
          <p:nvSpPr>
            <p:cNvPr id="1076" name="asset_3414_49">
              <a:extLst>
                <a:ext uri="{FF2B5EF4-FFF2-40B4-BE49-F238E27FC236}">
                  <a16:creationId xmlns:a16="http://schemas.microsoft.com/office/drawing/2014/main" id="{F5FCFBDF-DCE9-4A66-9D9C-4938A49D6ECD}"/>
                </a:ext>
              </a:extLst>
            </p:cNvPr>
            <p:cNvSpPr>
              <a:spLocks noGrp="1"/>
            </p:cNvSpPr>
            <p:nvPr/>
          </p:nvSpPr>
          <p:spPr>
            <a:xfrm>
              <a:off x="571680" y="1219694"/>
              <a:ext cx="231530" cy="212746"/>
            </a:xfrm>
            <a:custGeom>
              <a:avLst/>
              <a:gdLst/>
              <a:ahLst/>
              <a:cxnLst/>
              <a:rect l="0" t="0" r="0" b="0"/>
              <a:pathLst>
                <a:path w="231530" h="212746">
                  <a:moveTo>
                    <a:pt x="0" y="0"/>
                  </a:moveTo>
                  <a:lnTo>
                    <a:pt x="231530" y="0"/>
                  </a:lnTo>
                  <a:lnTo>
                    <a:pt x="231530" y="212746"/>
                  </a:lnTo>
                  <a:lnTo>
                    <a:pt x="0" y="212746"/>
                  </a:lnTo>
                  <a:close/>
                </a:path>
              </a:pathLst>
            </a:custGeom>
            <a:noFill/>
            <a:ln w="2391">
              <a:solidFill>
                <a:srgbClr val="8AB3D9"/>
              </a:solidFill>
            </a:ln>
          </p:spPr>
        </p:sp>
      </p:grpSp>
      <p:grpSp>
        <p:nvGrpSpPr>
          <p:cNvPr id="1077" name="a | Raw distribution">
            <a:extLst>
              <a:ext uri="{FF2B5EF4-FFF2-40B4-BE49-F238E27FC236}">
                <a16:creationId xmlns:a16="http://schemas.microsoft.com/office/drawing/2014/main" id="{1AE5A644-F695-2A8F-9C56-628B233FF041}"/>
              </a:ext>
            </a:extLst>
          </p:cNvPr>
          <p:cNvGrpSpPr/>
          <p:nvPr/>
        </p:nvGrpSpPr>
        <p:grpSpPr>
          <a:xfrm>
            <a:off x="1476870" y="1592780"/>
            <a:ext cx="201031" cy="116005"/>
            <a:chOff x="165240" y="2224800"/>
            <a:chExt cx="280800" cy="162036"/>
          </a:xfrm>
        </p:grpSpPr>
        <p:sp>
          <p:nvSpPr>
            <p:cNvPr id="1078" name="part_3415_0">
              <a:extLst>
                <a:ext uri="{FF2B5EF4-FFF2-40B4-BE49-F238E27FC236}">
                  <a16:creationId xmlns:a16="http://schemas.microsoft.com/office/drawing/2014/main" id="{72FB2CC3-0E40-CD97-0E9F-6D5B0730CDAD}"/>
                </a:ext>
              </a:extLst>
            </p:cNvPr>
            <p:cNvSpPr>
              <a:spLocks/>
            </p:cNvSpPr>
            <p:nvPr/>
          </p:nvSpPr>
          <p:spPr>
            <a:xfrm>
              <a:off x="174240" y="2224800"/>
              <a:ext cx="262800" cy="162000"/>
            </a:xfrm>
            <a:custGeom>
              <a:avLst/>
              <a:gdLst/>
              <a:ahLst/>
              <a:cxnLst/>
              <a:rect l="0" t="0" r="0" b="0"/>
              <a:pathLst>
                <a:path w="262800" h="162000">
                  <a:moveTo>
                    <a:pt x="0" y="162000"/>
                  </a:moveTo>
                  <a:lnTo>
                    <a:pt x="0" y="161032"/>
                  </a:ln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lnTo>
                    <a:pt x="262800" y="162000"/>
                  </a:lnTo>
                  <a:close/>
                </a:path>
              </a:pathLst>
            </a:custGeom>
            <a:solidFill>
              <a:srgbClr val="DCE8FA">
                <a:alpha val="80000"/>
              </a:srgbClr>
            </a:solidFill>
            <a:ln w="0">
              <a:noFill/>
            </a:ln>
          </p:spPr>
        </p:sp>
        <p:sp>
          <p:nvSpPr>
            <p:cNvPr id="1079" name="part_3415_1">
              <a:extLst>
                <a:ext uri="{FF2B5EF4-FFF2-40B4-BE49-F238E27FC236}">
                  <a16:creationId xmlns:a16="http://schemas.microsoft.com/office/drawing/2014/main" id="{119F2FBA-CDFB-8696-18C3-F6D4EB563784}"/>
                </a:ext>
              </a:extLst>
            </p:cNvPr>
            <p:cNvSpPr>
              <a:spLocks/>
            </p:cNvSpPr>
            <p:nvPr/>
          </p:nvSpPr>
          <p:spPr>
            <a:xfrm>
              <a:off x="174240" y="2224800"/>
              <a:ext cx="262800" cy="161032"/>
            </a:xfrm>
            <a:custGeom>
              <a:avLst/>
              <a:gdLst/>
              <a:ahLst/>
              <a:cxnLst/>
              <a:rect l="0" t="0" r="0" b="0"/>
              <a:pathLst>
                <a:path w="262800" h="161032">
                  <a:moveTo>
                    <a:pt x="0" y="161032"/>
                  </a:moveTo>
                  <a:lnTo>
                    <a:pt x="4106" y="160673"/>
                  </a:lnTo>
                  <a:lnTo>
                    <a:pt x="8213" y="160200"/>
                  </a:lnTo>
                  <a:lnTo>
                    <a:pt x="12319" y="159583"/>
                  </a:lnTo>
                  <a:lnTo>
                    <a:pt x="16425" y="158786"/>
                  </a:lnTo>
                  <a:lnTo>
                    <a:pt x="20531" y="157768"/>
                  </a:lnTo>
                  <a:lnTo>
                    <a:pt x="24638" y="156484"/>
                  </a:lnTo>
                  <a:lnTo>
                    <a:pt x="28744" y="154882"/>
                  </a:lnTo>
                  <a:lnTo>
                    <a:pt x="32850" y="152906"/>
                  </a:lnTo>
                  <a:lnTo>
                    <a:pt x="36956" y="150497"/>
                  </a:lnTo>
                  <a:lnTo>
                    <a:pt x="41063" y="147595"/>
                  </a:lnTo>
                  <a:lnTo>
                    <a:pt x="45169" y="144139"/>
                  </a:lnTo>
                  <a:lnTo>
                    <a:pt x="49275" y="140076"/>
                  </a:lnTo>
                  <a:lnTo>
                    <a:pt x="53381" y="135355"/>
                  </a:lnTo>
                  <a:lnTo>
                    <a:pt x="57488" y="129940"/>
                  </a:lnTo>
                  <a:lnTo>
                    <a:pt x="61594" y="123809"/>
                  </a:lnTo>
                  <a:lnTo>
                    <a:pt x="65700" y="116958"/>
                  </a:lnTo>
                  <a:lnTo>
                    <a:pt x="69806" y="109406"/>
                  </a:lnTo>
                  <a:lnTo>
                    <a:pt x="73913" y="101200"/>
                  </a:lnTo>
                  <a:lnTo>
                    <a:pt x="78019" y="92412"/>
                  </a:lnTo>
                  <a:lnTo>
                    <a:pt x="82125" y="83146"/>
                  </a:lnTo>
                  <a:lnTo>
                    <a:pt x="86231" y="73536"/>
                  </a:lnTo>
                  <a:lnTo>
                    <a:pt x="90338" y="63742"/>
                  </a:lnTo>
                  <a:lnTo>
                    <a:pt x="94444" y="53950"/>
                  </a:lnTo>
                  <a:lnTo>
                    <a:pt x="98550" y="44364"/>
                  </a:lnTo>
                  <a:lnTo>
                    <a:pt x="102656" y="35202"/>
                  </a:lnTo>
                  <a:lnTo>
                    <a:pt x="106763" y="26686"/>
                  </a:lnTo>
                  <a:lnTo>
                    <a:pt x="110869" y="19036"/>
                  </a:lnTo>
                  <a:lnTo>
                    <a:pt x="114975" y="12455"/>
                  </a:lnTo>
                  <a:lnTo>
                    <a:pt x="119081" y="7128"/>
                  </a:lnTo>
                  <a:lnTo>
                    <a:pt x="123188" y="3208"/>
                  </a:lnTo>
                  <a:lnTo>
                    <a:pt x="127294" y="808"/>
                  </a:lnTo>
                  <a:lnTo>
                    <a:pt x="131400" y="0"/>
                  </a:lnTo>
                  <a:lnTo>
                    <a:pt x="135506" y="808"/>
                  </a:lnTo>
                  <a:lnTo>
                    <a:pt x="139613" y="3208"/>
                  </a:lnTo>
                  <a:lnTo>
                    <a:pt x="143719" y="7128"/>
                  </a:lnTo>
                  <a:lnTo>
                    <a:pt x="147825" y="12455"/>
                  </a:lnTo>
                  <a:lnTo>
                    <a:pt x="151931" y="19036"/>
                  </a:lnTo>
                  <a:lnTo>
                    <a:pt x="156038" y="26686"/>
                  </a:lnTo>
                  <a:lnTo>
                    <a:pt x="160144" y="35202"/>
                  </a:lnTo>
                  <a:lnTo>
                    <a:pt x="164250" y="44364"/>
                  </a:lnTo>
                  <a:lnTo>
                    <a:pt x="168356" y="53950"/>
                  </a:lnTo>
                  <a:lnTo>
                    <a:pt x="172463" y="63742"/>
                  </a:lnTo>
                  <a:lnTo>
                    <a:pt x="176569" y="73536"/>
                  </a:lnTo>
                  <a:lnTo>
                    <a:pt x="180675" y="83146"/>
                  </a:lnTo>
                  <a:lnTo>
                    <a:pt x="184781" y="92412"/>
                  </a:lnTo>
                  <a:lnTo>
                    <a:pt x="188888" y="101200"/>
                  </a:lnTo>
                  <a:lnTo>
                    <a:pt x="192994" y="109406"/>
                  </a:lnTo>
                  <a:lnTo>
                    <a:pt x="197100" y="116958"/>
                  </a:lnTo>
                  <a:lnTo>
                    <a:pt x="201206" y="123809"/>
                  </a:lnTo>
                  <a:lnTo>
                    <a:pt x="205313" y="129940"/>
                  </a:lnTo>
                  <a:lnTo>
                    <a:pt x="209419" y="135355"/>
                  </a:lnTo>
                  <a:lnTo>
                    <a:pt x="213525" y="140076"/>
                  </a:lnTo>
                  <a:lnTo>
                    <a:pt x="217631" y="144139"/>
                  </a:lnTo>
                  <a:lnTo>
                    <a:pt x="221738" y="147595"/>
                  </a:lnTo>
                  <a:lnTo>
                    <a:pt x="225844" y="150497"/>
                  </a:lnTo>
                  <a:lnTo>
                    <a:pt x="229950" y="152906"/>
                  </a:lnTo>
                  <a:lnTo>
                    <a:pt x="234056" y="154882"/>
                  </a:lnTo>
                  <a:lnTo>
                    <a:pt x="238163" y="156484"/>
                  </a:lnTo>
                  <a:lnTo>
                    <a:pt x="242269" y="157768"/>
                  </a:lnTo>
                  <a:lnTo>
                    <a:pt x="246375" y="158786"/>
                  </a:lnTo>
                  <a:lnTo>
                    <a:pt x="250481" y="159583"/>
                  </a:lnTo>
                  <a:lnTo>
                    <a:pt x="254588" y="160200"/>
                  </a:lnTo>
                  <a:lnTo>
                    <a:pt x="258694" y="160673"/>
                  </a:lnTo>
                  <a:lnTo>
                    <a:pt x="262800" y="161032"/>
                  </a:lnTo>
                </a:path>
              </a:pathLst>
            </a:custGeom>
            <a:noFill/>
            <a:ln w="4320">
              <a:solidFill>
                <a:srgbClr val="9AB9E3"/>
              </a:solidFill>
            </a:ln>
          </p:spPr>
        </p:sp>
        <p:sp>
          <p:nvSpPr>
            <p:cNvPr id="1080" name="part_3415_2">
              <a:extLst>
                <a:ext uri="{FF2B5EF4-FFF2-40B4-BE49-F238E27FC236}">
                  <a16:creationId xmlns:a16="http://schemas.microsoft.com/office/drawing/2014/main" id="{C1335999-DFEC-C78A-AE0E-8BC0C2566750}"/>
                </a:ext>
              </a:extLst>
            </p:cNvPr>
            <p:cNvSpPr>
              <a:spLocks/>
            </p:cNvSpPr>
            <p:nvPr/>
          </p:nvSpPr>
          <p:spPr>
            <a:xfrm>
              <a:off x="165240" y="2386800"/>
              <a:ext cx="280800" cy="36"/>
            </a:xfrm>
            <a:custGeom>
              <a:avLst/>
              <a:gdLst/>
              <a:ahLst/>
              <a:cxnLst/>
              <a:rect l="0" t="0" r="0" b="0"/>
              <a:pathLst>
                <a:path w="280800" h="36">
                  <a:moveTo>
                    <a:pt x="0" y="0"/>
                  </a:moveTo>
                  <a:lnTo>
                    <a:pt x="280800" y="0"/>
                  </a:lnTo>
                </a:path>
              </a:pathLst>
            </a:custGeom>
            <a:noFill/>
            <a:ln w="3600">
              <a:solidFill>
                <a:srgbClr val="C4D2DF"/>
              </a:solidFill>
            </a:ln>
          </p:spPr>
        </p:sp>
      </p:grpSp>
      <p:grpSp>
        <p:nvGrpSpPr>
          <p:cNvPr id="1081" name="a | Z-score histogram">
            <a:extLst>
              <a:ext uri="{FF2B5EF4-FFF2-40B4-BE49-F238E27FC236}">
                <a16:creationId xmlns:a16="http://schemas.microsoft.com/office/drawing/2014/main" id="{3EDCF536-E705-00EF-29AD-AE208B67E7E3}"/>
              </a:ext>
            </a:extLst>
          </p:cNvPr>
          <p:cNvGrpSpPr/>
          <p:nvPr/>
        </p:nvGrpSpPr>
        <p:grpSpPr>
          <a:xfrm>
            <a:off x="1762437" y="1569346"/>
            <a:ext cx="219072" cy="134388"/>
            <a:chOff x="564120" y="2192067"/>
            <a:chExt cx="306000" cy="187713"/>
          </a:xfrm>
        </p:grpSpPr>
        <p:sp>
          <p:nvSpPr>
            <p:cNvPr id="1082" name="hist_3416_0">
              <a:extLst>
                <a:ext uri="{FF2B5EF4-FFF2-40B4-BE49-F238E27FC236}">
                  <a16:creationId xmlns:a16="http://schemas.microsoft.com/office/drawing/2014/main" id="{4030C466-D414-7509-97F9-1ABD0D2CF5F8}"/>
                </a:ext>
              </a:extLst>
            </p:cNvPr>
            <p:cNvSpPr>
              <a:spLocks/>
            </p:cNvSpPr>
            <p:nvPr/>
          </p:nvSpPr>
          <p:spPr>
            <a:xfrm>
              <a:off x="571320" y="2375668"/>
              <a:ext cx="8460" cy="2132"/>
            </a:xfrm>
            <a:prstGeom prst="rect">
              <a:avLst/>
            </a:prstGeom>
            <a:gradFill>
              <a:gsLst>
                <a:gs pos="0">
                  <a:srgbClr val="C7D5ED"/>
                </a:gs>
                <a:gs pos="100000">
                  <a:srgbClr val="D9E3F4"/>
                </a:gs>
              </a:gsLst>
              <a:lin ang="5400000"/>
            </a:gradFill>
            <a:ln w="0">
              <a:noFill/>
            </a:ln>
          </p:spPr>
        </p:sp>
        <p:sp>
          <p:nvSpPr>
            <p:cNvPr id="1083" name="hist_3416_1">
              <a:extLst>
                <a:ext uri="{FF2B5EF4-FFF2-40B4-BE49-F238E27FC236}">
                  <a16:creationId xmlns:a16="http://schemas.microsoft.com/office/drawing/2014/main" id="{96B4A17B-48FB-1460-8C15-641A3A76423F}"/>
                </a:ext>
              </a:extLst>
            </p:cNvPr>
            <p:cNvSpPr>
              <a:spLocks/>
            </p:cNvSpPr>
            <p:nvPr/>
          </p:nvSpPr>
          <p:spPr>
            <a:xfrm>
              <a:off x="582120" y="2373576"/>
              <a:ext cx="8460" cy="4224"/>
            </a:xfrm>
            <a:prstGeom prst="rect">
              <a:avLst/>
            </a:prstGeom>
            <a:gradFill>
              <a:gsLst>
                <a:gs pos="0">
                  <a:srgbClr val="C7D5ED"/>
                </a:gs>
                <a:gs pos="100000">
                  <a:srgbClr val="D9E3F4"/>
                </a:gs>
              </a:gsLst>
              <a:lin ang="5400000"/>
            </a:gradFill>
            <a:ln w="0">
              <a:noFill/>
            </a:ln>
          </p:spPr>
        </p:sp>
        <p:sp>
          <p:nvSpPr>
            <p:cNvPr id="1084" name="hist_3416_2">
              <a:extLst>
                <a:ext uri="{FF2B5EF4-FFF2-40B4-BE49-F238E27FC236}">
                  <a16:creationId xmlns:a16="http://schemas.microsoft.com/office/drawing/2014/main" id="{5CF0458F-7E8B-5CA6-AC04-C32A88F3D20B}"/>
                </a:ext>
              </a:extLst>
            </p:cNvPr>
            <p:cNvSpPr>
              <a:spLocks/>
            </p:cNvSpPr>
            <p:nvPr/>
          </p:nvSpPr>
          <p:spPr>
            <a:xfrm>
              <a:off x="592920" y="2370486"/>
              <a:ext cx="8460" cy="7314"/>
            </a:xfrm>
            <a:prstGeom prst="rect">
              <a:avLst/>
            </a:prstGeom>
            <a:gradFill>
              <a:gsLst>
                <a:gs pos="0">
                  <a:srgbClr val="C7D5ED"/>
                </a:gs>
                <a:gs pos="100000">
                  <a:srgbClr val="D9E3F4"/>
                </a:gs>
              </a:gsLst>
              <a:lin ang="5400000"/>
            </a:gradFill>
            <a:ln w="0">
              <a:noFill/>
            </a:ln>
          </p:spPr>
        </p:sp>
        <p:sp>
          <p:nvSpPr>
            <p:cNvPr id="1085" name="hist_3416_3">
              <a:extLst>
                <a:ext uri="{FF2B5EF4-FFF2-40B4-BE49-F238E27FC236}">
                  <a16:creationId xmlns:a16="http://schemas.microsoft.com/office/drawing/2014/main" id="{87ED907D-908B-DDFA-5A47-4EFCF1E95E10}"/>
                </a:ext>
              </a:extLst>
            </p:cNvPr>
            <p:cNvSpPr>
              <a:spLocks/>
            </p:cNvSpPr>
            <p:nvPr/>
          </p:nvSpPr>
          <p:spPr>
            <a:xfrm>
              <a:off x="603720" y="2364234"/>
              <a:ext cx="8460" cy="13566"/>
            </a:xfrm>
            <a:prstGeom prst="rect">
              <a:avLst/>
            </a:prstGeom>
            <a:gradFill>
              <a:gsLst>
                <a:gs pos="0">
                  <a:srgbClr val="C7D5ED"/>
                </a:gs>
                <a:gs pos="100000">
                  <a:srgbClr val="D9E3F4"/>
                </a:gs>
              </a:gsLst>
              <a:lin ang="5400000"/>
            </a:gradFill>
            <a:ln w="0">
              <a:noFill/>
            </a:ln>
          </p:spPr>
        </p:sp>
        <p:sp>
          <p:nvSpPr>
            <p:cNvPr id="1086" name="hist_3416_4">
              <a:extLst>
                <a:ext uri="{FF2B5EF4-FFF2-40B4-BE49-F238E27FC236}">
                  <a16:creationId xmlns:a16="http://schemas.microsoft.com/office/drawing/2014/main" id="{3C3F9E5A-AF48-F3E3-1C5E-B463767690F1}"/>
                </a:ext>
              </a:extLst>
            </p:cNvPr>
            <p:cNvSpPr>
              <a:spLocks/>
            </p:cNvSpPr>
            <p:nvPr/>
          </p:nvSpPr>
          <p:spPr>
            <a:xfrm>
              <a:off x="614520" y="2356127"/>
              <a:ext cx="8460" cy="21673"/>
            </a:xfrm>
            <a:prstGeom prst="rect">
              <a:avLst/>
            </a:prstGeom>
            <a:gradFill>
              <a:gsLst>
                <a:gs pos="0">
                  <a:srgbClr val="C7D5ED"/>
                </a:gs>
                <a:gs pos="100000">
                  <a:srgbClr val="D9E3F4"/>
                </a:gs>
              </a:gsLst>
              <a:lin ang="5400000"/>
            </a:gradFill>
            <a:ln w="0">
              <a:noFill/>
            </a:ln>
          </p:spPr>
        </p:sp>
        <p:sp>
          <p:nvSpPr>
            <p:cNvPr id="1087" name="hist_3416_5">
              <a:extLst>
                <a:ext uri="{FF2B5EF4-FFF2-40B4-BE49-F238E27FC236}">
                  <a16:creationId xmlns:a16="http://schemas.microsoft.com/office/drawing/2014/main" id="{2A3D02E9-1641-1E05-0FB3-1B4307782B0A}"/>
                </a:ext>
              </a:extLst>
            </p:cNvPr>
            <p:cNvSpPr>
              <a:spLocks/>
            </p:cNvSpPr>
            <p:nvPr/>
          </p:nvSpPr>
          <p:spPr>
            <a:xfrm>
              <a:off x="625320" y="2344270"/>
              <a:ext cx="8460" cy="33530"/>
            </a:xfrm>
            <a:prstGeom prst="rect">
              <a:avLst/>
            </a:prstGeom>
            <a:gradFill>
              <a:gsLst>
                <a:gs pos="0">
                  <a:srgbClr val="C7D5ED"/>
                </a:gs>
                <a:gs pos="100000">
                  <a:srgbClr val="D9E3F4"/>
                </a:gs>
              </a:gsLst>
              <a:lin ang="5400000"/>
            </a:gradFill>
            <a:ln w="0">
              <a:noFill/>
            </a:ln>
          </p:spPr>
        </p:sp>
        <p:sp>
          <p:nvSpPr>
            <p:cNvPr id="1088" name="hist_3416_6">
              <a:extLst>
                <a:ext uri="{FF2B5EF4-FFF2-40B4-BE49-F238E27FC236}">
                  <a16:creationId xmlns:a16="http://schemas.microsoft.com/office/drawing/2014/main" id="{E94528C8-4A61-D852-58AC-1324BBA89D39}"/>
                </a:ext>
              </a:extLst>
            </p:cNvPr>
            <p:cNvSpPr>
              <a:spLocks/>
            </p:cNvSpPr>
            <p:nvPr/>
          </p:nvSpPr>
          <p:spPr>
            <a:xfrm>
              <a:off x="636120" y="2325290"/>
              <a:ext cx="8460" cy="52510"/>
            </a:xfrm>
            <a:prstGeom prst="rect">
              <a:avLst/>
            </a:prstGeom>
            <a:gradFill>
              <a:gsLst>
                <a:gs pos="0">
                  <a:srgbClr val="C7D5ED"/>
                </a:gs>
                <a:gs pos="100000">
                  <a:srgbClr val="D9E3F4"/>
                </a:gs>
              </a:gsLst>
              <a:lin ang="5400000"/>
            </a:gradFill>
            <a:ln w="0">
              <a:noFill/>
            </a:ln>
          </p:spPr>
        </p:sp>
        <p:sp>
          <p:nvSpPr>
            <p:cNvPr id="1089" name="hist_3416_7">
              <a:extLst>
                <a:ext uri="{FF2B5EF4-FFF2-40B4-BE49-F238E27FC236}">
                  <a16:creationId xmlns:a16="http://schemas.microsoft.com/office/drawing/2014/main" id="{ED62097F-B2D3-CD58-5AAD-A8C0271C2415}"/>
                </a:ext>
              </a:extLst>
            </p:cNvPr>
            <p:cNvSpPr>
              <a:spLocks/>
            </p:cNvSpPr>
            <p:nvPr/>
          </p:nvSpPr>
          <p:spPr>
            <a:xfrm>
              <a:off x="646920" y="2308412"/>
              <a:ext cx="8460" cy="69388"/>
            </a:xfrm>
            <a:prstGeom prst="rect">
              <a:avLst/>
            </a:prstGeom>
            <a:gradFill>
              <a:gsLst>
                <a:gs pos="0">
                  <a:srgbClr val="C7D5ED"/>
                </a:gs>
                <a:gs pos="100000">
                  <a:srgbClr val="D9E3F4"/>
                </a:gs>
              </a:gsLst>
              <a:lin ang="5400000"/>
            </a:gradFill>
            <a:ln w="0">
              <a:noFill/>
            </a:ln>
          </p:spPr>
        </p:sp>
        <p:sp>
          <p:nvSpPr>
            <p:cNvPr id="1090" name="hist_3416_8">
              <a:extLst>
                <a:ext uri="{FF2B5EF4-FFF2-40B4-BE49-F238E27FC236}">
                  <a16:creationId xmlns:a16="http://schemas.microsoft.com/office/drawing/2014/main" id="{EB0310AD-F272-6164-EF0A-C7E837B0832B}"/>
                </a:ext>
              </a:extLst>
            </p:cNvPr>
            <p:cNvSpPr>
              <a:spLocks/>
            </p:cNvSpPr>
            <p:nvPr/>
          </p:nvSpPr>
          <p:spPr>
            <a:xfrm>
              <a:off x="657720" y="2280881"/>
              <a:ext cx="8460" cy="96919"/>
            </a:xfrm>
            <a:prstGeom prst="rect">
              <a:avLst/>
            </a:prstGeom>
            <a:gradFill>
              <a:gsLst>
                <a:gs pos="0">
                  <a:srgbClr val="C7D5ED"/>
                </a:gs>
                <a:gs pos="100000">
                  <a:srgbClr val="D9E3F4"/>
                </a:gs>
              </a:gsLst>
              <a:lin ang="5400000"/>
            </a:gradFill>
            <a:ln w="0">
              <a:noFill/>
            </a:ln>
          </p:spPr>
        </p:sp>
        <p:sp>
          <p:nvSpPr>
            <p:cNvPr id="1091" name="hist_3416_9">
              <a:extLst>
                <a:ext uri="{FF2B5EF4-FFF2-40B4-BE49-F238E27FC236}">
                  <a16:creationId xmlns:a16="http://schemas.microsoft.com/office/drawing/2014/main" id="{5F4BE237-3D19-8A3D-5199-8EC5605526DE}"/>
                </a:ext>
              </a:extLst>
            </p:cNvPr>
            <p:cNvSpPr>
              <a:spLocks/>
            </p:cNvSpPr>
            <p:nvPr/>
          </p:nvSpPr>
          <p:spPr>
            <a:xfrm>
              <a:off x="668520" y="2254700"/>
              <a:ext cx="8460" cy="123100"/>
            </a:xfrm>
            <a:prstGeom prst="rect">
              <a:avLst/>
            </a:prstGeom>
            <a:gradFill>
              <a:gsLst>
                <a:gs pos="0">
                  <a:srgbClr val="C7D5ED"/>
                </a:gs>
                <a:gs pos="100000">
                  <a:srgbClr val="D9E3F4"/>
                </a:gs>
              </a:gsLst>
              <a:lin ang="5400000"/>
            </a:gradFill>
            <a:ln w="0">
              <a:noFill/>
            </a:ln>
          </p:spPr>
        </p:sp>
        <p:sp>
          <p:nvSpPr>
            <p:cNvPr id="1092" name="hist_3416_10">
              <a:extLst>
                <a:ext uri="{FF2B5EF4-FFF2-40B4-BE49-F238E27FC236}">
                  <a16:creationId xmlns:a16="http://schemas.microsoft.com/office/drawing/2014/main" id="{02F4386D-7FC3-097D-2930-FD4C354235D9}"/>
                </a:ext>
              </a:extLst>
            </p:cNvPr>
            <p:cNvSpPr>
              <a:spLocks/>
            </p:cNvSpPr>
            <p:nvPr/>
          </p:nvSpPr>
          <p:spPr>
            <a:xfrm>
              <a:off x="679320" y="2236272"/>
              <a:ext cx="8460" cy="141528"/>
            </a:xfrm>
            <a:prstGeom prst="rect">
              <a:avLst/>
            </a:prstGeom>
            <a:gradFill>
              <a:gsLst>
                <a:gs pos="0">
                  <a:srgbClr val="C7D5ED"/>
                </a:gs>
                <a:gs pos="100000">
                  <a:srgbClr val="D9E3F4"/>
                </a:gs>
              </a:gsLst>
              <a:lin ang="5400000"/>
            </a:gradFill>
            <a:ln w="0">
              <a:noFill/>
            </a:ln>
          </p:spPr>
        </p:sp>
        <p:sp>
          <p:nvSpPr>
            <p:cNvPr id="1093" name="hist_3416_11">
              <a:extLst>
                <a:ext uri="{FF2B5EF4-FFF2-40B4-BE49-F238E27FC236}">
                  <a16:creationId xmlns:a16="http://schemas.microsoft.com/office/drawing/2014/main" id="{81CC68AE-A52A-0096-CDFE-4DAB47E6FC03}"/>
                </a:ext>
              </a:extLst>
            </p:cNvPr>
            <p:cNvSpPr>
              <a:spLocks/>
            </p:cNvSpPr>
            <p:nvPr/>
          </p:nvSpPr>
          <p:spPr>
            <a:xfrm>
              <a:off x="690120" y="2205424"/>
              <a:ext cx="8460" cy="172376"/>
            </a:xfrm>
            <a:prstGeom prst="rect">
              <a:avLst/>
            </a:prstGeom>
            <a:gradFill>
              <a:gsLst>
                <a:gs pos="0">
                  <a:srgbClr val="C7D5ED"/>
                </a:gs>
                <a:gs pos="100000">
                  <a:srgbClr val="D9E3F4"/>
                </a:gs>
              </a:gsLst>
              <a:lin ang="5400000"/>
            </a:gradFill>
            <a:ln w="0">
              <a:noFill/>
            </a:ln>
          </p:spPr>
        </p:sp>
        <p:sp>
          <p:nvSpPr>
            <p:cNvPr id="1094" name="hist_3416_12">
              <a:extLst>
                <a:ext uri="{FF2B5EF4-FFF2-40B4-BE49-F238E27FC236}">
                  <a16:creationId xmlns:a16="http://schemas.microsoft.com/office/drawing/2014/main" id="{90F744C2-8E30-D440-14D8-CC7EA8C8C97D}"/>
                </a:ext>
              </a:extLst>
            </p:cNvPr>
            <p:cNvSpPr>
              <a:spLocks/>
            </p:cNvSpPr>
            <p:nvPr/>
          </p:nvSpPr>
          <p:spPr>
            <a:xfrm>
              <a:off x="700920" y="2200406"/>
              <a:ext cx="8460" cy="177394"/>
            </a:xfrm>
            <a:prstGeom prst="rect">
              <a:avLst/>
            </a:prstGeom>
            <a:gradFill>
              <a:gsLst>
                <a:gs pos="0">
                  <a:srgbClr val="C7D5ED"/>
                </a:gs>
                <a:gs pos="100000">
                  <a:srgbClr val="D9E3F4"/>
                </a:gs>
              </a:gsLst>
              <a:lin ang="5400000"/>
            </a:gradFill>
            <a:ln w="0">
              <a:noFill/>
            </a:ln>
          </p:spPr>
        </p:sp>
        <p:sp>
          <p:nvSpPr>
            <p:cNvPr id="1095" name="hist_3416_13">
              <a:extLst>
                <a:ext uri="{FF2B5EF4-FFF2-40B4-BE49-F238E27FC236}">
                  <a16:creationId xmlns:a16="http://schemas.microsoft.com/office/drawing/2014/main" id="{44B7A5B4-1CB1-DE4F-1775-86DBE3A08440}"/>
                </a:ext>
              </a:extLst>
            </p:cNvPr>
            <p:cNvSpPr>
              <a:spLocks/>
            </p:cNvSpPr>
            <p:nvPr/>
          </p:nvSpPr>
          <p:spPr>
            <a:xfrm>
              <a:off x="711720" y="2193790"/>
              <a:ext cx="8460" cy="184010"/>
            </a:xfrm>
            <a:prstGeom prst="rect">
              <a:avLst/>
            </a:prstGeom>
            <a:gradFill>
              <a:gsLst>
                <a:gs pos="0">
                  <a:srgbClr val="C7D5ED"/>
                </a:gs>
                <a:gs pos="100000">
                  <a:srgbClr val="D9E3F4"/>
                </a:gs>
              </a:gsLst>
              <a:lin ang="5400000"/>
            </a:gradFill>
            <a:ln w="0">
              <a:noFill/>
            </a:ln>
          </p:spPr>
        </p:sp>
        <p:sp>
          <p:nvSpPr>
            <p:cNvPr id="1096" name="hist_3416_14">
              <a:extLst>
                <a:ext uri="{FF2B5EF4-FFF2-40B4-BE49-F238E27FC236}">
                  <a16:creationId xmlns:a16="http://schemas.microsoft.com/office/drawing/2014/main" id="{F680B50B-B0E0-D844-FE15-8731898350E1}"/>
                </a:ext>
              </a:extLst>
            </p:cNvPr>
            <p:cNvSpPr>
              <a:spLocks/>
            </p:cNvSpPr>
            <p:nvPr/>
          </p:nvSpPr>
          <p:spPr>
            <a:xfrm>
              <a:off x="722520" y="2192067"/>
              <a:ext cx="8460" cy="185733"/>
            </a:xfrm>
            <a:prstGeom prst="rect">
              <a:avLst/>
            </a:prstGeom>
            <a:gradFill>
              <a:gsLst>
                <a:gs pos="0">
                  <a:srgbClr val="C7D5ED"/>
                </a:gs>
                <a:gs pos="100000">
                  <a:srgbClr val="D9E3F4"/>
                </a:gs>
              </a:gsLst>
              <a:lin ang="5400000"/>
            </a:gradFill>
            <a:ln w="0">
              <a:noFill/>
            </a:ln>
          </p:spPr>
        </p:sp>
        <p:sp>
          <p:nvSpPr>
            <p:cNvPr id="1097" name="hist_3416_15">
              <a:extLst>
                <a:ext uri="{FF2B5EF4-FFF2-40B4-BE49-F238E27FC236}">
                  <a16:creationId xmlns:a16="http://schemas.microsoft.com/office/drawing/2014/main" id="{4975B77F-0BE7-0BFE-8A2C-F317EFFC63D6}"/>
                </a:ext>
              </a:extLst>
            </p:cNvPr>
            <p:cNvSpPr>
              <a:spLocks/>
            </p:cNvSpPr>
            <p:nvPr/>
          </p:nvSpPr>
          <p:spPr>
            <a:xfrm>
              <a:off x="733320" y="2216786"/>
              <a:ext cx="8460" cy="161014"/>
            </a:xfrm>
            <a:prstGeom prst="rect">
              <a:avLst/>
            </a:prstGeom>
            <a:gradFill>
              <a:gsLst>
                <a:gs pos="0">
                  <a:srgbClr val="C7D5ED"/>
                </a:gs>
                <a:gs pos="100000">
                  <a:srgbClr val="D9E3F4"/>
                </a:gs>
              </a:gsLst>
              <a:lin ang="5400000"/>
            </a:gradFill>
            <a:ln w="0">
              <a:noFill/>
            </a:ln>
          </p:spPr>
        </p:sp>
        <p:sp>
          <p:nvSpPr>
            <p:cNvPr id="1098" name="hist_3416_16">
              <a:extLst>
                <a:ext uri="{FF2B5EF4-FFF2-40B4-BE49-F238E27FC236}">
                  <a16:creationId xmlns:a16="http://schemas.microsoft.com/office/drawing/2014/main" id="{1AE5C90F-7190-3E10-6337-498A44DE958F}"/>
                </a:ext>
              </a:extLst>
            </p:cNvPr>
            <p:cNvSpPr>
              <a:spLocks/>
            </p:cNvSpPr>
            <p:nvPr/>
          </p:nvSpPr>
          <p:spPr>
            <a:xfrm>
              <a:off x="744120" y="2228341"/>
              <a:ext cx="8460" cy="149459"/>
            </a:xfrm>
            <a:prstGeom prst="rect">
              <a:avLst/>
            </a:prstGeom>
            <a:gradFill>
              <a:gsLst>
                <a:gs pos="0">
                  <a:srgbClr val="C7D5ED"/>
                </a:gs>
                <a:gs pos="100000">
                  <a:srgbClr val="D9E3F4"/>
                </a:gs>
              </a:gsLst>
              <a:lin ang="5400000"/>
            </a:gradFill>
            <a:ln w="0">
              <a:noFill/>
            </a:ln>
          </p:spPr>
        </p:sp>
        <p:sp>
          <p:nvSpPr>
            <p:cNvPr id="1099" name="hist_3416_17">
              <a:extLst>
                <a:ext uri="{FF2B5EF4-FFF2-40B4-BE49-F238E27FC236}">
                  <a16:creationId xmlns:a16="http://schemas.microsoft.com/office/drawing/2014/main" id="{A65D00E3-A3F3-0D0C-0027-3D344B6074BE}"/>
                </a:ext>
              </a:extLst>
            </p:cNvPr>
            <p:cNvSpPr>
              <a:spLocks/>
            </p:cNvSpPr>
            <p:nvPr/>
          </p:nvSpPr>
          <p:spPr>
            <a:xfrm>
              <a:off x="754920" y="2256148"/>
              <a:ext cx="8460" cy="121652"/>
            </a:xfrm>
            <a:prstGeom prst="rect">
              <a:avLst/>
            </a:prstGeom>
            <a:gradFill>
              <a:gsLst>
                <a:gs pos="0">
                  <a:srgbClr val="C7D5ED"/>
                </a:gs>
                <a:gs pos="100000">
                  <a:srgbClr val="D9E3F4"/>
                </a:gs>
              </a:gsLst>
              <a:lin ang="5400000"/>
            </a:gradFill>
            <a:ln w="0">
              <a:noFill/>
            </a:ln>
          </p:spPr>
        </p:sp>
        <p:sp>
          <p:nvSpPr>
            <p:cNvPr id="1100" name="hist_3416_18">
              <a:extLst>
                <a:ext uri="{FF2B5EF4-FFF2-40B4-BE49-F238E27FC236}">
                  <a16:creationId xmlns:a16="http://schemas.microsoft.com/office/drawing/2014/main" id="{07677EEE-A09A-2D04-B94C-D8BAC5FE5117}"/>
                </a:ext>
              </a:extLst>
            </p:cNvPr>
            <p:cNvSpPr>
              <a:spLocks/>
            </p:cNvSpPr>
            <p:nvPr/>
          </p:nvSpPr>
          <p:spPr>
            <a:xfrm>
              <a:off x="765720" y="2284395"/>
              <a:ext cx="8460" cy="93405"/>
            </a:xfrm>
            <a:prstGeom prst="rect">
              <a:avLst/>
            </a:prstGeom>
            <a:gradFill>
              <a:gsLst>
                <a:gs pos="0">
                  <a:srgbClr val="C7D5ED"/>
                </a:gs>
                <a:gs pos="100000">
                  <a:srgbClr val="D9E3F4"/>
                </a:gs>
              </a:gsLst>
              <a:lin ang="5400000"/>
            </a:gradFill>
            <a:ln w="0">
              <a:noFill/>
            </a:ln>
          </p:spPr>
        </p:sp>
        <p:sp>
          <p:nvSpPr>
            <p:cNvPr id="1101" name="hist_3416_19">
              <a:extLst>
                <a:ext uri="{FF2B5EF4-FFF2-40B4-BE49-F238E27FC236}">
                  <a16:creationId xmlns:a16="http://schemas.microsoft.com/office/drawing/2014/main" id="{B2F3007B-17C4-E817-DA26-94CB7FACE346}"/>
                </a:ext>
              </a:extLst>
            </p:cNvPr>
            <p:cNvSpPr>
              <a:spLocks/>
            </p:cNvSpPr>
            <p:nvPr/>
          </p:nvSpPr>
          <p:spPr>
            <a:xfrm>
              <a:off x="776520" y="2303684"/>
              <a:ext cx="8460" cy="74116"/>
            </a:xfrm>
            <a:prstGeom prst="rect">
              <a:avLst/>
            </a:prstGeom>
            <a:gradFill>
              <a:gsLst>
                <a:gs pos="0">
                  <a:srgbClr val="C7D5ED"/>
                </a:gs>
                <a:gs pos="100000">
                  <a:srgbClr val="D9E3F4"/>
                </a:gs>
              </a:gsLst>
              <a:lin ang="5400000"/>
            </a:gradFill>
            <a:ln w="0">
              <a:noFill/>
            </a:ln>
          </p:spPr>
        </p:sp>
        <p:sp>
          <p:nvSpPr>
            <p:cNvPr id="1102" name="hist_3416_20">
              <a:extLst>
                <a:ext uri="{FF2B5EF4-FFF2-40B4-BE49-F238E27FC236}">
                  <a16:creationId xmlns:a16="http://schemas.microsoft.com/office/drawing/2014/main" id="{278470FB-35EB-E2CF-79C8-4442A9DAB4E9}"/>
                </a:ext>
              </a:extLst>
            </p:cNvPr>
            <p:cNvSpPr>
              <a:spLocks/>
            </p:cNvSpPr>
            <p:nvPr/>
          </p:nvSpPr>
          <p:spPr>
            <a:xfrm>
              <a:off x="787320" y="2328373"/>
              <a:ext cx="8460" cy="49427"/>
            </a:xfrm>
            <a:prstGeom prst="rect">
              <a:avLst/>
            </a:prstGeom>
            <a:gradFill>
              <a:gsLst>
                <a:gs pos="0">
                  <a:srgbClr val="C7D5ED"/>
                </a:gs>
                <a:gs pos="100000">
                  <a:srgbClr val="D9E3F4"/>
                </a:gs>
              </a:gsLst>
              <a:lin ang="5400000"/>
            </a:gradFill>
            <a:ln w="0">
              <a:noFill/>
            </a:ln>
          </p:spPr>
        </p:sp>
        <p:sp>
          <p:nvSpPr>
            <p:cNvPr id="1103" name="hist_3416_21">
              <a:extLst>
                <a:ext uri="{FF2B5EF4-FFF2-40B4-BE49-F238E27FC236}">
                  <a16:creationId xmlns:a16="http://schemas.microsoft.com/office/drawing/2014/main" id="{F2243E48-547C-BBAF-8497-10B14C2AEE4D}"/>
                </a:ext>
              </a:extLst>
            </p:cNvPr>
            <p:cNvSpPr>
              <a:spLocks/>
            </p:cNvSpPr>
            <p:nvPr/>
          </p:nvSpPr>
          <p:spPr>
            <a:xfrm>
              <a:off x="798120" y="2343468"/>
              <a:ext cx="8460" cy="34332"/>
            </a:xfrm>
            <a:prstGeom prst="rect">
              <a:avLst/>
            </a:prstGeom>
            <a:gradFill>
              <a:gsLst>
                <a:gs pos="0">
                  <a:srgbClr val="C7D5ED"/>
                </a:gs>
                <a:gs pos="100000">
                  <a:srgbClr val="D9E3F4"/>
                </a:gs>
              </a:gsLst>
              <a:lin ang="5400000"/>
            </a:gradFill>
            <a:ln w="0">
              <a:noFill/>
            </a:ln>
          </p:spPr>
        </p:sp>
        <p:sp>
          <p:nvSpPr>
            <p:cNvPr id="1104" name="hist_3416_22">
              <a:extLst>
                <a:ext uri="{FF2B5EF4-FFF2-40B4-BE49-F238E27FC236}">
                  <a16:creationId xmlns:a16="http://schemas.microsoft.com/office/drawing/2014/main" id="{22C4D85C-F5C2-B64A-D373-524013FD035A}"/>
                </a:ext>
              </a:extLst>
            </p:cNvPr>
            <p:cNvSpPr>
              <a:spLocks/>
            </p:cNvSpPr>
            <p:nvPr/>
          </p:nvSpPr>
          <p:spPr>
            <a:xfrm>
              <a:off x="808920" y="2355558"/>
              <a:ext cx="8460" cy="22242"/>
            </a:xfrm>
            <a:prstGeom prst="rect">
              <a:avLst/>
            </a:prstGeom>
            <a:gradFill>
              <a:gsLst>
                <a:gs pos="0">
                  <a:srgbClr val="C7D5ED"/>
                </a:gs>
                <a:gs pos="100000">
                  <a:srgbClr val="D9E3F4"/>
                </a:gs>
              </a:gsLst>
              <a:lin ang="5400000"/>
            </a:gradFill>
            <a:ln w="0">
              <a:noFill/>
            </a:ln>
          </p:spPr>
        </p:sp>
        <p:sp>
          <p:nvSpPr>
            <p:cNvPr id="1105" name="hist_3416_23">
              <a:extLst>
                <a:ext uri="{FF2B5EF4-FFF2-40B4-BE49-F238E27FC236}">
                  <a16:creationId xmlns:a16="http://schemas.microsoft.com/office/drawing/2014/main" id="{8477E417-DCC2-AA60-74DC-9D50177BE794}"/>
                </a:ext>
              </a:extLst>
            </p:cNvPr>
            <p:cNvSpPr>
              <a:spLocks/>
            </p:cNvSpPr>
            <p:nvPr/>
          </p:nvSpPr>
          <p:spPr>
            <a:xfrm>
              <a:off x="819720" y="2365051"/>
              <a:ext cx="8460" cy="12749"/>
            </a:xfrm>
            <a:prstGeom prst="rect">
              <a:avLst/>
            </a:prstGeom>
            <a:gradFill>
              <a:gsLst>
                <a:gs pos="0">
                  <a:srgbClr val="C7D5ED"/>
                </a:gs>
                <a:gs pos="100000">
                  <a:srgbClr val="D9E3F4"/>
                </a:gs>
              </a:gsLst>
              <a:lin ang="5400000"/>
            </a:gradFill>
            <a:ln w="0">
              <a:noFill/>
            </a:ln>
          </p:spPr>
        </p:sp>
        <p:sp>
          <p:nvSpPr>
            <p:cNvPr id="1106" name="hist_3416_24">
              <a:extLst>
                <a:ext uri="{FF2B5EF4-FFF2-40B4-BE49-F238E27FC236}">
                  <a16:creationId xmlns:a16="http://schemas.microsoft.com/office/drawing/2014/main" id="{9C31D0E3-FE7B-ED87-2C1B-827DBCF52F55}"/>
                </a:ext>
              </a:extLst>
            </p:cNvPr>
            <p:cNvSpPr>
              <a:spLocks/>
            </p:cNvSpPr>
            <p:nvPr/>
          </p:nvSpPr>
          <p:spPr>
            <a:xfrm>
              <a:off x="830520" y="2369992"/>
              <a:ext cx="8460" cy="7808"/>
            </a:xfrm>
            <a:prstGeom prst="rect">
              <a:avLst/>
            </a:prstGeom>
            <a:gradFill>
              <a:gsLst>
                <a:gs pos="0">
                  <a:srgbClr val="C7D5ED"/>
                </a:gs>
                <a:gs pos="100000">
                  <a:srgbClr val="D9E3F4"/>
                </a:gs>
              </a:gsLst>
              <a:lin ang="5400000"/>
            </a:gradFill>
            <a:ln w="0">
              <a:noFill/>
            </a:ln>
          </p:spPr>
        </p:sp>
        <p:sp>
          <p:nvSpPr>
            <p:cNvPr id="1107" name="hist_3416_25">
              <a:extLst>
                <a:ext uri="{FF2B5EF4-FFF2-40B4-BE49-F238E27FC236}">
                  <a16:creationId xmlns:a16="http://schemas.microsoft.com/office/drawing/2014/main" id="{1530FE5C-2B0F-1A43-3A85-D3EC11527C49}"/>
                </a:ext>
              </a:extLst>
            </p:cNvPr>
            <p:cNvSpPr>
              <a:spLocks/>
            </p:cNvSpPr>
            <p:nvPr/>
          </p:nvSpPr>
          <p:spPr>
            <a:xfrm>
              <a:off x="841320" y="2373717"/>
              <a:ext cx="8460" cy="4083"/>
            </a:xfrm>
            <a:prstGeom prst="rect">
              <a:avLst/>
            </a:prstGeom>
            <a:gradFill>
              <a:gsLst>
                <a:gs pos="0">
                  <a:srgbClr val="C7D5ED"/>
                </a:gs>
                <a:gs pos="100000">
                  <a:srgbClr val="D9E3F4"/>
                </a:gs>
              </a:gsLst>
              <a:lin ang="5400000"/>
            </a:gradFill>
            <a:ln w="0">
              <a:noFill/>
            </a:ln>
          </p:spPr>
        </p:sp>
        <p:sp>
          <p:nvSpPr>
            <p:cNvPr id="1108" name="hist_3416_26">
              <a:extLst>
                <a:ext uri="{FF2B5EF4-FFF2-40B4-BE49-F238E27FC236}">
                  <a16:creationId xmlns:a16="http://schemas.microsoft.com/office/drawing/2014/main" id="{199AC096-2765-E411-4F93-913DA02288EE}"/>
                </a:ext>
              </a:extLst>
            </p:cNvPr>
            <p:cNvSpPr>
              <a:spLocks/>
            </p:cNvSpPr>
            <p:nvPr/>
          </p:nvSpPr>
          <p:spPr>
            <a:xfrm>
              <a:off x="852120" y="2375700"/>
              <a:ext cx="8460" cy="2100"/>
            </a:xfrm>
            <a:prstGeom prst="rect">
              <a:avLst/>
            </a:prstGeom>
            <a:gradFill>
              <a:gsLst>
                <a:gs pos="0">
                  <a:srgbClr val="C7D5ED"/>
                </a:gs>
                <a:gs pos="100000">
                  <a:srgbClr val="D9E3F4"/>
                </a:gs>
              </a:gsLst>
              <a:lin ang="5400000"/>
            </a:gradFill>
            <a:ln w="0">
              <a:noFill/>
            </a:ln>
          </p:spPr>
        </p:sp>
        <p:sp>
          <p:nvSpPr>
            <p:cNvPr id="1109" name="hist_3416_baseline">
              <a:extLst>
                <a:ext uri="{FF2B5EF4-FFF2-40B4-BE49-F238E27FC236}">
                  <a16:creationId xmlns:a16="http://schemas.microsoft.com/office/drawing/2014/main" id="{517C25B0-6538-8FF1-7110-8BCC753B849A}"/>
                </a:ext>
              </a:extLst>
            </p:cNvPr>
            <p:cNvSpPr>
              <a:spLocks/>
            </p:cNvSpPr>
            <p:nvPr/>
          </p:nvSpPr>
          <p:spPr>
            <a:xfrm>
              <a:off x="564120" y="2377800"/>
              <a:ext cx="306000" cy="1980"/>
            </a:xfrm>
            <a:prstGeom prst="rect">
              <a:avLst/>
            </a:prstGeom>
            <a:solidFill>
              <a:srgbClr val="D7E1EF"/>
            </a:solidFill>
            <a:ln w="0">
              <a:noFill/>
            </a:ln>
          </p:spPr>
        </p:sp>
      </p:grpSp>
      <p:grpSp>
        <p:nvGrpSpPr>
          <p:cNvPr id="1110" name="a | spatial view identity | v4 editable"/>
          <p:cNvGrpSpPr/>
          <p:nvPr/>
        </p:nvGrpSpPr>
        <p:grpSpPr>
          <a:xfrm>
            <a:off x="1501222" y="2047430"/>
            <a:ext cx="155421" cy="122657"/>
            <a:chOff x="177480" y="2844360"/>
            <a:chExt cx="249480" cy="196920"/>
          </a:xfrm>
        </p:grpSpPr>
        <p:sp>
          <p:nvSpPr>
            <p:cNvPr id="1111" name="asset_3417_0">
              <a:extLst>
                <a:ext uri="{FF2B5EF4-FFF2-40B4-BE49-F238E27FC236}">
                  <a16:creationId xmlns:a16="http://schemas.microsoft.com/office/drawing/2014/main" id="{F8EA0275-6243-4257-A4E6-DA521049B493}"/>
                </a:ext>
              </a:extLst>
            </p:cNvPr>
            <p:cNvSpPr>
              <a:spLocks noGrp="1"/>
            </p:cNvSpPr>
            <p:nvPr/>
          </p:nvSpPr>
          <p:spPr>
            <a:xfrm>
              <a:off x="17748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12" name="asset_3417_1">
              <a:extLst>
                <a:ext uri="{FF2B5EF4-FFF2-40B4-BE49-F238E27FC236}">
                  <a16:creationId xmlns:a16="http://schemas.microsoft.com/office/drawing/2014/main" id="{06F4AEAC-07D4-46AB-B61A-E413CFBCA6C8}"/>
                </a:ext>
              </a:extLst>
            </p:cNvPr>
            <p:cNvSpPr>
              <a:spLocks noGrp="1"/>
            </p:cNvSpPr>
            <p:nvPr/>
          </p:nvSpPr>
          <p:spPr>
            <a:xfrm>
              <a:off x="37955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13" name="asset_3417_2">
              <a:extLst>
                <a:ext uri="{FF2B5EF4-FFF2-40B4-BE49-F238E27FC236}">
                  <a16:creationId xmlns:a16="http://schemas.microsoft.com/office/drawing/2014/main" id="{7FD378F4-228E-40C0-8B8A-11134CFB9955}"/>
                </a:ext>
              </a:extLst>
            </p:cNvPr>
            <p:cNvSpPr>
              <a:spLocks noGrp="1"/>
            </p:cNvSpPr>
            <p:nvPr/>
          </p:nvSpPr>
          <p:spPr>
            <a:xfrm>
              <a:off x="177480" y="2877836"/>
              <a:ext cx="202079" cy="163444"/>
            </a:xfrm>
            <a:prstGeom prst="rect">
              <a:avLst/>
            </a:prstGeom>
            <a:solidFill>
              <a:srgbClr val="E7F1FC">
                <a:alpha val="20000"/>
              </a:srgbClr>
            </a:solidFill>
            <a:ln w="1339">
              <a:solidFill>
                <a:srgbClr val="87ADD3"/>
              </a:solidFill>
            </a:ln>
          </p:spPr>
        </p:sp>
        <p:sp>
          <p:nvSpPr>
            <p:cNvPr id="1114" name="asset_3417_3">
              <a:extLst>
                <a:ext uri="{FF2B5EF4-FFF2-40B4-BE49-F238E27FC236}">
                  <a16:creationId xmlns:a16="http://schemas.microsoft.com/office/drawing/2014/main" id="{9A57B3B3-4213-4B60-84FC-AB37D67BA4FE}"/>
                </a:ext>
              </a:extLst>
            </p:cNvPr>
            <p:cNvSpPr>
              <a:spLocks noGrp="1"/>
            </p:cNvSpPr>
            <p:nvPr/>
          </p:nvSpPr>
          <p:spPr>
            <a:xfrm>
              <a:off x="228000" y="2877836"/>
              <a:ext cx="4" cy="163444"/>
            </a:xfrm>
            <a:prstGeom prst="line">
              <a:avLst/>
            </a:prstGeom>
            <a:noFill/>
            <a:ln w="982">
              <a:solidFill>
                <a:srgbClr val="C9DEED">
                  <a:alpha val="33000"/>
                </a:srgbClr>
              </a:solidFill>
            </a:ln>
          </p:spPr>
        </p:sp>
        <p:sp>
          <p:nvSpPr>
            <p:cNvPr id="1115" name="asset_3417_4">
              <a:extLst>
                <a:ext uri="{FF2B5EF4-FFF2-40B4-BE49-F238E27FC236}">
                  <a16:creationId xmlns:a16="http://schemas.microsoft.com/office/drawing/2014/main" id="{7873941F-2C0F-4743-A778-B1D9045DE22D}"/>
                </a:ext>
              </a:extLst>
            </p:cNvPr>
            <p:cNvSpPr>
              <a:spLocks noGrp="1"/>
            </p:cNvSpPr>
            <p:nvPr/>
          </p:nvSpPr>
          <p:spPr>
            <a:xfrm>
              <a:off x="177480" y="2918697"/>
              <a:ext cx="202079" cy="4"/>
            </a:xfrm>
            <a:prstGeom prst="line">
              <a:avLst/>
            </a:prstGeom>
            <a:noFill/>
            <a:ln w="982">
              <a:solidFill>
                <a:srgbClr val="C9DEED">
                  <a:alpha val="33000"/>
                </a:srgbClr>
              </a:solidFill>
            </a:ln>
          </p:spPr>
        </p:sp>
        <p:sp>
          <p:nvSpPr>
            <p:cNvPr id="1116" name="asset_3417_5">
              <a:extLst>
                <a:ext uri="{FF2B5EF4-FFF2-40B4-BE49-F238E27FC236}">
                  <a16:creationId xmlns:a16="http://schemas.microsoft.com/office/drawing/2014/main" id="{1D4219C1-45BA-4A71-8378-AABBD04923B0}"/>
                </a:ext>
              </a:extLst>
            </p:cNvPr>
            <p:cNvSpPr>
              <a:spLocks noGrp="1"/>
            </p:cNvSpPr>
            <p:nvPr/>
          </p:nvSpPr>
          <p:spPr>
            <a:xfrm>
              <a:off x="278519" y="2877836"/>
              <a:ext cx="4" cy="163444"/>
            </a:xfrm>
            <a:prstGeom prst="line">
              <a:avLst/>
            </a:prstGeom>
            <a:noFill/>
            <a:ln w="982">
              <a:solidFill>
                <a:srgbClr val="C9DEED">
                  <a:alpha val="33000"/>
                </a:srgbClr>
              </a:solidFill>
            </a:ln>
          </p:spPr>
        </p:sp>
        <p:sp>
          <p:nvSpPr>
            <p:cNvPr id="1117" name="asset_3417_6">
              <a:extLst>
                <a:ext uri="{FF2B5EF4-FFF2-40B4-BE49-F238E27FC236}">
                  <a16:creationId xmlns:a16="http://schemas.microsoft.com/office/drawing/2014/main" id="{958EC969-20E2-4107-B370-E1616A2910B0}"/>
                </a:ext>
              </a:extLst>
            </p:cNvPr>
            <p:cNvSpPr>
              <a:spLocks noGrp="1"/>
            </p:cNvSpPr>
            <p:nvPr/>
          </p:nvSpPr>
          <p:spPr>
            <a:xfrm>
              <a:off x="177480" y="2959558"/>
              <a:ext cx="202079" cy="4"/>
            </a:xfrm>
            <a:prstGeom prst="line">
              <a:avLst/>
            </a:prstGeom>
            <a:noFill/>
            <a:ln w="982">
              <a:solidFill>
                <a:srgbClr val="C9DEED">
                  <a:alpha val="33000"/>
                </a:srgbClr>
              </a:solidFill>
            </a:ln>
          </p:spPr>
        </p:sp>
        <p:sp>
          <p:nvSpPr>
            <p:cNvPr id="1118" name="asset_3417_7">
              <a:extLst>
                <a:ext uri="{FF2B5EF4-FFF2-40B4-BE49-F238E27FC236}">
                  <a16:creationId xmlns:a16="http://schemas.microsoft.com/office/drawing/2014/main" id="{C505E721-5B73-43C5-A6EC-AD958AF778C0}"/>
                </a:ext>
              </a:extLst>
            </p:cNvPr>
            <p:cNvSpPr>
              <a:spLocks noGrp="1"/>
            </p:cNvSpPr>
            <p:nvPr/>
          </p:nvSpPr>
          <p:spPr>
            <a:xfrm>
              <a:off x="329039" y="2877836"/>
              <a:ext cx="4" cy="163444"/>
            </a:xfrm>
            <a:prstGeom prst="line">
              <a:avLst/>
            </a:prstGeom>
            <a:noFill/>
            <a:ln w="982">
              <a:solidFill>
                <a:srgbClr val="C9DEED">
                  <a:alpha val="33000"/>
                </a:srgbClr>
              </a:solidFill>
            </a:ln>
          </p:spPr>
        </p:sp>
        <p:sp>
          <p:nvSpPr>
            <p:cNvPr id="1119" name="asset_3417_8">
              <a:extLst>
                <a:ext uri="{FF2B5EF4-FFF2-40B4-BE49-F238E27FC236}">
                  <a16:creationId xmlns:a16="http://schemas.microsoft.com/office/drawing/2014/main" id="{A156AE7F-D866-478C-A244-8184212F78A0}"/>
                </a:ext>
              </a:extLst>
            </p:cNvPr>
            <p:cNvSpPr>
              <a:spLocks noGrp="1"/>
            </p:cNvSpPr>
            <p:nvPr/>
          </p:nvSpPr>
          <p:spPr>
            <a:xfrm>
              <a:off x="177480" y="3000419"/>
              <a:ext cx="202079" cy="4"/>
            </a:xfrm>
            <a:prstGeom prst="line">
              <a:avLst/>
            </a:prstGeom>
            <a:noFill/>
            <a:ln w="982">
              <a:solidFill>
                <a:srgbClr val="C9DEED">
                  <a:alpha val="33000"/>
                </a:srgbClr>
              </a:solidFill>
            </a:ln>
          </p:spPr>
        </p:sp>
        <p:sp>
          <p:nvSpPr>
            <p:cNvPr id="1120" name="asset_3417_9">
              <a:extLst>
                <a:ext uri="{FF2B5EF4-FFF2-40B4-BE49-F238E27FC236}">
                  <a16:creationId xmlns:a16="http://schemas.microsoft.com/office/drawing/2014/main" id="{F5098036-F4AB-4BE5-8EBD-0262B6C7FDA9}"/>
                </a:ext>
              </a:extLst>
            </p:cNvPr>
            <p:cNvSpPr>
              <a:spLocks noGrp="1"/>
            </p:cNvSpPr>
            <p:nvPr/>
          </p:nvSpPr>
          <p:spPr>
            <a:xfrm>
              <a:off x="195364" y="2900010"/>
              <a:ext cx="94088" cy="75315"/>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1" name="asset_3417_10">
              <a:extLst>
                <a:ext uri="{FF2B5EF4-FFF2-40B4-BE49-F238E27FC236}">
                  <a16:creationId xmlns:a16="http://schemas.microsoft.com/office/drawing/2014/main" id="{F3818BD3-92F1-4A5B-AE5E-0ED17D52A3AA}"/>
                </a:ext>
              </a:extLst>
            </p:cNvPr>
            <p:cNvSpPr>
              <a:spLocks noGrp="1"/>
            </p:cNvSpPr>
            <p:nvPr/>
          </p:nvSpPr>
          <p:spPr>
            <a:xfrm>
              <a:off x="238488" y="2921977"/>
              <a:ext cx="101929" cy="81591"/>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2" name="asset_3417_11">
              <a:extLst>
                <a:ext uri="{FF2B5EF4-FFF2-40B4-BE49-F238E27FC236}">
                  <a16:creationId xmlns:a16="http://schemas.microsoft.com/office/drawing/2014/main" id="{C6F97C6F-9FB7-453C-BD73-7B098BBA21C6}"/>
                </a:ext>
              </a:extLst>
            </p:cNvPr>
            <p:cNvSpPr>
              <a:spLocks noGrp="1"/>
            </p:cNvSpPr>
            <p:nvPr/>
          </p:nvSpPr>
          <p:spPr>
            <a:xfrm>
              <a:off x="275731" y="2881182"/>
              <a:ext cx="90168" cy="72177"/>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3" name="asset_3417_12">
              <a:extLst>
                <a:ext uri="{FF2B5EF4-FFF2-40B4-BE49-F238E27FC236}">
                  <a16:creationId xmlns:a16="http://schemas.microsoft.com/office/drawing/2014/main" id="{F5F8D280-4B17-4964-8A05-15D6C5AA1C91}"/>
                </a:ext>
              </a:extLst>
            </p:cNvPr>
            <p:cNvSpPr>
              <a:spLocks noGrp="1"/>
            </p:cNvSpPr>
            <p:nvPr/>
          </p:nvSpPr>
          <p:spPr>
            <a:xfrm>
              <a:off x="234567" y="2870198"/>
              <a:ext cx="86247" cy="69039"/>
            </a:xfrm>
            <a:prstGeom prst="ellipse">
              <a:avLst/>
            </a:prstGeom>
            <a:gradFill>
              <a:gsLst>
                <a:gs pos="0">
                  <a:srgbClr val="E5F0FF">
                    <a:alpha val="60500"/>
                  </a:srgbClr>
                </a:gs>
                <a:gs pos="48000">
                  <a:srgbClr val="77A6DC">
                    <a:alpha val="66000"/>
                  </a:srgbClr>
                </a:gs>
                <a:gs pos="100000">
                  <a:srgbClr val="77A6DC">
                    <a:alpha val="38500"/>
                  </a:srgbClr>
                </a:gs>
              </a:gsLst>
              <a:lin ang="8400000"/>
            </a:gradFill>
            <a:ln w="2100">
              <a:noFill/>
            </a:ln>
            <a:effectLst>
              <a:softEdge rad="4320"/>
            </a:effectLst>
          </p:spPr>
        </p:sp>
        <p:sp>
          <p:nvSpPr>
            <p:cNvPr id="1124" name="asset_3417_13">
              <a:extLst>
                <a:ext uri="{FF2B5EF4-FFF2-40B4-BE49-F238E27FC236}">
                  <a16:creationId xmlns:a16="http://schemas.microsoft.com/office/drawing/2014/main" id="{D1D7FB95-5DCC-4775-B79A-A10E2B2461D3}"/>
                </a:ext>
              </a:extLst>
            </p:cNvPr>
            <p:cNvSpPr>
              <a:spLocks noGrp="1"/>
            </p:cNvSpPr>
            <p:nvPr/>
          </p:nvSpPr>
          <p:spPr>
            <a:xfrm>
              <a:off x="225065" y="2931796"/>
              <a:ext cx="34464" cy="275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5" name="asset_3417_14">
              <a:extLst>
                <a:ext uri="{FF2B5EF4-FFF2-40B4-BE49-F238E27FC236}">
                  <a16:creationId xmlns:a16="http://schemas.microsoft.com/office/drawing/2014/main" id="{D1FC626F-A21C-4FBC-906E-E7040A91AD6C}"/>
                </a:ext>
              </a:extLst>
            </p:cNvPr>
            <p:cNvSpPr>
              <a:spLocks noGrp="1"/>
            </p:cNvSpPr>
            <p:nvPr/>
          </p:nvSpPr>
          <p:spPr>
            <a:xfrm>
              <a:off x="265308" y="2949180"/>
              <a:ext cx="41898" cy="3353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6" name="asset_3417_15">
              <a:extLst>
                <a:ext uri="{FF2B5EF4-FFF2-40B4-BE49-F238E27FC236}">
                  <a16:creationId xmlns:a16="http://schemas.microsoft.com/office/drawing/2014/main" id="{46D204D4-15C1-4D8E-A5C9-46AA01AF06E9}"/>
                </a:ext>
              </a:extLst>
            </p:cNvPr>
            <p:cNvSpPr>
              <a:spLocks noGrp="1"/>
            </p:cNvSpPr>
            <p:nvPr/>
          </p:nvSpPr>
          <p:spPr>
            <a:xfrm>
              <a:off x="326852" y="2899736"/>
              <a:ext cx="28163" cy="225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7" name="asset_3417_16">
              <a:extLst>
                <a:ext uri="{FF2B5EF4-FFF2-40B4-BE49-F238E27FC236}">
                  <a16:creationId xmlns:a16="http://schemas.microsoft.com/office/drawing/2014/main" id="{623CDAAD-E4C5-4BF4-B5E0-8A3EC027CB66}"/>
                </a:ext>
              </a:extLst>
            </p:cNvPr>
            <p:cNvSpPr>
              <a:spLocks noGrp="1"/>
            </p:cNvSpPr>
            <p:nvPr/>
          </p:nvSpPr>
          <p:spPr>
            <a:xfrm>
              <a:off x="254036" y="2869358"/>
              <a:ext cx="46088" cy="3689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8" name="asset_3417_17">
              <a:extLst>
                <a:ext uri="{FF2B5EF4-FFF2-40B4-BE49-F238E27FC236}">
                  <a16:creationId xmlns:a16="http://schemas.microsoft.com/office/drawing/2014/main" id="{37172E69-18B2-4562-A9D3-D40A3B64FC02}"/>
                </a:ext>
              </a:extLst>
            </p:cNvPr>
            <p:cNvSpPr>
              <a:spLocks noGrp="1"/>
            </p:cNvSpPr>
            <p:nvPr/>
          </p:nvSpPr>
          <p:spPr>
            <a:xfrm>
              <a:off x="218918" y="2927922"/>
              <a:ext cx="29520" cy="236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29" name="asset_3417_18">
              <a:extLst>
                <a:ext uri="{FF2B5EF4-FFF2-40B4-BE49-F238E27FC236}">
                  <a16:creationId xmlns:a16="http://schemas.microsoft.com/office/drawing/2014/main" id="{D13923FC-5B11-4065-A3FE-AAA9007D0154}"/>
                </a:ext>
              </a:extLst>
            </p:cNvPr>
            <p:cNvSpPr>
              <a:spLocks noGrp="1"/>
            </p:cNvSpPr>
            <p:nvPr/>
          </p:nvSpPr>
          <p:spPr>
            <a:xfrm>
              <a:off x="264878" y="2956506"/>
              <a:ext cx="27939" cy="22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0" name="asset_3417_19">
              <a:extLst>
                <a:ext uri="{FF2B5EF4-FFF2-40B4-BE49-F238E27FC236}">
                  <a16:creationId xmlns:a16="http://schemas.microsoft.com/office/drawing/2014/main" id="{9EFE3A03-60B9-41C3-A687-4264FCDDBDEA}"/>
                </a:ext>
              </a:extLst>
            </p:cNvPr>
            <p:cNvSpPr>
              <a:spLocks noGrp="1"/>
            </p:cNvSpPr>
            <p:nvPr/>
          </p:nvSpPr>
          <p:spPr>
            <a:xfrm>
              <a:off x="285462" y="2880916"/>
              <a:ext cx="36943" cy="2957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1" name="asset_3417_20">
              <a:extLst>
                <a:ext uri="{FF2B5EF4-FFF2-40B4-BE49-F238E27FC236}">
                  <a16:creationId xmlns:a16="http://schemas.microsoft.com/office/drawing/2014/main" id="{9795B320-E056-48B9-B974-E1571FAA2B75}"/>
                </a:ext>
              </a:extLst>
            </p:cNvPr>
            <p:cNvSpPr>
              <a:spLocks noGrp="1"/>
            </p:cNvSpPr>
            <p:nvPr/>
          </p:nvSpPr>
          <p:spPr>
            <a:xfrm>
              <a:off x="253090" y="2904475"/>
              <a:ext cx="39597" cy="316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2" name="asset_3417_21">
              <a:extLst>
                <a:ext uri="{FF2B5EF4-FFF2-40B4-BE49-F238E27FC236}">
                  <a16:creationId xmlns:a16="http://schemas.microsoft.com/office/drawing/2014/main" id="{26C66C6D-3A3A-404A-91D5-D79BC83392CD}"/>
                </a:ext>
              </a:extLst>
            </p:cNvPr>
            <p:cNvSpPr>
              <a:spLocks noGrp="1"/>
            </p:cNvSpPr>
            <p:nvPr/>
          </p:nvSpPr>
          <p:spPr>
            <a:xfrm>
              <a:off x="183982" y="2918993"/>
              <a:ext cx="48168" cy="38558"/>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3" name="asset_3417_22">
              <a:extLst>
                <a:ext uri="{FF2B5EF4-FFF2-40B4-BE49-F238E27FC236}">
                  <a16:creationId xmlns:a16="http://schemas.microsoft.com/office/drawing/2014/main" id="{6C4C09C0-8025-41CC-B55D-C17D18D777CB}"/>
                </a:ext>
              </a:extLst>
            </p:cNvPr>
            <p:cNvSpPr>
              <a:spLocks noGrp="1"/>
            </p:cNvSpPr>
            <p:nvPr/>
          </p:nvSpPr>
          <p:spPr>
            <a:xfrm>
              <a:off x="279696" y="2930393"/>
              <a:ext cx="43712" cy="3499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4" name="asset_3417_23">
              <a:extLst>
                <a:ext uri="{FF2B5EF4-FFF2-40B4-BE49-F238E27FC236}">
                  <a16:creationId xmlns:a16="http://schemas.microsoft.com/office/drawing/2014/main" id="{C0775EE0-BDB7-4295-87F9-C13FAE882049}"/>
                </a:ext>
              </a:extLst>
            </p:cNvPr>
            <p:cNvSpPr>
              <a:spLocks noGrp="1"/>
            </p:cNvSpPr>
            <p:nvPr/>
          </p:nvSpPr>
          <p:spPr>
            <a:xfrm>
              <a:off x="325491" y="2885669"/>
              <a:ext cx="28540" cy="2284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5" name="asset_3417_24">
              <a:extLst>
                <a:ext uri="{FF2B5EF4-FFF2-40B4-BE49-F238E27FC236}">
                  <a16:creationId xmlns:a16="http://schemas.microsoft.com/office/drawing/2014/main" id="{E5A09964-028D-481F-A1A6-112CA2148C61}"/>
                </a:ext>
              </a:extLst>
            </p:cNvPr>
            <p:cNvSpPr>
              <a:spLocks noGrp="1"/>
            </p:cNvSpPr>
            <p:nvPr/>
          </p:nvSpPr>
          <p:spPr>
            <a:xfrm>
              <a:off x="269409" y="2914286"/>
              <a:ext cx="28759" cy="2302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6" name="asset_3417_25">
              <a:extLst>
                <a:ext uri="{FF2B5EF4-FFF2-40B4-BE49-F238E27FC236}">
                  <a16:creationId xmlns:a16="http://schemas.microsoft.com/office/drawing/2014/main" id="{B8B33EAE-C0C2-4276-A6C0-64471603C280}"/>
                </a:ext>
              </a:extLst>
            </p:cNvPr>
            <p:cNvSpPr>
              <a:spLocks noGrp="1"/>
            </p:cNvSpPr>
            <p:nvPr/>
          </p:nvSpPr>
          <p:spPr>
            <a:xfrm>
              <a:off x="246744" y="2932114"/>
              <a:ext cx="46628" cy="373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7" name="asset_3417_26">
              <a:extLst>
                <a:ext uri="{FF2B5EF4-FFF2-40B4-BE49-F238E27FC236}">
                  <a16:creationId xmlns:a16="http://schemas.microsoft.com/office/drawing/2014/main" id="{76CBF597-C86F-40DB-9E85-1A7DDD96E4FF}"/>
                </a:ext>
              </a:extLst>
            </p:cNvPr>
            <p:cNvSpPr>
              <a:spLocks noGrp="1"/>
            </p:cNvSpPr>
            <p:nvPr/>
          </p:nvSpPr>
          <p:spPr>
            <a:xfrm>
              <a:off x="243162" y="2956403"/>
              <a:ext cx="31730" cy="253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8" name="asset_3417_27">
              <a:extLst>
                <a:ext uri="{FF2B5EF4-FFF2-40B4-BE49-F238E27FC236}">
                  <a16:creationId xmlns:a16="http://schemas.microsoft.com/office/drawing/2014/main" id="{4FD5DE33-228B-46B3-BC4A-4F0797A94F07}"/>
                </a:ext>
              </a:extLst>
            </p:cNvPr>
            <p:cNvSpPr>
              <a:spLocks noGrp="1"/>
            </p:cNvSpPr>
            <p:nvPr/>
          </p:nvSpPr>
          <p:spPr>
            <a:xfrm>
              <a:off x="286384" y="2892752"/>
              <a:ext cx="42201" cy="3378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39" name="asset_3417_28">
              <a:extLst>
                <a:ext uri="{FF2B5EF4-FFF2-40B4-BE49-F238E27FC236}">
                  <a16:creationId xmlns:a16="http://schemas.microsoft.com/office/drawing/2014/main" id="{330D23C0-ABD9-4AAA-9515-C4C12CC07C5E}"/>
                </a:ext>
              </a:extLst>
            </p:cNvPr>
            <p:cNvSpPr>
              <a:spLocks noGrp="1"/>
            </p:cNvSpPr>
            <p:nvPr/>
          </p:nvSpPr>
          <p:spPr>
            <a:xfrm>
              <a:off x="244617" y="2907890"/>
              <a:ext cx="32192" cy="2576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0" name="asset_3417_29">
              <a:extLst>
                <a:ext uri="{FF2B5EF4-FFF2-40B4-BE49-F238E27FC236}">
                  <a16:creationId xmlns:a16="http://schemas.microsoft.com/office/drawing/2014/main" id="{3B90CBDA-2031-4065-BE9E-E05C410F2B8D}"/>
                </a:ext>
              </a:extLst>
            </p:cNvPr>
            <p:cNvSpPr>
              <a:spLocks noGrp="1"/>
            </p:cNvSpPr>
            <p:nvPr/>
          </p:nvSpPr>
          <p:spPr>
            <a:xfrm>
              <a:off x="249735" y="2916629"/>
              <a:ext cx="30013" cy="240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1" name="asset_3417_30">
              <a:extLst>
                <a:ext uri="{FF2B5EF4-FFF2-40B4-BE49-F238E27FC236}">
                  <a16:creationId xmlns:a16="http://schemas.microsoft.com/office/drawing/2014/main" id="{C7313995-667D-4739-935D-9E967B1DA3A7}"/>
                </a:ext>
              </a:extLst>
            </p:cNvPr>
            <p:cNvSpPr>
              <a:spLocks noGrp="1"/>
            </p:cNvSpPr>
            <p:nvPr/>
          </p:nvSpPr>
          <p:spPr>
            <a:xfrm>
              <a:off x="267530" y="2949783"/>
              <a:ext cx="36773" cy="2943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2" name="asset_3417_31">
              <a:extLst>
                <a:ext uri="{FF2B5EF4-FFF2-40B4-BE49-F238E27FC236}">
                  <a16:creationId xmlns:a16="http://schemas.microsoft.com/office/drawing/2014/main" id="{A16152CA-7DA1-40B0-B109-5F6CE481FB03}"/>
                </a:ext>
              </a:extLst>
            </p:cNvPr>
            <p:cNvSpPr>
              <a:spLocks noGrp="1"/>
            </p:cNvSpPr>
            <p:nvPr/>
          </p:nvSpPr>
          <p:spPr>
            <a:xfrm>
              <a:off x="293188" y="2909686"/>
              <a:ext cx="28412" cy="2274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3" name="asset_3417_32">
              <a:extLst>
                <a:ext uri="{FF2B5EF4-FFF2-40B4-BE49-F238E27FC236}">
                  <a16:creationId xmlns:a16="http://schemas.microsoft.com/office/drawing/2014/main" id="{F628CF2B-A0EB-4966-A4D8-9CEACD095F4E}"/>
                </a:ext>
              </a:extLst>
            </p:cNvPr>
            <p:cNvSpPr>
              <a:spLocks noGrp="1"/>
            </p:cNvSpPr>
            <p:nvPr/>
          </p:nvSpPr>
          <p:spPr>
            <a:xfrm>
              <a:off x="277212" y="2897223"/>
              <a:ext cx="38614" cy="3090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4" name="asset_3417_33">
              <a:extLst>
                <a:ext uri="{FF2B5EF4-FFF2-40B4-BE49-F238E27FC236}">
                  <a16:creationId xmlns:a16="http://schemas.microsoft.com/office/drawing/2014/main" id="{463DB8AD-42B4-47E5-A8A1-9407E9E297C0}"/>
                </a:ext>
              </a:extLst>
            </p:cNvPr>
            <p:cNvSpPr>
              <a:spLocks noGrp="1"/>
            </p:cNvSpPr>
            <p:nvPr/>
          </p:nvSpPr>
          <p:spPr>
            <a:xfrm>
              <a:off x="217770" y="2902541"/>
              <a:ext cx="39971" cy="31996"/>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5" name="asset_3417_34">
              <a:extLst>
                <a:ext uri="{FF2B5EF4-FFF2-40B4-BE49-F238E27FC236}">
                  <a16:creationId xmlns:a16="http://schemas.microsoft.com/office/drawing/2014/main" id="{253D67CF-8761-4498-A99D-00370A583A28}"/>
                </a:ext>
              </a:extLst>
            </p:cNvPr>
            <p:cNvSpPr>
              <a:spLocks noGrp="1"/>
            </p:cNvSpPr>
            <p:nvPr/>
          </p:nvSpPr>
          <p:spPr>
            <a:xfrm>
              <a:off x="273593" y="2945236"/>
              <a:ext cx="30684" cy="2456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6" name="asset_3417_35">
              <a:extLst>
                <a:ext uri="{FF2B5EF4-FFF2-40B4-BE49-F238E27FC236}">
                  <a16:creationId xmlns:a16="http://schemas.microsoft.com/office/drawing/2014/main" id="{79432C51-42E9-4CD0-AD53-6077CCDC748A}"/>
                </a:ext>
              </a:extLst>
            </p:cNvPr>
            <p:cNvSpPr>
              <a:spLocks noGrp="1"/>
            </p:cNvSpPr>
            <p:nvPr/>
          </p:nvSpPr>
          <p:spPr>
            <a:xfrm>
              <a:off x="313946" y="2909905"/>
              <a:ext cx="34371" cy="27513"/>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7" name="asset_3417_36">
              <a:extLst>
                <a:ext uri="{FF2B5EF4-FFF2-40B4-BE49-F238E27FC236}">
                  <a16:creationId xmlns:a16="http://schemas.microsoft.com/office/drawing/2014/main" id="{65D98ED4-F717-49D3-8EAF-2DB39B6C9CB3}"/>
                </a:ext>
              </a:extLst>
            </p:cNvPr>
            <p:cNvSpPr>
              <a:spLocks noGrp="1"/>
            </p:cNvSpPr>
            <p:nvPr/>
          </p:nvSpPr>
          <p:spPr>
            <a:xfrm>
              <a:off x="281624" y="2877229"/>
              <a:ext cx="30066" cy="2406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8" name="asset_3417_37">
              <a:extLst>
                <a:ext uri="{FF2B5EF4-FFF2-40B4-BE49-F238E27FC236}">
                  <a16:creationId xmlns:a16="http://schemas.microsoft.com/office/drawing/2014/main" id="{93694F2E-7ECC-49CA-AA52-9D20E731E17A}"/>
                </a:ext>
              </a:extLst>
            </p:cNvPr>
            <p:cNvSpPr>
              <a:spLocks noGrp="1"/>
            </p:cNvSpPr>
            <p:nvPr/>
          </p:nvSpPr>
          <p:spPr>
            <a:xfrm>
              <a:off x="219867" y="2932620"/>
              <a:ext cx="39531" cy="3164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49" name="asset_3417_38">
              <a:extLst>
                <a:ext uri="{FF2B5EF4-FFF2-40B4-BE49-F238E27FC236}">
                  <a16:creationId xmlns:a16="http://schemas.microsoft.com/office/drawing/2014/main" id="{7F1CE204-DED1-43DA-8D77-71E7ED93AD17}"/>
                </a:ext>
              </a:extLst>
            </p:cNvPr>
            <p:cNvSpPr>
              <a:spLocks noGrp="1"/>
            </p:cNvSpPr>
            <p:nvPr/>
          </p:nvSpPr>
          <p:spPr>
            <a:xfrm>
              <a:off x="261039" y="2939789"/>
              <a:ext cx="27717" cy="2218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0" name="asset_3417_39">
              <a:extLst>
                <a:ext uri="{FF2B5EF4-FFF2-40B4-BE49-F238E27FC236}">
                  <a16:creationId xmlns:a16="http://schemas.microsoft.com/office/drawing/2014/main" id="{E02D7686-4915-476D-8048-29E1006E6DC0}"/>
                </a:ext>
              </a:extLst>
            </p:cNvPr>
            <p:cNvSpPr>
              <a:spLocks noGrp="1"/>
            </p:cNvSpPr>
            <p:nvPr/>
          </p:nvSpPr>
          <p:spPr>
            <a:xfrm>
              <a:off x="304816" y="2921616"/>
              <a:ext cx="37303" cy="2986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1" name="asset_3417_40">
              <a:extLst>
                <a:ext uri="{FF2B5EF4-FFF2-40B4-BE49-F238E27FC236}">
                  <a16:creationId xmlns:a16="http://schemas.microsoft.com/office/drawing/2014/main" id="{CC7726EC-CF32-4AD3-85C1-58028E865D5B}"/>
                </a:ext>
              </a:extLst>
            </p:cNvPr>
            <p:cNvSpPr>
              <a:spLocks noGrp="1"/>
            </p:cNvSpPr>
            <p:nvPr/>
          </p:nvSpPr>
          <p:spPr>
            <a:xfrm>
              <a:off x="261198" y="2885302"/>
              <a:ext cx="45597" cy="3649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2" name="asset_3417_41">
              <a:extLst>
                <a:ext uri="{FF2B5EF4-FFF2-40B4-BE49-F238E27FC236}">
                  <a16:creationId xmlns:a16="http://schemas.microsoft.com/office/drawing/2014/main" id="{917EB9C0-2BB7-4736-9BE5-4D04226F492F}"/>
                </a:ext>
              </a:extLst>
            </p:cNvPr>
            <p:cNvSpPr>
              <a:spLocks noGrp="1"/>
            </p:cNvSpPr>
            <p:nvPr/>
          </p:nvSpPr>
          <p:spPr>
            <a:xfrm>
              <a:off x="187142" y="2914438"/>
              <a:ext cx="50559" cy="40471"/>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3" name="asset_3417_42">
              <a:extLst>
                <a:ext uri="{FF2B5EF4-FFF2-40B4-BE49-F238E27FC236}">
                  <a16:creationId xmlns:a16="http://schemas.microsoft.com/office/drawing/2014/main" id="{A9A608DF-9822-477E-A675-965B08B3111B}"/>
                </a:ext>
              </a:extLst>
            </p:cNvPr>
            <p:cNvSpPr>
              <a:spLocks noGrp="1"/>
            </p:cNvSpPr>
            <p:nvPr/>
          </p:nvSpPr>
          <p:spPr>
            <a:xfrm>
              <a:off x="272802" y="2923001"/>
              <a:ext cx="50517" cy="4043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4" name="asset_3417_43">
              <a:extLst>
                <a:ext uri="{FF2B5EF4-FFF2-40B4-BE49-F238E27FC236}">
                  <a16:creationId xmlns:a16="http://schemas.microsoft.com/office/drawing/2014/main" id="{F2B98CD6-4958-495A-A7CD-2468B6F819BC}"/>
                </a:ext>
              </a:extLst>
            </p:cNvPr>
            <p:cNvSpPr>
              <a:spLocks noGrp="1"/>
            </p:cNvSpPr>
            <p:nvPr/>
          </p:nvSpPr>
          <p:spPr>
            <a:xfrm>
              <a:off x="316199" y="2921039"/>
              <a:ext cx="42693" cy="3417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5" name="asset_3417_44">
              <a:extLst>
                <a:ext uri="{FF2B5EF4-FFF2-40B4-BE49-F238E27FC236}">
                  <a16:creationId xmlns:a16="http://schemas.microsoft.com/office/drawing/2014/main" id="{FAA62AEC-D768-4AD1-9894-3E1B379AE534}"/>
                </a:ext>
              </a:extLst>
            </p:cNvPr>
            <p:cNvSpPr>
              <a:spLocks noGrp="1"/>
            </p:cNvSpPr>
            <p:nvPr/>
          </p:nvSpPr>
          <p:spPr>
            <a:xfrm>
              <a:off x="245539" y="2861266"/>
              <a:ext cx="48333" cy="3868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6" name="asset_3417_45">
              <a:extLst>
                <a:ext uri="{FF2B5EF4-FFF2-40B4-BE49-F238E27FC236}">
                  <a16:creationId xmlns:a16="http://schemas.microsoft.com/office/drawing/2014/main" id="{5ACB760F-ABE8-4A06-90F7-E9F41165A5BC}"/>
                </a:ext>
              </a:extLst>
            </p:cNvPr>
            <p:cNvSpPr>
              <a:spLocks noGrp="1"/>
            </p:cNvSpPr>
            <p:nvPr/>
          </p:nvSpPr>
          <p:spPr>
            <a:xfrm>
              <a:off x="226065" y="2940719"/>
              <a:ext cx="34790" cy="27849"/>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7" name="asset_3417_46">
              <a:extLst>
                <a:ext uri="{FF2B5EF4-FFF2-40B4-BE49-F238E27FC236}">
                  <a16:creationId xmlns:a16="http://schemas.microsoft.com/office/drawing/2014/main" id="{0ED15E6F-BFD0-4D94-9857-8001C4C48356}"/>
                </a:ext>
              </a:extLst>
            </p:cNvPr>
            <p:cNvSpPr>
              <a:spLocks noGrp="1"/>
            </p:cNvSpPr>
            <p:nvPr/>
          </p:nvSpPr>
          <p:spPr>
            <a:xfrm>
              <a:off x="270430" y="2943918"/>
              <a:ext cx="30138" cy="24125"/>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8" name="asset_3417_47">
              <a:extLst>
                <a:ext uri="{FF2B5EF4-FFF2-40B4-BE49-F238E27FC236}">
                  <a16:creationId xmlns:a16="http://schemas.microsoft.com/office/drawing/2014/main" id="{4608D8E8-2C70-4129-9E92-7FC8C4AEC4B7}"/>
                </a:ext>
              </a:extLst>
            </p:cNvPr>
            <p:cNvSpPr>
              <a:spLocks noGrp="1"/>
            </p:cNvSpPr>
            <p:nvPr/>
          </p:nvSpPr>
          <p:spPr>
            <a:xfrm>
              <a:off x="291854" y="2887990"/>
              <a:ext cx="35434" cy="28364"/>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59" name="asset_3417_48">
              <a:extLst>
                <a:ext uri="{FF2B5EF4-FFF2-40B4-BE49-F238E27FC236}">
                  <a16:creationId xmlns:a16="http://schemas.microsoft.com/office/drawing/2014/main" id="{35BB892E-99A6-455E-BB2C-F0DC12AA337E}"/>
                </a:ext>
              </a:extLst>
            </p:cNvPr>
            <p:cNvSpPr>
              <a:spLocks noGrp="1"/>
            </p:cNvSpPr>
            <p:nvPr/>
          </p:nvSpPr>
          <p:spPr>
            <a:xfrm>
              <a:off x="250383" y="2905634"/>
              <a:ext cx="46906" cy="37547"/>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0" name="asset_3417_49">
              <a:extLst>
                <a:ext uri="{FF2B5EF4-FFF2-40B4-BE49-F238E27FC236}">
                  <a16:creationId xmlns:a16="http://schemas.microsoft.com/office/drawing/2014/main" id="{EC04477A-721F-4080-94D3-FFDF8FA96A7B}"/>
                </a:ext>
              </a:extLst>
            </p:cNvPr>
            <p:cNvSpPr>
              <a:spLocks noGrp="1"/>
            </p:cNvSpPr>
            <p:nvPr/>
          </p:nvSpPr>
          <p:spPr>
            <a:xfrm>
              <a:off x="220416" y="2918481"/>
              <a:ext cx="50258" cy="40230"/>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1" name="asset_3417_50">
              <a:extLst>
                <a:ext uri="{FF2B5EF4-FFF2-40B4-BE49-F238E27FC236}">
                  <a16:creationId xmlns:a16="http://schemas.microsoft.com/office/drawing/2014/main" id="{AE9FF471-4EDA-4FD9-9D23-74F90235F9DA}"/>
                </a:ext>
              </a:extLst>
            </p:cNvPr>
            <p:cNvSpPr>
              <a:spLocks noGrp="1"/>
            </p:cNvSpPr>
            <p:nvPr/>
          </p:nvSpPr>
          <p:spPr>
            <a:xfrm>
              <a:off x="273463" y="2954633"/>
              <a:ext cx="35219" cy="28192"/>
            </a:xfrm>
            <a:prstGeom prst="ellipse">
              <a:avLst/>
            </a:prstGeom>
            <a:gradFill>
              <a:gsLst>
                <a:gs pos="0">
                  <a:srgbClr val="DCEAFF">
                    <a:alpha val="69300"/>
                  </a:srgbClr>
                </a:gs>
                <a:gs pos="52000">
                  <a:srgbClr val="77A6DC">
                    <a:alpha val="80300"/>
                  </a:srgbClr>
                </a:gs>
                <a:gs pos="100000">
                  <a:srgbClr val="77A6DC">
                    <a:alpha val="46200"/>
                  </a:srgbClr>
                </a:gs>
              </a:gsLst>
              <a:lin ang="7500000"/>
            </a:gradFill>
            <a:ln w="2100">
              <a:noFill/>
            </a:ln>
            <a:effectLst>
              <a:softEdge rad="4320"/>
            </a:effectLst>
          </p:spPr>
        </p:sp>
        <p:sp>
          <p:nvSpPr>
            <p:cNvPr id="1162" name="asset_3417_51">
              <a:extLst>
                <a:ext uri="{FF2B5EF4-FFF2-40B4-BE49-F238E27FC236}">
                  <a16:creationId xmlns:a16="http://schemas.microsoft.com/office/drawing/2014/main" id="{53574E21-57F4-432E-9FDE-271336442C1B}"/>
                </a:ext>
              </a:extLst>
            </p:cNvPr>
            <p:cNvSpPr>
              <a:spLocks noGrp="1"/>
            </p:cNvSpPr>
            <p:nvPr/>
          </p:nvSpPr>
          <p:spPr>
            <a:xfrm>
              <a:off x="17748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163" name="a | spatial view gaussian x2 | v4 editable"/>
          <p:cNvGrpSpPr/>
          <p:nvPr/>
        </p:nvGrpSpPr>
        <p:grpSpPr>
          <a:xfrm>
            <a:off x="1794262" y="2047430"/>
            <a:ext cx="155421" cy="122657"/>
            <a:chOff x="584640" y="2844360"/>
            <a:chExt cx="249480" cy="196920"/>
          </a:xfrm>
        </p:grpSpPr>
        <p:sp>
          <p:nvSpPr>
            <p:cNvPr id="1164" name="asset_3418_0">
              <a:extLst>
                <a:ext uri="{FF2B5EF4-FFF2-40B4-BE49-F238E27FC236}">
                  <a16:creationId xmlns:a16="http://schemas.microsoft.com/office/drawing/2014/main" id="{EDE30850-39E3-4FA4-B684-1627CC57489D}"/>
                </a:ext>
              </a:extLst>
            </p:cNvPr>
            <p:cNvSpPr>
              <a:spLocks noGrp="1"/>
            </p:cNvSpPr>
            <p:nvPr/>
          </p:nvSpPr>
          <p:spPr>
            <a:xfrm>
              <a:off x="584640" y="284436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165" name="asset_3418_1">
              <a:extLst>
                <a:ext uri="{FF2B5EF4-FFF2-40B4-BE49-F238E27FC236}">
                  <a16:creationId xmlns:a16="http://schemas.microsoft.com/office/drawing/2014/main" id="{8A272B75-2376-471F-B25C-EFC1BD04D5A2}"/>
                </a:ext>
              </a:extLst>
            </p:cNvPr>
            <p:cNvSpPr>
              <a:spLocks noGrp="1"/>
            </p:cNvSpPr>
            <p:nvPr/>
          </p:nvSpPr>
          <p:spPr>
            <a:xfrm>
              <a:off x="786719" y="284436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166" name="asset_3418_2">
              <a:extLst>
                <a:ext uri="{FF2B5EF4-FFF2-40B4-BE49-F238E27FC236}">
                  <a16:creationId xmlns:a16="http://schemas.microsoft.com/office/drawing/2014/main" id="{9C3FF693-1365-41DE-908C-3F5ADEBFD71B}"/>
                </a:ext>
              </a:extLst>
            </p:cNvPr>
            <p:cNvSpPr>
              <a:spLocks noGrp="1"/>
            </p:cNvSpPr>
            <p:nvPr/>
          </p:nvSpPr>
          <p:spPr>
            <a:xfrm>
              <a:off x="584640" y="2877836"/>
              <a:ext cx="202079" cy="163444"/>
            </a:xfrm>
            <a:prstGeom prst="rect">
              <a:avLst/>
            </a:prstGeom>
            <a:solidFill>
              <a:srgbClr val="E7F1FC">
                <a:alpha val="20000"/>
              </a:srgbClr>
            </a:solidFill>
            <a:ln w="1339">
              <a:solidFill>
                <a:srgbClr val="87ADD3"/>
              </a:solidFill>
            </a:ln>
          </p:spPr>
        </p:sp>
        <p:sp>
          <p:nvSpPr>
            <p:cNvPr id="1167" name="asset_3418_3">
              <a:extLst>
                <a:ext uri="{FF2B5EF4-FFF2-40B4-BE49-F238E27FC236}">
                  <a16:creationId xmlns:a16="http://schemas.microsoft.com/office/drawing/2014/main" id="{44818CBB-1D27-4A25-9EC5-4968FA06C39E}"/>
                </a:ext>
              </a:extLst>
            </p:cNvPr>
            <p:cNvSpPr>
              <a:spLocks noGrp="1"/>
            </p:cNvSpPr>
            <p:nvPr/>
          </p:nvSpPr>
          <p:spPr>
            <a:xfrm>
              <a:off x="635160" y="2877836"/>
              <a:ext cx="4" cy="163444"/>
            </a:xfrm>
            <a:prstGeom prst="line">
              <a:avLst/>
            </a:prstGeom>
            <a:noFill/>
            <a:ln w="982">
              <a:solidFill>
                <a:srgbClr val="C9DEED">
                  <a:alpha val="33000"/>
                </a:srgbClr>
              </a:solidFill>
            </a:ln>
          </p:spPr>
        </p:sp>
        <p:sp>
          <p:nvSpPr>
            <p:cNvPr id="1168" name="asset_3418_4">
              <a:extLst>
                <a:ext uri="{FF2B5EF4-FFF2-40B4-BE49-F238E27FC236}">
                  <a16:creationId xmlns:a16="http://schemas.microsoft.com/office/drawing/2014/main" id="{7812F35D-F7FA-4819-AD6A-61F2BA6EB99A}"/>
                </a:ext>
              </a:extLst>
            </p:cNvPr>
            <p:cNvSpPr>
              <a:spLocks noGrp="1"/>
            </p:cNvSpPr>
            <p:nvPr/>
          </p:nvSpPr>
          <p:spPr>
            <a:xfrm>
              <a:off x="584640" y="2918697"/>
              <a:ext cx="202079" cy="4"/>
            </a:xfrm>
            <a:prstGeom prst="line">
              <a:avLst/>
            </a:prstGeom>
            <a:noFill/>
            <a:ln w="982">
              <a:solidFill>
                <a:srgbClr val="C9DEED">
                  <a:alpha val="33000"/>
                </a:srgbClr>
              </a:solidFill>
            </a:ln>
          </p:spPr>
        </p:sp>
        <p:sp>
          <p:nvSpPr>
            <p:cNvPr id="1169" name="asset_3418_5">
              <a:extLst>
                <a:ext uri="{FF2B5EF4-FFF2-40B4-BE49-F238E27FC236}">
                  <a16:creationId xmlns:a16="http://schemas.microsoft.com/office/drawing/2014/main" id="{F8F722F2-B695-4DB8-86CF-08BD6DB261E0}"/>
                </a:ext>
              </a:extLst>
            </p:cNvPr>
            <p:cNvSpPr>
              <a:spLocks noGrp="1"/>
            </p:cNvSpPr>
            <p:nvPr/>
          </p:nvSpPr>
          <p:spPr>
            <a:xfrm>
              <a:off x="685679" y="2877836"/>
              <a:ext cx="4" cy="163444"/>
            </a:xfrm>
            <a:prstGeom prst="line">
              <a:avLst/>
            </a:prstGeom>
            <a:noFill/>
            <a:ln w="982">
              <a:solidFill>
                <a:srgbClr val="C9DEED">
                  <a:alpha val="33000"/>
                </a:srgbClr>
              </a:solidFill>
            </a:ln>
          </p:spPr>
        </p:sp>
        <p:sp>
          <p:nvSpPr>
            <p:cNvPr id="1170" name="asset_3418_6">
              <a:extLst>
                <a:ext uri="{FF2B5EF4-FFF2-40B4-BE49-F238E27FC236}">
                  <a16:creationId xmlns:a16="http://schemas.microsoft.com/office/drawing/2014/main" id="{15DC715D-903E-4A7B-A4F3-6000240E2A48}"/>
                </a:ext>
              </a:extLst>
            </p:cNvPr>
            <p:cNvSpPr>
              <a:spLocks noGrp="1"/>
            </p:cNvSpPr>
            <p:nvPr/>
          </p:nvSpPr>
          <p:spPr>
            <a:xfrm>
              <a:off x="584640" y="2959558"/>
              <a:ext cx="202079" cy="4"/>
            </a:xfrm>
            <a:prstGeom prst="line">
              <a:avLst/>
            </a:prstGeom>
            <a:noFill/>
            <a:ln w="982">
              <a:solidFill>
                <a:srgbClr val="C9DEED">
                  <a:alpha val="33000"/>
                </a:srgbClr>
              </a:solidFill>
            </a:ln>
          </p:spPr>
        </p:sp>
        <p:sp>
          <p:nvSpPr>
            <p:cNvPr id="1171" name="asset_3418_7">
              <a:extLst>
                <a:ext uri="{FF2B5EF4-FFF2-40B4-BE49-F238E27FC236}">
                  <a16:creationId xmlns:a16="http://schemas.microsoft.com/office/drawing/2014/main" id="{0BD4CF47-AEA2-45DF-8E85-CD1BA830D219}"/>
                </a:ext>
              </a:extLst>
            </p:cNvPr>
            <p:cNvSpPr>
              <a:spLocks noGrp="1"/>
            </p:cNvSpPr>
            <p:nvPr/>
          </p:nvSpPr>
          <p:spPr>
            <a:xfrm>
              <a:off x="736199" y="2877836"/>
              <a:ext cx="4" cy="163444"/>
            </a:xfrm>
            <a:prstGeom prst="line">
              <a:avLst/>
            </a:prstGeom>
            <a:noFill/>
            <a:ln w="982">
              <a:solidFill>
                <a:srgbClr val="C9DEED">
                  <a:alpha val="33000"/>
                </a:srgbClr>
              </a:solidFill>
            </a:ln>
          </p:spPr>
        </p:sp>
        <p:sp>
          <p:nvSpPr>
            <p:cNvPr id="1172" name="asset_3418_8">
              <a:extLst>
                <a:ext uri="{FF2B5EF4-FFF2-40B4-BE49-F238E27FC236}">
                  <a16:creationId xmlns:a16="http://schemas.microsoft.com/office/drawing/2014/main" id="{19FDF1EF-5259-4769-81AE-9C7DB426087A}"/>
                </a:ext>
              </a:extLst>
            </p:cNvPr>
            <p:cNvSpPr>
              <a:spLocks noGrp="1"/>
            </p:cNvSpPr>
            <p:nvPr/>
          </p:nvSpPr>
          <p:spPr>
            <a:xfrm>
              <a:off x="584640" y="3000419"/>
              <a:ext cx="202079" cy="4"/>
            </a:xfrm>
            <a:prstGeom prst="line">
              <a:avLst/>
            </a:prstGeom>
            <a:noFill/>
            <a:ln w="982">
              <a:solidFill>
                <a:srgbClr val="C9DEED">
                  <a:alpha val="33000"/>
                </a:srgbClr>
              </a:solidFill>
            </a:ln>
          </p:spPr>
        </p:sp>
        <p:sp>
          <p:nvSpPr>
            <p:cNvPr id="1173" name="asset_3418_9">
              <a:extLst>
                <a:ext uri="{FF2B5EF4-FFF2-40B4-BE49-F238E27FC236}">
                  <a16:creationId xmlns:a16="http://schemas.microsoft.com/office/drawing/2014/main" id="{B5736FE8-398D-4D2A-B8D0-91AF3CF61F07}"/>
                </a:ext>
              </a:extLst>
            </p:cNvPr>
            <p:cNvSpPr>
              <a:spLocks noGrp="1"/>
            </p:cNvSpPr>
            <p:nvPr/>
          </p:nvSpPr>
          <p:spPr>
            <a:xfrm>
              <a:off x="602524" y="2900010"/>
              <a:ext cx="94088" cy="75315"/>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4" name="asset_3418_10">
              <a:extLst>
                <a:ext uri="{FF2B5EF4-FFF2-40B4-BE49-F238E27FC236}">
                  <a16:creationId xmlns:a16="http://schemas.microsoft.com/office/drawing/2014/main" id="{23654043-708E-4F2A-B958-9366B90D83B9}"/>
                </a:ext>
              </a:extLst>
            </p:cNvPr>
            <p:cNvSpPr>
              <a:spLocks noGrp="1"/>
            </p:cNvSpPr>
            <p:nvPr/>
          </p:nvSpPr>
          <p:spPr>
            <a:xfrm>
              <a:off x="645648" y="2921977"/>
              <a:ext cx="101929" cy="81591"/>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5" name="asset_3418_11">
              <a:extLst>
                <a:ext uri="{FF2B5EF4-FFF2-40B4-BE49-F238E27FC236}">
                  <a16:creationId xmlns:a16="http://schemas.microsoft.com/office/drawing/2014/main" id="{54274FB7-B93A-4025-8539-0487C3827503}"/>
                </a:ext>
              </a:extLst>
            </p:cNvPr>
            <p:cNvSpPr>
              <a:spLocks noGrp="1"/>
            </p:cNvSpPr>
            <p:nvPr/>
          </p:nvSpPr>
          <p:spPr>
            <a:xfrm>
              <a:off x="682891" y="2881182"/>
              <a:ext cx="90168" cy="72177"/>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6" name="asset_3418_12">
              <a:extLst>
                <a:ext uri="{FF2B5EF4-FFF2-40B4-BE49-F238E27FC236}">
                  <a16:creationId xmlns:a16="http://schemas.microsoft.com/office/drawing/2014/main" id="{7423643C-E680-454E-86C5-3F030CFF2647}"/>
                </a:ext>
              </a:extLst>
            </p:cNvPr>
            <p:cNvSpPr>
              <a:spLocks noGrp="1"/>
            </p:cNvSpPr>
            <p:nvPr/>
          </p:nvSpPr>
          <p:spPr>
            <a:xfrm>
              <a:off x="641727" y="2870198"/>
              <a:ext cx="86247" cy="69039"/>
            </a:xfrm>
            <a:prstGeom prst="ellipse">
              <a:avLst/>
            </a:prstGeom>
            <a:gradFill>
              <a:gsLst>
                <a:gs pos="0">
                  <a:srgbClr val="E5F0FF">
                    <a:alpha val="60500"/>
                  </a:srgbClr>
                </a:gs>
                <a:gs pos="48000">
                  <a:srgbClr val="8AB1DF">
                    <a:alpha val="66000"/>
                  </a:srgbClr>
                </a:gs>
                <a:gs pos="100000">
                  <a:srgbClr val="8AB1DF">
                    <a:alpha val="38500"/>
                  </a:srgbClr>
                </a:gs>
              </a:gsLst>
              <a:lin ang="8400000"/>
            </a:gradFill>
            <a:ln w="2100">
              <a:noFill/>
            </a:ln>
            <a:effectLst>
              <a:softEdge rad="4320"/>
            </a:effectLst>
          </p:spPr>
        </p:sp>
        <p:sp>
          <p:nvSpPr>
            <p:cNvPr id="1177" name="asset_3418_13">
              <a:extLst>
                <a:ext uri="{FF2B5EF4-FFF2-40B4-BE49-F238E27FC236}">
                  <a16:creationId xmlns:a16="http://schemas.microsoft.com/office/drawing/2014/main" id="{6FF1B954-700A-40D4-84E8-C75CB6E9BB88}"/>
                </a:ext>
              </a:extLst>
            </p:cNvPr>
            <p:cNvSpPr>
              <a:spLocks noGrp="1"/>
            </p:cNvSpPr>
            <p:nvPr/>
          </p:nvSpPr>
          <p:spPr>
            <a:xfrm>
              <a:off x="640370" y="2938957"/>
              <a:ext cx="48156" cy="3854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8" name="asset_3418_14">
              <a:extLst>
                <a:ext uri="{FF2B5EF4-FFF2-40B4-BE49-F238E27FC236}">
                  <a16:creationId xmlns:a16="http://schemas.microsoft.com/office/drawing/2014/main" id="{3415DBED-A3C9-4BB2-8842-9E95F770094C}"/>
                </a:ext>
              </a:extLst>
            </p:cNvPr>
            <p:cNvSpPr>
              <a:spLocks noGrp="1"/>
            </p:cNvSpPr>
            <p:nvPr/>
          </p:nvSpPr>
          <p:spPr>
            <a:xfrm>
              <a:off x="704551" y="2952771"/>
              <a:ext cx="46004" cy="368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79" name="asset_3418_15">
              <a:extLst>
                <a:ext uri="{FF2B5EF4-FFF2-40B4-BE49-F238E27FC236}">
                  <a16:creationId xmlns:a16="http://schemas.microsoft.com/office/drawing/2014/main" id="{24A7EC66-3170-4980-B547-D7F35A78374E}"/>
                </a:ext>
              </a:extLst>
            </p:cNvPr>
            <p:cNvSpPr>
              <a:spLocks noGrp="1"/>
            </p:cNvSpPr>
            <p:nvPr/>
          </p:nvSpPr>
          <p:spPr>
            <a:xfrm>
              <a:off x="712894" y="2870877"/>
              <a:ext cx="56480" cy="4521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0" name="asset_3418_16">
              <a:extLst>
                <a:ext uri="{FF2B5EF4-FFF2-40B4-BE49-F238E27FC236}">
                  <a16:creationId xmlns:a16="http://schemas.microsoft.com/office/drawing/2014/main" id="{78F1286C-711D-4B62-B721-4A9754ABBAA4}"/>
                </a:ext>
              </a:extLst>
            </p:cNvPr>
            <p:cNvSpPr>
              <a:spLocks noGrp="1"/>
            </p:cNvSpPr>
            <p:nvPr/>
          </p:nvSpPr>
          <p:spPr>
            <a:xfrm>
              <a:off x="660258" y="2884020"/>
              <a:ext cx="43415" cy="3475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1" name="asset_3418_17">
              <a:extLst>
                <a:ext uri="{FF2B5EF4-FFF2-40B4-BE49-F238E27FC236}">
                  <a16:creationId xmlns:a16="http://schemas.microsoft.com/office/drawing/2014/main" id="{9DB2C952-197D-493E-9257-D3FD618E8B4F}"/>
                </a:ext>
              </a:extLst>
            </p:cNvPr>
            <p:cNvSpPr>
              <a:spLocks noGrp="1"/>
            </p:cNvSpPr>
            <p:nvPr/>
          </p:nvSpPr>
          <p:spPr>
            <a:xfrm>
              <a:off x="646252" y="2915072"/>
              <a:ext cx="40567" cy="324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2" name="asset_3418_18">
              <a:extLst>
                <a:ext uri="{FF2B5EF4-FFF2-40B4-BE49-F238E27FC236}">
                  <a16:creationId xmlns:a16="http://schemas.microsoft.com/office/drawing/2014/main" id="{0307960D-54E1-4EE8-91E8-696DB6F36BD1}"/>
                </a:ext>
              </a:extLst>
            </p:cNvPr>
            <p:cNvSpPr>
              <a:spLocks noGrp="1"/>
            </p:cNvSpPr>
            <p:nvPr/>
          </p:nvSpPr>
          <p:spPr>
            <a:xfrm>
              <a:off x="650938" y="2925609"/>
              <a:ext cx="53537" cy="4285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3" name="asset_3418_19">
              <a:extLst>
                <a:ext uri="{FF2B5EF4-FFF2-40B4-BE49-F238E27FC236}">
                  <a16:creationId xmlns:a16="http://schemas.microsoft.com/office/drawing/2014/main" id="{C9C5CCC1-BEF3-4FE9-8813-2936CBF5396A}"/>
                </a:ext>
              </a:extLst>
            </p:cNvPr>
            <p:cNvSpPr>
              <a:spLocks noGrp="1"/>
            </p:cNvSpPr>
            <p:nvPr/>
          </p:nvSpPr>
          <p:spPr>
            <a:xfrm>
              <a:off x="687793" y="2908008"/>
              <a:ext cx="53103" cy="4250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4" name="asset_3418_20">
              <a:extLst>
                <a:ext uri="{FF2B5EF4-FFF2-40B4-BE49-F238E27FC236}">
                  <a16:creationId xmlns:a16="http://schemas.microsoft.com/office/drawing/2014/main" id="{6A41E64E-40E4-4F42-802B-899BDE82CD75}"/>
                </a:ext>
              </a:extLst>
            </p:cNvPr>
            <p:cNvSpPr>
              <a:spLocks noGrp="1"/>
            </p:cNvSpPr>
            <p:nvPr/>
          </p:nvSpPr>
          <p:spPr>
            <a:xfrm>
              <a:off x="644334" y="2877187"/>
              <a:ext cx="61827" cy="4949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5" name="asset_3418_21">
              <a:extLst>
                <a:ext uri="{FF2B5EF4-FFF2-40B4-BE49-F238E27FC236}">
                  <a16:creationId xmlns:a16="http://schemas.microsoft.com/office/drawing/2014/main" id="{57E6000E-1573-4B3F-8BF1-674E0DEB950F}"/>
                </a:ext>
              </a:extLst>
            </p:cNvPr>
            <p:cNvSpPr>
              <a:spLocks noGrp="1"/>
            </p:cNvSpPr>
            <p:nvPr/>
          </p:nvSpPr>
          <p:spPr>
            <a:xfrm>
              <a:off x="627496" y="2922037"/>
              <a:ext cx="54012" cy="4323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6" name="asset_3418_22">
              <a:extLst>
                <a:ext uri="{FF2B5EF4-FFF2-40B4-BE49-F238E27FC236}">
                  <a16:creationId xmlns:a16="http://schemas.microsoft.com/office/drawing/2014/main" id="{E8B27CE8-B114-4A5A-9351-932160EDEA33}"/>
                </a:ext>
              </a:extLst>
            </p:cNvPr>
            <p:cNvSpPr>
              <a:spLocks noGrp="1"/>
            </p:cNvSpPr>
            <p:nvPr/>
          </p:nvSpPr>
          <p:spPr>
            <a:xfrm>
              <a:off x="656031" y="2948387"/>
              <a:ext cx="60272" cy="48246"/>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7" name="asset_3418_23">
              <a:extLst>
                <a:ext uri="{FF2B5EF4-FFF2-40B4-BE49-F238E27FC236}">
                  <a16:creationId xmlns:a16="http://schemas.microsoft.com/office/drawing/2014/main" id="{D8549EB0-8A46-4EFD-9016-5A395C177FC0}"/>
                </a:ext>
              </a:extLst>
            </p:cNvPr>
            <p:cNvSpPr>
              <a:spLocks noGrp="1"/>
            </p:cNvSpPr>
            <p:nvPr/>
          </p:nvSpPr>
          <p:spPr>
            <a:xfrm>
              <a:off x="673856" y="2885344"/>
              <a:ext cx="54756" cy="43831"/>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8" name="asset_3418_24">
              <a:extLst>
                <a:ext uri="{FF2B5EF4-FFF2-40B4-BE49-F238E27FC236}">
                  <a16:creationId xmlns:a16="http://schemas.microsoft.com/office/drawing/2014/main" id="{53AC7175-BD2D-4738-8BFE-7490CAC20AD0}"/>
                </a:ext>
              </a:extLst>
            </p:cNvPr>
            <p:cNvSpPr>
              <a:spLocks noGrp="1"/>
            </p:cNvSpPr>
            <p:nvPr/>
          </p:nvSpPr>
          <p:spPr>
            <a:xfrm>
              <a:off x="665714" y="2862703"/>
              <a:ext cx="56521" cy="4524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89" name="asset_3418_25">
              <a:extLst>
                <a:ext uri="{FF2B5EF4-FFF2-40B4-BE49-F238E27FC236}">
                  <a16:creationId xmlns:a16="http://schemas.microsoft.com/office/drawing/2014/main" id="{728894B9-7453-484A-9C57-592102037781}"/>
                </a:ext>
              </a:extLst>
            </p:cNvPr>
            <p:cNvSpPr>
              <a:spLocks noGrp="1"/>
            </p:cNvSpPr>
            <p:nvPr/>
          </p:nvSpPr>
          <p:spPr>
            <a:xfrm>
              <a:off x="655617" y="2930002"/>
              <a:ext cx="41066" cy="3287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0" name="asset_3418_26">
              <a:extLst>
                <a:ext uri="{FF2B5EF4-FFF2-40B4-BE49-F238E27FC236}">
                  <a16:creationId xmlns:a16="http://schemas.microsoft.com/office/drawing/2014/main" id="{7B05ABAD-8F18-4A94-A307-461BD9FE073B}"/>
                </a:ext>
              </a:extLst>
            </p:cNvPr>
            <p:cNvSpPr>
              <a:spLocks noGrp="1"/>
            </p:cNvSpPr>
            <p:nvPr/>
          </p:nvSpPr>
          <p:spPr>
            <a:xfrm>
              <a:off x="697176" y="2925495"/>
              <a:ext cx="43005" cy="344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1" name="asset_3418_27">
              <a:extLst>
                <a:ext uri="{FF2B5EF4-FFF2-40B4-BE49-F238E27FC236}">
                  <a16:creationId xmlns:a16="http://schemas.microsoft.com/office/drawing/2014/main" id="{D9F699C7-F728-40A7-B5CB-18E66DEC3F04}"/>
                </a:ext>
              </a:extLst>
            </p:cNvPr>
            <p:cNvSpPr>
              <a:spLocks noGrp="1"/>
            </p:cNvSpPr>
            <p:nvPr/>
          </p:nvSpPr>
          <p:spPr>
            <a:xfrm>
              <a:off x="712816" y="2875150"/>
              <a:ext cx="57550" cy="4606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2" name="asset_3418_28">
              <a:extLst>
                <a:ext uri="{FF2B5EF4-FFF2-40B4-BE49-F238E27FC236}">
                  <a16:creationId xmlns:a16="http://schemas.microsoft.com/office/drawing/2014/main" id="{68F4CB04-9833-42C7-A9ED-DDC2A536E690}"/>
                </a:ext>
              </a:extLst>
            </p:cNvPr>
            <p:cNvSpPr>
              <a:spLocks noGrp="1"/>
            </p:cNvSpPr>
            <p:nvPr/>
          </p:nvSpPr>
          <p:spPr>
            <a:xfrm>
              <a:off x="639783" y="2878703"/>
              <a:ext cx="62710" cy="501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3" name="asset_3418_29">
              <a:extLst>
                <a:ext uri="{FF2B5EF4-FFF2-40B4-BE49-F238E27FC236}">
                  <a16:creationId xmlns:a16="http://schemas.microsoft.com/office/drawing/2014/main" id="{C97BE2A5-529F-49D6-A956-FB4B1DD96FEC}"/>
                </a:ext>
              </a:extLst>
            </p:cNvPr>
            <p:cNvSpPr>
              <a:spLocks noGrp="1"/>
            </p:cNvSpPr>
            <p:nvPr/>
          </p:nvSpPr>
          <p:spPr>
            <a:xfrm>
              <a:off x="610735" y="2938325"/>
              <a:ext cx="57804" cy="4627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4" name="asset_3418_30">
              <a:extLst>
                <a:ext uri="{FF2B5EF4-FFF2-40B4-BE49-F238E27FC236}">
                  <a16:creationId xmlns:a16="http://schemas.microsoft.com/office/drawing/2014/main" id="{E52E40DB-8FE3-48AE-A0E6-634B347B61BC}"/>
                </a:ext>
              </a:extLst>
            </p:cNvPr>
            <p:cNvSpPr>
              <a:spLocks noGrp="1"/>
            </p:cNvSpPr>
            <p:nvPr/>
          </p:nvSpPr>
          <p:spPr>
            <a:xfrm>
              <a:off x="699451" y="2922547"/>
              <a:ext cx="60007" cy="480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5" name="asset_3418_31">
              <a:extLst>
                <a:ext uri="{FF2B5EF4-FFF2-40B4-BE49-F238E27FC236}">
                  <a16:creationId xmlns:a16="http://schemas.microsoft.com/office/drawing/2014/main" id="{C23E4A93-DAD2-4FEE-B51B-525C7B68CCD7}"/>
                </a:ext>
              </a:extLst>
            </p:cNvPr>
            <p:cNvSpPr>
              <a:spLocks noGrp="1"/>
            </p:cNvSpPr>
            <p:nvPr/>
          </p:nvSpPr>
          <p:spPr>
            <a:xfrm>
              <a:off x="689175" y="2882675"/>
              <a:ext cx="52750" cy="4222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6" name="asset_3418_32">
              <a:extLst>
                <a:ext uri="{FF2B5EF4-FFF2-40B4-BE49-F238E27FC236}">
                  <a16:creationId xmlns:a16="http://schemas.microsoft.com/office/drawing/2014/main" id="{7024B648-10B3-4FC5-BFE4-FA4E241E2376}"/>
                </a:ext>
              </a:extLst>
            </p:cNvPr>
            <p:cNvSpPr>
              <a:spLocks noGrp="1"/>
            </p:cNvSpPr>
            <p:nvPr/>
          </p:nvSpPr>
          <p:spPr>
            <a:xfrm>
              <a:off x="691933" y="2881580"/>
              <a:ext cx="41548" cy="33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7" name="asset_3418_33">
              <a:extLst>
                <a:ext uri="{FF2B5EF4-FFF2-40B4-BE49-F238E27FC236}">
                  <a16:creationId xmlns:a16="http://schemas.microsoft.com/office/drawing/2014/main" id="{C4BB59F4-FAEA-4669-A283-5A8D5FD61843}"/>
                </a:ext>
              </a:extLst>
            </p:cNvPr>
            <p:cNvSpPr>
              <a:spLocks noGrp="1"/>
            </p:cNvSpPr>
            <p:nvPr/>
          </p:nvSpPr>
          <p:spPr>
            <a:xfrm>
              <a:off x="609692" y="2939987"/>
              <a:ext cx="42168" cy="337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8" name="asset_3418_34">
              <a:extLst>
                <a:ext uri="{FF2B5EF4-FFF2-40B4-BE49-F238E27FC236}">
                  <a16:creationId xmlns:a16="http://schemas.microsoft.com/office/drawing/2014/main" id="{68FAB1E0-DA61-4B8F-AAEE-256F1AC9302A}"/>
                </a:ext>
              </a:extLst>
            </p:cNvPr>
            <p:cNvSpPr>
              <a:spLocks noGrp="1"/>
            </p:cNvSpPr>
            <p:nvPr/>
          </p:nvSpPr>
          <p:spPr>
            <a:xfrm>
              <a:off x="658301" y="2932943"/>
              <a:ext cx="54677" cy="4376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199" name="asset_3418_35">
              <a:extLst>
                <a:ext uri="{FF2B5EF4-FFF2-40B4-BE49-F238E27FC236}">
                  <a16:creationId xmlns:a16="http://schemas.microsoft.com/office/drawing/2014/main" id="{14335B2E-6EA7-4099-A44E-0FCA8891366E}"/>
                </a:ext>
              </a:extLst>
            </p:cNvPr>
            <p:cNvSpPr>
              <a:spLocks noGrp="1"/>
            </p:cNvSpPr>
            <p:nvPr/>
          </p:nvSpPr>
          <p:spPr>
            <a:xfrm>
              <a:off x="723151" y="2883327"/>
              <a:ext cx="43124" cy="34520"/>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0" name="asset_3418_36">
              <a:extLst>
                <a:ext uri="{FF2B5EF4-FFF2-40B4-BE49-F238E27FC236}">
                  <a16:creationId xmlns:a16="http://schemas.microsoft.com/office/drawing/2014/main" id="{A8DFD640-E423-484E-9CA1-42D746AE0FD0}"/>
                </a:ext>
              </a:extLst>
            </p:cNvPr>
            <p:cNvSpPr>
              <a:spLocks noGrp="1"/>
            </p:cNvSpPr>
            <p:nvPr/>
          </p:nvSpPr>
          <p:spPr>
            <a:xfrm>
              <a:off x="689172" y="2888555"/>
              <a:ext cx="55046" cy="4406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1" name="asset_3418_37">
              <a:extLst>
                <a:ext uri="{FF2B5EF4-FFF2-40B4-BE49-F238E27FC236}">
                  <a16:creationId xmlns:a16="http://schemas.microsoft.com/office/drawing/2014/main" id="{7F1A8931-64BF-424B-8E02-15575E9244CA}"/>
                </a:ext>
              </a:extLst>
            </p:cNvPr>
            <p:cNvSpPr>
              <a:spLocks noGrp="1"/>
            </p:cNvSpPr>
            <p:nvPr/>
          </p:nvSpPr>
          <p:spPr>
            <a:xfrm>
              <a:off x="624996" y="2893501"/>
              <a:ext cx="42492" cy="3401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2" name="asset_3418_38">
              <a:extLst>
                <a:ext uri="{FF2B5EF4-FFF2-40B4-BE49-F238E27FC236}">
                  <a16:creationId xmlns:a16="http://schemas.microsoft.com/office/drawing/2014/main" id="{C38791FD-DF34-4451-8100-ABBF8F0DCB5C}"/>
                </a:ext>
              </a:extLst>
            </p:cNvPr>
            <p:cNvSpPr>
              <a:spLocks noGrp="1"/>
            </p:cNvSpPr>
            <p:nvPr/>
          </p:nvSpPr>
          <p:spPr>
            <a:xfrm>
              <a:off x="692747" y="2919924"/>
              <a:ext cx="59456" cy="47593"/>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3" name="asset_3418_39">
              <a:extLst>
                <a:ext uri="{FF2B5EF4-FFF2-40B4-BE49-F238E27FC236}">
                  <a16:creationId xmlns:a16="http://schemas.microsoft.com/office/drawing/2014/main" id="{F80C371B-9B40-4B05-AF8B-21D4E1E58F9B}"/>
                </a:ext>
              </a:extLst>
            </p:cNvPr>
            <p:cNvSpPr>
              <a:spLocks noGrp="1"/>
            </p:cNvSpPr>
            <p:nvPr/>
          </p:nvSpPr>
          <p:spPr>
            <a:xfrm>
              <a:off x="677417" y="2876792"/>
              <a:ext cx="58680" cy="4697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4" name="asset_3418_40">
              <a:extLst>
                <a:ext uri="{FF2B5EF4-FFF2-40B4-BE49-F238E27FC236}">
                  <a16:creationId xmlns:a16="http://schemas.microsoft.com/office/drawing/2014/main" id="{0627EDB1-79CF-4DB6-B184-C435C87C1E67}"/>
                </a:ext>
              </a:extLst>
            </p:cNvPr>
            <p:cNvSpPr>
              <a:spLocks noGrp="1"/>
            </p:cNvSpPr>
            <p:nvPr/>
          </p:nvSpPr>
          <p:spPr>
            <a:xfrm>
              <a:off x="674520" y="2870917"/>
              <a:ext cx="54548" cy="4366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5" name="asset_3418_41">
              <a:extLst>
                <a:ext uri="{FF2B5EF4-FFF2-40B4-BE49-F238E27FC236}">
                  <a16:creationId xmlns:a16="http://schemas.microsoft.com/office/drawing/2014/main" id="{F67C74B8-CAFB-4408-8687-157009400184}"/>
                </a:ext>
              </a:extLst>
            </p:cNvPr>
            <p:cNvSpPr>
              <a:spLocks noGrp="1"/>
            </p:cNvSpPr>
            <p:nvPr/>
          </p:nvSpPr>
          <p:spPr>
            <a:xfrm>
              <a:off x="645963" y="2929439"/>
              <a:ext cx="60782" cy="4865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6" name="asset_3418_42">
              <a:extLst>
                <a:ext uri="{FF2B5EF4-FFF2-40B4-BE49-F238E27FC236}">
                  <a16:creationId xmlns:a16="http://schemas.microsoft.com/office/drawing/2014/main" id="{0574429D-923D-4FA3-8907-4E32A8F06235}"/>
                </a:ext>
              </a:extLst>
            </p:cNvPr>
            <p:cNvSpPr>
              <a:spLocks noGrp="1"/>
            </p:cNvSpPr>
            <p:nvPr/>
          </p:nvSpPr>
          <p:spPr>
            <a:xfrm>
              <a:off x="659127" y="2946068"/>
              <a:ext cx="51347" cy="41102"/>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7" name="asset_3418_43">
              <a:extLst>
                <a:ext uri="{FF2B5EF4-FFF2-40B4-BE49-F238E27FC236}">
                  <a16:creationId xmlns:a16="http://schemas.microsoft.com/office/drawing/2014/main" id="{40BF695D-3C59-4A33-BE27-6B7B2C94C4C8}"/>
                </a:ext>
              </a:extLst>
            </p:cNvPr>
            <p:cNvSpPr>
              <a:spLocks noGrp="1"/>
            </p:cNvSpPr>
            <p:nvPr/>
          </p:nvSpPr>
          <p:spPr>
            <a:xfrm>
              <a:off x="693233" y="2909245"/>
              <a:ext cx="44980" cy="360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8" name="asset_3418_44">
              <a:extLst>
                <a:ext uri="{FF2B5EF4-FFF2-40B4-BE49-F238E27FC236}">
                  <a16:creationId xmlns:a16="http://schemas.microsoft.com/office/drawing/2014/main" id="{22EC7748-D7B8-42CE-B3B5-97C57AC62A6F}"/>
                </a:ext>
              </a:extLst>
            </p:cNvPr>
            <p:cNvSpPr>
              <a:spLocks noGrp="1"/>
            </p:cNvSpPr>
            <p:nvPr/>
          </p:nvSpPr>
          <p:spPr>
            <a:xfrm>
              <a:off x="645345" y="2880834"/>
              <a:ext cx="54224" cy="43405"/>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09" name="asset_3418_45">
              <a:extLst>
                <a:ext uri="{FF2B5EF4-FFF2-40B4-BE49-F238E27FC236}">
                  <a16:creationId xmlns:a16="http://schemas.microsoft.com/office/drawing/2014/main" id="{6465B83D-6CE9-4B21-AA53-471F8499E173}"/>
                </a:ext>
              </a:extLst>
            </p:cNvPr>
            <p:cNvSpPr>
              <a:spLocks noGrp="1"/>
            </p:cNvSpPr>
            <p:nvPr/>
          </p:nvSpPr>
          <p:spPr>
            <a:xfrm>
              <a:off x="617197" y="2897439"/>
              <a:ext cx="45510" cy="3642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0" name="asset_3418_46">
              <a:extLst>
                <a:ext uri="{FF2B5EF4-FFF2-40B4-BE49-F238E27FC236}">
                  <a16:creationId xmlns:a16="http://schemas.microsoft.com/office/drawing/2014/main" id="{BA52981F-8755-45AE-9AB1-32E59CD76E09}"/>
                </a:ext>
              </a:extLst>
            </p:cNvPr>
            <p:cNvSpPr>
              <a:spLocks noGrp="1"/>
            </p:cNvSpPr>
            <p:nvPr/>
          </p:nvSpPr>
          <p:spPr>
            <a:xfrm>
              <a:off x="703530" y="2944793"/>
              <a:ext cx="57009" cy="45634"/>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1" name="asset_3418_47">
              <a:extLst>
                <a:ext uri="{FF2B5EF4-FFF2-40B4-BE49-F238E27FC236}">
                  <a16:creationId xmlns:a16="http://schemas.microsoft.com/office/drawing/2014/main" id="{72E0DAA6-4F44-4EEA-B264-3A6155374C97}"/>
                </a:ext>
              </a:extLst>
            </p:cNvPr>
            <p:cNvSpPr>
              <a:spLocks noGrp="1"/>
            </p:cNvSpPr>
            <p:nvPr/>
          </p:nvSpPr>
          <p:spPr>
            <a:xfrm>
              <a:off x="725277" y="2920297"/>
              <a:ext cx="44123" cy="3531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2" name="asset_3418_48">
              <a:extLst>
                <a:ext uri="{FF2B5EF4-FFF2-40B4-BE49-F238E27FC236}">
                  <a16:creationId xmlns:a16="http://schemas.microsoft.com/office/drawing/2014/main" id="{1032DE87-8C16-461E-9903-402F5793491A}"/>
                </a:ext>
              </a:extLst>
            </p:cNvPr>
            <p:cNvSpPr>
              <a:spLocks noGrp="1"/>
            </p:cNvSpPr>
            <p:nvPr/>
          </p:nvSpPr>
          <p:spPr>
            <a:xfrm>
              <a:off x="663007" y="2876276"/>
              <a:ext cx="55578" cy="44489"/>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3" name="asset_3418_49">
              <a:extLst>
                <a:ext uri="{FF2B5EF4-FFF2-40B4-BE49-F238E27FC236}">
                  <a16:creationId xmlns:a16="http://schemas.microsoft.com/office/drawing/2014/main" id="{2632D4F1-D5BD-404B-AB2A-BD707183F834}"/>
                </a:ext>
              </a:extLst>
            </p:cNvPr>
            <p:cNvSpPr>
              <a:spLocks noGrp="1"/>
            </p:cNvSpPr>
            <p:nvPr/>
          </p:nvSpPr>
          <p:spPr>
            <a:xfrm>
              <a:off x="610023" y="2904869"/>
              <a:ext cx="57087" cy="45697"/>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4" name="asset_3418_50">
              <a:extLst>
                <a:ext uri="{FF2B5EF4-FFF2-40B4-BE49-F238E27FC236}">
                  <a16:creationId xmlns:a16="http://schemas.microsoft.com/office/drawing/2014/main" id="{235C36F9-6FB2-4B0B-A7D6-D0B89026885D}"/>
                </a:ext>
              </a:extLst>
            </p:cNvPr>
            <p:cNvSpPr>
              <a:spLocks noGrp="1"/>
            </p:cNvSpPr>
            <p:nvPr/>
          </p:nvSpPr>
          <p:spPr>
            <a:xfrm>
              <a:off x="639514" y="2941879"/>
              <a:ext cx="52791" cy="42258"/>
            </a:xfrm>
            <a:prstGeom prst="ellipse">
              <a:avLst/>
            </a:prstGeom>
            <a:gradFill>
              <a:gsLst>
                <a:gs pos="0">
                  <a:srgbClr val="DCEAFF">
                    <a:alpha val="69300"/>
                  </a:srgbClr>
                </a:gs>
                <a:gs pos="52000">
                  <a:srgbClr val="8AB1DF">
                    <a:alpha val="80300"/>
                  </a:srgbClr>
                </a:gs>
                <a:gs pos="100000">
                  <a:srgbClr val="8AB1DF">
                    <a:alpha val="46200"/>
                  </a:srgbClr>
                </a:gs>
              </a:gsLst>
              <a:lin ang="7500000"/>
            </a:gradFill>
            <a:ln w="2100">
              <a:noFill/>
            </a:ln>
            <a:effectLst>
              <a:softEdge rad="4320"/>
            </a:effectLst>
          </p:spPr>
        </p:sp>
        <p:sp>
          <p:nvSpPr>
            <p:cNvPr id="1215" name="asset_3418_51">
              <a:extLst>
                <a:ext uri="{FF2B5EF4-FFF2-40B4-BE49-F238E27FC236}">
                  <a16:creationId xmlns:a16="http://schemas.microsoft.com/office/drawing/2014/main" id="{2C82AA31-73C9-4519-8A9B-2220E28E204D}"/>
                </a:ext>
              </a:extLst>
            </p:cNvPr>
            <p:cNvSpPr>
              <a:spLocks noGrp="1"/>
            </p:cNvSpPr>
            <p:nvPr/>
          </p:nvSpPr>
          <p:spPr>
            <a:xfrm>
              <a:off x="584640" y="2877836"/>
              <a:ext cx="202079" cy="163444"/>
            </a:xfrm>
            <a:custGeom>
              <a:avLst/>
              <a:gdLst/>
              <a:ahLst/>
              <a:cxnLst/>
              <a:rect l="0" t="0" r="0" b="0"/>
              <a:pathLst>
                <a:path w="202079" h="163444">
                  <a:moveTo>
                    <a:pt x="0" y="0"/>
                  </a:moveTo>
                  <a:lnTo>
                    <a:pt x="202079" y="0"/>
                  </a:lnTo>
                  <a:lnTo>
                    <a:pt x="202079" y="163444"/>
                  </a:lnTo>
                  <a:lnTo>
                    <a:pt x="0" y="163444"/>
                  </a:lnTo>
                  <a:close/>
                </a:path>
              </a:pathLst>
            </a:custGeom>
            <a:noFill/>
            <a:ln w="1785">
              <a:solidFill>
                <a:srgbClr val="87ADD3"/>
              </a:solidFill>
            </a:ln>
          </p:spPr>
        </p:sp>
      </p:grpSp>
      <p:grpSp>
        <p:nvGrpSpPr>
          <p:cNvPr id="1216" name="a | spatial view dog x2 | v4 editable"/>
          <p:cNvGrpSpPr/>
          <p:nvPr/>
        </p:nvGrpSpPr>
        <p:grpSpPr>
          <a:xfrm>
            <a:off x="1501222" y="2333512"/>
            <a:ext cx="155421" cy="122657"/>
            <a:chOff x="177480" y="3241800"/>
            <a:chExt cx="249480" cy="196920"/>
          </a:xfrm>
        </p:grpSpPr>
        <p:sp>
          <p:nvSpPr>
            <p:cNvPr id="1217" name="asset_3419_0">
              <a:extLst>
                <a:ext uri="{FF2B5EF4-FFF2-40B4-BE49-F238E27FC236}">
                  <a16:creationId xmlns:a16="http://schemas.microsoft.com/office/drawing/2014/main" id="{746693EA-BB73-4B3D-BB22-995B684A8E0D}"/>
                </a:ext>
              </a:extLst>
            </p:cNvPr>
            <p:cNvSpPr>
              <a:spLocks noGrp="1"/>
            </p:cNvSpPr>
            <p:nvPr/>
          </p:nvSpPr>
          <p:spPr>
            <a:xfrm>
              <a:off x="17748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18" name="asset_3419_1">
              <a:extLst>
                <a:ext uri="{FF2B5EF4-FFF2-40B4-BE49-F238E27FC236}">
                  <a16:creationId xmlns:a16="http://schemas.microsoft.com/office/drawing/2014/main" id="{D0390F61-86FB-492A-B934-5BA7E33F4E06}"/>
                </a:ext>
              </a:extLst>
            </p:cNvPr>
            <p:cNvSpPr>
              <a:spLocks noGrp="1"/>
            </p:cNvSpPr>
            <p:nvPr/>
          </p:nvSpPr>
          <p:spPr>
            <a:xfrm>
              <a:off x="37955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19" name="asset_3419_2">
              <a:extLst>
                <a:ext uri="{FF2B5EF4-FFF2-40B4-BE49-F238E27FC236}">
                  <a16:creationId xmlns:a16="http://schemas.microsoft.com/office/drawing/2014/main" id="{63E5FB0C-8C6C-410D-BBB7-A93C1FA20AD8}"/>
                </a:ext>
              </a:extLst>
            </p:cNvPr>
            <p:cNvSpPr>
              <a:spLocks noGrp="1"/>
            </p:cNvSpPr>
            <p:nvPr/>
          </p:nvSpPr>
          <p:spPr>
            <a:xfrm>
              <a:off x="177480" y="3275276"/>
              <a:ext cx="202079" cy="163444"/>
            </a:xfrm>
            <a:prstGeom prst="rect">
              <a:avLst/>
            </a:prstGeom>
            <a:solidFill>
              <a:srgbClr val="E7F1FC">
                <a:alpha val="20000"/>
              </a:srgbClr>
            </a:solidFill>
            <a:ln w="1339">
              <a:solidFill>
                <a:srgbClr val="87ADD3"/>
              </a:solidFill>
            </a:ln>
          </p:spPr>
        </p:sp>
        <p:sp>
          <p:nvSpPr>
            <p:cNvPr id="1220" name="asset_3419_3">
              <a:extLst>
                <a:ext uri="{FF2B5EF4-FFF2-40B4-BE49-F238E27FC236}">
                  <a16:creationId xmlns:a16="http://schemas.microsoft.com/office/drawing/2014/main" id="{96950FFE-4A33-4D88-A80B-43ADA4CFB163}"/>
                </a:ext>
              </a:extLst>
            </p:cNvPr>
            <p:cNvSpPr>
              <a:spLocks noGrp="1"/>
            </p:cNvSpPr>
            <p:nvPr/>
          </p:nvSpPr>
          <p:spPr>
            <a:xfrm>
              <a:off x="228000" y="3275276"/>
              <a:ext cx="4" cy="163444"/>
            </a:xfrm>
            <a:prstGeom prst="line">
              <a:avLst/>
            </a:prstGeom>
            <a:noFill/>
            <a:ln w="982">
              <a:solidFill>
                <a:srgbClr val="C9DEED">
                  <a:alpha val="33000"/>
                </a:srgbClr>
              </a:solidFill>
            </a:ln>
          </p:spPr>
        </p:sp>
        <p:sp>
          <p:nvSpPr>
            <p:cNvPr id="1221" name="asset_3419_4">
              <a:extLst>
                <a:ext uri="{FF2B5EF4-FFF2-40B4-BE49-F238E27FC236}">
                  <a16:creationId xmlns:a16="http://schemas.microsoft.com/office/drawing/2014/main" id="{FEE28440-463A-4E6E-BB08-D7B04B22DF73}"/>
                </a:ext>
              </a:extLst>
            </p:cNvPr>
            <p:cNvSpPr>
              <a:spLocks noGrp="1"/>
            </p:cNvSpPr>
            <p:nvPr/>
          </p:nvSpPr>
          <p:spPr>
            <a:xfrm>
              <a:off x="177480" y="3316137"/>
              <a:ext cx="202079" cy="4"/>
            </a:xfrm>
            <a:prstGeom prst="line">
              <a:avLst/>
            </a:prstGeom>
            <a:noFill/>
            <a:ln w="982">
              <a:solidFill>
                <a:srgbClr val="C9DEED">
                  <a:alpha val="33000"/>
                </a:srgbClr>
              </a:solidFill>
            </a:ln>
          </p:spPr>
        </p:sp>
        <p:sp>
          <p:nvSpPr>
            <p:cNvPr id="1222" name="asset_3419_5">
              <a:extLst>
                <a:ext uri="{FF2B5EF4-FFF2-40B4-BE49-F238E27FC236}">
                  <a16:creationId xmlns:a16="http://schemas.microsoft.com/office/drawing/2014/main" id="{70FB939D-CC5A-4837-9BB6-BB9702E003B3}"/>
                </a:ext>
              </a:extLst>
            </p:cNvPr>
            <p:cNvSpPr>
              <a:spLocks noGrp="1"/>
            </p:cNvSpPr>
            <p:nvPr/>
          </p:nvSpPr>
          <p:spPr>
            <a:xfrm>
              <a:off x="278519" y="3275276"/>
              <a:ext cx="4" cy="163444"/>
            </a:xfrm>
            <a:prstGeom prst="line">
              <a:avLst/>
            </a:prstGeom>
            <a:noFill/>
            <a:ln w="982">
              <a:solidFill>
                <a:srgbClr val="C9DEED">
                  <a:alpha val="33000"/>
                </a:srgbClr>
              </a:solidFill>
            </a:ln>
          </p:spPr>
        </p:sp>
        <p:sp>
          <p:nvSpPr>
            <p:cNvPr id="1223" name="asset_3419_6">
              <a:extLst>
                <a:ext uri="{FF2B5EF4-FFF2-40B4-BE49-F238E27FC236}">
                  <a16:creationId xmlns:a16="http://schemas.microsoft.com/office/drawing/2014/main" id="{DF70B3E3-1BDA-4D98-8BF9-D245F57F4DFD}"/>
                </a:ext>
              </a:extLst>
            </p:cNvPr>
            <p:cNvSpPr>
              <a:spLocks noGrp="1"/>
            </p:cNvSpPr>
            <p:nvPr/>
          </p:nvSpPr>
          <p:spPr>
            <a:xfrm>
              <a:off x="177480" y="3356998"/>
              <a:ext cx="202079" cy="4"/>
            </a:xfrm>
            <a:prstGeom prst="line">
              <a:avLst/>
            </a:prstGeom>
            <a:noFill/>
            <a:ln w="982">
              <a:solidFill>
                <a:srgbClr val="C9DEED">
                  <a:alpha val="33000"/>
                </a:srgbClr>
              </a:solidFill>
            </a:ln>
          </p:spPr>
        </p:sp>
        <p:sp>
          <p:nvSpPr>
            <p:cNvPr id="1224" name="asset_3419_7">
              <a:extLst>
                <a:ext uri="{FF2B5EF4-FFF2-40B4-BE49-F238E27FC236}">
                  <a16:creationId xmlns:a16="http://schemas.microsoft.com/office/drawing/2014/main" id="{E2BFE340-34A7-42E4-AED2-F0E915747680}"/>
                </a:ext>
              </a:extLst>
            </p:cNvPr>
            <p:cNvSpPr>
              <a:spLocks noGrp="1"/>
            </p:cNvSpPr>
            <p:nvPr/>
          </p:nvSpPr>
          <p:spPr>
            <a:xfrm>
              <a:off x="329039" y="3275276"/>
              <a:ext cx="4" cy="163444"/>
            </a:xfrm>
            <a:prstGeom prst="line">
              <a:avLst/>
            </a:prstGeom>
            <a:noFill/>
            <a:ln w="982">
              <a:solidFill>
                <a:srgbClr val="C9DEED">
                  <a:alpha val="33000"/>
                </a:srgbClr>
              </a:solidFill>
            </a:ln>
          </p:spPr>
        </p:sp>
        <p:sp>
          <p:nvSpPr>
            <p:cNvPr id="1225" name="asset_3419_8">
              <a:extLst>
                <a:ext uri="{FF2B5EF4-FFF2-40B4-BE49-F238E27FC236}">
                  <a16:creationId xmlns:a16="http://schemas.microsoft.com/office/drawing/2014/main" id="{C4FE8518-1A43-48D8-8371-EE0AF0F70311}"/>
                </a:ext>
              </a:extLst>
            </p:cNvPr>
            <p:cNvSpPr>
              <a:spLocks noGrp="1"/>
            </p:cNvSpPr>
            <p:nvPr/>
          </p:nvSpPr>
          <p:spPr>
            <a:xfrm>
              <a:off x="177480" y="3397859"/>
              <a:ext cx="202079" cy="4"/>
            </a:xfrm>
            <a:prstGeom prst="line">
              <a:avLst/>
            </a:prstGeom>
            <a:noFill/>
            <a:ln w="982">
              <a:solidFill>
                <a:srgbClr val="C9DEED">
                  <a:alpha val="33000"/>
                </a:srgbClr>
              </a:solidFill>
            </a:ln>
          </p:spPr>
        </p:sp>
        <p:sp>
          <p:nvSpPr>
            <p:cNvPr id="1226" name="asset_3419_9">
              <a:extLst>
                <a:ext uri="{FF2B5EF4-FFF2-40B4-BE49-F238E27FC236}">
                  <a16:creationId xmlns:a16="http://schemas.microsoft.com/office/drawing/2014/main" id="{2FD49D77-CD99-4F4D-91C1-2116EB8AA60D}"/>
                </a:ext>
              </a:extLst>
            </p:cNvPr>
            <p:cNvSpPr>
              <a:spLocks noGrp="1"/>
            </p:cNvSpPr>
            <p:nvPr/>
          </p:nvSpPr>
          <p:spPr>
            <a:xfrm>
              <a:off x="209085" y="3310003"/>
              <a:ext cx="78407" cy="62762"/>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7" name="asset_3419_10">
              <a:extLst>
                <a:ext uri="{FF2B5EF4-FFF2-40B4-BE49-F238E27FC236}">
                  <a16:creationId xmlns:a16="http://schemas.microsoft.com/office/drawing/2014/main" id="{6AF7C569-F001-44ED-B5FF-D969062B6D79}"/>
                </a:ext>
              </a:extLst>
            </p:cNvPr>
            <p:cNvSpPr>
              <a:spLocks noGrp="1"/>
            </p:cNvSpPr>
            <p:nvPr/>
          </p:nvSpPr>
          <p:spPr>
            <a:xfrm>
              <a:off x="279651" y="3284898"/>
              <a:ext cx="70566" cy="56486"/>
            </a:xfrm>
            <a:prstGeom prst="ellipse">
              <a:avLst/>
            </a:prstGeom>
            <a:gradFill>
              <a:gsLst>
                <a:gs pos="0">
                  <a:srgbClr val="E5F0FF">
                    <a:alpha val="60500"/>
                  </a:srgbClr>
                </a:gs>
                <a:gs pos="48000">
                  <a:srgbClr val="86A8D9">
                    <a:alpha val="66000"/>
                  </a:srgbClr>
                </a:gs>
                <a:gs pos="100000">
                  <a:srgbClr val="86A8D9">
                    <a:alpha val="38500"/>
                  </a:srgbClr>
                </a:gs>
              </a:gsLst>
              <a:lin ang="8400000"/>
            </a:gradFill>
            <a:ln w="2100">
              <a:noFill/>
            </a:ln>
            <a:effectLst>
              <a:softEdge rad="4320"/>
            </a:effectLst>
          </p:spPr>
        </p:sp>
        <p:sp>
          <p:nvSpPr>
            <p:cNvPr id="1228" name="asset_3419_11">
              <a:extLst>
                <a:ext uri="{FF2B5EF4-FFF2-40B4-BE49-F238E27FC236}">
                  <a16:creationId xmlns:a16="http://schemas.microsoft.com/office/drawing/2014/main" id="{80F085E8-C51F-4FA2-AE86-C8FED9CADD52}"/>
                </a:ext>
              </a:extLst>
            </p:cNvPr>
            <p:cNvSpPr>
              <a:spLocks noGrp="1"/>
            </p:cNvSpPr>
            <p:nvPr/>
          </p:nvSpPr>
          <p:spPr>
            <a:xfrm>
              <a:off x="241923" y="3340673"/>
              <a:ext cx="47641" cy="3813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29" name="asset_3419_12">
              <a:extLst>
                <a:ext uri="{FF2B5EF4-FFF2-40B4-BE49-F238E27FC236}">
                  <a16:creationId xmlns:a16="http://schemas.microsoft.com/office/drawing/2014/main" id="{CE1E376E-8B7F-40D6-B527-64C282C83F92}"/>
                </a:ext>
              </a:extLst>
            </p:cNvPr>
            <p:cNvSpPr>
              <a:spLocks noGrp="1"/>
            </p:cNvSpPr>
            <p:nvPr/>
          </p:nvSpPr>
          <p:spPr>
            <a:xfrm>
              <a:off x="303331" y="3308488"/>
              <a:ext cx="47516" cy="3803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0" name="asset_3419_13">
              <a:extLst>
                <a:ext uri="{FF2B5EF4-FFF2-40B4-BE49-F238E27FC236}">
                  <a16:creationId xmlns:a16="http://schemas.microsoft.com/office/drawing/2014/main" id="{66B637FD-4CCF-44E1-B885-780E4671237C}"/>
                </a:ext>
              </a:extLst>
            </p:cNvPr>
            <p:cNvSpPr>
              <a:spLocks noGrp="1"/>
            </p:cNvSpPr>
            <p:nvPr/>
          </p:nvSpPr>
          <p:spPr>
            <a:xfrm>
              <a:off x="242175" y="3326284"/>
              <a:ext cx="35224" cy="2819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1" name="asset_3419_14">
              <a:extLst>
                <a:ext uri="{FF2B5EF4-FFF2-40B4-BE49-F238E27FC236}">
                  <a16:creationId xmlns:a16="http://schemas.microsoft.com/office/drawing/2014/main" id="{AFEC96C6-81F9-47CB-99F2-B73D4EF6A070}"/>
                </a:ext>
              </a:extLst>
            </p:cNvPr>
            <p:cNvSpPr>
              <a:spLocks noGrp="1"/>
            </p:cNvSpPr>
            <p:nvPr/>
          </p:nvSpPr>
          <p:spPr>
            <a:xfrm>
              <a:off x="311032" y="3283806"/>
              <a:ext cx="45989" cy="3681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2" name="asset_3419_15">
              <a:extLst>
                <a:ext uri="{FF2B5EF4-FFF2-40B4-BE49-F238E27FC236}">
                  <a16:creationId xmlns:a16="http://schemas.microsoft.com/office/drawing/2014/main" id="{8E9DCA16-9B81-4C15-953A-9671E01E116A}"/>
                </a:ext>
              </a:extLst>
            </p:cNvPr>
            <p:cNvSpPr>
              <a:spLocks noGrp="1"/>
            </p:cNvSpPr>
            <p:nvPr/>
          </p:nvSpPr>
          <p:spPr>
            <a:xfrm>
              <a:off x="202672" y="3333436"/>
              <a:ext cx="47241" cy="378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3" name="asset_3419_16">
              <a:extLst>
                <a:ext uri="{FF2B5EF4-FFF2-40B4-BE49-F238E27FC236}">
                  <a16:creationId xmlns:a16="http://schemas.microsoft.com/office/drawing/2014/main" id="{DB08204D-F697-4B38-8CAD-AF992960BF57}"/>
                </a:ext>
              </a:extLst>
            </p:cNvPr>
            <p:cNvSpPr>
              <a:spLocks noGrp="1"/>
            </p:cNvSpPr>
            <p:nvPr/>
          </p:nvSpPr>
          <p:spPr>
            <a:xfrm>
              <a:off x="304573" y="3306993"/>
              <a:ext cx="47769" cy="382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4" name="asset_3419_17">
              <a:extLst>
                <a:ext uri="{FF2B5EF4-FFF2-40B4-BE49-F238E27FC236}">
                  <a16:creationId xmlns:a16="http://schemas.microsoft.com/office/drawing/2014/main" id="{8B874592-0071-4EF6-AF5B-CB6BD062D5F5}"/>
                </a:ext>
              </a:extLst>
            </p:cNvPr>
            <p:cNvSpPr>
              <a:spLocks noGrp="1"/>
            </p:cNvSpPr>
            <p:nvPr/>
          </p:nvSpPr>
          <p:spPr>
            <a:xfrm>
              <a:off x="217249" y="3310530"/>
              <a:ext cx="49893" cy="399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5" name="asset_3419_18">
              <a:extLst>
                <a:ext uri="{FF2B5EF4-FFF2-40B4-BE49-F238E27FC236}">
                  <a16:creationId xmlns:a16="http://schemas.microsoft.com/office/drawing/2014/main" id="{ADEC17A4-4FD0-41D2-857B-42EB14C19299}"/>
                </a:ext>
              </a:extLst>
            </p:cNvPr>
            <p:cNvSpPr>
              <a:spLocks noGrp="1"/>
            </p:cNvSpPr>
            <p:nvPr/>
          </p:nvSpPr>
          <p:spPr>
            <a:xfrm>
              <a:off x="308183" y="3284460"/>
              <a:ext cx="35565" cy="2846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6" name="asset_3419_19">
              <a:extLst>
                <a:ext uri="{FF2B5EF4-FFF2-40B4-BE49-F238E27FC236}">
                  <a16:creationId xmlns:a16="http://schemas.microsoft.com/office/drawing/2014/main" id="{BBFD9A57-57B6-4217-8450-6199F35669FC}"/>
                </a:ext>
              </a:extLst>
            </p:cNvPr>
            <p:cNvSpPr>
              <a:spLocks noGrp="1"/>
            </p:cNvSpPr>
            <p:nvPr/>
          </p:nvSpPr>
          <p:spPr>
            <a:xfrm>
              <a:off x="245848" y="3307836"/>
              <a:ext cx="50742" cy="406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7" name="asset_3419_20">
              <a:extLst>
                <a:ext uri="{FF2B5EF4-FFF2-40B4-BE49-F238E27FC236}">
                  <a16:creationId xmlns:a16="http://schemas.microsoft.com/office/drawing/2014/main" id="{C9C34416-6B56-426A-A262-51D1B48289A4}"/>
                </a:ext>
              </a:extLst>
            </p:cNvPr>
            <p:cNvSpPr>
              <a:spLocks noGrp="1"/>
            </p:cNvSpPr>
            <p:nvPr/>
          </p:nvSpPr>
          <p:spPr>
            <a:xfrm>
              <a:off x="311298" y="3309246"/>
              <a:ext cx="28032" cy="224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8" name="asset_3419_21">
              <a:extLst>
                <a:ext uri="{FF2B5EF4-FFF2-40B4-BE49-F238E27FC236}">
                  <a16:creationId xmlns:a16="http://schemas.microsoft.com/office/drawing/2014/main" id="{743F4B5F-5725-43BD-A097-13433B7AF94C}"/>
                </a:ext>
              </a:extLst>
            </p:cNvPr>
            <p:cNvSpPr>
              <a:spLocks noGrp="1"/>
            </p:cNvSpPr>
            <p:nvPr/>
          </p:nvSpPr>
          <p:spPr>
            <a:xfrm>
              <a:off x="228651" y="3315668"/>
              <a:ext cx="29969" cy="2398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39" name="asset_3419_22">
              <a:extLst>
                <a:ext uri="{FF2B5EF4-FFF2-40B4-BE49-F238E27FC236}">
                  <a16:creationId xmlns:a16="http://schemas.microsoft.com/office/drawing/2014/main" id="{9EC194BE-5A33-4EBD-9EBE-56F2518A0839}"/>
                </a:ext>
              </a:extLst>
            </p:cNvPr>
            <p:cNvSpPr>
              <a:spLocks noGrp="1"/>
            </p:cNvSpPr>
            <p:nvPr/>
          </p:nvSpPr>
          <p:spPr>
            <a:xfrm>
              <a:off x="279715" y="3281728"/>
              <a:ext cx="38686" cy="3096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0" name="asset_3419_23">
              <a:extLst>
                <a:ext uri="{FF2B5EF4-FFF2-40B4-BE49-F238E27FC236}">
                  <a16:creationId xmlns:a16="http://schemas.microsoft.com/office/drawing/2014/main" id="{B68FCEA6-65C2-4682-9063-27A9459508CB}"/>
                </a:ext>
              </a:extLst>
            </p:cNvPr>
            <p:cNvSpPr>
              <a:spLocks noGrp="1"/>
            </p:cNvSpPr>
            <p:nvPr/>
          </p:nvSpPr>
          <p:spPr>
            <a:xfrm>
              <a:off x="222408" y="3329464"/>
              <a:ext cx="36387" cy="2912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1" name="asset_3419_24">
              <a:extLst>
                <a:ext uri="{FF2B5EF4-FFF2-40B4-BE49-F238E27FC236}">
                  <a16:creationId xmlns:a16="http://schemas.microsoft.com/office/drawing/2014/main" id="{DC8263F0-CF30-4205-94C6-51633A51E1AF}"/>
                </a:ext>
              </a:extLst>
            </p:cNvPr>
            <p:cNvSpPr>
              <a:spLocks noGrp="1"/>
            </p:cNvSpPr>
            <p:nvPr/>
          </p:nvSpPr>
          <p:spPr>
            <a:xfrm>
              <a:off x="287470" y="3286956"/>
              <a:ext cx="29679" cy="2375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2" name="asset_3419_25">
              <a:extLst>
                <a:ext uri="{FF2B5EF4-FFF2-40B4-BE49-F238E27FC236}">
                  <a16:creationId xmlns:a16="http://schemas.microsoft.com/office/drawing/2014/main" id="{EB74AB11-9238-4E12-AF59-DBD33722CA0E}"/>
                </a:ext>
              </a:extLst>
            </p:cNvPr>
            <p:cNvSpPr>
              <a:spLocks noGrp="1"/>
            </p:cNvSpPr>
            <p:nvPr/>
          </p:nvSpPr>
          <p:spPr>
            <a:xfrm>
              <a:off x="256524" y="3335578"/>
              <a:ext cx="27648" cy="221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3" name="asset_3419_26">
              <a:extLst>
                <a:ext uri="{FF2B5EF4-FFF2-40B4-BE49-F238E27FC236}">
                  <a16:creationId xmlns:a16="http://schemas.microsoft.com/office/drawing/2014/main" id="{31A8C5AE-DF5C-42BE-82FE-405FEAFF78F1}"/>
                </a:ext>
              </a:extLst>
            </p:cNvPr>
            <p:cNvSpPr>
              <a:spLocks noGrp="1"/>
            </p:cNvSpPr>
            <p:nvPr/>
          </p:nvSpPr>
          <p:spPr>
            <a:xfrm>
              <a:off x="305829" y="3314234"/>
              <a:ext cx="34218" cy="2739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4" name="asset_3419_27">
              <a:extLst>
                <a:ext uri="{FF2B5EF4-FFF2-40B4-BE49-F238E27FC236}">
                  <a16:creationId xmlns:a16="http://schemas.microsoft.com/office/drawing/2014/main" id="{81BA1F3D-3A21-497D-B8E6-52152AE4B7F0}"/>
                </a:ext>
              </a:extLst>
            </p:cNvPr>
            <p:cNvSpPr>
              <a:spLocks noGrp="1"/>
            </p:cNvSpPr>
            <p:nvPr/>
          </p:nvSpPr>
          <p:spPr>
            <a:xfrm>
              <a:off x="223719" y="3339173"/>
              <a:ext cx="48031" cy="3844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5" name="asset_3419_28">
              <a:extLst>
                <a:ext uri="{FF2B5EF4-FFF2-40B4-BE49-F238E27FC236}">
                  <a16:creationId xmlns:a16="http://schemas.microsoft.com/office/drawing/2014/main" id="{DECE060C-294A-41BD-96B8-36BF23A39263}"/>
                </a:ext>
              </a:extLst>
            </p:cNvPr>
            <p:cNvSpPr>
              <a:spLocks noGrp="1"/>
            </p:cNvSpPr>
            <p:nvPr/>
          </p:nvSpPr>
          <p:spPr>
            <a:xfrm>
              <a:off x="311839" y="3306302"/>
              <a:ext cx="41899" cy="3353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6" name="asset_3419_29">
              <a:extLst>
                <a:ext uri="{FF2B5EF4-FFF2-40B4-BE49-F238E27FC236}">
                  <a16:creationId xmlns:a16="http://schemas.microsoft.com/office/drawing/2014/main" id="{0C28A1F5-FDA7-41D3-A62D-7B970C0C2E1A}"/>
                </a:ext>
              </a:extLst>
            </p:cNvPr>
            <p:cNvSpPr>
              <a:spLocks noGrp="1"/>
            </p:cNvSpPr>
            <p:nvPr/>
          </p:nvSpPr>
          <p:spPr>
            <a:xfrm>
              <a:off x="216626" y="3327809"/>
              <a:ext cx="48019" cy="3843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7" name="asset_3419_30">
              <a:extLst>
                <a:ext uri="{FF2B5EF4-FFF2-40B4-BE49-F238E27FC236}">
                  <a16:creationId xmlns:a16="http://schemas.microsoft.com/office/drawing/2014/main" id="{C9CD6603-F5AF-4AA5-BE1B-83D5069EDFB3}"/>
                </a:ext>
              </a:extLst>
            </p:cNvPr>
            <p:cNvSpPr>
              <a:spLocks noGrp="1"/>
            </p:cNvSpPr>
            <p:nvPr/>
          </p:nvSpPr>
          <p:spPr>
            <a:xfrm>
              <a:off x="281210" y="3313076"/>
              <a:ext cx="44806" cy="35866"/>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8" name="asset_3419_31">
              <a:extLst>
                <a:ext uri="{FF2B5EF4-FFF2-40B4-BE49-F238E27FC236}">
                  <a16:creationId xmlns:a16="http://schemas.microsoft.com/office/drawing/2014/main" id="{99A99315-4FF1-42C4-8062-950F1B1EB9BD}"/>
                </a:ext>
              </a:extLst>
            </p:cNvPr>
            <p:cNvSpPr>
              <a:spLocks noGrp="1"/>
            </p:cNvSpPr>
            <p:nvPr/>
          </p:nvSpPr>
          <p:spPr>
            <a:xfrm>
              <a:off x="239528" y="3338633"/>
              <a:ext cx="39791" cy="3185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49" name="asset_3419_32">
              <a:extLst>
                <a:ext uri="{FF2B5EF4-FFF2-40B4-BE49-F238E27FC236}">
                  <a16:creationId xmlns:a16="http://schemas.microsoft.com/office/drawing/2014/main" id="{F355CFB1-BBD3-45AA-A1A4-FC931A7AAA07}"/>
                </a:ext>
              </a:extLst>
            </p:cNvPr>
            <p:cNvSpPr>
              <a:spLocks noGrp="1"/>
            </p:cNvSpPr>
            <p:nvPr/>
          </p:nvSpPr>
          <p:spPr>
            <a:xfrm>
              <a:off x="289504" y="3293472"/>
              <a:ext cx="31455" cy="2517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0" name="asset_3419_33">
              <a:extLst>
                <a:ext uri="{FF2B5EF4-FFF2-40B4-BE49-F238E27FC236}">
                  <a16:creationId xmlns:a16="http://schemas.microsoft.com/office/drawing/2014/main" id="{B3894E0F-7FEF-477F-A87C-0C2C50EC70AE}"/>
                </a:ext>
              </a:extLst>
            </p:cNvPr>
            <p:cNvSpPr>
              <a:spLocks noGrp="1"/>
            </p:cNvSpPr>
            <p:nvPr/>
          </p:nvSpPr>
          <p:spPr>
            <a:xfrm>
              <a:off x="203611" y="3314914"/>
              <a:ext cx="43216" cy="34593"/>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1" name="asset_3419_34">
              <a:extLst>
                <a:ext uri="{FF2B5EF4-FFF2-40B4-BE49-F238E27FC236}">
                  <a16:creationId xmlns:a16="http://schemas.microsoft.com/office/drawing/2014/main" id="{1F58FB18-2B89-44CE-B8ED-691D95657609}"/>
                </a:ext>
              </a:extLst>
            </p:cNvPr>
            <p:cNvSpPr>
              <a:spLocks noGrp="1"/>
            </p:cNvSpPr>
            <p:nvPr/>
          </p:nvSpPr>
          <p:spPr>
            <a:xfrm>
              <a:off x="289174" y="3312109"/>
              <a:ext cx="32270" cy="2583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2" name="asset_3419_35">
              <a:extLst>
                <a:ext uri="{FF2B5EF4-FFF2-40B4-BE49-F238E27FC236}">
                  <a16:creationId xmlns:a16="http://schemas.microsoft.com/office/drawing/2014/main" id="{4C348268-068D-4464-8B15-5F53DBD50101}"/>
                </a:ext>
              </a:extLst>
            </p:cNvPr>
            <p:cNvSpPr>
              <a:spLocks noGrp="1"/>
            </p:cNvSpPr>
            <p:nvPr/>
          </p:nvSpPr>
          <p:spPr>
            <a:xfrm>
              <a:off x="201533" y="3331153"/>
              <a:ext cx="37250" cy="29818"/>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3" name="asset_3419_36">
              <a:extLst>
                <a:ext uri="{FF2B5EF4-FFF2-40B4-BE49-F238E27FC236}">
                  <a16:creationId xmlns:a16="http://schemas.microsoft.com/office/drawing/2014/main" id="{AC28643D-3042-44F2-81D1-82C01F0BCA88}"/>
                </a:ext>
              </a:extLst>
            </p:cNvPr>
            <p:cNvSpPr>
              <a:spLocks noGrp="1"/>
            </p:cNvSpPr>
            <p:nvPr/>
          </p:nvSpPr>
          <p:spPr>
            <a:xfrm>
              <a:off x="292252" y="3285755"/>
              <a:ext cx="36976" cy="2959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4" name="asset_3419_37">
              <a:extLst>
                <a:ext uri="{FF2B5EF4-FFF2-40B4-BE49-F238E27FC236}">
                  <a16:creationId xmlns:a16="http://schemas.microsoft.com/office/drawing/2014/main" id="{ED2ED251-9B8A-4524-970F-38F6279FA254}"/>
                </a:ext>
              </a:extLst>
            </p:cNvPr>
            <p:cNvSpPr>
              <a:spLocks noGrp="1"/>
            </p:cNvSpPr>
            <p:nvPr/>
          </p:nvSpPr>
          <p:spPr>
            <a:xfrm>
              <a:off x="229489" y="3339846"/>
              <a:ext cx="29623" cy="237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5" name="asset_3419_38">
              <a:extLst>
                <a:ext uri="{FF2B5EF4-FFF2-40B4-BE49-F238E27FC236}">
                  <a16:creationId xmlns:a16="http://schemas.microsoft.com/office/drawing/2014/main" id="{E34310F5-BE6A-45B0-88A6-E5ABE9CF825B}"/>
                </a:ext>
              </a:extLst>
            </p:cNvPr>
            <p:cNvSpPr>
              <a:spLocks noGrp="1"/>
            </p:cNvSpPr>
            <p:nvPr/>
          </p:nvSpPr>
          <p:spPr>
            <a:xfrm>
              <a:off x="312083" y="3292108"/>
              <a:ext cx="27874" cy="2231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6" name="asset_3419_39">
              <a:extLst>
                <a:ext uri="{FF2B5EF4-FFF2-40B4-BE49-F238E27FC236}">
                  <a16:creationId xmlns:a16="http://schemas.microsoft.com/office/drawing/2014/main" id="{CB658C1A-F838-4A51-8CA3-7A5215DAFCFB}"/>
                </a:ext>
              </a:extLst>
            </p:cNvPr>
            <p:cNvSpPr>
              <a:spLocks noGrp="1"/>
            </p:cNvSpPr>
            <p:nvPr/>
          </p:nvSpPr>
          <p:spPr>
            <a:xfrm>
              <a:off x="220674" y="3328367"/>
              <a:ext cx="47389" cy="379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7" name="asset_3419_40">
              <a:extLst>
                <a:ext uri="{FF2B5EF4-FFF2-40B4-BE49-F238E27FC236}">
                  <a16:creationId xmlns:a16="http://schemas.microsoft.com/office/drawing/2014/main" id="{6BBB95B4-E822-4DF6-93CF-34BDC6C58B4A}"/>
                </a:ext>
              </a:extLst>
            </p:cNvPr>
            <p:cNvSpPr>
              <a:spLocks noGrp="1"/>
            </p:cNvSpPr>
            <p:nvPr/>
          </p:nvSpPr>
          <p:spPr>
            <a:xfrm>
              <a:off x="285073" y="3306802"/>
              <a:ext cx="46606" cy="37307"/>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8" name="asset_3419_41">
              <a:extLst>
                <a:ext uri="{FF2B5EF4-FFF2-40B4-BE49-F238E27FC236}">
                  <a16:creationId xmlns:a16="http://schemas.microsoft.com/office/drawing/2014/main" id="{F88ACF5E-847D-4FF2-B406-F147CEA72BC2}"/>
                </a:ext>
              </a:extLst>
            </p:cNvPr>
            <p:cNvSpPr>
              <a:spLocks noGrp="1"/>
            </p:cNvSpPr>
            <p:nvPr/>
          </p:nvSpPr>
          <p:spPr>
            <a:xfrm>
              <a:off x="198099" y="3328845"/>
              <a:ext cx="45504" cy="3642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59" name="asset_3419_42">
              <a:extLst>
                <a:ext uri="{FF2B5EF4-FFF2-40B4-BE49-F238E27FC236}">
                  <a16:creationId xmlns:a16="http://schemas.microsoft.com/office/drawing/2014/main" id="{318045A0-D500-4287-B53B-10E9948BBD81}"/>
                </a:ext>
              </a:extLst>
            </p:cNvPr>
            <p:cNvSpPr>
              <a:spLocks noGrp="1"/>
            </p:cNvSpPr>
            <p:nvPr/>
          </p:nvSpPr>
          <p:spPr>
            <a:xfrm>
              <a:off x="312846" y="3310740"/>
              <a:ext cx="42839" cy="34292"/>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0" name="asset_3419_43">
              <a:extLst>
                <a:ext uri="{FF2B5EF4-FFF2-40B4-BE49-F238E27FC236}">
                  <a16:creationId xmlns:a16="http://schemas.microsoft.com/office/drawing/2014/main" id="{D7FF2EAB-1CB0-41B7-AD59-0E106F61E05B}"/>
                </a:ext>
              </a:extLst>
            </p:cNvPr>
            <p:cNvSpPr>
              <a:spLocks noGrp="1"/>
            </p:cNvSpPr>
            <p:nvPr/>
          </p:nvSpPr>
          <p:spPr>
            <a:xfrm>
              <a:off x="243288" y="3322010"/>
              <a:ext cx="49122" cy="3932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1" name="asset_3419_44">
              <a:extLst>
                <a:ext uri="{FF2B5EF4-FFF2-40B4-BE49-F238E27FC236}">
                  <a16:creationId xmlns:a16="http://schemas.microsoft.com/office/drawing/2014/main" id="{2BBE1DCF-7062-4732-826E-42E23849697E}"/>
                </a:ext>
              </a:extLst>
            </p:cNvPr>
            <p:cNvSpPr>
              <a:spLocks noGrp="1"/>
            </p:cNvSpPr>
            <p:nvPr/>
          </p:nvSpPr>
          <p:spPr>
            <a:xfrm>
              <a:off x="314407" y="3296790"/>
              <a:ext cx="42351" cy="3390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2" name="asset_3419_45">
              <a:extLst>
                <a:ext uri="{FF2B5EF4-FFF2-40B4-BE49-F238E27FC236}">
                  <a16:creationId xmlns:a16="http://schemas.microsoft.com/office/drawing/2014/main" id="{C8FE71C2-A573-4FB2-9077-8E17BDADECD6}"/>
                </a:ext>
              </a:extLst>
            </p:cNvPr>
            <p:cNvSpPr>
              <a:spLocks noGrp="1"/>
            </p:cNvSpPr>
            <p:nvPr/>
          </p:nvSpPr>
          <p:spPr>
            <a:xfrm>
              <a:off x="225643" y="3336653"/>
              <a:ext cx="48657" cy="38949"/>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3" name="asset_3419_46">
              <a:extLst>
                <a:ext uri="{FF2B5EF4-FFF2-40B4-BE49-F238E27FC236}">
                  <a16:creationId xmlns:a16="http://schemas.microsoft.com/office/drawing/2014/main" id="{BCF1904A-9648-4261-86CF-B4A3CC773F57}"/>
                </a:ext>
              </a:extLst>
            </p:cNvPr>
            <p:cNvSpPr>
              <a:spLocks noGrp="1"/>
            </p:cNvSpPr>
            <p:nvPr/>
          </p:nvSpPr>
          <p:spPr>
            <a:xfrm>
              <a:off x="277958" y="3296525"/>
              <a:ext cx="39519" cy="31634"/>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4" name="asset_3419_47">
              <a:extLst>
                <a:ext uri="{FF2B5EF4-FFF2-40B4-BE49-F238E27FC236}">
                  <a16:creationId xmlns:a16="http://schemas.microsoft.com/office/drawing/2014/main" id="{A3C92328-309D-4E52-9DDB-F5B3A126F720}"/>
                </a:ext>
              </a:extLst>
            </p:cNvPr>
            <p:cNvSpPr>
              <a:spLocks noGrp="1"/>
            </p:cNvSpPr>
            <p:nvPr/>
          </p:nvSpPr>
          <p:spPr>
            <a:xfrm>
              <a:off x="224008" y="3331268"/>
              <a:ext cx="49365" cy="39515"/>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5" name="asset_3419_48">
              <a:extLst>
                <a:ext uri="{FF2B5EF4-FFF2-40B4-BE49-F238E27FC236}">
                  <a16:creationId xmlns:a16="http://schemas.microsoft.com/office/drawing/2014/main" id="{13875825-74FD-4171-A9BF-25AEFA581748}"/>
                </a:ext>
              </a:extLst>
            </p:cNvPr>
            <p:cNvSpPr>
              <a:spLocks noGrp="1"/>
            </p:cNvSpPr>
            <p:nvPr/>
          </p:nvSpPr>
          <p:spPr>
            <a:xfrm>
              <a:off x="312203" y="3286789"/>
              <a:ext cx="35817" cy="28671"/>
            </a:xfrm>
            <a:prstGeom prst="ellipse">
              <a:avLst/>
            </a:prstGeom>
            <a:gradFill>
              <a:gsLst>
                <a:gs pos="0">
                  <a:srgbClr val="DCEAFF">
                    <a:alpha val="69300"/>
                  </a:srgbClr>
                </a:gs>
                <a:gs pos="52000">
                  <a:srgbClr val="86A8D9">
                    <a:alpha val="80300"/>
                  </a:srgbClr>
                </a:gs>
                <a:gs pos="100000">
                  <a:srgbClr val="86A8D9">
                    <a:alpha val="46200"/>
                  </a:srgbClr>
                </a:gs>
              </a:gsLst>
              <a:lin ang="7500000"/>
            </a:gradFill>
            <a:ln w="2100">
              <a:noFill/>
            </a:ln>
            <a:effectLst>
              <a:softEdge rad="4320"/>
            </a:effectLst>
          </p:spPr>
        </p:sp>
        <p:sp>
          <p:nvSpPr>
            <p:cNvPr id="1266" name="asset_3419_49">
              <a:extLst>
                <a:ext uri="{FF2B5EF4-FFF2-40B4-BE49-F238E27FC236}">
                  <a16:creationId xmlns:a16="http://schemas.microsoft.com/office/drawing/2014/main" id="{45913E88-8BF1-4ABB-ADDC-1D6B6304DC50}"/>
                </a:ext>
              </a:extLst>
            </p:cNvPr>
            <p:cNvSpPr>
              <a:spLocks noGrp="1"/>
            </p:cNvSpPr>
            <p:nvPr/>
          </p:nvSpPr>
          <p:spPr>
            <a:xfrm>
              <a:off x="17748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grpSp>
        <p:nvGrpSpPr>
          <p:cNvPr id="1267" name="a | spatial view receptor suppression x2 | v4 editable"/>
          <p:cNvGrpSpPr/>
          <p:nvPr/>
        </p:nvGrpSpPr>
        <p:grpSpPr>
          <a:xfrm>
            <a:off x="1794262" y="2333512"/>
            <a:ext cx="155421" cy="122657"/>
            <a:chOff x="584640" y="3241800"/>
            <a:chExt cx="249480" cy="196920"/>
          </a:xfrm>
        </p:grpSpPr>
        <p:sp>
          <p:nvSpPr>
            <p:cNvPr id="1268" name="asset_3420_0">
              <a:extLst>
                <a:ext uri="{FF2B5EF4-FFF2-40B4-BE49-F238E27FC236}">
                  <a16:creationId xmlns:a16="http://schemas.microsoft.com/office/drawing/2014/main" id="{11E24C19-4E6B-439B-A1B1-80CC339E5B8C}"/>
                </a:ext>
              </a:extLst>
            </p:cNvPr>
            <p:cNvSpPr>
              <a:spLocks noGrp="1"/>
            </p:cNvSpPr>
            <p:nvPr/>
          </p:nvSpPr>
          <p:spPr>
            <a:xfrm>
              <a:off x="584640" y="3241800"/>
              <a:ext cx="249480" cy="33476"/>
            </a:xfrm>
            <a:custGeom>
              <a:avLst/>
              <a:gdLst/>
              <a:ahLst/>
              <a:cxnLst/>
              <a:rect l="0" t="0" r="0" b="0"/>
              <a:pathLst>
                <a:path w="249480" h="33476">
                  <a:moveTo>
                    <a:pt x="0" y="33476"/>
                  </a:moveTo>
                  <a:lnTo>
                    <a:pt x="47401" y="0"/>
                  </a:lnTo>
                  <a:lnTo>
                    <a:pt x="249480" y="0"/>
                  </a:lnTo>
                  <a:lnTo>
                    <a:pt x="202079" y="33476"/>
                  </a:lnTo>
                  <a:close/>
                </a:path>
              </a:pathLst>
            </a:custGeom>
            <a:gradFill>
              <a:gsLst>
                <a:gs pos="0">
                  <a:srgbClr val="FAFDFF">
                    <a:alpha val="65000"/>
                  </a:srgbClr>
                </a:gs>
                <a:gs pos="100000">
                  <a:srgbClr val="D9EAFA">
                    <a:alpha val="45000"/>
                  </a:srgbClr>
                </a:gs>
              </a:gsLst>
              <a:lin ang="5400000"/>
            </a:gradFill>
            <a:ln w="1339">
              <a:solidFill>
                <a:srgbClr val="87ADD3"/>
              </a:solidFill>
            </a:ln>
          </p:spPr>
        </p:sp>
        <p:sp>
          <p:nvSpPr>
            <p:cNvPr id="1269" name="asset_3420_1">
              <a:extLst>
                <a:ext uri="{FF2B5EF4-FFF2-40B4-BE49-F238E27FC236}">
                  <a16:creationId xmlns:a16="http://schemas.microsoft.com/office/drawing/2014/main" id="{B50E79DA-41F6-45C9-A4AE-D0F37EFF2872}"/>
                </a:ext>
              </a:extLst>
            </p:cNvPr>
            <p:cNvSpPr>
              <a:spLocks noGrp="1"/>
            </p:cNvSpPr>
            <p:nvPr/>
          </p:nvSpPr>
          <p:spPr>
            <a:xfrm>
              <a:off x="786719" y="3241800"/>
              <a:ext cx="47401" cy="196920"/>
            </a:xfrm>
            <a:custGeom>
              <a:avLst/>
              <a:gdLst/>
              <a:ahLst/>
              <a:cxnLst/>
              <a:rect l="0" t="0" r="0" b="0"/>
              <a:pathLst>
                <a:path w="47401" h="196920">
                  <a:moveTo>
                    <a:pt x="0" y="33476"/>
                  </a:moveTo>
                  <a:lnTo>
                    <a:pt x="47401" y="0"/>
                  </a:lnTo>
                  <a:lnTo>
                    <a:pt x="47401" y="163444"/>
                  </a:lnTo>
                  <a:lnTo>
                    <a:pt x="0" y="196920"/>
                  </a:lnTo>
                  <a:close/>
                </a:path>
              </a:pathLst>
            </a:custGeom>
            <a:solidFill>
              <a:srgbClr val="C9DFF3">
                <a:alpha val="22000"/>
              </a:srgbClr>
            </a:solidFill>
            <a:ln w="1339">
              <a:solidFill>
                <a:srgbClr val="87ADD3"/>
              </a:solidFill>
            </a:ln>
          </p:spPr>
        </p:sp>
        <p:sp>
          <p:nvSpPr>
            <p:cNvPr id="1270" name="asset_3420_2">
              <a:extLst>
                <a:ext uri="{FF2B5EF4-FFF2-40B4-BE49-F238E27FC236}">
                  <a16:creationId xmlns:a16="http://schemas.microsoft.com/office/drawing/2014/main" id="{89A2DE71-EF0A-4B04-BA0F-EA745AA443D8}"/>
                </a:ext>
              </a:extLst>
            </p:cNvPr>
            <p:cNvSpPr>
              <a:spLocks noGrp="1"/>
            </p:cNvSpPr>
            <p:nvPr/>
          </p:nvSpPr>
          <p:spPr>
            <a:xfrm>
              <a:off x="584640" y="3275276"/>
              <a:ext cx="202079" cy="163444"/>
            </a:xfrm>
            <a:prstGeom prst="rect">
              <a:avLst/>
            </a:prstGeom>
            <a:solidFill>
              <a:srgbClr val="E7F1FC">
                <a:alpha val="20000"/>
              </a:srgbClr>
            </a:solidFill>
            <a:ln w="1339">
              <a:solidFill>
                <a:srgbClr val="87ADD3"/>
              </a:solidFill>
            </a:ln>
          </p:spPr>
        </p:sp>
        <p:sp>
          <p:nvSpPr>
            <p:cNvPr id="1271" name="asset_3420_3">
              <a:extLst>
                <a:ext uri="{FF2B5EF4-FFF2-40B4-BE49-F238E27FC236}">
                  <a16:creationId xmlns:a16="http://schemas.microsoft.com/office/drawing/2014/main" id="{A4CA4408-F942-4AE1-9AC7-BED1C70C9811}"/>
                </a:ext>
              </a:extLst>
            </p:cNvPr>
            <p:cNvSpPr>
              <a:spLocks noGrp="1"/>
            </p:cNvSpPr>
            <p:nvPr/>
          </p:nvSpPr>
          <p:spPr>
            <a:xfrm>
              <a:off x="635160" y="3275276"/>
              <a:ext cx="4" cy="163444"/>
            </a:xfrm>
            <a:prstGeom prst="line">
              <a:avLst/>
            </a:prstGeom>
            <a:noFill/>
            <a:ln w="982">
              <a:solidFill>
                <a:srgbClr val="C9DEED">
                  <a:alpha val="33000"/>
                </a:srgbClr>
              </a:solidFill>
            </a:ln>
          </p:spPr>
        </p:sp>
        <p:sp>
          <p:nvSpPr>
            <p:cNvPr id="1272" name="asset_3420_4">
              <a:extLst>
                <a:ext uri="{FF2B5EF4-FFF2-40B4-BE49-F238E27FC236}">
                  <a16:creationId xmlns:a16="http://schemas.microsoft.com/office/drawing/2014/main" id="{28CC5993-3375-4176-A25F-D7B5E05BD5BD}"/>
                </a:ext>
              </a:extLst>
            </p:cNvPr>
            <p:cNvSpPr>
              <a:spLocks noGrp="1"/>
            </p:cNvSpPr>
            <p:nvPr/>
          </p:nvSpPr>
          <p:spPr>
            <a:xfrm>
              <a:off x="584640" y="3316137"/>
              <a:ext cx="202079" cy="4"/>
            </a:xfrm>
            <a:prstGeom prst="line">
              <a:avLst/>
            </a:prstGeom>
            <a:noFill/>
            <a:ln w="982">
              <a:solidFill>
                <a:srgbClr val="C9DEED">
                  <a:alpha val="33000"/>
                </a:srgbClr>
              </a:solidFill>
            </a:ln>
          </p:spPr>
        </p:sp>
        <p:sp>
          <p:nvSpPr>
            <p:cNvPr id="1273" name="asset_3420_5">
              <a:extLst>
                <a:ext uri="{FF2B5EF4-FFF2-40B4-BE49-F238E27FC236}">
                  <a16:creationId xmlns:a16="http://schemas.microsoft.com/office/drawing/2014/main" id="{31D3A39F-A4CF-4BDA-8288-68C45E4548DD}"/>
                </a:ext>
              </a:extLst>
            </p:cNvPr>
            <p:cNvSpPr>
              <a:spLocks noGrp="1"/>
            </p:cNvSpPr>
            <p:nvPr/>
          </p:nvSpPr>
          <p:spPr>
            <a:xfrm>
              <a:off x="685679" y="3275276"/>
              <a:ext cx="4" cy="163444"/>
            </a:xfrm>
            <a:prstGeom prst="line">
              <a:avLst/>
            </a:prstGeom>
            <a:noFill/>
            <a:ln w="982">
              <a:solidFill>
                <a:srgbClr val="C9DEED">
                  <a:alpha val="33000"/>
                </a:srgbClr>
              </a:solidFill>
            </a:ln>
          </p:spPr>
        </p:sp>
        <p:sp>
          <p:nvSpPr>
            <p:cNvPr id="1274" name="asset_3420_6">
              <a:extLst>
                <a:ext uri="{FF2B5EF4-FFF2-40B4-BE49-F238E27FC236}">
                  <a16:creationId xmlns:a16="http://schemas.microsoft.com/office/drawing/2014/main" id="{3339C51E-B9A4-4539-8B1C-FFAF967A8456}"/>
                </a:ext>
              </a:extLst>
            </p:cNvPr>
            <p:cNvSpPr>
              <a:spLocks noGrp="1"/>
            </p:cNvSpPr>
            <p:nvPr/>
          </p:nvSpPr>
          <p:spPr>
            <a:xfrm>
              <a:off x="584640" y="3356998"/>
              <a:ext cx="202079" cy="4"/>
            </a:xfrm>
            <a:prstGeom prst="line">
              <a:avLst/>
            </a:prstGeom>
            <a:noFill/>
            <a:ln w="982">
              <a:solidFill>
                <a:srgbClr val="C9DEED">
                  <a:alpha val="33000"/>
                </a:srgbClr>
              </a:solidFill>
            </a:ln>
          </p:spPr>
        </p:sp>
        <p:sp>
          <p:nvSpPr>
            <p:cNvPr id="1275" name="asset_3420_7">
              <a:extLst>
                <a:ext uri="{FF2B5EF4-FFF2-40B4-BE49-F238E27FC236}">
                  <a16:creationId xmlns:a16="http://schemas.microsoft.com/office/drawing/2014/main" id="{A622E2FC-2515-47C8-A782-437951FF1509}"/>
                </a:ext>
              </a:extLst>
            </p:cNvPr>
            <p:cNvSpPr>
              <a:spLocks noGrp="1"/>
            </p:cNvSpPr>
            <p:nvPr/>
          </p:nvSpPr>
          <p:spPr>
            <a:xfrm>
              <a:off x="736199" y="3275276"/>
              <a:ext cx="4" cy="163444"/>
            </a:xfrm>
            <a:prstGeom prst="line">
              <a:avLst/>
            </a:prstGeom>
            <a:noFill/>
            <a:ln w="982">
              <a:solidFill>
                <a:srgbClr val="C9DEED">
                  <a:alpha val="33000"/>
                </a:srgbClr>
              </a:solidFill>
            </a:ln>
          </p:spPr>
        </p:sp>
        <p:sp>
          <p:nvSpPr>
            <p:cNvPr id="1276" name="asset_3420_8">
              <a:extLst>
                <a:ext uri="{FF2B5EF4-FFF2-40B4-BE49-F238E27FC236}">
                  <a16:creationId xmlns:a16="http://schemas.microsoft.com/office/drawing/2014/main" id="{9F1A92B1-1413-4520-83F6-E1F4DAFBBE42}"/>
                </a:ext>
              </a:extLst>
            </p:cNvPr>
            <p:cNvSpPr>
              <a:spLocks noGrp="1"/>
            </p:cNvSpPr>
            <p:nvPr/>
          </p:nvSpPr>
          <p:spPr>
            <a:xfrm>
              <a:off x="584640" y="3397859"/>
              <a:ext cx="202079" cy="4"/>
            </a:xfrm>
            <a:prstGeom prst="line">
              <a:avLst/>
            </a:prstGeom>
            <a:noFill/>
            <a:ln w="982">
              <a:solidFill>
                <a:srgbClr val="C9DEED">
                  <a:alpha val="33000"/>
                </a:srgbClr>
              </a:solidFill>
            </a:ln>
          </p:spPr>
        </p:sp>
        <p:sp>
          <p:nvSpPr>
            <p:cNvPr id="1277" name="asset_3420_9">
              <a:extLst>
                <a:ext uri="{FF2B5EF4-FFF2-40B4-BE49-F238E27FC236}">
                  <a16:creationId xmlns:a16="http://schemas.microsoft.com/office/drawing/2014/main" id="{A5D77FA2-8E0A-4ED9-A21F-B511FA6328D1}"/>
                </a:ext>
              </a:extLst>
            </p:cNvPr>
            <p:cNvSpPr>
              <a:spLocks noGrp="1"/>
            </p:cNvSpPr>
            <p:nvPr/>
          </p:nvSpPr>
          <p:spPr>
            <a:xfrm>
              <a:off x="624086" y="3305296"/>
              <a:ext cx="98008" cy="78453"/>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8" name="asset_3420_10">
              <a:extLst>
                <a:ext uri="{FF2B5EF4-FFF2-40B4-BE49-F238E27FC236}">
                  <a16:creationId xmlns:a16="http://schemas.microsoft.com/office/drawing/2014/main" id="{469B0848-929A-4D4D-A53A-6762AE0290B3}"/>
                </a:ext>
              </a:extLst>
            </p:cNvPr>
            <p:cNvSpPr>
              <a:spLocks noGrp="1"/>
            </p:cNvSpPr>
            <p:nvPr/>
          </p:nvSpPr>
          <p:spPr>
            <a:xfrm>
              <a:off x="682891" y="3289605"/>
              <a:ext cx="74486" cy="59624"/>
            </a:xfrm>
            <a:prstGeom prst="ellipse">
              <a:avLst/>
            </a:prstGeom>
            <a:gradFill>
              <a:gsLst>
                <a:gs pos="0">
                  <a:srgbClr val="E5F0FF">
                    <a:alpha val="60500"/>
                  </a:srgbClr>
                </a:gs>
                <a:gs pos="48000">
                  <a:srgbClr val="8CB9B0">
                    <a:alpha val="66000"/>
                  </a:srgbClr>
                </a:gs>
                <a:gs pos="100000">
                  <a:srgbClr val="8CB9B0">
                    <a:alpha val="38500"/>
                  </a:srgbClr>
                </a:gs>
              </a:gsLst>
              <a:lin ang="8400000"/>
            </a:gradFill>
            <a:ln w="2100">
              <a:noFill/>
            </a:ln>
            <a:effectLst>
              <a:softEdge rad="4320"/>
            </a:effectLst>
          </p:spPr>
        </p:sp>
        <p:sp>
          <p:nvSpPr>
            <p:cNvPr id="1279" name="asset_3420_11">
              <a:extLst>
                <a:ext uri="{FF2B5EF4-FFF2-40B4-BE49-F238E27FC236}">
                  <a16:creationId xmlns:a16="http://schemas.microsoft.com/office/drawing/2014/main" id="{BDD49862-923C-4D3B-96E3-E1B8E4FBA028}"/>
                </a:ext>
              </a:extLst>
            </p:cNvPr>
            <p:cNvSpPr>
              <a:spLocks noGrp="1"/>
            </p:cNvSpPr>
            <p:nvPr/>
          </p:nvSpPr>
          <p:spPr>
            <a:xfrm>
              <a:off x="670266" y="3303139"/>
              <a:ext cx="47746" cy="3821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0" name="asset_3420_12">
              <a:extLst>
                <a:ext uri="{FF2B5EF4-FFF2-40B4-BE49-F238E27FC236}">
                  <a16:creationId xmlns:a16="http://schemas.microsoft.com/office/drawing/2014/main" id="{8128719A-0A87-46F5-BC80-396B7B81430E}"/>
                </a:ext>
              </a:extLst>
            </p:cNvPr>
            <p:cNvSpPr>
              <a:spLocks noGrp="1"/>
            </p:cNvSpPr>
            <p:nvPr/>
          </p:nvSpPr>
          <p:spPr>
            <a:xfrm>
              <a:off x="711451" y="3294014"/>
              <a:ext cx="37849" cy="3029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1" name="asset_3420_13">
              <a:extLst>
                <a:ext uri="{FF2B5EF4-FFF2-40B4-BE49-F238E27FC236}">
                  <a16:creationId xmlns:a16="http://schemas.microsoft.com/office/drawing/2014/main" id="{364C07F5-9466-4B00-8015-B571515F4691}"/>
                </a:ext>
              </a:extLst>
            </p:cNvPr>
            <p:cNvSpPr>
              <a:spLocks noGrp="1"/>
            </p:cNvSpPr>
            <p:nvPr/>
          </p:nvSpPr>
          <p:spPr>
            <a:xfrm>
              <a:off x="672118" y="3323666"/>
              <a:ext cx="30799" cy="2465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2" name="asset_3420_14">
              <a:extLst>
                <a:ext uri="{FF2B5EF4-FFF2-40B4-BE49-F238E27FC236}">
                  <a16:creationId xmlns:a16="http://schemas.microsoft.com/office/drawing/2014/main" id="{82D8FE83-A19F-4B3F-8FAD-F4098D8DBD66}"/>
                </a:ext>
              </a:extLst>
            </p:cNvPr>
            <p:cNvSpPr>
              <a:spLocks noGrp="1"/>
            </p:cNvSpPr>
            <p:nvPr/>
          </p:nvSpPr>
          <p:spPr>
            <a:xfrm>
              <a:off x="720590" y="3310972"/>
              <a:ext cx="43510" cy="348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3" name="asset_3420_15">
              <a:extLst>
                <a:ext uri="{FF2B5EF4-FFF2-40B4-BE49-F238E27FC236}">
                  <a16:creationId xmlns:a16="http://schemas.microsoft.com/office/drawing/2014/main" id="{E82D0C1E-6666-4130-A74E-85C7DF4797E9}"/>
                </a:ext>
              </a:extLst>
            </p:cNvPr>
            <p:cNvSpPr>
              <a:spLocks noGrp="1"/>
            </p:cNvSpPr>
            <p:nvPr/>
          </p:nvSpPr>
          <p:spPr>
            <a:xfrm>
              <a:off x="624742" y="3333552"/>
              <a:ext cx="37669" cy="3015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4" name="asset_3420_16">
              <a:extLst>
                <a:ext uri="{FF2B5EF4-FFF2-40B4-BE49-F238E27FC236}">
                  <a16:creationId xmlns:a16="http://schemas.microsoft.com/office/drawing/2014/main" id="{92D2CC00-B323-4F14-8D9D-E84CF45C8778}"/>
                </a:ext>
              </a:extLst>
            </p:cNvPr>
            <p:cNvSpPr>
              <a:spLocks noGrp="1"/>
            </p:cNvSpPr>
            <p:nvPr/>
          </p:nvSpPr>
          <p:spPr>
            <a:xfrm>
              <a:off x="715448" y="3289209"/>
              <a:ext cx="37688" cy="301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5" name="asset_3420_17">
              <a:extLst>
                <a:ext uri="{FF2B5EF4-FFF2-40B4-BE49-F238E27FC236}">
                  <a16:creationId xmlns:a16="http://schemas.microsoft.com/office/drawing/2014/main" id="{CD22A31E-3673-4F4D-B295-08C6AA3BC0D8}"/>
                </a:ext>
              </a:extLst>
            </p:cNvPr>
            <p:cNvSpPr>
              <a:spLocks noGrp="1"/>
            </p:cNvSpPr>
            <p:nvPr/>
          </p:nvSpPr>
          <p:spPr>
            <a:xfrm>
              <a:off x="646162" y="3350828"/>
              <a:ext cx="46763" cy="374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6" name="asset_3420_18">
              <a:extLst>
                <a:ext uri="{FF2B5EF4-FFF2-40B4-BE49-F238E27FC236}">
                  <a16:creationId xmlns:a16="http://schemas.microsoft.com/office/drawing/2014/main" id="{AD31653D-C011-4EC8-AF16-F64BF67D39D7}"/>
                </a:ext>
              </a:extLst>
            </p:cNvPr>
            <p:cNvSpPr>
              <a:spLocks noGrp="1"/>
            </p:cNvSpPr>
            <p:nvPr/>
          </p:nvSpPr>
          <p:spPr>
            <a:xfrm>
              <a:off x="702343" y="3308266"/>
              <a:ext cx="49843" cy="3989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7" name="asset_3420_19">
              <a:extLst>
                <a:ext uri="{FF2B5EF4-FFF2-40B4-BE49-F238E27FC236}">
                  <a16:creationId xmlns:a16="http://schemas.microsoft.com/office/drawing/2014/main" id="{EFC97D9B-EF35-4C56-94C1-A9B8EC1D2EDF}"/>
                </a:ext>
              </a:extLst>
            </p:cNvPr>
            <p:cNvSpPr>
              <a:spLocks noGrp="1"/>
            </p:cNvSpPr>
            <p:nvPr/>
          </p:nvSpPr>
          <p:spPr>
            <a:xfrm>
              <a:off x="652039" y="3320722"/>
              <a:ext cx="44389" cy="3553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8" name="asset_3420_20">
              <a:extLst>
                <a:ext uri="{FF2B5EF4-FFF2-40B4-BE49-F238E27FC236}">
                  <a16:creationId xmlns:a16="http://schemas.microsoft.com/office/drawing/2014/main" id="{292EF993-93E7-4CF4-AB76-C89BB24D69E4}"/>
                </a:ext>
              </a:extLst>
            </p:cNvPr>
            <p:cNvSpPr>
              <a:spLocks noGrp="1"/>
            </p:cNvSpPr>
            <p:nvPr/>
          </p:nvSpPr>
          <p:spPr>
            <a:xfrm>
              <a:off x="679298" y="3310384"/>
              <a:ext cx="31594" cy="252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89" name="asset_3420_21">
              <a:extLst>
                <a:ext uri="{FF2B5EF4-FFF2-40B4-BE49-F238E27FC236}">
                  <a16:creationId xmlns:a16="http://schemas.microsoft.com/office/drawing/2014/main" id="{6C332C1B-6308-4B21-BB7D-E7ED4BB8F9B4}"/>
                </a:ext>
              </a:extLst>
            </p:cNvPr>
            <p:cNvSpPr>
              <a:spLocks noGrp="1"/>
            </p:cNvSpPr>
            <p:nvPr/>
          </p:nvSpPr>
          <p:spPr>
            <a:xfrm>
              <a:off x="685995" y="3319433"/>
              <a:ext cx="42444" cy="3397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0" name="asset_3420_22">
              <a:extLst>
                <a:ext uri="{FF2B5EF4-FFF2-40B4-BE49-F238E27FC236}">
                  <a16:creationId xmlns:a16="http://schemas.microsoft.com/office/drawing/2014/main" id="{28F705BA-13F4-4BE9-A9A5-ADAE622662E7}"/>
                </a:ext>
              </a:extLst>
            </p:cNvPr>
            <p:cNvSpPr>
              <a:spLocks noGrp="1"/>
            </p:cNvSpPr>
            <p:nvPr/>
          </p:nvSpPr>
          <p:spPr>
            <a:xfrm>
              <a:off x="690038" y="3284972"/>
              <a:ext cx="35409" cy="2834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1" name="asset_3420_23">
              <a:extLst>
                <a:ext uri="{FF2B5EF4-FFF2-40B4-BE49-F238E27FC236}">
                  <a16:creationId xmlns:a16="http://schemas.microsoft.com/office/drawing/2014/main" id="{68A75A15-8FE0-470E-89B4-1EAB27B330BC}"/>
                </a:ext>
              </a:extLst>
            </p:cNvPr>
            <p:cNvSpPr>
              <a:spLocks noGrp="1"/>
            </p:cNvSpPr>
            <p:nvPr/>
          </p:nvSpPr>
          <p:spPr>
            <a:xfrm>
              <a:off x="666699" y="3337181"/>
              <a:ext cx="49507" cy="39629"/>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2" name="asset_3420_24">
              <a:extLst>
                <a:ext uri="{FF2B5EF4-FFF2-40B4-BE49-F238E27FC236}">
                  <a16:creationId xmlns:a16="http://schemas.microsoft.com/office/drawing/2014/main" id="{D00B1058-A9EE-4901-A6BA-D72BE4BA4A29}"/>
                </a:ext>
              </a:extLst>
            </p:cNvPr>
            <p:cNvSpPr>
              <a:spLocks noGrp="1"/>
            </p:cNvSpPr>
            <p:nvPr/>
          </p:nvSpPr>
          <p:spPr>
            <a:xfrm>
              <a:off x="682973" y="3309820"/>
              <a:ext cx="35630" cy="2852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3" name="asset_3420_25">
              <a:extLst>
                <a:ext uri="{FF2B5EF4-FFF2-40B4-BE49-F238E27FC236}">
                  <a16:creationId xmlns:a16="http://schemas.microsoft.com/office/drawing/2014/main" id="{9053C6CF-8909-41E0-AA21-F8F6E1D3BDD9}"/>
                </a:ext>
              </a:extLst>
            </p:cNvPr>
            <p:cNvSpPr>
              <a:spLocks noGrp="1"/>
            </p:cNvSpPr>
            <p:nvPr/>
          </p:nvSpPr>
          <p:spPr>
            <a:xfrm>
              <a:off x="653113" y="3330235"/>
              <a:ext cx="45929" cy="3676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4" name="asset_3420_26">
              <a:extLst>
                <a:ext uri="{FF2B5EF4-FFF2-40B4-BE49-F238E27FC236}">
                  <a16:creationId xmlns:a16="http://schemas.microsoft.com/office/drawing/2014/main" id="{33BC6A56-1C0E-440F-8735-08C35531BE28}"/>
                </a:ext>
              </a:extLst>
            </p:cNvPr>
            <p:cNvSpPr>
              <a:spLocks noGrp="1"/>
            </p:cNvSpPr>
            <p:nvPr/>
          </p:nvSpPr>
          <p:spPr>
            <a:xfrm>
              <a:off x="696444" y="3297262"/>
              <a:ext cx="36326" cy="2907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5" name="asset_3420_27">
              <a:extLst>
                <a:ext uri="{FF2B5EF4-FFF2-40B4-BE49-F238E27FC236}">
                  <a16:creationId xmlns:a16="http://schemas.microsoft.com/office/drawing/2014/main" id="{D29C1E14-CFAA-4263-8DFC-B8FE8BE039D7}"/>
                </a:ext>
              </a:extLst>
            </p:cNvPr>
            <p:cNvSpPr>
              <a:spLocks noGrp="1"/>
            </p:cNvSpPr>
            <p:nvPr/>
          </p:nvSpPr>
          <p:spPr>
            <a:xfrm>
              <a:off x="639530" y="3342615"/>
              <a:ext cx="41193" cy="3297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6" name="asset_3420_28">
              <a:extLst>
                <a:ext uri="{FF2B5EF4-FFF2-40B4-BE49-F238E27FC236}">
                  <a16:creationId xmlns:a16="http://schemas.microsoft.com/office/drawing/2014/main" id="{1D38E4FE-6C39-4C42-9B5B-EF389B4C7A82}"/>
                </a:ext>
              </a:extLst>
            </p:cNvPr>
            <p:cNvSpPr>
              <a:spLocks noGrp="1"/>
            </p:cNvSpPr>
            <p:nvPr/>
          </p:nvSpPr>
          <p:spPr>
            <a:xfrm>
              <a:off x="705748" y="3306110"/>
              <a:ext cx="48165" cy="3855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7" name="asset_3420_29">
              <a:extLst>
                <a:ext uri="{FF2B5EF4-FFF2-40B4-BE49-F238E27FC236}">
                  <a16:creationId xmlns:a16="http://schemas.microsoft.com/office/drawing/2014/main" id="{9D84099E-BBCE-4E17-A85A-E9C333DCA9A0}"/>
                </a:ext>
              </a:extLst>
            </p:cNvPr>
            <p:cNvSpPr>
              <a:spLocks noGrp="1"/>
            </p:cNvSpPr>
            <p:nvPr/>
          </p:nvSpPr>
          <p:spPr>
            <a:xfrm>
              <a:off x="650868" y="3310880"/>
              <a:ext cx="37770" cy="30234"/>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8" name="asset_3420_30">
              <a:extLst>
                <a:ext uri="{FF2B5EF4-FFF2-40B4-BE49-F238E27FC236}">
                  <a16:creationId xmlns:a16="http://schemas.microsoft.com/office/drawing/2014/main" id="{C05C4DFD-984F-41D0-96A6-7DB3E3F7D03A}"/>
                </a:ext>
              </a:extLst>
            </p:cNvPr>
            <p:cNvSpPr>
              <a:spLocks noGrp="1"/>
            </p:cNvSpPr>
            <p:nvPr/>
          </p:nvSpPr>
          <p:spPr>
            <a:xfrm>
              <a:off x="711827" y="3300475"/>
              <a:ext cx="41716" cy="3339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299" name="asset_3420_31">
              <a:extLst>
                <a:ext uri="{FF2B5EF4-FFF2-40B4-BE49-F238E27FC236}">
                  <a16:creationId xmlns:a16="http://schemas.microsoft.com/office/drawing/2014/main" id="{0E314579-CD89-46E7-ACDC-A9CB434A8A7C}"/>
                </a:ext>
              </a:extLst>
            </p:cNvPr>
            <p:cNvSpPr>
              <a:spLocks noGrp="1"/>
            </p:cNvSpPr>
            <p:nvPr/>
          </p:nvSpPr>
          <p:spPr>
            <a:xfrm>
              <a:off x="644549" y="3299489"/>
              <a:ext cx="44112" cy="3531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0" name="asset_3420_32">
              <a:extLst>
                <a:ext uri="{FF2B5EF4-FFF2-40B4-BE49-F238E27FC236}">
                  <a16:creationId xmlns:a16="http://schemas.microsoft.com/office/drawing/2014/main" id="{3D1B9B2F-0606-49D7-96AA-D51CC90AAF94}"/>
                </a:ext>
              </a:extLst>
            </p:cNvPr>
            <p:cNvSpPr>
              <a:spLocks noGrp="1"/>
            </p:cNvSpPr>
            <p:nvPr/>
          </p:nvSpPr>
          <p:spPr>
            <a:xfrm>
              <a:off x="724933" y="3301907"/>
              <a:ext cx="40658" cy="3254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1" name="asset_3420_33">
              <a:extLst>
                <a:ext uri="{FF2B5EF4-FFF2-40B4-BE49-F238E27FC236}">
                  <a16:creationId xmlns:a16="http://schemas.microsoft.com/office/drawing/2014/main" id="{69069EC4-8F17-4406-9D89-684D38FC5683}"/>
                </a:ext>
              </a:extLst>
            </p:cNvPr>
            <p:cNvSpPr>
              <a:spLocks noGrp="1"/>
            </p:cNvSpPr>
            <p:nvPr/>
          </p:nvSpPr>
          <p:spPr>
            <a:xfrm>
              <a:off x="650852" y="3354191"/>
              <a:ext cx="36781" cy="29442"/>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2" name="asset_3420_34">
              <a:extLst>
                <a:ext uri="{FF2B5EF4-FFF2-40B4-BE49-F238E27FC236}">
                  <a16:creationId xmlns:a16="http://schemas.microsoft.com/office/drawing/2014/main" id="{F5D5CB78-1525-4CEB-B504-66828D797D97}"/>
                </a:ext>
              </a:extLst>
            </p:cNvPr>
            <p:cNvSpPr>
              <a:spLocks noGrp="1"/>
            </p:cNvSpPr>
            <p:nvPr/>
          </p:nvSpPr>
          <p:spPr>
            <a:xfrm>
              <a:off x="692643" y="3302842"/>
              <a:ext cx="36191" cy="2897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3" name="asset_3420_35">
              <a:extLst>
                <a:ext uri="{FF2B5EF4-FFF2-40B4-BE49-F238E27FC236}">
                  <a16:creationId xmlns:a16="http://schemas.microsoft.com/office/drawing/2014/main" id="{9C90E2D4-8546-4558-879E-0C4386923A0B}"/>
                </a:ext>
              </a:extLst>
            </p:cNvPr>
            <p:cNvSpPr>
              <a:spLocks noGrp="1"/>
            </p:cNvSpPr>
            <p:nvPr/>
          </p:nvSpPr>
          <p:spPr>
            <a:xfrm>
              <a:off x="640852" y="3347251"/>
              <a:ext cx="33861" cy="2710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4" name="asset_3420_36">
              <a:extLst>
                <a:ext uri="{FF2B5EF4-FFF2-40B4-BE49-F238E27FC236}">
                  <a16:creationId xmlns:a16="http://schemas.microsoft.com/office/drawing/2014/main" id="{690F6F74-8736-412C-8FDE-A011EB6EE271}"/>
                </a:ext>
              </a:extLst>
            </p:cNvPr>
            <p:cNvSpPr>
              <a:spLocks noGrp="1"/>
            </p:cNvSpPr>
            <p:nvPr/>
          </p:nvSpPr>
          <p:spPr>
            <a:xfrm>
              <a:off x="693936" y="3311614"/>
              <a:ext cx="43306" cy="346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5" name="asset_3420_37">
              <a:extLst>
                <a:ext uri="{FF2B5EF4-FFF2-40B4-BE49-F238E27FC236}">
                  <a16:creationId xmlns:a16="http://schemas.microsoft.com/office/drawing/2014/main" id="{7616FEB5-82B9-40B4-883D-BACA837932F5}"/>
                </a:ext>
              </a:extLst>
            </p:cNvPr>
            <p:cNvSpPr>
              <a:spLocks noGrp="1"/>
            </p:cNvSpPr>
            <p:nvPr/>
          </p:nvSpPr>
          <p:spPr>
            <a:xfrm>
              <a:off x="644536" y="3349974"/>
              <a:ext cx="28278" cy="2263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6" name="asset_3420_38">
              <a:extLst>
                <a:ext uri="{FF2B5EF4-FFF2-40B4-BE49-F238E27FC236}">
                  <a16:creationId xmlns:a16="http://schemas.microsoft.com/office/drawing/2014/main" id="{31083F90-1B11-45E3-B3F2-047BA9864F6C}"/>
                </a:ext>
              </a:extLst>
            </p:cNvPr>
            <p:cNvSpPr>
              <a:spLocks noGrp="1"/>
            </p:cNvSpPr>
            <p:nvPr/>
          </p:nvSpPr>
          <p:spPr>
            <a:xfrm>
              <a:off x="705840" y="3319145"/>
              <a:ext cx="29686" cy="23763"/>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7" name="asset_3420_39">
              <a:extLst>
                <a:ext uri="{FF2B5EF4-FFF2-40B4-BE49-F238E27FC236}">
                  <a16:creationId xmlns:a16="http://schemas.microsoft.com/office/drawing/2014/main" id="{E065BC61-296B-45CD-B80F-CEE25FF47D9A}"/>
                </a:ext>
              </a:extLst>
            </p:cNvPr>
            <p:cNvSpPr>
              <a:spLocks noGrp="1"/>
            </p:cNvSpPr>
            <p:nvPr/>
          </p:nvSpPr>
          <p:spPr>
            <a:xfrm>
              <a:off x="645822" y="3341687"/>
              <a:ext cx="47244" cy="3781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8" name="asset_3420_40">
              <a:extLst>
                <a:ext uri="{FF2B5EF4-FFF2-40B4-BE49-F238E27FC236}">
                  <a16:creationId xmlns:a16="http://schemas.microsoft.com/office/drawing/2014/main" id="{12E2975B-BAB3-43A6-9EF7-A7626BADD215}"/>
                </a:ext>
              </a:extLst>
            </p:cNvPr>
            <p:cNvSpPr>
              <a:spLocks noGrp="1"/>
            </p:cNvSpPr>
            <p:nvPr/>
          </p:nvSpPr>
          <p:spPr>
            <a:xfrm>
              <a:off x="720381" y="3301274"/>
              <a:ext cx="41422" cy="33157"/>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09" name="asset_3420_41">
              <a:extLst>
                <a:ext uri="{FF2B5EF4-FFF2-40B4-BE49-F238E27FC236}">
                  <a16:creationId xmlns:a16="http://schemas.microsoft.com/office/drawing/2014/main" id="{E19CABB6-ED67-472A-91EB-F1ABAD22D19C}"/>
                </a:ext>
              </a:extLst>
            </p:cNvPr>
            <p:cNvSpPr>
              <a:spLocks noGrp="1"/>
            </p:cNvSpPr>
            <p:nvPr/>
          </p:nvSpPr>
          <p:spPr>
            <a:xfrm>
              <a:off x="636944" y="3328503"/>
              <a:ext cx="48996" cy="3922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0" name="asset_3420_42">
              <a:extLst>
                <a:ext uri="{FF2B5EF4-FFF2-40B4-BE49-F238E27FC236}">
                  <a16:creationId xmlns:a16="http://schemas.microsoft.com/office/drawing/2014/main" id="{1906A64D-2121-46AC-A25A-38889678E41E}"/>
                </a:ext>
              </a:extLst>
            </p:cNvPr>
            <p:cNvSpPr>
              <a:spLocks noGrp="1"/>
            </p:cNvSpPr>
            <p:nvPr/>
          </p:nvSpPr>
          <p:spPr>
            <a:xfrm>
              <a:off x="692669" y="3297447"/>
              <a:ext cx="40452" cy="32381"/>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1" name="asset_3420_43">
              <a:extLst>
                <a:ext uri="{FF2B5EF4-FFF2-40B4-BE49-F238E27FC236}">
                  <a16:creationId xmlns:a16="http://schemas.microsoft.com/office/drawing/2014/main" id="{0FB0525E-786A-45F9-B471-0F54DE92F0FF}"/>
                </a:ext>
              </a:extLst>
            </p:cNvPr>
            <p:cNvSpPr>
              <a:spLocks noGrp="1"/>
            </p:cNvSpPr>
            <p:nvPr/>
          </p:nvSpPr>
          <p:spPr>
            <a:xfrm>
              <a:off x="688808" y="3344319"/>
              <a:ext cx="29315" cy="234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2" name="asset_3420_44">
              <a:extLst>
                <a:ext uri="{FF2B5EF4-FFF2-40B4-BE49-F238E27FC236}">
                  <a16:creationId xmlns:a16="http://schemas.microsoft.com/office/drawing/2014/main" id="{5A20BBEF-FC1F-4FAF-AFCE-8C4720AAE698}"/>
                </a:ext>
              </a:extLst>
            </p:cNvPr>
            <p:cNvSpPr>
              <a:spLocks noGrp="1"/>
            </p:cNvSpPr>
            <p:nvPr/>
          </p:nvSpPr>
          <p:spPr>
            <a:xfrm>
              <a:off x="706023" y="3290714"/>
              <a:ext cx="39437" cy="31568"/>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3" name="asset_3420_45">
              <a:extLst>
                <a:ext uri="{FF2B5EF4-FFF2-40B4-BE49-F238E27FC236}">
                  <a16:creationId xmlns:a16="http://schemas.microsoft.com/office/drawing/2014/main" id="{781A6E54-69BD-40FE-9502-0A30CA2F6117}"/>
                </a:ext>
              </a:extLst>
            </p:cNvPr>
            <p:cNvSpPr>
              <a:spLocks noGrp="1"/>
            </p:cNvSpPr>
            <p:nvPr/>
          </p:nvSpPr>
          <p:spPr>
            <a:xfrm>
              <a:off x="675510" y="3347917"/>
              <a:ext cx="43155" cy="34545"/>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4" name="asset_3420_46">
              <a:extLst>
                <a:ext uri="{FF2B5EF4-FFF2-40B4-BE49-F238E27FC236}">
                  <a16:creationId xmlns:a16="http://schemas.microsoft.com/office/drawing/2014/main" id="{E79C1EB1-D632-46A1-8CAD-4515F2C584AF}"/>
                </a:ext>
              </a:extLst>
            </p:cNvPr>
            <p:cNvSpPr>
              <a:spLocks noGrp="1"/>
            </p:cNvSpPr>
            <p:nvPr/>
          </p:nvSpPr>
          <p:spPr>
            <a:xfrm>
              <a:off x="704669" y="3281389"/>
              <a:ext cx="49958" cy="3999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5" name="asset_3420_47">
              <a:extLst>
                <a:ext uri="{FF2B5EF4-FFF2-40B4-BE49-F238E27FC236}">
                  <a16:creationId xmlns:a16="http://schemas.microsoft.com/office/drawing/2014/main" id="{46421164-8CA8-4E3E-BE64-257D370CD573}"/>
                </a:ext>
              </a:extLst>
            </p:cNvPr>
            <p:cNvSpPr>
              <a:spLocks noGrp="1"/>
            </p:cNvSpPr>
            <p:nvPr/>
          </p:nvSpPr>
          <p:spPr>
            <a:xfrm>
              <a:off x="624570" y="3333124"/>
              <a:ext cx="46055" cy="36866"/>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6" name="asset_3420_48">
              <a:extLst>
                <a:ext uri="{FF2B5EF4-FFF2-40B4-BE49-F238E27FC236}">
                  <a16:creationId xmlns:a16="http://schemas.microsoft.com/office/drawing/2014/main" id="{BC1BB576-D4CA-4CCC-8E60-69AE59B61D64}"/>
                </a:ext>
              </a:extLst>
            </p:cNvPr>
            <p:cNvSpPr>
              <a:spLocks noGrp="1"/>
            </p:cNvSpPr>
            <p:nvPr/>
          </p:nvSpPr>
          <p:spPr>
            <a:xfrm>
              <a:off x="716832" y="3311717"/>
              <a:ext cx="43699" cy="34980"/>
            </a:xfrm>
            <a:prstGeom prst="ellipse">
              <a:avLst/>
            </a:prstGeom>
            <a:gradFill>
              <a:gsLst>
                <a:gs pos="0">
                  <a:srgbClr val="DCEAFF">
                    <a:alpha val="69300"/>
                  </a:srgbClr>
                </a:gs>
                <a:gs pos="52000">
                  <a:srgbClr val="8CB9B0">
                    <a:alpha val="80300"/>
                  </a:srgbClr>
                </a:gs>
                <a:gs pos="100000">
                  <a:srgbClr val="8CB9B0">
                    <a:alpha val="46200"/>
                  </a:srgbClr>
                </a:gs>
              </a:gsLst>
              <a:lin ang="7500000"/>
            </a:gradFill>
            <a:ln w="2100">
              <a:noFill/>
            </a:ln>
            <a:effectLst>
              <a:softEdge rad="4320"/>
            </a:effectLst>
          </p:spPr>
        </p:sp>
        <p:sp>
          <p:nvSpPr>
            <p:cNvPr id="1317" name="asset_3420_49">
              <a:extLst>
                <a:ext uri="{FF2B5EF4-FFF2-40B4-BE49-F238E27FC236}">
                  <a16:creationId xmlns:a16="http://schemas.microsoft.com/office/drawing/2014/main" id="{351617DE-CD9B-45AA-BBFB-A6A70ABD89A9}"/>
                </a:ext>
              </a:extLst>
            </p:cNvPr>
            <p:cNvSpPr>
              <a:spLocks noGrp="1"/>
            </p:cNvSpPr>
            <p:nvPr/>
          </p:nvSpPr>
          <p:spPr>
            <a:xfrm>
              <a:off x="584640" y="3275276"/>
              <a:ext cx="202079" cy="163444"/>
            </a:xfrm>
            <a:custGeom>
              <a:avLst/>
              <a:gdLst/>
              <a:ahLst/>
              <a:cxnLst/>
              <a:rect l="0" t="0" r="0" b="0"/>
              <a:pathLst>
                <a:path w="202079" h="163444">
                  <a:moveTo>
                    <a:pt x="0" y="0"/>
                  </a:moveTo>
                  <a:lnTo>
                    <a:pt x="202079" y="0"/>
                  </a:lnTo>
                  <a:lnTo>
                    <a:pt x="202079" y="163444"/>
                  </a:lnTo>
                  <a:lnTo>
                    <a:pt x="0" y="163444"/>
                  </a:lnTo>
                  <a:close/>
                </a:path>
              </a:pathLst>
            </a:custGeom>
            <a:noFill/>
            <a:ln w="2100">
              <a:solidFill>
                <a:srgbClr val="8AB3D9"/>
              </a:solidFill>
            </a:ln>
          </p:spPr>
        </p:sp>
      </p:grpSp>
      <p:pic>
        <p:nvPicPr>
          <p:cNvPr id="1318" name="a | 56-channel tensor stack" descr="Synthetic voxel-grid density schematic">
            <a:extLst>
              <a:ext uri="{FF2B5EF4-FFF2-40B4-BE49-F238E27FC236}">
                <a16:creationId xmlns:a16="http://schemas.microsoft.com/office/drawing/2014/main" id="{7287F061-8D15-65D6-4058-DB8AC064F98A}"/>
              </a:ext>
            </a:extLst>
          </p:cNvPr>
          <p:cNvPicPr>
            <a:picLocks noChangeAspect="1"/>
          </p:cNvPicPr>
          <p:nvPr/>
        </p:nvPicPr>
        <p:blipFill>
          <a:blip r:embed="rId10"/>
          <a:stretch/>
        </p:blipFill>
        <p:spPr>
          <a:xfrm>
            <a:off x="1546335" y="2762108"/>
            <a:ext cx="343801" cy="237886"/>
          </a:xfrm>
          <a:prstGeom prst="rect">
            <a:avLst/>
          </a:prstGeom>
        </p:spPr>
      </p:pic>
      <p:grpSp>
        <p:nvGrpSpPr>
          <p:cNvPr id="1319" name="a | receptor atom cloud">
            <a:extLst>
              <a:ext uri="{FF2B5EF4-FFF2-40B4-BE49-F238E27FC236}">
                <a16:creationId xmlns:a16="http://schemas.microsoft.com/office/drawing/2014/main" id="{F74A3FCC-BD72-26D1-B6AE-B9FEF9BC2A6B}"/>
              </a:ext>
            </a:extLst>
          </p:cNvPr>
          <p:cNvGrpSpPr/>
          <p:nvPr/>
        </p:nvGrpSpPr>
        <p:grpSpPr>
          <a:xfrm>
            <a:off x="1480189" y="3442117"/>
            <a:ext cx="164024" cy="174466"/>
            <a:chOff x="169875" y="4807960"/>
            <a:chExt cx="229109" cy="243694"/>
          </a:xfrm>
        </p:grpSpPr>
        <p:sp>
          <p:nvSpPr>
            <p:cNvPr id="1320" name="asset_3422_0">
              <a:extLst>
                <a:ext uri="{FF2B5EF4-FFF2-40B4-BE49-F238E27FC236}">
                  <a16:creationId xmlns:a16="http://schemas.microsoft.com/office/drawing/2014/main" id="{ACF2FD45-5812-759F-5A96-387C77A814BB}"/>
                </a:ext>
              </a:extLst>
            </p:cNvPr>
            <p:cNvSpPr>
              <a:spLocks noGrp="1"/>
            </p:cNvSpPr>
            <p:nvPr/>
          </p:nvSpPr>
          <p:spPr>
            <a:xfrm>
              <a:off x="231052" y="4952240"/>
              <a:ext cx="50740" cy="50740"/>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21" name="asset_3422_1">
              <a:extLst>
                <a:ext uri="{FF2B5EF4-FFF2-40B4-BE49-F238E27FC236}">
                  <a16:creationId xmlns:a16="http://schemas.microsoft.com/office/drawing/2014/main" id="{55079865-42D3-C677-C2BF-1713FCCC1437}"/>
                </a:ext>
              </a:extLst>
            </p:cNvPr>
            <p:cNvSpPr>
              <a:spLocks noGrp="1"/>
            </p:cNvSpPr>
            <p:nvPr/>
          </p:nvSpPr>
          <p:spPr>
            <a:xfrm>
              <a:off x="241961" y="4961881"/>
              <a:ext cx="16490" cy="9641"/>
            </a:xfrm>
            <a:prstGeom prst="ellipse">
              <a:avLst/>
            </a:prstGeom>
            <a:gradFill>
              <a:gsLst>
                <a:gs pos="0">
                  <a:srgbClr val="FFFFFF">
                    <a:alpha val="65000"/>
                  </a:srgbClr>
                </a:gs>
                <a:gs pos="100000">
                  <a:srgbClr val="FFFFFF">
                    <a:alpha val="0"/>
                  </a:srgbClr>
                </a:gs>
              </a:gsLst>
              <a:lin ang="5400000"/>
            </a:gradFill>
            <a:ln w="3600">
              <a:noFill/>
            </a:ln>
          </p:spPr>
        </p:sp>
        <p:sp>
          <p:nvSpPr>
            <p:cNvPr id="1322" name="asset_3422_2">
              <a:extLst>
                <a:ext uri="{FF2B5EF4-FFF2-40B4-BE49-F238E27FC236}">
                  <a16:creationId xmlns:a16="http://schemas.microsoft.com/office/drawing/2014/main" id="{7171C0AD-7D89-E1AD-C713-AEF7B9481C73}"/>
                </a:ext>
              </a:extLst>
            </p:cNvPr>
            <p:cNvSpPr>
              <a:spLocks noGrp="1"/>
            </p:cNvSpPr>
            <p:nvPr/>
          </p:nvSpPr>
          <p:spPr>
            <a:xfrm>
              <a:off x="257492" y="4890552"/>
              <a:ext cx="45016" cy="4501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3" name="asset_3422_3">
              <a:extLst>
                <a:ext uri="{FF2B5EF4-FFF2-40B4-BE49-F238E27FC236}">
                  <a16:creationId xmlns:a16="http://schemas.microsoft.com/office/drawing/2014/main" id="{8E5F53DA-EBD1-CB8F-E41F-F6FD7C9405F3}"/>
                </a:ext>
              </a:extLst>
            </p:cNvPr>
            <p:cNvSpPr>
              <a:spLocks noGrp="1"/>
            </p:cNvSpPr>
            <p:nvPr/>
          </p:nvSpPr>
          <p:spPr>
            <a:xfrm>
              <a:off x="267171" y="4899105"/>
              <a:ext cx="14630" cy="8553"/>
            </a:xfrm>
            <a:prstGeom prst="ellipse">
              <a:avLst/>
            </a:prstGeom>
            <a:gradFill>
              <a:gsLst>
                <a:gs pos="0">
                  <a:srgbClr val="FFFFFF">
                    <a:alpha val="65000"/>
                  </a:srgbClr>
                </a:gs>
                <a:gs pos="100000">
                  <a:srgbClr val="FFFFFF">
                    <a:alpha val="0"/>
                  </a:srgbClr>
                </a:gs>
              </a:gsLst>
              <a:lin ang="5400000"/>
            </a:gradFill>
            <a:ln w="3600">
              <a:noFill/>
            </a:ln>
          </p:spPr>
        </p:sp>
        <p:sp>
          <p:nvSpPr>
            <p:cNvPr id="1324" name="asset_3422_4">
              <a:extLst>
                <a:ext uri="{FF2B5EF4-FFF2-40B4-BE49-F238E27FC236}">
                  <a16:creationId xmlns:a16="http://schemas.microsoft.com/office/drawing/2014/main" id="{6E3017C2-1F82-0DEC-BA19-262A2880D659}"/>
                </a:ext>
              </a:extLst>
            </p:cNvPr>
            <p:cNvSpPr>
              <a:spLocks noGrp="1"/>
            </p:cNvSpPr>
            <p:nvPr/>
          </p:nvSpPr>
          <p:spPr>
            <a:xfrm>
              <a:off x="341683" y="4917382"/>
              <a:ext cx="49251" cy="4925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5" name="asset_3422_5">
              <a:extLst>
                <a:ext uri="{FF2B5EF4-FFF2-40B4-BE49-F238E27FC236}">
                  <a16:creationId xmlns:a16="http://schemas.microsoft.com/office/drawing/2014/main" id="{AD0B7A36-4B45-D76D-5300-517F0705ED41}"/>
                </a:ext>
              </a:extLst>
            </p:cNvPr>
            <p:cNvSpPr>
              <a:spLocks noGrp="1"/>
            </p:cNvSpPr>
            <p:nvPr/>
          </p:nvSpPr>
          <p:spPr>
            <a:xfrm>
              <a:off x="352272" y="4926740"/>
              <a:ext cx="16007" cy="9358"/>
            </a:xfrm>
            <a:prstGeom prst="ellipse">
              <a:avLst/>
            </a:prstGeom>
            <a:gradFill>
              <a:gsLst>
                <a:gs pos="0">
                  <a:srgbClr val="FFFFFF">
                    <a:alpha val="65000"/>
                  </a:srgbClr>
                </a:gs>
                <a:gs pos="100000">
                  <a:srgbClr val="FFFFFF">
                    <a:alpha val="0"/>
                  </a:srgbClr>
                </a:gs>
              </a:gsLst>
              <a:lin ang="5400000"/>
            </a:gradFill>
            <a:ln w="3600">
              <a:noFill/>
            </a:ln>
          </p:spPr>
        </p:sp>
        <p:sp>
          <p:nvSpPr>
            <p:cNvPr id="1326" name="asset_3422_6">
              <a:extLst>
                <a:ext uri="{FF2B5EF4-FFF2-40B4-BE49-F238E27FC236}">
                  <a16:creationId xmlns:a16="http://schemas.microsoft.com/office/drawing/2014/main" id="{4C4F4414-17C2-BBB3-9157-86F02F10A4A9}"/>
                </a:ext>
              </a:extLst>
            </p:cNvPr>
            <p:cNvSpPr>
              <a:spLocks noGrp="1"/>
            </p:cNvSpPr>
            <p:nvPr/>
          </p:nvSpPr>
          <p:spPr>
            <a:xfrm>
              <a:off x="271855" y="4975772"/>
              <a:ext cx="36195" cy="3619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7" name="asset_3422_7">
              <a:extLst>
                <a:ext uri="{FF2B5EF4-FFF2-40B4-BE49-F238E27FC236}">
                  <a16:creationId xmlns:a16="http://schemas.microsoft.com/office/drawing/2014/main" id="{1956429C-A303-4B13-0AED-D3A467174BFF}"/>
                </a:ext>
              </a:extLst>
            </p:cNvPr>
            <p:cNvSpPr>
              <a:spLocks noGrp="1"/>
            </p:cNvSpPr>
            <p:nvPr/>
          </p:nvSpPr>
          <p:spPr>
            <a:xfrm>
              <a:off x="279637" y="4982649"/>
              <a:ext cx="11764" cy="6877"/>
            </a:xfrm>
            <a:prstGeom prst="ellipse">
              <a:avLst/>
            </a:prstGeom>
            <a:gradFill>
              <a:gsLst>
                <a:gs pos="0">
                  <a:srgbClr val="FFFFFF">
                    <a:alpha val="65000"/>
                  </a:srgbClr>
                </a:gs>
                <a:gs pos="100000">
                  <a:srgbClr val="FFFFFF">
                    <a:alpha val="0"/>
                  </a:srgbClr>
                </a:gs>
              </a:gsLst>
              <a:lin ang="5400000"/>
            </a:gradFill>
            <a:ln w="3600">
              <a:noFill/>
            </a:ln>
          </p:spPr>
        </p:sp>
        <p:sp>
          <p:nvSpPr>
            <p:cNvPr id="1328" name="asset_3422_8">
              <a:extLst>
                <a:ext uri="{FF2B5EF4-FFF2-40B4-BE49-F238E27FC236}">
                  <a16:creationId xmlns:a16="http://schemas.microsoft.com/office/drawing/2014/main" id="{9B80EDB8-6E96-A11A-06EB-183694AC7664}"/>
                </a:ext>
              </a:extLst>
            </p:cNvPr>
            <p:cNvSpPr>
              <a:spLocks noGrp="1"/>
            </p:cNvSpPr>
            <p:nvPr/>
          </p:nvSpPr>
          <p:spPr>
            <a:xfrm>
              <a:off x="189829" y="4978084"/>
              <a:ext cx="46368" cy="4636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29" name="asset_3422_9">
              <a:extLst>
                <a:ext uri="{FF2B5EF4-FFF2-40B4-BE49-F238E27FC236}">
                  <a16:creationId xmlns:a16="http://schemas.microsoft.com/office/drawing/2014/main" id="{CF523F68-234C-05FF-1627-D79E0B1D337C}"/>
                </a:ext>
              </a:extLst>
            </p:cNvPr>
            <p:cNvSpPr>
              <a:spLocks noGrp="1"/>
            </p:cNvSpPr>
            <p:nvPr/>
          </p:nvSpPr>
          <p:spPr>
            <a:xfrm>
              <a:off x="199798" y="4986894"/>
              <a:ext cx="15070" cy="8810"/>
            </a:xfrm>
            <a:prstGeom prst="ellipse">
              <a:avLst/>
            </a:prstGeom>
            <a:gradFill>
              <a:gsLst>
                <a:gs pos="0">
                  <a:srgbClr val="FFFFFF">
                    <a:alpha val="65000"/>
                  </a:srgbClr>
                </a:gs>
                <a:gs pos="100000">
                  <a:srgbClr val="FFFFFF">
                    <a:alpha val="0"/>
                  </a:srgbClr>
                </a:gs>
              </a:gsLst>
              <a:lin ang="5400000"/>
            </a:gradFill>
            <a:ln w="3600">
              <a:noFill/>
            </a:ln>
          </p:spPr>
        </p:sp>
        <p:sp>
          <p:nvSpPr>
            <p:cNvPr id="1330" name="asset_3422_10">
              <a:extLst>
                <a:ext uri="{FF2B5EF4-FFF2-40B4-BE49-F238E27FC236}">
                  <a16:creationId xmlns:a16="http://schemas.microsoft.com/office/drawing/2014/main" id="{4A9D88E9-2993-19D5-B015-B833DECC7F1A}"/>
                </a:ext>
              </a:extLst>
            </p:cNvPr>
            <p:cNvSpPr>
              <a:spLocks noGrp="1"/>
            </p:cNvSpPr>
            <p:nvPr/>
          </p:nvSpPr>
          <p:spPr>
            <a:xfrm>
              <a:off x="225545" y="5013901"/>
              <a:ext cx="33003" cy="3300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1" name="asset_3422_11">
              <a:extLst>
                <a:ext uri="{FF2B5EF4-FFF2-40B4-BE49-F238E27FC236}">
                  <a16:creationId xmlns:a16="http://schemas.microsoft.com/office/drawing/2014/main" id="{601983D3-9E52-1E47-7E7A-B07040CD24BC}"/>
                </a:ext>
              </a:extLst>
            </p:cNvPr>
            <p:cNvSpPr>
              <a:spLocks noGrp="1"/>
            </p:cNvSpPr>
            <p:nvPr/>
          </p:nvSpPr>
          <p:spPr>
            <a:xfrm>
              <a:off x="232640" y="5020172"/>
              <a:ext cx="10726" cy="6271"/>
            </a:xfrm>
            <a:prstGeom prst="ellipse">
              <a:avLst/>
            </a:prstGeom>
            <a:gradFill>
              <a:gsLst>
                <a:gs pos="0">
                  <a:srgbClr val="FFFFFF">
                    <a:alpha val="65000"/>
                  </a:srgbClr>
                </a:gs>
                <a:gs pos="100000">
                  <a:srgbClr val="FFFFFF">
                    <a:alpha val="0"/>
                  </a:srgbClr>
                </a:gs>
              </a:gsLst>
              <a:lin ang="5400000"/>
            </a:gradFill>
            <a:ln w="3600">
              <a:noFill/>
            </a:ln>
          </p:spPr>
        </p:sp>
        <p:sp>
          <p:nvSpPr>
            <p:cNvPr id="1332" name="asset_3422_12">
              <a:extLst>
                <a:ext uri="{FF2B5EF4-FFF2-40B4-BE49-F238E27FC236}">
                  <a16:creationId xmlns:a16="http://schemas.microsoft.com/office/drawing/2014/main" id="{EF9FD7CA-4CDE-2761-80DE-677269A8603B}"/>
                </a:ext>
              </a:extLst>
            </p:cNvPr>
            <p:cNvSpPr>
              <a:spLocks noGrp="1"/>
            </p:cNvSpPr>
            <p:nvPr/>
          </p:nvSpPr>
          <p:spPr>
            <a:xfrm>
              <a:off x="202899" y="4919795"/>
              <a:ext cx="44462" cy="444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3" name="asset_3422_13">
              <a:extLst>
                <a:ext uri="{FF2B5EF4-FFF2-40B4-BE49-F238E27FC236}">
                  <a16:creationId xmlns:a16="http://schemas.microsoft.com/office/drawing/2014/main" id="{52453685-3009-67E9-3DB3-28761AFCA070}"/>
                </a:ext>
              </a:extLst>
            </p:cNvPr>
            <p:cNvSpPr>
              <a:spLocks noGrp="1"/>
            </p:cNvSpPr>
            <p:nvPr/>
          </p:nvSpPr>
          <p:spPr>
            <a:xfrm>
              <a:off x="212458" y="4928243"/>
              <a:ext cx="14450" cy="8448"/>
            </a:xfrm>
            <a:prstGeom prst="ellipse">
              <a:avLst/>
            </a:prstGeom>
            <a:gradFill>
              <a:gsLst>
                <a:gs pos="0">
                  <a:srgbClr val="FFFFFF">
                    <a:alpha val="65000"/>
                  </a:srgbClr>
                </a:gs>
                <a:gs pos="100000">
                  <a:srgbClr val="FFFFFF">
                    <a:alpha val="0"/>
                  </a:srgbClr>
                </a:gs>
              </a:gsLst>
              <a:lin ang="5400000"/>
            </a:gradFill>
            <a:ln w="3600">
              <a:noFill/>
            </a:ln>
          </p:spPr>
        </p:sp>
        <p:sp>
          <p:nvSpPr>
            <p:cNvPr id="1334" name="asset_3422_14">
              <a:extLst>
                <a:ext uri="{FF2B5EF4-FFF2-40B4-BE49-F238E27FC236}">
                  <a16:creationId xmlns:a16="http://schemas.microsoft.com/office/drawing/2014/main" id="{69A697E6-D023-D641-916D-7C3C9B643472}"/>
                </a:ext>
              </a:extLst>
            </p:cNvPr>
            <p:cNvSpPr>
              <a:spLocks noGrp="1"/>
            </p:cNvSpPr>
            <p:nvPr/>
          </p:nvSpPr>
          <p:spPr>
            <a:xfrm>
              <a:off x="248117" y="4866798"/>
              <a:ext cx="41123" cy="411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5" name="asset_3422_15">
              <a:extLst>
                <a:ext uri="{FF2B5EF4-FFF2-40B4-BE49-F238E27FC236}">
                  <a16:creationId xmlns:a16="http://schemas.microsoft.com/office/drawing/2014/main" id="{AC97809E-7277-F83F-A74A-9B9AEF8F58F2}"/>
                </a:ext>
              </a:extLst>
            </p:cNvPr>
            <p:cNvSpPr>
              <a:spLocks noGrp="1"/>
            </p:cNvSpPr>
            <p:nvPr/>
          </p:nvSpPr>
          <p:spPr>
            <a:xfrm>
              <a:off x="256958" y="4874611"/>
              <a:ext cx="13365" cy="7813"/>
            </a:xfrm>
            <a:prstGeom prst="ellipse">
              <a:avLst/>
            </a:prstGeom>
            <a:gradFill>
              <a:gsLst>
                <a:gs pos="0">
                  <a:srgbClr val="FFFFFF">
                    <a:alpha val="65000"/>
                  </a:srgbClr>
                </a:gs>
                <a:gs pos="100000">
                  <a:srgbClr val="FFFFFF">
                    <a:alpha val="0"/>
                  </a:srgbClr>
                </a:gs>
              </a:gsLst>
              <a:lin ang="5400000"/>
            </a:gradFill>
            <a:ln w="3600">
              <a:noFill/>
            </a:ln>
          </p:spPr>
        </p:sp>
        <p:sp>
          <p:nvSpPr>
            <p:cNvPr id="1336" name="asset_3422_16">
              <a:extLst>
                <a:ext uri="{FF2B5EF4-FFF2-40B4-BE49-F238E27FC236}">
                  <a16:creationId xmlns:a16="http://schemas.microsoft.com/office/drawing/2014/main" id="{9C87B84D-E780-917F-4BCF-48D4EB2B2E77}"/>
                </a:ext>
              </a:extLst>
            </p:cNvPr>
            <p:cNvSpPr>
              <a:spLocks noGrp="1"/>
            </p:cNvSpPr>
            <p:nvPr/>
          </p:nvSpPr>
          <p:spPr>
            <a:xfrm>
              <a:off x="297907" y="4941502"/>
              <a:ext cx="42220" cy="4222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7" name="asset_3422_17">
              <a:extLst>
                <a:ext uri="{FF2B5EF4-FFF2-40B4-BE49-F238E27FC236}">
                  <a16:creationId xmlns:a16="http://schemas.microsoft.com/office/drawing/2014/main" id="{1530846F-3332-6F3B-D169-176F7D0C4BD5}"/>
                </a:ext>
              </a:extLst>
            </p:cNvPr>
            <p:cNvSpPr>
              <a:spLocks noGrp="1"/>
            </p:cNvSpPr>
            <p:nvPr/>
          </p:nvSpPr>
          <p:spPr>
            <a:xfrm>
              <a:off x="306984" y="4949524"/>
              <a:ext cx="13721" cy="8022"/>
            </a:xfrm>
            <a:prstGeom prst="ellipse">
              <a:avLst/>
            </a:prstGeom>
            <a:gradFill>
              <a:gsLst>
                <a:gs pos="0">
                  <a:srgbClr val="FFFFFF">
                    <a:alpha val="65000"/>
                  </a:srgbClr>
                </a:gs>
                <a:gs pos="100000">
                  <a:srgbClr val="FFFFFF">
                    <a:alpha val="0"/>
                  </a:srgbClr>
                </a:gs>
              </a:gsLst>
              <a:lin ang="5400000"/>
            </a:gradFill>
            <a:ln w="3600">
              <a:noFill/>
            </a:ln>
          </p:spPr>
        </p:sp>
        <p:sp>
          <p:nvSpPr>
            <p:cNvPr id="1338" name="asset_3422_18">
              <a:extLst>
                <a:ext uri="{FF2B5EF4-FFF2-40B4-BE49-F238E27FC236}">
                  <a16:creationId xmlns:a16="http://schemas.microsoft.com/office/drawing/2014/main" id="{A49C83E0-A2EE-E231-658B-E200EA71D872}"/>
                </a:ext>
              </a:extLst>
            </p:cNvPr>
            <p:cNvSpPr>
              <a:spLocks noGrp="1"/>
            </p:cNvSpPr>
            <p:nvPr/>
          </p:nvSpPr>
          <p:spPr>
            <a:xfrm>
              <a:off x="197886" y="4901933"/>
              <a:ext cx="33418" cy="334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39" name="asset_3422_19">
              <a:extLst>
                <a:ext uri="{FF2B5EF4-FFF2-40B4-BE49-F238E27FC236}">
                  <a16:creationId xmlns:a16="http://schemas.microsoft.com/office/drawing/2014/main" id="{E9CEF760-F2C3-F390-1668-963AC8B62D79}"/>
                </a:ext>
              </a:extLst>
            </p:cNvPr>
            <p:cNvSpPr>
              <a:spLocks noGrp="1"/>
            </p:cNvSpPr>
            <p:nvPr/>
          </p:nvSpPr>
          <p:spPr>
            <a:xfrm>
              <a:off x="205071" y="4908282"/>
              <a:ext cx="10861" cy="6350"/>
            </a:xfrm>
            <a:prstGeom prst="ellipse">
              <a:avLst/>
            </a:prstGeom>
            <a:gradFill>
              <a:gsLst>
                <a:gs pos="0">
                  <a:srgbClr val="FFFFFF">
                    <a:alpha val="65000"/>
                  </a:srgbClr>
                </a:gs>
                <a:gs pos="100000">
                  <a:srgbClr val="FFFFFF">
                    <a:alpha val="0"/>
                  </a:srgbClr>
                </a:gs>
              </a:gsLst>
              <a:lin ang="5400000"/>
            </a:gradFill>
            <a:ln w="3600">
              <a:noFill/>
            </a:ln>
          </p:spPr>
        </p:sp>
        <p:sp>
          <p:nvSpPr>
            <p:cNvPr id="1340" name="asset_3422_20">
              <a:extLst>
                <a:ext uri="{FF2B5EF4-FFF2-40B4-BE49-F238E27FC236}">
                  <a16:creationId xmlns:a16="http://schemas.microsoft.com/office/drawing/2014/main" id="{7056093D-7C44-73BB-4545-31AFF856C4FD}"/>
                </a:ext>
              </a:extLst>
            </p:cNvPr>
            <p:cNvSpPr>
              <a:spLocks noGrp="1"/>
            </p:cNvSpPr>
            <p:nvPr/>
          </p:nvSpPr>
          <p:spPr>
            <a:xfrm>
              <a:off x="245477" y="4933298"/>
              <a:ext cx="48764" cy="487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1" name="asset_3422_21">
              <a:extLst>
                <a:ext uri="{FF2B5EF4-FFF2-40B4-BE49-F238E27FC236}">
                  <a16:creationId xmlns:a16="http://schemas.microsoft.com/office/drawing/2014/main" id="{1B196C74-08E0-74C2-1772-357BA72C4EBA}"/>
                </a:ext>
              </a:extLst>
            </p:cNvPr>
            <p:cNvSpPr>
              <a:spLocks noGrp="1"/>
            </p:cNvSpPr>
            <p:nvPr/>
          </p:nvSpPr>
          <p:spPr>
            <a:xfrm>
              <a:off x="255962" y="4942563"/>
              <a:ext cx="15848" cy="9265"/>
            </a:xfrm>
            <a:prstGeom prst="ellipse">
              <a:avLst/>
            </a:prstGeom>
            <a:gradFill>
              <a:gsLst>
                <a:gs pos="0">
                  <a:srgbClr val="FFFFFF">
                    <a:alpha val="65000"/>
                  </a:srgbClr>
                </a:gs>
                <a:gs pos="100000">
                  <a:srgbClr val="FFFFFF">
                    <a:alpha val="0"/>
                  </a:srgbClr>
                </a:gs>
              </a:gsLst>
              <a:lin ang="5400000"/>
            </a:gradFill>
            <a:ln w="3600">
              <a:noFill/>
            </a:ln>
          </p:spPr>
        </p:sp>
        <p:sp>
          <p:nvSpPr>
            <p:cNvPr id="1342" name="asset_3422_22">
              <a:extLst>
                <a:ext uri="{FF2B5EF4-FFF2-40B4-BE49-F238E27FC236}">
                  <a16:creationId xmlns:a16="http://schemas.microsoft.com/office/drawing/2014/main" id="{AEDCAA44-5091-3DBD-591B-7F3EFA6F12B2}"/>
                </a:ext>
              </a:extLst>
            </p:cNvPr>
            <p:cNvSpPr>
              <a:spLocks noGrp="1"/>
            </p:cNvSpPr>
            <p:nvPr/>
          </p:nvSpPr>
          <p:spPr>
            <a:xfrm>
              <a:off x="264633" y="4948569"/>
              <a:ext cx="40342" cy="4034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43" name="asset_3422_23">
              <a:extLst>
                <a:ext uri="{FF2B5EF4-FFF2-40B4-BE49-F238E27FC236}">
                  <a16:creationId xmlns:a16="http://schemas.microsoft.com/office/drawing/2014/main" id="{B36C2AA8-52A3-BB47-A1EB-B3880C36DAE1}"/>
                </a:ext>
              </a:extLst>
            </p:cNvPr>
            <p:cNvSpPr>
              <a:spLocks noGrp="1"/>
            </p:cNvSpPr>
            <p:nvPr/>
          </p:nvSpPr>
          <p:spPr>
            <a:xfrm>
              <a:off x="273306" y="4956234"/>
              <a:ext cx="13111" cy="7665"/>
            </a:xfrm>
            <a:prstGeom prst="ellipse">
              <a:avLst/>
            </a:prstGeom>
            <a:gradFill>
              <a:gsLst>
                <a:gs pos="0">
                  <a:srgbClr val="FFFFFF">
                    <a:alpha val="65000"/>
                  </a:srgbClr>
                </a:gs>
                <a:gs pos="100000">
                  <a:srgbClr val="FFFFFF">
                    <a:alpha val="0"/>
                  </a:srgbClr>
                </a:gs>
              </a:gsLst>
              <a:lin ang="5400000"/>
            </a:gradFill>
            <a:ln w="3600">
              <a:noFill/>
            </a:ln>
          </p:spPr>
        </p:sp>
        <p:sp>
          <p:nvSpPr>
            <p:cNvPr id="1344" name="asset_3422_24">
              <a:extLst>
                <a:ext uri="{FF2B5EF4-FFF2-40B4-BE49-F238E27FC236}">
                  <a16:creationId xmlns:a16="http://schemas.microsoft.com/office/drawing/2014/main" id="{AD021490-DF7A-6A66-BE06-26F597627320}"/>
                </a:ext>
              </a:extLst>
            </p:cNvPr>
            <p:cNvSpPr>
              <a:spLocks noGrp="1"/>
            </p:cNvSpPr>
            <p:nvPr/>
          </p:nvSpPr>
          <p:spPr>
            <a:xfrm>
              <a:off x="230598" y="4889071"/>
              <a:ext cx="32512" cy="3251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5" name="asset_3422_25">
              <a:extLst>
                <a:ext uri="{FF2B5EF4-FFF2-40B4-BE49-F238E27FC236}">
                  <a16:creationId xmlns:a16="http://schemas.microsoft.com/office/drawing/2014/main" id="{A4588BE7-F1A9-807B-DB52-8B51C8E5F39F}"/>
                </a:ext>
              </a:extLst>
            </p:cNvPr>
            <p:cNvSpPr>
              <a:spLocks noGrp="1"/>
            </p:cNvSpPr>
            <p:nvPr/>
          </p:nvSpPr>
          <p:spPr>
            <a:xfrm>
              <a:off x="237588" y="4895249"/>
              <a:ext cx="10566" cy="6177"/>
            </a:xfrm>
            <a:prstGeom prst="ellipse">
              <a:avLst/>
            </a:prstGeom>
            <a:gradFill>
              <a:gsLst>
                <a:gs pos="0">
                  <a:srgbClr val="FFFFFF">
                    <a:alpha val="65000"/>
                  </a:srgbClr>
                </a:gs>
                <a:gs pos="100000">
                  <a:srgbClr val="FFFFFF">
                    <a:alpha val="0"/>
                  </a:srgbClr>
                </a:gs>
              </a:gsLst>
              <a:lin ang="5400000"/>
            </a:gradFill>
            <a:ln w="3600">
              <a:noFill/>
            </a:ln>
          </p:spPr>
        </p:sp>
        <p:sp>
          <p:nvSpPr>
            <p:cNvPr id="1346" name="asset_3422_26">
              <a:extLst>
                <a:ext uri="{FF2B5EF4-FFF2-40B4-BE49-F238E27FC236}">
                  <a16:creationId xmlns:a16="http://schemas.microsoft.com/office/drawing/2014/main" id="{EF525F55-E473-BB6A-4B12-1708738A451D}"/>
                </a:ext>
              </a:extLst>
            </p:cNvPr>
            <p:cNvSpPr>
              <a:spLocks noGrp="1"/>
            </p:cNvSpPr>
            <p:nvPr/>
          </p:nvSpPr>
          <p:spPr>
            <a:xfrm>
              <a:off x="301686" y="4928199"/>
              <a:ext cx="31620" cy="31620"/>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47" name="asset_3422_27">
              <a:extLst>
                <a:ext uri="{FF2B5EF4-FFF2-40B4-BE49-F238E27FC236}">
                  <a16:creationId xmlns:a16="http://schemas.microsoft.com/office/drawing/2014/main" id="{FAC073C9-7858-2063-3FC1-55A9F1287394}"/>
                </a:ext>
              </a:extLst>
            </p:cNvPr>
            <p:cNvSpPr>
              <a:spLocks noGrp="1"/>
            </p:cNvSpPr>
            <p:nvPr/>
          </p:nvSpPr>
          <p:spPr>
            <a:xfrm>
              <a:off x="308484" y="4934207"/>
              <a:ext cx="10277" cy="6008"/>
            </a:xfrm>
            <a:prstGeom prst="ellipse">
              <a:avLst/>
            </a:prstGeom>
            <a:gradFill>
              <a:gsLst>
                <a:gs pos="0">
                  <a:srgbClr val="FFFFFF">
                    <a:alpha val="65000"/>
                  </a:srgbClr>
                </a:gs>
                <a:gs pos="100000">
                  <a:srgbClr val="FFFFFF">
                    <a:alpha val="0"/>
                  </a:srgbClr>
                </a:gs>
              </a:gsLst>
              <a:lin ang="5400000"/>
            </a:gradFill>
            <a:ln w="3600">
              <a:noFill/>
            </a:ln>
          </p:spPr>
        </p:sp>
        <p:sp>
          <p:nvSpPr>
            <p:cNvPr id="1348" name="asset_3422_28">
              <a:extLst>
                <a:ext uri="{FF2B5EF4-FFF2-40B4-BE49-F238E27FC236}">
                  <a16:creationId xmlns:a16="http://schemas.microsoft.com/office/drawing/2014/main" id="{2C9CF4D3-A22B-A72B-EF6A-DE97D5B26228}"/>
                </a:ext>
              </a:extLst>
            </p:cNvPr>
            <p:cNvSpPr>
              <a:spLocks noGrp="1"/>
            </p:cNvSpPr>
            <p:nvPr/>
          </p:nvSpPr>
          <p:spPr>
            <a:xfrm>
              <a:off x="188764" y="4922985"/>
              <a:ext cx="37593" cy="375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49" name="asset_3422_29">
              <a:extLst>
                <a:ext uri="{FF2B5EF4-FFF2-40B4-BE49-F238E27FC236}">
                  <a16:creationId xmlns:a16="http://schemas.microsoft.com/office/drawing/2014/main" id="{4339CC24-1181-B2DA-F380-C865CE6EB33D}"/>
                </a:ext>
              </a:extLst>
            </p:cNvPr>
            <p:cNvSpPr>
              <a:spLocks noGrp="1"/>
            </p:cNvSpPr>
            <p:nvPr/>
          </p:nvSpPr>
          <p:spPr>
            <a:xfrm>
              <a:off x="196847" y="4930127"/>
              <a:ext cx="12218" cy="7143"/>
            </a:xfrm>
            <a:prstGeom prst="ellipse">
              <a:avLst/>
            </a:prstGeom>
            <a:gradFill>
              <a:gsLst>
                <a:gs pos="0">
                  <a:srgbClr val="FFFFFF">
                    <a:alpha val="65000"/>
                  </a:srgbClr>
                </a:gs>
                <a:gs pos="100000">
                  <a:srgbClr val="FFFFFF">
                    <a:alpha val="0"/>
                  </a:srgbClr>
                </a:gs>
              </a:gsLst>
              <a:lin ang="5400000"/>
            </a:gradFill>
            <a:ln w="3600">
              <a:noFill/>
            </a:ln>
          </p:spPr>
        </p:sp>
        <p:sp>
          <p:nvSpPr>
            <p:cNvPr id="1350" name="asset_3422_30">
              <a:extLst>
                <a:ext uri="{FF2B5EF4-FFF2-40B4-BE49-F238E27FC236}">
                  <a16:creationId xmlns:a16="http://schemas.microsoft.com/office/drawing/2014/main" id="{077C978E-F309-5BAE-79A0-936D9EF27E43}"/>
                </a:ext>
              </a:extLst>
            </p:cNvPr>
            <p:cNvSpPr>
              <a:spLocks noGrp="1"/>
            </p:cNvSpPr>
            <p:nvPr/>
          </p:nvSpPr>
          <p:spPr>
            <a:xfrm>
              <a:off x="218174" y="4997359"/>
              <a:ext cx="31164" cy="3116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1" name="asset_3422_31">
              <a:extLst>
                <a:ext uri="{FF2B5EF4-FFF2-40B4-BE49-F238E27FC236}">
                  <a16:creationId xmlns:a16="http://schemas.microsoft.com/office/drawing/2014/main" id="{40CD83CF-5A4F-5ADA-6D37-6DC86BFF1EAE}"/>
                </a:ext>
              </a:extLst>
            </p:cNvPr>
            <p:cNvSpPr>
              <a:spLocks noGrp="1"/>
            </p:cNvSpPr>
            <p:nvPr/>
          </p:nvSpPr>
          <p:spPr>
            <a:xfrm>
              <a:off x="224874" y="5003280"/>
              <a:ext cx="10128" cy="5921"/>
            </a:xfrm>
            <a:prstGeom prst="ellipse">
              <a:avLst/>
            </a:prstGeom>
            <a:gradFill>
              <a:gsLst>
                <a:gs pos="0">
                  <a:srgbClr val="FFFFFF">
                    <a:alpha val="65000"/>
                  </a:srgbClr>
                </a:gs>
                <a:gs pos="100000">
                  <a:srgbClr val="FFFFFF">
                    <a:alpha val="0"/>
                  </a:srgbClr>
                </a:gs>
              </a:gsLst>
              <a:lin ang="5400000"/>
            </a:gradFill>
            <a:ln w="3600">
              <a:noFill/>
            </a:ln>
          </p:spPr>
        </p:sp>
        <p:sp>
          <p:nvSpPr>
            <p:cNvPr id="1352" name="asset_3422_32">
              <a:extLst>
                <a:ext uri="{FF2B5EF4-FFF2-40B4-BE49-F238E27FC236}">
                  <a16:creationId xmlns:a16="http://schemas.microsoft.com/office/drawing/2014/main" id="{D1D86BA7-21BC-C658-7ABC-7E2800F635DF}"/>
                </a:ext>
              </a:extLst>
            </p:cNvPr>
            <p:cNvSpPr>
              <a:spLocks noGrp="1"/>
            </p:cNvSpPr>
            <p:nvPr/>
          </p:nvSpPr>
          <p:spPr>
            <a:xfrm>
              <a:off x="291333" y="4860690"/>
              <a:ext cx="35713" cy="35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3" name="asset_3422_33">
              <a:extLst>
                <a:ext uri="{FF2B5EF4-FFF2-40B4-BE49-F238E27FC236}">
                  <a16:creationId xmlns:a16="http://schemas.microsoft.com/office/drawing/2014/main" id="{3D56089D-89CA-E8F6-BD24-E31FF0B1673B}"/>
                </a:ext>
              </a:extLst>
            </p:cNvPr>
            <p:cNvSpPr>
              <a:spLocks noGrp="1"/>
            </p:cNvSpPr>
            <p:nvPr/>
          </p:nvSpPr>
          <p:spPr>
            <a:xfrm>
              <a:off x="299012" y="4867475"/>
              <a:ext cx="11607" cy="6785"/>
            </a:xfrm>
            <a:prstGeom prst="ellipse">
              <a:avLst/>
            </a:prstGeom>
            <a:gradFill>
              <a:gsLst>
                <a:gs pos="0">
                  <a:srgbClr val="FFFFFF">
                    <a:alpha val="65000"/>
                  </a:srgbClr>
                </a:gs>
                <a:gs pos="100000">
                  <a:srgbClr val="FFFFFF">
                    <a:alpha val="0"/>
                  </a:srgbClr>
                </a:gs>
              </a:gsLst>
              <a:lin ang="5400000"/>
            </a:gradFill>
            <a:ln w="3600">
              <a:noFill/>
            </a:ln>
          </p:spPr>
        </p:sp>
        <p:sp>
          <p:nvSpPr>
            <p:cNvPr id="1354" name="asset_3422_34">
              <a:extLst>
                <a:ext uri="{FF2B5EF4-FFF2-40B4-BE49-F238E27FC236}">
                  <a16:creationId xmlns:a16="http://schemas.microsoft.com/office/drawing/2014/main" id="{13269EEF-EE14-C014-7BBC-90B612509955}"/>
                </a:ext>
              </a:extLst>
            </p:cNvPr>
            <p:cNvSpPr>
              <a:spLocks noGrp="1"/>
            </p:cNvSpPr>
            <p:nvPr/>
          </p:nvSpPr>
          <p:spPr>
            <a:xfrm>
              <a:off x="190779" y="4973792"/>
              <a:ext cx="35794" cy="3579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5" name="asset_3422_35">
              <a:extLst>
                <a:ext uri="{FF2B5EF4-FFF2-40B4-BE49-F238E27FC236}">
                  <a16:creationId xmlns:a16="http://schemas.microsoft.com/office/drawing/2014/main" id="{660BB2F7-E70F-8FBC-9FB6-39F09B45A36D}"/>
                </a:ext>
              </a:extLst>
            </p:cNvPr>
            <p:cNvSpPr>
              <a:spLocks noGrp="1"/>
            </p:cNvSpPr>
            <p:nvPr/>
          </p:nvSpPr>
          <p:spPr>
            <a:xfrm>
              <a:off x="198475" y="4980593"/>
              <a:ext cx="11633" cy="6801"/>
            </a:xfrm>
            <a:prstGeom prst="ellipse">
              <a:avLst/>
            </a:prstGeom>
            <a:gradFill>
              <a:gsLst>
                <a:gs pos="0">
                  <a:srgbClr val="FFFFFF">
                    <a:alpha val="65000"/>
                  </a:srgbClr>
                </a:gs>
                <a:gs pos="100000">
                  <a:srgbClr val="FFFFFF">
                    <a:alpha val="0"/>
                  </a:srgbClr>
                </a:gs>
              </a:gsLst>
              <a:lin ang="5400000"/>
            </a:gradFill>
            <a:ln w="3600">
              <a:noFill/>
            </a:ln>
          </p:spPr>
        </p:sp>
        <p:sp>
          <p:nvSpPr>
            <p:cNvPr id="1356" name="asset_3422_36">
              <a:extLst>
                <a:ext uri="{FF2B5EF4-FFF2-40B4-BE49-F238E27FC236}">
                  <a16:creationId xmlns:a16="http://schemas.microsoft.com/office/drawing/2014/main" id="{5C2E263D-6E8A-DF33-5BAB-35F5A2C5F251}"/>
                </a:ext>
              </a:extLst>
            </p:cNvPr>
            <p:cNvSpPr>
              <a:spLocks noGrp="1"/>
            </p:cNvSpPr>
            <p:nvPr/>
          </p:nvSpPr>
          <p:spPr>
            <a:xfrm>
              <a:off x="225392" y="4818090"/>
              <a:ext cx="40954" cy="4095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7" name="asset_3422_37">
              <a:extLst>
                <a:ext uri="{FF2B5EF4-FFF2-40B4-BE49-F238E27FC236}">
                  <a16:creationId xmlns:a16="http://schemas.microsoft.com/office/drawing/2014/main" id="{A870849F-ECC8-5872-6923-6C13804AE340}"/>
                </a:ext>
              </a:extLst>
            </p:cNvPr>
            <p:cNvSpPr>
              <a:spLocks noGrp="1"/>
            </p:cNvSpPr>
            <p:nvPr/>
          </p:nvSpPr>
          <p:spPr>
            <a:xfrm>
              <a:off x="234197" y="4825872"/>
              <a:ext cx="13310" cy="7781"/>
            </a:xfrm>
            <a:prstGeom prst="ellipse">
              <a:avLst/>
            </a:prstGeom>
            <a:gradFill>
              <a:gsLst>
                <a:gs pos="0">
                  <a:srgbClr val="FFFFFF">
                    <a:alpha val="65000"/>
                  </a:srgbClr>
                </a:gs>
                <a:gs pos="100000">
                  <a:srgbClr val="FFFFFF">
                    <a:alpha val="0"/>
                  </a:srgbClr>
                </a:gs>
              </a:gsLst>
              <a:lin ang="5400000"/>
            </a:gradFill>
            <a:ln w="3600">
              <a:noFill/>
            </a:ln>
          </p:spPr>
        </p:sp>
        <p:sp>
          <p:nvSpPr>
            <p:cNvPr id="1358" name="asset_3422_38">
              <a:extLst>
                <a:ext uri="{FF2B5EF4-FFF2-40B4-BE49-F238E27FC236}">
                  <a16:creationId xmlns:a16="http://schemas.microsoft.com/office/drawing/2014/main" id="{AAFC3371-F314-0C8A-2D26-93DB33BF9511}"/>
                </a:ext>
              </a:extLst>
            </p:cNvPr>
            <p:cNvSpPr>
              <a:spLocks noGrp="1"/>
            </p:cNvSpPr>
            <p:nvPr/>
          </p:nvSpPr>
          <p:spPr>
            <a:xfrm>
              <a:off x="202785" y="4934968"/>
              <a:ext cx="44618" cy="446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59" name="asset_3422_39">
              <a:extLst>
                <a:ext uri="{FF2B5EF4-FFF2-40B4-BE49-F238E27FC236}">
                  <a16:creationId xmlns:a16="http://schemas.microsoft.com/office/drawing/2014/main" id="{BD72A813-458E-DB8C-209B-ED44600E60CB}"/>
                </a:ext>
              </a:extLst>
            </p:cNvPr>
            <p:cNvSpPr>
              <a:spLocks noGrp="1"/>
            </p:cNvSpPr>
            <p:nvPr/>
          </p:nvSpPr>
          <p:spPr>
            <a:xfrm>
              <a:off x="212377" y="4943445"/>
              <a:ext cx="14501" cy="8477"/>
            </a:xfrm>
            <a:prstGeom prst="ellipse">
              <a:avLst/>
            </a:prstGeom>
            <a:gradFill>
              <a:gsLst>
                <a:gs pos="0">
                  <a:srgbClr val="FFFFFF">
                    <a:alpha val="65000"/>
                  </a:srgbClr>
                </a:gs>
                <a:gs pos="100000">
                  <a:srgbClr val="FFFFFF">
                    <a:alpha val="0"/>
                  </a:srgbClr>
                </a:gs>
              </a:gsLst>
              <a:lin ang="5400000"/>
            </a:gradFill>
            <a:ln w="3600">
              <a:noFill/>
            </a:ln>
          </p:spPr>
        </p:sp>
        <p:sp>
          <p:nvSpPr>
            <p:cNvPr id="1360" name="asset_3422_40">
              <a:extLst>
                <a:ext uri="{FF2B5EF4-FFF2-40B4-BE49-F238E27FC236}">
                  <a16:creationId xmlns:a16="http://schemas.microsoft.com/office/drawing/2014/main" id="{5274F46A-89A9-E068-374C-E1DCAFE1E6F7}"/>
                </a:ext>
              </a:extLst>
            </p:cNvPr>
            <p:cNvSpPr>
              <a:spLocks noGrp="1"/>
            </p:cNvSpPr>
            <p:nvPr/>
          </p:nvSpPr>
          <p:spPr>
            <a:xfrm>
              <a:off x="338599" y="4889037"/>
              <a:ext cx="31138" cy="3113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1" name="asset_3422_41">
              <a:extLst>
                <a:ext uri="{FF2B5EF4-FFF2-40B4-BE49-F238E27FC236}">
                  <a16:creationId xmlns:a16="http://schemas.microsoft.com/office/drawing/2014/main" id="{167DD92E-7EB5-65B3-3589-E51172090FEC}"/>
                </a:ext>
              </a:extLst>
            </p:cNvPr>
            <p:cNvSpPr>
              <a:spLocks noGrp="1"/>
            </p:cNvSpPr>
            <p:nvPr/>
          </p:nvSpPr>
          <p:spPr>
            <a:xfrm>
              <a:off x="345294" y="4894953"/>
              <a:ext cx="10120" cy="5916"/>
            </a:xfrm>
            <a:prstGeom prst="ellipse">
              <a:avLst/>
            </a:prstGeom>
            <a:gradFill>
              <a:gsLst>
                <a:gs pos="0">
                  <a:srgbClr val="FFFFFF">
                    <a:alpha val="65000"/>
                  </a:srgbClr>
                </a:gs>
                <a:gs pos="100000">
                  <a:srgbClr val="FFFFFF">
                    <a:alpha val="0"/>
                  </a:srgbClr>
                </a:gs>
              </a:gsLst>
              <a:lin ang="5400000"/>
            </a:gradFill>
            <a:ln w="3600">
              <a:noFill/>
            </a:ln>
          </p:spPr>
        </p:sp>
        <p:sp>
          <p:nvSpPr>
            <p:cNvPr id="1362" name="asset_3422_42">
              <a:extLst>
                <a:ext uri="{FF2B5EF4-FFF2-40B4-BE49-F238E27FC236}">
                  <a16:creationId xmlns:a16="http://schemas.microsoft.com/office/drawing/2014/main" id="{BF83F7AA-47B4-3838-E342-7B1C73E00473}"/>
                </a:ext>
              </a:extLst>
            </p:cNvPr>
            <p:cNvSpPr>
              <a:spLocks noGrp="1"/>
            </p:cNvSpPr>
            <p:nvPr/>
          </p:nvSpPr>
          <p:spPr>
            <a:xfrm>
              <a:off x="320967" y="4999928"/>
              <a:ext cx="43221" cy="4322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3" name="asset_3422_43">
              <a:extLst>
                <a:ext uri="{FF2B5EF4-FFF2-40B4-BE49-F238E27FC236}">
                  <a16:creationId xmlns:a16="http://schemas.microsoft.com/office/drawing/2014/main" id="{B56296FE-EF96-50A6-278B-9F12F8099985}"/>
                </a:ext>
              </a:extLst>
            </p:cNvPr>
            <p:cNvSpPr>
              <a:spLocks noGrp="1"/>
            </p:cNvSpPr>
            <p:nvPr/>
          </p:nvSpPr>
          <p:spPr>
            <a:xfrm>
              <a:off x="330259" y="5008140"/>
              <a:ext cx="14047" cy="8212"/>
            </a:xfrm>
            <a:prstGeom prst="ellipse">
              <a:avLst/>
            </a:prstGeom>
            <a:gradFill>
              <a:gsLst>
                <a:gs pos="0">
                  <a:srgbClr val="FFFFFF">
                    <a:alpha val="65000"/>
                  </a:srgbClr>
                </a:gs>
                <a:gs pos="100000">
                  <a:srgbClr val="FFFFFF">
                    <a:alpha val="0"/>
                  </a:srgbClr>
                </a:gs>
              </a:gsLst>
              <a:lin ang="5400000"/>
            </a:gradFill>
            <a:ln w="3600">
              <a:noFill/>
            </a:ln>
          </p:spPr>
        </p:sp>
        <p:sp>
          <p:nvSpPr>
            <p:cNvPr id="1364" name="asset_3422_44">
              <a:extLst>
                <a:ext uri="{FF2B5EF4-FFF2-40B4-BE49-F238E27FC236}">
                  <a16:creationId xmlns:a16="http://schemas.microsoft.com/office/drawing/2014/main" id="{DEF89A4A-63B2-98BA-BC0D-71B77242DF0C}"/>
                </a:ext>
              </a:extLst>
            </p:cNvPr>
            <p:cNvSpPr>
              <a:spLocks noGrp="1"/>
            </p:cNvSpPr>
            <p:nvPr/>
          </p:nvSpPr>
          <p:spPr>
            <a:xfrm>
              <a:off x="350970" y="4966161"/>
              <a:ext cx="35562" cy="3556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65" name="asset_3422_45">
              <a:extLst>
                <a:ext uri="{FF2B5EF4-FFF2-40B4-BE49-F238E27FC236}">
                  <a16:creationId xmlns:a16="http://schemas.microsoft.com/office/drawing/2014/main" id="{1DB842C2-D35C-AE28-25B6-490A9A6DEE3F}"/>
                </a:ext>
              </a:extLst>
            </p:cNvPr>
            <p:cNvSpPr>
              <a:spLocks noGrp="1"/>
            </p:cNvSpPr>
            <p:nvPr/>
          </p:nvSpPr>
          <p:spPr>
            <a:xfrm>
              <a:off x="358616" y="4972917"/>
              <a:ext cx="11558" cy="6757"/>
            </a:xfrm>
            <a:prstGeom prst="ellipse">
              <a:avLst/>
            </a:prstGeom>
            <a:gradFill>
              <a:gsLst>
                <a:gs pos="0">
                  <a:srgbClr val="FFFFFF">
                    <a:alpha val="65000"/>
                  </a:srgbClr>
                </a:gs>
                <a:gs pos="100000">
                  <a:srgbClr val="FFFFFF">
                    <a:alpha val="0"/>
                  </a:srgbClr>
                </a:gs>
              </a:gsLst>
              <a:lin ang="5400000"/>
            </a:gradFill>
            <a:ln w="3600">
              <a:noFill/>
            </a:ln>
          </p:spPr>
        </p:sp>
        <p:sp>
          <p:nvSpPr>
            <p:cNvPr id="1366" name="asset_3422_46">
              <a:extLst>
                <a:ext uri="{FF2B5EF4-FFF2-40B4-BE49-F238E27FC236}">
                  <a16:creationId xmlns:a16="http://schemas.microsoft.com/office/drawing/2014/main" id="{02C81F11-43A1-A876-3305-0436CF283F37}"/>
                </a:ext>
              </a:extLst>
            </p:cNvPr>
            <p:cNvSpPr>
              <a:spLocks noGrp="1"/>
            </p:cNvSpPr>
            <p:nvPr/>
          </p:nvSpPr>
          <p:spPr>
            <a:xfrm>
              <a:off x="218758" y="4839345"/>
              <a:ext cx="38113" cy="381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7" name="asset_3422_47">
              <a:extLst>
                <a:ext uri="{FF2B5EF4-FFF2-40B4-BE49-F238E27FC236}">
                  <a16:creationId xmlns:a16="http://schemas.microsoft.com/office/drawing/2014/main" id="{5F933E82-BE9C-FA10-0B49-D2CCD29071ED}"/>
                </a:ext>
              </a:extLst>
            </p:cNvPr>
            <p:cNvSpPr>
              <a:spLocks noGrp="1"/>
            </p:cNvSpPr>
            <p:nvPr/>
          </p:nvSpPr>
          <p:spPr>
            <a:xfrm>
              <a:off x="226952" y="4846587"/>
              <a:ext cx="12387" cy="7241"/>
            </a:xfrm>
            <a:prstGeom prst="ellipse">
              <a:avLst/>
            </a:prstGeom>
            <a:gradFill>
              <a:gsLst>
                <a:gs pos="0">
                  <a:srgbClr val="FFFFFF">
                    <a:alpha val="65000"/>
                  </a:srgbClr>
                </a:gs>
                <a:gs pos="100000">
                  <a:srgbClr val="FFFFFF">
                    <a:alpha val="0"/>
                  </a:srgbClr>
                </a:gs>
              </a:gsLst>
              <a:lin ang="5400000"/>
            </a:gradFill>
            <a:ln w="3600">
              <a:noFill/>
            </a:ln>
          </p:spPr>
        </p:sp>
        <p:sp>
          <p:nvSpPr>
            <p:cNvPr id="1368" name="asset_3422_48">
              <a:extLst>
                <a:ext uri="{FF2B5EF4-FFF2-40B4-BE49-F238E27FC236}">
                  <a16:creationId xmlns:a16="http://schemas.microsoft.com/office/drawing/2014/main" id="{3A41F4F8-1186-49C7-1DD1-0B4B311B7DB0}"/>
                </a:ext>
              </a:extLst>
            </p:cNvPr>
            <p:cNvSpPr>
              <a:spLocks noGrp="1"/>
            </p:cNvSpPr>
            <p:nvPr/>
          </p:nvSpPr>
          <p:spPr>
            <a:xfrm>
              <a:off x="341389" y="4932820"/>
              <a:ext cx="34691" cy="3469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69" name="asset_3422_49">
              <a:extLst>
                <a:ext uri="{FF2B5EF4-FFF2-40B4-BE49-F238E27FC236}">
                  <a16:creationId xmlns:a16="http://schemas.microsoft.com/office/drawing/2014/main" id="{A35A991F-81FF-0E7A-D00D-848EA888A991}"/>
                </a:ext>
              </a:extLst>
            </p:cNvPr>
            <p:cNvSpPr>
              <a:spLocks noGrp="1"/>
            </p:cNvSpPr>
            <p:nvPr/>
          </p:nvSpPr>
          <p:spPr>
            <a:xfrm>
              <a:off x="348848" y="4939412"/>
              <a:ext cx="11275" cy="6591"/>
            </a:xfrm>
            <a:prstGeom prst="ellipse">
              <a:avLst/>
            </a:prstGeom>
            <a:gradFill>
              <a:gsLst>
                <a:gs pos="0">
                  <a:srgbClr val="FFFFFF">
                    <a:alpha val="65000"/>
                  </a:srgbClr>
                </a:gs>
                <a:gs pos="100000">
                  <a:srgbClr val="FFFFFF">
                    <a:alpha val="0"/>
                  </a:srgbClr>
                </a:gs>
              </a:gsLst>
              <a:lin ang="5400000"/>
            </a:gradFill>
            <a:ln w="3600">
              <a:noFill/>
            </a:ln>
          </p:spPr>
        </p:sp>
        <p:sp>
          <p:nvSpPr>
            <p:cNvPr id="1370" name="asset_3422_50">
              <a:extLst>
                <a:ext uri="{FF2B5EF4-FFF2-40B4-BE49-F238E27FC236}">
                  <a16:creationId xmlns:a16="http://schemas.microsoft.com/office/drawing/2014/main" id="{E7F36E5B-E5D5-072B-8145-CE94A2DF7776}"/>
                </a:ext>
              </a:extLst>
            </p:cNvPr>
            <p:cNvSpPr>
              <a:spLocks noGrp="1"/>
            </p:cNvSpPr>
            <p:nvPr/>
          </p:nvSpPr>
          <p:spPr>
            <a:xfrm>
              <a:off x="216428" y="4994121"/>
              <a:ext cx="37106" cy="3710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1" name="asset_3422_51">
              <a:extLst>
                <a:ext uri="{FF2B5EF4-FFF2-40B4-BE49-F238E27FC236}">
                  <a16:creationId xmlns:a16="http://schemas.microsoft.com/office/drawing/2014/main" id="{6935ED76-18CA-F8C7-5728-A29FCAB7A6FC}"/>
                </a:ext>
              </a:extLst>
            </p:cNvPr>
            <p:cNvSpPr>
              <a:spLocks noGrp="1"/>
            </p:cNvSpPr>
            <p:nvPr/>
          </p:nvSpPr>
          <p:spPr>
            <a:xfrm>
              <a:off x="224406" y="5001171"/>
              <a:ext cx="12060" cy="7050"/>
            </a:xfrm>
            <a:prstGeom prst="ellipse">
              <a:avLst/>
            </a:prstGeom>
            <a:gradFill>
              <a:gsLst>
                <a:gs pos="0">
                  <a:srgbClr val="FFFFFF">
                    <a:alpha val="65000"/>
                  </a:srgbClr>
                </a:gs>
                <a:gs pos="100000">
                  <a:srgbClr val="FFFFFF">
                    <a:alpha val="0"/>
                  </a:srgbClr>
                </a:gs>
              </a:gsLst>
              <a:lin ang="5400000"/>
            </a:gradFill>
            <a:ln w="3600">
              <a:noFill/>
            </a:ln>
          </p:spPr>
        </p:sp>
        <p:sp>
          <p:nvSpPr>
            <p:cNvPr id="1372" name="asset_3422_52">
              <a:extLst>
                <a:ext uri="{FF2B5EF4-FFF2-40B4-BE49-F238E27FC236}">
                  <a16:creationId xmlns:a16="http://schemas.microsoft.com/office/drawing/2014/main" id="{908C31DA-A30E-3EBF-E34D-A9003764C1AD}"/>
                </a:ext>
              </a:extLst>
            </p:cNvPr>
            <p:cNvSpPr>
              <a:spLocks noGrp="1"/>
            </p:cNvSpPr>
            <p:nvPr/>
          </p:nvSpPr>
          <p:spPr>
            <a:xfrm>
              <a:off x="264136" y="4989684"/>
              <a:ext cx="38739" cy="38739"/>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73" name="asset_3422_53">
              <a:extLst>
                <a:ext uri="{FF2B5EF4-FFF2-40B4-BE49-F238E27FC236}">
                  <a16:creationId xmlns:a16="http://schemas.microsoft.com/office/drawing/2014/main" id="{63ED6A96-12A1-6581-9622-A2140ECF37D3}"/>
                </a:ext>
              </a:extLst>
            </p:cNvPr>
            <p:cNvSpPr>
              <a:spLocks noGrp="1"/>
            </p:cNvSpPr>
            <p:nvPr/>
          </p:nvSpPr>
          <p:spPr>
            <a:xfrm>
              <a:off x="272465" y="4997045"/>
              <a:ext cx="12590" cy="7360"/>
            </a:xfrm>
            <a:prstGeom prst="ellipse">
              <a:avLst/>
            </a:prstGeom>
            <a:gradFill>
              <a:gsLst>
                <a:gs pos="0">
                  <a:srgbClr val="FFFFFF">
                    <a:alpha val="65000"/>
                  </a:srgbClr>
                </a:gs>
                <a:gs pos="100000">
                  <a:srgbClr val="FFFFFF">
                    <a:alpha val="0"/>
                  </a:srgbClr>
                </a:gs>
              </a:gsLst>
              <a:lin ang="5400000"/>
            </a:gradFill>
            <a:ln w="3600">
              <a:noFill/>
            </a:ln>
          </p:spPr>
        </p:sp>
        <p:sp>
          <p:nvSpPr>
            <p:cNvPr id="1374" name="asset_3422_54">
              <a:extLst>
                <a:ext uri="{FF2B5EF4-FFF2-40B4-BE49-F238E27FC236}">
                  <a16:creationId xmlns:a16="http://schemas.microsoft.com/office/drawing/2014/main" id="{28B28C08-BAD7-DC13-B457-18E0200352EB}"/>
                </a:ext>
              </a:extLst>
            </p:cNvPr>
            <p:cNvSpPr>
              <a:spLocks noGrp="1"/>
            </p:cNvSpPr>
            <p:nvPr/>
          </p:nvSpPr>
          <p:spPr>
            <a:xfrm>
              <a:off x="259170" y="4848057"/>
              <a:ext cx="31787" cy="3178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5" name="asset_3422_55">
              <a:extLst>
                <a:ext uri="{FF2B5EF4-FFF2-40B4-BE49-F238E27FC236}">
                  <a16:creationId xmlns:a16="http://schemas.microsoft.com/office/drawing/2014/main" id="{1F364F2A-41E2-D13E-4466-4E0ABCDE78ED}"/>
                </a:ext>
              </a:extLst>
            </p:cNvPr>
            <p:cNvSpPr>
              <a:spLocks noGrp="1"/>
            </p:cNvSpPr>
            <p:nvPr/>
          </p:nvSpPr>
          <p:spPr>
            <a:xfrm>
              <a:off x="266004" y="4854097"/>
              <a:ext cx="10331" cy="6039"/>
            </a:xfrm>
            <a:prstGeom prst="ellipse">
              <a:avLst/>
            </a:prstGeom>
            <a:gradFill>
              <a:gsLst>
                <a:gs pos="0">
                  <a:srgbClr val="FFFFFF">
                    <a:alpha val="65000"/>
                  </a:srgbClr>
                </a:gs>
                <a:gs pos="100000">
                  <a:srgbClr val="FFFFFF">
                    <a:alpha val="0"/>
                  </a:srgbClr>
                </a:gs>
              </a:gsLst>
              <a:lin ang="5400000"/>
            </a:gradFill>
            <a:ln w="3600">
              <a:noFill/>
            </a:ln>
          </p:spPr>
        </p:sp>
        <p:sp>
          <p:nvSpPr>
            <p:cNvPr id="1376" name="asset_3422_56">
              <a:extLst>
                <a:ext uri="{FF2B5EF4-FFF2-40B4-BE49-F238E27FC236}">
                  <a16:creationId xmlns:a16="http://schemas.microsoft.com/office/drawing/2014/main" id="{17717E4A-319D-BE88-6C5C-C557B085689F}"/>
                </a:ext>
              </a:extLst>
            </p:cNvPr>
            <p:cNvSpPr>
              <a:spLocks noGrp="1"/>
            </p:cNvSpPr>
            <p:nvPr/>
          </p:nvSpPr>
          <p:spPr>
            <a:xfrm>
              <a:off x="339932" y="4846499"/>
              <a:ext cx="35333" cy="353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7" name="asset_3422_57">
              <a:extLst>
                <a:ext uri="{FF2B5EF4-FFF2-40B4-BE49-F238E27FC236}">
                  <a16:creationId xmlns:a16="http://schemas.microsoft.com/office/drawing/2014/main" id="{075D2F07-7E73-BF79-BBB7-9CC012B997E9}"/>
                </a:ext>
              </a:extLst>
            </p:cNvPr>
            <p:cNvSpPr>
              <a:spLocks noGrp="1"/>
            </p:cNvSpPr>
            <p:nvPr/>
          </p:nvSpPr>
          <p:spPr>
            <a:xfrm>
              <a:off x="347528" y="4853212"/>
              <a:ext cx="11483" cy="6713"/>
            </a:xfrm>
            <a:prstGeom prst="ellipse">
              <a:avLst/>
            </a:prstGeom>
            <a:gradFill>
              <a:gsLst>
                <a:gs pos="0">
                  <a:srgbClr val="FFFFFF">
                    <a:alpha val="65000"/>
                  </a:srgbClr>
                </a:gs>
                <a:gs pos="100000">
                  <a:srgbClr val="FFFFFF">
                    <a:alpha val="0"/>
                  </a:srgbClr>
                </a:gs>
              </a:gsLst>
              <a:lin ang="5400000"/>
            </a:gradFill>
            <a:ln w="3600">
              <a:noFill/>
            </a:ln>
          </p:spPr>
        </p:sp>
        <p:sp>
          <p:nvSpPr>
            <p:cNvPr id="1378" name="asset_3422_58">
              <a:extLst>
                <a:ext uri="{FF2B5EF4-FFF2-40B4-BE49-F238E27FC236}">
                  <a16:creationId xmlns:a16="http://schemas.microsoft.com/office/drawing/2014/main" id="{55A01054-349F-1A16-EDF9-A43768EBC870}"/>
                </a:ext>
              </a:extLst>
            </p:cNvPr>
            <p:cNvSpPr>
              <a:spLocks noGrp="1"/>
            </p:cNvSpPr>
            <p:nvPr/>
          </p:nvSpPr>
          <p:spPr>
            <a:xfrm>
              <a:off x="247737" y="4821086"/>
              <a:ext cx="41986" cy="4198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79" name="asset_3422_59">
              <a:extLst>
                <a:ext uri="{FF2B5EF4-FFF2-40B4-BE49-F238E27FC236}">
                  <a16:creationId xmlns:a16="http://schemas.microsoft.com/office/drawing/2014/main" id="{C1A5AEF5-98EA-3100-B831-1ABBCDF10C88}"/>
                </a:ext>
              </a:extLst>
            </p:cNvPr>
            <p:cNvSpPr>
              <a:spLocks noGrp="1"/>
            </p:cNvSpPr>
            <p:nvPr/>
          </p:nvSpPr>
          <p:spPr>
            <a:xfrm>
              <a:off x="256763" y="4829063"/>
              <a:ext cx="13645" cy="7977"/>
            </a:xfrm>
            <a:prstGeom prst="ellipse">
              <a:avLst/>
            </a:prstGeom>
            <a:gradFill>
              <a:gsLst>
                <a:gs pos="0">
                  <a:srgbClr val="FFFFFF">
                    <a:alpha val="65000"/>
                  </a:srgbClr>
                </a:gs>
                <a:gs pos="100000">
                  <a:srgbClr val="FFFFFF">
                    <a:alpha val="0"/>
                  </a:srgbClr>
                </a:gs>
              </a:gsLst>
              <a:lin ang="5400000"/>
            </a:gradFill>
            <a:ln w="3600">
              <a:noFill/>
            </a:ln>
          </p:spPr>
        </p:sp>
        <p:sp>
          <p:nvSpPr>
            <p:cNvPr id="1380" name="asset_3422_60">
              <a:extLst>
                <a:ext uri="{FF2B5EF4-FFF2-40B4-BE49-F238E27FC236}">
                  <a16:creationId xmlns:a16="http://schemas.microsoft.com/office/drawing/2014/main" id="{50839469-254F-A0C1-6B70-615D1531864D}"/>
                </a:ext>
              </a:extLst>
            </p:cNvPr>
            <p:cNvSpPr>
              <a:spLocks noGrp="1"/>
            </p:cNvSpPr>
            <p:nvPr/>
          </p:nvSpPr>
          <p:spPr>
            <a:xfrm>
              <a:off x="352013" y="4951727"/>
              <a:ext cx="41933" cy="4193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1" name="asset_3422_61">
              <a:extLst>
                <a:ext uri="{FF2B5EF4-FFF2-40B4-BE49-F238E27FC236}">
                  <a16:creationId xmlns:a16="http://schemas.microsoft.com/office/drawing/2014/main" id="{20946B5C-8E8E-B01A-E522-C1C94B55A006}"/>
                </a:ext>
              </a:extLst>
            </p:cNvPr>
            <p:cNvSpPr>
              <a:spLocks noGrp="1"/>
            </p:cNvSpPr>
            <p:nvPr/>
          </p:nvSpPr>
          <p:spPr>
            <a:xfrm>
              <a:off x="361028" y="4959695"/>
              <a:ext cx="13628" cy="7967"/>
            </a:xfrm>
            <a:prstGeom prst="ellipse">
              <a:avLst/>
            </a:prstGeom>
            <a:gradFill>
              <a:gsLst>
                <a:gs pos="0">
                  <a:srgbClr val="FFFFFF">
                    <a:alpha val="65000"/>
                  </a:srgbClr>
                </a:gs>
                <a:gs pos="100000">
                  <a:srgbClr val="FFFFFF">
                    <a:alpha val="0"/>
                  </a:srgbClr>
                </a:gs>
              </a:gsLst>
              <a:lin ang="5400000"/>
            </a:gradFill>
            <a:ln w="3600">
              <a:noFill/>
            </a:ln>
          </p:spPr>
        </p:sp>
        <p:sp>
          <p:nvSpPr>
            <p:cNvPr id="1382" name="asset_3422_62">
              <a:extLst>
                <a:ext uri="{FF2B5EF4-FFF2-40B4-BE49-F238E27FC236}">
                  <a16:creationId xmlns:a16="http://schemas.microsoft.com/office/drawing/2014/main" id="{C261760A-C396-4C69-4FB2-570363B76D2B}"/>
                </a:ext>
              </a:extLst>
            </p:cNvPr>
            <p:cNvSpPr>
              <a:spLocks noGrp="1"/>
            </p:cNvSpPr>
            <p:nvPr/>
          </p:nvSpPr>
          <p:spPr>
            <a:xfrm>
              <a:off x="280588" y="4991959"/>
              <a:ext cx="33271" cy="3327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3" name="asset_3422_63">
              <a:extLst>
                <a:ext uri="{FF2B5EF4-FFF2-40B4-BE49-F238E27FC236}">
                  <a16:creationId xmlns:a16="http://schemas.microsoft.com/office/drawing/2014/main" id="{95D4AECC-4C0E-4869-BD24-C98A4D27DBF3}"/>
                </a:ext>
              </a:extLst>
            </p:cNvPr>
            <p:cNvSpPr>
              <a:spLocks noGrp="1"/>
            </p:cNvSpPr>
            <p:nvPr/>
          </p:nvSpPr>
          <p:spPr>
            <a:xfrm>
              <a:off x="287741" y="4998280"/>
              <a:ext cx="10813" cy="6322"/>
            </a:xfrm>
            <a:prstGeom prst="ellipse">
              <a:avLst/>
            </a:prstGeom>
            <a:gradFill>
              <a:gsLst>
                <a:gs pos="0">
                  <a:srgbClr val="FFFFFF">
                    <a:alpha val="65000"/>
                  </a:srgbClr>
                </a:gs>
                <a:gs pos="100000">
                  <a:srgbClr val="FFFFFF">
                    <a:alpha val="0"/>
                  </a:srgbClr>
                </a:gs>
              </a:gsLst>
              <a:lin ang="5400000"/>
            </a:gradFill>
            <a:ln w="3600">
              <a:noFill/>
            </a:ln>
          </p:spPr>
        </p:sp>
        <p:sp>
          <p:nvSpPr>
            <p:cNvPr id="1384" name="asset_3422_64">
              <a:extLst>
                <a:ext uri="{FF2B5EF4-FFF2-40B4-BE49-F238E27FC236}">
                  <a16:creationId xmlns:a16="http://schemas.microsoft.com/office/drawing/2014/main" id="{EF4314FD-3B81-AC6B-4EF1-6B0247A76615}"/>
                </a:ext>
              </a:extLst>
            </p:cNvPr>
            <p:cNvSpPr>
              <a:spLocks noGrp="1"/>
            </p:cNvSpPr>
            <p:nvPr/>
          </p:nvSpPr>
          <p:spPr>
            <a:xfrm>
              <a:off x="335774" y="4884877"/>
              <a:ext cx="37623" cy="3762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5" name="asset_3422_65">
              <a:extLst>
                <a:ext uri="{FF2B5EF4-FFF2-40B4-BE49-F238E27FC236}">
                  <a16:creationId xmlns:a16="http://schemas.microsoft.com/office/drawing/2014/main" id="{59BE31B4-42C6-EC42-43BD-50A0A5581CB9}"/>
                </a:ext>
              </a:extLst>
            </p:cNvPr>
            <p:cNvSpPr>
              <a:spLocks noGrp="1"/>
            </p:cNvSpPr>
            <p:nvPr/>
          </p:nvSpPr>
          <p:spPr>
            <a:xfrm>
              <a:off x="343862" y="4892025"/>
              <a:ext cx="12227" cy="7148"/>
            </a:xfrm>
            <a:prstGeom prst="ellipse">
              <a:avLst/>
            </a:prstGeom>
            <a:gradFill>
              <a:gsLst>
                <a:gs pos="0">
                  <a:srgbClr val="FFFFFF">
                    <a:alpha val="65000"/>
                  </a:srgbClr>
                </a:gs>
                <a:gs pos="100000">
                  <a:srgbClr val="FFFFFF">
                    <a:alpha val="0"/>
                  </a:srgbClr>
                </a:gs>
              </a:gsLst>
              <a:lin ang="5400000"/>
            </a:gradFill>
            <a:ln w="3600">
              <a:noFill/>
            </a:ln>
          </p:spPr>
        </p:sp>
        <p:sp>
          <p:nvSpPr>
            <p:cNvPr id="1386" name="asset_3422_66">
              <a:extLst>
                <a:ext uri="{FF2B5EF4-FFF2-40B4-BE49-F238E27FC236}">
                  <a16:creationId xmlns:a16="http://schemas.microsoft.com/office/drawing/2014/main" id="{942AD861-633D-D5A0-43DA-97DAC7D17CE9}"/>
                </a:ext>
              </a:extLst>
            </p:cNvPr>
            <p:cNvSpPr>
              <a:spLocks noGrp="1"/>
            </p:cNvSpPr>
            <p:nvPr/>
          </p:nvSpPr>
          <p:spPr>
            <a:xfrm>
              <a:off x="328939" y="4981497"/>
              <a:ext cx="33522" cy="33522"/>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387" name="asset_3422_67">
              <a:extLst>
                <a:ext uri="{FF2B5EF4-FFF2-40B4-BE49-F238E27FC236}">
                  <a16:creationId xmlns:a16="http://schemas.microsoft.com/office/drawing/2014/main" id="{41FF9A94-22D8-EC1B-5A83-3CE6CC60C904}"/>
                </a:ext>
              </a:extLst>
            </p:cNvPr>
            <p:cNvSpPr>
              <a:spLocks noGrp="1"/>
            </p:cNvSpPr>
            <p:nvPr/>
          </p:nvSpPr>
          <p:spPr>
            <a:xfrm>
              <a:off x="336146" y="4987866"/>
              <a:ext cx="10895" cy="6369"/>
            </a:xfrm>
            <a:prstGeom prst="ellipse">
              <a:avLst/>
            </a:prstGeom>
            <a:gradFill>
              <a:gsLst>
                <a:gs pos="0">
                  <a:srgbClr val="FFFFFF">
                    <a:alpha val="65000"/>
                  </a:srgbClr>
                </a:gs>
                <a:gs pos="100000">
                  <a:srgbClr val="FFFFFF">
                    <a:alpha val="0"/>
                  </a:srgbClr>
                </a:gs>
              </a:gsLst>
              <a:lin ang="5400000"/>
            </a:gradFill>
            <a:ln w="3600">
              <a:noFill/>
            </a:ln>
          </p:spPr>
        </p:sp>
        <p:sp>
          <p:nvSpPr>
            <p:cNvPr id="1388" name="asset_3422_68">
              <a:extLst>
                <a:ext uri="{FF2B5EF4-FFF2-40B4-BE49-F238E27FC236}">
                  <a16:creationId xmlns:a16="http://schemas.microsoft.com/office/drawing/2014/main" id="{97DEADC4-375C-4C05-3156-678B0C8226E5}"/>
                </a:ext>
              </a:extLst>
            </p:cNvPr>
            <p:cNvSpPr>
              <a:spLocks noGrp="1"/>
            </p:cNvSpPr>
            <p:nvPr/>
          </p:nvSpPr>
          <p:spPr>
            <a:xfrm>
              <a:off x="252204" y="4955574"/>
              <a:ext cx="31928" cy="3192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89" name="asset_3422_69">
              <a:extLst>
                <a:ext uri="{FF2B5EF4-FFF2-40B4-BE49-F238E27FC236}">
                  <a16:creationId xmlns:a16="http://schemas.microsoft.com/office/drawing/2014/main" id="{9D49C6DC-5879-9CD6-D171-8FA8EBCF7BF1}"/>
                </a:ext>
              </a:extLst>
            </p:cNvPr>
            <p:cNvSpPr>
              <a:spLocks noGrp="1"/>
            </p:cNvSpPr>
            <p:nvPr/>
          </p:nvSpPr>
          <p:spPr>
            <a:xfrm>
              <a:off x="259069" y="4961640"/>
              <a:ext cx="10376" cy="6066"/>
            </a:xfrm>
            <a:prstGeom prst="ellipse">
              <a:avLst/>
            </a:prstGeom>
            <a:gradFill>
              <a:gsLst>
                <a:gs pos="0">
                  <a:srgbClr val="FFFFFF">
                    <a:alpha val="65000"/>
                  </a:srgbClr>
                </a:gs>
                <a:gs pos="100000">
                  <a:srgbClr val="FFFFFF">
                    <a:alpha val="0"/>
                  </a:srgbClr>
                </a:gs>
              </a:gsLst>
              <a:lin ang="5400000"/>
            </a:gradFill>
            <a:ln w="3600">
              <a:noFill/>
            </a:ln>
          </p:spPr>
        </p:sp>
        <p:sp>
          <p:nvSpPr>
            <p:cNvPr id="1390" name="asset_3422_70">
              <a:extLst>
                <a:ext uri="{FF2B5EF4-FFF2-40B4-BE49-F238E27FC236}">
                  <a16:creationId xmlns:a16="http://schemas.microsoft.com/office/drawing/2014/main" id="{41234642-59FA-8F6F-B9E1-FC86F49F0371}"/>
                </a:ext>
              </a:extLst>
            </p:cNvPr>
            <p:cNvSpPr>
              <a:spLocks noGrp="1"/>
            </p:cNvSpPr>
            <p:nvPr/>
          </p:nvSpPr>
          <p:spPr>
            <a:xfrm>
              <a:off x="351225" y="4959284"/>
              <a:ext cx="35375" cy="35375"/>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1" name="asset_3422_71">
              <a:extLst>
                <a:ext uri="{FF2B5EF4-FFF2-40B4-BE49-F238E27FC236}">
                  <a16:creationId xmlns:a16="http://schemas.microsoft.com/office/drawing/2014/main" id="{65231BD1-B4C3-F85A-F7E1-C5BFA0E5968F}"/>
                </a:ext>
              </a:extLst>
            </p:cNvPr>
            <p:cNvSpPr>
              <a:spLocks noGrp="1"/>
            </p:cNvSpPr>
            <p:nvPr/>
          </p:nvSpPr>
          <p:spPr>
            <a:xfrm>
              <a:off x="358831" y="4966005"/>
              <a:ext cx="11497" cy="6721"/>
            </a:xfrm>
            <a:prstGeom prst="ellipse">
              <a:avLst/>
            </a:prstGeom>
            <a:gradFill>
              <a:gsLst>
                <a:gs pos="0">
                  <a:srgbClr val="FFFFFF">
                    <a:alpha val="65000"/>
                  </a:srgbClr>
                </a:gs>
                <a:gs pos="100000">
                  <a:srgbClr val="FFFFFF">
                    <a:alpha val="0"/>
                  </a:srgbClr>
                </a:gs>
              </a:gsLst>
              <a:lin ang="5400000"/>
            </a:gradFill>
            <a:ln w="3600">
              <a:noFill/>
            </a:ln>
          </p:spPr>
        </p:sp>
        <p:sp>
          <p:nvSpPr>
            <p:cNvPr id="1392" name="asset_3422_72">
              <a:extLst>
                <a:ext uri="{FF2B5EF4-FFF2-40B4-BE49-F238E27FC236}">
                  <a16:creationId xmlns:a16="http://schemas.microsoft.com/office/drawing/2014/main" id="{97DAE6CE-6796-2E2A-1467-FEE328A8099A}"/>
                </a:ext>
              </a:extLst>
            </p:cNvPr>
            <p:cNvSpPr>
              <a:spLocks noGrp="1"/>
            </p:cNvSpPr>
            <p:nvPr/>
          </p:nvSpPr>
          <p:spPr>
            <a:xfrm>
              <a:off x="283858" y="4807960"/>
              <a:ext cx="50708" cy="5070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3" name="asset_3422_73">
              <a:extLst>
                <a:ext uri="{FF2B5EF4-FFF2-40B4-BE49-F238E27FC236}">
                  <a16:creationId xmlns:a16="http://schemas.microsoft.com/office/drawing/2014/main" id="{5B8B712B-0248-552D-1402-1CD77914548B}"/>
                </a:ext>
              </a:extLst>
            </p:cNvPr>
            <p:cNvSpPr>
              <a:spLocks noGrp="1"/>
            </p:cNvSpPr>
            <p:nvPr/>
          </p:nvSpPr>
          <p:spPr>
            <a:xfrm>
              <a:off x="294760" y="4817594"/>
              <a:ext cx="16480" cy="9635"/>
            </a:xfrm>
            <a:prstGeom prst="ellipse">
              <a:avLst/>
            </a:prstGeom>
            <a:gradFill>
              <a:gsLst>
                <a:gs pos="0">
                  <a:srgbClr val="FFFFFF">
                    <a:alpha val="65000"/>
                  </a:srgbClr>
                </a:gs>
                <a:gs pos="100000">
                  <a:srgbClr val="FFFFFF">
                    <a:alpha val="0"/>
                  </a:srgbClr>
                </a:gs>
              </a:gsLst>
              <a:lin ang="5400000"/>
            </a:gradFill>
            <a:ln w="3600">
              <a:noFill/>
            </a:ln>
          </p:spPr>
        </p:sp>
        <p:sp>
          <p:nvSpPr>
            <p:cNvPr id="1394" name="asset_3422_74">
              <a:extLst>
                <a:ext uri="{FF2B5EF4-FFF2-40B4-BE49-F238E27FC236}">
                  <a16:creationId xmlns:a16="http://schemas.microsoft.com/office/drawing/2014/main" id="{2646C4E3-91A5-CA61-A5CC-09F4F0188022}"/>
                </a:ext>
              </a:extLst>
            </p:cNvPr>
            <p:cNvSpPr>
              <a:spLocks noGrp="1"/>
            </p:cNvSpPr>
            <p:nvPr/>
          </p:nvSpPr>
          <p:spPr>
            <a:xfrm>
              <a:off x="227957" y="4916303"/>
              <a:ext cx="43904" cy="439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5" name="asset_3422_75">
              <a:extLst>
                <a:ext uri="{FF2B5EF4-FFF2-40B4-BE49-F238E27FC236}">
                  <a16:creationId xmlns:a16="http://schemas.microsoft.com/office/drawing/2014/main" id="{4EF13AFC-1814-3AC3-4BE8-2920BF2E8FD5}"/>
                </a:ext>
              </a:extLst>
            </p:cNvPr>
            <p:cNvSpPr>
              <a:spLocks noGrp="1"/>
            </p:cNvSpPr>
            <p:nvPr/>
          </p:nvSpPr>
          <p:spPr>
            <a:xfrm>
              <a:off x="237396" y="4924644"/>
              <a:ext cx="14269" cy="8342"/>
            </a:xfrm>
            <a:prstGeom prst="ellipse">
              <a:avLst/>
            </a:prstGeom>
            <a:gradFill>
              <a:gsLst>
                <a:gs pos="0">
                  <a:srgbClr val="FFFFFF">
                    <a:alpha val="65000"/>
                  </a:srgbClr>
                </a:gs>
                <a:gs pos="100000">
                  <a:srgbClr val="FFFFFF">
                    <a:alpha val="0"/>
                  </a:srgbClr>
                </a:gs>
              </a:gsLst>
              <a:lin ang="5400000"/>
            </a:gradFill>
            <a:ln w="3600">
              <a:noFill/>
            </a:ln>
          </p:spPr>
        </p:sp>
        <p:sp>
          <p:nvSpPr>
            <p:cNvPr id="1396" name="asset_3422_76">
              <a:extLst>
                <a:ext uri="{FF2B5EF4-FFF2-40B4-BE49-F238E27FC236}">
                  <a16:creationId xmlns:a16="http://schemas.microsoft.com/office/drawing/2014/main" id="{205E869B-12A8-7301-607A-E7F6C15CE78B}"/>
                </a:ext>
              </a:extLst>
            </p:cNvPr>
            <p:cNvSpPr>
              <a:spLocks noGrp="1"/>
            </p:cNvSpPr>
            <p:nvPr/>
          </p:nvSpPr>
          <p:spPr>
            <a:xfrm>
              <a:off x="308000" y="4902881"/>
              <a:ext cx="50802" cy="5080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397" name="asset_3422_77">
              <a:extLst>
                <a:ext uri="{FF2B5EF4-FFF2-40B4-BE49-F238E27FC236}">
                  <a16:creationId xmlns:a16="http://schemas.microsoft.com/office/drawing/2014/main" id="{E0410E34-BBBC-DC69-6AED-677F08626CFB}"/>
                </a:ext>
              </a:extLst>
            </p:cNvPr>
            <p:cNvSpPr>
              <a:spLocks noGrp="1"/>
            </p:cNvSpPr>
            <p:nvPr/>
          </p:nvSpPr>
          <p:spPr>
            <a:xfrm>
              <a:off x="318923" y="4912533"/>
              <a:ext cx="16511" cy="9652"/>
            </a:xfrm>
            <a:prstGeom prst="ellipse">
              <a:avLst/>
            </a:prstGeom>
            <a:gradFill>
              <a:gsLst>
                <a:gs pos="0">
                  <a:srgbClr val="FFFFFF">
                    <a:alpha val="65000"/>
                  </a:srgbClr>
                </a:gs>
                <a:gs pos="100000">
                  <a:srgbClr val="FFFFFF">
                    <a:alpha val="0"/>
                  </a:srgbClr>
                </a:gs>
              </a:gsLst>
              <a:lin ang="5400000"/>
            </a:gradFill>
            <a:ln w="3600">
              <a:noFill/>
            </a:ln>
          </p:spPr>
        </p:sp>
        <p:sp>
          <p:nvSpPr>
            <p:cNvPr id="1398" name="asset_3422_78">
              <a:extLst>
                <a:ext uri="{FF2B5EF4-FFF2-40B4-BE49-F238E27FC236}">
                  <a16:creationId xmlns:a16="http://schemas.microsoft.com/office/drawing/2014/main" id="{1D955330-36B3-BC61-BE93-DA48B3F01DD3}"/>
                </a:ext>
              </a:extLst>
            </p:cNvPr>
            <p:cNvSpPr>
              <a:spLocks noGrp="1"/>
            </p:cNvSpPr>
            <p:nvPr/>
          </p:nvSpPr>
          <p:spPr>
            <a:xfrm>
              <a:off x="221278" y="4892246"/>
              <a:ext cx="31003" cy="3100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399" name="asset_3422_79">
              <a:extLst>
                <a:ext uri="{FF2B5EF4-FFF2-40B4-BE49-F238E27FC236}">
                  <a16:creationId xmlns:a16="http://schemas.microsoft.com/office/drawing/2014/main" id="{D3534057-214E-054A-0678-B5B0364CFC21}"/>
                </a:ext>
              </a:extLst>
            </p:cNvPr>
            <p:cNvSpPr>
              <a:spLocks noGrp="1"/>
            </p:cNvSpPr>
            <p:nvPr/>
          </p:nvSpPr>
          <p:spPr>
            <a:xfrm>
              <a:off x="227943" y="4898137"/>
              <a:ext cx="10076" cy="5890"/>
            </a:xfrm>
            <a:prstGeom prst="ellipse">
              <a:avLst/>
            </a:prstGeom>
            <a:gradFill>
              <a:gsLst>
                <a:gs pos="0">
                  <a:srgbClr val="FFFFFF">
                    <a:alpha val="65000"/>
                  </a:srgbClr>
                </a:gs>
                <a:gs pos="100000">
                  <a:srgbClr val="FFFFFF">
                    <a:alpha val="0"/>
                  </a:srgbClr>
                </a:gs>
              </a:gsLst>
              <a:lin ang="5400000"/>
            </a:gradFill>
            <a:ln w="3600">
              <a:noFill/>
            </a:ln>
          </p:spPr>
        </p:sp>
        <p:sp>
          <p:nvSpPr>
            <p:cNvPr id="1400" name="asset_3422_80">
              <a:extLst>
                <a:ext uri="{FF2B5EF4-FFF2-40B4-BE49-F238E27FC236}">
                  <a16:creationId xmlns:a16="http://schemas.microsoft.com/office/drawing/2014/main" id="{26C05388-4DEE-2F66-8912-EA6C907FE5F6}"/>
                </a:ext>
              </a:extLst>
            </p:cNvPr>
            <p:cNvSpPr>
              <a:spLocks noGrp="1"/>
            </p:cNvSpPr>
            <p:nvPr/>
          </p:nvSpPr>
          <p:spPr>
            <a:xfrm>
              <a:off x="245288" y="4946120"/>
              <a:ext cx="42319" cy="42319"/>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1" name="asset_3422_81">
              <a:extLst>
                <a:ext uri="{FF2B5EF4-FFF2-40B4-BE49-F238E27FC236}">
                  <a16:creationId xmlns:a16="http://schemas.microsoft.com/office/drawing/2014/main" id="{58FCBAFA-8804-8857-A6EE-1A97E8649505}"/>
                </a:ext>
              </a:extLst>
            </p:cNvPr>
            <p:cNvSpPr>
              <a:spLocks noGrp="1"/>
            </p:cNvSpPr>
            <p:nvPr/>
          </p:nvSpPr>
          <p:spPr>
            <a:xfrm>
              <a:off x="254387" y="4954160"/>
              <a:ext cx="13754" cy="8041"/>
            </a:xfrm>
            <a:prstGeom prst="ellipse">
              <a:avLst/>
            </a:prstGeom>
            <a:gradFill>
              <a:gsLst>
                <a:gs pos="0">
                  <a:srgbClr val="FFFFFF">
                    <a:alpha val="65000"/>
                  </a:srgbClr>
                </a:gs>
                <a:gs pos="100000">
                  <a:srgbClr val="FFFFFF">
                    <a:alpha val="0"/>
                  </a:srgbClr>
                </a:gs>
              </a:gsLst>
              <a:lin ang="5400000"/>
            </a:gradFill>
            <a:ln w="3600">
              <a:noFill/>
            </a:ln>
          </p:spPr>
        </p:sp>
        <p:sp>
          <p:nvSpPr>
            <p:cNvPr id="1402" name="asset_3422_82">
              <a:extLst>
                <a:ext uri="{FF2B5EF4-FFF2-40B4-BE49-F238E27FC236}">
                  <a16:creationId xmlns:a16="http://schemas.microsoft.com/office/drawing/2014/main" id="{B4AF2FBF-3BB0-1A56-3EDA-C9C35BC1CC2C}"/>
                </a:ext>
              </a:extLst>
            </p:cNvPr>
            <p:cNvSpPr>
              <a:spLocks noGrp="1"/>
            </p:cNvSpPr>
            <p:nvPr/>
          </p:nvSpPr>
          <p:spPr>
            <a:xfrm>
              <a:off x="295710" y="4881024"/>
              <a:ext cx="31860" cy="3186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3" name="asset_3422_83">
              <a:extLst>
                <a:ext uri="{FF2B5EF4-FFF2-40B4-BE49-F238E27FC236}">
                  <a16:creationId xmlns:a16="http://schemas.microsoft.com/office/drawing/2014/main" id="{BAB91C6D-DEF3-947D-F491-016EFDE83DAD}"/>
                </a:ext>
              </a:extLst>
            </p:cNvPr>
            <p:cNvSpPr>
              <a:spLocks noGrp="1"/>
            </p:cNvSpPr>
            <p:nvPr/>
          </p:nvSpPr>
          <p:spPr>
            <a:xfrm>
              <a:off x="302560" y="4887077"/>
              <a:ext cx="10354" cy="6053"/>
            </a:xfrm>
            <a:prstGeom prst="ellipse">
              <a:avLst/>
            </a:prstGeom>
            <a:gradFill>
              <a:gsLst>
                <a:gs pos="0">
                  <a:srgbClr val="FFFFFF">
                    <a:alpha val="65000"/>
                  </a:srgbClr>
                </a:gs>
                <a:gs pos="100000">
                  <a:srgbClr val="FFFFFF">
                    <a:alpha val="0"/>
                  </a:srgbClr>
                </a:gs>
              </a:gsLst>
              <a:lin ang="5400000"/>
            </a:gradFill>
            <a:ln w="3600">
              <a:noFill/>
            </a:ln>
          </p:spPr>
        </p:sp>
        <p:sp>
          <p:nvSpPr>
            <p:cNvPr id="1404" name="asset_3422_84">
              <a:extLst>
                <a:ext uri="{FF2B5EF4-FFF2-40B4-BE49-F238E27FC236}">
                  <a16:creationId xmlns:a16="http://schemas.microsoft.com/office/drawing/2014/main" id="{FF158B71-E1A3-CD3B-5D23-8EA31DEE4AD5}"/>
                </a:ext>
              </a:extLst>
            </p:cNvPr>
            <p:cNvSpPr>
              <a:spLocks noGrp="1"/>
            </p:cNvSpPr>
            <p:nvPr/>
          </p:nvSpPr>
          <p:spPr>
            <a:xfrm>
              <a:off x="220856" y="4873218"/>
              <a:ext cx="35097" cy="3509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5" name="asset_3422_85">
              <a:extLst>
                <a:ext uri="{FF2B5EF4-FFF2-40B4-BE49-F238E27FC236}">
                  <a16:creationId xmlns:a16="http://schemas.microsoft.com/office/drawing/2014/main" id="{0DFCE3CB-9380-9080-62CE-E600E22BD765}"/>
                </a:ext>
              </a:extLst>
            </p:cNvPr>
            <p:cNvSpPr>
              <a:spLocks noGrp="1"/>
            </p:cNvSpPr>
            <p:nvPr/>
          </p:nvSpPr>
          <p:spPr>
            <a:xfrm>
              <a:off x="228402" y="4879887"/>
              <a:ext cx="11407" cy="6669"/>
            </a:xfrm>
            <a:prstGeom prst="ellipse">
              <a:avLst/>
            </a:prstGeom>
            <a:gradFill>
              <a:gsLst>
                <a:gs pos="0">
                  <a:srgbClr val="FFFFFF">
                    <a:alpha val="65000"/>
                  </a:srgbClr>
                </a:gs>
                <a:gs pos="100000">
                  <a:srgbClr val="FFFFFF">
                    <a:alpha val="0"/>
                  </a:srgbClr>
                </a:gs>
              </a:gsLst>
              <a:lin ang="5400000"/>
            </a:gradFill>
            <a:ln w="3600">
              <a:noFill/>
            </a:ln>
          </p:spPr>
        </p:sp>
        <p:sp>
          <p:nvSpPr>
            <p:cNvPr id="1406" name="asset_3422_86">
              <a:extLst>
                <a:ext uri="{FF2B5EF4-FFF2-40B4-BE49-F238E27FC236}">
                  <a16:creationId xmlns:a16="http://schemas.microsoft.com/office/drawing/2014/main" id="{5257BCC6-6B37-38B5-750A-B9FB1D37D4CF}"/>
                </a:ext>
              </a:extLst>
            </p:cNvPr>
            <p:cNvSpPr>
              <a:spLocks noGrp="1"/>
            </p:cNvSpPr>
            <p:nvPr/>
          </p:nvSpPr>
          <p:spPr>
            <a:xfrm>
              <a:off x="196153" y="4954990"/>
              <a:ext cx="38214" cy="3821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07" name="asset_3422_87">
              <a:extLst>
                <a:ext uri="{FF2B5EF4-FFF2-40B4-BE49-F238E27FC236}">
                  <a16:creationId xmlns:a16="http://schemas.microsoft.com/office/drawing/2014/main" id="{C9B4B7F3-7C3E-4BA4-BD2B-D0D02B4B9EFA}"/>
                </a:ext>
              </a:extLst>
            </p:cNvPr>
            <p:cNvSpPr>
              <a:spLocks noGrp="1"/>
            </p:cNvSpPr>
            <p:nvPr/>
          </p:nvSpPr>
          <p:spPr>
            <a:xfrm>
              <a:off x="204369" y="4962251"/>
              <a:ext cx="12420" cy="7261"/>
            </a:xfrm>
            <a:prstGeom prst="ellipse">
              <a:avLst/>
            </a:prstGeom>
            <a:gradFill>
              <a:gsLst>
                <a:gs pos="0">
                  <a:srgbClr val="FFFFFF">
                    <a:alpha val="65000"/>
                  </a:srgbClr>
                </a:gs>
                <a:gs pos="100000">
                  <a:srgbClr val="FFFFFF">
                    <a:alpha val="0"/>
                  </a:srgbClr>
                </a:gs>
              </a:gsLst>
              <a:lin ang="5400000"/>
            </a:gradFill>
            <a:ln w="3600">
              <a:noFill/>
            </a:ln>
          </p:spPr>
        </p:sp>
        <p:sp>
          <p:nvSpPr>
            <p:cNvPr id="1408" name="asset_3422_88">
              <a:extLst>
                <a:ext uri="{FF2B5EF4-FFF2-40B4-BE49-F238E27FC236}">
                  <a16:creationId xmlns:a16="http://schemas.microsoft.com/office/drawing/2014/main" id="{9C47EB2E-2202-16D6-FA41-E794D3D49ABC}"/>
                </a:ext>
              </a:extLst>
            </p:cNvPr>
            <p:cNvSpPr>
              <a:spLocks noGrp="1"/>
            </p:cNvSpPr>
            <p:nvPr/>
          </p:nvSpPr>
          <p:spPr>
            <a:xfrm>
              <a:off x="311634" y="4857039"/>
              <a:ext cx="32924" cy="32924"/>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09" name="asset_3422_89">
              <a:extLst>
                <a:ext uri="{FF2B5EF4-FFF2-40B4-BE49-F238E27FC236}">
                  <a16:creationId xmlns:a16="http://schemas.microsoft.com/office/drawing/2014/main" id="{3D7A6E9E-92C0-ED2C-9FAB-28497D2F2124}"/>
                </a:ext>
              </a:extLst>
            </p:cNvPr>
            <p:cNvSpPr>
              <a:spLocks noGrp="1"/>
            </p:cNvSpPr>
            <p:nvPr/>
          </p:nvSpPr>
          <p:spPr>
            <a:xfrm>
              <a:off x="318713" y="4863294"/>
              <a:ext cx="10700" cy="6255"/>
            </a:xfrm>
            <a:prstGeom prst="ellipse">
              <a:avLst/>
            </a:prstGeom>
            <a:gradFill>
              <a:gsLst>
                <a:gs pos="0">
                  <a:srgbClr val="FFFFFF">
                    <a:alpha val="65000"/>
                  </a:srgbClr>
                </a:gs>
                <a:gs pos="100000">
                  <a:srgbClr val="FFFFFF">
                    <a:alpha val="0"/>
                  </a:srgbClr>
                </a:gs>
              </a:gsLst>
              <a:lin ang="5400000"/>
            </a:gradFill>
            <a:ln w="3600">
              <a:noFill/>
            </a:ln>
          </p:spPr>
        </p:sp>
        <p:sp>
          <p:nvSpPr>
            <p:cNvPr id="1410" name="asset_3422_90">
              <a:extLst>
                <a:ext uri="{FF2B5EF4-FFF2-40B4-BE49-F238E27FC236}">
                  <a16:creationId xmlns:a16="http://schemas.microsoft.com/office/drawing/2014/main" id="{06F5C2D0-D556-FCF2-A437-9F7F71693FF5}"/>
                </a:ext>
              </a:extLst>
            </p:cNvPr>
            <p:cNvSpPr>
              <a:spLocks noGrp="1"/>
            </p:cNvSpPr>
            <p:nvPr/>
          </p:nvSpPr>
          <p:spPr>
            <a:xfrm>
              <a:off x="222322" y="4929964"/>
              <a:ext cx="42100" cy="4210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1" name="asset_3422_91">
              <a:extLst>
                <a:ext uri="{FF2B5EF4-FFF2-40B4-BE49-F238E27FC236}">
                  <a16:creationId xmlns:a16="http://schemas.microsoft.com/office/drawing/2014/main" id="{36C49975-94FE-2741-4CEA-A47ADC9B588E}"/>
                </a:ext>
              </a:extLst>
            </p:cNvPr>
            <p:cNvSpPr>
              <a:spLocks noGrp="1"/>
            </p:cNvSpPr>
            <p:nvPr/>
          </p:nvSpPr>
          <p:spPr>
            <a:xfrm>
              <a:off x="231373" y="4937963"/>
              <a:ext cx="13683" cy="7999"/>
            </a:xfrm>
            <a:prstGeom prst="ellipse">
              <a:avLst/>
            </a:prstGeom>
            <a:gradFill>
              <a:gsLst>
                <a:gs pos="0">
                  <a:srgbClr val="FFFFFF">
                    <a:alpha val="65000"/>
                  </a:srgbClr>
                </a:gs>
                <a:gs pos="100000">
                  <a:srgbClr val="FFFFFF">
                    <a:alpha val="0"/>
                  </a:srgbClr>
                </a:gs>
              </a:gsLst>
              <a:lin ang="5400000"/>
            </a:gradFill>
            <a:ln w="3600">
              <a:noFill/>
            </a:ln>
          </p:spPr>
        </p:sp>
        <p:sp>
          <p:nvSpPr>
            <p:cNvPr id="1412" name="asset_3422_92">
              <a:extLst>
                <a:ext uri="{FF2B5EF4-FFF2-40B4-BE49-F238E27FC236}">
                  <a16:creationId xmlns:a16="http://schemas.microsoft.com/office/drawing/2014/main" id="{08518CB7-5FC9-399E-7522-87750B3BD07E}"/>
                </a:ext>
              </a:extLst>
            </p:cNvPr>
            <p:cNvSpPr>
              <a:spLocks noGrp="1"/>
            </p:cNvSpPr>
            <p:nvPr/>
          </p:nvSpPr>
          <p:spPr>
            <a:xfrm>
              <a:off x="290257" y="4968623"/>
              <a:ext cx="44062" cy="44062"/>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3" name="asset_3422_93">
              <a:extLst>
                <a:ext uri="{FF2B5EF4-FFF2-40B4-BE49-F238E27FC236}">
                  <a16:creationId xmlns:a16="http://schemas.microsoft.com/office/drawing/2014/main" id="{9F7909F0-C743-5248-E9D0-3EAB7BED8322}"/>
                </a:ext>
              </a:extLst>
            </p:cNvPr>
            <p:cNvSpPr>
              <a:spLocks noGrp="1"/>
            </p:cNvSpPr>
            <p:nvPr/>
          </p:nvSpPr>
          <p:spPr>
            <a:xfrm>
              <a:off x="299730" y="4976995"/>
              <a:ext cx="14320" cy="8372"/>
            </a:xfrm>
            <a:prstGeom prst="ellipse">
              <a:avLst/>
            </a:prstGeom>
            <a:gradFill>
              <a:gsLst>
                <a:gs pos="0">
                  <a:srgbClr val="FFFFFF">
                    <a:alpha val="65000"/>
                  </a:srgbClr>
                </a:gs>
                <a:gs pos="100000">
                  <a:srgbClr val="FFFFFF">
                    <a:alpha val="0"/>
                  </a:srgbClr>
                </a:gs>
              </a:gsLst>
              <a:lin ang="5400000"/>
            </a:gradFill>
            <a:ln w="3600">
              <a:noFill/>
            </a:ln>
          </p:spPr>
        </p:sp>
        <p:sp>
          <p:nvSpPr>
            <p:cNvPr id="1414" name="asset_3422_94">
              <a:extLst>
                <a:ext uri="{FF2B5EF4-FFF2-40B4-BE49-F238E27FC236}">
                  <a16:creationId xmlns:a16="http://schemas.microsoft.com/office/drawing/2014/main" id="{CC657E90-9303-E3F4-A56D-D23BBA806602}"/>
                </a:ext>
              </a:extLst>
            </p:cNvPr>
            <p:cNvSpPr>
              <a:spLocks noGrp="1"/>
            </p:cNvSpPr>
            <p:nvPr/>
          </p:nvSpPr>
          <p:spPr>
            <a:xfrm>
              <a:off x="278874" y="4994845"/>
              <a:ext cx="47350" cy="4735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5" name="asset_3422_95">
              <a:extLst>
                <a:ext uri="{FF2B5EF4-FFF2-40B4-BE49-F238E27FC236}">
                  <a16:creationId xmlns:a16="http://schemas.microsoft.com/office/drawing/2014/main" id="{2EE0A96B-A2A7-ADF9-A755-732FC6BCD648}"/>
                </a:ext>
              </a:extLst>
            </p:cNvPr>
            <p:cNvSpPr>
              <a:spLocks noGrp="1"/>
            </p:cNvSpPr>
            <p:nvPr/>
          </p:nvSpPr>
          <p:spPr>
            <a:xfrm>
              <a:off x="289054" y="5003841"/>
              <a:ext cx="15389" cy="8996"/>
            </a:xfrm>
            <a:prstGeom prst="ellipse">
              <a:avLst/>
            </a:prstGeom>
            <a:gradFill>
              <a:gsLst>
                <a:gs pos="0">
                  <a:srgbClr val="FFFFFF">
                    <a:alpha val="65000"/>
                  </a:srgbClr>
                </a:gs>
                <a:gs pos="100000">
                  <a:srgbClr val="FFFFFF">
                    <a:alpha val="0"/>
                  </a:srgbClr>
                </a:gs>
              </a:gsLst>
              <a:lin ang="5400000"/>
            </a:gradFill>
            <a:ln w="3600">
              <a:noFill/>
            </a:ln>
          </p:spPr>
        </p:sp>
        <p:sp>
          <p:nvSpPr>
            <p:cNvPr id="1416" name="asset_3422_96">
              <a:extLst>
                <a:ext uri="{FF2B5EF4-FFF2-40B4-BE49-F238E27FC236}">
                  <a16:creationId xmlns:a16="http://schemas.microsoft.com/office/drawing/2014/main" id="{47FFD0DE-B302-69C4-5EAD-3F3D18DDE18A}"/>
                </a:ext>
              </a:extLst>
            </p:cNvPr>
            <p:cNvSpPr>
              <a:spLocks noGrp="1"/>
            </p:cNvSpPr>
            <p:nvPr/>
          </p:nvSpPr>
          <p:spPr>
            <a:xfrm>
              <a:off x="339177" y="4942783"/>
              <a:ext cx="35427" cy="3542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7" name="asset_3422_97">
              <a:extLst>
                <a:ext uri="{FF2B5EF4-FFF2-40B4-BE49-F238E27FC236}">
                  <a16:creationId xmlns:a16="http://schemas.microsoft.com/office/drawing/2014/main" id="{370AA74C-C27E-E32F-89A5-8D03D4E5EE05}"/>
                </a:ext>
              </a:extLst>
            </p:cNvPr>
            <p:cNvSpPr>
              <a:spLocks noGrp="1"/>
            </p:cNvSpPr>
            <p:nvPr/>
          </p:nvSpPr>
          <p:spPr>
            <a:xfrm>
              <a:off x="346794" y="4949514"/>
              <a:ext cx="11514" cy="6731"/>
            </a:xfrm>
            <a:prstGeom prst="ellipse">
              <a:avLst/>
            </a:prstGeom>
            <a:gradFill>
              <a:gsLst>
                <a:gs pos="0">
                  <a:srgbClr val="FFFFFF">
                    <a:alpha val="65000"/>
                  </a:srgbClr>
                </a:gs>
                <a:gs pos="100000">
                  <a:srgbClr val="FFFFFF">
                    <a:alpha val="0"/>
                  </a:srgbClr>
                </a:gs>
              </a:gsLst>
              <a:lin ang="5400000"/>
            </a:gradFill>
            <a:ln w="3600">
              <a:noFill/>
            </a:ln>
          </p:spPr>
        </p:sp>
        <p:sp>
          <p:nvSpPr>
            <p:cNvPr id="1418" name="asset_3422_98">
              <a:extLst>
                <a:ext uri="{FF2B5EF4-FFF2-40B4-BE49-F238E27FC236}">
                  <a16:creationId xmlns:a16="http://schemas.microsoft.com/office/drawing/2014/main" id="{B3EFF36E-0DA8-B002-B991-18C5DE41D9D0}"/>
                </a:ext>
              </a:extLst>
            </p:cNvPr>
            <p:cNvSpPr>
              <a:spLocks noGrp="1"/>
            </p:cNvSpPr>
            <p:nvPr/>
          </p:nvSpPr>
          <p:spPr>
            <a:xfrm>
              <a:off x="181300" y="4897328"/>
              <a:ext cx="39596" cy="39596"/>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19" name="asset_3422_99">
              <a:extLst>
                <a:ext uri="{FF2B5EF4-FFF2-40B4-BE49-F238E27FC236}">
                  <a16:creationId xmlns:a16="http://schemas.microsoft.com/office/drawing/2014/main" id="{B1669691-1A41-509E-4F31-50992DB8107C}"/>
                </a:ext>
              </a:extLst>
            </p:cNvPr>
            <p:cNvSpPr>
              <a:spLocks noGrp="1"/>
            </p:cNvSpPr>
            <p:nvPr/>
          </p:nvSpPr>
          <p:spPr>
            <a:xfrm>
              <a:off x="189813" y="4904851"/>
              <a:ext cx="12869" cy="7523"/>
            </a:xfrm>
            <a:prstGeom prst="ellipse">
              <a:avLst/>
            </a:prstGeom>
            <a:gradFill>
              <a:gsLst>
                <a:gs pos="0">
                  <a:srgbClr val="FFFFFF">
                    <a:alpha val="65000"/>
                  </a:srgbClr>
                </a:gs>
                <a:gs pos="100000">
                  <a:srgbClr val="FFFFFF">
                    <a:alpha val="0"/>
                  </a:srgbClr>
                </a:gs>
              </a:gsLst>
              <a:lin ang="5400000"/>
            </a:gradFill>
            <a:ln w="3600">
              <a:noFill/>
            </a:ln>
          </p:spPr>
        </p:sp>
        <p:sp>
          <p:nvSpPr>
            <p:cNvPr id="1420" name="asset_3422_100">
              <a:extLst>
                <a:ext uri="{FF2B5EF4-FFF2-40B4-BE49-F238E27FC236}">
                  <a16:creationId xmlns:a16="http://schemas.microsoft.com/office/drawing/2014/main" id="{341090B1-00B5-3753-37FA-2A7644BEB276}"/>
                </a:ext>
              </a:extLst>
            </p:cNvPr>
            <p:cNvSpPr>
              <a:spLocks noGrp="1"/>
            </p:cNvSpPr>
            <p:nvPr/>
          </p:nvSpPr>
          <p:spPr>
            <a:xfrm>
              <a:off x="270474" y="4941710"/>
              <a:ext cx="45030" cy="4503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1" name="asset_3422_101">
              <a:extLst>
                <a:ext uri="{FF2B5EF4-FFF2-40B4-BE49-F238E27FC236}">
                  <a16:creationId xmlns:a16="http://schemas.microsoft.com/office/drawing/2014/main" id="{904C0278-BF26-562A-D2D8-9E8E1AB94294}"/>
                </a:ext>
              </a:extLst>
            </p:cNvPr>
            <p:cNvSpPr>
              <a:spLocks noGrp="1"/>
            </p:cNvSpPr>
            <p:nvPr/>
          </p:nvSpPr>
          <p:spPr>
            <a:xfrm>
              <a:off x="280155" y="4950266"/>
              <a:ext cx="14635" cy="8556"/>
            </a:xfrm>
            <a:prstGeom prst="ellipse">
              <a:avLst/>
            </a:prstGeom>
            <a:gradFill>
              <a:gsLst>
                <a:gs pos="0">
                  <a:srgbClr val="FFFFFF">
                    <a:alpha val="65000"/>
                  </a:srgbClr>
                </a:gs>
                <a:gs pos="100000">
                  <a:srgbClr val="FFFFFF">
                    <a:alpha val="0"/>
                  </a:srgbClr>
                </a:gs>
              </a:gsLst>
              <a:lin ang="5400000"/>
            </a:gradFill>
            <a:ln w="3600">
              <a:noFill/>
            </a:ln>
          </p:spPr>
        </p:sp>
        <p:sp>
          <p:nvSpPr>
            <p:cNvPr id="1422" name="asset_3422_102">
              <a:extLst>
                <a:ext uri="{FF2B5EF4-FFF2-40B4-BE49-F238E27FC236}">
                  <a16:creationId xmlns:a16="http://schemas.microsoft.com/office/drawing/2014/main" id="{A183616A-83E1-61E2-F17A-4558792A3353}"/>
                </a:ext>
              </a:extLst>
            </p:cNvPr>
            <p:cNvSpPr>
              <a:spLocks noGrp="1"/>
            </p:cNvSpPr>
            <p:nvPr/>
          </p:nvSpPr>
          <p:spPr>
            <a:xfrm>
              <a:off x="353860" y="4863561"/>
              <a:ext cx="45124" cy="4512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3" name="asset_3422_103">
              <a:extLst>
                <a:ext uri="{FF2B5EF4-FFF2-40B4-BE49-F238E27FC236}">
                  <a16:creationId xmlns:a16="http://schemas.microsoft.com/office/drawing/2014/main" id="{B1757740-7328-68D5-C6BB-5029280D9C21}"/>
                </a:ext>
              </a:extLst>
            </p:cNvPr>
            <p:cNvSpPr>
              <a:spLocks noGrp="1"/>
            </p:cNvSpPr>
            <p:nvPr/>
          </p:nvSpPr>
          <p:spPr>
            <a:xfrm>
              <a:off x="363561" y="4872135"/>
              <a:ext cx="14665" cy="8574"/>
            </a:xfrm>
            <a:prstGeom prst="ellipse">
              <a:avLst/>
            </a:prstGeom>
            <a:gradFill>
              <a:gsLst>
                <a:gs pos="0">
                  <a:srgbClr val="FFFFFF">
                    <a:alpha val="65000"/>
                  </a:srgbClr>
                </a:gs>
                <a:gs pos="100000">
                  <a:srgbClr val="FFFFFF">
                    <a:alpha val="0"/>
                  </a:srgbClr>
                </a:gs>
              </a:gsLst>
              <a:lin ang="5400000"/>
            </a:gradFill>
            <a:ln w="3600">
              <a:noFill/>
            </a:ln>
          </p:spPr>
        </p:sp>
        <p:sp>
          <p:nvSpPr>
            <p:cNvPr id="1424" name="asset_3422_104">
              <a:extLst>
                <a:ext uri="{FF2B5EF4-FFF2-40B4-BE49-F238E27FC236}">
                  <a16:creationId xmlns:a16="http://schemas.microsoft.com/office/drawing/2014/main" id="{17139438-B9D0-8999-40E9-519F976B3739}"/>
                </a:ext>
              </a:extLst>
            </p:cNvPr>
            <p:cNvSpPr>
              <a:spLocks noGrp="1"/>
            </p:cNvSpPr>
            <p:nvPr/>
          </p:nvSpPr>
          <p:spPr>
            <a:xfrm>
              <a:off x="292608" y="4856843"/>
              <a:ext cx="47953" cy="47953"/>
            </a:xfrm>
            <a:prstGeom prst="ellipse">
              <a:avLst/>
            </a:prstGeom>
            <a:gradFill>
              <a:gsLst>
                <a:gs pos="0">
                  <a:srgbClr val="FFFFFF">
                    <a:alpha val="100000"/>
                  </a:srgbClr>
                </a:gs>
                <a:gs pos="46000">
                  <a:srgbClr val="AA90CC">
                    <a:alpha val="100000"/>
                  </a:srgbClr>
                </a:gs>
                <a:gs pos="74000">
                  <a:srgbClr val="AA90CC">
                    <a:alpha val="100000"/>
                  </a:srgbClr>
                </a:gs>
                <a:gs pos="100000">
                  <a:srgbClr val="69829D">
                    <a:alpha val="100000"/>
                  </a:srgbClr>
                </a:gs>
              </a:gsLst>
              <a:lin ang="7800000"/>
            </a:gradFill>
            <a:ln w="3600">
              <a:noFill/>
            </a:ln>
          </p:spPr>
        </p:sp>
        <p:sp>
          <p:nvSpPr>
            <p:cNvPr id="1425" name="asset_3422_105">
              <a:extLst>
                <a:ext uri="{FF2B5EF4-FFF2-40B4-BE49-F238E27FC236}">
                  <a16:creationId xmlns:a16="http://schemas.microsoft.com/office/drawing/2014/main" id="{66C56846-18F0-44B1-2DBF-73E579B41289}"/>
                </a:ext>
              </a:extLst>
            </p:cNvPr>
            <p:cNvSpPr>
              <a:spLocks noGrp="1"/>
            </p:cNvSpPr>
            <p:nvPr/>
          </p:nvSpPr>
          <p:spPr>
            <a:xfrm>
              <a:off x="302918" y="4865954"/>
              <a:ext cx="15585" cy="9111"/>
            </a:xfrm>
            <a:prstGeom prst="ellipse">
              <a:avLst/>
            </a:prstGeom>
            <a:gradFill>
              <a:gsLst>
                <a:gs pos="0">
                  <a:srgbClr val="FFFFFF">
                    <a:alpha val="65000"/>
                  </a:srgbClr>
                </a:gs>
                <a:gs pos="100000">
                  <a:srgbClr val="FFFFFF">
                    <a:alpha val="0"/>
                  </a:srgbClr>
                </a:gs>
              </a:gsLst>
              <a:lin ang="5400000"/>
            </a:gradFill>
            <a:ln w="3600">
              <a:noFill/>
            </a:ln>
          </p:spPr>
        </p:sp>
        <p:sp>
          <p:nvSpPr>
            <p:cNvPr id="1426" name="asset_3422_106">
              <a:extLst>
                <a:ext uri="{FF2B5EF4-FFF2-40B4-BE49-F238E27FC236}">
                  <a16:creationId xmlns:a16="http://schemas.microsoft.com/office/drawing/2014/main" id="{5251878A-2A30-6938-EAA1-58E9A2E07FD6}"/>
                </a:ext>
              </a:extLst>
            </p:cNvPr>
            <p:cNvSpPr>
              <a:spLocks noGrp="1"/>
            </p:cNvSpPr>
            <p:nvPr/>
          </p:nvSpPr>
          <p:spPr>
            <a:xfrm>
              <a:off x="325107" y="5005898"/>
              <a:ext cx="40713" cy="4071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7" name="asset_3422_107">
              <a:extLst>
                <a:ext uri="{FF2B5EF4-FFF2-40B4-BE49-F238E27FC236}">
                  <a16:creationId xmlns:a16="http://schemas.microsoft.com/office/drawing/2014/main" id="{4121F3E1-15A7-EC84-2E47-67DCF58B138A}"/>
                </a:ext>
              </a:extLst>
            </p:cNvPr>
            <p:cNvSpPr>
              <a:spLocks noGrp="1"/>
            </p:cNvSpPr>
            <p:nvPr/>
          </p:nvSpPr>
          <p:spPr>
            <a:xfrm>
              <a:off x="333860" y="5013633"/>
              <a:ext cx="13232" cy="7735"/>
            </a:xfrm>
            <a:prstGeom prst="ellipse">
              <a:avLst/>
            </a:prstGeom>
            <a:gradFill>
              <a:gsLst>
                <a:gs pos="0">
                  <a:srgbClr val="FFFFFF">
                    <a:alpha val="65000"/>
                  </a:srgbClr>
                </a:gs>
                <a:gs pos="100000">
                  <a:srgbClr val="FFFFFF">
                    <a:alpha val="0"/>
                  </a:srgbClr>
                </a:gs>
              </a:gsLst>
              <a:lin ang="5400000"/>
            </a:gradFill>
            <a:ln w="3600">
              <a:noFill/>
            </a:ln>
          </p:spPr>
        </p:sp>
        <p:sp>
          <p:nvSpPr>
            <p:cNvPr id="1428" name="asset_3422_108">
              <a:extLst>
                <a:ext uri="{FF2B5EF4-FFF2-40B4-BE49-F238E27FC236}">
                  <a16:creationId xmlns:a16="http://schemas.microsoft.com/office/drawing/2014/main" id="{89E11EA1-FC3E-A9C5-FE82-C6BA831B80EB}"/>
                </a:ext>
              </a:extLst>
            </p:cNvPr>
            <p:cNvSpPr>
              <a:spLocks noGrp="1"/>
            </p:cNvSpPr>
            <p:nvPr/>
          </p:nvSpPr>
          <p:spPr>
            <a:xfrm>
              <a:off x="229166" y="5002250"/>
              <a:ext cx="49404" cy="49404"/>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29" name="asset_3422_109">
              <a:extLst>
                <a:ext uri="{FF2B5EF4-FFF2-40B4-BE49-F238E27FC236}">
                  <a16:creationId xmlns:a16="http://schemas.microsoft.com/office/drawing/2014/main" id="{72122DDE-B111-36DE-40F5-7227E1EB89EF}"/>
                </a:ext>
              </a:extLst>
            </p:cNvPr>
            <p:cNvSpPr>
              <a:spLocks noGrp="1"/>
            </p:cNvSpPr>
            <p:nvPr/>
          </p:nvSpPr>
          <p:spPr>
            <a:xfrm>
              <a:off x="239788" y="5011637"/>
              <a:ext cx="16056" cy="9387"/>
            </a:xfrm>
            <a:prstGeom prst="ellipse">
              <a:avLst/>
            </a:prstGeom>
            <a:gradFill>
              <a:gsLst>
                <a:gs pos="0">
                  <a:srgbClr val="FFFFFF">
                    <a:alpha val="65000"/>
                  </a:srgbClr>
                </a:gs>
                <a:gs pos="100000">
                  <a:srgbClr val="FFFFFF">
                    <a:alpha val="0"/>
                  </a:srgbClr>
                </a:gs>
              </a:gsLst>
              <a:lin ang="5400000"/>
            </a:gradFill>
            <a:ln w="3600">
              <a:noFill/>
            </a:ln>
          </p:spPr>
        </p:sp>
        <p:sp>
          <p:nvSpPr>
            <p:cNvPr id="1430" name="asset_3422_110">
              <a:extLst>
                <a:ext uri="{FF2B5EF4-FFF2-40B4-BE49-F238E27FC236}">
                  <a16:creationId xmlns:a16="http://schemas.microsoft.com/office/drawing/2014/main" id="{F10CC179-131C-8312-5089-1877AAC82D33}"/>
                </a:ext>
              </a:extLst>
            </p:cNvPr>
            <p:cNvSpPr>
              <a:spLocks noGrp="1"/>
            </p:cNvSpPr>
            <p:nvPr/>
          </p:nvSpPr>
          <p:spPr>
            <a:xfrm>
              <a:off x="310153" y="4825306"/>
              <a:ext cx="38398" cy="38398"/>
            </a:xfrm>
            <a:prstGeom prst="ellipse">
              <a:avLst/>
            </a:prstGeom>
            <a:gradFill>
              <a:gsLst>
                <a:gs pos="0">
                  <a:srgbClr val="FFFFFF">
                    <a:alpha val="100000"/>
                  </a:srgbClr>
                </a:gs>
                <a:gs pos="46000">
                  <a:srgbClr val="6EA3D3">
                    <a:alpha val="100000"/>
                  </a:srgbClr>
                </a:gs>
                <a:gs pos="74000">
                  <a:srgbClr val="6EA3D3">
                    <a:alpha val="100000"/>
                  </a:srgbClr>
                </a:gs>
                <a:gs pos="100000">
                  <a:srgbClr val="69829D">
                    <a:alpha val="100000"/>
                  </a:srgbClr>
                </a:gs>
              </a:gsLst>
              <a:lin ang="7800000"/>
            </a:gradFill>
            <a:ln w="3600">
              <a:noFill/>
            </a:ln>
          </p:spPr>
        </p:sp>
        <p:sp>
          <p:nvSpPr>
            <p:cNvPr id="1431" name="asset_3422_111">
              <a:extLst>
                <a:ext uri="{FF2B5EF4-FFF2-40B4-BE49-F238E27FC236}">
                  <a16:creationId xmlns:a16="http://schemas.microsoft.com/office/drawing/2014/main" id="{CD66646E-7538-6968-F086-E41C8F4365A5}"/>
                </a:ext>
              </a:extLst>
            </p:cNvPr>
            <p:cNvSpPr>
              <a:spLocks noGrp="1"/>
            </p:cNvSpPr>
            <p:nvPr/>
          </p:nvSpPr>
          <p:spPr>
            <a:xfrm>
              <a:off x="318409" y="4832601"/>
              <a:ext cx="12479" cy="7296"/>
            </a:xfrm>
            <a:prstGeom prst="ellipse">
              <a:avLst/>
            </a:prstGeom>
            <a:gradFill>
              <a:gsLst>
                <a:gs pos="0">
                  <a:srgbClr val="FFFFFF">
                    <a:alpha val="65000"/>
                  </a:srgbClr>
                </a:gs>
                <a:gs pos="100000">
                  <a:srgbClr val="FFFFFF">
                    <a:alpha val="0"/>
                  </a:srgbClr>
                </a:gs>
              </a:gsLst>
              <a:lin ang="5400000"/>
            </a:gradFill>
            <a:ln w="3600">
              <a:noFill/>
            </a:ln>
          </p:spPr>
        </p:sp>
        <p:sp>
          <p:nvSpPr>
            <p:cNvPr id="1432" name="asset_3422_112">
              <a:extLst>
                <a:ext uri="{FF2B5EF4-FFF2-40B4-BE49-F238E27FC236}">
                  <a16:creationId xmlns:a16="http://schemas.microsoft.com/office/drawing/2014/main" id="{A0FF7DBA-C800-BE39-7C34-0D8FE4DFCEC8}"/>
                </a:ext>
              </a:extLst>
            </p:cNvPr>
            <p:cNvSpPr>
              <a:spLocks noGrp="1"/>
            </p:cNvSpPr>
            <p:nvPr/>
          </p:nvSpPr>
          <p:spPr>
            <a:xfrm>
              <a:off x="169875" y="4921315"/>
              <a:ext cx="31880" cy="31880"/>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3" name="asset_3422_113">
              <a:extLst>
                <a:ext uri="{FF2B5EF4-FFF2-40B4-BE49-F238E27FC236}">
                  <a16:creationId xmlns:a16="http://schemas.microsoft.com/office/drawing/2014/main" id="{69EA3A95-C469-4FB7-A7A3-51BA1BA52674}"/>
                </a:ext>
              </a:extLst>
            </p:cNvPr>
            <p:cNvSpPr>
              <a:spLocks noGrp="1"/>
            </p:cNvSpPr>
            <p:nvPr/>
          </p:nvSpPr>
          <p:spPr>
            <a:xfrm>
              <a:off x="176729" y="4927373"/>
              <a:ext cx="10361" cy="6057"/>
            </a:xfrm>
            <a:prstGeom prst="ellipse">
              <a:avLst/>
            </a:prstGeom>
            <a:gradFill>
              <a:gsLst>
                <a:gs pos="0">
                  <a:srgbClr val="FFFFFF">
                    <a:alpha val="65000"/>
                  </a:srgbClr>
                </a:gs>
                <a:gs pos="100000">
                  <a:srgbClr val="FFFFFF">
                    <a:alpha val="0"/>
                  </a:srgbClr>
                </a:gs>
              </a:gsLst>
              <a:lin ang="5400000"/>
            </a:gradFill>
            <a:ln w="3600">
              <a:noFill/>
            </a:ln>
          </p:spPr>
        </p:sp>
        <p:sp>
          <p:nvSpPr>
            <p:cNvPr id="1434" name="asset_3422_114">
              <a:extLst>
                <a:ext uri="{FF2B5EF4-FFF2-40B4-BE49-F238E27FC236}">
                  <a16:creationId xmlns:a16="http://schemas.microsoft.com/office/drawing/2014/main" id="{B488EF24-D24B-0F80-9C97-41656C2E08D1}"/>
                </a:ext>
              </a:extLst>
            </p:cNvPr>
            <p:cNvSpPr>
              <a:spLocks noGrp="1"/>
            </p:cNvSpPr>
            <p:nvPr/>
          </p:nvSpPr>
          <p:spPr>
            <a:xfrm>
              <a:off x="337382" y="4943216"/>
              <a:ext cx="45411" cy="45411"/>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5" name="asset_3422_115">
              <a:extLst>
                <a:ext uri="{FF2B5EF4-FFF2-40B4-BE49-F238E27FC236}">
                  <a16:creationId xmlns:a16="http://schemas.microsoft.com/office/drawing/2014/main" id="{1BB10544-2009-4D25-779F-2347CF5A0575}"/>
                </a:ext>
              </a:extLst>
            </p:cNvPr>
            <p:cNvSpPr>
              <a:spLocks noGrp="1"/>
            </p:cNvSpPr>
            <p:nvPr/>
          </p:nvSpPr>
          <p:spPr>
            <a:xfrm>
              <a:off x="347146" y="4951844"/>
              <a:ext cx="14759" cy="8628"/>
            </a:xfrm>
            <a:prstGeom prst="ellipse">
              <a:avLst/>
            </a:prstGeom>
            <a:gradFill>
              <a:gsLst>
                <a:gs pos="0">
                  <a:srgbClr val="FFFFFF">
                    <a:alpha val="65000"/>
                  </a:srgbClr>
                </a:gs>
                <a:gs pos="100000">
                  <a:srgbClr val="FFFFFF">
                    <a:alpha val="0"/>
                  </a:srgbClr>
                </a:gs>
              </a:gsLst>
              <a:lin ang="5400000"/>
            </a:gradFill>
            <a:ln w="3600">
              <a:noFill/>
            </a:ln>
          </p:spPr>
        </p:sp>
        <p:sp>
          <p:nvSpPr>
            <p:cNvPr id="1436" name="asset_3422_116">
              <a:extLst>
                <a:ext uri="{FF2B5EF4-FFF2-40B4-BE49-F238E27FC236}">
                  <a16:creationId xmlns:a16="http://schemas.microsoft.com/office/drawing/2014/main" id="{4ABC882C-9958-036D-219A-7B89CCE8022E}"/>
                </a:ext>
              </a:extLst>
            </p:cNvPr>
            <p:cNvSpPr>
              <a:spLocks noGrp="1"/>
            </p:cNvSpPr>
            <p:nvPr/>
          </p:nvSpPr>
          <p:spPr>
            <a:xfrm>
              <a:off x="286766" y="4989439"/>
              <a:ext cx="37293" cy="37293"/>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7" name="asset_3422_117">
              <a:extLst>
                <a:ext uri="{FF2B5EF4-FFF2-40B4-BE49-F238E27FC236}">
                  <a16:creationId xmlns:a16="http://schemas.microsoft.com/office/drawing/2014/main" id="{188AADE0-E8D9-1102-D383-90A9F03B0923}"/>
                </a:ext>
              </a:extLst>
            </p:cNvPr>
            <p:cNvSpPr>
              <a:spLocks noGrp="1"/>
            </p:cNvSpPr>
            <p:nvPr/>
          </p:nvSpPr>
          <p:spPr>
            <a:xfrm>
              <a:off x="294784" y="4996525"/>
              <a:ext cx="12120" cy="7086"/>
            </a:xfrm>
            <a:prstGeom prst="ellipse">
              <a:avLst/>
            </a:prstGeom>
            <a:gradFill>
              <a:gsLst>
                <a:gs pos="0">
                  <a:srgbClr val="FFFFFF">
                    <a:alpha val="65000"/>
                  </a:srgbClr>
                </a:gs>
                <a:gs pos="100000">
                  <a:srgbClr val="FFFFFF">
                    <a:alpha val="0"/>
                  </a:srgbClr>
                </a:gs>
              </a:gsLst>
              <a:lin ang="5400000"/>
            </a:gradFill>
            <a:ln w="3600">
              <a:noFill/>
            </a:ln>
          </p:spPr>
        </p:sp>
        <p:sp>
          <p:nvSpPr>
            <p:cNvPr id="1438" name="asset_3422_118">
              <a:extLst>
                <a:ext uri="{FF2B5EF4-FFF2-40B4-BE49-F238E27FC236}">
                  <a16:creationId xmlns:a16="http://schemas.microsoft.com/office/drawing/2014/main" id="{5BB24AEF-FD38-074D-FF60-74BD7A7752D4}"/>
                </a:ext>
              </a:extLst>
            </p:cNvPr>
            <p:cNvSpPr>
              <a:spLocks noGrp="1"/>
            </p:cNvSpPr>
            <p:nvPr/>
          </p:nvSpPr>
          <p:spPr>
            <a:xfrm>
              <a:off x="348022" y="4844260"/>
              <a:ext cx="48957" cy="4895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39" name="asset_3422_119">
              <a:extLst>
                <a:ext uri="{FF2B5EF4-FFF2-40B4-BE49-F238E27FC236}">
                  <a16:creationId xmlns:a16="http://schemas.microsoft.com/office/drawing/2014/main" id="{7B40CFA6-D75A-3539-4FC2-D7FA9720FB2C}"/>
                </a:ext>
              </a:extLst>
            </p:cNvPr>
            <p:cNvSpPr>
              <a:spLocks noGrp="1"/>
            </p:cNvSpPr>
            <p:nvPr/>
          </p:nvSpPr>
          <p:spPr>
            <a:xfrm>
              <a:off x="358547" y="4853562"/>
              <a:ext cx="15911" cy="9302"/>
            </a:xfrm>
            <a:prstGeom prst="ellipse">
              <a:avLst/>
            </a:prstGeom>
            <a:gradFill>
              <a:gsLst>
                <a:gs pos="0">
                  <a:srgbClr val="FFFFFF">
                    <a:alpha val="65000"/>
                  </a:srgbClr>
                </a:gs>
                <a:gs pos="100000">
                  <a:srgbClr val="FFFFFF">
                    <a:alpha val="0"/>
                  </a:srgbClr>
                </a:gs>
              </a:gsLst>
              <a:lin ang="5400000"/>
            </a:gradFill>
            <a:ln w="3600">
              <a:noFill/>
            </a:ln>
          </p:spPr>
        </p:sp>
        <p:sp>
          <p:nvSpPr>
            <p:cNvPr id="1440" name="asset_3422_120">
              <a:extLst>
                <a:ext uri="{FF2B5EF4-FFF2-40B4-BE49-F238E27FC236}">
                  <a16:creationId xmlns:a16="http://schemas.microsoft.com/office/drawing/2014/main" id="{1737C6D6-FE64-854E-7920-429B04C822E8}"/>
                </a:ext>
              </a:extLst>
            </p:cNvPr>
            <p:cNvSpPr>
              <a:spLocks noGrp="1"/>
            </p:cNvSpPr>
            <p:nvPr/>
          </p:nvSpPr>
          <p:spPr>
            <a:xfrm>
              <a:off x="214854" y="4846950"/>
              <a:ext cx="50307" cy="50307"/>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1" name="asset_3422_121">
              <a:extLst>
                <a:ext uri="{FF2B5EF4-FFF2-40B4-BE49-F238E27FC236}">
                  <a16:creationId xmlns:a16="http://schemas.microsoft.com/office/drawing/2014/main" id="{A0D3BF6E-7FB5-E935-C1AD-9FCE1647343B}"/>
                </a:ext>
              </a:extLst>
            </p:cNvPr>
            <p:cNvSpPr>
              <a:spLocks noGrp="1"/>
            </p:cNvSpPr>
            <p:nvPr/>
          </p:nvSpPr>
          <p:spPr>
            <a:xfrm>
              <a:off x="225670" y="4856508"/>
              <a:ext cx="16350" cy="9558"/>
            </a:xfrm>
            <a:prstGeom prst="ellipse">
              <a:avLst/>
            </a:prstGeom>
            <a:gradFill>
              <a:gsLst>
                <a:gs pos="0">
                  <a:srgbClr val="FFFFFF">
                    <a:alpha val="65000"/>
                  </a:srgbClr>
                </a:gs>
                <a:gs pos="100000">
                  <a:srgbClr val="FFFFFF">
                    <a:alpha val="0"/>
                  </a:srgbClr>
                </a:gs>
              </a:gsLst>
              <a:lin ang="5400000"/>
            </a:gradFill>
            <a:ln w="3600">
              <a:noFill/>
            </a:ln>
          </p:spPr>
        </p:sp>
        <p:sp>
          <p:nvSpPr>
            <p:cNvPr id="1442" name="asset_3422_122">
              <a:extLst>
                <a:ext uri="{FF2B5EF4-FFF2-40B4-BE49-F238E27FC236}">
                  <a16:creationId xmlns:a16="http://schemas.microsoft.com/office/drawing/2014/main" id="{9D54F9EC-B99D-0823-576F-7840F5063CF8}"/>
                </a:ext>
              </a:extLst>
            </p:cNvPr>
            <p:cNvSpPr>
              <a:spLocks noGrp="1"/>
            </p:cNvSpPr>
            <p:nvPr/>
          </p:nvSpPr>
          <p:spPr>
            <a:xfrm>
              <a:off x="238599" y="5005575"/>
              <a:ext cx="36118" cy="36118"/>
            </a:xfrm>
            <a:prstGeom prst="ellipse">
              <a:avLst/>
            </a:prstGeom>
            <a:gradFill>
              <a:gsLst>
                <a:gs pos="0">
                  <a:srgbClr val="FFFFFF">
                    <a:alpha val="100000"/>
                  </a:srgbClr>
                </a:gs>
                <a:gs pos="46000">
                  <a:srgbClr val="C8D2DC">
                    <a:alpha val="100000"/>
                  </a:srgbClr>
                </a:gs>
                <a:gs pos="74000">
                  <a:srgbClr val="C8D2DC">
                    <a:alpha val="100000"/>
                  </a:srgbClr>
                </a:gs>
                <a:gs pos="100000">
                  <a:srgbClr val="69829D">
                    <a:alpha val="100000"/>
                  </a:srgbClr>
                </a:gs>
              </a:gsLst>
              <a:lin ang="7800000"/>
            </a:gradFill>
            <a:ln w="3600">
              <a:noFill/>
            </a:ln>
          </p:spPr>
        </p:sp>
        <p:sp>
          <p:nvSpPr>
            <p:cNvPr id="1443" name="asset_3422_123">
              <a:extLst>
                <a:ext uri="{FF2B5EF4-FFF2-40B4-BE49-F238E27FC236}">
                  <a16:creationId xmlns:a16="http://schemas.microsoft.com/office/drawing/2014/main" id="{A964C3FE-D6E0-043B-1863-C1FB6ED3833F}"/>
                </a:ext>
              </a:extLst>
            </p:cNvPr>
            <p:cNvSpPr>
              <a:spLocks noGrp="1"/>
            </p:cNvSpPr>
            <p:nvPr/>
          </p:nvSpPr>
          <p:spPr>
            <a:xfrm>
              <a:off x="246364" y="5012438"/>
              <a:ext cx="11738" cy="6862"/>
            </a:xfrm>
            <a:prstGeom prst="ellipse">
              <a:avLst/>
            </a:prstGeom>
            <a:gradFill>
              <a:gsLst>
                <a:gs pos="0">
                  <a:srgbClr val="FFFFFF">
                    <a:alpha val="65000"/>
                  </a:srgbClr>
                </a:gs>
                <a:gs pos="100000">
                  <a:srgbClr val="FFFFFF">
                    <a:alpha val="0"/>
                  </a:srgbClr>
                </a:gs>
              </a:gsLst>
              <a:lin ang="5400000"/>
            </a:gradFill>
            <a:ln w="3600">
              <a:noFill/>
            </a:ln>
          </p:spPr>
        </p:sp>
      </p:grpSp>
      <p:pic>
        <p:nvPicPr>
          <p:cNvPr id="1444" name="a | 50D atom feature bar" descr="bar.png">
            <a:extLst>
              <a:ext uri="{FF2B5EF4-FFF2-40B4-BE49-F238E27FC236}">
                <a16:creationId xmlns:a16="http://schemas.microsoft.com/office/drawing/2014/main" id="{314C068A-4F2C-BCB3-7662-1A20D5E73973}"/>
              </a:ext>
            </a:extLst>
          </p:cNvPr>
          <p:cNvPicPr>
            <a:picLocks noChangeAspect="1"/>
          </p:cNvPicPr>
          <p:nvPr/>
        </p:nvPicPr>
        <p:blipFill>
          <a:blip r:embed="rId11"/>
          <a:stretch>
            <a:fillRect/>
          </a:stretch>
        </p:blipFill>
        <p:spPr>
          <a:xfrm>
            <a:off x="1784247" y="3501830"/>
            <a:ext cx="204607" cy="54091"/>
          </a:xfrm>
          <a:prstGeom prst="rect">
            <a:avLst/>
          </a:prstGeom>
        </p:spPr>
      </p:pic>
      <p:sp>
        <p:nvSpPr>
          <p:cNvPr id="1445" name="b | panel background">
            <a:extLst>
              <a:ext uri="{FF2B5EF4-FFF2-40B4-BE49-F238E27FC236}">
                <a16:creationId xmlns:a16="http://schemas.microsoft.com/office/drawing/2014/main" id="{02BF5837-B54E-E4C2-2130-483E762B554F}"/>
              </a:ext>
            </a:extLst>
          </p:cNvPr>
          <p:cNvSpPr>
            <a:spLocks noGrp="1"/>
          </p:cNvSpPr>
          <p:nvPr/>
        </p:nvSpPr>
        <p:spPr>
          <a:xfrm>
            <a:off x="2111300" y="56569"/>
            <a:ext cx="2963267" cy="1599224"/>
          </a:xfrm>
          <a:prstGeom prst="roundRect">
            <a:avLst>
              <a:gd name="adj" fmla="val 1737"/>
            </a:avLst>
          </a:prstGeom>
          <a:solidFill>
            <a:srgbClr val="F4F8FC"/>
          </a:solidFill>
          <a:ln w="5174">
            <a:solidFill>
              <a:srgbClr val="BCD3E4"/>
            </a:solidFill>
            <a:prstDash val="solid"/>
          </a:ln>
        </p:spPr>
        <p:txBody>
          <a:bodyPr/>
          <a:lstStyle/>
          <a:p>
            <a:endParaRPr lang="zh-CN" altLang="en-US" sz="1289" dirty="0"/>
          </a:p>
        </p:txBody>
      </p:sp>
      <p:pic>
        <p:nvPicPr>
          <p:cNvPr id="1446" name="图片 12">
            <a:extLst>
              <a:ext uri="{FF2B5EF4-FFF2-40B4-BE49-F238E27FC236}">
                <a16:creationId xmlns:a16="http://schemas.microsoft.com/office/drawing/2014/main" id="{2F7DA45D-AE9E-3B07-4724-68D6D69C2EDB}"/>
              </a:ext>
            </a:extLst>
          </p:cNvPr>
          <p:cNvPicPr>
            <a:picLocks noChangeAspect="1"/>
          </p:cNvPicPr>
          <p:nvPr/>
        </p:nvPicPr>
        <p:blipFill>
          <a:blip r:embed="rId12"/>
          <a:stretch/>
        </p:blipFill>
        <p:spPr>
          <a:xfrm>
            <a:off x="2923374" y="526649"/>
            <a:ext cx="1398292" cy="274055"/>
          </a:xfrm>
          <a:prstGeom prst="rect">
            <a:avLst/>
          </a:prstGeom>
        </p:spPr>
      </p:pic>
      <p:sp>
        <p:nvSpPr>
          <p:cNvPr id="1447" name="b | panel label">
            <a:extLst>
              <a:ext uri="{FF2B5EF4-FFF2-40B4-BE49-F238E27FC236}">
                <a16:creationId xmlns:a16="http://schemas.microsoft.com/office/drawing/2014/main" id="{11E5D961-222A-6581-566E-DF20C6614C66}"/>
              </a:ext>
            </a:extLst>
          </p:cNvPr>
          <p:cNvSpPr>
            <a:spLocks noGrp="1"/>
          </p:cNvSpPr>
          <p:nvPr/>
        </p:nvSpPr>
        <p:spPr>
          <a:xfrm>
            <a:off x="2151536" y="66886"/>
            <a:ext cx="88898" cy="111119"/>
          </a:xfrm>
          <a:prstGeom prst="rect">
            <a:avLst/>
          </a:prstGeom>
          <a:noFill/>
          <a:ln w="0">
            <a:noFill/>
          </a:ln>
        </p:spPr>
        <p:txBody>
          <a:bodyPr wrap="none" lIns="0" tIns="0" rIns="0" bIns="0" anchor="ctr">
            <a:noAutofit/>
          </a:bodyPr>
          <a:lstStyle/>
          <a:p>
            <a:pPr algn="l">
              <a:defRPr sz="978" b="1">
                <a:solidFill>
                  <a:srgbClr val="193044"/>
                </a:solidFill>
                <a:latin typeface="Arial"/>
                <a:ea typeface="Arial"/>
                <a:cs typeface="Arial"/>
              </a:defRPr>
            </a:pPr>
            <a:r>
              <a:rPr sz="700" b="1" dirty="0">
                <a:solidFill>
                  <a:srgbClr val="193044"/>
                </a:solidFill>
                <a:latin typeface="Arial"/>
                <a:ea typeface="Arial"/>
                <a:cs typeface="Arial"/>
              </a:rPr>
              <a:t>b</a:t>
            </a:r>
          </a:p>
        </p:txBody>
      </p:sp>
      <p:sp>
        <p:nvSpPr>
          <p:cNvPr id="1448" name="b | title">
            <a:extLst>
              <a:ext uri="{FF2B5EF4-FFF2-40B4-BE49-F238E27FC236}">
                <a16:creationId xmlns:a16="http://schemas.microsoft.com/office/drawing/2014/main" id="{1A0FB519-4490-A7C0-E4F7-E6765B554A8D}"/>
              </a:ext>
            </a:extLst>
          </p:cNvPr>
          <p:cNvSpPr>
            <a:spLocks noGrp="1"/>
          </p:cNvSpPr>
          <p:nvPr/>
        </p:nvSpPr>
        <p:spPr>
          <a:xfrm>
            <a:off x="2257102" y="68905"/>
            <a:ext cx="2148369" cy="101859"/>
          </a:xfrm>
          <a:prstGeom prst="rect">
            <a:avLst/>
          </a:prstGeom>
          <a:noFill/>
          <a:ln w="0">
            <a:noFill/>
          </a:ln>
        </p:spPr>
        <p:txBody>
          <a:bodyPr wrap="none" lIns="0" tIns="0" rIns="0" bIns="0" anchor="ctr">
            <a:noAutofit/>
          </a:bodyPr>
          <a:lstStyle/>
          <a:p>
            <a:pPr algn="l">
              <a:defRPr sz="876" b="1">
                <a:solidFill>
                  <a:srgbClr val="193044"/>
                </a:solidFill>
                <a:latin typeface="Arial"/>
                <a:ea typeface="Arial"/>
                <a:cs typeface="Arial"/>
              </a:defRPr>
            </a:pPr>
            <a:r>
              <a:rPr sz="627" b="1" dirty="0">
                <a:solidFill>
                  <a:srgbClr val="193044"/>
                </a:solidFill>
                <a:latin typeface="Arial"/>
                <a:ea typeface="Arial"/>
                <a:cs typeface="Arial"/>
              </a:rPr>
              <a:t>Find: locate ligand area</a:t>
            </a:r>
          </a:p>
        </p:txBody>
      </p:sp>
      <p:sp>
        <p:nvSpPr>
          <p:cNvPr id="1449" name="b | density input frame">
            <a:extLst>
              <a:ext uri="{FF2B5EF4-FFF2-40B4-BE49-F238E27FC236}">
                <a16:creationId xmlns:a16="http://schemas.microsoft.com/office/drawing/2014/main" id="{7F3C1719-57FD-D4DE-E2C0-80F67E525277}"/>
              </a:ext>
            </a:extLst>
          </p:cNvPr>
          <p:cNvSpPr>
            <a:spLocks noGrp="1"/>
          </p:cNvSpPr>
          <p:nvPr/>
        </p:nvSpPr>
        <p:spPr>
          <a:xfrm>
            <a:off x="2155240" y="306126"/>
            <a:ext cx="416709" cy="453735"/>
          </a:xfrm>
          <a:prstGeom prst="roundRect">
            <a:avLst>
              <a:gd name="adj" fmla="val 3556"/>
            </a:avLst>
          </a:prstGeom>
          <a:noFill/>
          <a:ln w="4010">
            <a:solidFill>
              <a:srgbClr val="B9D1E7"/>
            </a:solidFill>
            <a:prstDash val="solid"/>
          </a:ln>
        </p:spPr>
      </p:sp>
      <p:sp>
        <p:nvSpPr>
          <p:cNvPr id="1450" name="b | receptor input frame">
            <a:extLst>
              <a:ext uri="{FF2B5EF4-FFF2-40B4-BE49-F238E27FC236}">
                <a16:creationId xmlns:a16="http://schemas.microsoft.com/office/drawing/2014/main" id="{FE17CE43-2BDC-2758-133A-0C5952E473E2}"/>
              </a:ext>
            </a:extLst>
          </p:cNvPr>
          <p:cNvSpPr>
            <a:spLocks noGrp="1"/>
          </p:cNvSpPr>
          <p:nvPr/>
        </p:nvSpPr>
        <p:spPr>
          <a:xfrm>
            <a:off x="2155240" y="846648"/>
            <a:ext cx="416709" cy="329652"/>
          </a:xfrm>
          <a:prstGeom prst="roundRect">
            <a:avLst>
              <a:gd name="adj" fmla="val 4494"/>
            </a:avLst>
          </a:prstGeom>
          <a:noFill/>
          <a:ln w="4010">
            <a:solidFill>
              <a:srgbClr val="C8BEDB"/>
            </a:solidFill>
            <a:prstDash val="solid"/>
          </a:ln>
        </p:spPr>
      </p:sp>
      <p:sp>
        <p:nvSpPr>
          <p:cNvPr id="1451" name="b | pseudo input frame">
            <a:extLst>
              <a:ext uri="{FF2B5EF4-FFF2-40B4-BE49-F238E27FC236}">
                <a16:creationId xmlns:a16="http://schemas.microsoft.com/office/drawing/2014/main" id="{11F363B5-679E-A2C5-22C5-75C61774C768}"/>
              </a:ext>
            </a:extLst>
          </p:cNvPr>
          <p:cNvSpPr>
            <a:spLocks noGrp="1"/>
          </p:cNvSpPr>
          <p:nvPr/>
        </p:nvSpPr>
        <p:spPr>
          <a:xfrm>
            <a:off x="2155240" y="1236000"/>
            <a:ext cx="416709" cy="329652"/>
          </a:xfrm>
          <a:prstGeom prst="roundRect">
            <a:avLst>
              <a:gd name="adj" fmla="val 6202"/>
            </a:avLst>
          </a:prstGeom>
          <a:noFill/>
          <a:ln w="4010">
            <a:solidFill>
              <a:srgbClr val="DEC6A0"/>
            </a:solidFill>
            <a:prstDash val="solid"/>
          </a:ln>
        </p:spPr>
      </p:sp>
      <p:sp>
        <p:nvSpPr>
          <p:cNvPr id="1452" name="b | ligand probability frame">
            <a:extLst>
              <a:ext uri="{FF2B5EF4-FFF2-40B4-BE49-F238E27FC236}">
                <a16:creationId xmlns:a16="http://schemas.microsoft.com/office/drawing/2014/main" id="{B61AB487-C051-D435-090E-1CA0411E47DB}"/>
              </a:ext>
            </a:extLst>
          </p:cNvPr>
          <p:cNvSpPr>
            <a:spLocks noGrp="1"/>
          </p:cNvSpPr>
          <p:nvPr/>
        </p:nvSpPr>
        <p:spPr>
          <a:xfrm>
            <a:off x="4423992" y="302422"/>
            <a:ext cx="601914" cy="459291"/>
          </a:xfrm>
          <a:prstGeom prst="roundRect">
            <a:avLst>
              <a:gd name="adj" fmla="val 3226"/>
            </a:avLst>
          </a:prstGeom>
          <a:noFill/>
          <a:ln w="4398">
            <a:solidFill>
              <a:srgbClr val="AFC9DF"/>
            </a:solidFill>
            <a:prstDash val="solid"/>
          </a:ln>
        </p:spPr>
      </p:sp>
      <p:sp>
        <p:nvSpPr>
          <p:cNvPr id="1453" name="b | cues frame">
            <a:extLst>
              <a:ext uri="{FF2B5EF4-FFF2-40B4-BE49-F238E27FC236}">
                <a16:creationId xmlns:a16="http://schemas.microsoft.com/office/drawing/2014/main" id="{B0EA5805-BAD3-1160-7239-471F7FD99AB9}"/>
              </a:ext>
            </a:extLst>
          </p:cNvPr>
          <p:cNvSpPr>
            <a:spLocks noGrp="1"/>
          </p:cNvSpPr>
          <p:nvPr/>
        </p:nvSpPr>
        <p:spPr>
          <a:xfrm>
            <a:off x="4423992" y="802457"/>
            <a:ext cx="601914" cy="303725"/>
          </a:xfrm>
          <a:prstGeom prst="roundRect">
            <a:avLst>
              <a:gd name="adj" fmla="val 4878"/>
            </a:avLst>
          </a:prstGeom>
          <a:noFill/>
          <a:ln w="4139">
            <a:solidFill>
              <a:srgbClr val="AFC9DF"/>
            </a:solidFill>
            <a:prstDash val="dash"/>
          </a:ln>
        </p:spPr>
      </p:sp>
      <p:sp>
        <p:nvSpPr>
          <p:cNvPr id="1454" name="b | atom probability frame">
            <a:extLst>
              <a:ext uri="{FF2B5EF4-FFF2-40B4-BE49-F238E27FC236}">
                <a16:creationId xmlns:a16="http://schemas.microsoft.com/office/drawing/2014/main" id="{F56E138D-2892-2908-5907-D8185F1E0079}"/>
              </a:ext>
            </a:extLst>
          </p:cNvPr>
          <p:cNvSpPr>
            <a:spLocks noGrp="1"/>
          </p:cNvSpPr>
          <p:nvPr/>
        </p:nvSpPr>
        <p:spPr>
          <a:xfrm>
            <a:off x="4423992" y="1146925"/>
            <a:ext cx="601914" cy="412992"/>
          </a:xfrm>
          <a:prstGeom prst="roundRect">
            <a:avLst>
              <a:gd name="adj" fmla="val 3587"/>
            </a:avLst>
          </a:prstGeom>
          <a:noFill/>
          <a:ln w="4398">
            <a:solidFill>
              <a:srgbClr val="C2B8D4"/>
            </a:solidFill>
            <a:prstDash val="solid"/>
          </a:ln>
        </p:spPr>
      </p:sp>
      <p:sp>
        <p:nvSpPr>
          <p:cNvPr id="1455" name="b | point pathway frame">
            <a:extLst>
              <a:ext uri="{FF2B5EF4-FFF2-40B4-BE49-F238E27FC236}">
                <a16:creationId xmlns:a16="http://schemas.microsoft.com/office/drawing/2014/main" id="{3264C251-F6FC-248A-E5E8-F7A4D926DF64}"/>
              </a:ext>
            </a:extLst>
          </p:cNvPr>
          <p:cNvSpPr>
            <a:spLocks noGrp="1"/>
          </p:cNvSpPr>
          <p:nvPr/>
        </p:nvSpPr>
        <p:spPr>
          <a:xfrm>
            <a:off x="2896056" y="1112667"/>
            <a:ext cx="1474225" cy="465769"/>
          </a:xfrm>
          <a:prstGeom prst="roundRect">
            <a:avLst>
              <a:gd name="adj" fmla="val 4202"/>
            </a:avLst>
          </a:prstGeom>
          <a:solidFill>
            <a:srgbClr val="F7F6FC"/>
          </a:solidFill>
          <a:ln w="4398">
            <a:solidFill>
              <a:srgbClr val="C6BCDA"/>
            </a:solidFill>
            <a:prstDash val="solid"/>
          </a:ln>
        </p:spPr>
      </p:sp>
      <p:sp>
        <p:nvSpPr>
          <p:cNvPr id="1456" name="Density bank">
            <a:extLst>
              <a:ext uri="{FF2B5EF4-FFF2-40B4-BE49-F238E27FC236}">
                <a16:creationId xmlns:a16="http://schemas.microsoft.com/office/drawing/2014/main" id="{A63D619D-FEAE-DAF5-B9B2-B34000771536}"/>
              </a:ext>
            </a:extLst>
          </p:cNvPr>
          <p:cNvSpPr>
            <a:spLocks noGrp="1"/>
          </p:cNvSpPr>
          <p:nvPr/>
        </p:nvSpPr>
        <p:spPr>
          <a:xfrm>
            <a:off x="2181169" y="320942"/>
            <a:ext cx="368557" cy="74079"/>
          </a:xfrm>
          <a:prstGeom prst="rect">
            <a:avLst/>
          </a:prstGeom>
          <a:noFill/>
          <a:ln w="0">
            <a:noFill/>
          </a:ln>
        </p:spPr>
        <p:txBody>
          <a:bodyPr wrap="none" lIns="0" tIns="0" rIns="0" bIns="0" anchor="ctr">
            <a:noAutofit/>
          </a:bodyPr>
          <a:lstStyle/>
          <a:p>
            <a:pPr algn="ctr">
              <a:defRPr sz="611" b="1">
                <a:solidFill>
                  <a:srgbClr val="193044"/>
                </a:solidFill>
                <a:latin typeface="Arial"/>
                <a:ea typeface="Arial"/>
                <a:cs typeface="Arial"/>
              </a:defRPr>
            </a:pPr>
            <a:r>
              <a:rPr sz="437" b="1">
                <a:solidFill>
                  <a:srgbClr val="193044"/>
                </a:solidFill>
                <a:latin typeface="Arial"/>
                <a:ea typeface="Arial"/>
                <a:cs typeface="Arial"/>
              </a:rPr>
              <a:t>Density bank</a:t>
            </a:r>
          </a:p>
        </p:txBody>
      </p:sp>
      <p:grpSp>
        <p:nvGrpSpPr>
          <p:cNvPr id="1457" name="b | 56-channel density input cube | v4 editable"/>
          <p:cNvGrpSpPr/>
          <p:nvPr/>
        </p:nvGrpSpPr>
        <p:grpSpPr>
          <a:xfrm>
            <a:off x="2190000" y="428621"/>
            <a:ext cx="342000" cy="280759"/>
            <a:chOff x="1166040" y="530640"/>
            <a:chExt cx="440280" cy="361440"/>
          </a:xfrm>
        </p:grpSpPr>
        <p:sp>
          <p:nvSpPr>
            <p:cNvPr id="1458" name="asset_1581_0">
              <a:extLst>
                <a:ext uri="{FF2B5EF4-FFF2-40B4-BE49-F238E27FC236}">
                  <a16:creationId xmlns:a16="http://schemas.microsoft.com/office/drawing/2014/main" id="{3205C013-9DEC-48D4-B03E-BF08D4423450}"/>
                </a:ext>
              </a:extLst>
            </p:cNvPr>
            <p:cNvSpPr>
              <a:spLocks noGrp="1"/>
            </p:cNvSpPr>
            <p:nvPr/>
          </p:nvSpPr>
          <p:spPr>
            <a:xfrm>
              <a:off x="1166040" y="530640"/>
              <a:ext cx="440280" cy="61445"/>
            </a:xfrm>
            <a:custGeom>
              <a:avLst/>
              <a:gdLst/>
              <a:ahLst/>
              <a:cxnLst/>
              <a:rect l="0" t="0" r="0" b="0"/>
              <a:pathLst>
                <a:path w="440280" h="61445">
                  <a:moveTo>
                    <a:pt x="0" y="61445"/>
                  </a:moveTo>
                  <a:lnTo>
                    <a:pt x="83653" y="0"/>
                  </a:lnTo>
                  <a:lnTo>
                    <a:pt x="440280" y="0"/>
                  </a:lnTo>
                  <a:lnTo>
                    <a:pt x="356627" y="61445"/>
                  </a:lnTo>
                  <a:close/>
                </a:path>
              </a:pathLst>
            </a:custGeom>
            <a:gradFill>
              <a:gsLst>
                <a:gs pos="0">
                  <a:srgbClr val="FAFDFF">
                    <a:alpha val="65000"/>
                  </a:srgbClr>
                </a:gs>
                <a:gs pos="100000">
                  <a:srgbClr val="D9EAFA">
                    <a:alpha val="45000"/>
                  </a:srgbClr>
                </a:gs>
              </a:gsLst>
              <a:lin ang="5400000"/>
            </a:gradFill>
            <a:ln w="1782">
              <a:solidFill>
                <a:srgbClr val="87ADD3"/>
              </a:solidFill>
            </a:ln>
          </p:spPr>
        </p:sp>
        <p:sp>
          <p:nvSpPr>
            <p:cNvPr id="1459" name="asset_1581_1">
              <a:extLst>
                <a:ext uri="{FF2B5EF4-FFF2-40B4-BE49-F238E27FC236}">
                  <a16:creationId xmlns:a16="http://schemas.microsoft.com/office/drawing/2014/main" id="{4EA5EB99-0F7C-4A7C-86F0-02C0F10C5825}"/>
                </a:ext>
              </a:extLst>
            </p:cNvPr>
            <p:cNvSpPr>
              <a:spLocks noGrp="1"/>
            </p:cNvSpPr>
            <p:nvPr/>
          </p:nvSpPr>
          <p:spPr>
            <a:xfrm>
              <a:off x="1522667" y="530640"/>
              <a:ext cx="83653" cy="361440"/>
            </a:xfrm>
            <a:custGeom>
              <a:avLst/>
              <a:gdLst/>
              <a:ahLst/>
              <a:cxnLst/>
              <a:rect l="0" t="0" r="0" b="0"/>
              <a:pathLst>
                <a:path w="83653" h="361440">
                  <a:moveTo>
                    <a:pt x="0" y="61445"/>
                  </a:moveTo>
                  <a:lnTo>
                    <a:pt x="83653" y="0"/>
                  </a:lnTo>
                  <a:lnTo>
                    <a:pt x="83653" y="299995"/>
                  </a:lnTo>
                  <a:lnTo>
                    <a:pt x="0" y="361440"/>
                  </a:lnTo>
                  <a:close/>
                </a:path>
              </a:pathLst>
            </a:custGeom>
            <a:solidFill>
              <a:srgbClr val="C9DFF3">
                <a:alpha val="22000"/>
              </a:srgbClr>
            </a:solidFill>
            <a:ln w="1782">
              <a:solidFill>
                <a:srgbClr val="87ADD3"/>
              </a:solidFill>
            </a:ln>
          </p:spPr>
        </p:sp>
        <p:sp>
          <p:nvSpPr>
            <p:cNvPr id="1460" name="asset_1581_2">
              <a:extLst>
                <a:ext uri="{FF2B5EF4-FFF2-40B4-BE49-F238E27FC236}">
                  <a16:creationId xmlns:a16="http://schemas.microsoft.com/office/drawing/2014/main" id="{C83C781F-4163-4F45-A576-FF381D6B7124}"/>
                </a:ext>
              </a:extLst>
            </p:cNvPr>
            <p:cNvSpPr>
              <a:spLocks noGrp="1"/>
            </p:cNvSpPr>
            <p:nvPr/>
          </p:nvSpPr>
          <p:spPr>
            <a:xfrm>
              <a:off x="1166040" y="592085"/>
              <a:ext cx="356627" cy="299995"/>
            </a:xfrm>
            <a:prstGeom prst="rect">
              <a:avLst/>
            </a:prstGeom>
            <a:solidFill>
              <a:srgbClr val="E7F1FC">
                <a:alpha val="20000"/>
              </a:srgbClr>
            </a:solidFill>
            <a:ln w="1782">
              <a:solidFill>
                <a:srgbClr val="87ADD3"/>
              </a:solidFill>
            </a:ln>
          </p:spPr>
        </p:sp>
        <p:sp>
          <p:nvSpPr>
            <p:cNvPr id="1461" name="asset_1581_3">
              <a:extLst>
                <a:ext uri="{FF2B5EF4-FFF2-40B4-BE49-F238E27FC236}">
                  <a16:creationId xmlns:a16="http://schemas.microsoft.com/office/drawing/2014/main" id="{4814FF20-AF82-4EF2-9BB9-2297FCECF2A5}"/>
                </a:ext>
              </a:extLst>
            </p:cNvPr>
            <p:cNvSpPr>
              <a:spLocks noGrp="1"/>
            </p:cNvSpPr>
            <p:nvPr/>
          </p:nvSpPr>
          <p:spPr>
            <a:xfrm>
              <a:off x="1255197" y="592085"/>
              <a:ext cx="4" cy="299995"/>
            </a:xfrm>
            <a:prstGeom prst="line">
              <a:avLst/>
            </a:prstGeom>
            <a:noFill/>
            <a:ln w="1307">
              <a:solidFill>
                <a:srgbClr val="C9DEED">
                  <a:alpha val="33000"/>
                </a:srgbClr>
              </a:solidFill>
            </a:ln>
          </p:spPr>
        </p:sp>
        <p:sp>
          <p:nvSpPr>
            <p:cNvPr id="1462" name="asset_1581_4">
              <a:extLst>
                <a:ext uri="{FF2B5EF4-FFF2-40B4-BE49-F238E27FC236}">
                  <a16:creationId xmlns:a16="http://schemas.microsoft.com/office/drawing/2014/main" id="{C8D2FDE4-E7E6-4930-A42E-B2B020E5E6FE}"/>
                </a:ext>
              </a:extLst>
            </p:cNvPr>
            <p:cNvSpPr>
              <a:spLocks noGrp="1"/>
            </p:cNvSpPr>
            <p:nvPr/>
          </p:nvSpPr>
          <p:spPr>
            <a:xfrm>
              <a:off x="1166040" y="667084"/>
              <a:ext cx="356627" cy="4"/>
            </a:xfrm>
            <a:prstGeom prst="line">
              <a:avLst/>
            </a:prstGeom>
            <a:noFill/>
            <a:ln w="1307">
              <a:solidFill>
                <a:srgbClr val="C9DEED">
                  <a:alpha val="33000"/>
                </a:srgbClr>
              </a:solidFill>
            </a:ln>
          </p:spPr>
        </p:sp>
        <p:sp>
          <p:nvSpPr>
            <p:cNvPr id="1463" name="asset_1581_5">
              <a:extLst>
                <a:ext uri="{FF2B5EF4-FFF2-40B4-BE49-F238E27FC236}">
                  <a16:creationId xmlns:a16="http://schemas.microsoft.com/office/drawing/2014/main" id="{815570DD-5E1B-4A48-A88B-AB9342DB5FB9}"/>
                </a:ext>
              </a:extLst>
            </p:cNvPr>
            <p:cNvSpPr>
              <a:spLocks noGrp="1"/>
            </p:cNvSpPr>
            <p:nvPr/>
          </p:nvSpPr>
          <p:spPr>
            <a:xfrm>
              <a:off x="1344353" y="592085"/>
              <a:ext cx="4" cy="299995"/>
            </a:xfrm>
            <a:prstGeom prst="line">
              <a:avLst/>
            </a:prstGeom>
            <a:noFill/>
            <a:ln w="1307">
              <a:solidFill>
                <a:srgbClr val="C9DEED">
                  <a:alpha val="33000"/>
                </a:srgbClr>
              </a:solidFill>
            </a:ln>
          </p:spPr>
        </p:sp>
        <p:sp>
          <p:nvSpPr>
            <p:cNvPr id="1464" name="asset_1581_6">
              <a:extLst>
                <a:ext uri="{FF2B5EF4-FFF2-40B4-BE49-F238E27FC236}">
                  <a16:creationId xmlns:a16="http://schemas.microsoft.com/office/drawing/2014/main" id="{C23B0A45-5F83-4490-8AE3-9C0F30E2FB98}"/>
                </a:ext>
              </a:extLst>
            </p:cNvPr>
            <p:cNvSpPr>
              <a:spLocks noGrp="1"/>
            </p:cNvSpPr>
            <p:nvPr/>
          </p:nvSpPr>
          <p:spPr>
            <a:xfrm>
              <a:off x="1166040" y="742082"/>
              <a:ext cx="356627" cy="4"/>
            </a:xfrm>
            <a:prstGeom prst="line">
              <a:avLst/>
            </a:prstGeom>
            <a:noFill/>
            <a:ln w="1307">
              <a:solidFill>
                <a:srgbClr val="C9DEED">
                  <a:alpha val="33000"/>
                </a:srgbClr>
              </a:solidFill>
            </a:ln>
          </p:spPr>
        </p:sp>
        <p:sp>
          <p:nvSpPr>
            <p:cNvPr id="1465" name="asset_1581_7">
              <a:extLst>
                <a:ext uri="{FF2B5EF4-FFF2-40B4-BE49-F238E27FC236}">
                  <a16:creationId xmlns:a16="http://schemas.microsoft.com/office/drawing/2014/main" id="{54E6855F-E094-4217-B1D4-A57893976318}"/>
                </a:ext>
              </a:extLst>
            </p:cNvPr>
            <p:cNvSpPr>
              <a:spLocks noGrp="1"/>
            </p:cNvSpPr>
            <p:nvPr/>
          </p:nvSpPr>
          <p:spPr>
            <a:xfrm>
              <a:off x="1433510" y="592085"/>
              <a:ext cx="4" cy="299995"/>
            </a:xfrm>
            <a:prstGeom prst="line">
              <a:avLst/>
            </a:prstGeom>
            <a:noFill/>
            <a:ln w="1307">
              <a:solidFill>
                <a:srgbClr val="C9DEED">
                  <a:alpha val="33000"/>
                </a:srgbClr>
              </a:solidFill>
            </a:ln>
          </p:spPr>
        </p:sp>
        <p:sp>
          <p:nvSpPr>
            <p:cNvPr id="1466" name="asset_1581_8">
              <a:extLst>
                <a:ext uri="{FF2B5EF4-FFF2-40B4-BE49-F238E27FC236}">
                  <a16:creationId xmlns:a16="http://schemas.microsoft.com/office/drawing/2014/main" id="{CC675C05-33DA-4598-BE5F-E5E4CE603F60}"/>
                </a:ext>
              </a:extLst>
            </p:cNvPr>
            <p:cNvSpPr>
              <a:spLocks noGrp="1"/>
            </p:cNvSpPr>
            <p:nvPr/>
          </p:nvSpPr>
          <p:spPr>
            <a:xfrm>
              <a:off x="1166040" y="817081"/>
              <a:ext cx="356627" cy="4"/>
            </a:xfrm>
            <a:prstGeom prst="line">
              <a:avLst/>
            </a:prstGeom>
            <a:noFill/>
            <a:ln w="1307">
              <a:solidFill>
                <a:srgbClr val="C9DEED">
                  <a:alpha val="33000"/>
                </a:srgbClr>
              </a:solidFill>
            </a:ln>
          </p:spPr>
        </p:sp>
        <p:sp>
          <p:nvSpPr>
            <p:cNvPr id="1467" name="asset_1581_9">
              <a:extLst>
                <a:ext uri="{FF2B5EF4-FFF2-40B4-BE49-F238E27FC236}">
                  <a16:creationId xmlns:a16="http://schemas.microsoft.com/office/drawing/2014/main" id="{AE9F7C31-36A5-472F-8764-7B217BC69915}"/>
                </a:ext>
              </a:extLst>
            </p:cNvPr>
            <p:cNvSpPr>
              <a:spLocks noGrp="1"/>
            </p:cNvSpPr>
            <p:nvPr/>
          </p:nvSpPr>
          <p:spPr>
            <a:xfrm>
              <a:off x="1197601" y="632784"/>
              <a:ext cx="166045" cy="13823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8" name="asset_1581_10">
              <a:extLst>
                <a:ext uri="{FF2B5EF4-FFF2-40B4-BE49-F238E27FC236}">
                  <a16:creationId xmlns:a16="http://schemas.microsoft.com/office/drawing/2014/main" id="{B2B81824-5500-4EDD-B86C-BFD330C7B44E}"/>
                </a:ext>
              </a:extLst>
            </p:cNvPr>
            <p:cNvSpPr>
              <a:spLocks noGrp="1"/>
            </p:cNvSpPr>
            <p:nvPr/>
          </p:nvSpPr>
          <p:spPr>
            <a:xfrm>
              <a:off x="1273706" y="673104"/>
              <a:ext cx="179883" cy="14975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69" name="asset_1581_11">
              <a:extLst>
                <a:ext uri="{FF2B5EF4-FFF2-40B4-BE49-F238E27FC236}">
                  <a16:creationId xmlns:a16="http://schemas.microsoft.com/office/drawing/2014/main" id="{1D48FAA2-8A1A-4C33-B539-827801F7314D}"/>
                </a:ext>
              </a:extLst>
            </p:cNvPr>
            <p:cNvSpPr>
              <a:spLocks noGrp="1"/>
            </p:cNvSpPr>
            <p:nvPr/>
          </p:nvSpPr>
          <p:spPr>
            <a:xfrm>
              <a:off x="1339432" y="598225"/>
              <a:ext cx="159127" cy="13247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0" name="asset_1581_12">
              <a:extLst>
                <a:ext uri="{FF2B5EF4-FFF2-40B4-BE49-F238E27FC236}">
                  <a16:creationId xmlns:a16="http://schemas.microsoft.com/office/drawing/2014/main" id="{660B5A44-38E9-4890-BCD6-36653AEE837A}"/>
                </a:ext>
              </a:extLst>
            </p:cNvPr>
            <p:cNvSpPr>
              <a:spLocks noGrp="1"/>
            </p:cNvSpPr>
            <p:nvPr/>
          </p:nvSpPr>
          <p:spPr>
            <a:xfrm>
              <a:off x="1266787" y="578065"/>
              <a:ext cx="152208" cy="126718"/>
            </a:xfrm>
            <a:prstGeom prst="ellipse">
              <a:avLst/>
            </a:prstGeom>
            <a:gradFill>
              <a:gsLst>
                <a:gs pos="0">
                  <a:srgbClr val="E5F0FF">
                    <a:alpha val="60500"/>
                  </a:srgbClr>
                </a:gs>
                <a:gs pos="48000">
                  <a:srgbClr val="7AA9DF">
                    <a:alpha val="66000"/>
                  </a:srgbClr>
                </a:gs>
                <a:gs pos="100000">
                  <a:srgbClr val="7AA9DF">
                    <a:alpha val="38500"/>
                  </a:srgbClr>
                </a:gs>
              </a:gsLst>
              <a:lin ang="8400000"/>
            </a:gradFill>
            <a:ln w="2796">
              <a:noFill/>
            </a:ln>
            <a:effectLst>
              <a:softEdge rad="4320"/>
            </a:effectLst>
          </p:spPr>
        </p:sp>
        <p:sp>
          <p:nvSpPr>
            <p:cNvPr id="1471" name="asset_1581_13">
              <a:extLst>
                <a:ext uri="{FF2B5EF4-FFF2-40B4-BE49-F238E27FC236}">
                  <a16:creationId xmlns:a16="http://schemas.microsoft.com/office/drawing/2014/main" id="{A54C3BC1-A76A-42BF-A775-045933A231E0}"/>
                </a:ext>
              </a:extLst>
            </p:cNvPr>
            <p:cNvSpPr>
              <a:spLocks noGrp="1"/>
            </p:cNvSpPr>
            <p:nvPr/>
          </p:nvSpPr>
          <p:spPr>
            <a:xfrm>
              <a:off x="1267782" y="628001"/>
              <a:ext cx="89810" cy="7476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2" name="asset_1581_14">
              <a:extLst>
                <a:ext uri="{FF2B5EF4-FFF2-40B4-BE49-F238E27FC236}">
                  <a16:creationId xmlns:a16="http://schemas.microsoft.com/office/drawing/2014/main" id="{944F3B14-0DD0-4984-A86E-55658AF6431E}"/>
                </a:ext>
              </a:extLst>
            </p:cNvPr>
            <p:cNvSpPr>
              <a:spLocks noGrp="1"/>
            </p:cNvSpPr>
            <p:nvPr/>
          </p:nvSpPr>
          <p:spPr>
            <a:xfrm>
              <a:off x="1308490" y="708756"/>
              <a:ext cx="85440" cy="7113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3" name="asset_1581_15">
              <a:extLst>
                <a:ext uri="{FF2B5EF4-FFF2-40B4-BE49-F238E27FC236}">
                  <a16:creationId xmlns:a16="http://schemas.microsoft.com/office/drawing/2014/main" id="{1C484209-71E8-4F3C-BCB5-E545D61C95A7}"/>
                </a:ext>
              </a:extLst>
            </p:cNvPr>
            <p:cNvSpPr>
              <a:spLocks noGrp="1"/>
            </p:cNvSpPr>
            <p:nvPr/>
          </p:nvSpPr>
          <p:spPr>
            <a:xfrm>
              <a:off x="1329273" y="646628"/>
              <a:ext cx="68879" cy="573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4" name="asset_1581_16">
              <a:extLst>
                <a:ext uri="{FF2B5EF4-FFF2-40B4-BE49-F238E27FC236}">
                  <a16:creationId xmlns:a16="http://schemas.microsoft.com/office/drawing/2014/main" id="{EE253FFA-FAA9-4637-9B05-9F975F05475E}"/>
                </a:ext>
              </a:extLst>
            </p:cNvPr>
            <p:cNvSpPr>
              <a:spLocks noGrp="1"/>
            </p:cNvSpPr>
            <p:nvPr/>
          </p:nvSpPr>
          <p:spPr>
            <a:xfrm>
              <a:off x="1303611" y="590001"/>
              <a:ext cx="89020" cy="7411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5" name="asset_1581_17">
              <a:extLst>
                <a:ext uri="{FF2B5EF4-FFF2-40B4-BE49-F238E27FC236}">
                  <a16:creationId xmlns:a16="http://schemas.microsoft.com/office/drawing/2014/main" id="{E9F94C94-F491-4F79-AFFE-AFE6DB01D3E0}"/>
                </a:ext>
              </a:extLst>
            </p:cNvPr>
            <p:cNvSpPr>
              <a:spLocks noGrp="1"/>
            </p:cNvSpPr>
            <p:nvPr/>
          </p:nvSpPr>
          <p:spPr>
            <a:xfrm>
              <a:off x="1254986" y="668492"/>
              <a:ext cx="87304" cy="726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6" name="asset_1581_18">
              <a:extLst>
                <a:ext uri="{FF2B5EF4-FFF2-40B4-BE49-F238E27FC236}">
                  <a16:creationId xmlns:a16="http://schemas.microsoft.com/office/drawing/2014/main" id="{CF287EE7-CBD1-419B-B412-5114F8EE522C}"/>
                </a:ext>
              </a:extLst>
            </p:cNvPr>
            <p:cNvSpPr>
              <a:spLocks noGrp="1"/>
            </p:cNvSpPr>
            <p:nvPr/>
          </p:nvSpPr>
          <p:spPr>
            <a:xfrm>
              <a:off x="1366193" y="686325"/>
              <a:ext cx="64869" cy="540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7" name="asset_1581_19">
              <a:extLst>
                <a:ext uri="{FF2B5EF4-FFF2-40B4-BE49-F238E27FC236}">
                  <a16:creationId xmlns:a16="http://schemas.microsoft.com/office/drawing/2014/main" id="{3934C044-1AEB-40CD-8435-76A96DC8F529}"/>
                </a:ext>
              </a:extLst>
            </p:cNvPr>
            <p:cNvSpPr>
              <a:spLocks noGrp="1"/>
            </p:cNvSpPr>
            <p:nvPr/>
          </p:nvSpPr>
          <p:spPr>
            <a:xfrm>
              <a:off x="1403693" y="656125"/>
              <a:ext cx="79255" cy="6598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8" name="asset_1581_20">
              <a:extLst>
                <a:ext uri="{FF2B5EF4-FFF2-40B4-BE49-F238E27FC236}">
                  <a16:creationId xmlns:a16="http://schemas.microsoft.com/office/drawing/2014/main" id="{B947AA40-95EB-4B42-8E17-68B5000BEFD0}"/>
                </a:ext>
              </a:extLst>
            </p:cNvPr>
            <p:cNvSpPr>
              <a:spLocks noGrp="1"/>
            </p:cNvSpPr>
            <p:nvPr/>
          </p:nvSpPr>
          <p:spPr>
            <a:xfrm>
              <a:off x="1354563" y="601883"/>
              <a:ext cx="65444" cy="5448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79" name="asset_1581_21">
              <a:extLst>
                <a:ext uri="{FF2B5EF4-FFF2-40B4-BE49-F238E27FC236}">
                  <a16:creationId xmlns:a16="http://schemas.microsoft.com/office/drawing/2014/main" id="{88DA60A4-9D2E-45B3-91D3-4CCAC622D763}"/>
                </a:ext>
              </a:extLst>
            </p:cNvPr>
            <p:cNvSpPr>
              <a:spLocks noGrp="1"/>
            </p:cNvSpPr>
            <p:nvPr/>
          </p:nvSpPr>
          <p:spPr>
            <a:xfrm>
              <a:off x="1195102" y="652037"/>
              <a:ext cx="77351" cy="6439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0" name="asset_1581_22">
              <a:extLst>
                <a:ext uri="{FF2B5EF4-FFF2-40B4-BE49-F238E27FC236}">
                  <a16:creationId xmlns:a16="http://schemas.microsoft.com/office/drawing/2014/main" id="{07A18488-8880-4572-A74B-89AE9F6756E0}"/>
                </a:ext>
              </a:extLst>
            </p:cNvPr>
            <p:cNvSpPr>
              <a:spLocks noGrp="1"/>
            </p:cNvSpPr>
            <p:nvPr/>
          </p:nvSpPr>
          <p:spPr>
            <a:xfrm>
              <a:off x="1384387" y="701587"/>
              <a:ext cx="79465" cy="66157"/>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1" name="asset_1581_23">
              <a:extLst>
                <a:ext uri="{FF2B5EF4-FFF2-40B4-BE49-F238E27FC236}">
                  <a16:creationId xmlns:a16="http://schemas.microsoft.com/office/drawing/2014/main" id="{6F869924-C87C-4542-AF02-358EE88B5C3E}"/>
                </a:ext>
              </a:extLst>
            </p:cNvPr>
            <p:cNvSpPr>
              <a:spLocks noGrp="1"/>
            </p:cNvSpPr>
            <p:nvPr/>
          </p:nvSpPr>
          <p:spPr>
            <a:xfrm>
              <a:off x="1356467" y="604314"/>
              <a:ext cx="78434" cy="6529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2" name="asset_1581_24">
              <a:extLst>
                <a:ext uri="{FF2B5EF4-FFF2-40B4-BE49-F238E27FC236}">
                  <a16:creationId xmlns:a16="http://schemas.microsoft.com/office/drawing/2014/main" id="{D4A359B9-4BC4-4F2F-9C3B-A736D78E428B}"/>
                </a:ext>
              </a:extLst>
            </p:cNvPr>
            <p:cNvSpPr>
              <a:spLocks noGrp="1"/>
            </p:cNvSpPr>
            <p:nvPr/>
          </p:nvSpPr>
          <p:spPr>
            <a:xfrm>
              <a:off x="1331768" y="602204"/>
              <a:ext cx="55523" cy="4622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3" name="asset_1581_25">
              <a:extLst>
                <a:ext uri="{FF2B5EF4-FFF2-40B4-BE49-F238E27FC236}">
                  <a16:creationId xmlns:a16="http://schemas.microsoft.com/office/drawing/2014/main" id="{AA9DAE7B-C072-4D9C-9114-D41D267A99B9}"/>
                </a:ext>
              </a:extLst>
            </p:cNvPr>
            <p:cNvSpPr>
              <a:spLocks noGrp="1"/>
            </p:cNvSpPr>
            <p:nvPr/>
          </p:nvSpPr>
          <p:spPr>
            <a:xfrm>
              <a:off x="1265035" y="648588"/>
              <a:ext cx="78317" cy="652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4" name="asset_1581_26">
              <a:extLst>
                <a:ext uri="{FF2B5EF4-FFF2-40B4-BE49-F238E27FC236}">
                  <a16:creationId xmlns:a16="http://schemas.microsoft.com/office/drawing/2014/main" id="{5C0E4635-69D9-4CCB-8AF4-005FB40620D6}"/>
                </a:ext>
              </a:extLst>
            </p:cNvPr>
            <p:cNvSpPr>
              <a:spLocks noGrp="1"/>
            </p:cNvSpPr>
            <p:nvPr/>
          </p:nvSpPr>
          <p:spPr>
            <a:xfrm>
              <a:off x="1271877" y="738553"/>
              <a:ext cx="78927" cy="657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5" name="asset_1581_27">
              <a:extLst>
                <a:ext uri="{FF2B5EF4-FFF2-40B4-BE49-F238E27FC236}">
                  <a16:creationId xmlns:a16="http://schemas.microsoft.com/office/drawing/2014/main" id="{4AFD1DA4-8614-485B-8FC4-D6C868BE1E55}"/>
                </a:ext>
              </a:extLst>
            </p:cNvPr>
            <p:cNvSpPr>
              <a:spLocks noGrp="1"/>
            </p:cNvSpPr>
            <p:nvPr/>
          </p:nvSpPr>
          <p:spPr>
            <a:xfrm>
              <a:off x="1346286" y="645828"/>
              <a:ext cx="81581" cy="6791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6" name="asset_1581_28">
              <a:extLst>
                <a:ext uri="{FF2B5EF4-FFF2-40B4-BE49-F238E27FC236}">
                  <a16:creationId xmlns:a16="http://schemas.microsoft.com/office/drawing/2014/main" id="{435FC0BA-F446-4627-A792-A7D26955FFA3}"/>
                </a:ext>
              </a:extLst>
            </p:cNvPr>
            <p:cNvSpPr>
              <a:spLocks noGrp="1"/>
            </p:cNvSpPr>
            <p:nvPr/>
          </p:nvSpPr>
          <p:spPr>
            <a:xfrm>
              <a:off x="1275855" y="598815"/>
              <a:ext cx="59505" cy="4954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7" name="asset_1581_29">
              <a:extLst>
                <a:ext uri="{FF2B5EF4-FFF2-40B4-BE49-F238E27FC236}">
                  <a16:creationId xmlns:a16="http://schemas.microsoft.com/office/drawing/2014/main" id="{2705A797-7EE2-495B-B909-1340C299D43A}"/>
                </a:ext>
              </a:extLst>
            </p:cNvPr>
            <p:cNvSpPr>
              <a:spLocks noGrp="1"/>
            </p:cNvSpPr>
            <p:nvPr/>
          </p:nvSpPr>
          <p:spPr>
            <a:xfrm>
              <a:off x="1298797" y="658112"/>
              <a:ext cx="81860" cy="6815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8" name="asset_1581_30">
              <a:extLst>
                <a:ext uri="{FF2B5EF4-FFF2-40B4-BE49-F238E27FC236}">
                  <a16:creationId xmlns:a16="http://schemas.microsoft.com/office/drawing/2014/main" id="{68ED42AE-36D2-41B0-81A5-F19F3765BD34}"/>
                </a:ext>
              </a:extLst>
            </p:cNvPr>
            <p:cNvSpPr>
              <a:spLocks noGrp="1"/>
            </p:cNvSpPr>
            <p:nvPr/>
          </p:nvSpPr>
          <p:spPr>
            <a:xfrm>
              <a:off x="1307873" y="672119"/>
              <a:ext cx="67974" cy="56590"/>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89" name="asset_1581_31">
              <a:extLst>
                <a:ext uri="{FF2B5EF4-FFF2-40B4-BE49-F238E27FC236}">
                  <a16:creationId xmlns:a16="http://schemas.microsoft.com/office/drawing/2014/main" id="{570CA1DB-AE1A-46F9-874E-5C63A0584C84}"/>
                </a:ext>
              </a:extLst>
            </p:cNvPr>
            <p:cNvSpPr>
              <a:spLocks noGrp="1"/>
            </p:cNvSpPr>
            <p:nvPr/>
          </p:nvSpPr>
          <p:spPr>
            <a:xfrm>
              <a:off x="1380715" y="596498"/>
              <a:ext cx="50330" cy="4190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0" name="asset_1581_32">
              <a:extLst>
                <a:ext uri="{FF2B5EF4-FFF2-40B4-BE49-F238E27FC236}">
                  <a16:creationId xmlns:a16="http://schemas.microsoft.com/office/drawing/2014/main" id="{7DAC0771-FFD9-4D18-831E-141093886668}"/>
                </a:ext>
              </a:extLst>
            </p:cNvPr>
            <p:cNvSpPr>
              <a:spLocks noGrp="1"/>
            </p:cNvSpPr>
            <p:nvPr/>
          </p:nvSpPr>
          <p:spPr>
            <a:xfrm>
              <a:off x="1272577" y="634689"/>
              <a:ext cx="73845" cy="614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1" name="asset_1581_33">
              <a:extLst>
                <a:ext uri="{FF2B5EF4-FFF2-40B4-BE49-F238E27FC236}">
                  <a16:creationId xmlns:a16="http://schemas.microsoft.com/office/drawing/2014/main" id="{B3171AA5-06B2-4F18-AD43-E15FA653F86B}"/>
                </a:ext>
              </a:extLst>
            </p:cNvPr>
            <p:cNvSpPr>
              <a:spLocks noGrp="1"/>
            </p:cNvSpPr>
            <p:nvPr/>
          </p:nvSpPr>
          <p:spPr>
            <a:xfrm>
              <a:off x="1212340" y="692783"/>
              <a:ext cx="65414" cy="544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2" name="asset_1581_34">
              <a:extLst>
                <a:ext uri="{FF2B5EF4-FFF2-40B4-BE49-F238E27FC236}">
                  <a16:creationId xmlns:a16="http://schemas.microsoft.com/office/drawing/2014/main" id="{B30B9448-10C3-4A24-B25F-BA92A232A741}"/>
                </a:ext>
              </a:extLst>
            </p:cNvPr>
            <p:cNvSpPr>
              <a:spLocks noGrp="1"/>
            </p:cNvSpPr>
            <p:nvPr/>
          </p:nvSpPr>
          <p:spPr>
            <a:xfrm>
              <a:off x="1322656" y="736905"/>
              <a:ext cx="50345" cy="4191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3" name="asset_1581_35">
              <a:extLst>
                <a:ext uri="{FF2B5EF4-FFF2-40B4-BE49-F238E27FC236}">
                  <a16:creationId xmlns:a16="http://schemas.microsoft.com/office/drawing/2014/main" id="{15807BA9-6FC6-4791-B349-AE30B87C86A4}"/>
                </a:ext>
              </a:extLst>
            </p:cNvPr>
            <p:cNvSpPr>
              <a:spLocks noGrp="1"/>
            </p:cNvSpPr>
            <p:nvPr/>
          </p:nvSpPr>
          <p:spPr>
            <a:xfrm>
              <a:off x="1367542" y="615447"/>
              <a:ext cx="89009" cy="74103"/>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4" name="asset_1581_36">
              <a:extLst>
                <a:ext uri="{FF2B5EF4-FFF2-40B4-BE49-F238E27FC236}">
                  <a16:creationId xmlns:a16="http://schemas.microsoft.com/office/drawing/2014/main" id="{B8028308-95DD-4FE0-8578-82EC16EAB52D}"/>
                </a:ext>
              </a:extLst>
            </p:cNvPr>
            <p:cNvSpPr>
              <a:spLocks noGrp="1"/>
            </p:cNvSpPr>
            <p:nvPr/>
          </p:nvSpPr>
          <p:spPr>
            <a:xfrm>
              <a:off x="1296881" y="621880"/>
              <a:ext cx="66929" cy="5572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5" name="asset_1581_37">
              <a:extLst>
                <a:ext uri="{FF2B5EF4-FFF2-40B4-BE49-F238E27FC236}">
                  <a16:creationId xmlns:a16="http://schemas.microsoft.com/office/drawing/2014/main" id="{DE1D7B0A-8FB6-41EA-A480-4EAF7F961838}"/>
                </a:ext>
              </a:extLst>
            </p:cNvPr>
            <p:cNvSpPr>
              <a:spLocks noGrp="1"/>
            </p:cNvSpPr>
            <p:nvPr/>
          </p:nvSpPr>
          <p:spPr>
            <a:xfrm>
              <a:off x="1277458" y="665345"/>
              <a:ext cx="68439" cy="56978"/>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6" name="asset_1581_38">
              <a:extLst>
                <a:ext uri="{FF2B5EF4-FFF2-40B4-BE49-F238E27FC236}">
                  <a16:creationId xmlns:a16="http://schemas.microsoft.com/office/drawing/2014/main" id="{5610F228-B690-4146-935C-E1CD6E2A8D08}"/>
                </a:ext>
              </a:extLst>
            </p:cNvPr>
            <p:cNvSpPr>
              <a:spLocks noGrp="1"/>
            </p:cNvSpPr>
            <p:nvPr/>
          </p:nvSpPr>
          <p:spPr>
            <a:xfrm>
              <a:off x="1356515" y="745086"/>
              <a:ext cx="71762" cy="5974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7" name="asset_1581_39">
              <a:extLst>
                <a:ext uri="{FF2B5EF4-FFF2-40B4-BE49-F238E27FC236}">
                  <a16:creationId xmlns:a16="http://schemas.microsoft.com/office/drawing/2014/main" id="{FD6B0E2F-3BAB-4DAC-9F76-FBC230B82B49}"/>
                </a:ext>
              </a:extLst>
            </p:cNvPr>
            <p:cNvSpPr>
              <a:spLocks noGrp="1"/>
            </p:cNvSpPr>
            <p:nvPr/>
          </p:nvSpPr>
          <p:spPr>
            <a:xfrm>
              <a:off x="1386650" y="585659"/>
              <a:ext cx="88123" cy="7336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8" name="asset_1581_40">
              <a:extLst>
                <a:ext uri="{FF2B5EF4-FFF2-40B4-BE49-F238E27FC236}">
                  <a16:creationId xmlns:a16="http://schemas.microsoft.com/office/drawing/2014/main" id="{5A168792-540D-45E8-B808-1DD71F0B1A81}"/>
                </a:ext>
              </a:extLst>
            </p:cNvPr>
            <p:cNvSpPr>
              <a:spLocks noGrp="1"/>
            </p:cNvSpPr>
            <p:nvPr/>
          </p:nvSpPr>
          <p:spPr>
            <a:xfrm>
              <a:off x="1280729" y="604385"/>
              <a:ext cx="58619" cy="4880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499" name="asset_1581_41">
              <a:extLst>
                <a:ext uri="{FF2B5EF4-FFF2-40B4-BE49-F238E27FC236}">
                  <a16:creationId xmlns:a16="http://schemas.microsoft.com/office/drawing/2014/main" id="{847FD70E-5A8B-4114-A01D-F2EF50F4423E}"/>
                </a:ext>
              </a:extLst>
            </p:cNvPr>
            <p:cNvSpPr>
              <a:spLocks noGrp="1"/>
            </p:cNvSpPr>
            <p:nvPr/>
          </p:nvSpPr>
          <p:spPr>
            <a:xfrm>
              <a:off x="1252552" y="707551"/>
              <a:ext cx="67155" cy="5590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0" name="asset_1581_42">
              <a:extLst>
                <a:ext uri="{FF2B5EF4-FFF2-40B4-BE49-F238E27FC236}">
                  <a16:creationId xmlns:a16="http://schemas.microsoft.com/office/drawing/2014/main" id="{B8465718-2209-4785-8D6C-FEFD5ED88B50}"/>
                </a:ext>
              </a:extLst>
            </p:cNvPr>
            <p:cNvSpPr>
              <a:spLocks noGrp="1"/>
            </p:cNvSpPr>
            <p:nvPr/>
          </p:nvSpPr>
          <p:spPr>
            <a:xfrm>
              <a:off x="1294512" y="681051"/>
              <a:ext cx="62827" cy="52305"/>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1" name="asset_1581_43">
              <a:extLst>
                <a:ext uri="{FF2B5EF4-FFF2-40B4-BE49-F238E27FC236}">
                  <a16:creationId xmlns:a16="http://schemas.microsoft.com/office/drawing/2014/main" id="{CF9D731D-DAD3-42C6-A1D4-17669C521916}"/>
                </a:ext>
              </a:extLst>
            </p:cNvPr>
            <p:cNvSpPr>
              <a:spLocks noGrp="1"/>
            </p:cNvSpPr>
            <p:nvPr/>
          </p:nvSpPr>
          <p:spPr>
            <a:xfrm>
              <a:off x="1396532" y="648285"/>
              <a:ext cx="49406" cy="4113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2" name="asset_1581_44">
              <a:extLst>
                <a:ext uri="{FF2B5EF4-FFF2-40B4-BE49-F238E27FC236}">
                  <a16:creationId xmlns:a16="http://schemas.microsoft.com/office/drawing/2014/main" id="{26272332-EDB6-4712-B694-B8364E118BAB}"/>
                </a:ext>
              </a:extLst>
            </p:cNvPr>
            <p:cNvSpPr>
              <a:spLocks noGrp="1"/>
            </p:cNvSpPr>
            <p:nvPr/>
          </p:nvSpPr>
          <p:spPr>
            <a:xfrm>
              <a:off x="1284646" y="570918"/>
              <a:ext cx="72058" cy="5999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3" name="asset_1581_45">
              <a:extLst>
                <a:ext uri="{FF2B5EF4-FFF2-40B4-BE49-F238E27FC236}">
                  <a16:creationId xmlns:a16="http://schemas.microsoft.com/office/drawing/2014/main" id="{C32BD334-D78F-4BEA-8822-055E65717176}"/>
                </a:ext>
              </a:extLst>
            </p:cNvPr>
            <p:cNvSpPr>
              <a:spLocks noGrp="1"/>
            </p:cNvSpPr>
            <p:nvPr/>
          </p:nvSpPr>
          <p:spPr>
            <a:xfrm>
              <a:off x="1301463" y="668973"/>
              <a:ext cx="57033" cy="47482"/>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4" name="asset_1581_46">
              <a:extLst>
                <a:ext uri="{FF2B5EF4-FFF2-40B4-BE49-F238E27FC236}">
                  <a16:creationId xmlns:a16="http://schemas.microsoft.com/office/drawing/2014/main" id="{767C0757-1EE1-4F32-B866-0F460338FCCC}"/>
                </a:ext>
              </a:extLst>
            </p:cNvPr>
            <p:cNvSpPr>
              <a:spLocks noGrp="1"/>
            </p:cNvSpPr>
            <p:nvPr/>
          </p:nvSpPr>
          <p:spPr>
            <a:xfrm>
              <a:off x="1314200" y="715321"/>
              <a:ext cx="64969" cy="5408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5" name="asset_1581_47">
              <a:extLst>
                <a:ext uri="{FF2B5EF4-FFF2-40B4-BE49-F238E27FC236}">
                  <a16:creationId xmlns:a16="http://schemas.microsoft.com/office/drawing/2014/main" id="{80494F87-B1E7-47F1-A0ED-34B1F248D749}"/>
                </a:ext>
              </a:extLst>
            </p:cNvPr>
            <p:cNvSpPr>
              <a:spLocks noGrp="1"/>
            </p:cNvSpPr>
            <p:nvPr/>
          </p:nvSpPr>
          <p:spPr>
            <a:xfrm>
              <a:off x="1337030" y="644689"/>
              <a:ext cx="54017" cy="44971"/>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6" name="asset_1581_48">
              <a:extLst>
                <a:ext uri="{FF2B5EF4-FFF2-40B4-BE49-F238E27FC236}">
                  <a16:creationId xmlns:a16="http://schemas.microsoft.com/office/drawing/2014/main" id="{4CFA04E2-554C-4D33-A89E-58E94823C882}"/>
                </a:ext>
              </a:extLst>
            </p:cNvPr>
            <p:cNvSpPr>
              <a:spLocks noGrp="1"/>
            </p:cNvSpPr>
            <p:nvPr/>
          </p:nvSpPr>
          <p:spPr>
            <a:xfrm>
              <a:off x="1342926" y="612101"/>
              <a:ext cx="68657" cy="57159"/>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7" name="asset_1581_49">
              <a:extLst>
                <a:ext uri="{FF2B5EF4-FFF2-40B4-BE49-F238E27FC236}">
                  <a16:creationId xmlns:a16="http://schemas.microsoft.com/office/drawing/2014/main" id="{6F10174C-29BC-4AF4-BBC1-4D20CFA0EF2A}"/>
                </a:ext>
              </a:extLst>
            </p:cNvPr>
            <p:cNvSpPr>
              <a:spLocks noGrp="1"/>
            </p:cNvSpPr>
            <p:nvPr/>
          </p:nvSpPr>
          <p:spPr>
            <a:xfrm>
              <a:off x="1241398" y="686021"/>
              <a:ext cx="57012" cy="47464"/>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8" name="asset_1581_50">
              <a:extLst>
                <a:ext uri="{FF2B5EF4-FFF2-40B4-BE49-F238E27FC236}">
                  <a16:creationId xmlns:a16="http://schemas.microsoft.com/office/drawing/2014/main" id="{E8F36DE9-E1F8-409F-9720-5A2344F983DE}"/>
                </a:ext>
              </a:extLst>
            </p:cNvPr>
            <p:cNvSpPr>
              <a:spLocks noGrp="1"/>
            </p:cNvSpPr>
            <p:nvPr/>
          </p:nvSpPr>
          <p:spPr>
            <a:xfrm>
              <a:off x="1358871" y="742809"/>
              <a:ext cx="63056" cy="52496"/>
            </a:xfrm>
            <a:prstGeom prst="ellipse">
              <a:avLst/>
            </a:prstGeom>
            <a:gradFill>
              <a:gsLst>
                <a:gs pos="0">
                  <a:srgbClr val="DCEAFF">
                    <a:alpha val="69300"/>
                  </a:srgbClr>
                </a:gs>
                <a:gs pos="52000">
                  <a:srgbClr val="7AA9DF">
                    <a:alpha val="80300"/>
                  </a:srgbClr>
                </a:gs>
                <a:gs pos="100000">
                  <a:srgbClr val="7AA9DF">
                    <a:alpha val="46200"/>
                  </a:srgbClr>
                </a:gs>
              </a:gsLst>
              <a:lin ang="7500000"/>
            </a:gradFill>
            <a:ln w="2796">
              <a:noFill/>
            </a:ln>
            <a:effectLst>
              <a:softEdge rad="4320"/>
            </a:effectLst>
          </p:spPr>
        </p:sp>
        <p:sp>
          <p:nvSpPr>
            <p:cNvPr id="1509" name="asset_1581_51">
              <a:extLst>
                <a:ext uri="{FF2B5EF4-FFF2-40B4-BE49-F238E27FC236}">
                  <a16:creationId xmlns:a16="http://schemas.microsoft.com/office/drawing/2014/main" id="{BEDF2D03-4738-43DD-8C34-6D4A9302BC28}"/>
                </a:ext>
              </a:extLst>
            </p:cNvPr>
            <p:cNvSpPr>
              <a:spLocks noGrp="1"/>
            </p:cNvSpPr>
            <p:nvPr/>
          </p:nvSpPr>
          <p:spPr>
            <a:xfrm>
              <a:off x="1166040" y="592085"/>
              <a:ext cx="356627" cy="299995"/>
            </a:xfrm>
            <a:custGeom>
              <a:avLst/>
              <a:gdLst/>
              <a:ahLst/>
              <a:cxnLst/>
              <a:rect l="0" t="0" r="0" b="0"/>
              <a:pathLst>
                <a:path w="356627" h="299995">
                  <a:moveTo>
                    <a:pt x="0" y="0"/>
                  </a:moveTo>
                  <a:lnTo>
                    <a:pt x="356627" y="0"/>
                  </a:lnTo>
                  <a:lnTo>
                    <a:pt x="356627" y="299995"/>
                  </a:lnTo>
                  <a:lnTo>
                    <a:pt x="0" y="299995"/>
                  </a:lnTo>
                  <a:close/>
                </a:path>
              </a:pathLst>
            </a:custGeom>
            <a:noFill/>
            <a:ln w="2377">
              <a:solidFill>
                <a:srgbClr val="87ADD3"/>
              </a:solidFill>
            </a:ln>
          </p:spPr>
        </p:sp>
      </p:grpSp>
      <p:sp>
        <p:nvSpPr>
          <p:cNvPr id="1510" name="Receptor atoms">
            <a:extLst>
              <a:ext uri="{FF2B5EF4-FFF2-40B4-BE49-F238E27FC236}">
                <a16:creationId xmlns:a16="http://schemas.microsoft.com/office/drawing/2014/main" id="{5D7544A2-240E-DDA9-1AB9-E12149F271ED}"/>
              </a:ext>
            </a:extLst>
          </p:cNvPr>
          <p:cNvSpPr>
            <a:spLocks noGrp="1"/>
          </p:cNvSpPr>
          <p:nvPr/>
        </p:nvSpPr>
        <p:spPr>
          <a:xfrm>
            <a:off x="2177465" y="863315"/>
            <a:ext cx="372260" cy="66672"/>
          </a:xfrm>
          <a:prstGeom prst="rect">
            <a:avLst/>
          </a:prstGeom>
          <a:noFill/>
          <a:ln w="0">
            <a:noFill/>
          </a:ln>
        </p:spPr>
        <p:txBody>
          <a:bodyPr wrap="none" lIns="0" tIns="0" rIns="0" bIns="0" anchor="ctr">
            <a:noAutofit/>
          </a:bodyPr>
          <a:lstStyle/>
          <a:p>
            <a:pPr algn="ctr">
              <a:defRPr sz="591" b="1">
                <a:solidFill>
                  <a:srgbClr val="193044"/>
                </a:solidFill>
                <a:latin typeface="Arial"/>
                <a:ea typeface="Arial"/>
                <a:cs typeface="Arial"/>
              </a:defRPr>
            </a:pPr>
            <a:r>
              <a:rPr sz="423" b="1">
                <a:solidFill>
                  <a:srgbClr val="193044"/>
                </a:solidFill>
                <a:latin typeface="Arial"/>
                <a:ea typeface="Arial"/>
                <a:cs typeface="Arial"/>
              </a:rPr>
              <a:t>Receptor atoms</a:t>
            </a:r>
          </a:p>
        </p:txBody>
      </p:sp>
      <p:pic>
        <p:nvPicPr>
          <p:cNvPr id="1511" name="图片 25">
            <a:extLst>
              <a:ext uri="{FF2B5EF4-FFF2-40B4-BE49-F238E27FC236}">
                <a16:creationId xmlns:a16="http://schemas.microsoft.com/office/drawing/2014/main" id="{03B67142-EE20-4DDE-6193-04475769B474}"/>
              </a:ext>
            </a:extLst>
          </p:cNvPr>
          <p:cNvPicPr>
            <a:picLocks noChangeAspect="1"/>
          </p:cNvPicPr>
          <p:nvPr/>
        </p:nvPicPr>
        <p:blipFill>
          <a:blip r:embed="rId13"/>
          <a:stretch/>
        </p:blipFill>
        <p:spPr>
          <a:xfrm>
            <a:off x="2210184" y="939246"/>
            <a:ext cx="308673" cy="185198"/>
          </a:xfrm>
          <a:prstGeom prst="rect">
            <a:avLst/>
          </a:prstGeom>
        </p:spPr>
      </p:pic>
      <p:sp>
        <p:nvSpPr>
          <p:cNvPr id="1512" name="Atom encoding">
            <a:extLst>
              <a:ext uri="{FF2B5EF4-FFF2-40B4-BE49-F238E27FC236}">
                <a16:creationId xmlns:a16="http://schemas.microsoft.com/office/drawing/2014/main" id="{C4A641D4-251A-BEDD-2DAE-30A29083273E}"/>
              </a:ext>
            </a:extLst>
          </p:cNvPr>
          <p:cNvSpPr>
            <a:spLocks noGrp="1"/>
          </p:cNvSpPr>
          <p:nvPr/>
        </p:nvSpPr>
        <p:spPr>
          <a:xfrm>
            <a:off x="2590594" y="931433"/>
            <a:ext cx="250026" cy="124083"/>
          </a:xfrm>
          <a:prstGeom prst="rect">
            <a:avLst/>
          </a:prstGeom>
          <a:noFill/>
          <a:ln w="0">
            <a:noFill/>
          </a:ln>
        </p:spPr>
        <p:txBody>
          <a:bodyPr wrap="none" lIns="0" tIns="0" rIns="0" bIns="0" anchor="ctr">
            <a:noAutofit/>
          </a:bodyPr>
          <a:lstStyle/>
          <a:p>
            <a:pPr algn="ctr">
              <a:defRPr sz="550" b="0">
                <a:solidFill>
                  <a:srgbClr val="776399"/>
                </a:solidFill>
                <a:latin typeface="Arial"/>
                <a:ea typeface="Arial"/>
                <a:cs typeface="Arial"/>
              </a:defRPr>
            </a:pPr>
            <a:r>
              <a:rPr sz="394" dirty="0">
                <a:solidFill>
                  <a:srgbClr val="776399"/>
                </a:solidFill>
                <a:latin typeface="Arial"/>
                <a:ea typeface="Arial"/>
                <a:cs typeface="Arial"/>
              </a:rPr>
              <a:t>Atom</a:t>
            </a:r>
          </a:p>
          <a:p>
            <a:pPr algn="ctr">
              <a:defRPr sz="550" b="0">
                <a:solidFill>
                  <a:srgbClr val="776399"/>
                </a:solidFill>
                <a:latin typeface="Arial"/>
                <a:ea typeface="Arial"/>
                <a:cs typeface="Arial"/>
              </a:defRPr>
            </a:pPr>
            <a:r>
              <a:rPr sz="394" dirty="0">
                <a:solidFill>
                  <a:srgbClr val="776399"/>
                </a:solidFill>
                <a:latin typeface="Arial"/>
                <a:ea typeface="Arial"/>
                <a:cs typeface="Arial"/>
              </a:rPr>
              <a:t>encoding</a:t>
            </a:r>
          </a:p>
        </p:txBody>
      </p:sp>
      <p:sp>
        <p:nvSpPr>
          <p:cNvPr id="1513" name="Pseudo atoms">
            <a:extLst>
              <a:ext uri="{FF2B5EF4-FFF2-40B4-BE49-F238E27FC236}">
                <a16:creationId xmlns:a16="http://schemas.microsoft.com/office/drawing/2014/main" id="{64588B34-94ED-1FB7-03A9-8B77EC477C8B}"/>
              </a:ext>
            </a:extLst>
          </p:cNvPr>
          <p:cNvSpPr>
            <a:spLocks noGrp="1"/>
          </p:cNvSpPr>
          <p:nvPr/>
        </p:nvSpPr>
        <p:spPr>
          <a:xfrm>
            <a:off x="2177465" y="1252667"/>
            <a:ext cx="372260" cy="66672"/>
          </a:xfrm>
          <a:prstGeom prst="rect">
            <a:avLst/>
          </a:prstGeom>
          <a:noFill/>
          <a:ln w="0">
            <a:noFill/>
          </a:ln>
        </p:spPr>
        <p:txBody>
          <a:bodyPr wrap="none" lIns="0" tIns="0" rIns="0" bIns="0" anchor="ctr">
            <a:noAutofit/>
          </a:bodyPr>
          <a:lstStyle/>
          <a:p>
            <a:pPr algn="ctr">
              <a:defRPr sz="423" b="1">
                <a:solidFill>
                  <a:srgbClr val="193044"/>
                </a:solidFill>
                <a:latin typeface="Arial"/>
                <a:ea typeface="Arial"/>
                <a:cs typeface="Arial"/>
              </a:defRPr>
            </a:pPr>
            <a:r>
              <a:rPr sz="423" b="1" dirty="0">
                <a:solidFill>
                  <a:srgbClr val="193044"/>
                </a:solidFill>
                <a:latin typeface="Arial"/>
                <a:ea typeface="Arial"/>
                <a:cs typeface="Arial"/>
              </a:rPr>
              <a:t>Pseudo atoms</a:t>
            </a:r>
          </a:p>
        </p:txBody>
      </p:sp>
      <p:sp>
        <p:nvSpPr>
          <p:cNvPr id="1514" name="3D voxel U-Net">
            <a:extLst>
              <a:ext uri="{FF2B5EF4-FFF2-40B4-BE49-F238E27FC236}">
                <a16:creationId xmlns:a16="http://schemas.microsoft.com/office/drawing/2014/main" id="{9D0744D6-BEFB-82C6-87A4-995256EE6073}"/>
              </a:ext>
            </a:extLst>
          </p:cNvPr>
          <p:cNvSpPr>
            <a:spLocks noGrp="1"/>
          </p:cNvSpPr>
          <p:nvPr/>
        </p:nvSpPr>
        <p:spPr>
          <a:xfrm>
            <a:off x="3120154" y="250567"/>
            <a:ext cx="1009363" cy="81487"/>
          </a:xfrm>
          <a:prstGeom prst="rect">
            <a:avLst/>
          </a:prstGeom>
          <a:noFill/>
          <a:ln w="0">
            <a:noFill/>
          </a:ln>
        </p:spPr>
        <p:txBody>
          <a:bodyPr wrap="none" lIns="0" tIns="0" rIns="0" bIns="0" anchor="ctr">
            <a:noAutofit/>
          </a:bodyPr>
          <a:lstStyle/>
          <a:p>
            <a:pPr algn="ctr">
              <a:defRPr sz="713" b="1">
                <a:solidFill>
                  <a:srgbClr val="193044"/>
                </a:solidFill>
                <a:latin typeface="Arial"/>
                <a:ea typeface="Arial"/>
                <a:cs typeface="Arial"/>
              </a:defRPr>
            </a:pPr>
            <a:r>
              <a:rPr sz="510" b="1">
                <a:solidFill>
                  <a:srgbClr val="193044"/>
                </a:solidFill>
                <a:latin typeface="Arial"/>
                <a:ea typeface="Arial"/>
                <a:cs typeface="Arial"/>
              </a:rPr>
              <a:t>3D voxel U-Net</a:t>
            </a:r>
          </a:p>
        </p:txBody>
      </p:sp>
      <p:sp>
        <p:nvSpPr>
          <p:cNvPr id="1515" name="Density bank to voxel input">
            <a:extLst>
              <a:ext uri="{FF2B5EF4-FFF2-40B4-BE49-F238E27FC236}">
                <a16:creationId xmlns:a16="http://schemas.microsoft.com/office/drawing/2014/main" id="{45E08DBF-96A0-EB74-147C-C015FAC3C54A}"/>
              </a:ext>
            </a:extLst>
          </p:cNvPr>
          <p:cNvSpPr>
            <a:spLocks noGrp="1"/>
          </p:cNvSpPr>
          <p:nvPr/>
        </p:nvSpPr>
        <p:spPr>
          <a:xfrm>
            <a:off x="2571949" y="657267"/>
            <a:ext cx="346332" cy="92"/>
          </a:xfrm>
          <a:custGeom>
            <a:avLst/>
            <a:gdLst/>
            <a:ahLst/>
            <a:cxnLst/>
            <a:rect l="0" t="0" r="0" b="0"/>
            <a:pathLst>
              <a:path w="1781175" h="476">
                <a:moveTo>
                  <a:pt x="0" y="0"/>
                </a:moveTo>
                <a:lnTo>
                  <a:pt x="1781175" y="0"/>
                </a:lnTo>
              </a:path>
            </a:pathLst>
          </a:custGeom>
          <a:noFill/>
          <a:ln w="7243">
            <a:solidFill>
              <a:srgbClr val="388BBE"/>
            </a:solidFill>
            <a:prstDash val="solid"/>
          </a:ln>
        </p:spPr>
      </p:sp>
      <p:sp>
        <p:nvSpPr>
          <p:cNvPr id="1516" name="Density bank to voxel input | arrowhead">
            <a:extLst>
              <a:ext uri="{FF2B5EF4-FFF2-40B4-BE49-F238E27FC236}">
                <a16:creationId xmlns:a16="http://schemas.microsoft.com/office/drawing/2014/main" id="{0CB6E354-CB56-56C0-95D5-76D44CC90AF4}"/>
              </a:ext>
            </a:extLst>
          </p:cNvPr>
          <p:cNvSpPr>
            <a:spLocks noGrp="1"/>
          </p:cNvSpPr>
          <p:nvPr/>
        </p:nvSpPr>
        <p:spPr>
          <a:xfrm>
            <a:off x="2904285" y="649089"/>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17" name="Atom encoding shared trunk">
            <a:extLst>
              <a:ext uri="{FF2B5EF4-FFF2-40B4-BE49-F238E27FC236}">
                <a16:creationId xmlns:a16="http://schemas.microsoft.com/office/drawing/2014/main" id="{DA042B81-6DAF-8419-93D3-99F57AAF64C1}"/>
              </a:ext>
            </a:extLst>
          </p:cNvPr>
          <p:cNvSpPr>
            <a:spLocks noGrp="1"/>
          </p:cNvSpPr>
          <p:nvPr/>
        </p:nvSpPr>
        <p:spPr>
          <a:xfrm>
            <a:off x="2571949" y="995552"/>
            <a:ext cx="272250" cy="92"/>
          </a:xfrm>
          <a:custGeom>
            <a:avLst/>
            <a:gdLst/>
            <a:ahLst/>
            <a:cxnLst/>
            <a:rect l="0" t="0" r="0" b="0"/>
            <a:pathLst>
              <a:path w="1400175" h="476">
                <a:moveTo>
                  <a:pt x="0" y="0"/>
                </a:moveTo>
                <a:lnTo>
                  <a:pt x="1400175" y="0"/>
                </a:lnTo>
              </a:path>
            </a:pathLst>
          </a:custGeom>
          <a:noFill/>
          <a:ln w="6467">
            <a:solidFill>
              <a:srgbClr val="8C77B3"/>
            </a:solidFill>
            <a:prstDash val="solid"/>
          </a:ln>
        </p:spPr>
      </p:sp>
      <p:sp>
        <p:nvSpPr>
          <p:cNvPr id="1518" name="Atom encoding to voxel input">
            <a:extLst>
              <a:ext uri="{FF2B5EF4-FFF2-40B4-BE49-F238E27FC236}">
                <a16:creationId xmlns:a16="http://schemas.microsoft.com/office/drawing/2014/main" id="{7CDE9097-E599-90F4-6A05-29F540F04056}"/>
              </a:ext>
            </a:extLst>
          </p:cNvPr>
          <p:cNvSpPr>
            <a:spLocks noGrp="1"/>
          </p:cNvSpPr>
          <p:nvPr/>
        </p:nvSpPr>
        <p:spPr>
          <a:xfrm>
            <a:off x="2844200" y="699014"/>
            <a:ext cx="74081" cy="370396"/>
          </a:xfrm>
          <a:custGeom>
            <a:avLst/>
            <a:gdLst/>
            <a:ahLst/>
            <a:cxnLst/>
            <a:rect l="0" t="0" r="0" b="0"/>
            <a:pathLst>
              <a:path w="381000" h="1905000">
                <a:moveTo>
                  <a:pt x="0" y="1905000"/>
                </a:moveTo>
                <a:lnTo>
                  <a:pt x="0" y="0"/>
                </a:lnTo>
                <a:lnTo>
                  <a:pt x="381000" y="0"/>
                </a:lnTo>
              </a:path>
            </a:pathLst>
          </a:custGeom>
          <a:noFill/>
          <a:ln w="6467">
            <a:solidFill>
              <a:srgbClr val="8C77B3"/>
            </a:solidFill>
            <a:prstDash val="solid"/>
          </a:ln>
        </p:spPr>
      </p:sp>
      <p:sp>
        <p:nvSpPr>
          <p:cNvPr id="1519" name="Atom encoding to voxel input | arrowhead">
            <a:extLst>
              <a:ext uri="{FF2B5EF4-FFF2-40B4-BE49-F238E27FC236}">
                <a16:creationId xmlns:a16="http://schemas.microsoft.com/office/drawing/2014/main" id="{9B971C50-EB92-8C86-2442-5981E30A5431}"/>
              </a:ext>
            </a:extLst>
          </p:cNvPr>
          <p:cNvSpPr>
            <a:spLocks noGrp="1"/>
          </p:cNvSpPr>
          <p:nvPr/>
        </p:nvSpPr>
        <p:spPr>
          <a:xfrm>
            <a:off x="2902011" y="69045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20" name="Atom encoding to point input">
            <a:extLst>
              <a:ext uri="{FF2B5EF4-FFF2-40B4-BE49-F238E27FC236}">
                <a16:creationId xmlns:a16="http://schemas.microsoft.com/office/drawing/2014/main" id="{48B20397-B0DA-43BE-26BA-BEEA22910267}"/>
              </a:ext>
            </a:extLst>
          </p:cNvPr>
          <p:cNvSpPr>
            <a:spLocks noGrp="1"/>
          </p:cNvSpPr>
          <p:nvPr/>
        </p:nvSpPr>
        <p:spPr>
          <a:xfrm>
            <a:off x="2844199" y="1046120"/>
            <a:ext cx="66674" cy="200014"/>
          </a:xfrm>
          <a:custGeom>
            <a:avLst/>
            <a:gdLst/>
            <a:ahLst/>
            <a:cxnLst/>
            <a:rect l="0" t="0" r="0" b="0"/>
            <a:pathLst>
              <a:path w="342900" h="1028700">
                <a:moveTo>
                  <a:pt x="0" y="0"/>
                </a:moveTo>
                <a:lnTo>
                  <a:pt x="0" y="1028700"/>
                </a:lnTo>
                <a:lnTo>
                  <a:pt x="342900" y="1028700"/>
                </a:lnTo>
              </a:path>
            </a:pathLst>
          </a:custGeom>
          <a:noFill/>
          <a:ln w="6467">
            <a:solidFill>
              <a:srgbClr val="8C77B3"/>
            </a:solidFill>
            <a:prstDash val="solid"/>
          </a:ln>
        </p:spPr>
      </p:sp>
      <p:sp>
        <p:nvSpPr>
          <p:cNvPr id="1521" name="Pseudo atoms to point input | arrowhead">
            <a:extLst>
              <a:ext uri="{FF2B5EF4-FFF2-40B4-BE49-F238E27FC236}">
                <a16:creationId xmlns:a16="http://schemas.microsoft.com/office/drawing/2014/main" id="{0A3342A2-0DC0-FA3F-DE1B-1F81197EB5A9}"/>
              </a:ext>
            </a:extLst>
          </p:cNvPr>
          <p:cNvSpPr>
            <a:spLocks noGrp="1"/>
          </p:cNvSpPr>
          <p:nvPr/>
        </p:nvSpPr>
        <p:spPr>
          <a:xfrm>
            <a:off x="2891427" y="1278320"/>
            <a:ext cx="19447" cy="17113"/>
          </a:xfrm>
          <a:custGeom>
            <a:avLst/>
            <a:gdLst/>
            <a:ahLst/>
            <a:cxnLst/>
            <a:rect l="0" t="0" r="0" b="0"/>
            <a:pathLst>
              <a:path w="100013" h="88011">
                <a:moveTo>
                  <a:pt x="100013" y="44006"/>
                </a:moveTo>
                <a:lnTo>
                  <a:pt x="0" y="0"/>
                </a:lnTo>
                <a:lnTo>
                  <a:pt x="0" y="88011"/>
                </a:lnTo>
                <a:close/>
              </a:path>
            </a:pathLst>
          </a:custGeom>
          <a:solidFill>
            <a:srgbClr val="C78A2B"/>
          </a:solidFill>
          <a:ln w="0">
            <a:noFill/>
          </a:ln>
        </p:spPr>
      </p:sp>
      <p:sp>
        <p:nvSpPr>
          <p:cNvPr id="1522" name="U-Net forward">
            <a:extLst>
              <a:ext uri="{FF2B5EF4-FFF2-40B4-BE49-F238E27FC236}">
                <a16:creationId xmlns:a16="http://schemas.microsoft.com/office/drawing/2014/main" id="{7611D78E-9268-F5AF-70FB-0BD35A3C2875}"/>
              </a:ext>
            </a:extLst>
          </p:cNvPr>
          <p:cNvSpPr>
            <a:spLocks noGrp="1"/>
          </p:cNvSpPr>
          <p:nvPr/>
        </p:nvSpPr>
        <p:spPr>
          <a:xfrm>
            <a:off x="306644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3" name="U-Net forward | arrowhead">
            <a:extLst>
              <a:ext uri="{FF2B5EF4-FFF2-40B4-BE49-F238E27FC236}">
                <a16:creationId xmlns:a16="http://schemas.microsoft.com/office/drawing/2014/main" id="{270930B1-BF1A-621B-AA98-758996368094}"/>
              </a:ext>
            </a:extLst>
          </p:cNvPr>
          <p:cNvSpPr>
            <a:spLocks noGrp="1"/>
          </p:cNvSpPr>
          <p:nvPr/>
        </p:nvSpPr>
        <p:spPr>
          <a:xfrm>
            <a:off x="307227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4" name="U-Net forward">
            <a:extLst>
              <a:ext uri="{FF2B5EF4-FFF2-40B4-BE49-F238E27FC236}">
                <a16:creationId xmlns:a16="http://schemas.microsoft.com/office/drawing/2014/main" id="{773CA041-C2B2-0258-10F9-D933556745E3}"/>
              </a:ext>
            </a:extLst>
          </p:cNvPr>
          <p:cNvSpPr>
            <a:spLocks noGrp="1"/>
          </p:cNvSpPr>
          <p:nvPr/>
        </p:nvSpPr>
        <p:spPr>
          <a:xfrm>
            <a:off x="3184975" y="768792"/>
            <a:ext cx="16668" cy="92"/>
          </a:xfrm>
          <a:custGeom>
            <a:avLst/>
            <a:gdLst/>
            <a:ahLst/>
            <a:cxnLst/>
            <a:rect l="0" t="0" r="0" b="0"/>
            <a:pathLst>
              <a:path w="85725" h="476">
                <a:moveTo>
                  <a:pt x="0" y="0"/>
                </a:moveTo>
                <a:lnTo>
                  <a:pt x="85725" y="0"/>
                </a:lnTo>
              </a:path>
            </a:pathLst>
          </a:custGeom>
          <a:noFill/>
          <a:ln w="4656">
            <a:solidFill>
              <a:srgbClr val="6993B4"/>
            </a:solidFill>
            <a:prstDash val="solid"/>
          </a:ln>
        </p:spPr>
      </p:sp>
      <p:sp>
        <p:nvSpPr>
          <p:cNvPr id="1525" name="U-Net forward | arrowhead">
            <a:extLst>
              <a:ext uri="{FF2B5EF4-FFF2-40B4-BE49-F238E27FC236}">
                <a16:creationId xmlns:a16="http://schemas.microsoft.com/office/drawing/2014/main" id="{D09C7F23-52B5-57DF-EC53-71B545166F99}"/>
              </a:ext>
            </a:extLst>
          </p:cNvPr>
          <p:cNvSpPr>
            <a:spLocks noGrp="1"/>
          </p:cNvSpPr>
          <p:nvPr/>
        </p:nvSpPr>
        <p:spPr>
          <a:xfrm>
            <a:off x="3190809" y="764025"/>
            <a:ext cx="10835" cy="9534"/>
          </a:xfrm>
          <a:custGeom>
            <a:avLst/>
            <a:gdLst/>
            <a:ahLst/>
            <a:cxnLst/>
            <a:rect l="0" t="0" r="0" b="0"/>
            <a:pathLst>
              <a:path w="55721" h="49035">
                <a:moveTo>
                  <a:pt x="55721" y="24517"/>
                </a:moveTo>
                <a:lnTo>
                  <a:pt x="0" y="0"/>
                </a:lnTo>
                <a:lnTo>
                  <a:pt x="0" y="49035"/>
                </a:lnTo>
                <a:close/>
              </a:path>
            </a:pathLst>
          </a:custGeom>
          <a:solidFill>
            <a:srgbClr val="6993B4"/>
          </a:solidFill>
          <a:ln w="0">
            <a:noFill/>
          </a:ln>
        </p:spPr>
      </p:sp>
      <p:sp>
        <p:nvSpPr>
          <p:cNvPr id="1526" name="U-Net forward">
            <a:extLst>
              <a:ext uri="{FF2B5EF4-FFF2-40B4-BE49-F238E27FC236}">
                <a16:creationId xmlns:a16="http://schemas.microsoft.com/office/drawing/2014/main" id="{464A525D-E7AA-9576-D5CE-D8CDF6EBA24B}"/>
              </a:ext>
            </a:extLst>
          </p:cNvPr>
          <p:cNvSpPr>
            <a:spLocks noGrp="1"/>
          </p:cNvSpPr>
          <p:nvPr/>
        </p:nvSpPr>
        <p:spPr>
          <a:xfrm>
            <a:off x="3333139"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7" name="U-Net forward | arrowhead">
            <a:extLst>
              <a:ext uri="{FF2B5EF4-FFF2-40B4-BE49-F238E27FC236}">
                <a16:creationId xmlns:a16="http://schemas.microsoft.com/office/drawing/2014/main" id="{7BB17DBA-6110-691E-9D84-D991AC364EDD}"/>
              </a:ext>
            </a:extLst>
          </p:cNvPr>
          <p:cNvSpPr>
            <a:spLocks noGrp="1"/>
          </p:cNvSpPr>
          <p:nvPr/>
        </p:nvSpPr>
        <p:spPr>
          <a:xfrm>
            <a:off x="333767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28" name="U-Net forward">
            <a:extLst>
              <a:ext uri="{FF2B5EF4-FFF2-40B4-BE49-F238E27FC236}">
                <a16:creationId xmlns:a16="http://schemas.microsoft.com/office/drawing/2014/main" id="{FFB7CE73-540D-F440-1BA9-86A3E5E714A1}"/>
              </a:ext>
            </a:extLst>
          </p:cNvPr>
          <p:cNvSpPr>
            <a:spLocks noGrp="1"/>
          </p:cNvSpPr>
          <p:nvPr/>
        </p:nvSpPr>
        <p:spPr>
          <a:xfrm>
            <a:off x="3451670" y="768792"/>
            <a:ext cx="12965" cy="92"/>
          </a:xfrm>
          <a:custGeom>
            <a:avLst/>
            <a:gdLst/>
            <a:ahLst/>
            <a:cxnLst/>
            <a:rect l="0" t="0" r="0" b="0"/>
            <a:pathLst>
              <a:path w="66675" h="476">
                <a:moveTo>
                  <a:pt x="0" y="0"/>
                </a:moveTo>
                <a:lnTo>
                  <a:pt x="66675" y="0"/>
                </a:lnTo>
              </a:path>
            </a:pathLst>
          </a:custGeom>
          <a:noFill/>
          <a:ln w="4656">
            <a:solidFill>
              <a:srgbClr val="6993B4"/>
            </a:solidFill>
            <a:prstDash val="solid"/>
          </a:ln>
        </p:spPr>
      </p:sp>
      <p:sp>
        <p:nvSpPr>
          <p:cNvPr id="1529" name="U-Net forward | arrowhead">
            <a:extLst>
              <a:ext uri="{FF2B5EF4-FFF2-40B4-BE49-F238E27FC236}">
                <a16:creationId xmlns:a16="http://schemas.microsoft.com/office/drawing/2014/main" id="{01C9ED8D-A4DF-2F15-3B12-1F711A73A0AC}"/>
              </a:ext>
            </a:extLst>
          </p:cNvPr>
          <p:cNvSpPr>
            <a:spLocks noGrp="1"/>
          </p:cNvSpPr>
          <p:nvPr/>
        </p:nvSpPr>
        <p:spPr>
          <a:xfrm>
            <a:off x="3456207" y="765084"/>
            <a:ext cx="8427" cy="7416"/>
          </a:xfrm>
          <a:custGeom>
            <a:avLst/>
            <a:gdLst/>
            <a:ahLst/>
            <a:cxnLst/>
            <a:rect l="0" t="0" r="0" b="0"/>
            <a:pathLst>
              <a:path w="43339" h="38138">
                <a:moveTo>
                  <a:pt x="43339" y="19069"/>
                </a:moveTo>
                <a:lnTo>
                  <a:pt x="0" y="0"/>
                </a:lnTo>
                <a:lnTo>
                  <a:pt x="0" y="38138"/>
                </a:lnTo>
                <a:close/>
              </a:path>
            </a:pathLst>
          </a:custGeom>
          <a:solidFill>
            <a:srgbClr val="6993B4"/>
          </a:solidFill>
          <a:ln w="0">
            <a:noFill/>
          </a:ln>
        </p:spPr>
      </p:sp>
      <p:sp>
        <p:nvSpPr>
          <p:cNvPr id="1530" name="U-Net forward">
            <a:extLst>
              <a:ext uri="{FF2B5EF4-FFF2-40B4-BE49-F238E27FC236}">
                <a16:creationId xmlns:a16="http://schemas.microsoft.com/office/drawing/2014/main" id="{75F72920-8BC3-A484-4EAE-095566A22179}"/>
              </a:ext>
            </a:extLst>
          </p:cNvPr>
          <p:cNvSpPr>
            <a:spLocks noGrp="1"/>
          </p:cNvSpPr>
          <p:nvPr/>
        </p:nvSpPr>
        <p:spPr>
          <a:xfrm>
            <a:off x="3557235"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1" name="U-Net forward | arrowhead">
            <a:extLst>
              <a:ext uri="{FF2B5EF4-FFF2-40B4-BE49-F238E27FC236}">
                <a16:creationId xmlns:a16="http://schemas.microsoft.com/office/drawing/2014/main" id="{CFED499F-1457-D329-76CB-A9E4F8D11B03}"/>
              </a:ext>
            </a:extLst>
          </p:cNvPr>
          <p:cNvSpPr>
            <a:spLocks noGrp="1"/>
          </p:cNvSpPr>
          <p:nvPr/>
        </p:nvSpPr>
        <p:spPr>
          <a:xfrm>
            <a:off x="3562421"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2" name="U-Net forward">
            <a:extLst>
              <a:ext uri="{FF2B5EF4-FFF2-40B4-BE49-F238E27FC236}">
                <a16:creationId xmlns:a16="http://schemas.microsoft.com/office/drawing/2014/main" id="{7D943315-1DFF-021B-05A8-B660042A1F1D}"/>
              </a:ext>
            </a:extLst>
          </p:cNvPr>
          <p:cNvSpPr>
            <a:spLocks noGrp="1"/>
          </p:cNvSpPr>
          <p:nvPr/>
        </p:nvSpPr>
        <p:spPr>
          <a:xfrm>
            <a:off x="3673914"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3" name="U-Net forward | arrowhead">
            <a:extLst>
              <a:ext uri="{FF2B5EF4-FFF2-40B4-BE49-F238E27FC236}">
                <a16:creationId xmlns:a16="http://schemas.microsoft.com/office/drawing/2014/main" id="{EC062492-B1E0-0945-F706-784DEDB3474E}"/>
              </a:ext>
            </a:extLst>
          </p:cNvPr>
          <p:cNvSpPr>
            <a:spLocks noGrp="1"/>
          </p:cNvSpPr>
          <p:nvPr/>
        </p:nvSpPr>
        <p:spPr>
          <a:xfrm>
            <a:off x="3679100"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34" name="U-Net forward">
            <a:extLst>
              <a:ext uri="{FF2B5EF4-FFF2-40B4-BE49-F238E27FC236}">
                <a16:creationId xmlns:a16="http://schemas.microsoft.com/office/drawing/2014/main" id="{8261DEF9-A4DB-4B87-744B-5F0A48CEF3AF}"/>
              </a:ext>
            </a:extLst>
          </p:cNvPr>
          <p:cNvSpPr>
            <a:spLocks noGrp="1"/>
          </p:cNvSpPr>
          <p:nvPr/>
        </p:nvSpPr>
        <p:spPr>
          <a:xfrm>
            <a:off x="3786888"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5" name="U-Net forward | arrowhead">
            <a:extLst>
              <a:ext uri="{FF2B5EF4-FFF2-40B4-BE49-F238E27FC236}">
                <a16:creationId xmlns:a16="http://schemas.microsoft.com/office/drawing/2014/main" id="{7E1EBBAF-AEE2-37B8-8DBE-54560A42C6AC}"/>
              </a:ext>
            </a:extLst>
          </p:cNvPr>
          <p:cNvSpPr>
            <a:spLocks noGrp="1"/>
          </p:cNvSpPr>
          <p:nvPr/>
        </p:nvSpPr>
        <p:spPr>
          <a:xfrm>
            <a:off x="3789667"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6" name="U-Net forward">
            <a:extLst>
              <a:ext uri="{FF2B5EF4-FFF2-40B4-BE49-F238E27FC236}">
                <a16:creationId xmlns:a16="http://schemas.microsoft.com/office/drawing/2014/main" id="{9096B61B-84F7-8577-8679-59C65AB15457}"/>
              </a:ext>
            </a:extLst>
          </p:cNvPr>
          <p:cNvSpPr>
            <a:spLocks noGrp="1"/>
          </p:cNvSpPr>
          <p:nvPr/>
        </p:nvSpPr>
        <p:spPr>
          <a:xfrm>
            <a:off x="3903567" y="768792"/>
            <a:ext cx="11113" cy="92"/>
          </a:xfrm>
          <a:custGeom>
            <a:avLst/>
            <a:gdLst/>
            <a:ahLst/>
            <a:cxnLst/>
            <a:rect l="0" t="0" r="0" b="0"/>
            <a:pathLst>
              <a:path w="57150" h="476">
                <a:moveTo>
                  <a:pt x="0" y="0"/>
                </a:moveTo>
                <a:lnTo>
                  <a:pt x="57150" y="0"/>
                </a:lnTo>
              </a:path>
            </a:pathLst>
          </a:custGeom>
          <a:noFill/>
          <a:ln w="4656">
            <a:solidFill>
              <a:srgbClr val="6993B4"/>
            </a:solidFill>
            <a:prstDash val="solid"/>
          </a:ln>
        </p:spPr>
      </p:sp>
      <p:sp>
        <p:nvSpPr>
          <p:cNvPr id="1537" name="U-Net forward | arrowhead">
            <a:extLst>
              <a:ext uri="{FF2B5EF4-FFF2-40B4-BE49-F238E27FC236}">
                <a16:creationId xmlns:a16="http://schemas.microsoft.com/office/drawing/2014/main" id="{BFB2C954-D1FD-06A0-4F3E-CF96F96DA463}"/>
              </a:ext>
            </a:extLst>
          </p:cNvPr>
          <p:cNvSpPr>
            <a:spLocks noGrp="1"/>
          </p:cNvSpPr>
          <p:nvPr/>
        </p:nvSpPr>
        <p:spPr>
          <a:xfrm>
            <a:off x="3906346" y="765125"/>
            <a:ext cx="8334" cy="7334"/>
          </a:xfrm>
          <a:custGeom>
            <a:avLst/>
            <a:gdLst/>
            <a:ahLst/>
            <a:cxnLst/>
            <a:rect l="0" t="0" r="0" b="0"/>
            <a:pathLst>
              <a:path w="42863" h="37719">
                <a:moveTo>
                  <a:pt x="42863" y="18860"/>
                </a:moveTo>
                <a:lnTo>
                  <a:pt x="0" y="0"/>
                </a:lnTo>
                <a:lnTo>
                  <a:pt x="0" y="37719"/>
                </a:lnTo>
                <a:close/>
              </a:path>
            </a:pathLst>
          </a:custGeom>
          <a:solidFill>
            <a:srgbClr val="6993B4"/>
          </a:solidFill>
          <a:ln w="0">
            <a:noFill/>
          </a:ln>
        </p:spPr>
      </p:sp>
      <p:sp>
        <p:nvSpPr>
          <p:cNvPr id="1538" name="U-Net forward">
            <a:extLst>
              <a:ext uri="{FF2B5EF4-FFF2-40B4-BE49-F238E27FC236}">
                <a16:creationId xmlns:a16="http://schemas.microsoft.com/office/drawing/2014/main" id="{C1BE5FF1-F9CD-1967-580B-236B78166D90}"/>
              </a:ext>
            </a:extLst>
          </p:cNvPr>
          <p:cNvSpPr>
            <a:spLocks noGrp="1"/>
          </p:cNvSpPr>
          <p:nvPr/>
        </p:nvSpPr>
        <p:spPr>
          <a:xfrm>
            <a:off x="4048027" y="768792"/>
            <a:ext cx="14817" cy="92"/>
          </a:xfrm>
          <a:custGeom>
            <a:avLst/>
            <a:gdLst/>
            <a:ahLst/>
            <a:cxnLst/>
            <a:rect l="0" t="0" r="0" b="0"/>
            <a:pathLst>
              <a:path w="76200" h="476">
                <a:moveTo>
                  <a:pt x="0" y="0"/>
                </a:moveTo>
                <a:lnTo>
                  <a:pt x="76200" y="0"/>
                </a:lnTo>
              </a:path>
            </a:pathLst>
          </a:custGeom>
          <a:noFill/>
          <a:ln w="4656">
            <a:solidFill>
              <a:srgbClr val="6993B4"/>
            </a:solidFill>
            <a:prstDash val="solid"/>
          </a:ln>
        </p:spPr>
      </p:sp>
      <p:sp>
        <p:nvSpPr>
          <p:cNvPr id="1539" name="U-Net forward | arrowhead">
            <a:extLst>
              <a:ext uri="{FF2B5EF4-FFF2-40B4-BE49-F238E27FC236}">
                <a16:creationId xmlns:a16="http://schemas.microsoft.com/office/drawing/2014/main" id="{C60DF523-572C-DEB3-8FEE-034453786CA8}"/>
              </a:ext>
            </a:extLst>
          </p:cNvPr>
          <p:cNvSpPr>
            <a:spLocks noGrp="1"/>
          </p:cNvSpPr>
          <p:nvPr/>
        </p:nvSpPr>
        <p:spPr>
          <a:xfrm>
            <a:off x="4053212" y="764555"/>
            <a:ext cx="9631" cy="8474"/>
          </a:xfrm>
          <a:custGeom>
            <a:avLst/>
            <a:gdLst/>
            <a:ahLst/>
            <a:cxnLst/>
            <a:rect l="0" t="0" r="0" b="0"/>
            <a:pathLst>
              <a:path w="49530" h="43586">
                <a:moveTo>
                  <a:pt x="49530" y="21793"/>
                </a:moveTo>
                <a:lnTo>
                  <a:pt x="0" y="0"/>
                </a:lnTo>
                <a:lnTo>
                  <a:pt x="0" y="43586"/>
                </a:lnTo>
                <a:close/>
              </a:path>
            </a:pathLst>
          </a:custGeom>
          <a:solidFill>
            <a:srgbClr val="6993B4"/>
          </a:solidFill>
          <a:ln w="0">
            <a:noFill/>
          </a:ln>
        </p:spPr>
      </p:sp>
      <p:sp>
        <p:nvSpPr>
          <p:cNvPr id="1540" name="U-Net forward">
            <a:extLst>
              <a:ext uri="{FF2B5EF4-FFF2-40B4-BE49-F238E27FC236}">
                <a16:creationId xmlns:a16="http://schemas.microsoft.com/office/drawing/2014/main" id="{9DE6FC83-28F8-434F-18B4-E17854E44748}"/>
              </a:ext>
            </a:extLst>
          </p:cNvPr>
          <p:cNvSpPr>
            <a:spLocks noGrp="1"/>
          </p:cNvSpPr>
          <p:nvPr/>
        </p:nvSpPr>
        <p:spPr>
          <a:xfrm>
            <a:off x="4159150" y="768792"/>
            <a:ext cx="24076" cy="92"/>
          </a:xfrm>
          <a:custGeom>
            <a:avLst/>
            <a:gdLst/>
            <a:ahLst/>
            <a:cxnLst/>
            <a:rect l="0" t="0" r="0" b="0"/>
            <a:pathLst>
              <a:path w="123825" h="476">
                <a:moveTo>
                  <a:pt x="0" y="0"/>
                </a:moveTo>
                <a:lnTo>
                  <a:pt x="123825" y="0"/>
                </a:lnTo>
              </a:path>
            </a:pathLst>
          </a:custGeom>
          <a:noFill/>
          <a:ln w="4656">
            <a:solidFill>
              <a:srgbClr val="6993B4"/>
            </a:solidFill>
            <a:prstDash val="solid"/>
          </a:ln>
        </p:spPr>
      </p:sp>
      <p:sp>
        <p:nvSpPr>
          <p:cNvPr id="1541" name="U-Net forward | arrowhead">
            <a:extLst>
              <a:ext uri="{FF2B5EF4-FFF2-40B4-BE49-F238E27FC236}">
                <a16:creationId xmlns:a16="http://schemas.microsoft.com/office/drawing/2014/main" id="{E54137A6-4214-96DF-FD65-670C91FFA5B9}"/>
              </a:ext>
            </a:extLst>
          </p:cNvPr>
          <p:cNvSpPr>
            <a:spLocks noGrp="1"/>
          </p:cNvSpPr>
          <p:nvPr/>
        </p:nvSpPr>
        <p:spPr>
          <a:xfrm>
            <a:off x="4167576" y="761906"/>
            <a:ext cx="15650" cy="13771"/>
          </a:xfrm>
          <a:custGeom>
            <a:avLst/>
            <a:gdLst/>
            <a:ahLst/>
            <a:cxnLst/>
            <a:rect l="0" t="0" r="0" b="0"/>
            <a:pathLst>
              <a:path w="80486" h="70828">
                <a:moveTo>
                  <a:pt x="80486" y="35414"/>
                </a:moveTo>
                <a:lnTo>
                  <a:pt x="0" y="0"/>
                </a:lnTo>
                <a:lnTo>
                  <a:pt x="0" y="70828"/>
                </a:lnTo>
                <a:close/>
              </a:path>
            </a:pathLst>
          </a:custGeom>
          <a:solidFill>
            <a:srgbClr val="6993B4"/>
          </a:solidFill>
          <a:ln w="0">
            <a:noFill/>
          </a:ln>
        </p:spPr>
      </p:sp>
      <p:sp>
        <p:nvSpPr>
          <p:cNvPr id="1542" name="U-Net skip 1">
            <a:extLst>
              <a:ext uri="{FF2B5EF4-FFF2-40B4-BE49-F238E27FC236}">
                <a16:creationId xmlns:a16="http://schemas.microsoft.com/office/drawing/2014/main" id="{AD552ABD-E0E2-815D-6A83-7AD770480241}"/>
              </a:ext>
            </a:extLst>
          </p:cNvPr>
          <p:cNvSpPr>
            <a:spLocks noGrp="1"/>
          </p:cNvSpPr>
          <p:nvPr/>
        </p:nvSpPr>
        <p:spPr>
          <a:xfrm>
            <a:off x="2997919" y="427180"/>
            <a:ext cx="1257537" cy="101858"/>
          </a:xfrm>
          <a:custGeom>
            <a:avLst/>
            <a:gdLst/>
            <a:ahLst/>
            <a:cxnLst/>
            <a:rect l="0" t="0" r="0" b="0"/>
            <a:pathLst>
              <a:path w="6467475" h="438150">
                <a:moveTo>
                  <a:pt x="0" y="438150"/>
                </a:moveTo>
                <a:lnTo>
                  <a:pt x="0" y="0"/>
                </a:lnTo>
                <a:lnTo>
                  <a:pt x="6467475" y="0"/>
                </a:lnTo>
                <a:lnTo>
                  <a:pt x="6467475" y="438150"/>
                </a:lnTo>
              </a:path>
            </a:pathLst>
          </a:custGeom>
          <a:noFill/>
          <a:ln w="4915">
            <a:solidFill>
              <a:srgbClr val="86A6C7"/>
            </a:solidFill>
            <a:prstDash val="dash"/>
          </a:ln>
        </p:spPr>
      </p:sp>
      <p:sp>
        <p:nvSpPr>
          <p:cNvPr id="1543" name="U-Net skip 1 | arrowhead">
            <a:extLst>
              <a:ext uri="{FF2B5EF4-FFF2-40B4-BE49-F238E27FC236}">
                <a16:creationId xmlns:a16="http://schemas.microsoft.com/office/drawing/2014/main" id="{E7B8FA34-F47F-DCAD-84B6-74D8B71F6275}"/>
              </a:ext>
            </a:extLst>
          </p:cNvPr>
          <p:cNvSpPr>
            <a:spLocks noGrp="1"/>
          </p:cNvSpPr>
          <p:nvPr/>
        </p:nvSpPr>
        <p:spPr>
          <a:xfrm>
            <a:off x="4247279" y="508836"/>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4" name="U-Net skip 2">
            <a:extLst>
              <a:ext uri="{FF2B5EF4-FFF2-40B4-BE49-F238E27FC236}">
                <a16:creationId xmlns:a16="http://schemas.microsoft.com/office/drawing/2014/main" id="{95BB343C-1C80-6070-10F4-B7E5EF6062F5}"/>
              </a:ext>
            </a:extLst>
          </p:cNvPr>
          <p:cNvSpPr>
            <a:spLocks noGrp="1"/>
          </p:cNvSpPr>
          <p:nvPr/>
        </p:nvSpPr>
        <p:spPr>
          <a:xfrm>
            <a:off x="3134970" y="457966"/>
            <a:ext cx="976026" cy="101046"/>
          </a:xfrm>
          <a:custGeom>
            <a:avLst/>
            <a:gdLst/>
            <a:ahLst/>
            <a:cxnLst/>
            <a:rect l="0" t="0" r="0" b="0"/>
            <a:pathLst>
              <a:path w="5019675" h="447675">
                <a:moveTo>
                  <a:pt x="0" y="447675"/>
                </a:moveTo>
                <a:lnTo>
                  <a:pt x="0" y="0"/>
                </a:lnTo>
                <a:lnTo>
                  <a:pt x="5019675" y="0"/>
                </a:lnTo>
                <a:lnTo>
                  <a:pt x="5019675" y="447675"/>
                </a:lnTo>
              </a:path>
            </a:pathLst>
          </a:custGeom>
          <a:noFill/>
          <a:ln w="4915">
            <a:solidFill>
              <a:srgbClr val="86A6C7"/>
            </a:solidFill>
            <a:prstDash val="dash"/>
          </a:ln>
        </p:spPr>
      </p:sp>
      <p:sp>
        <p:nvSpPr>
          <p:cNvPr id="1545" name="U-Net skip 2 | arrowhead">
            <a:extLst>
              <a:ext uri="{FF2B5EF4-FFF2-40B4-BE49-F238E27FC236}">
                <a16:creationId xmlns:a16="http://schemas.microsoft.com/office/drawing/2014/main" id="{D84B5D4D-A7EA-B33C-43CD-D33B51D4FA9E}"/>
              </a:ext>
            </a:extLst>
          </p:cNvPr>
          <p:cNvSpPr>
            <a:spLocks noGrp="1"/>
          </p:cNvSpPr>
          <p:nvPr/>
        </p:nvSpPr>
        <p:spPr>
          <a:xfrm>
            <a:off x="4102440" y="555135"/>
            <a:ext cx="17113" cy="19446"/>
          </a:xfrm>
          <a:custGeom>
            <a:avLst/>
            <a:gdLst/>
            <a:ahLst/>
            <a:cxnLst/>
            <a:rect l="0" t="0" r="0" b="0"/>
            <a:pathLst>
              <a:path w="88011" h="100013">
                <a:moveTo>
                  <a:pt x="44005" y="100013"/>
                </a:moveTo>
                <a:lnTo>
                  <a:pt x="88011" y="0"/>
                </a:lnTo>
                <a:lnTo>
                  <a:pt x="0" y="0"/>
                </a:lnTo>
                <a:close/>
              </a:path>
            </a:pathLst>
          </a:custGeom>
          <a:solidFill>
            <a:srgbClr val="86A6C7"/>
          </a:solidFill>
          <a:ln w="0">
            <a:noFill/>
          </a:ln>
        </p:spPr>
      </p:sp>
      <p:sp>
        <p:nvSpPr>
          <p:cNvPr id="1546" name="U-Net skip 3">
            <a:extLst>
              <a:ext uri="{FF2B5EF4-FFF2-40B4-BE49-F238E27FC236}">
                <a16:creationId xmlns:a16="http://schemas.microsoft.com/office/drawing/2014/main" id="{2D3B2364-4969-FDFD-AC5A-83105465B6C2}"/>
              </a:ext>
            </a:extLst>
          </p:cNvPr>
          <p:cNvSpPr>
            <a:spLocks noGrp="1"/>
          </p:cNvSpPr>
          <p:nvPr/>
        </p:nvSpPr>
        <p:spPr>
          <a:xfrm>
            <a:off x="3268317" y="490609"/>
            <a:ext cx="717378" cy="112354"/>
          </a:xfrm>
          <a:custGeom>
            <a:avLst/>
            <a:gdLst/>
            <a:ahLst/>
            <a:cxnLst/>
            <a:rect l="0" t="0" r="0" b="0"/>
            <a:pathLst>
              <a:path w="3667125" h="419100">
                <a:moveTo>
                  <a:pt x="0" y="419100"/>
                </a:moveTo>
                <a:lnTo>
                  <a:pt x="0" y="0"/>
                </a:lnTo>
                <a:lnTo>
                  <a:pt x="3667125" y="0"/>
                </a:lnTo>
                <a:lnTo>
                  <a:pt x="3667125" y="419100"/>
                </a:lnTo>
              </a:path>
            </a:pathLst>
          </a:custGeom>
          <a:noFill/>
          <a:ln w="4915">
            <a:solidFill>
              <a:srgbClr val="86A6C7"/>
            </a:solidFill>
            <a:prstDash val="dash"/>
          </a:ln>
        </p:spPr>
      </p:sp>
      <p:sp>
        <p:nvSpPr>
          <p:cNvPr id="1547" name="U-Net skip 3 | arrowhead">
            <a:extLst>
              <a:ext uri="{FF2B5EF4-FFF2-40B4-BE49-F238E27FC236}">
                <a16:creationId xmlns:a16="http://schemas.microsoft.com/office/drawing/2014/main" id="{6D635E38-CB4E-A992-ABBF-5D055F9693AE}"/>
              </a:ext>
            </a:extLst>
          </p:cNvPr>
          <p:cNvSpPr>
            <a:spLocks noGrp="1"/>
          </p:cNvSpPr>
          <p:nvPr/>
        </p:nvSpPr>
        <p:spPr>
          <a:xfrm>
            <a:off x="3976964" y="592175"/>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48" name="U-Net skip 4">
            <a:extLst>
              <a:ext uri="{FF2B5EF4-FFF2-40B4-BE49-F238E27FC236}">
                <a16:creationId xmlns:a16="http://schemas.microsoft.com/office/drawing/2014/main" id="{BA2C6548-BBC3-B71B-E60A-3A2EA5FF0977}"/>
              </a:ext>
            </a:extLst>
          </p:cNvPr>
          <p:cNvSpPr>
            <a:spLocks noGrp="1"/>
          </p:cNvSpPr>
          <p:nvPr/>
        </p:nvSpPr>
        <p:spPr>
          <a:xfrm>
            <a:off x="3399812" y="523778"/>
            <a:ext cx="450046" cy="145254"/>
          </a:xfrm>
          <a:custGeom>
            <a:avLst/>
            <a:gdLst/>
            <a:ahLst/>
            <a:cxnLst/>
            <a:rect l="0" t="0" r="0" b="0"/>
            <a:pathLst>
              <a:path w="2314575" h="504825">
                <a:moveTo>
                  <a:pt x="0" y="504825"/>
                </a:moveTo>
                <a:lnTo>
                  <a:pt x="0" y="0"/>
                </a:lnTo>
                <a:lnTo>
                  <a:pt x="2314575" y="0"/>
                </a:lnTo>
                <a:lnTo>
                  <a:pt x="2314575" y="504825"/>
                </a:lnTo>
              </a:path>
            </a:pathLst>
          </a:custGeom>
          <a:noFill/>
          <a:ln w="4915">
            <a:solidFill>
              <a:srgbClr val="86A6C7"/>
            </a:solidFill>
            <a:prstDash val="dash"/>
          </a:ln>
        </p:spPr>
      </p:sp>
      <p:sp>
        <p:nvSpPr>
          <p:cNvPr id="1549" name="U-Net skip 4 | arrowhead">
            <a:extLst>
              <a:ext uri="{FF2B5EF4-FFF2-40B4-BE49-F238E27FC236}">
                <a16:creationId xmlns:a16="http://schemas.microsoft.com/office/drawing/2014/main" id="{01B6D0C1-FD5C-8FB7-2E1A-F879D49E6750}"/>
              </a:ext>
            </a:extLst>
          </p:cNvPr>
          <p:cNvSpPr>
            <a:spLocks noGrp="1"/>
          </p:cNvSpPr>
          <p:nvPr/>
        </p:nvSpPr>
        <p:spPr>
          <a:xfrm>
            <a:off x="3841302" y="660951"/>
            <a:ext cx="17113" cy="19446"/>
          </a:xfrm>
          <a:custGeom>
            <a:avLst/>
            <a:gdLst/>
            <a:ahLst/>
            <a:cxnLst/>
            <a:rect l="0" t="0" r="0" b="0"/>
            <a:pathLst>
              <a:path w="88011" h="100013">
                <a:moveTo>
                  <a:pt x="44006" y="100013"/>
                </a:moveTo>
                <a:lnTo>
                  <a:pt x="88011" y="0"/>
                </a:lnTo>
                <a:lnTo>
                  <a:pt x="0" y="0"/>
                </a:lnTo>
                <a:close/>
              </a:path>
            </a:pathLst>
          </a:custGeom>
          <a:solidFill>
            <a:srgbClr val="86A6C7"/>
          </a:solidFill>
          <a:ln w="0">
            <a:noFill/>
          </a:ln>
        </p:spPr>
      </p:sp>
      <p:sp>
        <p:nvSpPr>
          <p:cNvPr id="1550" name="Skip connections">
            <a:extLst>
              <a:ext uri="{FF2B5EF4-FFF2-40B4-BE49-F238E27FC236}">
                <a16:creationId xmlns:a16="http://schemas.microsoft.com/office/drawing/2014/main" id="{2B09B6C9-B0D1-3A19-7995-EA0E25A48C3F}"/>
              </a:ext>
            </a:extLst>
          </p:cNvPr>
          <p:cNvSpPr>
            <a:spLocks noGrp="1"/>
          </p:cNvSpPr>
          <p:nvPr/>
        </p:nvSpPr>
        <p:spPr>
          <a:xfrm>
            <a:off x="3322472" y="349024"/>
            <a:ext cx="592653" cy="62967"/>
          </a:xfrm>
          <a:prstGeom prst="rect">
            <a:avLst/>
          </a:prstGeom>
          <a:noFill/>
          <a:ln w="0">
            <a:noFill/>
          </a:ln>
        </p:spPr>
        <p:txBody>
          <a:bodyPr wrap="none" lIns="0" tIns="0" rIns="0" bIns="0" anchor="ctr">
            <a:noAutofit/>
          </a:bodyPr>
          <a:lstStyle/>
          <a:p>
            <a:pPr algn="ctr">
              <a:defRPr sz="509" b="0">
                <a:solidFill>
                  <a:srgbClr val="617F9F"/>
                </a:solidFill>
                <a:latin typeface="Arial"/>
                <a:ea typeface="Arial"/>
                <a:cs typeface="Arial"/>
              </a:defRPr>
            </a:pPr>
            <a:r>
              <a:rPr sz="364" dirty="0">
                <a:solidFill>
                  <a:srgbClr val="617F9F"/>
                </a:solidFill>
                <a:latin typeface="Arial"/>
                <a:ea typeface="Arial"/>
                <a:cs typeface="Arial"/>
              </a:rPr>
              <a:t>Skip connections</a:t>
            </a:r>
          </a:p>
        </p:txBody>
      </p:sp>
      <p:sp>
        <p:nvSpPr>
          <p:cNvPr id="1551" name="Encoder">
            <a:extLst>
              <a:ext uri="{FF2B5EF4-FFF2-40B4-BE49-F238E27FC236}">
                <a16:creationId xmlns:a16="http://schemas.microsoft.com/office/drawing/2014/main" id="{299C2F67-A7DE-87F9-2EF4-DF6C176C1359}"/>
              </a:ext>
            </a:extLst>
          </p:cNvPr>
          <p:cNvSpPr>
            <a:spLocks noGrp="1"/>
          </p:cNvSpPr>
          <p:nvPr/>
        </p:nvSpPr>
        <p:spPr>
          <a:xfrm>
            <a:off x="2959721" y="800705"/>
            <a:ext cx="431525" cy="75931"/>
          </a:xfrm>
          <a:prstGeom prst="rect">
            <a:avLst/>
          </a:prstGeom>
          <a:noFill/>
          <a:ln w="0">
            <a:noFill/>
          </a:ln>
        </p:spPr>
        <p:txBody>
          <a:bodyPr wrap="none" lIns="0" tIns="0" rIns="0" bIns="0" anchor="ctr">
            <a:noAutofit/>
          </a:bodyPr>
          <a:lstStyle/>
          <a:p>
            <a:pPr algn="ctr">
              <a:defRPr sz="591" b="0">
                <a:solidFill>
                  <a:srgbClr val="507CAB"/>
                </a:solidFill>
                <a:latin typeface="Arial"/>
                <a:ea typeface="Arial"/>
                <a:cs typeface="Arial"/>
              </a:defRPr>
            </a:pPr>
            <a:r>
              <a:rPr sz="423" dirty="0">
                <a:solidFill>
                  <a:srgbClr val="507CAB"/>
                </a:solidFill>
                <a:latin typeface="Arial"/>
                <a:ea typeface="Arial"/>
                <a:cs typeface="Arial"/>
              </a:rPr>
              <a:t>Encoder</a:t>
            </a:r>
          </a:p>
        </p:txBody>
      </p:sp>
      <p:sp>
        <p:nvSpPr>
          <p:cNvPr id="1552" name="Bottleneck">
            <a:extLst>
              <a:ext uri="{FF2B5EF4-FFF2-40B4-BE49-F238E27FC236}">
                <a16:creationId xmlns:a16="http://schemas.microsoft.com/office/drawing/2014/main" id="{950E82E8-8259-B728-51CB-C945479A2E07}"/>
              </a:ext>
            </a:extLst>
          </p:cNvPr>
          <p:cNvSpPr>
            <a:spLocks noGrp="1"/>
          </p:cNvSpPr>
          <p:nvPr/>
        </p:nvSpPr>
        <p:spPr>
          <a:xfrm>
            <a:off x="3453522" y="791599"/>
            <a:ext cx="338924" cy="75931"/>
          </a:xfrm>
          <a:prstGeom prst="rect">
            <a:avLst/>
          </a:prstGeom>
          <a:noFill/>
          <a:ln w="0">
            <a:noFill/>
          </a:ln>
        </p:spPr>
        <p:txBody>
          <a:bodyPr wrap="none" lIns="0" tIns="0" rIns="0" bIns="0" anchor="ctr">
            <a:noAutofit/>
          </a:bodyPr>
          <a:lstStyle/>
          <a:p>
            <a:pPr algn="ctr">
              <a:defRPr sz="591" b="0">
                <a:solidFill>
                  <a:srgbClr val="8C72AC"/>
                </a:solidFill>
                <a:latin typeface="Arial"/>
                <a:ea typeface="Arial"/>
                <a:cs typeface="Arial"/>
              </a:defRPr>
            </a:pPr>
            <a:r>
              <a:rPr sz="423" dirty="0">
                <a:solidFill>
                  <a:srgbClr val="8C72AC"/>
                </a:solidFill>
                <a:latin typeface="Arial"/>
                <a:ea typeface="Arial"/>
                <a:cs typeface="Arial"/>
              </a:rPr>
              <a:t>Bottleneck</a:t>
            </a:r>
          </a:p>
        </p:txBody>
      </p:sp>
      <p:sp>
        <p:nvSpPr>
          <p:cNvPr id="1553" name="Decoder">
            <a:extLst>
              <a:ext uri="{FF2B5EF4-FFF2-40B4-BE49-F238E27FC236}">
                <a16:creationId xmlns:a16="http://schemas.microsoft.com/office/drawing/2014/main" id="{B76259FB-1513-7C07-340C-DB6B45E72088}"/>
              </a:ext>
            </a:extLst>
          </p:cNvPr>
          <p:cNvSpPr>
            <a:spLocks noGrp="1"/>
          </p:cNvSpPr>
          <p:nvPr/>
        </p:nvSpPr>
        <p:spPr>
          <a:xfrm>
            <a:off x="3876230" y="797038"/>
            <a:ext cx="411153" cy="75931"/>
          </a:xfrm>
          <a:prstGeom prst="rect">
            <a:avLst/>
          </a:prstGeom>
          <a:noFill/>
          <a:ln w="0">
            <a:noFill/>
          </a:ln>
        </p:spPr>
        <p:txBody>
          <a:bodyPr wrap="none" lIns="0" tIns="0" rIns="0" bIns="0" anchor="ctr">
            <a:noAutofit/>
          </a:bodyPr>
          <a:lstStyle/>
          <a:p>
            <a:pPr algn="ctr">
              <a:defRPr sz="591" b="0">
                <a:solidFill>
                  <a:srgbClr val="4F8E84"/>
                </a:solidFill>
                <a:latin typeface="Arial"/>
                <a:ea typeface="Arial"/>
                <a:cs typeface="Arial"/>
              </a:defRPr>
            </a:pPr>
            <a:r>
              <a:rPr sz="423" dirty="0">
                <a:solidFill>
                  <a:srgbClr val="4F8E84"/>
                </a:solidFill>
                <a:latin typeface="Arial"/>
                <a:ea typeface="Arial"/>
                <a:cs typeface="Arial"/>
              </a:rPr>
              <a:t>Decoder</a:t>
            </a:r>
          </a:p>
        </p:txBody>
      </p:sp>
      <p:sp>
        <p:nvSpPr>
          <p:cNvPr id="1554" name="Voxel-to-point fusion">
            <a:extLst>
              <a:ext uri="{FF2B5EF4-FFF2-40B4-BE49-F238E27FC236}">
                <a16:creationId xmlns:a16="http://schemas.microsoft.com/office/drawing/2014/main" id="{BE1E1F3A-60EB-1A55-D87C-54C2BACBA4CF}"/>
              </a:ext>
            </a:extLst>
          </p:cNvPr>
          <p:cNvSpPr>
            <a:spLocks noGrp="1"/>
          </p:cNvSpPr>
          <p:nvPr/>
        </p:nvSpPr>
        <p:spPr>
          <a:xfrm>
            <a:off x="3313416" y="875863"/>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555" name="Voxel-to-point fusion | arrowhead">
            <a:extLst>
              <a:ext uri="{FF2B5EF4-FFF2-40B4-BE49-F238E27FC236}">
                <a16:creationId xmlns:a16="http://schemas.microsoft.com/office/drawing/2014/main" id="{499892AD-7BFD-F77B-07D4-AE34BAC7B430}"/>
              </a:ext>
            </a:extLst>
          </p:cNvPr>
          <p:cNvSpPr>
            <a:spLocks noGrp="1"/>
          </p:cNvSpPr>
          <p:nvPr/>
        </p:nvSpPr>
        <p:spPr>
          <a:xfrm>
            <a:off x="3304373" y="1167231"/>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556" name="Voxel-to-point fusion">
            <a:extLst>
              <a:ext uri="{FF2B5EF4-FFF2-40B4-BE49-F238E27FC236}">
                <a16:creationId xmlns:a16="http://schemas.microsoft.com/office/drawing/2014/main" id="{5309417F-8CA5-0B08-F277-05DF890119A6}"/>
              </a:ext>
            </a:extLst>
          </p:cNvPr>
          <p:cNvSpPr>
            <a:spLocks noGrp="1"/>
          </p:cNvSpPr>
          <p:nvPr/>
        </p:nvSpPr>
        <p:spPr>
          <a:xfrm>
            <a:off x="3183123" y="927668"/>
            <a:ext cx="865366" cy="137047"/>
          </a:xfrm>
          <a:prstGeom prst="rect">
            <a:avLst/>
          </a:prstGeom>
          <a:noFill/>
          <a:ln w="0">
            <a:noFill/>
          </a:ln>
        </p:spPr>
        <p:txBody>
          <a:bodyPr wrap="none" lIns="0" tIns="0" rIns="0" bIns="0" anchor="ctr">
            <a:noAutofit/>
          </a:bodyPr>
          <a:lstStyle/>
          <a:p>
            <a:pPr algn="ctr">
              <a:defRPr sz="591" b="0">
                <a:solidFill>
                  <a:srgbClr val="388BBE"/>
                </a:solidFill>
                <a:latin typeface="Arial"/>
                <a:ea typeface="Arial"/>
                <a:cs typeface="Arial"/>
              </a:defRPr>
            </a:pPr>
            <a:r>
              <a:rPr sz="423" dirty="0">
                <a:solidFill>
                  <a:srgbClr val="388BBE"/>
                </a:solidFill>
                <a:latin typeface="Arial"/>
                <a:ea typeface="Arial"/>
                <a:cs typeface="Arial"/>
              </a:rPr>
              <a:t>Voxel-to-point fusion</a:t>
            </a:r>
          </a:p>
        </p:txBody>
      </p:sp>
      <p:sp>
        <p:nvSpPr>
          <p:cNvPr id="1557" name="b | refined point stage">
            <a:extLst>
              <a:ext uri="{FF2B5EF4-FFF2-40B4-BE49-F238E27FC236}">
                <a16:creationId xmlns:a16="http://schemas.microsoft.com/office/drawing/2014/main" id="{E55B4B73-F3BC-2FE1-D809-C85935104050}"/>
              </a:ext>
            </a:extLst>
          </p:cNvPr>
          <p:cNvSpPr>
            <a:spLocks noGrp="1"/>
          </p:cNvSpPr>
          <p:nvPr/>
        </p:nvSpPr>
        <p:spPr>
          <a:xfrm>
            <a:off x="2920133" y="1191372"/>
            <a:ext cx="192613" cy="151863"/>
          </a:xfrm>
          <a:prstGeom prst="roundRect">
            <a:avLst>
              <a:gd name="adj" fmla="val 8537"/>
            </a:avLst>
          </a:prstGeom>
          <a:solidFill>
            <a:srgbClr val="FCFBFF"/>
          </a:solidFill>
          <a:ln w="4010">
            <a:solidFill>
              <a:srgbClr val="B6A6CF"/>
            </a:solidFill>
            <a:prstDash val="solid"/>
          </a:ln>
        </p:spPr>
      </p:sp>
      <p:sp>
        <p:nvSpPr>
          <p:cNvPr id="1558" name="b | refined point stage">
            <a:extLst>
              <a:ext uri="{FF2B5EF4-FFF2-40B4-BE49-F238E27FC236}">
                <a16:creationId xmlns:a16="http://schemas.microsoft.com/office/drawing/2014/main" id="{A0A6F2C9-B73E-15D5-63F7-D68D3F715458}"/>
              </a:ext>
            </a:extLst>
          </p:cNvPr>
          <p:cNvSpPr>
            <a:spLocks noGrp="1"/>
          </p:cNvSpPr>
          <p:nvPr/>
        </p:nvSpPr>
        <p:spPr>
          <a:xfrm>
            <a:off x="3223868" y="1191372"/>
            <a:ext cx="192613" cy="151863"/>
          </a:xfrm>
          <a:prstGeom prst="roundRect">
            <a:avLst>
              <a:gd name="adj" fmla="val 8537"/>
            </a:avLst>
          </a:prstGeom>
          <a:solidFill>
            <a:srgbClr val="FCFBFF"/>
          </a:solidFill>
          <a:ln w="4010">
            <a:solidFill>
              <a:srgbClr val="B6A6CF"/>
            </a:solidFill>
            <a:prstDash val="solid"/>
          </a:ln>
        </p:spPr>
      </p:sp>
      <p:sp>
        <p:nvSpPr>
          <p:cNvPr id="1559" name="b | refined point stage">
            <a:extLst>
              <a:ext uri="{FF2B5EF4-FFF2-40B4-BE49-F238E27FC236}">
                <a16:creationId xmlns:a16="http://schemas.microsoft.com/office/drawing/2014/main" id="{8139EA1E-C6F4-E621-FB9C-9E8F58649FE5}"/>
              </a:ext>
            </a:extLst>
          </p:cNvPr>
          <p:cNvSpPr>
            <a:spLocks noGrp="1"/>
          </p:cNvSpPr>
          <p:nvPr/>
        </p:nvSpPr>
        <p:spPr>
          <a:xfrm>
            <a:off x="3527603" y="1191372"/>
            <a:ext cx="192613" cy="151863"/>
          </a:xfrm>
          <a:prstGeom prst="roundRect">
            <a:avLst>
              <a:gd name="adj" fmla="val 8537"/>
            </a:avLst>
          </a:prstGeom>
          <a:solidFill>
            <a:srgbClr val="FCFBFF"/>
          </a:solidFill>
          <a:ln w="4010">
            <a:solidFill>
              <a:srgbClr val="B6A6CF"/>
            </a:solidFill>
            <a:prstDash val="solid"/>
          </a:ln>
        </p:spPr>
      </p:sp>
      <p:sp>
        <p:nvSpPr>
          <p:cNvPr id="1560" name="b | refined point stage">
            <a:extLst>
              <a:ext uri="{FF2B5EF4-FFF2-40B4-BE49-F238E27FC236}">
                <a16:creationId xmlns:a16="http://schemas.microsoft.com/office/drawing/2014/main" id="{5917C98C-391A-46FD-7364-624A734B8047}"/>
              </a:ext>
            </a:extLst>
          </p:cNvPr>
          <p:cNvSpPr>
            <a:spLocks noGrp="1"/>
          </p:cNvSpPr>
          <p:nvPr/>
        </p:nvSpPr>
        <p:spPr>
          <a:xfrm>
            <a:off x="3831338" y="1191372"/>
            <a:ext cx="192613" cy="151863"/>
          </a:xfrm>
          <a:prstGeom prst="roundRect">
            <a:avLst>
              <a:gd name="adj" fmla="val 8537"/>
            </a:avLst>
          </a:prstGeom>
          <a:solidFill>
            <a:srgbClr val="FCFBFF"/>
          </a:solidFill>
          <a:ln w="4010">
            <a:solidFill>
              <a:srgbClr val="B6A6CF"/>
            </a:solidFill>
            <a:prstDash val="solid"/>
          </a:ln>
        </p:spPr>
      </p:sp>
      <p:sp>
        <p:nvSpPr>
          <p:cNvPr id="1561" name="b | refined point stage">
            <a:extLst>
              <a:ext uri="{FF2B5EF4-FFF2-40B4-BE49-F238E27FC236}">
                <a16:creationId xmlns:a16="http://schemas.microsoft.com/office/drawing/2014/main" id="{967EF3AB-149C-A44F-2B56-C729D3172EE7}"/>
              </a:ext>
            </a:extLst>
          </p:cNvPr>
          <p:cNvSpPr>
            <a:spLocks noGrp="1"/>
          </p:cNvSpPr>
          <p:nvPr/>
        </p:nvSpPr>
        <p:spPr>
          <a:xfrm>
            <a:off x="4135073" y="1191372"/>
            <a:ext cx="192613" cy="151863"/>
          </a:xfrm>
          <a:prstGeom prst="roundRect">
            <a:avLst>
              <a:gd name="adj" fmla="val 8537"/>
            </a:avLst>
          </a:prstGeom>
          <a:solidFill>
            <a:srgbClr val="FCFBFF"/>
          </a:solidFill>
          <a:ln w="4010">
            <a:solidFill>
              <a:srgbClr val="B6A6CF"/>
            </a:solidFill>
            <a:prstDash val="solid"/>
          </a:ln>
        </p:spPr>
        <p:txBody>
          <a:bodyPr/>
          <a:lstStyle/>
          <a:p>
            <a:endParaRPr lang="zh-CN" altLang="en-US" sz="1289" dirty="0"/>
          </a:p>
        </p:txBody>
      </p:sp>
      <p:sp>
        <p:nvSpPr>
          <p:cNvPr id="1562" name="Point pathway forward">
            <a:extLst>
              <a:ext uri="{FF2B5EF4-FFF2-40B4-BE49-F238E27FC236}">
                <a16:creationId xmlns:a16="http://schemas.microsoft.com/office/drawing/2014/main" id="{A5784651-2F7C-015A-5CD5-DA1136A57365}"/>
              </a:ext>
            </a:extLst>
          </p:cNvPr>
          <p:cNvSpPr>
            <a:spLocks noGrp="1"/>
          </p:cNvSpPr>
          <p:nvPr/>
        </p:nvSpPr>
        <p:spPr>
          <a:xfrm>
            <a:off x="3123858"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3" name="Point pathway forward | arrowhead">
            <a:extLst>
              <a:ext uri="{FF2B5EF4-FFF2-40B4-BE49-F238E27FC236}">
                <a16:creationId xmlns:a16="http://schemas.microsoft.com/office/drawing/2014/main" id="{8A8CAC6B-B84C-021F-EE3C-07253A7A5BF3}"/>
              </a:ext>
            </a:extLst>
          </p:cNvPr>
          <p:cNvSpPr>
            <a:spLocks noGrp="1"/>
          </p:cNvSpPr>
          <p:nvPr/>
        </p:nvSpPr>
        <p:spPr>
          <a:xfrm>
            <a:off x="319145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4" name="Point pathway forward">
            <a:extLst>
              <a:ext uri="{FF2B5EF4-FFF2-40B4-BE49-F238E27FC236}">
                <a16:creationId xmlns:a16="http://schemas.microsoft.com/office/drawing/2014/main" id="{2086DACA-F211-0516-83ED-EAF40E78A93E}"/>
              </a:ext>
            </a:extLst>
          </p:cNvPr>
          <p:cNvSpPr>
            <a:spLocks noGrp="1"/>
          </p:cNvSpPr>
          <p:nvPr/>
        </p:nvSpPr>
        <p:spPr>
          <a:xfrm>
            <a:off x="3427593"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5" name="Point pathway forward | arrowhead">
            <a:extLst>
              <a:ext uri="{FF2B5EF4-FFF2-40B4-BE49-F238E27FC236}">
                <a16:creationId xmlns:a16="http://schemas.microsoft.com/office/drawing/2014/main" id="{68848876-B942-EEB8-2919-3245FBD72825}"/>
              </a:ext>
            </a:extLst>
          </p:cNvPr>
          <p:cNvSpPr>
            <a:spLocks noGrp="1"/>
          </p:cNvSpPr>
          <p:nvPr/>
        </p:nvSpPr>
        <p:spPr>
          <a:xfrm>
            <a:off x="3495193"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6" name="Point pathway forward">
            <a:extLst>
              <a:ext uri="{FF2B5EF4-FFF2-40B4-BE49-F238E27FC236}">
                <a16:creationId xmlns:a16="http://schemas.microsoft.com/office/drawing/2014/main" id="{517B7A95-56CA-6722-2034-A58159BBABF4}"/>
              </a:ext>
            </a:extLst>
          </p:cNvPr>
          <p:cNvSpPr>
            <a:spLocks noGrp="1"/>
          </p:cNvSpPr>
          <p:nvPr/>
        </p:nvSpPr>
        <p:spPr>
          <a:xfrm>
            <a:off x="3731327"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7" name="Point pathway forward | arrowhead">
            <a:extLst>
              <a:ext uri="{FF2B5EF4-FFF2-40B4-BE49-F238E27FC236}">
                <a16:creationId xmlns:a16="http://schemas.microsoft.com/office/drawing/2014/main" id="{1F9B8113-BD39-3048-DC67-8BC6A2FBE701}"/>
              </a:ext>
            </a:extLst>
          </p:cNvPr>
          <p:cNvSpPr>
            <a:spLocks noGrp="1"/>
          </p:cNvSpPr>
          <p:nvPr/>
        </p:nvSpPr>
        <p:spPr>
          <a:xfrm>
            <a:off x="3798928"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68" name="Point pathway forward">
            <a:extLst>
              <a:ext uri="{FF2B5EF4-FFF2-40B4-BE49-F238E27FC236}">
                <a16:creationId xmlns:a16="http://schemas.microsoft.com/office/drawing/2014/main" id="{1109744A-46DE-5186-2FB6-5238163A3E79}"/>
              </a:ext>
            </a:extLst>
          </p:cNvPr>
          <p:cNvSpPr>
            <a:spLocks noGrp="1"/>
          </p:cNvSpPr>
          <p:nvPr/>
        </p:nvSpPr>
        <p:spPr>
          <a:xfrm>
            <a:off x="4035062" y="1267304"/>
            <a:ext cx="87046" cy="92"/>
          </a:xfrm>
          <a:custGeom>
            <a:avLst/>
            <a:gdLst/>
            <a:ahLst/>
            <a:cxnLst/>
            <a:rect l="0" t="0" r="0" b="0"/>
            <a:pathLst>
              <a:path w="447675" h="476">
                <a:moveTo>
                  <a:pt x="0" y="0"/>
                </a:moveTo>
                <a:lnTo>
                  <a:pt x="447675" y="0"/>
                </a:lnTo>
              </a:path>
            </a:pathLst>
          </a:custGeom>
          <a:noFill/>
          <a:ln w="6726">
            <a:solidFill>
              <a:srgbClr val="8C77B3"/>
            </a:solidFill>
            <a:prstDash val="solid"/>
          </a:ln>
        </p:spPr>
      </p:sp>
      <p:sp>
        <p:nvSpPr>
          <p:cNvPr id="1569" name="Point pathway forward | arrowhead">
            <a:extLst>
              <a:ext uri="{FF2B5EF4-FFF2-40B4-BE49-F238E27FC236}">
                <a16:creationId xmlns:a16="http://schemas.microsoft.com/office/drawing/2014/main" id="{04CF95D7-587B-A305-EC6B-C95DE4453B36}"/>
              </a:ext>
            </a:extLst>
          </p:cNvPr>
          <p:cNvSpPr>
            <a:spLocks noGrp="1"/>
          </p:cNvSpPr>
          <p:nvPr/>
        </p:nvSpPr>
        <p:spPr>
          <a:xfrm>
            <a:off x="4102662"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0" name="Point recycling rounded return">
            <a:extLst>
              <a:ext uri="{FF2B5EF4-FFF2-40B4-BE49-F238E27FC236}">
                <a16:creationId xmlns:a16="http://schemas.microsoft.com/office/drawing/2014/main" id="{F141F842-8A45-7DB7-B3CD-5C2078764727}"/>
              </a:ext>
            </a:extLst>
          </p:cNvPr>
          <p:cNvSpPr>
            <a:spLocks noGrp="1"/>
          </p:cNvSpPr>
          <p:nvPr/>
        </p:nvSpPr>
        <p:spPr>
          <a:xfrm>
            <a:off x="3016439" y="1359902"/>
            <a:ext cx="1214940" cy="105563"/>
          </a:xfrm>
          <a:custGeom>
            <a:avLst/>
            <a:gdLst/>
            <a:ahLst/>
            <a:cxnLst/>
            <a:rect l="0" t="0" r="0" b="0"/>
            <a:pathLst>
              <a:path w="6248400" h="542925">
                <a:moveTo>
                  <a:pt x="6248400" y="0"/>
                </a:moveTo>
                <a:lnTo>
                  <a:pt x="6248400" y="314325"/>
                </a:lnTo>
                <a:lnTo>
                  <a:pt x="6247148" y="338220"/>
                </a:lnTo>
                <a:lnTo>
                  <a:pt x="6243405" y="361854"/>
                </a:lnTo>
                <a:lnTo>
                  <a:pt x="6237212" y="384966"/>
                </a:lnTo>
                <a:lnTo>
                  <a:pt x="6228636" y="407305"/>
                </a:lnTo>
                <a:lnTo>
                  <a:pt x="6217773" y="428625"/>
                </a:lnTo>
                <a:lnTo>
                  <a:pt x="6204741" y="448693"/>
                </a:lnTo>
                <a:lnTo>
                  <a:pt x="6189683" y="467288"/>
                </a:lnTo>
                <a:lnTo>
                  <a:pt x="6172763" y="484208"/>
                </a:lnTo>
                <a:lnTo>
                  <a:pt x="6154168" y="499266"/>
                </a:lnTo>
                <a:lnTo>
                  <a:pt x="6134100" y="512298"/>
                </a:lnTo>
                <a:lnTo>
                  <a:pt x="6112780" y="523161"/>
                </a:lnTo>
                <a:lnTo>
                  <a:pt x="6090441" y="531737"/>
                </a:lnTo>
                <a:lnTo>
                  <a:pt x="6067329" y="537930"/>
                </a:lnTo>
                <a:lnTo>
                  <a:pt x="6043695" y="541673"/>
                </a:lnTo>
                <a:lnTo>
                  <a:pt x="6019800" y="542925"/>
                </a:lnTo>
                <a:lnTo>
                  <a:pt x="228600" y="542925"/>
                </a:lnTo>
                <a:lnTo>
                  <a:pt x="204705" y="541673"/>
                </a:lnTo>
                <a:lnTo>
                  <a:pt x="181071" y="537930"/>
                </a:lnTo>
                <a:lnTo>
                  <a:pt x="157959" y="531737"/>
                </a:lnTo>
                <a:lnTo>
                  <a:pt x="135620" y="523161"/>
                </a:lnTo>
                <a:lnTo>
                  <a:pt x="114300" y="512298"/>
                </a:lnTo>
                <a:lnTo>
                  <a:pt x="94232" y="499266"/>
                </a:lnTo>
                <a:lnTo>
                  <a:pt x="75637" y="484208"/>
                </a:lnTo>
                <a:lnTo>
                  <a:pt x="58717" y="467288"/>
                </a:lnTo>
                <a:lnTo>
                  <a:pt x="43659" y="448693"/>
                </a:lnTo>
                <a:lnTo>
                  <a:pt x="30627" y="428625"/>
                </a:lnTo>
                <a:lnTo>
                  <a:pt x="19764" y="407305"/>
                </a:lnTo>
                <a:lnTo>
                  <a:pt x="11188" y="384966"/>
                </a:lnTo>
                <a:lnTo>
                  <a:pt x="4995" y="361854"/>
                </a:lnTo>
                <a:lnTo>
                  <a:pt x="1252" y="338220"/>
                </a:lnTo>
                <a:lnTo>
                  <a:pt x="0" y="314325"/>
                </a:lnTo>
                <a:lnTo>
                  <a:pt x="0" y="0"/>
                </a:lnTo>
              </a:path>
            </a:pathLst>
          </a:custGeom>
          <a:noFill/>
          <a:ln w="7761">
            <a:solidFill>
              <a:srgbClr val="6B94B8"/>
            </a:solidFill>
            <a:prstDash val="solid"/>
          </a:ln>
        </p:spPr>
      </p:sp>
      <p:sp>
        <p:nvSpPr>
          <p:cNvPr id="1571" name="Point recycling rounded return | arrowhead">
            <a:extLst>
              <a:ext uri="{FF2B5EF4-FFF2-40B4-BE49-F238E27FC236}">
                <a16:creationId xmlns:a16="http://schemas.microsoft.com/office/drawing/2014/main" id="{5DEC4188-1754-0CB5-9AD4-91EE68720798}"/>
              </a:ext>
            </a:extLst>
          </p:cNvPr>
          <p:cNvSpPr>
            <a:spLocks noGrp="1"/>
          </p:cNvSpPr>
          <p:nvPr/>
        </p:nvSpPr>
        <p:spPr>
          <a:xfrm>
            <a:off x="3007883" y="1359902"/>
            <a:ext cx="17113" cy="19446"/>
          </a:xfrm>
          <a:custGeom>
            <a:avLst/>
            <a:gdLst/>
            <a:ahLst/>
            <a:cxnLst/>
            <a:rect l="0" t="0" r="0" b="0"/>
            <a:pathLst>
              <a:path w="88011" h="100013">
                <a:moveTo>
                  <a:pt x="44006" y="0"/>
                </a:moveTo>
                <a:lnTo>
                  <a:pt x="0" y="100013"/>
                </a:lnTo>
                <a:lnTo>
                  <a:pt x="88011" y="100013"/>
                </a:lnTo>
                <a:close/>
              </a:path>
            </a:pathLst>
          </a:custGeom>
          <a:solidFill>
            <a:srgbClr val="6B94B8"/>
          </a:solidFill>
          <a:ln w="0">
            <a:noFill/>
          </a:ln>
        </p:spPr>
      </p:sp>
      <p:sp>
        <p:nvSpPr>
          <p:cNvPr id="1572" name="Recycle">
            <a:extLst>
              <a:ext uri="{FF2B5EF4-FFF2-40B4-BE49-F238E27FC236}">
                <a16:creationId xmlns:a16="http://schemas.microsoft.com/office/drawing/2014/main" id="{5DDA785A-E893-2768-BFEA-5E3D10103A25}"/>
              </a:ext>
            </a:extLst>
          </p:cNvPr>
          <p:cNvSpPr>
            <a:spLocks noGrp="1"/>
          </p:cNvSpPr>
          <p:nvPr/>
        </p:nvSpPr>
        <p:spPr>
          <a:xfrm>
            <a:off x="3466486" y="1385830"/>
            <a:ext cx="314847" cy="64819"/>
          </a:xfrm>
          <a:prstGeom prst="rect">
            <a:avLst/>
          </a:prstGeom>
          <a:noFill/>
          <a:ln w="0">
            <a:noFill/>
          </a:ln>
        </p:spPr>
        <p:txBody>
          <a:bodyPr wrap="none" lIns="0" tIns="0" rIns="0" bIns="0" anchor="ctr">
            <a:noAutofit/>
          </a:bodyPr>
          <a:lstStyle/>
          <a:p>
            <a:pPr algn="ctr">
              <a:defRPr sz="591" b="0">
                <a:solidFill>
                  <a:srgbClr val="4E769C"/>
                </a:solidFill>
                <a:latin typeface="Arial"/>
                <a:ea typeface="Arial"/>
                <a:cs typeface="Arial"/>
              </a:defRPr>
            </a:pPr>
            <a:r>
              <a:rPr sz="423" i="1">
                <a:solidFill>
                  <a:srgbClr val="4E769C"/>
                </a:solidFill>
                <a:latin typeface="Segoe UI"/>
                <a:ea typeface="Segoe UI"/>
                <a:cs typeface="Segoe UI"/>
              </a:rPr>
              <a:t>Recycle</a:t>
            </a:r>
          </a:p>
        </p:txBody>
      </p:sp>
      <p:sp>
        <p:nvSpPr>
          <p:cNvPr id="1573" name="Point Transformer V3">
            <a:extLst>
              <a:ext uri="{FF2B5EF4-FFF2-40B4-BE49-F238E27FC236}">
                <a16:creationId xmlns:a16="http://schemas.microsoft.com/office/drawing/2014/main" id="{9C229B53-2310-3BBE-B80C-8418F3E56817}"/>
              </a:ext>
            </a:extLst>
          </p:cNvPr>
          <p:cNvSpPr>
            <a:spLocks noGrp="1"/>
          </p:cNvSpPr>
          <p:nvPr/>
        </p:nvSpPr>
        <p:spPr>
          <a:xfrm>
            <a:off x="3007180" y="1498801"/>
            <a:ext cx="1235312" cy="64819"/>
          </a:xfrm>
          <a:prstGeom prst="rect">
            <a:avLst/>
          </a:prstGeom>
          <a:noFill/>
          <a:ln w="0">
            <a:noFill/>
          </a:ln>
        </p:spPr>
        <p:txBody>
          <a:bodyPr wrap="none" lIns="0" tIns="0" rIns="0" bIns="0" anchor="ctr">
            <a:noAutofit/>
          </a:bodyPr>
          <a:lstStyle/>
          <a:p>
            <a:pPr algn="ctr">
              <a:defRPr sz="652" b="1">
                <a:solidFill>
                  <a:srgbClr val="193044"/>
                </a:solidFill>
                <a:latin typeface="Arial"/>
                <a:ea typeface="Arial"/>
                <a:cs typeface="Arial"/>
              </a:defRPr>
            </a:pPr>
            <a:r>
              <a:rPr sz="467" b="1">
                <a:solidFill>
                  <a:srgbClr val="193044"/>
                </a:solidFill>
                <a:latin typeface="Arial"/>
                <a:ea typeface="Arial"/>
                <a:cs typeface="Arial"/>
              </a:rPr>
              <a:t>Point Transformer V3</a:t>
            </a:r>
          </a:p>
        </p:txBody>
      </p:sp>
      <p:sp>
        <p:nvSpPr>
          <p:cNvPr id="1574" name="Voxel pathway to ligand-area probability">
            <a:extLst>
              <a:ext uri="{FF2B5EF4-FFF2-40B4-BE49-F238E27FC236}">
                <a16:creationId xmlns:a16="http://schemas.microsoft.com/office/drawing/2014/main" id="{D0453500-5D20-9075-AC83-53BAE7836991}"/>
              </a:ext>
            </a:extLst>
          </p:cNvPr>
          <p:cNvSpPr>
            <a:spLocks noGrp="1"/>
          </p:cNvSpPr>
          <p:nvPr/>
        </p:nvSpPr>
        <p:spPr>
          <a:xfrm>
            <a:off x="4329537" y="615407"/>
            <a:ext cx="94454" cy="92"/>
          </a:xfrm>
          <a:custGeom>
            <a:avLst/>
            <a:gdLst/>
            <a:ahLst/>
            <a:cxnLst/>
            <a:rect l="0" t="0" r="0" b="0"/>
            <a:pathLst>
              <a:path w="485775" h="476">
                <a:moveTo>
                  <a:pt x="0" y="0"/>
                </a:moveTo>
                <a:lnTo>
                  <a:pt x="485775" y="0"/>
                </a:lnTo>
              </a:path>
            </a:pathLst>
          </a:custGeom>
          <a:noFill/>
          <a:ln w="7502">
            <a:solidFill>
              <a:srgbClr val="388BBE"/>
            </a:solidFill>
            <a:prstDash val="solid"/>
          </a:ln>
        </p:spPr>
      </p:sp>
      <p:sp>
        <p:nvSpPr>
          <p:cNvPr id="1575" name="Voxel pathway to ligand-area probability | arrowhead">
            <a:extLst>
              <a:ext uri="{FF2B5EF4-FFF2-40B4-BE49-F238E27FC236}">
                <a16:creationId xmlns:a16="http://schemas.microsoft.com/office/drawing/2014/main" id="{31B7DEAC-191C-5141-A148-178A012222C6}"/>
              </a:ext>
            </a:extLst>
          </p:cNvPr>
          <p:cNvSpPr>
            <a:spLocks noGrp="1"/>
          </p:cNvSpPr>
          <p:nvPr/>
        </p:nvSpPr>
        <p:spPr>
          <a:xfrm>
            <a:off x="4404545" y="606851"/>
            <a:ext cx="19447" cy="17113"/>
          </a:xfrm>
          <a:custGeom>
            <a:avLst/>
            <a:gdLst/>
            <a:ahLst/>
            <a:cxnLst/>
            <a:rect l="0" t="0" r="0" b="0"/>
            <a:pathLst>
              <a:path w="100013" h="88011">
                <a:moveTo>
                  <a:pt x="100013" y="44006"/>
                </a:moveTo>
                <a:lnTo>
                  <a:pt x="0" y="0"/>
                </a:lnTo>
                <a:lnTo>
                  <a:pt x="0" y="88011"/>
                </a:lnTo>
                <a:close/>
              </a:path>
            </a:pathLst>
          </a:custGeom>
          <a:solidFill>
            <a:srgbClr val="388BBE"/>
          </a:solidFill>
          <a:ln w="0">
            <a:noFill/>
          </a:ln>
        </p:spPr>
      </p:sp>
      <p:sp>
        <p:nvSpPr>
          <p:cNvPr id="1576" name="Point pathway to atom binding probability">
            <a:extLst>
              <a:ext uri="{FF2B5EF4-FFF2-40B4-BE49-F238E27FC236}">
                <a16:creationId xmlns:a16="http://schemas.microsoft.com/office/drawing/2014/main" id="{86FA6A24-595A-1A3E-A431-A91DE831A4B8}"/>
              </a:ext>
            </a:extLst>
          </p:cNvPr>
          <p:cNvSpPr>
            <a:spLocks noGrp="1"/>
          </p:cNvSpPr>
          <p:nvPr/>
        </p:nvSpPr>
        <p:spPr>
          <a:xfrm>
            <a:off x="4342502" y="1267304"/>
            <a:ext cx="81490" cy="92"/>
          </a:xfrm>
          <a:custGeom>
            <a:avLst/>
            <a:gdLst/>
            <a:ahLst/>
            <a:cxnLst/>
            <a:rect l="0" t="0" r="0" b="0"/>
            <a:pathLst>
              <a:path w="419100" h="476">
                <a:moveTo>
                  <a:pt x="0" y="0"/>
                </a:moveTo>
                <a:lnTo>
                  <a:pt x="419100" y="0"/>
                </a:lnTo>
              </a:path>
            </a:pathLst>
          </a:custGeom>
          <a:noFill/>
          <a:ln w="7502">
            <a:solidFill>
              <a:srgbClr val="8C77B3"/>
            </a:solidFill>
            <a:prstDash val="solid"/>
          </a:ln>
        </p:spPr>
      </p:sp>
      <p:sp>
        <p:nvSpPr>
          <p:cNvPr id="1577" name="Point pathway to atom binding probability | arrowhead">
            <a:extLst>
              <a:ext uri="{FF2B5EF4-FFF2-40B4-BE49-F238E27FC236}">
                <a16:creationId xmlns:a16="http://schemas.microsoft.com/office/drawing/2014/main" id="{1D3BEB45-F38A-A727-7D8A-1AD77E7A3952}"/>
              </a:ext>
            </a:extLst>
          </p:cNvPr>
          <p:cNvSpPr>
            <a:spLocks noGrp="1"/>
          </p:cNvSpPr>
          <p:nvPr/>
        </p:nvSpPr>
        <p:spPr>
          <a:xfrm>
            <a:off x="4404545" y="1258747"/>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
        <p:nvSpPr>
          <p:cNvPr id="1578" name="Ligand-area probability">
            <a:extLst>
              <a:ext uri="{FF2B5EF4-FFF2-40B4-BE49-F238E27FC236}">
                <a16:creationId xmlns:a16="http://schemas.microsoft.com/office/drawing/2014/main" id="{46599E5C-9E07-10FE-27B5-35D57B7D6FE4}"/>
              </a:ext>
            </a:extLst>
          </p:cNvPr>
          <p:cNvSpPr>
            <a:spLocks noGrp="1"/>
          </p:cNvSpPr>
          <p:nvPr/>
        </p:nvSpPr>
        <p:spPr>
          <a:xfrm>
            <a:off x="4464737" y="320942"/>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Ligand-area</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grpSp>
        <p:nvGrpSpPr>
          <p:cNvPr id="1579" name="b | Ligand-area probability cube | v4 editable"/>
          <p:cNvGrpSpPr/>
          <p:nvPr/>
        </p:nvGrpSpPr>
        <p:grpSpPr>
          <a:xfrm>
            <a:off x="4490442" y="459000"/>
            <a:ext cx="334115" cy="263000"/>
            <a:chOff x="4043880" y="489960"/>
            <a:chExt cx="571680" cy="450000"/>
          </a:xfrm>
        </p:grpSpPr>
        <p:sp>
          <p:nvSpPr>
            <p:cNvPr id="1580" name="asset_2027_0">
              <a:extLst>
                <a:ext uri="{FF2B5EF4-FFF2-40B4-BE49-F238E27FC236}">
                  <a16:creationId xmlns:a16="http://schemas.microsoft.com/office/drawing/2014/main" id="{8E79CF82-FECD-4D00-AB68-C2266EE3EBEE}"/>
                </a:ext>
              </a:extLst>
            </p:cNvPr>
            <p:cNvSpPr>
              <a:spLocks noGrp="1"/>
            </p:cNvSpPr>
            <p:nvPr/>
          </p:nvSpPr>
          <p:spPr>
            <a:xfrm>
              <a:off x="4043880" y="489960"/>
              <a:ext cx="571680" cy="76500"/>
            </a:xfrm>
            <a:custGeom>
              <a:avLst/>
              <a:gdLst/>
              <a:ahLst/>
              <a:cxnLst/>
              <a:rect l="0" t="0" r="0" b="0"/>
              <a:pathLst>
                <a:path w="571680" h="76500">
                  <a:moveTo>
                    <a:pt x="0" y="76500"/>
                  </a:moveTo>
                  <a:lnTo>
                    <a:pt x="108619" y="0"/>
                  </a:lnTo>
                  <a:lnTo>
                    <a:pt x="571680" y="0"/>
                  </a:lnTo>
                  <a:lnTo>
                    <a:pt x="463061" y="76500"/>
                  </a:lnTo>
                  <a:close/>
                </a:path>
              </a:pathLst>
            </a:custGeom>
            <a:gradFill>
              <a:gsLst>
                <a:gs pos="0">
                  <a:srgbClr val="FAFDFF">
                    <a:alpha val="65000"/>
                  </a:srgbClr>
                </a:gs>
                <a:gs pos="100000">
                  <a:srgbClr val="D9EAFA">
                    <a:alpha val="45000"/>
                  </a:srgbClr>
                </a:gs>
              </a:gsLst>
              <a:lin ang="5400000"/>
            </a:gradFill>
            <a:ln w="1341">
              <a:solidFill>
                <a:srgbClr val="87ADD3"/>
              </a:solidFill>
            </a:ln>
          </p:spPr>
        </p:sp>
        <p:sp>
          <p:nvSpPr>
            <p:cNvPr id="1581" name="asset_2027_1">
              <a:extLst>
                <a:ext uri="{FF2B5EF4-FFF2-40B4-BE49-F238E27FC236}">
                  <a16:creationId xmlns:a16="http://schemas.microsoft.com/office/drawing/2014/main" id="{E446BF4D-A2D0-496C-B38C-B55BBAF933D7}"/>
                </a:ext>
              </a:extLst>
            </p:cNvPr>
            <p:cNvSpPr>
              <a:spLocks noGrp="1"/>
            </p:cNvSpPr>
            <p:nvPr/>
          </p:nvSpPr>
          <p:spPr>
            <a:xfrm>
              <a:off x="4506941" y="489960"/>
              <a:ext cx="108619" cy="450000"/>
            </a:xfrm>
            <a:custGeom>
              <a:avLst/>
              <a:gdLst/>
              <a:ahLst/>
              <a:cxnLst/>
              <a:rect l="0" t="0" r="0" b="0"/>
              <a:pathLst>
                <a:path w="108619" h="450000">
                  <a:moveTo>
                    <a:pt x="0" y="76500"/>
                  </a:moveTo>
                  <a:lnTo>
                    <a:pt x="108619" y="0"/>
                  </a:lnTo>
                  <a:lnTo>
                    <a:pt x="108619" y="373500"/>
                  </a:lnTo>
                  <a:lnTo>
                    <a:pt x="0" y="450000"/>
                  </a:lnTo>
                  <a:close/>
                </a:path>
              </a:pathLst>
            </a:custGeom>
            <a:solidFill>
              <a:srgbClr val="C9DFF3">
                <a:alpha val="22000"/>
              </a:srgbClr>
            </a:solidFill>
            <a:ln w="1341">
              <a:solidFill>
                <a:srgbClr val="87ADD3"/>
              </a:solidFill>
            </a:ln>
          </p:spPr>
        </p:sp>
        <p:sp>
          <p:nvSpPr>
            <p:cNvPr id="1582" name="asset_2027_2">
              <a:extLst>
                <a:ext uri="{FF2B5EF4-FFF2-40B4-BE49-F238E27FC236}">
                  <a16:creationId xmlns:a16="http://schemas.microsoft.com/office/drawing/2014/main" id="{626787CB-A188-4A03-A26D-D0FCE8934E59}"/>
                </a:ext>
              </a:extLst>
            </p:cNvPr>
            <p:cNvSpPr>
              <a:spLocks noGrp="1"/>
            </p:cNvSpPr>
            <p:nvPr/>
          </p:nvSpPr>
          <p:spPr>
            <a:xfrm>
              <a:off x="4043880" y="566460"/>
              <a:ext cx="463061" cy="373500"/>
            </a:xfrm>
            <a:prstGeom prst="rect">
              <a:avLst/>
            </a:prstGeom>
            <a:solidFill>
              <a:srgbClr val="E7F1FC">
                <a:alpha val="20000"/>
              </a:srgbClr>
            </a:solidFill>
            <a:ln w="1341">
              <a:solidFill>
                <a:srgbClr val="87ADD3"/>
              </a:solidFill>
            </a:ln>
          </p:spPr>
        </p:sp>
        <p:sp>
          <p:nvSpPr>
            <p:cNvPr id="1583" name="asset_2027_3">
              <a:extLst>
                <a:ext uri="{FF2B5EF4-FFF2-40B4-BE49-F238E27FC236}">
                  <a16:creationId xmlns:a16="http://schemas.microsoft.com/office/drawing/2014/main" id="{3F137EB4-FF78-4209-90D6-2A8A13DE644F}"/>
                </a:ext>
              </a:extLst>
            </p:cNvPr>
            <p:cNvSpPr>
              <a:spLocks noGrp="1"/>
            </p:cNvSpPr>
            <p:nvPr/>
          </p:nvSpPr>
          <p:spPr>
            <a:xfrm>
              <a:off x="4159645" y="566460"/>
              <a:ext cx="4" cy="373500"/>
            </a:xfrm>
            <a:prstGeom prst="line">
              <a:avLst/>
            </a:prstGeom>
            <a:noFill/>
            <a:ln w="983">
              <a:solidFill>
                <a:srgbClr val="C9DEED">
                  <a:alpha val="33000"/>
                </a:srgbClr>
              </a:solidFill>
            </a:ln>
          </p:spPr>
        </p:sp>
        <p:sp>
          <p:nvSpPr>
            <p:cNvPr id="1584" name="asset_2027_4">
              <a:extLst>
                <a:ext uri="{FF2B5EF4-FFF2-40B4-BE49-F238E27FC236}">
                  <a16:creationId xmlns:a16="http://schemas.microsoft.com/office/drawing/2014/main" id="{9F951526-25DB-40E6-9DC1-B23B253533F3}"/>
                </a:ext>
              </a:extLst>
            </p:cNvPr>
            <p:cNvSpPr>
              <a:spLocks noGrp="1"/>
            </p:cNvSpPr>
            <p:nvPr/>
          </p:nvSpPr>
          <p:spPr>
            <a:xfrm>
              <a:off x="4043880" y="659835"/>
              <a:ext cx="463061" cy="4"/>
            </a:xfrm>
            <a:prstGeom prst="line">
              <a:avLst/>
            </a:prstGeom>
            <a:noFill/>
            <a:ln w="983">
              <a:solidFill>
                <a:srgbClr val="C9DEED">
                  <a:alpha val="33000"/>
                </a:srgbClr>
              </a:solidFill>
            </a:ln>
          </p:spPr>
        </p:sp>
        <p:sp>
          <p:nvSpPr>
            <p:cNvPr id="1585" name="asset_2027_5">
              <a:extLst>
                <a:ext uri="{FF2B5EF4-FFF2-40B4-BE49-F238E27FC236}">
                  <a16:creationId xmlns:a16="http://schemas.microsoft.com/office/drawing/2014/main" id="{837FF1A3-137E-4D28-823C-000E5C57B683}"/>
                </a:ext>
              </a:extLst>
            </p:cNvPr>
            <p:cNvSpPr>
              <a:spLocks noGrp="1"/>
            </p:cNvSpPr>
            <p:nvPr/>
          </p:nvSpPr>
          <p:spPr>
            <a:xfrm>
              <a:off x="4275410" y="566460"/>
              <a:ext cx="4" cy="373500"/>
            </a:xfrm>
            <a:prstGeom prst="line">
              <a:avLst/>
            </a:prstGeom>
            <a:noFill/>
            <a:ln w="983">
              <a:solidFill>
                <a:srgbClr val="C9DEED">
                  <a:alpha val="33000"/>
                </a:srgbClr>
              </a:solidFill>
            </a:ln>
          </p:spPr>
        </p:sp>
        <p:sp>
          <p:nvSpPr>
            <p:cNvPr id="1586" name="asset_2027_6">
              <a:extLst>
                <a:ext uri="{FF2B5EF4-FFF2-40B4-BE49-F238E27FC236}">
                  <a16:creationId xmlns:a16="http://schemas.microsoft.com/office/drawing/2014/main" id="{AFE4A50A-6F82-4E63-8DB4-8D3C7C966035}"/>
                </a:ext>
              </a:extLst>
            </p:cNvPr>
            <p:cNvSpPr>
              <a:spLocks noGrp="1"/>
            </p:cNvSpPr>
            <p:nvPr/>
          </p:nvSpPr>
          <p:spPr>
            <a:xfrm>
              <a:off x="4043880" y="753210"/>
              <a:ext cx="463061" cy="4"/>
            </a:xfrm>
            <a:prstGeom prst="line">
              <a:avLst/>
            </a:prstGeom>
            <a:noFill/>
            <a:ln w="983">
              <a:solidFill>
                <a:srgbClr val="C9DEED">
                  <a:alpha val="33000"/>
                </a:srgbClr>
              </a:solidFill>
            </a:ln>
          </p:spPr>
        </p:sp>
        <p:sp>
          <p:nvSpPr>
            <p:cNvPr id="1587" name="asset_2027_7">
              <a:extLst>
                <a:ext uri="{FF2B5EF4-FFF2-40B4-BE49-F238E27FC236}">
                  <a16:creationId xmlns:a16="http://schemas.microsoft.com/office/drawing/2014/main" id="{299F691F-376F-40D0-AD4D-4C95D359315B}"/>
                </a:ext>
              </a:extLst>
            </p:cNvPr>
            <p:cNvSpPr>
              <a:spLocks noGrp="1"/>
            </p:cNvSpPr>
            <p:nvPr/>
          </p:nvSpPr>
          <p:spPr>
            <a:xfrm>
              <a:off x="4391176" y="566460"/>
              <a:ext cx="4" cy="373500"/>
            </a:xfrm>
            <a:prstGeom prst="line">
              <a:avLst/>
            </a:prstGeom>
            <a:noFill/>
            <a:ln w="983">
              <a:solidFill>
                <a:srgbClr val="C9DEED">
                  <a:alpha val="33000"/>
                </a:srgbClr>
              </a:solidFill>
            </a:ln>
          </p:spPr>
        </p:sp>
        <p:sp>
          <p:nvSpPr>
            <p:cNvPr id="1588" name="asset_2027_8">
              <a:extLst>
                <a:ext uri="{FF2B5EF4-FFF2-40B4-BE49-F238E27FC236}">
                  <a16:creationId xmlns:a16="http://schemas.microsoft.com/office/drawing/2014/main" id="{E80AF0E3-F6FB-4A8B-A36F-8831B2AAC556}"/>
                </a:ext>
              </a:extLst>
            </p:cNvPr>
            <p:cNvSpPr>
              <a:spLocks noGrp="1"/>
            </p:cNvSpPr>
            <p:nvPr/>
          </p:nvSpPr>
          <p:spPr>
            <a:xfrm>
              <a:off x="4043880" y="846585"/>
              <a:ext cx="463061" cy="4"/>
            </a:xfrm>
            <a:prstGeom prst="line">
              <a:avLst/>
            </a:prstGeom>
            <a:noFill/>
            <a:ln w="983">
              <a:solidFill>
                <a:srgbClr val="C9DEED">
                  <a:alpha val="33000"/>
                </a:srgbClr>
              </a:solidFill>
            </a:ln>
          </p:spPr>
        </p:sp>
        <p:sp>
          <p:nvSpPr>
            <p:cNvPr id="1589" name="asset_2027_9">
              <a:extLst>
                <a:ext uri="{FF2B5EF4-FFF2-40B4-BE49-F238E27FC236}">
                  <a16:creationId xmlns:a16="http://schemas.microsoft.com/office/drawing/2014/main" id="{34405941-63EA-46AA-946F-D6856B6416DA}"/>
                </a:ext>
              </a:extLst>
            </p:cNvPr>
            <p:cNvSpPr>
              <a:spLocks noGrp="1"/>
            </p:cNvSpPr>
            <p:nvPr/>
          </p:nvSpPr>
          <p:spPr>
            <a:xfrm>
              <a:off x="4084861" y="617132"/>
              <a:ext cx="215601" cy="172109"/>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0" name="asset_2027_10">
              <a:extLst>
                <a:ext uri="{FF2B5EF4-FFF2-40B4-BE49-F238E27FC236}">
                  <a16:creationId xmlns:a16="http://schemas.microsoft.com/office/drawing/2014/main" id="{4E3119D4-E48B-4F84-A71E-8556AF9CADD2}"/>
                </a:ext>
              </a:extLst>
            </p:cNvPr>
            <p:cNvSpPr>
              <a:spLocks noGrp="1"/>
            </p:cNvSpPr>
            <p:nvPr/>
          </p:nvSpPr>
          <p:spPr>
            <a:xfrm>
              <a:off x="4183678" y="667330"/>
              <a:ext cx="233568" cy="186451"/>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1" name="asset_2027_11">
              <a:extLst>
                <a:ext uri="{FF2B5EF4-FFF2-40B4-BE49-F238E27FC236}">
                  <a16:creationId xmlns:a16="http://schemas.microsoft.com/office/drawing/2014/main" id="{ADC0132E-476D-467C-9C2F-6C3273DDA927}"/>
                </a:ext>
              </a:extLst>
            </p:cNvPr>
            <p:cNvSpPr>
              <a:spLocks noGrp="1"/>
            </p:cNvSpPr>
            <p:nvPr/>
          </p:nvSpPr>
          <p:spPr>
            <a:xfrm>
              <a:off x="4269020" y="574105"/>
              <a:ext cx="206618" cy="164938"/>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2" name="asset_2027_12">
              <a:extLst>
                <a:ext uri="{FF2B5EF4-FFF2-40B4-BE49-F238E27FC236}">
                  <a16:creationId xmlns:a16="http://schemas.microsoft.com/office/drawing/2014/main" id="{7245DCBA-40B5-4896-A0B6-69F047D40D11}"/>
                </a:ext>
              </a:extLst>
            </p:cNvPr>
            <p:cNvSpPr>
              <a:spLocks noGrp="1"/>
            </p:cNvSpPr>
            <p:nvPr/>
          </p:nvSpPr>
          <p:spPr>
            <a:xfrm>
              <a:off x="4174695" y="549005"/>
              <a:ext cx="197634" cy="157766"/>
            </a:xfrm>
            <a:prstGeom prst="ellipse">
              <a:avLst/>
            </a:prstGeom>
            <a:gradFill>
              <a:gsLst>
                <a:gs pos="0">
                  <a:srgbClr val="E5F0FF">
                    <a:alpha val="60500"/>
                  </a:srgbClr>
                </a:gs>
                <a:gs pos="48000">
                  <a:srgbClr val="6D9EDA">
                    <a:alpha val="66000"/>
                  </a:srgbClr>
                </a:gs>
                <a:gs pos="100000">
                  <a:srgbClr val="6D9EDA">
                    <a:alpha val="38500"/>
                  </a:srgbClr>
                </a:gs>
              </a:gsLst>
              <a:lin ang="8400000"/>
            </a:gradFill>
            <a:ln w="2104">
              <a:noFill/>
            </a:ln>
            <a:effectLst>
              <a:softEdge rad="7200"/>
            </a:effectLst>
          </p:spPr>
        </p:sp>
        <p:sp>
          <p:nvSpPr>
            <p:cNvPr id="1593" name="asset_2027_13">
              <a:extLst>
                <a:ext uri="{FF2B5EF4-FFF2-40B4-BE49-F238E27FC236}">
                  <a16:creationId xmlns:a16="http://schemas.microsoft.com/office/drawing/2014/main" id="{D1AC94DD-CA80-42AC-B0FF-2AB7EAB03A11}"/>
                </a:ext>
              </a:extLst>
            </p:cNvPr>
            <p:cNvSpPr>
              <a:spLocks noGrp="1"/>
            </p:cNvSpPr>
            <p:nvPr/>
          </p:nvSpPr>
          <p:spPr>
            <a:xfrm>
              <a:off x="4195034" y="653113"/>
              <a:ext cx="64474" cy="5146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4" name="asset_2027_14">
              <a:extLst>
                <a:ext uri="{FF2B5EF4-FFF2-40B4-BE49-F238E27FC236}">
                  <a16:creationId xmlns:a16="http://schemas.microsoft.com/office/drawing/2014/main" id="{A3978DBD-AB1B-4A62-99A3-BA8E981F98E7}"/>
                </a:ext>
              </a:extLst>
            </p:cNvPr>
            <p:cNvSpPr>
              <a:spLocks noGrp="1"/>
            </p:cNvSpPr>
            <p:nvPr/>
          </p:nvSpPr>
          <p:spPr>
            <a:xfrm>
              <a:off x="4258141" y="665850"/>
              <a:ext cx="91626" cy="731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5" name="asset_2027_15">
              <a:extLst>
                <a:ext uri="{FF2B5EF4-FFF2-40B4-BE49-F238E27FC236}">
                  <a16:creationId xmlns:a16="http://schemas.microsoft.com/office/drawing/2014/main" id="{688BB42A-2690-464A-876F-9DDF54F92102}"/>
                </a:ext>
              </a:extLst>
            </p:cNvPr>
            <p:cNvSpPr>
              <a:spLocks noGrp="1"/>
            </p:cNvSpPr>
            <p:nvPr/>
          </p:nvSpPr>
          <p:spPr>
            <a:xfrm>
              <a:off x="4348055" y="621224"/>
              <a:ext cx="65375" cy="5218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6" name="asset_2027_16">
              <a:extLst>
                <a:ext uri="{FF2B5EF4-FFF2-40B4-BE49-F238E27FC236}">
                  <a16:creationId xmlns:a16="http://schemas.microsoft.com/office/drawing/2014/main" id="{361B14F3-926B-4209-9774-7EAD2B13E9EF}"/>
                </a:ext>
              </a:extLst>
            </p:cNvPr>
            <p:cNvSpPr>
              <a:spLocks noGrp="1"/>
            </p:cNvSpPr>
            <p:nvPr/>
          </p:nvSpPr>
          <p:spPr>
            <a:xfrm>
              <a:off x="4168048" y="571175"/>
              <a:ext cx="90914" cy="7257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7" name="asset_2027_17">
              <a:extLst>
                <a:ext uri="{FF2B5EF4-FFF2-40B4-BE49-F238E27FC236}">
                  <a16:creationId xmlns:a16="http://schemas.microsoft.com/office/drawing/2014/main" id="{66E73D46-F7D5-4249-BCC8-A80566549CFC}"/>
                </a:ext>
              </a:extLst>
            </p:cNvPr>
            <p:cNvSpPr>
              <a:spLocks noGrp="1"/>
            </p:cNvSpPr>
            <p:nvPr/>
          </p:nvSpPr>
          <p:spPr>
            <a:xfrm>
              <a:off x="4139689" y="653199"/>
              <a:ext cx="75101" cy="599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8" name="asset_2027_18">
              <a:extLst>
                <a:ext uri="{FF2B5EF4-FFF2-40B4-BE49-F238E27FC236}">
                  <a16:creationId xmlns:a16="http://schemas.microsoft.com/office/drawing/2014/main" id="{60DAB196-3FDD-49BF-8D6E-67037AE1C8E3}"/>
                </a:ext>
              </a:extLst>
            </p:cNvPr>
            <p:cNvSpPr>
              <a:spLocks noGrp="1"/>
            </p:cNvSpPr>
            <p:nvPr/>
          </p:nvSpPr>
          <p:spPr>
            <a:xfrm>
              <a:off x="4267337" y="678651"/>
              <a:ext cx="81363" cy="649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599" name="asset_2027_19">
              <a:extLst>
                <a:ext uri="{FF2B5EF4-FFF2-40B4-BE49-F238E27FC236}">
                  <a16:creationId xmlns:a16="http://schemas.microsoft.com/office/drawing/2014/main" id="{4C138FF3-2B02-4767-956B-9F501C36EBA0}"/>
                </a:ext>
              </a:extLst>
            </p:cNvPr>
            <p:cNvSpPr>
              <a:spLocks noGrp="1"/>
            </p:cNvSpPr>
            <p:nvPr/>
          </p:nvSpPr>
          <p:spPr>
            <a:xfrm>
              <a:off x="4391745" y="612898"/>
              <a:ext cx="69400" cy="5540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0" name="asset_2027_20">
              <a:extLst>
                <a:ext uri="{FF2B5EF4-FFF2-40B4-BE49-F238E27FC236}">
                  <a16:creationId xmlns:a16="http://schemas.microsoft.com/office/drawing/2014/main" id="{1A1E79AC-17AD-43DA-9021-7A448741C36C}"/>
                </a:ext>
              </a:extLst>
            </p:cNvPr>
            <p:cNvSpPr>
              <a:spLocks noGrp="1"/>
            </p:cNvSpPr>
            <p:nvPr/>
          </p:nvSpPr>
          <p:spPr>
            <a:xfrm>
              <a:off x="4273822" y="611161"/>
              <a:ext cx="105790" cy="844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1" name="asset_2027_21">
              <a:extLst>
                <a:ext uri="{FF2B5EF4-FFF2-40B4-BE49-F238E27FC236}">
                  <a16:creationId xmlns:a16="http://schemas.microsoft.com/office/drawing/2014/main" id="{67E612D4-3E6A-4231-BE3B-0E6ECA8F7EB4}"/>
                </a:ext>
              </a:extLst>
            </p:cNvPr>
            <p:cNvSpPr>
              <a:spLocks noGrp="1"/>
            </p:cNvSpPr>
            <p:nvPr/>
          </p:nvSpPr>
          <p:spPr>
            <a:xfrm>
              <a:off x="4079727" y="646303"/>
              <a:ext cx="109942" cy="8776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2" name="asset_2027_22">
              <a:extLst>
                <a:ext uri="{FF2B5EF4-FFF2-40B4-BE49-F238E27FC236}">
                  <a16:creationId xmlns:a16="http://schemas.microsoft.com/office/drawing/2014/main" id="{144523C5-0416-4230-96CB-1EAF1BAD0779}"/>
                </a:ext>
              </a:extLst>
            </p:cNvPr>
            <p:cNvSpPr>
              <a:spLocks noGrp="1"/>
            </p:cNvSpPr>
            <p:nvPr/>
          </p:nvSpPr>
          <p:spPr>
            <a:xfrm>
              <a:off x="4236492" y="714962"/>
              <a:ext cx="84609" cy="6754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3" name="asset_2027_23">
              <a:extLst>
                <a:ext uri="{FF2B5EF4-FFF2-40B4-BE49-F238E27FC236}">
                  <a16:creationId xmlns:a16="http://schemas.microsoft.com/office/drawing/2014/main" id="{C35832E6-9C22-410B-89DF-65A3C9FECA47}"/>
                </a:ext>
              </a:extLst>
            </p:cNvPr>
            <p:cNvSpPr>
              <a:spLocks noGrp="1"/>
            </p:cNvSpPr>
            <p:nvPr/>
          </p:nvSpPr>
          <p:spPr>
            <a:xfrm>
              <a:off x="4326191" y="626834"/>
              <a:ext cx="75016" cy="5988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4" name="asset_2027_24">
              <a:extLst>
                <a:ext uri="{FF2B5EF4-FFF2-40B4-BE49-F238E27FC236}">
                  <a16:creationId xmlns:a16="http://schemas.microsoft.com/office/drawing/2014/main" id="{DA42F372-F74C-49BF-8BFF-8264CCE324BC}"/>
                </a:ext>
              </a:extLst>
            </p:cNvPr>
            <p:cNvSpPr>
              <a:spLocks noGrp="1"/>
            </p:cNvSpPr>
            <p:nvPr/>
          </p:nvSpPr>
          <p:spPr>
            <a:xfrm>
              <a:off x="4191230" y="582183"/>
              <a:ext cx="88744" cy="708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5" name="asset_2027_25">
              <a:extLst>
                <a:ext uri="{FF2B5EF4-FFF2-40B4-BE49-F238E27FC236}">
                  <a16:creationId xmlns:a16="http://schemas.microsoft.com/office/drawing/2014/main" id="{1C82A8F9-2B7C-41FA-868F-35115471245A}"/>
                </a:ext>
              </a:extLst>
            </p:cNvPr>
            <p:cNvSpPr>
              <a:spLocks noGrp="1"/>
            </p:cNvSpPr>
            <p:nvPr/>
          </p:nvSpPr>
          <p:spPr>
            <a:xfrm>
              <a:off x="4122858" y="684972"/>
              <a:ext cx="86331" cy="6891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6" name="asset_2027_26">
              <a:extLst>
                <a:ext uri="{FF2B5EF4-FFF2-40B4-BE49-F238E27FC236}">
                  <a16:creationId xmlns:a16="http://schemas.microsoft.com/office/drawing/2014/main" id="{1FBF9B24-5307-46E3-9E88-626CD784980E}"/>
                </a:ext>
              </a:extLst>
            </p:cNvPr>
            <p:cNvSpPr>
              <a:spLocks noGrp="1"/>
            </p:cNvSpPr>
            <p:nvPr/>
          </p:nvSpPr>
          <p:spPr>
            <a:xfrm>
              <a:off x="4263971" y="749193"/>
              <a:ext cx="94340" cy="7530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7" name="asset_2027_27">
              <a:extLst>
                <a:ext uri="{FF2B5EF4-FFF2-40B4-BE49-F238E27FC236}">
                  <a16:creationId xmlns:a16="http://schemas.microsoft.com/office/drawing/2014/main" id="{DF200888-1FB7-4595-88B3-13C42D5C625F}"/>
                </a:ext>
              </a:extLst>
            </p:cNvPr>
            <p:cNvSpPr>
              <a:spLocks noGrp="1"/>
            </p:cNvSpPr>
            <p:nvPr/>
          </p:nvSpPr>
          <p:spPr>
            <a:xfrm>
              <a:off x="4328927" y="671282"/>
              <a:ext cx="73906" cy="58997"/>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8" name="asset_2027_28">
              <a:extLst>
                <a:ext uri="{FF2B5EF4-FFF2-40B4-BE49-F238E27FC236}">
                  <a16:creationId xmlns:a16="http://schemas.microsoft.com/office/drawing/2014/main" id="{826D53F6-F0E2-4DFF-B647-A55BD5ABE7D5}"/>
                </a:ext>
              </a:extLst>
            </p:cNvPr>
            <p:cNvSpPr>
              <a:spLocks noGrp="1"/>
            </p:cNvSpPr>
            <p:nvPr/>
          </p:nvSpPr>
          <p:spPr>
            <a:xfrm>
              <a:off x="4191714" y="625737"/>
              <a:ext cx="79574" cy="635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09" name="asset_2027_29">
              <a:extLst>
                <a:ext uri="{FF2B5EF4-FFF2-40B4-BE49-F238E27FC236}">
                  <a16:creationId xmlns:a16="http://schemas.microsoft.com/office/drawing/2014/main" id="{FA89C153-5459-451F-BF9C-1062D1B17B3E}"/>
                </a:ext>
              </a:extLst>
            </p:cNvPr>
            <p:cNvSpPr>
              <a:spLocks noGrp="1"/>
            </p:cNvSpPr>
            <p:nvPr/>
          </p:nvSpPr>
          <p:spPr>
            <a:xfrm>
              <a:off x="4165324" y="712808"/>
              <a:ext cx="87906" cy="7017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0" name="asset_2027_30">
              <a:extLst>
                <a:ext uri="{FF2B5EF4-FFF2-40B4-BE49-F238E27FC236}">
                  <a16:creationId xmlns:a16="http://schemas.microsoft.com/office/drawing/2014/main" id="{EFE35B6A-8884-40CA-89ED-7B60AE28B9B8}"/>
                </a:ext>
              </a:extLst>
            </p:cNvPr>
            <p:cNvSpPr>
              <a:spLocks noGrp="1"/>
            </p:cNvSpPr>
            <p:nvPr/>
          </p:nvSpPr>
          <p:spPr>
            <a:xfrm>
              <a:off x="4306197" y="742925"/>
              <a:ext cx="82957" cy="6622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1" name="asset_2027_31">
              <a:extLst>
                <a:ext uri="{FF2B5EF4-FFF2-40B4-BE49-F238E27FC236}">
                  <a16:creationId xmlns:a16="http://schemas.microsoft.com/office/drawing/2014/main" id="{F66F1E84-B351-4917-A693-D8513B8B7034}"/>
                </a:ext>
              </a:extLst>
            </p:cNvPr>
            <p:cNvSpPr>
              <a:spLocks noGrp="1"/>
            </p:cNvSpPr>
            <p:nvPr/>
          </p:nvSpPr>
          <p:spPr>
            <a:xfrm>
              <a:off x="4316951" y="684022"/>
              <a:ext cx="63942" cy="5104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2" name="asset_2027_32">
              <a:extLst>
                <a:ext uri="{FF2B5EF4-FFF2-40B4-BE49-F238E27FC236}">
                  <a16:creationId xmlns:a16="http://schemas.microsoft.com/office/drawing/2014/main" id="{99D54062-A6F7-4DD1-8E9E-42ACD355CAAD}"/>
                </a:ext>
              </a:extLst>
            </p:cNvPr>
            <p:cNvSpPr>
              <a:spLocks noGrp="1"/>
            </p:cNvSpPr>
            <p:nvPr/>
          </p:nvSpPr>
          <p:spPr>
            <a:xfrm>
              <a:off x="4219749" y="640722"/>
              <a:ext cx="76653" cy="6119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3" name="asset_2027_33">
              <a:extLst>
                <a:ext uri="{FF2B5EF4-FFF2-40B4-BE49-F238E27FC236}">
                  <a16:creationId xmlns:a16="http://schemas.microsoft.com/office/drawing/2014/main" id="{E78FE44C-E947-4F2C-B2EE-5123430CAFBF}"/>
                </a:ext>
              </a:extLst>
            </p:cNvPr>
            <p:cNvSpPr>
              <a:spLocks noGrp="1"/>
            </p:cNvSpPr>
            <p:nvPr/>
          </p:nvSpPr>
          <p:spPr>
            <a:xfrm>
              <a:off x="4079240" y="689413"/>
              <a:ext cx="112660" cy="8993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4" name="asset_2027_34">
              <a:extLst>
                <a:ext uri="{FF2B5EF4-FFF2-40B4-BE49-F238E27FC236}">
                  <a16:creationId xmlns:a16="http://schemas.microsoft.com/office/drawing/2014/main" id="{1C1925E8-0217-4DDA-8B70-FBB79493D4C8}"/>
                </a:ext>
              </a:extLst>
            </p:cNvPr>
            <p:cNvSpPr>
              <a:spLocks noGrp="1"/>
            </p:cNvSpPr>
            <p:nvPr/>
          </p:nvSpPr>
          <p:spPr>
            <a:xfrm>
              <a:off x="4287443" y="729475"/>
              <a:ext cx="116098" cy="9267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5" name="asset_2027_35">
              <a:extLst>
                <a:ext uri="{FF2B5EF4-FFF2-40B4-BE49-F238E27FC236}">
                  <a16:creationId xmlns:a16="http://schemas.microsoft.com/office/drawing/2014/main" id="{7B1065D1-6E9E-4B4B-A57B-38F7033F8756}"/>
                </a:ext>
              </a:extLst>
            </p:cNvPr>
            <p:cNvSpPr>
              <a:spLocks noGrp="1"/>
            </p:cNvSpPr>
            <p:nvPr/>
          </p:nvSpPr>
          <p:spPr>
            <a:xfrm>
              <a:off x="4353400" y="652668"/>
              <a:ext cx="107604" cy="858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6" name="asset_2027_36">
              <a:extLst>
                <a:ext uri="{FF2B5EF4-FFF2-40B4-BE49-F238E27FC236}">
                  <a16:creationId xmlns:a16="http://schemas.microsoft.com/office/drawing/2014/main" id="{031C8BB0-D0D4-4850-9E24-9DD349BAEC2B}"/>
                </a:ext>
              </a:extLst>
            </p:cNvPr>
            <p:cNvSpPr>
              <a:spLocks noGrp="1"/>
            </p:cNvSpPr>
            <p:nvPr/>
          </p:nvSpPr>
          <p:spPr>
            <a:xfrm>
              <a:off x="4223635" y="557958"/>
              <a:ext cx="109609" cy="87498"/>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7" name="asset_2027_37">
              <a:extLst>
                <a:ext uri="{FF2B5EF4-FFF2-40B4-BE49-F238E27FC236}">
                  <a16:creationId xmlns:a16="http://schemas.microsoft.com/office/drawing/2014/main" id="{E06DF51A-A98F-424D-A5F6-95603CC128D3}"/>
                </a:ext>
              </a:extLst>
            </p:cNvPr>
            <p:cNvSpPr>
              <a:spLocks noGrp="1"/>
            </p:cNvSpPr>
            <p:nvPr/>
          </p:nvSpPr>
          <p:spPr>
            <a:xfrm>
              <a:off x="4179249" y="649750"/>
              <a:ext cx="106334" cy="84884"/>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8" name="asset_2027_38">
              <a:extLst>
                <a:ext uri="{FF2B5EF4-FFF2-40B4-BE49-F238E27FC236}">
                  <a16:creationId xmlns:a16="http://schemas.microsoft.com/office/drawing/2014/main" id="{79012AB9-04C9-4C5B-9542-11B93745F898}"/>
                </a:ext>
              </a:extLst>
            </p:cNvPr>
            <p:cNvSpPr>
              <a:spLocks noGrp="1"/>
            </p:cNvSpPr>
            <p:nvPr/>
          </p:nvSpPr>
          <p:spPr>
            <a:xfrm>
              <a:off x="4228499" y="667856"/>
              <a:ext cx="105197" cy="8397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19" name="asset_2027_39">
              <a:extLst>
                <a:ext uri="{FF2B5EF4-FFF2-40B4-BE49-F238E27FC236}">
                  <a16:creationId xmlns:a16="http://schemas.microsoft.com/office/drawing/2014/main" id="{C1D186F1-5504-4ED9-827A-EB669B14FD96}"/>
                </a:ext>
              </a:extLst>
            </p:cNvPr>
            <p:cNvSpPr>
              <a:spLocks noGrp="1"/>
            </p:cNvSpPr>
            <p:nvPr/>
          </p:nvSpPr>
          <p:spPr>
            <a:xfrm>
              <a:off x="4241306" y="621458"/>
              <a:ext cx="114436" cy="913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0" name="asset_2027_40">
              <a:extLst>
                <a:ext uri="{FF2B5EF4-FFF2-40B4-BE49-F238E27FC236}">
                  <a16:creationId xmlns:a16="http://schemas.microsoft.com/office/drawing/2014/main" id="{1A8BCF88-2C3B-4AAF-A348-7356448B79E8}"/>
                </a:ext>
              </a:extLst>
            </p:cNvPr>
            <p:cNvSpPr>
              <a:spLocks noGrp="1"/>
            </p:cNvSpPr>
            <p:nvPr/>
          </p:nvSpPr>
          <p:spPr>
            <a:xfrm>
              <a:off x="4180454" y="586994"/>
              <a:ext cx="74974" cy="5985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1" name="asset_2027_41">
              <a:extLst>
                <a:ext uri="{FF2B5EF4-FFF2-40B4-BE49-F238E27FC236}">
                  <a16:creationId xmlns:a16="http://schemas.microsoft.com/office/drawing/2014/main" id="{6B6D00EE-D856-41A2-B092-27CEC1D19C0C}"/>
                </a:ext>
              </a:extLst>
            </p:cNvPr>
            <p:cNvSpPr>
              <a:spLocks noGrp="1"/>
            </p:cNvSpPr>
            <p:nvPr/>
          </p:nvSpPr>
          <p:spPr>
            <a:xfrm>
              <a:off x="4138019" y="635475"/>
              <a:ext cx="64716" cy="5166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2" name="asset_2027_42">
              <a:extLst>
                <a:ext uri="{FF2B5EF4-FFF2-40B4-BE49-F238E27FC236}">
                  <a16:creationId xmlns:a16="http://schemas.microsoft.com/office/drawing/2014/main" id="{FD5D9615-FDEC-47C1-8E2F-27690D31EA42}"/>
                </a:ext>
              </a:extLst>
            </p:cNvPr>
            <p:cNvSpPr>
              <a:spLocks noGrp="1"/>
            </p:cNvSpPr>
            <p:nvPr/>
          </p:nvSpPr>
          <p:spPr>
            <a:xfrm>
              <a:off x="4216931" y="737024"/>
              <a:ext cx="97423" cy="7777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3" name="asset_2027_43">
              <a:extLst>
                <a:ext uri="{FF2B5EF4-FFF2-40B4-BE49-F238E27FC236}">
                  <a16:creationId xmlns:a16="http://schemas.microsoft.com/office/drawing/2014/main" id="{03ACF71B-9F98-49D2-8E5E-0D53A083AC20}"/>
                </a:ext>
              </a:extLst>
            </p:cNvPr>
            <p:cNvSpPr>
              <a:spLocks noGrp="1"/>
            </p:cNvSpPr>
            <p:nvPr/>
          </p:nvSpPr>
          <p:spPr>
            <a:xfrm>
              <a:off x="4317133" y="564618"/>
              <a:ext cx="108008" cy="86220"/>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4" name="asset_2027_44">
              <a:extLst>
                <a:ext uri="{FF2B5EF4-FFF2-40B4-BE49-F238E27FC236}">
                  <a16:creationId xmlns:a16="http://schemas.microsoft.com/office/drawing/2014/main" id="{724CFBDA-F7E3-4C52-A69B-62485EDF81F1}"/>
                </a:ext>
              </a:extLst>
            </p:cNvPr>
            <p:cNvSpPr>
              <a:spLocks noGrp="1"/>
            </p:cNvSpPr>
            <p:nvPr/>
          </p:nvSpPr>
          <p:spPr>
            <a:xfrm>
              <a:off x="4193257" y="633037"/>
              <a:ext cx="105416" cy="84151"/>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5" name="asset_2027_45">
              <a:extLst>
                <a:ext uri="{FF2B5EF4-FFF2-40B4-BE49-F238E27FC236}">
                  <a16:creationId xmlns:a16="http://schemas.microsoft.com/office/drawing/2014/main" id="{FCAA0437-0AB5-4B5C-9D61-8D532428BE63}"/>
                </a:ext>
              </a:extLst>
            </p:cNvPr>
            <p:cNvSpPr>
              <a:spLocks noGrp="1"/>
            </p:cNvSpPr>
            <p:nvPr/>
          </p:nvSpPr>
          <p:spPr>
            <a:xfrm>
              <a:off x="4155603" y="656380"/>
              <a:ext cx="109670" cy="8754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6" name="asset_2027_46">
              <a:extLst>
                <a:ext uri="{FF2B5EF4-FFF2-40B4-BE49-F238E27FC236}">
                  <a16:creationId xmlns:a16="http://schemas.microsoft.com/office/drawing/2014/main" id="{560E5AF9-9BEE-43A1-8ED6-D936E75C34DE}"/>
                </a:ext>
              </a:extLst>
            </p:cNvPr>
            <p:cNvSpPr>
              <a:spLocks noGrp="1"/>
            </p:cNvSpPr>
            <p:nvPr/>
          </p:nvSpPr>
          <p:spPr>
            <a:xfrm>
              <a:off x="4309729" y="755020"/>
              <a:ext cx="74665" cy="59603"/>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7" name="asset_2027_47">
              <a:extLst>
                <a:ext uri="{FF2B5EF4-FFF2-40B4-BE49-F238E27FC236}">
                  <a16:creationId xmlns:a16="http://schemas.microsoft.com/office/drawing/2014/main" id="{0B464A76-1B1F-4D22-820E-0D794E7B2B77}"/>
                </a:ext>
              </a:extLst>
            </p:cNvPr>
            <p:cNvSpPr>
              <a:spLocks noGrp="1"/>
            </p:cNvSpPr>
            <p:nvPr/>
          </p:nvSpPr>
          <p:spPr>
            <a:xfrm>
              <a:off x="4370973" y="641458"/>
              <a:ext cx="80485" cy="64249"/>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8" name="asset_2027_48">
              <a:extLst>
                <a:ext uri="{FF2B5EF4-FFF2-40B4-BE49-F238E27FC236}">
                  <a16:creationId xmlns:a16="http://schemas.microsoft.com/office/drawing/2014/main" id="{CF938A00-1880-4525-A4C7-304301BFED96}"/>
                </a:ext>
              </a:extLst>
            </p:cNvPr>
            <p:cNvSpPr>
              <a:spLocks noGrp="1"/>
            </p:cNvSpPr>
            <p:nvPr/>
          </p:nvSpPr>
          <p:spPr>
            <a:xfrm>
              <a:off x="4211550" y="563563"/>
              <a:ext cx="100623" cy="80325"/>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29" name="asset_2027_49">
              <a:extLst>
                <a:ext uri="{FF2B5EF4-FFF2-40B4-BE49-F238E27FC236}">
                  <a16:creationId xmlns:a16="http://schemas.microsoft.com/office/drawing/2014/main" id="{119ADBD8-A970-4D99-A982-9C8EA3F8074F}"/>
                </a:ext>
              </a:extLst>
            </p:cNvPr>
            <p:cNvSpPr>
              <a:spLocks noGrp="1"/>
            </p:cNvSpPr>
            <p:nvPr/>
          </p:nvSpPr>
          <p:spPr>
            <a:xfrm>
              <a:off x="4074324" y="667639"/>
              <a:ext cx="79905" cy="63786"/>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0" name="asset_2027_50">
              <a:extLst>
                <a:ext uri="{FF2B5EF4-FFF2-40B4-BE49-F238E27FC236}">
                  <a16:creationId xmlns:a16="http://schemas.microsoft.com/office/drawing/2014/main" id="{C3BC6789-B85C-463C-A9F0-6F1AAA0D33FE}"/>
                </a:ext>
              </a:extLst>
            </p:cNvPr>
            <p:cNvSpPr>
              <a:spLocks noGrp="1"/>
            </p:cNvSpPr>
            <p:nvPr/>
          </p:nvSpPr>
          <p:spPr>
            <a:xfrm>
              <a:off x="4311133" y="726504"/>
              <a:ext cx="79349" cy="63342"/>
            </a:xfrm>
            <a:prstGeom prst="ellipse">
              <a:avLst/>
            </a:prstGeom>
            <a:gradFill>
              <a:gsLst>
                <a:gs pos="0">
                  <a:srgbClr val="DCEAFF">
                    <a:alpha val="69300"/>
                  </a:srgbClr>
                </a:gs>
                <a:gs pos="52000">
                  <a:srgbClr val="6D9EDA">
                    <a:alpha val="80300"/>
                  </a:srgbClr>
                </a:gs>
                <a:gs pos="100000">
                  <a:srgbClr val="6D9EDA">
                    <a:alpha val="46200"/>
                  </a:srgbClr>
                </a:gs>
              </a:gsLst>
              <a:lin ang="7500000"/>
            </a:gradFill>
            <a:ln w="2104">
              <a:noFill/>
            </a:ln>
            <a:effectLst>
              <a:softEdge rad="7200"/>
            </a:effectLst>
          </p:spPr>
        </p:sp>
        <p:sp>
          <p:nvSpPr>
            <p:cNvPr id="1631" name="asset_2027_51">
              <a:extLst>
                <a:ext uri="{FF2B5EF4-FFF2-40B4-BE49-F238E27FC236}">
                  <a16:creationId xmlns:a16="http://schemas.microsoft.com/office/drawing/2014/main" id="{CE4DD89B-764C-4055-87DA-1ACA2DC83E40}"/>
                </a:ext>
              </a:extLst>
            </p:cNvPr>
            <p:cNvSpPr>
              <a:spLocks noGrp="1"/>
            </p:cNvSpPr>
            <p:nvPr/>
          </p:nvSpPr>
          <p:spPr>
            <a:xfrm>
              <a:off x="4150384" y="671040"/>
              <a:ext cx="101873" cy="82170"/>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2" name="asset_2027_52">
              <a:extLst>
                <a:ext uri="{FF2B5EF4-FFF2-40B4-BE49-F238E27FC236}">
                  <a16:creationId xmlns:a16="http://schemas.microsoft.com/office/drawing/2014/main" id="{C84C1206-2200-4D85-B478-81F3D96C2BD6}"/>
                </a:ext>
              </a:extLst>
            </p:cNvPr>
            <p:cNvSpPr>
              <a:spLocks noGrp="1"/>
            </p:cNvSpPr>
            <p:nvPr/>
          </p:nvSpPr>
          <p:spPr>
            <a:xfrm>
              <a:off x="4300879" y="784958"/>
              <a:ext cx="87982" cy="70965"/>
            </a:xfrm>
            <a:prstGeom prst="ellipse">
              <a:avLst/>
            </a:prstGeom>
            <a:gradFill>
              <a:gsLst>
                <a:gs pos="0">
                  <a:srgbClr val="FFF19B"/>
                </a:gs>
                <a:gs pos="28000">
                  <a:srgbClr val="FFB448">
                    <a:alpha val="90000"/>
                  </a:srgbClr>
                </a:gs>
                <a:gs pos="57000">
                  <a:srgbClr val="ED645D">
                    <a:alpha val="80000"/>
                  </a:srgbClr>
                </a:gs>
                <a:gs pos="100000">
                  <a:srgbClr val="DE5665">
                    <a:alpha val="0"/>
                  </a:srgbClr>
                </a:gs>
              </a:gsLst>
              <a:path path="shape"/>
            </a:gradFill>
            <a:ln w="1788">
              <a:noFill/>
            </a:ln>
            <a:effectLst>
              <a:softEdge rad="7200"/>
            </a:effectLst>
          </p:spPr>
        </p:sp>
        <p:sp>
          <p:nvSpPr>
            <p:cNvPr id="1633" name="asset_2027_53">
              <a:extLst>
                <a:ext uri="{FF2B5EF4-FFF2-40B4-BE49-F238E27FC236}">
                  <a16:creationId xmlns:a16="http://schemas.microsoft.com/office/drawing/2014/main" id="{104AC922-CCC5-4BEB-8EFB-FE92A2E0B9AD}"/>
                </a:ext>
              </a:extLst>
            </p:cNvPr>
            <p:cNvSpPr>
              <a:spLocks noGrp="1"/>
            </p:cNvSpPr>
            <p:nvPr/>
          </p:nvSpPr>
          <p:spPr>
            <a:xfrm>
              <a:off x="4043880" y="566460"/>
              <a:ext cx="463061" cy="373500"/>
            </a:xfrm>
            <a:custGeom>
              <a:avLst/>
              <a:gdLst/>
              <a:ahLst/>
              <a:cxnLst/>
              <a:rect l="0" t="0" r="0" b="0"/>
              <a:pathLst>
                <a:path w="463061" h="373500">
                  <a:moveTo>
                    <a:pt x="0" y="0"/>
                  </a:moveTo>
                  <a:lnTo>
                    <a:pt x="463061" y="0"/>
                  </a:lnTo>
                  <a:lnTo>
                    <a:pt x="463061" y="373500"/>
                  </a:lnTo>
                  <a:lnTo>
                    <a:pt x="0" y="373500"/>
                  </a:lnTo>
                  <a:close/>
                </a:path>
              </a:pathLst>
            </a:custGeom>
            <a:noFill/>
            <a:ln w="1788">
              <a:solidFill>
                <a:srgbClr val="87ADD3"/>
              </a:solidFill>
            </a:ln>
          </p:spPr>
        </p:sp>
      </p:grpSp>
      <p:sp>
        <p:nvSpPr>
          <p:cNvPr id="1634" name="Cues to Match">
            <a:extLst>
              <a:ext uri="{FF2B5EF4-FFF2-40B4-BE49-F238E27FC236}">
                <a16:creationId xmlns:a16="http://schemas.microsoft.com/office/drawing/2014/main" id="{A46FBCA6-9F66-EE76-B7C9-EAEB8C765FFB}"/>
              </a:ext>
            </a:extLst>
          </p:cNvPr>
          <p:cNvSpPr>
            <a:spLocks noGrp="1"/>
          </p:cNvSpPr>
          <p:nvPr/>
        </p:nvSpPr>
        <p:spPr>
          <a:xfrm>
            <a:off x="4464737" y="820977"/>
            <a:ext cx="520423" cy="66672"/>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Cues to Match</a:t>
            </a:r>
          </a:p>
        </p:txBody>
      </p:sp>
      <p:sp>
        <p:nvSpPr>
          <p:cNvPr id="1635" name="Blob">
            <a:extLst>
              <a:ext uri="{FF2B5EF4-FFF2-40B4-BE49-F238E27FC236}">
                <a16:creationId xmlns:a16="http://schemas.microsoft.com/office/drawing/2014/main" id="{C984FFB6-0157-13F6-B346-927155FE3003}"/>
              </a:ext>
            </a:extLst>
          </p:cNvPr>
          <p:cNvSpPr>
            <a:spLocks noGrp="1"/>
          </p:cNvSpPr>
          <p:nvPr/>
        </p:nvSpPr>
        <p:spPr>
          <a:xfrm>
            <a:off x="4467000" y="1020000"/>
            <a:ext cx="204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Blob</a:t>
            </a:r>
          </a:p>
        </p:txBody>
      </p:sp>
      <p:sp>
        <p:nvSpPr>
          <p:cNvPr id="1636" name="Pseudo atoms cue">
            <a:extLst>
              <a:ext uri="{FF2B5EF4-FFF2-40B4-BE49-F238E27FC236}">
                <a16:creationId xmlns:a16="http://schemas.microsoft.com/office/drawing/2014/main" id="{C7D21ADD-C1C6-6F77-8384-CD0F811E345A}"/>
              </a:ext>
            </a:extLst>
          </p:cNvPr>
          <p:cNvSpPr>
            <a:spLocks noGrp="1"/>
          </p:cNvSpPr>
          <p:nvPr/>
        </p:nvSpPr>
        <p:spPr>
          <a:xfrm>
            <a:off x="4722500" y="1020000"/>
            <a:ext cx="270000" cy="64819"/>
          </a:xfrm>
          <a:prstGeom prst="rect">
            <a:avLst/>
          </a:prstGeom>
          <a:noFill/>
          <a:ln w="0">
            <a:noFill/>
          </a:ln>
        </p:spPr>
        <p:txBody>
          <a:bodyPr wrap="none" lIns="0" tIns="0" rIns="0" bIns="0" anchor="ctr">
            <a:noAutofit/>
          </a:bodyPr>
          <a:lstStyle/>
          <a:p>
            <a:pPr algn="ctr">
              <a:defRPr sz="509" b="0">
                <a:solidFill>
                  <a:srgbClr val="193044"/>
                </a:solidFill>
                <a:latin typeface="Arial"/>
                <a:ea typeface="Arial"/>
                <a:cs typeface="Arial"/>
              </a:defRPr>
            </a:pPr>
            <a:r>
              <a:rPr sz="364">
                <a:solidFill>
                  <a:srgbClr val="193044"/>
                </a:solidFill>
                <a:latin typeface="Arial"/>
                <a:ea typeface="Arial"/>
                <a:cs typeface="Arial"/>
              </a:rPr>
              <a:t>Pseudo atoms</a:t>
            </a:r>
          </a:p>
        </p:txBody>
      </p:sp>
      <p:sp>
        <p:nvSpPr>
          <p:cNvPr id="1637" name="Atom binding probability">
            <a:extLst>
              <a:ext uri="{FF2B5EF4-FFF2-40B4-BE49-F238E27FC236}">
                <a16:creationId xmlns:a16="http://schemas.microsoft.com/office/drawing/2014/main" id="{498779F8-0A99-B1EC-651E-6D2DD93E51F5}"/>
              </a:ext>
            </a:extLst>
          </p:cNvPr>
          <p:cNvSpPr>
            <a:spLocks noGrp="1"/>
          </p:cNvSpPr>
          <p:nvPr/>
        </p:nvSpPr>
        <p:spPr>
          <a:xfrm>
            <a:off x="4464737" y="1167297"/>
            <a:ext cx="520423" cy="114823"/>
          </a:xfrm>
          <a:prstGeom prst="rect">
            <a:avLst/>
          </a:prstGeom>
          <a:noFill/>
          <a:ln w="0">
            <a:noFill/>
          </a:ln>
        </p:spPr>
        <p:txBody>
          <a:bodyPr wrap="none" lIns="0" tIns="0" rIns="0" bIns="0" anchor="ctr">
            <a:noAutofit/>
          </a:bodyPr>
          <a:lstStyle/>
          <a:p>
            <a:pPr algn="ctr">
              <a:defRPr sz="570" b="1">
                <a:solidFill>
                  <a:srgbClr val="193044"/>
                </a:solidFill>
                <a:latin typeface="Arial"/>
                <a:ea typeface="Arial"/>
                <a:cs typeface="Arial"/>
              </a:defRPr>
            </a:pPr>
            <a:r>
              <a:rPr sz="408" b="1">
                <a:solidFill>
                  <a:srgbClr val="193044"/>
                </a:solidFill>
                <a:latin typeface="Arial"/>
                <a:ea typeface="Arial"/>
                <a:cs typeface="Arial"/>
              </a:rPr>
              <a:t>Atom binding</a:t>
            </a:r>
          </a:p>
          <a:p>
            <a:pPr algn="ctr">
              <a:defRPr sz="570" b="1">
                <a:solidFill>
                  <a:srgbClr val="193044"/>
                </a:solidFill>
                <a:latin typeface="Arial"/>
                <a:ea typeface="Arial"/>
                <a:cs typeface="Arial"/>
              </a:defRPr>
            </a:pPr>
            <a:r>
              <a:rPr sz="408" b="1">
                <a:solidFill>
                  <a:srgbClr val="193044"/>
                </a:solidFill>
                <a:latin typeface="Arial"/>
                <a:ea typeface="Arial"/>
                <a:cs typeface="Arial"/>
              </a:rPr>
              <a:t>probability</a:t>
            </a:r>
          </a:p>
        </p:txBody>
      </p:sp>
      <p:sp>
        <p:nvSpPr>
          <p:cNvPr id="1638" name="Probability scale">
            <a:extLst>
              <a:ext uri="{FF2B5EF4-FFF2-40B4-BE49-F238E27FC236}">
                <a16:creationId xmlns:a16="http://schemas.microsoft.com/office/drawing/2014/main" id="{95B887C2-207A-BE0B-527F-6A6C16005E39}"/>
              </a:ext>
            </a:extLst>
          </p:cNvPr>
          <p:cNvSpPr>
            <a:spLocks noGrp="1"/>
          </p:cNvSpPr>
          <p:nvPr/>
        </p:nvSpPr>
        <p:spPr>
          <a:xfrm>
            <a:off x="4862926" y="489472"/>
            <a:ext cx="18520" cy="179642"/>
          </a:xfrm>
          <a:prstGeom prst="rect">
            <a:avLst/>
          </a:prstGeom>
          <a:gradFill>
            <a:gsLst>
              <a:gs pos="0">
                <a:srgbClr val="D54C69"/>
              </a:gs>
              <a:gs pos="50000">
                <a:srgbClr val="FCFCFE"/>
              </a:gs>
              <a:gs pos="100000">
                <a:srgbClr val="3481B4"/>
              </a:gs>
            </a:gsLst>
            <a:lin ang="5400000"/>
          </a:gradFill>
          <a:ln w="0">
            <a:noFill/>
          </a:ln>
        </p:spPr>
      </p:sp>
      <p:sp>
        <p:nvSpPr>
          <p:cNvPr id="1639" name="High">
            <a:extLst>
              <a:ext uri="{FF2B5EF4-FFF2-40B4-BE49-F238E27FC236}">
                <a16:creationId xmlns:a16="http://schemas.microsoft.com/office/drawing/2014/main" id="{2BEBAA7B-8D04-20B0-84C7-F5A713DDE497}"/>
              </a:ext>
            </a:extLst>
          </p:cNvPr>
          <p:cNvSpPr>
            <a:spLocks noGrp="1"/>
          </p:cNvSpPr>
          <p:nvPr/>
        </p:nvSpPr>
        <p:spPr>
          <a:xfrm>
            <a:off x="4899967" y="476508"/>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0" name="Low">
            <a:extLst>
              <a:ext uri="{FF2B5EF4-FFF2-40B4-BE49-F238E27FC236}">
                <a16:creationId xmlns:a16="http://schemas.microsoft.com/office/drawing/2014/main" id="{5005B897-48F5-7EA3-88AB-4A93BB37564D}"/>
              </a:ext>
            </a:extLst>
          </p:cNvPr>
          <p:cNvSpPr>
            <a:spLocks noGrp="1"/>
          </p:cNvSpPr>
          <p:nvPr/>
        </p:nvSpPr>
        <p:spPr>
          <a:xfrm>
            <a:off x="4899966" y="628371"/>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sp>
        <p:nvSpPr>
          <p:cNvPr id="1641" name="Probability scale">
            <a:extLst>
              <a:ext uri="{FF2B5EF4-FFF2-40B4-BE49-F238E27FC236}">
                <a16:creationId xmlns:a16="http://schemas.microsoft.com/office/drawing/2014/main" id="{0112C579-36F6-6864-EAC6-BA99D1305608}"/>
              </a:ext>
            </a:extLst>
          </p:cNvPr>
          <p:cNvSpPr>
            <a:spLocks noGrp="1"/>
          </p:cNvSpPr>
          <p:nvPr/>
        </p:nvSpPr>
        <p:spPr>
          <a:xfrm>
            <a:off x="4862926" y="1326568"/>
            <a:ext cx="18520" cy="179642"/>
          </a:xfrm>
          <a:prstGeom prst="rect">
            <a:avLst/>
          </a:prstGeom>
          <a:gradFill>
            <a:gsLst>
              <a:gs pos="0">
                <a:srgbClr val="D54C69"/>
              </a:gs>
              <a:gs pos="50000">
                <a:srgbClr val="FCFCFE"/>
              </a:gs>
              <a:gs pos="100000">
                <a:srgbClr val="3481B4"/>
              </a:gs>
            </a:gsLst>
            <a:lin ang="5400000"/>
          </a:gradFill>
          <a:ln w="0">
            <a:noFill/>
          </a:ln>
        </p:spPr>
      </p:sp>
      <p:sp>
        <p:nvSpPr>
          <p:cNvPr id="1642" name="High">
            <a:extLst>
              <a:ext uri="{FF2B5EF4-FFF2-40B4-BE49-F238E27FC236}">
                <a16:creationId xmlns:a16="http://schemas.microsoft.com/office/drawing/2014/main" id="{BCA0213E-3EB7-17B9-6A44-96B27FB3CD03}"/>
              </a:ext>
            </a:extLst>
          </p:cNvPr>
          <p:cNvSpPr>
            <a:spLocks noGrp="1"/>
          </p:cNvSpPr>
          <p:nvPr/>
        </p:nvSpPr>
        <p:spPr>
          <a:xfrm>
            <a:off x="4899967" y="1313604"/>
            <a:ext cx="105566"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High</a:t>
            </a:r>
          </a:p>
        </p:txBody>
      </p:sp>
      <p:sp>
        <p:nvSpPr>
          <p:cNvPr id="1643" name="Low">
            <a:extLst>
              <a:ext uri="{FF2B5EF4-FFF2-40B4-BE49-F238E27FC236}">
                <a16:creationId xmlns:a16="http://schemas.microsoft.com/office/drawing/2014/main" id="{2314D53B-604F-16C3-2C81-8E8C6C6961B9}"/>
              </a:ext>
            </a:extLst>
          </p:cNvPr>
          <p:cNvSpPr>
            <a:spLocks noGrp="1"/>
          </p:cNvSpPr>
          <p:nvPr/>
        </p:nvSpPr>
        <p:spPr>
          <a:xfrm>
            <a:off x="4899966" y="1465466"/>
            <a:ext cx="103715" cy="59263"/>
          </a:xfrm>
          <a:prstGeom prst="rect">
            <a:avLst/>
          </a:prstGeom>
          <a:noFill/>
          <a:ln w="0">
            <a:noFill/>
          </a:ln>
        </p:spPr>
        <p:txBody>
          <a:bodyPr wrap="none" lIns="0" tIns="0" rIns="0" bIns="0" anchor="ctr">
            <a:noAutofit/>
          </a:bodyPr>
          <a:lstStyle/>
          <a:p>
            <a:pPr algn="l">
              <a:defRPr sz="509" b="0">
                <a:solidFill>
                  <a:srgbClr val="4E6579"/>
                </a:solidFill>
                <a:latin typeface="Arial"/>
                <a:ea typeface="Arial"/>
                <a:cs typeface="Arial"/>
              </a:defRPr>
            </a:pPr>
            <a:r>
              <a:rPr sz="364">
                <a:solidFill>
                  <a:srgbClr val="4E6579"/>
                </a:solidFill>
                <a:latin typeface="Arial"/>
                <a:ea typeface="Arial"/>
                <a:cs typeface="Arial"/>
              </a:rPr>
              <a:t>Low</a:t>
            </a:r>
          </a:p>
        </p:txBody>
      </p:sp>
      <p:grpSp>
        <p:nvGrpSpPr>
          <p:cNvPr id="1644" name="b | PTV3 stage 1">
            <a:extLst>
              <a:ext uri="{FF2B5EF4-FFF2-40B4-BE49-F238E27FC236}">
                <a16:creationId xmlns:a16="http://schemas.microsoft.com/office/drawing/2014/main" id="{C1676FA9-E2CE-FBE1-C182-8854FD639BCB}"/>
              </a:ext>
            </a:extLst>
          </p:cNvPr>
          <p:cNvGrpSpPr/>
          <p:nvPr/>
        </p:nvGrpSpPr>
        <p:grpSpPr>
          <a:xfrm>
            <a:off x="2920133" y="1191372"/>
            <a:ext cx="192613" cy="151863"/>
            <a:chOff x="1837958" y="1438830"/>
            <a:chExt cx="279225" cy="243090"/>
          </a:xfrm>
        </p:grpSpPr>
        <p:sp>
          <p:nvSpPr>
            <p:cNvPr id="1645" name="ellipse_1845">
              <a:extLst>
                <a:ext uri="{FF2B5EF4-FFF2-40B4-BE49-F238E27FC236}">
                  <a16:creationId xmlns:a16="http://schemas.microsoft.com/office/drawing/2014/main" id="{6E764F25-DBA9-554E-C4CE-2FD02327DB99}"/>
                </a:ext>
              </a:extLst>
            </p:cNvPr>
            <p:cNvSpPr/>
            <p:nvPr/>
          </p:nvSpPr>
          <p:spPr>
            <a:xfrm>
              <a:off x="1913865" y="155124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6" name="ellipse_1846">
              <a:extLst>
                <a:ext uri="{FF2B5EF4-FFF2-40B4-BE49-F238E27FC236}">
                  <a16:creationId xmlns:a16="http://schemas.microsoft.com/office/drawing/2014/main" id="{197B7050-3D76-A2AB-BD38-1764B1343A22}"/>
                </a:ext>
              </a:extLst>
            </p:cNvPr>
            <p:cNvSpPr/>
            <p:nvPr/>
          </p:nvSpPr>
          <p:spPr>
            <a:xfrm>
              <a:off x="2018743" y="15705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7" name="ellipse_1847">
              <a:extLst>
                <a:ext uri="{FF2B5EF4-FFF2-40B4-BE49-F238E27FC236}">
                  <a16:creationId xmlns:a16="http://schemas.microsoft.com/office/drawing/2014/main" id="{81DD4F70-0917-A1BE-79E6-62615F75B8CC}"/>
                </a:ext>
              </a:extLst>
            </p:cNvPr>
            <p:cNvSpPr/>
            <p:nvPr/>
          </p:nvSpPr>
          <p:spPr>
            <a:xfrm>
              <a:off x="1903691" y="1464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8" name="ellipse_1848">
              <a:extLst>
                <a:ext uri="{FF2B5EF4-FFF2-40B4-BE49-F238E27FC236}">
                  <a16:creationId xmlns:a16="http://schemas.microsoft.com/office/drawing/2014/main" id="{D952897A-5895-C7BE-F43A-95CAB4B2A795}"/>
                </a:ext>
              </a:extLst>
            </p:cNvPr>
            <p:cNvSpPr/>
            <p:nvPr/>
          </p:nvSpPr>
          <p:spPr>
            <a:xfrm>
              <a:off x="1969603" y="149258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49" name="ellipse_1849">
              <a:extLst>
                <a:ext uri="{FF2B5EF4-FFF2-40B4-BE49-F238E27FC236}">
                  <a16:creationId xmlns:a16="http://schemas.microsoft.com/office/drawing/2014/main" id="{A963D769-952A-7D3A-3F80-8699A441E634}"/>
                </a:ext>
              </a:extLst>
            </p:cNvPr>
            <p:cNvSpPr/>
            <p:nvPr/>
          </p:nvSpPr>
          <p:spPr>
            <a:xfrm>
              <a:off x="1983888" y="146333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0" name="ellipse_1850">
              <a:extLst>
                <a:ext uri="{FF2B5EF4-FFF2-40B4-BE49-F238E27FC236}">
                  <a16:creationId xmlns:a16="http://schemas.microsoft.com/office/drawing/2014/main" id="{57152106-03AD-F124-8014-3B98F56CFEC2}"/>
                </a:ext>
              </a:extLst>
            </p:cNvPr>
            <p:cNvSpPr/>
            <p:nvPr/>
          </p:nvSpPr>
          <p:spPr>
            <a:xfrm>
              <a:off x="2028487" y="1524139"/>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1" name="ellipse_1851">
              <a:extLst>
                <a:ext uri="{FF2B5EF4-FFF2-40B4-BE49-F238E27FC236}">
                  <a16:creationId xmlns:a16="http://schemas.microsoft.com/office/drawing/2014/main" id="{CE30E060-453E-DE2F-D1A5-53744423F89F}"/>
                </a:ext>
              </a:extLst>
            </p:cNvPr>
            <p:cNvSpPr/>
            <p:nvPr/>
          </p:nvSpPr>
          <p:spPr>
            <a:xfrm>
              <a:off x="1926343" y="157544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2" name="ellipse_1852">
              <a:extLst>
                <a:ext uri="{FF2B5EF4-FFF2-40B4-BE49-F238E27FC236}">
                  <a16:creationId xmlns:a16="http://schemas.microsoft.com/office/drawing/2014/main" id="{BCD21C73-A23D-DC08-C217-5024F875B013}"/>
                </a:ext>
              </a:extLst>
            </p:cNvPr>
            <p:cNvSpPr/>
            <p:nvPr/>
          </p:nvSpPr>
          <p:spPr>
            <a:xfrm>
              <a:off x="2049637" y="149404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3" name="ellipse_1853">
              <a:extLst>
                <a:ext uri="{FF2B5EF4-FFF2-40B4-BE49-F238E27FC236}">
                  <a16:creationId xmlns:a16="http://schemas.microsoft.com/office/drawing/2014/main" id="{B2668D05-AB99-45E2-3A48-0AE3CC708E79}"/>
                </a:ext>
              </a:extLst>
            </p:cNvPr>
            <p:cNvSpPr/>
            <p:nvPr/>
          </p:nvSpPr>
          <p:spPr>
            <a:xfrm>
              <a:off x="1974089" y="162258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4" name="ellipse_1854">
              <a:extLst>
                <a:ext uri="{FF2B5EF4-FFF2-40B4-BE49-F238E27FC236}">
                  <a16:creationId xmlns:a16="http://schemas.microsoft.com/office/drawing/2014/main" id="{C3FC532B-0C18-4686-B3F9-ECB23E3C8E5B}"/>
                </a:ext>
              </a:extLst>
            </p:cNvPr>
            <p:cNvSpPr/>
            <p:nvPr/>
          </p:nvSpPr>
          <p:spPr>
            <a:xfrm>
              <a:off x="1919318" y="1485061"/>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55" name="Pseudo atom | small solid diamond">
              <a:extLst>
                <a:ext uri="{FF2B5EF4-FFF2-40B4-BE49-F238E27FC236}">
                  <a16:creationId xmlns:a16="http://schemas.microsoft.com/office/drawing/2014/main" id="{D47F9E70-6E4F-13F4-8384-DCC1953ED3AB}"/>
                </a:ext>
              </a:extLst>
            </p:cNvPr>
            <p:cNvSpPr/>
            <p:nvPr/>
          </p:nvSpPr>
          <p:spPr>
            <a:xfrm>
              <a:off x="1936117" y="1496523"/>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6" name="Pseudo atom | small solid diamond">
              <a:extLst>
                <a:ext uri="{FF2B5EF4-FFF2-40B4-BE49-F238E27FC236}">
                  <a16:creationId xmlns:a16="http://schemas.microsoft.com/office/drawing/2014/main" id="{40A95EC5-07C8-CBE3-8B5E-76D354B0F803}"/>
                </a:ext>
              </a:extLst>
            </p:cNvPr>
            <p:cNvSpPr/>
            <p:nvPr/>
          </p:nvSpPr>
          <p:spPr>
            <a:xfrm>
              <a:off x="2009328" y="15343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7" name="Pseudo atom | small solid diamond">
              <a:extLst>
                <a:ext uri="{FF2B5EF4-FFF2-40B4-BE49-F238E27FC236}">
                  <a16:creationId xmlns:a16="http://schemas.microsoft.com/office/drawing/2014/main" id="{C55498F9-6468-6DFB-4A0D-F610CB9A5706}"/>
                </a:ext>
              </a:extLst>
            </p:cNvPr>
            <p:cNvSpPr/>
            <p:nvPr/>
          </p:nvSpPr>
          <p:spPr>
            <a:xfrm>
              <a:off x="2067998" y="155712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8" name="Pseudo atom | small solid diamond">
              <a:extLst>
                <a:ext uri="{FF2B5EF4-FFF2-40B4-BE49-F238E27FC236}">
                  <a16:creationId xmlns:a16="http://schemas.microsoft.com/office/drawing/2014/main" id="{0248D6CC-526B-E1EC-3CB1-D1883E4B1B2D}"/>
                </a:ext>
              </a:extLst>
            </p:cNvPr>
            <p:cNvSpPr/>
            <p:nvPr/>
          </p:nvSpPr>
          <p:spPr>
            <a:xfrm>
              <a:off x="1932440" y="1602598"/>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59" name="Pseudo atom | small solid diamond">
              <a:extLst>
                <a:ext uri="{FF2B5EF4-FFF2-40B4-BE49-F238E27FC236}">
                  <a16:creationId xmlns:a16="http://schemas.microsoft.com/office/drawing/2014/main" id="{FA4E3C3B-8000-8401-0A8B-FABB928F4EE1}"/>
                </a:ext>
              </a:extLst>
            </p:cNvPr>
            <p:cNvSpPr/>
            <p:nvPr/>
          </p:nvSpPr>
          <p:spPr>
            <a:xfrm>
              <a:off x="2064662" y="1552465"/>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60" name="b | PTV3 stage 2">
            <a:extLst>
              <a:ext uri="{FF2B5EF4-FFF2-40B4-BE49-F238E27FC236}">
                <a16:creationId xmlns:a16="http://schemas.microsoft.com/office/drawing/2014/main" id="{23A1EA82-E394-5DFA-6214-4AC3E743A029}"/>
              </a:ext>
            </a:extLst>
          </p:cNvPr>
          <p:cNvGrpSpPr/>
          <p:nvPr/>
        </p:nvGrpSpPr>
        <p:grpSpPr>
          <a:xfrm>
            <a:off x="3223868" y="1191372"/>
            <a:ext cx="192613" cy="151863"/>
            <a:chOff x="2276505" y="1465110"/>
            <a:chExt cx="243090" cy="190530"/>
          </a:xfrm>
        </p:grpSpPr>
        <p:sp>
          <p:nvSpPr>
            <p:cNvPr id="1661" name="ellipse_1861">
              <a:extLst>
                <a:ext uri="{FF2B5EF4-FFF2-40B4-BE49-F238E27FC236}">
                  <a16:creationId xmlns:a16="http://schemas.microsoft.com/office/drawing/2014/main" id="{B37A0A4A-E74F-5F9F-BAC3-F3FF01CBC46F}"/>
                </a:ext>
              </a:extLst>
            </p:cNvPr>
            <p:cNvSpPr/>
            <p:nvPr/>
          </p:nvSpPr>
          <p:spPr>
            <a:xfrm>
              <a:off x="2447720" y="147978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2" name="ellipse_1862">
              <a:extLst>
                <a:ext uri="{FF2B5EF4-FFF2-40B4-BE49-F238E27FC236}">
                  <a16:creationId xmlns:a16="http://schemas.microsoft.com/office/drawing/2014/main" id="{083301EA-AB1C-7899-FCE1-2BDF36418D76}"/>
                </a:ext>
              </a:extLst>
            </p:cNvPr>
            <p:cNvSpPr/>
            <p:nvPr/>
          </p:nvSpPr>
          <p:spPr>
            <a:xfrm>
              <a:off x="2338639" y="149494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3" name="ellipse_1863">
              <a:extLst>
                <a:ext uri="{FF2B5EF4-FFF2-40B4-BE49-F238E27FC236}">
                  <a16:creationId xmlns:a16="http://schemas.microsoft.com/office/drawing/2014/main" id="{F8403B38-B817-0FE9-48D0-4A1ECA4A3BA7}"/>
                </a:ext>
              </a:extLst>
            </p:cNvPr>
            <p:cNvSpPr/>
            <p:nvPr/>
          </p:nvSpPr>
          <p:spPr>
            <a:xfrm>
              <a:off x="2425728" y="152261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4" name="ellipse_1864">
              <a:extLst>
                <a:ext uri="{FF2B5EF4-FFF2-40B4-BE49-F238E27FC236}">
                  <a16:creationId xmlns:a16="http://schemas.microsoft.com/office/drawing/2014/main" id="{4869A9CB-0815-B038-134E-8053AF841AE3}"/>
                </a:ext>
              </a:extLst>
            </p:cNvPr>
            <p:cNvSpPr/>
            <p:nvPr/>
          </p:nvSpPr>
          <p:spPr>
            <a:xfrm>
              <a:off x="2400135" y="1486158"/>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5" name="ellipse_1865">
              <a:extLst>
                <a:ext uri="{FF2B5EF4-FFF2-40B4-BE49-F238E27FC236}">
                  <a16:creationId xmlns:a16="http://schemas.microsoft.com/office/drawing/2014/main" id="{7FB3C033-ABDB-5C38-781B-5597EA5C77B2}"/>
                </a:ext>
              </a:extLst>
            </p:cNvPr>
            <p:cNvSpPr/>
            <p:nvPr/>
          </p:nvSpPr>
          <p:spPr>
            <a:xfrm>
              <a:off x="2349408" y="1613290"/>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6" name="ellipse_1866">
              <a:extLst>
                <a:ext uri="{FF2B5EF4-FFF2-40B4-BE49-F238E27FC236}">
                  <a16:creationId xmlns:a16="http://schemas.microsoft.com/office/drawing/2014/main" id="{B90E425D-0867-8CFC-E647-C3FE3AF07CC6}"/>
                </a:ext>
              </a:extLst>
            </p:cNvPr>
            <p:cNvSpPr/>
            <p:nvPr/>
          </p:nvSpPr>
          <p:spPr>
            <a:xfrm>
              <a:off x="2460264" y="15279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7" name="ellipse_1867">
              <a:extLst>
                <a:ext uri="{FF2B5EF4-FFF2-40B4-BE49-F238E27FC236}">
                  <a16:creationId xmlns:a16="http://schemas.microsoft.com/office/drawing/2014/main" id="{5604C167-9769-BBCA-D178-2F3C8E783802}"/>
                </a:ext>
              </a:extLst>
            </p:cNvPr>
            <p:cNvSpPr/>
            <p:nvPr/>
          </p:nvSpPr>
          <p:spPr>
            <a:xfrm>
              <a:off x="2419949" y="154267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8" name="ellipse_1868">
              <a:extLst>
                <a:ext uri="{FF2B5EF4-FFF2-40B4-BE49-F238E27FC236}">
                  <a16:creationId xmlns:a16="http://schemas.microsoft.com/office/drawing/2014/main" id="{39A43F83-145B-C2C0-84E9-D50DD7699877}"/>
                </a:ext>
              </a:extLst>
            </p:cNvPr>
            <p:cNvSpPr/>
            <p:nvPr/>
          </p:nvSpPr>
          <p:spPr>
            <a:xfrm>
              <a:off x="2388499" y="155825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69" name="Pseudo atom | small solid diamond">
              <a:extLst>
                <a:ext uri="{FF2B5EF4-FFF2-40B4-BE49-F238E27FC236}">
                  <a16:creationId xmlns:a16="http://schemas.microsoft.com/office/drawing/2014/main" id="{C820E601-BB4E-7C30-63CB-0FC71FC4C14D}"/>
                </a:ext>
              </a:extLst>
            </p:cNvPr>
            <p:cNvSpPr/>
            <p:nvPr/>
          </p:nvSpPr>
          <p:spPr>
            <a:xfrm>
              <a:off x="2441335" y="155611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0" name="Pseudo atom | small solid diamond">
              <a:extLst>
                <a:ext uri="{FF2B5EF4-FFF2-40B4-BE49-F238E27FC236}">
                  <a16:creationId xmlns:a16="http://schemas.microsoft.com/office/drawing/2014/main" id="{FD16D9BB-ECB4-FAA1-E243-91C1AC6B6860}"/>
                </a:ext>
              </a:extLst>
            </p:cNvPr>
            <p:cNvSpPr/>
            <p:nvPr/>
          </p:nvSpPr>
          <p:spPr>
            <a:xfrm>
              <a:off x="2444088" y="1505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1" name="Pseudo atom | small solid diamond">
              <a:extLst>
                <a:ext uri="{FF2B5EF4-FFF2-40B4-BE49-F238E27FC236}">
                  <a16:creationId xmlns:a16="http://schemas.microsoft.com/office/drawing/2014/main" id="{F149C5F6-56E3-A04F-21A0-3C229CAF5E15}"/>
                </a:ext>
              </a:extLst>
            </p:cNvPr>
            <p:cNvSpPr/>
            <p:nvPr/>
          </p:nvSpPr>
          <p:spPr>
            <a:xfrm>
              <a:off x="2476774" y="14977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2" name="Pseudo atom | small solid diamond">
              <a:extLst>
                <a:ext uri="{FF2B5EF4-FFF2-40B4-BE49-F238E27FC236}">
                  <a16:creationId xmlns:a16="http://schemas.microsoft.com/office/drawing/2014/main" id="{77CEDCA4-F08A-788B-C9CF-76180514982B}"/>
                </a:ext>
              </a:extLst>
            </p:cNvPr>
            <p:cNvSpPr/>
            <p:nvPr/>
          </p:nvSpPr>
          <p:spPr>
            <a:xfrm>
              <a:off x="2439608" y="156170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73" name="Pseudo atom | small solid diamond">
              <a:extLst>
                <a:ext uri="{FF2B5EF4-FFF2-40B4-BE49-F238E27FC236}">
                  <a16:creationId xmlns:a16="http://schemas.microsoft.com/office/drawing/2014/main" id="{57A19B96-D93C-651B-A20F-2726C4535687}"/>
                </a:ext>
              </a:extLst>
            </p:cNvPr>
            <p:cNvSpPr/>
            <p:nvPr/>
          </p:nvSpPr>
          <p:spPr>
            <a:xfrm>
              <a:off x="2309778" y="1549378"/>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74" name="b | PTV3 stage 3">
            <a:extLst>
              <a:ext uri="{FF2B5EF4-FFF2-40B4-BE49-F238E27FC236}">
                <a16:creationId xmlns:a16="http://schemas.microsoft.com/office/drawing/2014/main" id="{9D4E07F7-A1B3-6D94-9D3B-C87A009EFC9E}"/>
              </a:ext>
            </a:extLst>
          </p:cNvPr>
          <p:cNvGrpSpPr/>
          <p:nvPr/>
        </p:nvGrpSpPr>
        <p:grpSpPr>
          <a:xfrm>
            <a:off x="3527603" y="1191372"/>
            <a:ext cx="192613" cy="151863"/>
            <a:chOff x="2703555" y="1491390"/>
            <a:chExt cx="190530" cy="137970"/>
          </a:xfrm>
        </p:grpSpPr>
        <p:sp>
          <p:nvSpPr>
            <p:cNvPr id="1675" name="ellipse_1875">
              <a:extLst>
                <a:ext uri="{FF2B5EF4-FFF2-40B4-BE49-F238E27FC236}">
                  <a16:creationId xmlns:a16="http://schemas.microsoft.com/office/drawing/2014/main" id="{C2EBAE14-9677-3CC3-2EFF-3B8B5AC3E674}"/>
                </a:ext>
              </a:extLst>
            </p:cNvPr>
            <p:cNvSpPr/>
            <p:nvPr/>
          </p:nvSpPr>
          <p:spPr>
            <a:xfrm>
              <a:off x="2789079" y="1532307"/>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6" name="ellipse_1876">
              <a:extLst>
                <a:ext uri="{FF2B5EF4-FFF2-40B4-BE49-F238E27FC236}">
                  <a16:creationId xmlns:a16="http://schemas.microsoft.com/office/drawing/2014/main" id="{2FEF0058-7009-8E93-CFA0-25D0C93585CB}"/>
                </a:ext>
              </a:extLst>
            </p:cNvPr>
            <p:cNvSpPr/>
            <p:nvPr/>
          </p:nvSpPr>
          <p:spPr>
            <a:xfrm>
              <a:off x="2757487" y="1601916"/>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7" name="ellipse_1877">
              <a:extLst>
                <a:ext uri="{FF2B5EF4-FFF2-40B4-BE49-F238E27FC236}">
                  <a16:creationId xmlns:a16="http://schemas.microsoft.com/office/drawing/2014/main" id="{F309FE41-9380-9A20-1E9E-0129102A2DFC}"/>
                </a:ext>
              </a:extLst>
            </p:cNvPr>
            <p:cNvSpPr/>
            <p:nvPr/>
          </p:nvSpPr>
          <p:spPr>
            <a:xfrm>
              <a:off x="2750624" y="1504602"/>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8" name="ellipse_1878">
              <a:extLst>
                <a:ext uri="{FF2B5EF4-FFF2-40B4-BE49-F238E27FC236}">
                  <a16:creationId xmlns:a16="http://schemas.microsoft.com/office/drawing/2014/main" id="{B469328C-6613-AD48-066F-F45135B95DD5}"/>
                </a:ext>
              </a:extLst>
            </p:cNvPr>
            <p:cNvSpPr/>
            <p:nvPr/>
          </p:nvSpPr>
          <p:spPr>
            <a:xfrm>
              <a:off x="2840127" y="1518774"/>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79" name="ellipse_1879">
              <a:extLst>
                <a:ext uri="{FF2B5EF4-FFF2-40B4-BE49-F238E27FC236}">
                  <a16:creationId xmlns:a16="http://schemas.microsoft.com/office/drawing/2014/main" id="{4021B8FF-12FE-5E1D-2EE3-B6B8BF2B4042}"/>
                </a:ext>
              </a:extLst>
            </p:cNvPr>
            <p:cNvSpPr/>
            <p:nvPr/>
          </p:nvSpPr>
          <p:spPr>
            <a:xfrm>
              <a:off x="2838529" y="1575175"/>
              <a:ext cx="17404" cy="1598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0" name="Pseudo atom | small solid diamond">
              <a:extLst>
                <a:ext uri="{FF2B5EF4-FFF2-40B4-BE49-F238E27FC236}">
                  <a16:creationId xmlns:a16="http://schemas.microsoft.com/office/drawing/2014/main" id="{31A67893-603B-350D-3159-5447E6DABFC4}"/>
                </a:ext>
              </a:extLst>
            </p:cNvPr>
            <p:cNvSpPr/>
            <p:nvPr/>
          </p:nvSpPr>
          <p:spPr>
            <a:xfrm>
              <a:off x="2732391" y="1513767"/>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1" name="Pseudo atom | small solid diamond">
              <a:extLst>
                <a:ext uri="{FF2B5EF4-FFF2-40B4-BE49-F238E27FC236}">
                  <a16:creationId xmlns:a16="http://schemas.microsoft.com/office/drawing/2014/main" id="{13D427F8-351E-54EB-34A4-216EA0B8B747}"/>
                </a:ext>
              </a:extLst>
            </p:cNvPr>
            <p:cNvSpPr/>
            <p:nvPr/>
          </p:nvSpPr>
          <p:spPr>
            <a:xfrm>
              <a:off x="2786505" y="1580800"/>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2" name="Pseudo atom | small solid diamond">
              <a:extLst>
                <a:ext uri="{FF2B5EF4-FFF2-40B4-BE49-F238E27FC236}">
                  <a16:creationId xmlns:a16="http://schemas.microsoft.com/office/drawing/2014/main" id="{C2EE35F7-35A5-2044-B1C6-8481D2A5BB7C}"/>
                </a:ext>
              </a:extLst>
            </p:cNvPr>
            <p:cNvSpPr/>
            <p:nvPr/>
          </p:nvSpPr>
          <p:spPr>
            <a:xfrm>
              <a:off x="2737720" y="152162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3" name="Pseudo atom | small solid diamond">
              <a:extLst>
                <a:ext uri="{FF2B5EF4-FFF2-40B4-BE49-F238E27FC236}">
                  <a16:creationId xmlns:a16="http://schemas.microsoft.com/office/drawing/2014/main" id="{42574D19-CAE6-7297-BB38-A12C136A5088}"/>
                </a:ext>
              </a:extLst>
            </p:cNvPr>
            <p:cNvSpPr/>
            <p:nvPr/>
          </p:nvSpPr>
          <p:spPr>
            <a:xfrm>
              <a:off x="2832745" y="1536936"/>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84" name="Pseudo atom | small solid diamond">
              <a:extLst>
                <a:ext uri="{FF2B5EF4-FFF2-40B4-BE49-F238E27FC236}">
                  <a16:creationId xmlns:a16="http://schemas.microsoft.com/office/drawing/2014/main" id="{BF0A4DD9-CF3C-E4B4-D387-9F9EB8427226}"/>
                </a:ext>
              </a:extLst>
            </p:cNvPr>
            <p:cNvSpPr/>
            <p:nvPr/>
          </p:nvSpPr>
          <p:spPr>
            <a:xfrm>
              <a:off x="2837638" y="1514943"/>
              <a:ext cx="10992" cy="10095"/>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85" name="b | PTV3 stage 4">
            <a:extLst>
              <a:ext uri="{FF2B5EF4-FFF2-40B4-BE49-F238E27FC236}">
                <a16:creationId xmlns:a16="http://schemas.microsoft.com/office/drawing/2014/main" id="{4E625ACB-7730-EABD-CA7E-31410DC3EA27}"/>
              </a:ext>
            </a:extLst>
          </p:cNvPr>
          <p:cNvGrpSpPr/>
          <p:nvPr/>
        </p:nvGrpSpPr>
        <p:grpSpPr>
          <a:xfrm>
            <a:off x="3831338" y="1191372"/>
            <a:ext cx="192613" cy="151863"/>
            <a:chOff x="3097755" y="1465110"/>
            <a:chExt cx="243090" cy="190530"/>
          </a:xfrm>
        </p:grpSpPr>
        <p:sp>
          <p:nvSpPr>
            <p:cNvPr id="1686" name="ellipse_1886">
              <a:extLst>
                <a:ext uri="{FF2B5EF4-FFF2-40B4-BE49-F238E27FC236}">
                  <a16:creationId xmlns:a16="http://schemas.microsoft.com/office/drawing/2014/main" id="{DEBDD630-39CB-4945-69A7-C45ECCCB414A}"/>
                </a:ext>
              </a:extLst>
            </p:cNvPr>
            <p:cNvSpPr/>
            <p:nvPr/>
          </p:nvSpPr>
          <p:spPr>
            <a:xfrm>
              <a:off x="3279141" y="155225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7" name="ellipse_1887">
              <a:extLst>
                <a:ext uri="{FF2B5EF4-FFF2-40B4-BE49-F238E27FC236}">
                  <a16:creationId xmlns:a16="http://schemas.microsoft.com/office/drawing/2014/main" id="{59BC77A0-9969-AC6F-6915-C0B51253D787}"/>
                </a:ext>
              </a:extLst>
            </p:cNvPr>
            <p:cNvSpPr/>
            <p:nvPr/>
          </p:nvSpPr>
          <p:spPr>
            <a:xfrm>
              <a:off x="3239930" y="1573193"/>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8" name="ellipse_1888">
              <a:extLst>
                <a:ext uri="{FF2B5EF4-FFF2-40B4-BE49-F238E27FC236}">
                  <a16:creationId xmlns:a16="http://schemas.microsoft.com/office/drawing/2014/main" id="{A8042CFE-DABB-883F-C190-FD15F1C91EFF}"/>
                </a:ext>
              </a:extLst>
            </p:cNvPr>
            <p:cNvSpPr/>
            <p:nvPr/>
          </p:nvSpPr>
          <p:spPr>
            <a:xfrm>
              <a:off x="3219861" y="155279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89" name="ellipse_1889">
              <a:extLst>
                <a:ext uri="{FF2B5EF4-FFF2-40B4-BE49-F238E27FC236}">
                  <a16:creationId xmlns:a16="http://schemas.microsoft.com/office/drawing/2014/main" id="{017434A9-431C-0625-D9E0-828875C1F2EF}"/>
                </a:ext>
              </a:extLst>
            </p:cNvPr>
            <p:cNvSpPr/>
            <p:nvPr/>
          </p:nvSpPr>
          <p:spPr>
            <a:xfrm>
              <a:off x="3118969" y="1584357"/>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0" name="ellipse_1890">
              <a:extLst>
                <a:ext uri="{FF2B5EF4-FFF2-40B4-BE49-F238E27FC236}">
                  <a16:creationId xmlns:a16="http://schemas.microsoft.com/office/drawing/2014/main" id="{1F5E9B61-38E1-5584-6A50-23987A9B7F59}"/>
                </a:ext>
              </a:extLst>
            </p:cNvPr>
            <p:cNvSpPr/>
            <p:nvPr/>
          </p:nvSpPr>
          <p:spPr>
            <a:xfrm>
              <a:off x="3292564" y="158854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1" name="ellipse_1891">
              <a:extLst>
                <a:ext uri="{FF2B5EF4-FFF2-40B4-BE49-F238E27FC236}">
                  <a16:creationId xmlns:a16="http://schemas.microsoft.com/office/drawing/2014/main" id="{38C39B4A-C03C-0EF8-548B-0DE9A9149171}"/>
                </a:ext>
              </a:extLst>
            </p:cNvPr>
            <p:cNvSpPr/>
            <p:nvPr/>
          </p:nvSpPr>
          <p:spPr>
            <a:xfrm>
              <a:off x="3210805" y="1614479"/>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2" name="ellipse_1892">
              <a:extLst>
                <a:ext uri="{FF2B5EF4-FFF2-40B4-BE49-F238E27FC236}">
                  <a16:creationId xmlns:a16="http://schemas.microsoft.com/office/drawing/2014/main" id="{D43FF6D2-A629-F11C-E0AD-13723D83D57E}"/>
                </a:ext>
              </a:extLst>
            </p:cNvPr>
            <p:cNvSpPr/>
            <p:nvPr/>
          </p:nvSpPr>
          <p:spPr>
            <a:xfrm>
              <a:off x="3229188" y="1616582"/>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3" name="ellipse_1893">
              <a:extLst>
                <a:ext uri="{FF2B5EF4-FFF2-40B4-BE49-F238E27FC236}">
                  <a16:creationId xmlns:a16="http://schemas.microsoft.com/office/drawing/2014/main" id="{831CC9BA-B03C-7279-23E0-EA17BC41F284}"/>
                </a:ext>
              </a:extLst>
            </p:cNvPr>
            <p:cNvSpPr/>
            <p:nvPr/>
          </p:nvSpPr>
          <p:spPr>
            <a:xfrm>
              <a:off x="3260194" y="1481644"/>
              <a:ext cx="22205" cy="22074"/>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694" name="Pseudo atom | small solid diamond">
              <a:extLst>
                <a:ext uri="{FF2B5EF4-FFF2-40B4-BE49-F238E27FC236}">
                  <a16:creationId xmlns:a16="http://schemas.microsoft.com/office/drawing/2014/main" id="{23898752-E7C0-52EA-C7E0-063556BD910C}"/>
                </a:ext>
              </a:extLst>
            </p:cNvPr>
            <p:cNvSpPr/>
            <p:nvPr/>
          </p:nvSpPr>
          <p:spPr>
            <a:xfrm>
              <a:off x="3148094" y="1611532"/>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5" name="Pseudo atom | small solid diamond">
              <a:extLst>
                <a:ext uri="{FF2B5EF4-FFF2-40B4-BE49-F238E27FC236}">
                  <a16:creationId xmlns:a16="http://schemas.microsoft.com/office/drawing/2014/main" id="{6D5015BF-5484-B8E6-B0E2-02407DF2F178}"/>
                </a:ext>
              </a:extLst>
            </p:cNvPr>
            <p:cNvSpPr/>
            <p:nvPr/>
          </p:nvSpPr>
          <p:spPr>
            <a:xfrm>
              <a:off x="3138576" y="1510364"/>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6" name="Pseudo atom | small solid diamond">
              <a:extLst>
                <a:ext uri="{FF2B5EF4-FFF2-40B4-BE49-F238E27FC236}">
                  <a16:creationId xmlns:a16="http://schemas.microsoft.com/office/drawing/2014/main" id="{2726F865-88D0-A4CF-0993-9AA0E0C36A47}"/>
                </a:ext>
              </a:extLst>
            </p:cNvPr>
            <p:cNvSpPr/>
            <p:nvPr/>
          </p:nvSpPr>
          <p:spPr>
            <a:xfrm>
              <a:off x="3167444" y="1532517"/>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7" name="Pseudo atom | small solid diamond">
              <a:extLst>
                <a:ext uri="{FF2B5EF4-FFF2-40B4-BE49-F238E27FC236}">
                  <a16:creationId xmlns:a16="http://schemas.microsoft.com/office/drawing/2014/main" id="{DECB651C-331E-DA33-2FA6-8298C9E48C8D}"/>
                </a:ext>
              </a:extLst>
            </p:cNvPr>
            <p:cNvSpPr/>
            <p:nvPr/>
          </p:nvSpPr>
          <p:spPr>
            <a:xfrm>
              <a:off x="3192186" y="1545481"/>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698" name="Pseudo atom | small solid diamond">
              <a:extLst>
                <a:ext uri="{FF2B5EF4-FFF2-40B4-BE49-F238E27FC236}">
                  <a16:creationId xmlns:a16="http://schemas.microsoft.com/office/drawing/2014/main" id="{84133FDC-C3B3-8510-5D8C-B98696EC3BCE}"/>
                </a:ext>
              </a:extLst>
            </p:cNvPr>
            <p:cNvSpPr/>
            <p:nvPr/>
          </p:nvSpPr>
          <p:spPr>
            <a:xfrm>
              <a:off x="3219021" y="1555020"/>
              <a:ext cx="14024" cy="13941"/>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699" name="b | PTV3 stage 5">
            <a:extLst>
              <a:ext uri="{FF2B5EF4-FFF2-40B4-BE49-F238E27FC236}">
                <a16:creationId xmlns:a16="http://schemas.microsoft.com/office/drawing/2014/main" id="{BA8DF252-2B5F-29DA-4136-E9858897891C}"/>
              </a:ext>
            </a:extLst>
          </p:cNvPr>
          <p:cNvGrpSpPr/>
          <p:nvPr/>
        </p:nvGrpSpPr>
        <p:grpSpPr>
          <a:xfrm>
            <a:off x="4135073" y="1191372"/>
            <a:ext cx="192613" cy="151863"/>
            <a:chOff x="3473888" y="1438830"/>
            <a:chExt cx="279225" cy="243090"/>
          </a:xfrm>
        </p:grpSpPr>
        <p:sp>
          <p:nvSpPr>
            <p:cNvPr id="1700" name="ellipse_1900">
              <a:extLst>
                <a:ext uri="{FF2B5EF4-FFF2-40B4-BE49-F238E27FC236}">
                  <a16:creationId xmlns:a16="http://schemas.microsoft.com/office/drawing/2014/main" id="{1A40232D-4A98-E958-9D43-C2005E585A2F}"/>
                </a:ext>
              </a:extLst>
            </p:cNvPr>
            <p:cNvSpPr/>
            <p:nvPr/>
          </p:nvSpPr>
          <p:spPr>
            <a:xfrm>
              <a:off x="3541505" y="1483896"/>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1" name="ellipse_1901">
              <a:extLst>
                <a:ext uri="{FF2B5EF4-FFF2-40B4-BE49-F238E27FC236}">
                  <a16:creationId xmlns:a16="http://schemas.microsoft.com/office/drawing/2014/main" id="{5F7139B2-9C53-F883-B610-E2D0FCA1C3EF}"/>
                </a:ext>
              </a:extLst>
            </p:cNvPr>
            <p:cNvSpPr/>
            <p:nvPr/>
          </p:nvSpPr>
          <p:spPr>
            <a:xfrm>
              <a:off x="3634685" y="157945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2" name="ellipse_1902">
              <a:extLst>
                <a:ext uri="{FF2B5EF4-FFF2-40B4-BE49-F238E27FC236}">
                  <a16:creationId xmlns:a16="http://schemas.microsoft.com/office/drawing/2014/main" id="{DF5325C2-D24A-E8C1-AFC4-A1D6FCE146CF}"/>
                </a:ext>
              </a:extLst>
            </p:cNvPr>
            <p:cNvSpPr/>
            <p:nvPr/>
          </p:nvSpPr>
          <p:spPr>
            <a:xfrm>
              <a:off x="3690250" y="1591533"/>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3" name="ellipse_1903">
              <a:extLst>
                <a:ext uri="{FF2B5EF4-FFF2-40B4-BE49-F238E27FC236}">
                  <a16:creationId xmlns:a16="http://schemas.microsoft.com/office/drawing/2014/main" id="{CCB15768-37EE-E144-F5BD-50E1F0D6A00B}"/>
                </a:ext>
              </a:extLst>
            </p:cNvPr>
            <p:cNvSpPr/>
            <p:nvPr/>
          </p:nvSpPr>
          <p:spPr>
            <a:xfrm>
              <a:off x="3688948" y="1626754"/>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4" name="ellipse_1904">
              <a:extLst>
                <a:ext uri="{FF2B5EF4-FFF2-40B4-BE49-F238E27FC236}">
                  <a16:creationId xmlns:a16="http://schemas.microsoft.com/office/drawing/2014/main" id="{3C6FC5A4-3EEC-DFF4-C7AC-4BEF9B715E73}"/>
                </a:ext>
              </a:extLst>
            </p:cNvPr>
            <p:cNvSpPr/>
            <p:nvPr/>
          </p:nvSpPr>
          <p:spPr>
            <a:xfrm>
              <a:off x="3676533" y="145861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5" name="ellipse_1905">
              <a:extLst>
                <a:ext uri="{FF2B5EF4-FFF2-40B4-BE49-F238E27FC236}">
                  <a16:creationId xmlns:a16="http://schemas.microsoft.com/office/drawing/2014/main" id="{A7DBCE17-E9CD-22D1-5C2E-ABD09A4F3ADB}"/>
                </a:ext>
              </a:extLst>
            </p:cNvPr>
            <p:cNvSpPr/>
            <p:nvPr/>
          </p:nvSpPr>
          <p:spPr>
            <a:xfrm>
              <a:off x="3582836" y="160440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6" name="ellipse_1906">
              <a:extLst>
                <a:ext uri="{FF2B5EF4-FFF2-40B4-BE49-F238E27FC236}">
                  <a16:creationId xmlns:a16="http://schemas.microsoft.com/office/drawing/2014/main" id="{09B08BB9-FF7D-78AF-132C-E1E6E3B32ACC}"/>
                </a:ext>
              </a:extLst>
            </p:cNvPr>
            <p:cNvSpPr/>
            <p:nvPr/>
          </p:nvSpPr>
          <p:spPr>
            <a:xfrm>
              <a:off x="3502117" y="1481357"/>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7" name="ellipse_1907">
              <a:extLst>
                <a:ext uri="{FF2B5EF4-FFF2-40B4-BE49-F238E27FC236}">
                  <a16:creationId xmlns:a16="http://schemas.microsoft.com/office/drawing/2014/main" id="{9065E74D-C006-BE02-81E5-504C0667EEC4}"/>
                </a:ext>
              </a:extLst>
            </p:cNvPr>
            <p:cNvSpPr/>
            <p:nvPr/>
          </p:nvSpPr>
          <p:spPr>
            <a:xfrm>
              <a:off x="3701184" y="1635112"/>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8" name="ellipse_1908">
              <a:extLst>
                <a:ext uri="{FF2B5EF4-FFF2-40B4-BE49-F238E27FC236}">
                  <a16:creationId xmlns:a16="http://schemas.microsoft.com/office/drawing/2014/main" id="{3E7CCF9B-D08E-7B45-FD81-449880C15D5E}"/>
                </a:ext>
              </a:extLst>
            </p:cNvPr>
            <p:cNvSpPr/>
            <p:nvPr/>
          </p:nvSpPr>
          <p:spPr>
            <a:xfrm>
              <a:off x="3667161" y="1608045"/>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09" name="ellipse_1909">
              <a:extLst>
                <a:ext uri="{FF2B5EF4-FFF2-40B4-BE49-F238E27FC236}">
                  <a16:creationId xmlns:a16="http://schemas.microsoft.com/office/drawing/2014/main" id="{7381DA4A-DE28-CFB2-088D-D48CA57D0EB3}"/>
                </a:ext>
              </a:extLst>
            </p:cNvPr>
            <p:cNvSpPr/>
            <p:nvPr/>
          </p:nvSpPr>
          <p:spPr>
            <a:xfrm>
              <a:off x="3580356" y="1576358"/>
              <a:ext cx="25506" cy="28163"/>
            </a:xfrm>
            <a:prstGeom prst="ellipse">
              <a:avLst/>
            </a:prstGeom>
            <a:gradFill flip="none" rotWithShape="1">
              <a:gsLst>
                <a:gs pos="0">
                  <a:srgbClr val="F7F7FA"/>
                </a:gs>
                <a:gs pos="43000">
                  <a:srgbClr val="B6B8C9"/>
                </a:gs>
                <a:gs pos="100000">
                  <a:srgbClr val="858CA6"/>
                </a:gs>
              </a:gsLst>
              <a:lin ang="2700000" scaled="1"/>
              <a:tileRect/>
            </a:gradFill>
            <a:ln w="2540" cap="rnd" cmpd="sng" algn="ctr">
              <a:noFill/>
              <a:prstDash val="solid"/>
              <a:round/>
              <a:headEnd type="none" w="med" len="med"/>
              <a:tailEnd type="none" w="med" len="med"/>
            </a:ln>
            <a:effectLst/>
          </p:spPr>
        </p:sp>
        <p:sp>
          <p:nvSpPr>
            <p:cNvPr id="1710" name="Pseudo atom | small solid diamond">
              <a:extLst>
                <a:ext uri="{FF2B5EF4-FFF2-40B4-BE49-F238E27FC236}">
                  <a16:creationId xmlns:a16="http://schemas.microsoft.com/office/drawing/2014/main" id="{949C5E2A-BF77-9AA9-712C-E406280813B7}"/>
                </a:ext>
              </a:extLst>
            </p:cNvPr>
            <p:cNvSpPr/>
            <p:nvPr/>
          </p:nvSpPr>
          <p:spPr>
            <a:xfrm>
              <a:off x="3677032" y="1640896"/>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1" name="Pseudo atom | small solid diamond">
              <a:extLst>
                <a:ext uri="{FF2B5EF4-FFF2-40B4-BE49-F238E27FC236}">
                  <a16:creationId xmlns:a16="http://schemas.microsoft.com/office/drawing/2014/main" id="{F5BCF5DC-78BC-4F02-7E0F-69A7F9F4C77A}"/>
                </a:ext>
              </a:extLst>
            </p:cNvPr>
            <p:cNvSpPr/>
            <p:nvPr/>
          </p:nvSpPr>
          <p:spPr>
            <a:xfrm>
              <a:off x="3542290" y="1523790"/>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2" name="Pseudo atom | small solid diamond">
              <a:extLst>
                <a:ext uri="{FF2B5EF4-FFF2-40B4-BE49-F238E27FC236}">
                  <a16:creationId xmlns:a16="http://schemas.microsoft.com/office/drawing/2014/main" id="{0F1395F3-C26D-9DE3-ECE5-1CAE76A69008}"/>
                </a:ext>
              </a:extLst>
            </p:cNvPr>
            <p:cNvSpPr/>
            <p:nvPr/>
          </p:nvSpPr>
          <p:spPr>
            <a:xfrm>
              <a:off x="3590254" y="1492059"/>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3" name="Pseudo atom | small solid diamond">
              <a:extLst>
                <a:ext uri="{FF2B5EF4-FFF2-40B4-BE49-F238E27FC236}">
                  <a16:creationId xmlns:a16="http://schemas.microsoft.com/office/drawing/2014/main" id="{84838EC1-3B57-65F1-56C4-2649AFCB1DB2}"/>
                </a:ext>
              </a:extLst>
            </p:cNvPr>
            <p:cNvSpPr/>
            <p:nvPr/>
          </p:nvSpPr>
          <p:spPr>
            <a:xfrm>
              <a:off x="3710724" y="162678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14" name="Pseudo atom | small solid diamond">
              <a:extLst>
                <a:ext uri="{FF2B5EF4-FFF2-40B4-BE49-F238E27FC236}">
                  <a16:creationId xmlns:a16="http://schemas.microsoft.com/office/drawing/2014/main" id="{F1909A85-7A2F-877A-0CFB-9DBF849A270C}"/>
                </a:ext>
              </a:extLst>
            </p:cNvPr>
            <p:cNvSpPr/>
            <p:nvPr/>
          </p:nvSpPr>
          <p:spPr>
            <a:xfrm>
              <a:off x="3552701" y="1475941"/>
              <a:ext cx="16109" cy="17787"/>
            </a:xfrm>
            <a:custGeom>
              <a:avLst/>
              <a:gdLst/>
              <a:ahLst/>
              <a:cxnLst/>
              <a:rect l="0" t="0" r="w" b="h"/>
              <a:pathLst>
                <a:path w="17739" h="17739" extrusionOk="0">
                  <a:moveTo>
                    <a:pt x="8870" y="0"/>
                  </a:moveTo>
                  <a:lnTo>
                    <a:pt x="17739" y="8869"/>
                  </a:lnTo>
                  <a:lnTo>
                    <a:pt x="8870" y="17739"/>
                  </a:lnTo>
                  <a:lnTo>
                    <a:pt x="0" y="8869"/>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15" name="b | Receptor embedding feature bar">
            <a:extLst>
              <a:ext uri="{FF2B5EF4-FFF2-40B4-BE49-F238E27FC236}">
                <a16:creationId xmlns:a16="http://schemas.microsoft.com/office/drawing/2014/main" id="{68E2A5AD-1ABF-61B1-2543-17C21A3A42F6}"/>
              </a:ext>
            </a:extLst>
          </p:cNvPr>
          <p:cNvGrpSpPr/>
          <p:nvPr/>
        </p:nvGrpSpPr>
        <p:grpSpPr>
          <a:xfrm>
            <a:off x="2242286" y="1142965"/>
            <a:ext cx="242618" cy="14816"/>
            <a:chOff x="1258155" y="1540665"/>
            <a:chExt cx="325215" cy="42705"/>
          </a:xfrm>
        </p:grpSpPr>
        <p:sp>
          <p:nvSpPr>
            <p:cNvPr id="1716" name="feature_1">
              <a:extLst>
                <a:ext uri="{FF2B5EF4-FFF2-40B4-BE49-F238E27FC236}">
                  <a16:creationId xmlns:a16="http://schemas.microsoft.com/office/drawing/2014/main" id="{E21EE4CE-67B1-F3FB-B39E-9572172B5C7E}"/>
                </a:ext>
              </a:extLst>
            </p:cNvPr>
            <p:cNvSpPr/>
            <p:nvPr/>
          </p:nvSpPr>
          <p:spPr>
            <a:xfrm>
              <a:off x="1258155"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17" name="feature_2">
              <a:extLst>
                <a:ext uri="{FF2B5EF4-FFF2-40B4-BE49-F238E27FC236}">
                  <a16:creationId xmlns:a16="http://schemas.microsoft.com/office/drawing/2014/main" id="{9A1987D2-173C-478F-29E3-CF6C33E174AE}"/>
                </a:ext>
              </a:extLst>
            </p:cNvPr>
            <p:cNvSpPr/>
            <p:nvPr/>
          </p:nvSpPr>
          <p:spPr>
            <a:xfrm>
              <a:off x="1305084"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18" name="feature_3">
              <a:extLst>
                <a:ext uri="{FF2B5EF4-FFF2-40B4-BE49-F238E27FC236}">
                  <a16:creationId xmlns:a16="http://schemas.microsoft.com/office/drawing/2014/main" id="{B944528F-2EBB-88B7-073D-355EBDFB26A3}"/>
                </a:ext>
              </a:extLst>
            </p:cNvPr>
            <p:cNvSpPr/>
            <p:nvPr/>
          </p:nvSpPr>
          <p:spPr>
            <a:xfrm>
              <a:off x="1352012"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19" name="feature_4">
              <a:extLst>
                <a:ext uri="{FF2B5EF4-FFF2-40B4-BE49-F238E27FC236}">
                  <a16:creationId xmlns:a16="http://schemas.microsoft.com/office/drawing/2014/main" id="{8123CED1-0BEF-B7E1-95B4-73B9FEE4DED2}"/>
                </a:ext>
              </a:extLst>
            </p:cNvPr>
            <p:cNvSpPr/>
            <p:nvPr/>
          </p:nvSpPr>
          <p:spPr>
            <a:xfrm>
              <a:off x="1398941" y="1540665"/>
              <a:ext cx="43644" cy="42705"/>
            </a:xfrm>
            <a:prstGeom prst="rect">
              <a:avLst/>
            </a:prstGeom>
            <a:solidFill>
              <a:srgbClr val="B2A4CD"/>
            </a:solidFill>
            <a:ln w="2540" cap="rnd" cmpd="sng" algn="ctr">
              <a:noFill/>
              <a:prstDash val="solid"/>
              <a:round/>
              <a:headEnd type="none" w="med" len="med"/>
              <a:tailEnd type="none" w="med" len="med"/>
            </a:ln>
            <a:effectLst/>
          </p:spPr>
        </p:sp>
        <p:sp>
          <p:nvSpPr>
            <p:cNvPr id="1720" name="feature_5">
              <a:extLst>
                <a:ext uri="{FF2B5EF4-FFF2-40B4-BE49-F238E27FC236}">
                  <a16:creationId xmlns:a16="http://schemas.microsoft.com/office/drawing/2014/main" id="{508ACE6D-A37F-1FE8-271D-07551B6A4546}"/>
                </a:ext>
              </a:extLst>
            </p:cNvPr>
            <p:cNvSpPr/>
            <p:nvPr/>
          </p:nvSpPr>
          <p:spPr>
            <a:xfrm>
              <a:off x="1445869" y="1540665"/>
              <a:ext cx="43644" cy="42705"/>
            </a:xfrm>
            <a:prstGeom prst="rect">
              <a:avLst/>
            </a:prstGeom>
            <a:solidFill>
              <a:srgbClr val="C7BFE0"/>
            </a:solidFill>
            <a:ln w="2540" cap="rnd" cmpd="sng" algn="ctr">
              <a:noFill/>
              <a:prstDash val="solid"/>
              <a:round/>
              <a:headEnd type="none" w="med" len="med"/>
              <a:tailEnd type="none" w="med" len="med"/>
            </a:ln>
            <a:effectLst/>
          </p:spPr>
        </p:sp>
        <p:sp>
          <p:nvSpPr>
            <p:cNvPr id="1721" name="feature_6">
              <a:extLst>
                <a:ext uri="{FF2B5EF4-FFF2-40B4-BE49-F238E27FC236}">
                  <a16:creationId xmlns:a16="http://schemas.microsoft.com/office/drawing/2014/main" id="{8843B37E-41FD-118A-8AFF-22DBF538E05A}"/>
                </a:ext>
              </a:extLst>
            </p:cNvPr>
            <p:cNvSpPr/>
            <p:nvPr/>
          </p:nvSpPr>
          <p:spPr>
            <a:xfrm>
              <a:off x="1492798" y="1540665"/>
              <a:ext cx="43644" cy="42705"/>
            </a:xfrm>
            <a:prstGeom prst="rect">
              <a:avLst/>
            </a:prstGeom>
            <a:solidFill>
              <a:srgbClr val="AEBED6"/>
            </a:solidFill>
            <a:ln w="2540" cap="rnd" cmpd="sng" algn="ctr">
              <a:noFill/>
              <a:prstDash val="solid"/>
              <a:round/>
              <a:headEnd type="none" w="med" len="med"/>
              <a:tailEnd type="none" w="med" len="med"/>
            </a:ln>
            <a:effectLst/>
          </p:spPr>
        </p:sp>
        <p:sp>
          <p:nvSpPr>
            <p:cNvPr id="1722" name="feature_7">
              <a:extLst>
                <a:ext uri="{FF2B5EF4-FFF2-40B4-BE49-F238E27FC236}">
                  <a16:creationId xmlns:a16="http://schemas.microsoft.com/office/drawing/2014/main" id="{3F88DFC0-852F-5D39-FE80-AC50287351FE}"/>
                </a:ext>
              </a:extLst>
            </p:cNvPr>
            <p:cNvSpPr/>
            <p:nvPr/>
          </p:nvSpPr>
          <p:spPr>
            <a:xfrm>
              <a:off x="1539726" y="1540665"/>
              <a:ext cx="43644" cy="42705"/>
            </a:xfrm>
            <a:prstGeom prst="rect">
              <a:avLst/>
            </a:prstGeom>
            <a:solidFill>
              <a:srgbClr val="B2A4CD"/>
            </a:solidFill>
            <a:ln w="2540" cap="rnd" cmpd="sng" algn="ctr">
              <a:noFill/>
              <a:prstDash val="solid"/>
              <a:round/>
              <a:headEnd type="none" w="med" len="med"/>
              <a:tailEnd type="none" w="med" len="med"/>
            </a:ln>
            <a:effectLst/>
          </p:spPr>
        </p:sp>
      </p:grpSp>
      <p:grpSp>
        <p:nvGrpSpPr>
          <p:cNvPr id="1723" name="b | Pseudo atoms">
            <a:extLst>
              <a:ext uri="{FF2B5EF4-FFF2-40B4-BE49-F238E27FC236}">
                <a16:creationId xmlns:a16="http://schemas.microsoft.com/office/drawing/2014/main" id="{8E31C4B9-39A0-9B42-2819-D701DEA7C7D8}"/>
              </a:ext>
            </a:extLst>
          </p:cNvPr>
          <p:cNvGrpSpPr/>
          <p:nvPr/>
        </p:nvGrpSpPr>
        <p:grpSpPr>
          <a:xfrm>
            <a:off x="2201500" y="1360000"/>
            <a:ext cx="319000" cy="159000"/>
            <a:chOff x="1224494" y="1827718"/>
            <a:chExt cx="319272" cy="160003"/>
          </a:xfrm>
        </p:grpSpPr>
        <p:sp>
          <p:nvSpPr>
            <p:cNvPr id="1724" name="Pseudo atom | small solid diamond">
              <a:extLst>
                <a:ext uri="{FF2B5EF4-FFF2-40B4-BE49-F238E27FC236}">
                  <a16:creationId xmlns:a16="http://schemas.microsoft.com/office/drawing/2014/main" id="{00A9FEA0-8D80-7F50-AE2F-80F92964E695}"/>
                </a:ext>
              </a:extLst>
            </p:cNvPr>
            <p:cNvSpPr/>
            <p:nvPr/>
          </p:nvSpPr>
          <p:spPr>
            <a:xfrm>
              <a:off x="1239583" y="186561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5" name="Pseudo atom | small solid diamond">
              <a:extLst>
                <a:ext uri="{FF2B5EF4-FFF2-40B4-BE49-F238E27FC236}">
                  <a16:creationId xmlns:a16="http://schemas.microsoft.com/office/drawing/2014/main" id="{C1220AC0-17E2-5159-60B2-D54B1AE046D4}"/>
                </a:ext>
              </a:extLst>
            </p:cNvPr>
            <p:cNvSpPr/>
            <p:nvPr/>
          </p:nvSpPr>
          <p:spPr>
            <a:xfrm>
              <a:off x="1336337" y="197400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6" name="Pseudo atom | small solid diamond">
              <a:extLst>
                <a:ext uri="{FF2B5EF4-FFF2-40B4-BE49-F238E27FC236}">
                  <a16:creationId xmlns:a16="http://schemas.microsoft.com/office/drawing/2014/main" id="{2C743AB9-F896-CB6D-8766-3727DEE86F28}"/>
                </a:ext>
              </a:extLst>
            </p:cNvPr>
            <p:cNvSpPr/>
            <p:nvPr/>
          </p:nvSpPr>
          <p:spPr>
            <a:xfrm>
              <a:off x="1253164" y="195694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7" name="Pseudo atom | small solid diamond">
              <a:extLst>
                <a:ext uri="{FF2B5EF4-FFF2-40B4-BE49-F238E27FC236}">
                  <a16:creationId xmlns:a16="http://schemas.microsoft.com/office/drawing/2014/main" id="{A5BDC21A-C5AF-A4B6-36CC-EB1D9735D9FB}"/>
                </a:ext>
              </a:extLst>
            </p:cNvPr>
            <p:cNvSpPr/>
            <p:nvPr/>
          </p:nvSpPr>
          <p:spPr>
            <a:xfrm>
              <a:off x="1253413" y="187778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8" name="Pseudo atom | small solid diamond">
              <a:extLst>
                <a:ext uri="{FF2B5EF4-FFF2-40B4-BE49-F238E27FC236}">
                  <a16:creationId xmlns:a16="http://schemas.microsoft.com/office/drawing/2014/main" id="{1B2AC413-C826-7D28-5334-945B10F56119}"/>
                </a:ext>
              </a:extLst>
            </p:cNvPr>
            <p:cNvSpPr/>
            <p:nvPr/>
          </p:nvSpPr>
          <p:spPr>
            <a:xfrm>
              <a:off x="1429247" y="192024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29" name="Pseudo atom | small solid diamond">
              <a:extLst>
                <a:ext uri="{FF2B5EF4-FFF2-40B4-BE49-F238E27FC236}">
                  <a16:creationId xmlns:a16="http://schemas.microsoft.com/office/drawing/2014/main" id="{27CD90E8-D173-ABAF-6379-B68FD95B0FB1}"/>
                </a:ext>
              </a:extLst>
            </p:cNvPr>
            <p:cNvSpPr/>
            <p:nvPr/>
          </p:nvSpPr>
          <p:spPr>
            <a:xfrm>
              <a:off x="1523954" y="188898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0" name="Pseudo atom | small solid diamond">
              <a:extLst>
                <a:ext uri="{FF2B5EF4-FFF2-40B4-BE49-F238E27FC236}">
                  <a16:creationId xmlns:a16="http://schemas.microsoft.com/office/drawing/2014/main" id="{26CB92B8-18BD-E545-9A89-4E3A3DDF83C5}"/>
                </a:ext>
              </a:extLst>
            </p:cNvPr>
            <p:cNvSpPr/>
            <p:nvPr/>
          </p:nvSpPr>
          <p:spPr>
            <a:xfrm>
              <a:off x="1518729" y="196753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1" name="Pseudo atom | small solid diamond">
              <a:extLst>
                <a:ext uri="{FF2B5EF4-FFF2-40B4-BE49-F238E27FC236}">
                  <a16:creationId xmlns:a16="http://schemas.microsoft.com/office/drawing/2014/main" id="{CCF54E8C-14F5-AC0A-2FE9-C7C223900C0E}"/>
                </a:ext>
              </a:extLst>
            </p:cNvPr>
            <p:cNvSpPr/>
            <p:nvPr/>
          </p:nvSpPr>
          <p:spPr>
            <a:xfrm>
              <a:off x="1442178" y="182923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2" name="Pseudo atom | small solid diamond">
              <a:extLst>
                <a:ext uri="{FF2B5EF4-FFF2-40B4-BE49-F238E27FC236}">
                  <a16:creationId xmlns:a16="http://schemas.microsoft.com/office/drawing/2014/main" id="{3530A738-4110-5D53-C3B5-56FAA29BA782}"/>
                </a:ext>
              </a:extLst>
            </p:cNvPr>
            <p:cNvSpPr/>
            <p:nvPr/>
          </p:nvSpPr>
          <p:spPr>
            <a:xfrm>
              <a:off x="1470133" y="196357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3" name="Pseudo atom | small solid diamond">
              <a:extLst>
                <a:ext uri="{FF2B5EF4-FFF2-40B4-BE49-F238E27FC236}">
                  <a16:creationId xmlns:a16="http://schemas.microsoft.com/office/drawing/2014/main" id="{643A8A27-5082-11E9-6DF8-62029EDB2BA1}"/>
                </a:ext>
              </a:extLst>
            </p:cNvPr>
            <p:cNvSpPr/>
            <p:nvPr/>
          </p:nvSpPr>
          <p:spPr>
            <a:xfrm>
              <a:off x="1376682" y="185632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4" name="Pseudo atom | small solid diamond">
              <a:extLst>
                <a:ext uri="{FF2B5EF4-FFF2-40B4-BE49-F238E27FC236}">
                  <a16:creationId xmlns:a16="http://schemas.microsoft.com/office/drawing/2014/main" id="{0C222145-C329-4976-D578-8D036F4E281B}"/>
                </a:ext>
              </a:extLst>
            </p:cNvPr>
            <p:cNvSpPr/>
            <p:nvPr/>
          </p:nvSpPr>
          <p:spPr>
            <a:xfrm>
              <a:off x="1259476" y="195513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5" name="Pseudo atom | small solid diamond">
              <a:extLst>
                <a:ext uri="{FF2B5EF4-FFF2-40B4-BE49-F238E27FC236}">
                  <a16:creationId xmlns:a16="http://schemas.microsoft.com/office/drawing/2014/main" id="{C4CB2F02-EA91-573C-6EC4-7BB529661680}"/>
                </a:ext>
              </a:extLst>
            </p:cNvPr>
            <p:cNvSpPr/>
            <p:nvPr/>
          </p:nvSpPr>
          <p:spPr>
            <a:xfrm>
              <a:off x="1227515" y="190952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6" name="Pseudo atom | small solid diamond">
              <a:extLst>
                <a:ext uri="{FF2B5EF4-FFF2-40B4-BE49-F238E27FC236}">
                  <a16:creationId xmlns:a16="http://schemas.microsoft.com/office/drawing/2014/main" id="{01120F4A-BE0C-A199-4AB5-7C4F4DF3799E}"/>
                </a:ext>
              </a:extLst>
            </p:cNvPr>
            <p:cNvSpPr/>
            <p:nvPr/>
          </p:nvSpPr>
          <p:spPr>
            <a:xfrm>
              <a:off x="1267208" y="1872194"/>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7" name="Pseudo atom | small solid diamond">
              <a:extLst>
                <a:ext uri="{FF2B5EF4-FFF2-40B4-BE49-F238E27FC236}">
                  <a16:creationId xmlns:a16="http://schemas.microsoft.com/office/drawing/2014/main" id="{57DEA26B-0208-C45D-8976-D93D9EC94D8A}"/>
                </a:ext>
              </a:extLst>
            </p:cNvPr>
            <p:cNvSpPr/>
            <p:nvPr/>
          </p:nvSpPr>
          <p:spPr>
            <a:xfrm>
              <a:off x="1531545" y="1868436"/>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8" name="Pseudo atom | small solid diamond">
              <a:extLst>
                <a:ext uri="{FF2B5EF4-FFF2-40B4-BE49-F238E27FC236}">
                  <a16:creationId xmlns:a16="http://schemas.microsoft.com/office/drawing/2014/main" id="{ADB7DD25-6F5B-8AB1-FD7F-A8B08D2CE29A}"/>
                </a:ext>
              </a:extLst>
            </p:cNvPr>
            <p:cNvSpPr/>
            <p:nvPr/>
          </p:nvSpPr>
          <p:spPr>
            <a:xfrm>
              <a:off x="1431224" y="194324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39" name="Pseudo atom | small solid diamond">
              <a:extLst>
                <a:ext uri="{FF2B5EF4-FFF2-40B4-BE49-F238E27FC236}">
                  <a16:creationId xmlns:a16="http://schemas.microsoft.com/office/drawing/2014/main" id="{B5BB41B1-6993-E219-D051-01575299AC45}"/>
                </a:ext>
              </a:extLst>
            </p:cNvPr>
            <p:cNvSpPr/>
            <p:nvPr/>
          </p:nvSpPr>
          <p:spPr>
            <a:xfrm>
              <a:off x="1296181" y="1848612"/>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0" name="Pseudo atom | small solid diamond">
              <a:extLst>
                <a:ext uri="{FF2B5EF4-FFF2-40B4-BE49-F238E27FC236}">
                  <a16:creationId xmlns:a16="http://schemas.microsoft.com/office/drawing/2014/main" id="{00A9FEA0-8D80-7F50-AE2F-80F92964E695}"/>
                </a:ext>
              </a:extLst>
            </p:cNvPr>
            <p:cNvSpPr/>
            <p:nvPr/>
          </p:nvSpPr>
          <p:spPr>
            <a:xfrm>
              <a:off x="1333046" y="19013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1" name="Pseudo atom | small solid diamond">
              <a:extLst>
                <a:ext uri="{FF2B5EF4-FFF2-40B4-BE49-F238E27FC236}">
                  <a16:creationId xmlns:a16="http://schemas.microsoft.com/office/drawing/2014/main" id="{00A9FEA0-8D80-7F50-AE2F-80F92964E695}"/>
                </a:ext>
              </a:extLst>
            </p:cNvPr>
            <p:cNvSpPr/>
            <p:nvPr/>
          </p:nvSpPr>
          <p:spPr>
            <a:xfrm>
              <a:off x="1371359" y="1941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2" name="Pseudo atom | small solid diamond">
              <a:extLst>
                <a:ext uri="{FF2B5EF4-FFF2-40B4-BE49-F238E27FC236}">
                  <a16:creationId xmlns:a16="http://schemas.microsoft.com/office/drawing/2014/main" id="{00A9FEA0-8D80-7F50-AE2F-80F92964E695}"/>
                </a:ext>
              </a:extLst>
            </p:cNvPr>
            <p:cNvSpPr/>
            <p:nvPr/>
          </p:nvSpPr>
          <p:spPr>
            <a:xfrm>
              <a:off x="1419250" y="1888519"/>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3" name="Pseudo atom | small solid diamond">
              <a:extLst>
                <a:ext uri="{FF2B5EF4-FFF2-40B4-BE49-F238E27FC236}">
                  <a16:creationId xmlns:a16="http://schemas.microsoft.com/office/drawing/2014/main" id="{00A9FEA0-8D80-7F50-AE2F-80F92964E695}"/>
                </a:ext>
              </a:extLst>
            </p:cNvPr>
            <p:cNvSpPr/>
            <p:nvPr/>
          </p:nvSpPr>
          <p:spPr>
            <a:xfrm>
              <a:off x="1451177" y="18469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4" name="Pseudo atom | small solid diamond">
              <a:extLst>
                <a:ext uri="{FF2B5EF4-FFF2-40B4-BE49-F238E27FC236}">
                  <a16:creationId xmlns:a16="http://schemas.microsoft.com/office/drawing/2014/main" id="{00A9FEA0-8D80-7F50-AE2F-80F92964E695}"/>
                </a:ext>
              </a:extLst>
            </p:cNvPr>
            <p:cNvSpPr/>
            <p:nvPr/>
          </p:nvSpPr>
          <p:spPr>
            <a:xfrm>
              <a:off x="1492682" y="19093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5" name="Pseudo atom | small solid diamond">
              <a:extLst>
                <a:ext uri="{FF2B5EF4-FFF2-40B4-BE49-F238E27FC236}">
                  <a16:creationId xmlns:a16="http://schemas.microsoft.com/office/drawing/2014/main" id="{00A9FEA0-8D80-7F50-AE2F-80F92964E695}"/>
                </a:ext>
              </a:extLst>
            </p:cNvPr>
            <p:cNvSpPr/>
            <p:nvPr/>
          </p:nvSpPr>
          <p:spPr>
            <a:xfrm>
              <a:off x="1294734" y="1942920"/>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6" name="Pseudo atom | small solid diamond">
              <a:extLst>
                <a:ext uri="{FF2B5EF4-FFF2-40B4-BE49-F238E27FC236}">
                  <a16:creationId xmlns:a16="http://schemas.microsoft.com/office/drawing/2014/main" id="{00A9FEA0-8D80-7F50-AE2F-80F92964E695}"/>
                </a:ext>
              </a:extLst>
            </p:cNvPr>
            <p:cNvSpPr/>
            <p:nvPr/>
          </p:nvSpPr>
          <p:spPr>
            <a:xfrm>
              <a:off x="1342625" y="1843718"/>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sp>
          <p:nvSpPr>
            <p:cNvPr id="1747" name="Pseudo atom | small solid diamond">
              <a:extLst>
                <a:ext uri="{FF2B5EF4-FFF2-40B4-BE49-F238E27FC236}">
                  <a16:creationId xmlns:a16="http://schemas.microsoft.com/office/drawing/2014/main" id="{00A9FEA0-8D80-7F50-AE2F-80F92964E695}"/>
                </a:ext>
              </a:extLst>
            </p:cNvPr>
            <p:cNvSpPr/>
            <p:nvPr/>
          </p:nvSpPr>
          <p:spPr>
            <a:xfrm>
              <a:off x="1409672" y="1974921"/>
              <a:ext cx="9200" cy="12200"/>
            </a:xfrm>
            <a:custGeom>
              <a:avLst/>
              <a:gdLst/>
              <a:ahLst/>
              <a:cxnLst/>
              <a:rect l="0" t="0" r="w" b="h"/>
              <a:pathLst>
                <a:path w="15242" h="15242" extrusionOk="0">
                  <a:moveTo>
                    <a:pt x="7621" y="0"/>
                  </a:moveTo>
                  <a:lnTo>
                    <a:pt x="15242" y="7621"/>
                  </a:lnTo>
                  <a:lnTo>
                    <a:pt x="7621" y="15242"/>
                  </a:lnTo>
                  <a:lnTo>
                    <a:pt x="0" y="7621"/>
                  </a:lnTo>
                  <a:close/>
                </a:path>
              </a:pathLst>
            </a:custGeom>
            <a:solidFill>
              <a:srgbClr val="D6800B"/>
            </a:solidFill>
            <a:ln w="2540" cap="rnd" cmpd="sng" algn="ctr">
              <a:solidFill>
                <a:srgbClr val="AE6104"/>
              </a:solidFill>
              <a:prstDash val="solid"/>
              <a:round/>
              <a:headEnd type="none" w="med" len="med"/>
              <a:tailEnd type="none" w="med" len="med"/>
            </a:ln>
            <a:effectLst/>
          </p:spPr>
        </p:sp>
      </p:grpSp>
      <p:grpSp>
        <p:nvGrpSpPr>
          <p:cNvPr id="1748" name="b | Candidate blob matched to Match"/>
          <p:cNvGrpSpPr/>
          <p:nvPr/>
        </p:nvGrpSpPr>
        <p:grpSpPr>
          <a:xfrm>
            <a:off x="4490500" y="914000"/>
            <a:ext cx="155316" cy="100125"/>
            <a:chOff x="2714019" y="2595654"/>
            <a:chExt cx="155316" cy="100125"/>
          </a:xfrm>
        </p:grpSpPr>
        <p:sp>
          <p:nvSpPr>
            <p:cNvPr id="1749" name="Candidate blob | editable contour">
              <a:extLst>
                <a:ext uri="{FF2B5EF4-FFF2-40B4-BE49-F238E27FC236}">
                  <a16:creationId xmlns:a16="http://schemas.microsoft.com/office/drawing/2014/main" id="{D4133630-6457-1A92-8F3C-A382376AE168}"/>
                </a:ext>
              </a:extLst>
            </p:cNvPr>
            <p:cNvSpPr/>
            <p:nvPr/>
          </p:nvSpPr>
          <p:spPr>
            <a:xfrm>
              <a:off x="2714019" y="2595654"/>
              <a:ext cx="155316" cy="100125"/>
            </a:xfrm>
            <a:custGeom>
              <a:avLst/>
              <a:gdLst/>
              <a:ahLst/>
              <a:cxnLst/>
              <a:rect l="0" t="0" r="w" b="h"/>
              <a:pathLst>
                <a:path w="227897" h="155682" extrusionOk="0">
                  <a:moveTo>
                    <a:pt x="5338" y="97866"/>
                  </a:moveTo>
                  <a:cubicBezTo>
                    <a:pt x="0" y="80701"/>
                    <a:pt x="18889" y="54504"/>
                    <a:pt x="29976" y="43663"/>
                  </a:cubicBezTo>
                  <a:cubicBezTo>
                    <a:pt x="41062" y="32823"/>
                    <a:pt x="58719" y="39447"/>
                    <a:pt x="71859" y="32823"/>
                  </a:cubicBezTo>
                  <a:cubicBezTo>
                    <a:pt x="84999" y="26198"/>
                    <a:pt x="92391" y="7829"/>
                    <a:pt x="108816" y="3915"/>
                  </a:cubicBezTo>
                  <a:cubicBezTo>
                    <a:pt x="125241" y="0"/>
                    <a:pt x="153984" y="3613"/>
                    <a:pt x="170409" y="9335"/>
                  </a:cubicBezTo>
                  <a:cubicBezTo>
                    <a:pt x="186834" y="15056"/>
                    <a:pt x="198332" y="26198"/>
                    <a:pt x="207366" y="38243"/>
                  </a:cubicBezTo>
                  <a:cubicBezTo>
                    <a:pt x="216399" y="50288"/>
                    <a:pt x="227897" y="67151"/>
                    <a:pt x="224612" y="81605"/>
                  </a:cubicBezTo>
                  <a:cubicBezTo>
                    <a:pt x="221327" y="96059"/>
                    <a:pt x="203259" y="113223"/>
                    <a:pt x="187656" y="124967"/>
                  </a:cubicBezTo>
                  <a:cubicBezTo>
                    <a:pt x="172052" y="136711"/>
                    <a:pt x="151931" y="148455"/>
                    <a:pt x="130989" y="152068"/>
                  </a:cubicBezTo>
                  <a:cubicBezTo>
                    <a:pt x="110048" y="155682"/>
                    <a:pt x="82946" y="155682"/>
                    <a:pt x="62004" y="146648"/>
                  </a:cubicBezTo>
                  <a:cubicBezTo>
                    <a:pt x="41062" y="137614"/>
                    <a:pt x="10676" y="115030"/>
                    <a:pt x="5338" y="97866"/>
                  </a:cubicBezTo>
                  <a:close/>
                </a:path>
              </a:pathLst>
            </a:custGeom>
            <a:gradFill flip="none" rotWithShape="1">
              <a:gsLst>
                <a:gs pos="0">
                  <a:srgbClr val="E9F2F9"/>
                </a:gs>
                <a:gs pos="48000">
                  <a:srgbClr val="85B7DD"/>
                </a:gs>
                <a:gs pos="100000">
                  <a:srgbClr val="65A1CE"/>
                </a:gs>
              </a:gsLst>
              <a:lin ang="2700000" scaled="1"/>
              <a:tileRect/>
            </a:gradFill>
            <a:ln w="1502" cap="rnd" cmpd="sng" algn="ctr">
              <a:solidFill>
                <a:srgbClr val="71A9D4"/>
              </a:solidFill>
              <a:prstDash val="solid"/>
              <a:round/>
              <a:headEnd type="none" w="med" len="med"/>
              <a:tailEnd type="none" w="med" len="med"/>
            </a:ln>
            <a:effectLst/>
          </p:spPr>
        </p:sp>
        <p:sp>
          <p:nvSpPr>
            <p:cNvPr id="1750" name="ellipse_2612">
              <a:extLst>
                <a:ext uri="{FF2B5EF4-FFF2-40B4-BE49-F238E27FC236}">
                  <a16:creationId xmlns:a16="http://schemas.microsoft.com/office/drawing/2014/main" id="{3F872C11-AB73-B0BA-C9CB-0DE746E05FFE}"/>
                </a:ext>
              </a:extLst>
            </p:cNvPr>
            <p:cNvSpPr/>
            <p:nvPr/>
          </p:nvSpPr>
          <p:spPr>
            <a:xfrm>
              <a:off x="2726281" y="2603827"/>
              <a:ext cx="81745" cy="34737"/>
            </a:xfrm>
            <a:prstGeom prst="ellipse">
              <a:avLst/>
            </a:prstGeom>
            <a:solidFill>
              <a:srgbClr val="FFFFFF">
                <a:alpha val="35000"/>
              </a:srgbClr>
            </a:solidFill>
            <a:ln w="1502" cap="rnd" cmpd="sng" algn="ctr">
              <a:noFill/>
              <a:prstDash val="solid"/>
              <a:round/>
              <a:headEnd type="none" w="med" len="med"/>
              <a:tailEnd type="none" w="med" len="med"/>
            </a:ln>
            <a:effectLst/>
          </p:spPr>
        </p:sp>
      </p:grpSp>
      <p:grpSp>
        <p:nvGrpSpPr>
          <p:cNvPr id="1751" name="b | Pseudo atoms cue matched to Match">
            <a:extLst>
              <a:ext uri="{FF2B5EF4-FFF2-40B4-BE49-F238E27FC236}">
                <a16:creationId xmlns:a16="http://schemas.microsoft.com/office/drawing/2014/main" id="{5A1DFE96-A8C7-AD86-6D6A-1913B3422C89}"/>
              </a:ext>
            </a:extLst>
          </p:cNvPr>
          <p:cNvGrpSpPr/>
          <p:nvPr/>
        </p:nvGrpSpPr>
        <p:grpSpPr>
          <a:xfrm>
            <a:off x="4784500" y="914000"/>
            <a:ext cx="132836" cy="100125"/>
            <a:chOff x="2356083" y="3581646"/>
            <a:chExt cx="132815" cy="121377"/>
          </a:xfrm>
        </p:grpSpPr>
        <p:sp>
          <p:nvSpPr>
            <p:cNvPr id="1752" name="Pseudo atom | small solid diamond">
              <a:extLst>
                <a:ext uri="{FF2B5EF4-FFF2-40B4-BE49-F238E27FC236}">
                  <a16:creationId xmlns:a16="http://schemas.microsoft.com/office/drawing/2014/main" id="{7D201F4A-9E65-793A-D032-8276D5F80DBB}"/>
                </a:ext>
              </a:extLst>
            </p:cNvPr>
            <p:cNvSpPr/>
            <p:nvPr/>
          </p:nvSpPr>
          <p:spPr>
            <a:xfrm>
              <a:off x="2470337" y="365792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3" name="Pseudo atom | small solid diamond">
              <a:extLst>
                <a:ext uri="{FF2B5EF4-FFF2-40B4-BE49-F238E27FC236}">
                  <a16:creationId xmlns:a16="http://schemas.microsoft.com/office/drawing/2014/main" id="{CC7F86F5-EE3C-A3E5-856F-3CAC3E0A67D3}"/>
                </a:ext>
              </a:extLst>
            </p:cNvPr>
            <p:cNvSpPr/>
            <p:nvPr/>
          </p:nvSpPr>
          <p:spPr>
            <a:xfrm>
              <a:off x="2367832" y="358164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4" name="Pseudo atom | small solid diamond">
              <a:extLst>
                <a:ext uri="{FF2B5EF4-FFF2-40B4-BE49-F238E27FC236}">
                  <a16:creationId xmlns:a16="http://schemas.microsoft.com/office/drawing/2014/main" id="{38EF4C65-C290-52C0-447A-923E11938EB3}"/>
                </a:ext>
              </a:extLst>
            </p:cNvPr>
            <p:cNvSpPr/>
            <p:nvPr/>
          </p:nvSpPr>
          <p:spPr>
            <a:xfrm>
              <a:off x="2462977" y="3688569"/>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5" name="Pseudo atom | small solid diamond">
              <a:extLst>
                <a:ext uri="{FF2B5EF4-FFF2-40B4-BE49-F238E27FC236}">
                  <a16:creationId xmlns:a16="http://schemas.microsoft.com/office/drawing/2014/main" id="{225D7F66-5C9F-7DBA-C241-59A79A43F2C9}"/>
                </a:ext>
              </a:extLst>
            </p:cNvPr>
            <p:cNvSpPr/>
            <p:nvPr/>
          </p:nvSpPr>
          <p:spPr>
            <a:xfrm>
              <a:off x="2381094" y="3596723"/>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6" name="Pseudo atom | small solid diamond">
              <a:extLst>
                <a:ext uri="{FF2B5EF4-FFF2-40B4-BE49-F238E27FC236}">
                  <a16:creationId xmlns:a16="http://schemas.microsoft.com/office/drawing/2014/main" id="{7AB75D92-E75C-CD76-34AB-CF527A0CAEEF}"/>
                </a:ext>
              </a:extLst>
            </p:cNvPr>
            <p:cNvSpPr/>
            <p:nvPr/>
          </p:nvSpPr>
          <p:spPr>
            <a:xfrm>
              <a:off x="2474444" y="3633245"/>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7" name="Pseudo atom | small solid diamond">
              <a:extLst>
                <a:ext uri="{FF2B5EF4-FFF2-40B4-BE49-F238E27FC236}">
                  <a16:creationId xmlns:a16="http://schemas.microsoft.com/office/drawing/2014/main" id="{30F8F9F2-23EA-EAE3-240E-840DEE71BD54}"/>
                </a:ext>
              </a:extLst>
            </p:cNvPr>
            <p:cNvSpPr/>
            <p:nvPr/>
          </p:nvSpPr>
          <p:spPr>
            <a:xfrm>
              <a:off x="2419798" y="3615676"/>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8" name="Pseudo atom | small solid diamond">
              <a:extLst>
                <a:ext uri="{FF2B5EF4-FFF2-40B4-BE49-F238E27FC236}">
                  <a16:creationId xmlns:a16="http://schemas.microsoft.com/office/drawing/2014/main" id="{C001A4AB-55AC-7E19-8417-1673B1CCD688}"/>
                </a:ext>
              </a:extLst>
            </p:cNvPr>
            <p:cNvSpPr/>
            <p:nvPr/>
          </p:nvSpPr>
          <p:spPr>
            <a:xfrm>
              <a:off x="2356083" y="363092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59" name="Pseudo atom | small solid diamond">
              <a:extLst>
                <a:ext uri="{FF2B5EF4-FFF2-40B4-BE49-F238E27FC236}">
                  <a16:creationId xmlns:a16="http://schemas.microsoft.com/office/drawing/2014/main" id="{FE196410-CC33-81BF-EB84-F075E0A6EF25}"/>
                </a:ext>
              </a:extLst>
            </p:cNvPr>
            <p:cNvSpPr/>
            <p:nvPr/>
          </p:nvSpPr>
          <p:spPr>
            <a:xfrm>
              <a:off x="2399168" y="3621448"/>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0" name="Pseudo atom | small solid diamond">
              <a:extLst>
                <a:ext uri="{FF2B5EF4-FFF2-40B4-BE49-F238E27FC236}">
                  <a16:creationId xmlns:a16="http://schemas.microsoft.com/office/drawing/2014/main" id="{EFE8C116-2B94-FCCB-F944-D9BFD58C3872}"/>
                </a:ext>
              </a:extLst>
            </p:cNvPr>
            <p:cNvSpPr/>
            <p:nvPr/>
          </p:nvSpPr>
          <p:spPr>
            <a:xfrm>
              <a:off x="2442478" y="3664017"/>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sp>
          <p:nvSpPr>
            <p:cNvPr id="1761" name="Pseudo atom | small solid diamond">
              <a:extLst>
                <a:ext uri="{FF2B5EF4-FFF2-40B4-BE49-F238E27FC236}">
                  <a16:creationId xmlns:a16="http://schemas.microsoft.com/office/drawing/2014/main" id="{63DA1393-B1D1-AEA4-3854-012BC1C76FCA}"/>
                </a:ext>
              </a:extLst>
            </p:cNvPr>
            <p:cNvSpPr/>
            <p:nvPr/>
          </p:nvSpPr>
          <p:spPr>
            <a:xfrm>
              <a:off x="2457792" y="3672561"/>
              <a:ext cx="14454" cy="14454"/>
            </a:xfrm>
            <a:custGeom>
              <a:avLst/>
              <a:gdLst/>
              <a:ahLst/>
              <a:cxnLst/>
              <a:rect l="0" t="0" r="w" b="h"/>
              <a:pathLst>
                <a:path w="14454" h="14454" extrusionOk="0">
                  <a:moveTo>
                    <a:pt x="7227" y="0"/>
                  </a:moveTo>
                  <a:lnTo>
                    <a:pt x="14454" y="7227"/>
                  </a:lnTo>
                  <a:lnTo>
                    <a:pt x="7227" y="14454"/>
                  </a:lnTo>
                  <a:lnTo>
                    <a:pt x="0" y="7227"/>
                  </a:lnTo>
                  <a:close/>
                </a:path>
              </a:pathLst>
            </a:custGeom>
            <a:solidFill>
              <a:srgbClr val="D6800B"/>
            </a:solidFill>
            <a:ln w="976" cap="rnd" cmpd="sng" algn="ctr">
              <a:solidFill>
                <a:srgbClr val="AE6104"/>
              </a:solidFill>
              <a:prstDash val="solid"/>
              <a:round/>
              <a:headEnd type="none" w="med" len="med"/>
              <a:tailEnd type="none" w="med" len="med"/>
            </a:ln>
            <a:effectLst/>
          </p:spPr>
        </p:sp>
      </p:grpSp>
      <p:grpSp>
        <p:nvGrpSpPr>
          <p:cNvPr id="1762" name="b | Atom binding probability atoms">
            <a:extLst>
              <a:ext uri="{FF2B5EF4-FFF2-40B4-BE49-F238E27FC236}">
                <a16:creationId xmlns:a16="http://schemas.microsoft.com/office/drawing/2014/main" id="{F18600FF-1A0A-5554-35F3-ED260089FE16}"/>
              </a:ext>
            </a:extLst>
          </p:cNvPr>
          <p:cNvGrpSpPr/>
          <p:nvPr/>
        </p:nvGrpSpPr>
        <p:grpSpPr>
          <a:xfrm>
            <a:off x="4481404" y="1313603"/>
            <a:ext cx="348184" cy="198162"/>
            <a:chOff x="4048258" y="1358908"/>
            <a:chExt cx="619157" cy="354006"/>
          </a:xfrm>
        </p:grpSpPr>
        <p:sp>
          <p:nvSpPr>
            <p:cNvPr id="1763" name="ellipse_2090">
              <a:extLst>
                <a:ext uri="{FF2B5EF4-FFF2-40B4-BE49-F238E27FC236}">
                  <a16:creationId xmlns:a16="http://schemas.microsoft.com/office/drawing/2014/main" id="{CBD588EE-A3BA-33C4-BF03-97EB078D3411}"/>
                </a:ext>
              </a:extLst>
            </p:cNvPr>
            <p:cNvSpPr/>
            <p:nvPr/>
          </p:nvSpPr>
          <p:spPr>
            <a:xfrm>
              <a:off x="4258453" y="1489516"/>
              <a:ext cx="30094" cy="30094"/>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764" name="ellipse_2091">
              <a:extLst>
                <a:ext uri="{FF2B5EF4-FFF2-40B4-BE49-F238E27FC236}">
                  <a16:creationId xmlns:a16="http://schemas.microsoft.com/office/drawing/2014/main" id="{3EAD1776-C5B5-6F58-AAEE-6CDD999DE893}"/>
                </a:ext>
              </a:extLst>
            </p:cNvPr>
            <p:cNvSpPr/>
            <p:nvPr/>
          </p:nvSpPr>
          <p:spPr>
            <a:xfrm>
              <a:off x="4113367" y="1552446"/>
              <a:ext cx="36128" cy="36128"/>
            </a:xfrm>
            <a:prstGeom prst="ellipse">
              <a:avLst/>
            </a:prstGeom>
            <a:gradFill flip="none" rotWithShape="1">
              <a:gsLst>
                <a:gs pos="0">
                  <a:srgbClr val="F2F6FB"/>
                </a:gs>
                <a:gs pos="43000">
                  <a:srgbClr val="BFD5EB"/>
                </a:gs>
                <a:gs pos="100000">
                  <a:srgbClr val="93B0CC"/>
                </a:gs>
              </a:gsLst>
              <a:lin ang="2700000" scaled="1"/>
              <a:tileRect/>
            </a:gradFill>
            <a:ln w="2540" cap="rnd" cmpd="sng" algn="ctr">
              <a:noFill/>
              <a:prstDash val="solid"/>
              <a:round/>
              <a:headEnd type="none" w="med" len="med"/>
              <a:tailEnd type="none" w="med" len="med"/>
            </a:ln>
            <a:effectLst/>
          </p:spPr>
        </p:sp>
        <p:sp>
          <p:nvSpPr>
            <p:cNvPr id="1765" name="ellipse_2092">
              <a:extLst>
                <a:ext uri="{FF2B5EF4-FFF2-40B4-BE49-F238E27FC236}">
                  <a16:creationId xmlns:a16="http://schemas.microsoft.com/office/drawing/2014/main" id="{FA427F62-F7CB-B5E5-DF9B-5E62DBB78158}"/>
                </a:ext>
              </a:extLst>
            </p:cNvPr>
            <p:cNvSpPr/>
            <p:nvPr/>
          </p:nvSpPr>
          <p:spPr>
            <a:xfrm>
              <a:off x="4241603" y="1430960"/>
              <a:ext cx="24712" cy="24712"/>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766" name="ellipse_2093">
              <a:extLst>
                <a:ext uri="{FF2B5EF4-FFF2-40B4-BE49-F238E27FC236}">
                  <a16:creationId xmlns:a16="http://schemas.microsoft.com/office/drawing/2014/main" id="{0490AC07-8BBA-79C8-BFED-A7F3104A9642}"/>
                </a:ext>
              </a:extLst>
            </p:cNvPr>
            <p:cNvSpPr/>
            <p:nvPr/>
          </p:nvSpPr>
          <p:spPr>
            <a:xfrm>
              <a:off x="4416989" y="1399138"/>
              <a:ext cx="30911" cy="30911"/>
            </a:xfrm>
            <a:prstGeom prst="ellipse">
              <a:avLst/>
            </a:prstGeom>
            <a:gradFill flip="none" rotWithShape="1">
              <a:gsLst>
                <a:gs pos="0">
                  <a:srgbClr val="FEFEFE"/>
                </a:gs>
                <a:gs pos="43000">
                  <a:srgbClr val="F8F9FB"/>
                </a:gs>
                <a:gs pos="100000">
                  <a:srgbClr val="D5DADF"/>
                </a:gs>
              </a:gsLst>
              <a:lin ang="2700000" scaled="1"/>
              <a:tileRect/>
            </a:gradFill>
            <a:ln w="2540" cap="rnd" cmpd="sng" algn="ctr">
              <a:noFill/>
              <a:prstDash val="solid"/>
              <a:round/>
              <a:headEnd type="none" w="med" len="med"/>
              <a:tailEnd type="none" w="med" len="med"/>
            </a:ln>
            <a:effectLst/>
          </p:spPr>
        </p:sp>
        <p:sp>
          <p:nvSpPr>
            <p:cNvPr id="1767" name="ellipse_2094">
              <a:extLst>
                <a:ext uri="{FF2B5EF4-FFF2-40B4-BE49-F238E27FC236}">
                  <a16:creationId xmlns:a16="http://schemas.microsoft.com/office/drawing/2014/main" id="{952745FD-DE09-503D-CB1F-676407CFC9AA}"/>
                </a:ext>
              </a:extLst>
            </p:cNvPr>
            <p:cNvSpPr/>
            <p:nvPr/>
          </p:nvSpPr>
          <p:spPr>
            <a:xfrm>
              <a:off x="4225009" y="1420091"/>
              <a:ext cx="23096" cy="23096"/>
            </a:xfrm>
            <a:prstGeom prst="ellipse">
              <a:avLst/>
            </a:prstGeom>
            <a:gradFill flip="none" rotWithShape="1">
              <a:gsLst>
                <a:gs pos="0">
                  <a:srgbClr val="E2ECF6"/>
                </a:gs>
                <a:gs pos="43000">
                  <a:srgbClr val="74A6D5"/>
                </a:gs>
                <a:gs pos="100000">
                  <a:srgbClr val="3D79B2"/>
                </a:gs>
              </a:gsLst>
              <a:lin ang="2700000" scaled="1"/>
              <a:tileRect/>
            </a:gradFill>
            <a:ln w="2540" cap="rnd" cmpd="sng" algn="ctr">
              <a:noFill/>
              <a:prstDash val="solid"/>
              <a:round/>
              <a:headEnd type="none" w="med" len="med"/>
              <a:tailEnd type="none" w="med" len="med"/>
            </a:ln>
            <a:effectLst/>
          </p:spPr>
        </p:sp>
        <p:sp>
          <p:nvSpPr>
            <p:cNvPr id="1768" name="ellipse_2095">
              <a:extLst>
                <a:ext uri="{FF2B5EF4-FFF2-40B4-BE49-F238E27FC236}">
                  <a16:creationId xmlns:a16="http://schemas.microsoft.com/office/drawing/2014/main" id="{AF93DE0E-5D93-89DD-D930-545F1B10456E}"/>
                </a:ext>
              </a:extLst>
            </p:cNvPr>
            <p:cNvSpPr/>
            <p:nvPr/>
          </p:nvSpPr>
          <p:spPr>
            <a:xfrm>
              <a:off x="4351890" y="1391469"/>
              <a:ext cx="20643" cy="20643"/>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769" name="ellipse_2096">
              <a:extLst>
                <a:ext uri="{FF2B5EF4-FFF2-40B4-BE49-F238E27FC236}">
                  <a16:creationId xmlns:a16="http://schemas.microsoft.com/office/drawing/2014/main" id="{3AAB646C-5BF7-3BD9-5E0A-47BC3CB52E30}"/>
                </a:ext>
              </a:extLst>
            </p:cNvPr>
            <p:cNvSpPr/>
            <p:nvPr/>
          </p:nvSpPr>
          <p:spPr>
            <a:xfrm>
              <a:off x="4500666" y="1563839"/>
              <a:ext cx="30169" cy="30169"/>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770" name="ellipse_2097">
              <a:extLst>
                <a:ext uri="{FF2B5EF4-FFF2-40B4-BE49-F238E27FC236}">
                  <a16:creationId xmlns:a16="http://schemas.microsoft.com/office/drawing/2014/main" id="{98189645-3058-8E87-8CDD-5FDE6B2C8E79}"/>
                </a:ext>
              </a:extLst>
            </p:cNvPr>
            <p:cNvSpPr/>
            <p:nvPr/>
          </p:nvSpPr>
          <p:spPr>
            <a:xfrm>
              <a:off x="4285092" y="1531884"/>
              <a:ext cx="35504" cy="3550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771" name="ellipse_2098">
              <a:extLst>
                <a:ext uri="{FF2B5EF4-FFF2-40B4-BE49-F238E27FC236}">
                  <a16:creationId xmlns:a16="http://schemas.microsoft.com/office/drawing/2014/main" id="{8FFE06FD-E2CB-DEB1-5E37-8CDE6FD16ED5}"/>
                </a:ext>
              </a:extLst>
            </p:cNvPr>
            <p:cNvSpPr/>
            <p:nvPr/>
          </p:nvSpPr>
          <p:spPr>
            <a:xfrm>
              <a:off x="4478008" y="1554349"/>
              <a:ext cx="26505" cy="26505"/>
            </a:xfrm>
            <a:prstGeom prst="ellipse">
              <a:avLst/>
            </a:prstGeom>
            <a:gradFill flip="none" rotWithShape="1">
              <a:gsLst>
                <a:gs pos="0">
                  <a:srgbClr val="F9FBFD"/>
                </a:gs>
                <a:gs pos="43000">
                  <a:srgbClr val="E2ECF5"/>
                </a:gs>
                <a:gs pos="100000">
                  <a:srgbClr val="BCCAD7"/>
                </a:gs>
              </a:gsLst>
              <a:lin ang="2700000" scaled="1"/>
              <a:tileRect/>
            </a:gradFill>
            <a:ln w="2540" cap="rnd" cmpd="sng" algn="ctr">
              <a:noFill/>
              <a:prstDash val="solid"/>
              <a:round/>
              <a:headEnd type="none" w="med" len="med"/>
              <a:tailEnd type="none" w="med" len="med"/>
            </a:ln>
            <a:effectLst/>
          </p:spPr>
        </p:sp>
        <p:sp>
          <p:nvSpPr>
            <p:cNvPr id="1772" name="ellipse_2099">
              <a:extLst>
                <a:ext uri="{FF2B5EF4-FFF2-40B4-BE49-F238E27FC236}">
                  <a16:creationId xmlns:a16="http://schemas.microsoft.com/office/drawing/2014/main" id="{DCE66A16-64BD-202E-FFE1-79E644DA739C}"/>
                </a:ext>
              </a:extLst>
            </p:cNvPr>
            <p:cNvSpPr/>
            <p:nvPr/>
          </p:nvSpPr>
          <p:spPr>
            <a:xfrm>
              <a:off x="4554728" y="1513181"/>
              <a:ext cx="25082" cy="25082"/>
            </a:xfrm>
            <a:prstGeom prst="ellipse">
              <a:avLst/>
            </a:prstGeom>
            <a:gradFill flip="none" rotWithShape="1">
              <a:gsLst>
                <a:gs pos="0">
                  <a:srgbClr val="F6F9FC"/>
                </a:gs>
                <a:gs pos="43000">
                  <a:srgbClr val="D3E2F1"/>
                </a:gs>
                <a:gs pos="100000">
                  <a:srgbClr val="AABFD2"/>
                </a:gs>
              </a:gsLst>
              <a:lin ang="2700000" scaled="1"/>
              <a:tileRect/>
            </a:gradFill>
            <a:ln w="2540" cap="rnd" cmpd="sng" algn="ctr">
              <a:noFill/>
              <a:prstDash val="solid"/>
              <a:round/>
              <a:headEnd type="none" w="med" len="med"/>
              <a:tailEnd type="none" w="med" len="med"/>
            </a:ln>
            <a:effectLst/>
          </p:spPr>
        </p:sp>
        <p:sp>
          <p:nvSpPr>
            <p:cNvPr id="1773" name="ellipse_2100">
              <a:extLst>
                <a:ext uri="{FF2B5EF4-FFF2-40B4-BE49-F238E27FC236}">
                  <a16:creationId xmlns:a16="http://schemas.microsoft.com/office/drawing/2014/main" id="{77C50F41-8B5A-D1A0-D0AD-0B5B86C5A7CF}"/>
                </a:ext>
              </a:extLst>
            </p:cNvPr>
            <p:cNvSpPr/>
            <p:nvPr/>
          </p:nvSpPr>
          <p:spPr>
            <a:xfrm>
              <a:off x="4437339" y="1438245"/>
              <a:ext cx="26429" cy="26429"/>
            </a:xfrm>
            <a:prstGeom prst="ellipse">
              <a:avLst/>
            </a:prstGeom>
            <a:gradFill flip="none" rotWithShape="1">
              <a:gsLst>
                <a:gs pos="0">
                  <a:srgbClr val="F8E4E5"/>
                </a:gs>
                <a:gs pos="43000">
                  <a:srgbClr val="DD7C81"/>
                </a:gs>
                <a:gs pos="100000">
                  <a:srgbClr val="B64952"/>
                </a:gs>
              </a:gsLst>
              <a:lin ang="2700000" scaled="1"/>
              <a:tileRect/>
            </a:gradFill>
            <a:ln w="2540" cap="rnd" cmpd="sng" algn="ctr">
              <a:noFill/>
              <a:prstDash val="solid"/>
              <a:round/>
              <a:headEnd type="none" w="med" len="med"/>
              <a:tailEnd type="none" w="med" len="med"/>
            </a:ln>
            <a:effectLst/>
          </p:spPr>
        </p:sp>
        <p:sp>
          <p:nvSpPr>
            <p:cNvPr id="1774" name="ellipse_2101">
              <a:extLst>
                <a:ext uri="{FF2B5EF4-FFF2-40B4-BE49-F238E27FC236}">
                  <a16:creationId xmlns:a16="http://schemas.microsoft.com/office/drawing/2014/main" id="{249064B6-F818-2BB7-FFD6-4F406F42ECF2}"/>
                </a:ext>
              </a:extLst>
            </p:cNvPr>
            <p:cNvSpPr/>
            <p:nvPr/>
          </p:nvSpPr>
          <p:spPr>
            <a:xfrm>
              <a:off x="4540638" y="1512355"/>
              <a:ext cx="24065" cy="24065"/>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775" name="ellipse_2102">
              <a:extLst>
                <a:ext uri="{FF2B5EF4-FFF2-40B4-BE49-F238E27FC236}">
                  <a16:creationId xmlns:a16="http://schemas.microsoft.com/office/drawing/2014/main" id="{CC57D1C1-DD7E-9301-B44D-B5827B4CE964}"/>
                </a:ext>
              </a:extLst>
            </p:cNvPr>
            <p:cNvSpPr/>
            <p:nvPr/>
          </p:nvSpPr>
          <p:spPr>
            <a:xfrm>
              <a:off x="4379933" y="1358908"/>
              <a:ext cx="19574" cy="1957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776" name="ellipse_2103">
              <a:extLst>
                <a:ext uri="{FF2B5EF4-FFF2-40B4-BE49-F238E27FC236}">
                  <a16:creationId xmlns:a16="http://schemas.microsoft.com/office/drawing/2014/main" id="{060B784B-8CD9-E54A-AD19-D8AEE51304AE}"/>
                </a:ext>
              </a:extLst>
            </p:cNvPr>
            <p:cNvSpPr/>
            <p:nvPr/>
          </p:nvSpPr>
          <p:spPr>
            <a:xfrm>
              <a:off x="4136927" y="1409448"/>
              <a:ext cx="34734" cy="34734"/>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777" name="ellipse_2104">
              <a:extLst>
                <a:ext uri="{FF2B5EF4-FFF2-40B4-BE49-F238E27FC236}">
                  <a16:creationId xmlns:a16="http://schemas.microsoft.com/office/drawing/2014/main" id="{FA08D5C9-801C-5C99-54B6-5DD18B8C5CC7}"/>
                </a:ext>
              </a:extLst>
            </p:cNvPr>
            <p:cNvSpPr/>
            <p:nvPr/>
          </p:nvSpPr>
          <p:spPr>
            <a:xfrm>
              <a:off x="4185936" y="1432087"/>
              <a:ext cx="35247" cy="3524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778" name="ellipse_2105">
              <a:extLst>
                <a:ext uri="{FF2B5EF4-FFF2-40B4-BE49-F238E27FC236}">
                  <a16:creationId xmlns:a16="http://schemas.microsoft.com/office/drawing/2014/main" id="{77128847-B0BA-166F-201B-B23E7AD3ABA8}"/>
                </a:ext>
              </a:extLst>
            </p:cNvPr>
            <p:cNvSpPr/>
            <p:nvPr/>
          </p:nvSpPr>
          <p:spPr>
            <a:xfrm>
              <a:off x="4160777" y="1485033"/>
              <a:ext cx="33010" cy="3301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779" name="ellipse_2106">
              <a:extLst>
                <a:ext uri="{FF2B5EF4-FFF2-40B4-BE49-F238E27FC236}">
                  <a16:creationId xmlns:a16="http://schemas.microsoft.com/office/drawing/2014/main" id="{4552C83A-FEF6-C8E3-A4CF-E5D048E5179D}"/>
                </a:ext>
              </a:extLst>
            </p:cNvPr>
            <p:cNvSpPr/>
            <p:nvPr/>
          </p:nvSpPr>
          <p:spPr>
            <a:xfrm>
              <a:off x="4156764" y="1588952"/>
              <a:ext cx="33812" cy="33812"/>
            </a:xfrm>
            <a:prstGeom prst="ellipse">
              <a:avLst/>
            </a:prstGeom>
            <a:gradFill flip="none" rotWithShape="1">
              <a:gsLst>
                <a:gs pos="0">
                  <a:srgbClr val="FAFCFD"/>
                </a:gs>
                <a:gs pos="43000">
                  <a:srgbClr val="E7EFF6"/>
                </a:gs>
                <a:gs pos="100000">
                  <a:srgbClr val="C2CED9"/>
                </a:gs>
              </a:gsLst>
              <a:lin ang="2700000" scaled="1"/>
              <a:tileRect/>
            </a:gradFill>
            <a:ln w="2540" cap="rnd" cmpd="sng" algn="ctr">
              <a:noFill/>
              <a:prstDash val="solid"/>
              <a:round/>
              <a:headEnd type="none" w="med" len="med"/>
              <a:tailEnd type="none" w="med" len="med"/>
            </a:ln>
            <a:effectLst/>
          </p:spPr>
        </p:sp>
        <p:sp>
          <p:nvSpPr>
            <p:cNvPr id="1780" name="ellipse_2107">
              <a:extLst>
                <a:ext uri="{FF2B5EF4-FFF2-40B4-BE49-F238E27FC236}">
                  <a16:creationId xmlns:a16="http://schemas.microsoft.com/office/drawing/2014/main" id="{1A000040-E7B4-B500-E195-D6D2D2330789}"/>
                </a:ext>
              </a:extLst>
            </p:cNvPr>
            <p:cNvSpPr/>
            <p:nvPr/>
          </p:nvSpPr>
          <p:spPr>
            <a:xfrm>
              <a:off x="4477325" y="1432896"/>
              <a:ext cx="23702" cy="23702"/>
            </a:xfrm>
            <a:prstGeom prst="ellipse">
              <a:avLst/>
            </a:prstGeom>
            <a:gradFill flip="none" rotWithShape="1">
              <a:gsLst>
                <a:gs pos="0">
                  <a:srgbClr val="FAECED"/>
                </a:gs>
                <a:gs pos="43000">
                  <a:srgbClr val="E6A5A9"/>
                </a:gs>
                <a:gs pos="100000">
                  <a:srgbClr val="C07880"/>
                </a:gs>
              </a:gsLst>
              <a:lin ang="2700000" scaled="1"/>
              <a:tileRect/>
            </a:gradFill>
            <a:ln w="2540" cap="rnd" cmpd="sng" algn="ctr">
              <a:noFill/>
              <a:prstDash val="solid"/>
              <a:round/>
              <a:headEnd type="none" w="med" len="med"/>
              <a:tailEnd type="none" w="med" len="med"/>
            </a:ln>
            <a:effectLst/>
          </p:spPr>
        </p:sp>
        <p:sp>
          <p:nvSpPr>
            <p:cNvPr id="1781" name="ellipse_2108">
              <a:extLst>
                <a:ext uri="{FF2B5EF4-FFF2-40B4-BE49-F238E27FC236}">
                  <a16:creationId xmlns:a16="http://schemas.microsoft.com/office/drawing/2014/main" id="{8EDEF44D-E385-C3F0-C228-C602331FBC04}"/>
                </a:ext>
              </a:extLst>
            </p:cNvPr>
            <p:cNvSpPr/>
            <p:nvPr/>
          </p:nvSpPr>
          <p:spPr>
            <a:xfrm>
              <a:off x="4277073" y="1643617"/>
              <a:ext cx="28926" cy="28926"/>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782" name="ellipse_2109">
              <a:extLst>
                <a:ext uri="{FF2B5EF4-FFF2-40B4-BE49-F238E27FC236}">
                  <a16:creationId xmlns:a16="http://schemas.microsoft.com/office/drawing/2014/main" id="{0AF0AFB4-13F5-7151-1CE6-8281A5EEFC1E}"/>
                </a:ext>
              </a:extLst>
            </p:cNvPr>
            <p:cNvSpPr/>
            <p:nvPr/>
          </p:nvSpPr>
          <p:spPr>
            <a:xfrm>
              <a:off x="4232832" y="1587878"/>
              <a:ext cx="32331" cy="3233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783" name="ellipse_2110">
              <a:extLst>
                <a:ext uri="{FF2B5EF4-FFF2-40B4-BE49-F238E27FC236}">
                  <a16:creationId xmlns:a16="http://schemas.microsoft.com/office/drawing/2014/main" id="{23FF43CF-B48E-630C-0B72-9552B5CD41CE}"/>
                </a:ext>
              </a:extLst>
            </p:cNvPr>
            <p:cNvSpPr/>
            <p:nvPr/>
          </p:nvSpPr>
          <p:spPr>
            <a:xfrm>
              <a:off x="4366549" y="1446303"/>
              <a:ext cx="19768" cy="19768"/>
            </a:xfrm>
            <a:prstGeom prst="ellipse">
              <a:avLst/>
            </a:prstGeom>
            <a:gradFill flip="none" rotWithShape="1">
              <a:gsLst>
                <a:gs pos="0">
                  <a:srgbClr val="FCF6F7"/>
                </a:gs>
                <a:gs pos="43000">
                  <a:srgbClr val="F0D6D9"/>
                </a:gs>
                <a:gs pos="100000">
                  <a:srgbClr val="CCB1B7"/>
                </a:gs>
              </a:gsLst>
              <a:lin ang="2700000" scaled="1"/>
              <a:tileRect/>
            </a:gradFill>
            <a:ln w="2540" cap="rnd" cmpd="sng" algn="ctr">
              <a:noFill/>
              <a:prstDash val="solid"/>
              <a:round/>
              <a:headEnd type="none" w="med" len="med"/>
              <a:tailEnd type="none" w="med" len="med"/>
            </a:ln>
            <a:effectLst/>
          </p:spPr>
        </p:sp>
        <p:sp>
          <p:nvSpPr>
            <p:cNvPr id="1784" name="ellipse_2111">
              <a:extLst>
                <a:ext uri="{FF2B5EF4-FFF2-40B4-BE49-F238E27FC236}">
                  <a16:creationId xmlns:a16="http://schemas.microsoft.com/office/drawing/2014/main" id="{7E7B98C1-A16B-B334-468D-8DBEFEFD9C6D}"/>
                </a:ext>
              </a:extLst>
            </p:cNvPr>
            <p:cNvSpPr/>
            <p:nvPr/>
          </p:nvSpPr>
          <p:spPr>
            <a:xfrm>
              <a:off x="4319837" y="1616419"/>
              <a:ext cx="29048" cy="290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85" name="ellipse_2112">
              <a:extLst>
                <a:ext uri="{FF2B5EF4-FFF2-40B4-BE49-F238E27FC236}">
                  <a16:creationId xmlns:a16="http://schemas.microsoft.com/office/drawing/2014/main" id="{3BA026B6-BA8A-2E20-02E2-1C7280247750}"/>
                </a:ext>
              </a:extLst>
            </p:cNvPr>
            <p:cNvSpPr/>
            <p:nvPr/>
          </p:nvSpPr>
          <p:spPr>
            <a:xfrm>
              <a:off x="4162910" y="1486420"/>
              <a:ext cx="24489" cy="24489"/>
            </a:xfrm>
            <a:prstGeom prst="ellipse">
              <a:avLst/>
            </a:prstGeom>
            <a:gradFill flip="none" rotWithShape="1">
              <a:gsLst>
                <a:gs pos="0">
                  <a:srgbClr val="E4EDF7"/>
                </a:gs>
                <a:gs pos="43000">
                  <a:srgbClr val="7BABD7"/>
                </a:gs>
                <a:gs pos="100000">
                  <a:srgbClr val="457FB4"/>
                </a:gs>
              </a:gsLst>
              <a:lin ang="2700000" scaled="1"/>
              <a:tileRect/>
            </a:gradFill>
            <a:ln w="2540" cap="rnd" cmpd="sng" algn="ctr">
              <a:noFill/>
              <a:prstDash val="solid"/>
              <a:round/>
              <a:headEnd type="none" w="med" len="med"/>
              <a:tailEnd type="none" w="med" len="med"/>
            </a:ln>
            <a:effectLst/>
          </p:spPr>
        </p:sp>
        <p:sp>
          <p:nvSpPr>
            <p:cNvPr id="1786" name="ellipse_2113">
              <a:extLst>
                <a:ext uri="{FF2B5EF4-FFF2-40B4-BE49-F238E27FC236}">
                  <a16:creationId xmlns:a16="http://schemas.microsoft.com/office/drawing/2014/main" id="{8A548621-1226-DEE1-4C52-394E0A6255D4}"/>
                </a:ext>
              </a:extLst>
            </p:cNvPr>
            <p:cNvSpPr/>
            <p:nvPr/>
          </p:nvSpPr>
          <p:spPr>
            <a:xfrm>
              <a:off x="4477711" y="1630434"/>
              <a:ext cx="31074" cy="31074"/>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787" name="ellipse_2114">
              <a:extLst>
                <a:ext uri="{FF2B5EF4-FFF2-40B4-BE49-F238E27FC236}">
                  <a16:creationId xmlns:a16="http://schemas.microsoft.com/office/drawing/2014/main" id="{CEE9C097-F8F6-6EE3-4940-8457A2775DB1}"/>
                </a:ext>
              </a:extLst>
            </p:cNvPr>
            <p:cNvSpPr/>
            <p:nvPr/>
          </p:nvSpPr>
          <p:spPr>
            <a:xfrm>
              <a:off x="4561895" y="1404845"/>
              <a:ext cx="32842" cy="32842"/>
            </a:xfrm>
            <a:prstGeom prst="ellipse">
              <a:avLst/>
            </a:prstGeom>
            <a:gradFill flip="none" rotWithShape="1">
              <a:gsLst>
                <a:gs pos="0">
                  <a:srgbClr val="EBF2F9"/>
                </a:gs>
                <a:gs pos="43000">
                  <a:srgbClr val="9FC1E1"/>
                </a:gs>
                <a:gs pos="100000">
                  <a:srgbClr val="6F99C0"/>
                </a:gs>
              </a:gsLst>
              <a:lin ang="2700000" scaled="1"/>
              <a:tileRect/>
            </a:gradFill>
            <a:ln w="2540" cap="rnd" cmpd="sng" algn="ctr">
              <a:noFill/>
              <a:prstDash val="solid"/>
              <a:round/>
              <a:headEnd type="none" w="med" len="med"/>
              <a:tailEnd type="none" w="med" len="med"/>
            </a:ln>
            <a:effectLst/>
          </p:spPr>
        </p:sp>
        <p:sp>
          <p:nvSpPr>
            <p:cNvPr id="1788" name="ellipse_2115">
              <a:extLst>
                <a:ext uri="{FF2B5EF4-FFF2-40B4-BE49-F238E27FC236}">
                  <a16:creationId xmlns:a16="http://schemas.microsoft.com/office/drawing/2014/main" id="{72EA503D-9656-4CE4-85AF-F144213C1938}"/>
                </a:ext>
              </a:extLst>
            </p:cNvPr>
            <p:cNvSpPr/>
            <p:nvPr/>
          </p:nvSpPr>
          <p:spPr>
            <a:xfrm>
              <a:off x="4215117" y="1531671"/>
              <a:ext cx="31068" cy="31068"/>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789" name="ellipse_2116">
              <a:extLst>
                <a:ext uri="{FF2B5EF4-FFF2-40B4-BE49-F238E27FC236}">
                  <a16:creationId xmlns:a16="http://schemas.microsoft.com/office/drawing/2014/main" id="{DED678EB-406D-687A-CF83-38E01CFC07D5}"/>
                </a:ext>
              </a:extLst>
            </p:cNvPr>
            <p:cNvSpPr/>
            <p:nvPr/>
          </p:nvSpPr>
          <p:spPr>
            <a:xfrm>
              <a:off x="4305476" y="1587179"/>
              <a:ext cx="22676" cy="22676"/>
            </a:xfrm>
            <a:prstGeom prst="ellipse">
              <a:avLst/>
            </a:prstGeom>
            <a:gradFill flip="none" rotWithShape="1">
              <a:gsLst>
                <a:gs pos="0">
                  <a:srgbClr val="E8F0F8"/>
                </a:gs>
                <a:gs pos="43000">
                  <a:srgbClr val="8FB6DC"/>
                </a:gs>
                <a:gs pos="100000">
                  <a:srgbClr val="5C8CBA"/>
                </a:gs>
              </a:gsLst>
              <a:lin ang="2700000" scaled="1"/>
              <a:tileRect/>
            </a:gradFill>
            <a:ln w="2540" cap="rnd" cmpd="sng" algn="ctr">
              <a:noFill/>
              <a:prstDash val="solid"/>
              <a:round/>
              <a:headEnd type="none" w="med" len="med"/>
              <a:tailEnd type="none" w="med" len="med"/>
            </a:ln>
            <a:effectLst/>
          </p:spPr>
        </p:sp>
        <p:sp>
          <p:nvSpPr>
            <p:cNvPr id="1790" name="ellipse_2117">
              <a:extLst>
                <a:ext uri="{FF2B5EF4-FFF2-40B4-BE49-F238E27FC236}">
                  <a16:creationId xmlns:a16="http://schemas.microsoft.com/office/drawing/2014/main" id="{89618EEF-48D8-B99B-A566-5BC83F78E7B4}"/>
                </a:ext>
              </a:extLst>
            </p:cNvPr>
            <p:cNvSpPr/>
            <p:nvPr/>
          </p:nvSpPr>
          <p:spPr>
            <a:xfrm>
              <a:off x="4603877" y="1581641"/>
              <a:ext cx="20231" cy="20231"/>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1" name="ellipse_2118">
              <a:extLst>
                <a:ext uri="{FF2B5EF4-FFF2-40B4-BE49-F238E27FC236}">
                  <a16:creationId xmlns:a16="http://schemas.microsoft.com/office/drawing/2014/main" id="{69F2330B-9AD1-8D62-2F58-56D7BC3523EE}"/>
                </a:ext>
              </a:extLst>
            </p:cNvPr>
            <p:cNvSpPr/>
            <p:nvPr/>
          </p:nvSpPr>
          <p:spPr>
            <a:xfrm>
              <a:off x="4148220" y="1473747"/>
              <a:ext cx="36222" cy="36222"/>
            </a:xfrm>
            <a:prstGeom prst="ellipse">
              <a:avLst/>
            </a:prstGeom>
            <a:gradFill flip="none" rotWithShape="1">
              <a:gsLst>
                <a:gs pos="0">
                  <a:srgbClr val="E3EDF6"/>
                </a:gs>
                <a:gs pos="43000">
                  <a:srgbClr val="78A8D5"/>
                </a:gs>
                <a:gs pos="100000">
                  <a:srgbClr val="417CB3"/>
                </a:gs>
              </a:gsLst>
              <a:lin ang="2700000" scaled="1"/>
              <a:tileRect/>
            </a:gradFill>
            <a:ln w="2540" cap="rnd" cmpd="sng" algn="ctr">
              <a:noFill/>
              <a:prstDash val="solid"/>
              <a:round/>
              <a:headEnd type="none" w="med" len="med"/>
              <a:tailEnd type="none" w="med" len="med"/>
            </a:ln>
            <a:effectLst/>
          </p:spPr>
        </p:sp>
        <p:sp>
          <p:nvSpPr>
            <p:cNvPr id="1792" name="ellipse_2119">
              <a:extLst>
                <a:ext uri="{FF2B5EF4-FFF2-40B4-BE49-F238E27FC236}">
                  <a16:creationId xmlns:a16="http://schemas.microsoft.com/office/drawing/2014/main" id="{3F99D8F5-58BE-1377-7404-D5379FB3A85E}"/>
                </a:ext>
              </a:extLst>
            </p:cNvPr>
            <p:cNvSpPr/>
            <p:nvPr/>
          </p:nvSpPr>
          <p:spPr>
            <a:xfrm>
              <a:off x="4552698" y="1554585"/>
              <a:ext cx="29289" cy="29289"/>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793" name="ellipse_2120">
              <a:extLst>
                <a:ext uri="{FF2B5EF4-FFF2-40B4-BE49-F238E27FC236}">
                  <a16:creationId xmlns:a16="http://schemas.microsoft.com/office/drawing/2014/main" id="{7CF26033-9F35-95BE-4872-F3B5EC230C3A}"/>
                </a:ext>
              </a:extLst>
            </p:cNvPr>
            <p:cNvSpPr/>
            <p:nvPr/>
          </p:nvSpPr>
          <p:spPr>
            <a:xfrm>
              <a:off x="4303221" y="1630068"/>
              <a:ext cx="26948" cy="26948"/>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794" name="ellipse_2121">
              <a:extLst>
                <a:ext uri="{FF2B5EF4-FFF2-40B4-BE49-F238E27FC236}">
                  <a16:creationId xmlns:a16="http://schemas.microsoft.com/office/drawing/2014/main" id="{209D44EF-ABCA-50A1-F9C7-09C8659D775B}"/>
                </a:ext>
              </a:extLst>
            </p:cNvPr>
            <p:cNvSpPr/>
            <p:nvPr/>
          </p:nvSpPr>
          <p:spPr>
            <a:xfrm>
              <a:off x="4478501" y="1592646"/>
              <a:ext cx="34960" cy="34960"/>
            </a:xfrm>
            <a:prstGeom prst="ellipse">
              <a:avLst/>
            </a:prstGeom>
            <a:gradFill flip="none" rotWithShape="1">
              <a:gsLst>
                <a:gs pos="0">
                  <a:srgbClr val="E7F0F8"/>
                </a:gs>
                <a:gs pos="43000">
                  <a:srgbClr val="8CB5DB"/>
                </a:gs>
                <a:gs pos="100000">
                  <a:srgbClr val="588BB9"/>
                </a:gs>
              </a:gsLst>
              <a:lin ang="2700000" scaled="1"/>
              <a:tileRect/>
            </a:gradFill>
            <a:ln w="2540" cap="rnd" cmpd="sng" algn="ctr">
              <a:noFill/>
              <a:prstDash val="solid"/>
              <a:round/>
              <a:headEnd type="none" w="med" len="med"/>
              <a:tailEnd type="none" w="med" len="med"/>
            </a:ln>
            <a:effectLst/>
          </p:spPr>
        </p:sp>
        <p:sp>
          <p:nvSpPr>
            <p:cNvPr id="1795" name="ellipse_2122">
              <a:extLst>
                <a:ext uri="{FF2B5EF4-FFF2-40B4-BE49-F238E27FC236}">
                  <a16:creationId xmlns:a16="http://schemas.microsoft.com/office/drawing/2014/main" id="{6E294A8E-F28C-EA21-B55C-DC75F472D7C6}"/>
                </a:ext>
              </a:extLst>
            </p:cNvPr>
            <p:cNvSpPr/>
            <p:nvPr/>
          </p:nvSpPr>
          <p:spPr>
            <a:xfrm>
              <a:off x="4565932" y="1590332"/>
              <a:ext cx="28306" cy="28306"/>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796" name="ellipse_2123">
              <a:extLst>
                <a:ext uri="{FF2B5EF4-FFF2-40B4-BE49-F238E27FC236}">
                  <a16:creationId xmlns:a16="http://schemas.microsoft.com/office/drawing/2014/main" id="{1BC804C8-127E-0AA3-E009-86A7258DF5AC}"/>
                </a:ext>
              </a:extLst>
            </p:cNvPr>
            <p:cNvSpPr/>
            <p:nvPr/>
          </p:nvSpPr>
          <p:spPr>
            <a:xfrm>
              <a:off x="4059567" y="1420321"/>
              <a:ext cx="25021" cy="25021"/>
            </a:xfrm>
            <a:prstGeom prst="ellipse">
              <a:avLst/>
            </a:prstGeom>
            <a:gradFill flip="none" rotWithShape="1">
              <a:gsLst>
                <a:gs pos="0">
                  <a:srgbClr val="E1ECF6"/>
                </a:gs>
                <a:gs pos="43000">
                  <a:srgbClr val="70A3D3"/>
                </a:gs>
                <a:gs pos="100000">
                  <a:srgbClr val="3876B0"/>
                </a:gs>
              </a:gsLst>
              <a:lin ang="2700000" scaled="1"/>
              <a:tileRect/>
            </a:gradFill>
            <a:ln w="2540" cap="rnd" cmpd="sng" algn="ctr">
              <a:noFill/>
              <a:prstDash val="solid"/>
              <a:round/>
              <a:headEnd type="none" w="med" len="med"/>
              <a:tailEnd type="none" w="med" len="med"/>
            </a:ln>
            <a:effectLst/>
          </p:spPr>
        </p:sp>
        <p:sp>
          <p:nvSpPr>
            <p:cNvPr id="1797" name="ellipse_2124">
              <a:extLst>
                <a:ext uri="{FF2B5EF4-FFF2-40B4-BE49-F238E27FC236}">
                  <a16:creationId xmlns:a16="http://schemas.microsoft.com/office/drawing/2014/main" id="{276F0B44-507B-31C5-C786-1119E704151C}"/>
                </a:ext>
              </a:extLst>
            </p:cNvPr>
            <p:cNvSpPr/>
            <p:nvPr/>
          </p:nvSpPr>
          <p:spPr>
            <a:xfrm>
              <a:off x="4454981" y="1419123"/>
              <a:ext cx="20719" cy="20719"/>
            </a:xfrm>
            <a:prstGeom prst="ellipse">
              <a:avLst/>
            </a:prstGeom>
            <a:gradFill flip="none" rotWithShape="1">
              <a:gsLst>
                <a:gs pos="0">
                  <a:srgbClr val="FBF3F4"/>
                </a:gs>
                <a:gs pos="43000">
                  <a:srgbClr val="EDC5C9"/>
                </a:gs>
                <a:gs pos="100000">
                  <a:srgbClr val="C89EA5"/>
                </a:gs>
              </a:gsLst>
              <a:lin ang="2700000" scaled="1"/>
              <a:tileRect/>
            </a:gradFill>
            <a:ln w="2540" cap="rnd" cmpd="sng" algn="ctr">
              <a:noFill/>
              <a:prstDash val="solid"/>
              <a:round/>
              <a:headEnd type="none" w="med" len="med"/>
              <a:tailEnd type="none" w="med" len="med"/>
            </a:ln>
            <a:effectLst/>
          </p:spPr>
        </p:sp>
        <p:sp>
          <p:nvSpPr>
            <p:cNvPr id="1798" name="ellipse_2125">
              <a:extLst>
                <a:ext uri="{FF2B5EF4-FFF2-40B4-BE49-F238E27FC236}">
                  <a16:creationId xmlns:a16="http://schemas.microsoft.com/office/drawing/2014/main" id="{40B18D8B-E1CA-81DD-0025-83D9F5B9B79C}"/>
                </a:ext>
              </a:extLst>
            </p:cNvPr>
            <p:cNvSpPr/>
            <p:nvPr/>
          </p:nvSpPr>
          <p:spPr>
            <a:xfrm>
              <a:off x="4213951" y="1613938"/>
              <a:ext cx="30623" cy="30623"/>
            </a:xfrm>
            <a:prstGeom prst="ellipse">
              <a:avLst/>
            </a:prstGeom>
            <a:gradFill flip="none" rotWithShape="1">
              <a:gsLst>
                <a:gs pos="0">
                  <a:srgbClr val="F1F6FA"/>
                </a:gs>
                <a:gs pos="43000">
                  <a:srgbClr val="BCD3E9"/>
                </a:gs>
                <a:gs pos="100000">
                  <a:srgbClr val="90AECA"/>
                </a:gs>
              </a:gsLst>
              <a:lin ang="2700000" scaled="1"/>
              <a:tileRect/>
            </a:gradFill>
            <a:ln w="2540" cap="rnd" cmpd="sng" algn="ctr">
              <a:noFill/>
              <a:prstDash val="solid"/>
              <a:round/>
              <a:headEnd type="none" w="med" len="med"/>
              <a:tailEnd type="none" w="med" len="med"/>
            </a:ln>
            <a:effectLst/>
          </p:spPr>
        </p:sp>
        <p:sp>
          <p:nvSpPr>
            <p:cNvPr id="1799" name="ellipse_2126">
              <a:extLst>
                <a:ext uri="{FF2B5EF4-FFF2-40B4-BE49-F238E27FC236}">
                  <a16:creationId xmlns:a16="http://schemas.microsoft.com/office/drawing/2014/main" id="{DF024F9A-4C76-48B1-7BAD-E6162B35C38E}"/>
                </a:ext>
              </a:extLst>
            </p:cNvPr>
            <p:cNvSpPr/>
            <p:nvPr/>
          </p:nvSpPr>
          <p:spPr>
            <a:xfrm>
              <a:off x="4448861" y="1530866"/>
              <a:ext cx="30010" cy="30010"/>
            </a:xfrm>
            <a:prstGeom prst="ellipse">
              <a:avLst/>
            </a:prstGeom>
            <a:gradFill flip="none" rotWithShape="1">
              <a:gsLst>
                <a:gs pos="0">
                  <a:srgbClr val="FBF1F2"/>
                </a:gs>
                <a:gs pos="43000">
                  <a:srgbClr val="EBBDC0"/>
                </a:gs>
                <a:gs pos="100000">
                  <a:srgbClr val="C6949A"/>
                </a:gs>
              </a:gsLst>
              <a:lin ang="2700000" scaled="1"/>
              <a:tileRect/>
            </a:gradFill>
            <a:ln w="2540" cap="rnd" cmpd="sng" algn="ctr">
              <a:noFill/>
              <a:prstDash val="solid"/>
              <a:round/>
              <a:headEnd type="none" w="med" len="med"/>
              <a:tailEnd type="none" w="med" len="med"/>
            </a:ln>
            <a:effectLst/>
          </p:spPr>
        </p:sp>
        <p:sp>
          <p:nvSpPr>
            <p:cNvPr id="1800" name="ellipse_2127">
              <a:extLst>
                <a:ext uri="{FF2B5EF4-FFF2-40B4-BE49-F238E27FC236}">
                  <a16:creationId xmlns:a16="http://schemas.microsoft.com/office/drawing/2014/main" id="{D11FD325-60A4-A938-D014-05D6B586A2C3}"/>
                </a:ext>
              </a:extLst>
            </p:cNvPr>
            <p:cNvSpPr/>
            <p:nvPr/>
          </p:nvSpPr>
          <p:spPr>
            <a:xfrm>
              <a:off x="4187439" y="1437250"/>
              <a:ext cx="22091" cy="22091"/>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1" name="ellipse_2128">
              <a:extLst>
                <a:ext uri="{FF2B5EF4-FFF2-40B4-BE49-F238E27FC236}">
                  <a16:creationId xmlns:a16="http://schemas.microsoft.com/office/drawing/2014/main" id="{9F589DC5-07B2-D58D-F462-2A7277B79610}"/>
                </a:ext>
              </a:extLst>
            </p:cNvPr>
            <p:cNvSpPr/>
            <p:nvPr/>
          </p:nvSpPr>
          <p:spPr>
            <a:xfrm>
              <a:off x="4156267" y="1447360"/>
              <a:ext cx="27517" cy="2751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02" name="ellipse_2129">
              <a:extLst>
                <a:ext uri="{FF2B5EF4-FFF2-40B4-BE49-F238E27FC236}">
                  <a16:creationId xmlns:a16="http://schemas.microsoft.com/office/drawing/2014/main" id="{6200D936-ECFA-A1EC-3976-90A295990247}"/>
                </a:ext>
              </a:extLst>
            </p:cNvPr>
            <p:cNvSpPr/>
            <p:nvPr/>
          </p:nvSpPr>
          <p:spPr>
            <a:xfrm>
              <a:off x="4513687" y="1593956"/>
              <a:ext cx="26924" cy="26924"/>
            </a:xfrm>
            <a:prstGeom prst="ellipse">
              <a:avLst/>
            </a:prstGeom>
            <a:gradFill flip="none" rotWithShape="1">
              <a:gsLst>
                <a:gs pos="0">
                  <a:srgbClr val="E6EFF7"/>
                </a:gs>
                <a:gs pos="43000">
                  <a:srgbClr val="87B2DA"/>
                </a:gs>
                <a:gs pos="100000">
                  <a:srgbClr val="5387B8"/>
                </a:gs>
              </a:gsLst>
              <a:lin ang="2700000" scaled="1"/>
              <a:tileRect/>
            </a:gradFill>
            <a:ln w="2540" cap="rnd" cmpd="sng" algn="ctr">
              <a:noFill/>
              <a:prstDash val="solid"/>
              <a:round/>
              <a:headEnd type="none" w="med" len="med"/>
              <a:tailEnd type="none" w="med" len="med"/>
            </a:ln>
            <a:effectLst/>
          </p:spPr>
        </p:sp>
        <p:sp>
          <p:nvSpPr>
            <p:cNvPr id="1803" name="ellipse_2130">
              <a:extLst>
                <a:ext uri="{FF2B5EF4-FFF2-40B4-BE49-F238E27FC236}">
                  <a16:creationId xmlns:a16="http://schemas.microsoft.com/office/drawing/2014/main" id="{5679C4A3-A590-F320-CA55-EFC0FEB3A3FD}"/>
                </a:ext>
              </a:extLst>
            </p:cNvPr>
            <p:cNvSpPr/>
            <p:nvPr/>
          </p:nvSpPr>
          <p:spPr>
            <a:xfrm>
              <a:off x="4475672" y="1534775"/>
              <a:ext cx="19735" cy="19735"/>
            </a:xfrm>
            <a:prstGeom prst="ellipse">
              <a:avLst/>
            </a:prstGeom>
            <a:gradFill flip="none" rotWithShape="1">
              <a:gsLst>
                <a:gs pos="0">
                  <a:srgbClr val="FBF3F4"/>
                </a:gs>
                <a:gs pos="43000">
                  <a:srgbClr val="ECC5C8"/>
                </a:gs>
                <a:gs pos="100000">
                  <a:srgbClr val="C79DA4"/>
                </a:gs>
              </a:gsLst>
              <a:lin ang="2700000" scaled="1"/>
              <a:tileRect/>
            </a:gradFill>
            <a:ln w="2540" cap="rnd" cmpd="sng" algn="ctr">
              <a:noFill/>
              <a:prstDash val="solid"/>
              <a:round/>
              <a:headEnd type="none" w="med" len="med"/>
              <a:tailEnd type="none" w="med" len="med"/>
            </a:ln>
            <a:effectLst/>
          </p:spPr>
        </p:sp>
        <p:sp>
          <p:nvSpPr>
            <p:cNvPr id="1804" name="ellipse_2131">
              <a:extLst>
                <a:ext uri="{FF2B5EF4-FFF2-40B4-BE49-F238E27FC236}">
                  <a16:creationId xmlns:a16="http://schemas.microsoft.com/office/drawing/2014/main" id="{8360672F-84DC-D8A3-D83A-1989AA5BAF61}"/>
                </a:ext>
              </a:extLst>
            </p:cNvPr>
            <p:cNvSpPr/>
            <p:nvPr/>
          </p:nvSpPr>
          <p:spPr>
            <a:xfrm>
              <a:off x="4177150" y="1479714"/>
              <a:ext cx="34047" cy="34047"/>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805" name="ellipse_2132">
              <a:extLst>
                <a:ext uri="{FF2B5EF4-FFF2-40B4-BE49-F238E27FC236}">
                  <a16:creationId xmlns:a16="http://schemas.microsoft.com/office/drawing/2014/main" id="{470B6575-1946-A9F8-FC08-85241C868957}"/>
                </a:ext>
              </a:extLst>
            </p:cNvPr>
            <p:cNvSpPr/>
            <p:nvPr/>
          </p:nvSpPr>
          <p:spPr>
            <a:xfrm>
              <a:off x="4169230" y="1457714"/>
              <a:ext cx="24475" cy="24475"/>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06" name="ellipse_2133">
              <a:extLst>
                <a:ext uri="{FF2B5EF4-FFF2-40B4-BE49-F238E27FC236}">
                  <a16:creationId xmlns:a16="http://schemas.microsoft.com/office/drawing/2014/main" id="{DFF9378C-C513-EE52-BE77-7C4D53173188}"/>
                </a:ext>
              </a:extLst>
            </p:cNvPr>
            <p:cNvSpPr/>
            <p:nvPr/>
          </p:nvSpPr>
          <p:spPr>
            <a:xfrm>
              <a:off x="4250267" y="1611599"/>
              <a:ext cx="27208" cy="27208"/>
            </a:xfrm>
            <a:prstGeom prst="ellipse">
              <a:avLst/>
            </a:prstGeom>
            <a:gradFill flip="none" rotWithShape="1">
              <a:gsLst>
                <a:gs pos="0">
                  <a:srgbClr val="ECF3F9"/>
                </a:gs>
                <a:gs pos="43000">
                  <a:srgbClr val="A4C5E3"/>
                </a:gs>
                <a:gs pos="100000">
                  <a:srgbClr val="749DC2"/>
                </a:gs>
              </a:gsLst>
              <a:lin ang="2700000" scaled="1"/>
              <a:tileRect/>
            </a:gradFill>
            <a:ln w="2540" cap="rnd" cmpd="sng" algn="ctr">
              <a:noFill/>
              <a:prstDash val="solid"/>
              <a:round/>
              <a:headEnd type="none" w="med" len="med"/>
              <a:tailEnd type="none" w="med" len="med"/>
            </a:ln>
            <a:effectLst/>
          </p:spPr>
        </p:sp>
        <p:sp>
          <p:nvSpPr>
            <p:cNvPr id="1807" name="ellipse_2134">
              <a:extLst>
                <a:ext uri="{FF2B5EF4-FFF2-40B4-BE49-F238E27FC236}">
                  <a16:creationId xmlns:a16="http://schemas.microsoft.com/office/drawing/2014/main" id="{88B2AB24-8B7E-3A08-45D1-3EC5BC2A3971}"/>
                </a:ext>
              </a:extLst>
            </p:cNvPr>
            <p:cNvSpPr/>
            <p:nvPr/>
          </p:nvSpPr>
          <p:spPr>
            <a:xfrm>
              <a:off x="4316540" y="1649280"/>
              <a:ext cx="31638" cy="31638"/>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08" name="ellipse_2135">
              <a:extLst>
                <a:ext uri="{FF2B5EF4-FFF2-40B4-BE49-F238E27FC236}">
                  <a16:creationId xmlns:a16="http://schemas.microsoft.com/office/drawing/2014/main" id="{0036F3F9-9E6E-793F-4EEB-F9AAFA4A9026}"/>
                </a:ext>
              </a:extLst>
            </p:cNvPr>
            <p:cNvSpPr/>
            <p:nvPr/>
          </p:nvSpPr>
          <p:spPr>
            <a:xfrm>
              <a:off x="4145317" y="1562114"/>
              <a:ext cx="29616" cy="29616"/>
            </a:xfrm>
            <a:prstGeom prst="ellipse">
              <a:avLst/>
            </a:prstGeom>
            <a:gradFill flip="none" rotWithShape="1">
              <a:gsLst>
                <a:gs pos="0">
                  <a:srgbClr val="F8FAFC"/>
                </a:gs>
                <a:gs pos="43000">
                  <a:srgbClr val="DBE7F3"/>
                </a:gs>
                <a:gs pos="100000">
                  <a:srgbClr val="B4C4D5"/>
                </a:gs>
              </a:gsLst>
              <a:lin ang="2700000" scaled="1"/>
              <a:tileRect/>
            </a:gradFill>
            <a:ln w="2540" cap="rnd" cmpd="sng" algn="ctr">
              <a:noFill/>
              <a:prstDash val="solid"/>
              <a:round/>
              <a:headEnd type="none" w="med" len="med"/>
              <a:tailEnd type="none" w="med" len="med"/>
            </a:ln>
            <a:effectLst/>
          </p:spPr>
        </p:sp>
        <p:sp>
          <p:nvSpPr>
            <p:cNvPr id="1809" name="ellipse_2136">
              <a:extLst>
                <a:ext uri="{FF2B5EF4-FFF2-40B4-BE49-F238E27FC236}">
                  <a16:creationId xmlns:a16="http://schemas.microsoft.com/office/drawing/2014/main" id="{DE6F2EDB-63ED-2D59-170D-E5566A653C82}"/>
                </a:ext>
              </a:extLst>
            </p:cNvPr>
            <p:cNvSpPr/>
            <p:nvPr/>
          </p:nvSpPr>
          <p:spPr>
            <a:xfrm>
              <a:off x="4212479" y="1534532"/>
              <a:ext cx="21239" cy="21239"/>
            </a:xfrm>
            <a:prstGeom prst="ellipse">
              <a:avLst/>
            </a:prstGeom>
            <a:gradFill flip="none" rotWithShape="1">
              <a:gsLst>
                <a:gs pos="0">
                  <a:srgbClr val="EDF3F9"/>
                </a:gs>
                <a:gs pos="43000">
                  <a:srgbClr val="A9C8E4"/>
                </a:gs>
                <a:gs pos="100000">
                  <a:srgbClr val="7AA0C4"/>
                </a:gs>
              </a:gsLst>
              <a:lin ang="2700000" scaled="1"/>
              <a:tileRect/>
            </a:gradFill>
            <a:ln w="2540" cap="rnd" cmpd="sng" algn="ctr">
              <a:noFill/>
              <a:prstDash val="solid"/>
              <a:round/>
              <a:headEnd type="none" w="med" len="med"/>
              <a:tailEnd type="none" w="med" len="med"/>
            </a:ln>
            <a:effectLst/>
          </p:spPr>
        </p:sp>
        <p:sp>
          <p:nvSpPr>
            <p:cNvPr id="1810" name="ellipse_2137">
              <a:extLst>
                <a:ext uri="{FF2B5EF4-FFF2-40B4-BE49-F238E27FC236}">
                  <a16:creationId xmlns:a16="http://schemas.microsoft.com/office/drawing/2014/main" id="{6C22D785-70DD-B1E4-0AA5-5F5B2E582FC7}"/>
                </a:ext>
              </a:extLst>
            </p:cNvPr>
            <p:cNvSpPr/>
            <p:nvPr/>
          </p:nvSpPr>
          <p:spPr>
            <a:xfrm>
              <a:off x="4296928" y="1660530"/>
              <a:ext cx="21078" cy="21078"/>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811" name="ellipse_2138">
              <a:extLst>
                <a:ext uri="{FF2B5EF4-FFF2-40B4-BE49-F238E27FC236}">
                  <a16:creationId xmlns:a16="http://schemas.microsoft.com/office/drawing/2014/main" id="{0D7D27AF-9187-B7E5-E139-FA9D0EC1A0B9}"/>
                </a:ext>
              </a:extLst>
            </p:cNvPr>
            <p:cNvSpPr/>
            <p:nvPr/>
          </p:nvSpPr>
          <p:spPr>
            <a:xfrm>
              <a:off x="4387132" y="1397727"/>
              <a:ext cx="22984" cy="22984"/>
            </a:xfrm>
            <a:prstGeom prst="ellipse">
              <a:avLst/>
            </a:prstGeom>
            <a:gradFill flip="none" rotWithShape="1">
              <a:gsLst>
                <a:gs pos="0">
                  <a:srgbClr val="F5F8FC"/>
                </a:gs>
                <a:gs pos="43000">
                  <a:srgbClr val="CFDFEF"/>
                </a:gs>
                <a:gs pos="100000">
                  <a:srgbClr val="A5BCD1"/>
                </a:gs>
              </a:gsLst>
              <a:lin ang="2700000" scaled="1"/>
              <a:tileRect/>
            </a:gradFill>
            <a:ln w="2540" cap="rnd" cmpd="sng" algn="ctr">
              <a:noFill/>
              <a:prstDash val="solid"/>
              <a:round/>
              <a:headEnd type="none" w="med" len="med"/>
              <a:tailEnd type="none" w="med" len="med"/>
            </a:ln>
            <a:effectLst/>
          </p:spPr>
        </p:sp>
        <p:sp>
          <p:nvSpPr>
            <p:cNvPr id="1812" name="ellipse_2139">
              <a:extLst>
                <a:ext uri="{FF2B5EF4-FFF2-40B4-BE49-F238E27FC236}">
                  <a16:creationId xmlns:a16="http://schemas.microsoft.com/office/drawing/2014/main" id="{786629BA-0B6F-6894-EC9D-135EE152806C}"/>
                </a:ext>
              </a:extLst>
            </p:cNvPr>
            <p:cNvSpPr/>
            <p:nvPr/>
          </p:nvSpPr>
          <p:spPr>
            <a:xfrm>
              <a:off x="4423607" y="1603144"/>
              <a:ext cx="26321" cy="26321"/>
            </a:xfrm>
            <a:prstGeom prst="ellipse">
              <a:avLst/>
            </a:prstGeom>
            <a:gradFill flip="none" rotWithShape="1">
              <a:gsLst>
                <a:gs pos="0">
                  <a:srgbClr val="E6EFF7"/>
                </a:gs>
                <a:gs pos="43000">
                  <a:srgbClr val="88B3DA"/>
                </a:gs>
                <a:gs pos="100000">
                  <a:srgbClr val="5488B8"/>
                </a:gs>
              </a:gsLst>
              <a:lin ang="2700000" scaled="1"/>
              <a:tileRect/>
            </a:gradFill>
            <a:ln w="2540" cap="rnd" cmpd="sng" algn="ctr">
              <a:noFill/>
              <a:prstDash val="solid"/>
              <a:round/>
              <a:headEnd type="none" w="med" len="med"/>
              <a:tailEnd type="none" w="med" len="med"/>
            </a:ln>
            <a:effectLst/>
          </p:spPr>
        </p:sp>
        <p:sp>
          <p:nvSpPr>
            <p:cNvPr id="1813" name="ellipse_2140">
              <a:extLst>
                <a:ext uri="{FF2B5EF4-FFF2-40B4-BE49-F238E27FC236}">
                  <a16:creationId xmlns:a16="http://schemas.microsoft.com/office/drawing/2014/main" id="{6A01F0FB-291F-A015-A42A-952B218E4A75}"/>
                </a:ext>
              </a:extLst>
            </p:cNvPr>
            <p:cNvSpPr/>
            <p:nvPr/>
          </p:nvSpPr>
          <p:spPr>
            <a:xfrm>
              <a:off x="4143066" y="1454342"/>
              <a:ext cx="33754" cy="3375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14" name="ellipse_2141">
              <a:extLst>
                <a:ext uri="{FF2B5EF4-FFF2-40B4-BE49-F238E27FC236}">
                  <a16:creationId xmlns:a16="http://schemas.microsoft.com/office/drawing/2014/main" id="{66EBF56F-7E6E-8E8A-7C91-286C56562265}"/>
                </a:ext>
              </a:extLst>
            </p:cNvPr>
            <p:cNvSpPr/>
            <p:nvPr/>
          </p:nvSpPr>
          <p:spPr>
            <a:xfrm>
              <a:off x="4172222" y="1529575"/>
              <a:ext cx="28626" cy="28626"/>
            </a:xfrm>
            <a:prstGeom prst="ellipse">
              <a:avLst/>
            </a:prstGeom>
            <a:gradFill flip="none" rotWithShape="1">
              <a:gsLst>
                <a:gs pos="0">
                  <a:srgbClr val="EEF4FA"/>
                </a:gs>
                <a:gs pos="43000">
                  <a:srgbClr val="AECBE6"/>
                </a:gs>
                <a:gs pos="100000">
                  <a:srgbClr val="80A4C6"/>
                </a:gs>
              </a:gsLst>
              <a:lin ang="2700000" scaled="1"/>
              <a:tileRect/>
            </a:gradFill>
            <a:ln w="2540" cap="rnd" cmpd="sng" algn="ctr">
              <a:noFill/>
              <a:prstDash val="solid"/>
              <a:round/>
              <a:headEnd type="none" w="med" len="med"/>
              <a:tailEnd type="none" w="med" len="med"/>
            </a:ln>
            <a:effectLst/>
          </p:spPr>
        </p:sp>
        <p:sp>
          <p:nvSpPr>
            <p:cNvPr id="1815" name="ellipse_2142">
              <a:extLst>
                <a:ext uri="{FF2B5EF4-FFF2-40B4-BE49-F238E27FC236}">
                  <a16:creationId xmlns:a16="http://schemas.microsoft.com/office/drawing/2014/main" id="{BD3FF831-7852-8545-E02C-59BD458FA2F2}"/>
                </a:ext>
              </a:extLst>
            </p:cNvPr>
            <p:cNvSpPr/>
            <p:nvPr/>
          </p:nvSpPr>
          <p:spPr>
            <a:xfrm>
              <a:off x="4543531" y="1594407"/>
              <a:ext cx="30468" cy="30468"/>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16" name="ellipse_2143">
              <a:extLst>
                <a:ext uri="{FF2B5EF4-FFF2-40B4-BE49-F238E27FC236}">
                  <a16:creationId xmlns:a16="http://schemas.microsoft.com/office/drawing/2014/main" id="{8DACE373-19FE-D8CA-6A93-44FDB698A44B}"/>
                </a:ext>
              </a:extLst>
            </p:cNvPr>
            <p:cNvSpPr/>
            <p:nvPr/>
          </p:nvSpPr>
          <p:spPr>
            <a:xfrm>
              <a:off x="4485018" y="1527843"/>
              <a:ext cx="27018" cy="27018"/>
            </a:xfrm>
            <a:prstGeom prst="ellipse">
              <a:avLst/>
            </a:prstGeom>
            <a:gradFill flip="none" rotWithShape="1">
              <a:gsLst>
                <a:gs pos="0">
                  <a:srgbClr val="FBF4F4"/>
                </a:gs>
                <a:gs pos="43000">
                  <a:srgbClr val="EDC8CC"/>
                </a:gs>
                <a:gs pos="100000">
                  <a:srgbClr val="C8A1A8"/>
                </a:gs>
              </a:gsLst>
              <a:lin ang="2700000" scaled="1"/>
              <a:tileRect/>
            </a:gradFill>
            <a:ln w="2540" cap="rnd" cmpd="sng" algn="ctr">
              <a:noFill/>
              <a:prstDash val="solid"/>
              <a:round/>
              <a:headEnd type="none" w="med" len="med"/>
              <a:tailEnd type="none" w="med" len="med"/>
            </a:ln>
            <a:effectLst/>
          </p:spPr>
        </p:sp>
        <p:sp>
          <p:nvSpPr>
            <p:cNvPr id="1817" name="ellipse_2144">
              <a:extLst>
                <a:ext uri="{FF2B5EF4-FFF2-40B4-BE49-F238E27FC236}">
                  <a16:creationId xmlns:a16="http://schemas.microsoft.com/office/drawing/2014/main" id="{8021850D-E323-E044-6D74-8104836CB71B}"/>
                </a:ext>
              </a:extLst>
            </p:cNvPr>
            <p:cNvSpPr/>
            <p:nvPr/>
          </p:nvSpPr>
          <p:spPr>
            <a:xfrm>
              <a:off x="4197746" y="1447194"/>
              <a:ext cx="24842" cy="248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818" name="ellipse_2145">
              <a:extLst>
                <a:ext uri="{FF2B5EF4-FFF2-40B4-BE49-F238E27FC236}">
                  <a16:creationId xmlns:a16="http://schemas.microsoft.com/office/drawing/2014/main" id="{4CCC3730-1D79-698C-023C-914768C6E1B3}"/>
                </a:ext>
              </a:extLst>
            </p:cNvPr>
            <p:cNvSpPr/>
            <p:nvPr/>
          </p:nvSpPr>
          <p:spPr>
            <a:xfrm>
              <a:off x="4457750" y="1465726"/>
              <a:ext cx="30821" cy="3082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19" name="ellipse_2146">
              <a:extLst>
                <a:ext uri="{FF2B5EF4-FFF2-40B4-BE49-F238E27FC236}">
                  <a16:creationId xmlns:a16="http://schemas.microsoft.com/office/drawing/2014/main" id="{A21F4A3C-DD76-1FD4-4DED-424CD358F27D}"/>
                </a:ext>
              </a:extLst>
            </p:cNvPr>
            <p:cNvSpPr/>
            <p:nvPr/>
          </p:nvSpPr>
          <p:spPr>
            <a:xfrm>
              <a:off x="4451010" y="1568162"/>
              <a:ext cx="23766" cy="23766"/>
            </a:xfrm>
            <a:prstGeom prst="ellipse">
              <a:avLst/>
            </a:prstGeom>
            <a:gradFill flip="none" rotWithShape="1">
              <a:gsLst>
                <a:gs pos="0">
                  <a:srgbClr val="F4F8FB"/>
                </a:gs>
                <a:gs pos="43000">
                  <a:srgbClr val="CADCEE"/>
                </a:gs>
                <a:gs pos="100000">
                  <a:srgbClr val="A0B8CF"/>
                </a:gs>
              </a:gsLst>
              <a:lin ang="2700000" scaled="1"/>
              <a:tileRect/>
            </a:gradFill>
            <a:ln w="2540" cap="rnd" cmpd="sng" algn="ctr">
              <a:noFill/>
              <a:prstDash val="solid"/>
              <a:round/>
              <a:headEnd type="none" w="med" len="med"/>
              <a:tailEnd type="none" w="med" len="med"/>
            </a:ln>
            <a:effectLst/>
          </p:spPr>
        </p:sp>
        <p:sp>
          <p:nvSpPr>
            <p:cNvPr id="1820" name="ellipse_2147">
              <a:extLst>
                <a:ext uri="{FF2B5EF4-FFF2-40B4-BE49-F238E27FC236}">
                  <a16:creationId xmlns:a16="http://schemas.microsoft.com/office/drawing/2014/main" id="{9A718C97-5C13-2BA4-F1A4-25D40CBB2172}"/>
                </a:ext>
              </a:extLst>
            </p:cNvPr>
            <p:cNvSpPr/>
            <p:nvPr/>
          </p:nvSpPr>
          <p:spPr>
            <a:xfrm>
              <a:off x="4223815" y="1435525"/>
              <a:ext cx="33315" cy="33315"/>
            </a:xfrm>
            <a:prstGeom prst="ellipse">
              <a:avLst/>
            </a:prstGeom>
            <a:gradFill flip="none" rotWithShape="1">
              <a:gsLst>
                <a:gs pos="0">
                  <a:srgbClr val="E3EDF6"/>
                </a:gs>
                <a:gs pos="43000">
                  <a:srgbClr val="77A7D5"/>
                </a:gs>
                <a:gs pos="100000">
                  <a:srgbClr val="407BB3"/>
                </a:gs>
              </a:gsLst>
              <a:lin ang="2700000" scaled="1"/>
              <a:tileRect/>
            </a:gradFill>
            <a:ln w="2540" cap="rnd" cmpd="sng" algn="ctr">
              <a:noFill/>
              <a:prstDash val="solid"/>
              <a:round/>
              <a:headEnd type="none" w="med" len="med"/>
              <a:tailEnd type="none" w="med" len="med"/>
            </a:ln>
            <a:effectLst/>
          </p:spPr>
        </p:sp>
        <p:sp>
          <p:nvSpPr>
            <p:cNvPr id="1821" name="ellipse_2148">
              <a:extLst>
                <a:ext uri="{FF2B5EF4-FFF2-40B4-BE49-F238E27FC236}">
                  <a16:creationId xmlns:a16="http://schemas.microsoft.com/office/drawing/2014/main" id="{F75CEC6B-2A48-856D-E3CE-137A098A66D8}"/>
                </a:ext>
              </a:extLst>
            </p:cNvPr>
            <p:cNvSpPr/>
            <p:nvPr/>
          </p:nvSpPr>
          <p:spPr>
            <a:xfrm>
              <a:off x="4429682" y="1587437"/>
              <a:ext cx="20909" cy="20909"/>
            </a:xfrm>
            <a:prstGeom prst="ellipse">
              <a:avLst/>
            </a:prstGeom>
            <a:gradFill flip="none" rotWithShape="1">
              <a:gsLst>
                <a:gs pos="0">
                  <a:srgbClr val="ECF2F9"/>
                </a:gs>
                <a:gs pos="43000">
                  <a:srgbClr val="A1C3E1"/>
                </a:gs>
                <a:gs pos="100000">
                  <a:srgbClr val="719BC1"/>
                </a:gs>
              </a:gsLst>
              <a:lin ang="2700000" scaled="1"/>
              <a:tileRect/>
            </a:gradFill>
            <a:ln w="2540" cap="rnd" cmpd="sng" algn="ctr">
              <a:noFill/>
              <a:prstDash val="solid"/>
              <a:round/>
              <a:headEnd type="none" w="med" len="med"/>
              <a:tailEnd type="none" w="med" len="med"/>
            </a:ln>
            <a:effectLst/>
          </p:spPr>
        </p:sp>
        <p:sp>
          <p:nvSpPr>
            <p:cNvPr id="1822" name="ellipse_2149">
              <a:extLst>
                <a:ext uri="{FF2B5EF4-FFF2-40B4-BE49-F238E27FC236}">
                  <a16:creationId xmlns:a16="http://schemas.microsoft.com/office/drawing/2014/main" id="{8D3FD4BA-A651-7935-39D5-4B6D31CE29D5}"/>
                </a:ext>
              </a:extLst>
            </p:cNvPr>
            <p:cNvSpPr/>
            <p:nvPr/>
          </p:nvSpPr>
          <p:spPr>
            <a:xfrm>
              <a:off x="4200321" y="1424891"/>
              <a:ext cx="21059" cy="21059"/>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23" name="ellipse_2150">
              <a:extLst>
                <a:ext uri="{FF2B5EF4-FFF2-40B4-BE49-F238E27FC236}">
                  <a16:creationId xmlns:a16="http://schemas.microsoft.com/office/drawing/2014/main" id="{83B57BD1-2FA9-4974-76A4-4800784046CE}"/>
                </a:ext>
              </a:extLst>
            </p:cNvPr>
            <p:cNvSpPr/>
            <p:nvPr/>
          </p:nvSpPr>
          <p:spPr>
            <a:xfrm>
              <a:off x="4265269" y="1675294"/>
              <a:ext cx="32963" cy="3296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24" name="ellipse_2151">
              <a:extLst>
                <a:ext uri="{FF2B5EF4-FFF2-40B4-BE49-F238E27FC236}">
                  <a16:creationId xmlns:a16="http://schemas.microsoft.com/office/drawing/2014/main" id="{CA1D9A86-DF9F-CBD9-C656-988081C0A408}"/>
                </a:ext>
              </a:extLst>
            </p:cNvPr>
            <p:cNvSpPr/>
            <p:nvPr/>
          </p:nvSpPr>
          <p:spPr>
            <a:xfrm>
              <a:off x="4255395" y="1464436"/>
              <a:ext cx="30049" cy="30049"/>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825" name="ellipse_2152">
              <a:extLst>
                <a:ext uri="{FF2B5EF4-FFF2-40B4-BE49-F238E27FC236}">
                  <a16:creationId xmlns:a16="http://schemas.microsoft.com/office/drawing/2014/main" id="{6C8F6028-4587-3846-21B9-5833E8D4C481}"/>
                </a:ext>
              </a:extLst>
            </p:cNvPr>
            <p:cNvSpPr/>
            <p:nvPr/>
          </p:nvSpPr>
          <p:spPr>
            <a:xfrm>
              <a:off x="4442577" y="1583236"/>
              <a:ext cx="34593" cy="34593"/>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26" name="ellipse_2153">
              <a:extLst>
                <a:ext uri="{FF2B5EF4-FFF2-40B4-BE49-F238E27FC236}">
                  <a16:creationId xmlns:a16="http://schemas.microsoft.com/office/drawing/2014/main" id="{CDA2AC36-0FCA-C664-0122-B23EA963DE72}"/>
                </a:ext>
              </a:extLst>
            </p:cNvPr>
            <p:cNvSpPr/>
            <p:nvPr/>
          </p:nvSpPr>
          <p:spPr>
            <a:xfrm>
              <a:off x="4487089" y="1605392"/>
              <a:ext cx="21701" cy="21701"/>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27" name="ellipse_2154">
              <a:extLst>
                <a:ext uri="{FF2B5EF4-FFF2-40B4-BE49-F238E27FC236}">
                  <a16:creationId xmlns:a16="http://schemas.microsoft.com/office/drawing/2014/main" id="{2AF5E7EF-400D-A8AA-EC6E-CD995996D1D7}"/>
                </a:ext>
              </a:extLst>
            </p:cNvPr>
            <p:cNvSpPr/>
            <p:nvPr/>
          </p:nvSpPr>
          <p:spPr>
            <a:xfrm>
              <a:off x="4496800" y="1560661"/>
              <a:ext cx="29011" cy="29011"/>
            </a:xfrm>
            <a:prstGeom prst="ellipse">
              <a:avLst/>
            </a:prstGeom>
            <a:gradFill flip="none" rotWithShape="1">
              <a:gsLst>
                <a:gs pos="0">
                  <a:srgbClr val="F2F6FB"/>
                </a:gs>
                <a:gs pos="43000">
                  <a:srgbClr val="C0D6EB"/>
                </a:gs>
                <a:gs pos="100000">
                  <a:srgbClr val="95B1CC"/>
                </a:gs>
              </a:gsLst>
              <a:lin ang="2700000" scaled="1"/>
              <a:tileRect/>
            </a:gradFill>
            <a:ln w="2540" cap="rnd" cmpd="sng" algn="ctr">
              <a:noFill/>
              <a:prstDash val="solid"/>
              <a:round/>
              <a:headEnd type="none" w="med" len="med"/>
              <a:tailEnd type="none" w="med" len="med"/>
            </a:ln>
            <a:effectLst/>
          </p:spPr>
        </p:sp>
        <p:sp>
          <p:nvSpPr>
            <p:cNvPr id="1828" name="ellipse_2155">
              <a:extLst>
                <a:ext uri="{FF2B5EF4-FFF2-40B4-BE49-F238E27FC236}">
                  <a16:creationId xmlns:a16="http://schemas.microsoft.com/office/drawing/2014/main" id="{397DCE5A-EC31-D96D-2E9D-0E2A897BA0C3}"/>
                </a:ext>
              </a:extLst>
            </p:cNvPr>
            <p:cNvSpPr/>
            <p:nvPr/>
          </p:nvSpPr>
          <p:spPr>
            <a:xfrm>
              <a:off x="4296447" y="1640205"/>
              <a:ext cx="28855" cy="28855"/>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829" name="ellipse_2156">
              <a:extLst>
                <a:ext uri="{FF2B5EF4-FFF2-40B4-BE49-F238E27FC236}">
                  <a16:creationId xmlns:a16="http://schemas.microsoft.com/office/drawing/2014/main" id="{677EABBB-ADB7-67C0-161F-9D06063CA954}"/>
                </a:ext>
              </a:extLst>
            </p:cNvPr>
            <p:cNvSpPr/>
            <p:nvPr/>
          </p:nvSpPr>
          <p:spPr>
            <a:xfrm>
              <a:off x="4517139" y="1596962"/>
              <a:ext cx="32658" cy="32658"/>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830" name="ellipse_2157">
              <a:extLst>
                <a:ext uri="{FF2B5EF4-FFF2-40B4-BE49-F238E27FC236}">
                  <a16:creationId xmlns:a16="http://schemas.microsoft.com/office/drawing/2014/main" id="{B07C6409-156A-41B4-8B38-92418D3328AD}"/>
                </a:ext>
              </a:extLst>
            </p:cNvPr>
            <p:cNvSpPr/>
            <p:nvPr/>
          </p:nvSpPr>
          <p:spPr>
            <a:xfrm>
              <a:off x="4387488" y="1548169"/>
              <a:ext cx="31558" cy="31558"/>
            </a:xfrm>
            <a:prstGeom prst="ellipse">
              <a:avLst/>
            </a:prstGeom>
            <a:gradFill flip="none" rotWithShape="1">
              <a:gsLst>
                <a:gs pos="0">
                  <a:srgbClr val="F9FBFD"/>
                </a:gs>
                <a:gs pos="43000">
                  <a:srgbClr val="E1EAF4"/>
                </a:gs>
                <a:gs pos="100000">
                  <a:srgbClr val="BAC8D6"/>
                </a:gs>
              </a:gsLst>
              <a:lin ang="2700000" scaled="1"/>
              <a:tileRect/>
            </a:gradFill>
            <a:ln w="2540" cap="rnd" cmpd="sng" algn="ctr">
              <a:noFill/>
              <a:prstDash val="solid"/>
              <a:round/>
              <a:headEnd type="none" w="med" len="med"/>
              <a:tailEnd type="none" w="med" len="med"/>
            </a:ln>
            <a:effectLst/>
          </p:spPr>
        </p:sp>
        <p:sp>
          <p:nvSpPr>
            <p:cNvPr id="1831" name="ellipse_2158">
              <a:extLst>
                <a:ext uri="{FF2B5EF4-FFF2-40B4-BE49-F238E27FC236}">
                  <a16:creationId xmlns:a16="http://schemas.microsoft.com/office/drawing/2014/main" id="{CB238420-C8BB-EDDD-1DFE-1E71530E537D}"/>
                </a:ext>
              </a:extLst>
            </p:cNvPr>
            <p:cNvSpPr/>
            <p:nvPr/>
          </p:nvSpPr>
          <p:spPr>
            <a:xfrm>
              <a:off x="4404494" y="1366310"/>
              <a:ext cx="20661" cy="20661"/>
            </a:xfrm>
            <a:prstGeom prst="ellipse">
              <a:avLst/>
            </a:prstGeom>
            <a:gradFill flip="none" rotWithShape="1">
              <a:gsLst>
                <a:gs pos="0">
                  <a:srgbClr val="E9F1F8"/>
                </a:gs>
                <a:gs pos="43000">
                  <a:srgbClr val="97BCDF"/>
                </a:gs>
                <a:gs pos="100000">
                  <a:srgbClr val="6593BD"/>
                </a:gs>
              </a:gsLst>
              <a:lin ang="2700000" scaled="1"/>
              <a:tileRect/>
            </a:gradFill>
            <a:ln w="2540" cap="rnd" cmpd="sng" algn="ctr">
              <a:noFill/>
              <a:prstDash val="solid"/>
              <a:round/>
              <a:headEnd type="none" w="med" len="med"/>
              <a:tailEnd type="none" w="med" len="med"/>
            </a:ln>
            <a:effectLst/>
          </p:spPr>
        </p:sp>
        <p:sp>
          <p:nvSpPr>
            <p:cNvPr id="1832" name="ellipse_2159">
              <a:extLst>
                <a:ext uri="{FF2B5EF4-FFF2-40B4-BE49-F238E27FC236}">
                  <a16:creationId xmlns:a16="http://schemas.microsoft.com/office/drawing/2014/main" id="{1C6307AC-293E-3940-5C38-B7756EA73052}"/>
                </a:ext>
              </a:extLst>
            </p:cNvPr>
            <p:cNvSpPr/>
            <p:nvPr/>
          </p:nvSpPr>
          <p:spPr>
            <a:xfrm>
              <a:off x="4287847" y="1579304"/>
              <a:ext cx="21637" cy="21637"/>
            </a:xfrm>
            <a:prstGeom prst="ellipse">
              <a:avLst/>
            </a:prstGeom>
            <a:gradFill flip="none" rotWithShape="1">
              <a:gsLst>
                <a:gs pos="0">
                  <a:srgbClr val="EAF1F8"/>
                </a:gs>
                <a:gs pos="43000">
                  <a:srgbClr val="99BDDF"/>
                </a:gs>
                <a:gs pos="100000">
                  <a:srgbClr val="6794BE"/>
                </a:gs>
              </a:gsLst>
              <a:lin ang="2700000" scaled="1"/>
              <a:tileRect/>
            </a:gradFill>
            <a:ln w="2540" cap="rnd" cmpd="sng" algn="ctr">
              <a:noFill/>
              <a:prstDash val="solid"/>
              <a:round/>
              <a:headEnd type="none" w="med" len="med"/>
              <a:tailEnd type="none" w="med" len="med"/>
            </a:ln>
            <a:effectLst/>
          </p:spPr>
        </p:sp>
        <p:sp>
          <p:nvSpPr>
            <p:cNvPr id="1833" name="ellipse_2160">
              <a:extLst>
                <a:ext uri="{FF2B5EF4-FFF2-40B4-BE49-F238E27FC236}">
                  <a16:creationId xmlns:a16="http://schemas.microsoft.com/office/drawing/2014/main" id="{1DD9754A-EAB3-FBB4-1EBB-03F2F1FA201F}"/>
                </a:ext>
              </a:extLst>
            </p:cNvPr>
            <p:cNvSpPr/>
            <p:nvPr/>
          </p:nvSpPr>
          <p:spPr>
            <a:xfrm>
              <a:off x="4247333" y="1542048"/>
              <a:ext cx="20042" cy="20042"/>
            </a:xfrm>
            <a:prstGeom prst="ellipse">
              <a:avLst/>
            </a:prstGeom>
            <a:gradFill flip="none" rotWithShape="1">
              <a:gsLst>
                <a:gs pos="0">
                  <a:srgbClr val="ECF3F9"/>
                </a:gs>
                <a:gs pos="43000">
                  <a:srgbClr val="A3C3E2"/>
                </a:gs>
                <a:gs pos="100000">
                  <a:srgbClr val="739BC2"/>
                </a:gs>
              </a:gsLst>
              <a:lin ang="2700000" scaled="1"/>
              <a:tileRect/>
            </a:gradFill>
            <a:ln w="2540" cap="rnd" cmpd="sng" algn="ctr">
              <a:noFill/>
              <a:prstDash val="solid"/>
              <a:round/>
              <a:headEnd type="none" w="med" len="med"/>
              <a:tailEnd type="none" w="med" len="med"/>
            </a:ln>
            <a:effectLst/>
          </p:spPr>
        </p:sp>
        <p:sp>
          <p:nvSpPr>
            <p:cNvPr id="1834" name="ellipse_2161">
              <a:extLst>
                <a:ext uri="{FF2B5EF4-FFF2-40B4-BE49-F238E27FC236}">
                  <a16:creationId xmlns:a16="http://schemas.microsoft.com/office/drawing/2014/main" id="{79E50B0F-4276-42C8-2E7C-F5329F37D17C}"/>
                </a:ext>
              </a:extLst>
            </p:cNvPr>
            <p:cNvSpPr/>
            <p:nvPr/>
          </p:nvSpPr>
          <p:spPr>
            <a:xfrm>
              <a:off x="4457286" y="1441037"/>
              <a:ext cx="30843" cy="308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35" name="ellipse_2162">
              <a:extLst>
                <a:ext uri="{FF2B5EF4-FFF2-40B4-BE49-F238E27FC236}">
                  <a16:creationId xmlns:a16="http://schemas.microsoft.com/office/drawing/2014/main" id="{FB51459F-DCE8-B404-C7A3-094370E22E6F}"/>
                </a:ext>
              </a:extLst>
            </p:cNvPr>
            <p:cNvSpPr/>
            <p:nvPr/>
          </p:nvSpPr>
          <p:spPr>
            <a:xfrm>
              <a:off x="4174540" y="1565987"/>
              <a:ext cx="25424" cy="25424"/>
            </a:xfrm>
            <a:prstGeom prst="ellipse">
              <a:avLst/>
            </a:prstGeom>
            <a:gradFill flip="none" rotWithShape="1">
              <a:gsLst>
                <a:gs pos="0">
                  <a:srgbClr val="F9FBFD"/>
                </a:gs>
                <a:gs pos="43000">
                  <a:srgbClr val="E3ECF5"/>
                </a:gs>
                <a:gs pos="100000">
                  <a:srgbClr val="BDCBD7"/>
                </a:gs>
              </a:gsLst>
              <a:lin ang="2700000" scaled="1"/>
              <a:tileRect/>
            </a:gradFill>
            <a:ln w="2540" cap="rnd" cmpd="sng" algn="ctr">
              <a:noFill/>
              <a:prstDash val="solid"/>
              <a:round/>
              <a:headEnd type="none" w="med" len="med"/>
              <a:tailEnd type="none" w="med" len="med"/>
            </a:ln>
            <a:effectLst/>
          </p:spPr>
        </p:sp>
        <p:sp>
          <p:nvSpPr>
            <p:cNvPr id="1836" name="ellipse_2163">
              <a:extLst>
                <a:ext uri="{FF2B5EF4-FFF2-40B4-BE49-F238E27FC236}">
                  <a16:creationId xmlns:a16="http://schemas.microsoft.com/office/drawing/2014/main" id="{E755F9AB-A8CF-972C-EB2D-552C0D3A7C84}"/>
                </a:ext>
              </a:extLst>
            </p:cNvPr>
            <p:cNvSpPr/>
            <p:nvPr/>
          </p:nvSpPr>
          <p:spPr>
            <a:xfrm>
              <a:off x="4283446" y="1527651"/>
              <a:ext cx="34254" cy="34254"/>
            </a:xfrm>
            <a:prstGeom prst="ellipse">
              <a:avLst/>
            </a:prstGeom>
            <a:gradFill flip="none" rotWithShape="1">
              <a:gsLst>
                <a:gs pos="0">
                  <a:srgbClr val="EBF2F9"/>
                </a:gs>
                <a:gs pos="43000">
                  <a:srgbClr val="9DC0E1"/>
                </a:gs>
                <a:gs pos="100000">
                  <a:srgbClr val="6C97C0"/>
                </a:gs>
              </a:gsLst>
              <a:lin ang="2700000" scaled="1"/>
              <a:tileRect/>
            </a:gradFill>
            <a:ln w="2540" cap="rnd" cmpd="sng" algn="ctr">
              <a:noFill/>
              <a:prstDash val="solid"/>
              <a:round/>
              <a:headEnd type="none" w="med" len="med"/>
              <a:tailEnd type="none" w="med" len="med"/>
            </a:ln>
            <a:effectLst/>
          </p:spPr>
        </p:sp>
        <p:sp>
          <p:nvSpPr>
            <p:cNvPr id="1837" name="ellipse_2164">
              <a:extLst>
                <a:ext uri="{FF2B5EF4-FFF2-40B4-BE49-F238E27FC236}">
                  <a16:creationId xmlns:a16="http://schemas.microsoft.com/office/drawing/2014/main" id="{CE907A41-D518-3F1D-C3A0-57F9EF26CE65}"/>
                </a:ext>
              </a:extLst>
            </p:cNvPr>
            <p:cNvSpPr/>
            <p:nvPr/>
          </p:nvSpPr>
          <p:spPr>
            <a:xfrm>
              <a:off x="4643589" y="1587283"/>
              <a:ext cx="23827" cy="23827"/>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38" name="ellipse_2165">
              <a:extLst>
                <a:ext uri="{FF2B5EF4-FFF2-40B4-BE49-F238E27FC236}">
                  <a16:creationId xmlns:a16="http://schemas.microsoft.com/office/drawing/2014/main" id="{3A2118F1-6704-133C-F78E-531A4A008CC0}"/>
                </a:ext>
              </a:extLst>
            </p:cNvPr>
            <p:cNvSpPr/>
            <p:nvPr/>
          </p:nvSpPr>
          <p:spPr>
            <a:xfrm>
              <a:off x="4362350" y="1394370"/>
              <a:ext cx="36100" cy="36100"/>
            </a:xfrm>
            <a:prstGeom prst="ellipse">
              <a:avLst/>
            </a:prstGeom>
            <a:gradFill flip="none" rotWithShape="1">
              <a:gsLst>
                <a:gs pos="0">
                  <a:srgbClr val="F3F7FB"/>
                </a:gs>
                <a:gs pos="43000">
                  <a:srgbClr val="C5D9EC"/>
                </a:gs>
                <a:gs pos="100000">
                  <a:srgbClr val="9AB4CD"/>
                </a:gs>
              </a:gsLst>
              <a:lin ang="2700000" scaled="1"/>
              <a:tileRect/>
            </a:gradFill>
            <a:ln w="2540" cap="rnd" cmpd="sng" algn="ctr">
              <a:noFill/>
              <a:prstDash val="solid"/>
              <a:round/>
              <a:headEnd type="none" w="med" len="med"/>
              <a:tailEnd type="none" w="med" len="med"/>
            </a:ln>
            <a:effectLst/>
          </p:spPr>
        </p:sp>
        <p:sp>
          <p:nvSpPr>
            <p:cNvPr id="1839" name="ellipse_2166">
              <a:extLst>
                <a:ext uri="{FF2B5EF4-FFF2-40B4-BE49-F238E27FC236}">
                  <a16:creationId xmlns:a16="http://schemas.microsoft.com/office/drawing/2014/main" id="{A5681E39-4D00-C532-F7B4-24598D832801}"/>
                </a:ext>
              </a:extLst>
            </p:cNvPr>
            <p:cNvSpPr/>
            <p:nvPr/>
          </p:nvSpPr>
          <p:spPr>
            <a:xfrm>
              <a:off x="4308980" y="1614559"/>
              <a:ext cx="24285" cy="24285"/>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0" name="ellipse_2167">
              <a:extLst>
                <a:ext uri="{FF2B5EF4-FFF2-40B4-BE49-F238E27FC236}">
                  <a16:creationId xmlns:a16="http://schemas.microsoft.com/office/drawing/2014/main" id="{45AC14A4-6E99-6763-42FF-9F9CDBB73259}"/>
                </a:ext>
              </a:extLst>
            </p:cNvPr>
            <p:cNvSpPr/>
            <p:nvPr/>
          </p:nvSpPr>
          <p:spPr>
            <a:xfrm>
              <a:off x="4258920" y="1604652"/>
              <a:ext cx="35727" cy="35727"/>
            </a:xfrm>
            <a:prstGeom prst="ellipse">
              <a:avLst/>
            </a:prstGeom>
            <a:gradFill flip="none" rotWithShape="1">
              <a:gsLst>
                <a:gs pos="0">
                  <a:srgbClr val="EAF2F9"/>
                </a:gs>
                <a:gs pos="43000">
                  <a:srgbClr val="9CBFE0"/>
                </a:gs>
                <a:gs pos="100000">
                  <a:srgbClr val="6B96BF"/>
                </a:gs>
              </a:gsLst>
              <a:lin ang="2700000" scaled="1"/>
              <a:tileRect/>
            </a:gradFill>
            <a:ln w="2540" cap="rnd" cmpd="sng" algn="ctr">
              <a:noFill/>
              <a:prstDash val="solid"/>
              <a:round/>
              <a:headEnd type="none" w="med" len="med"/>
              <a:tailEnd type="none" w="med" len="med"/>
            </a:ln>
            <a:effectLst/>
          </p:spPr>
        </p:sp>
        <p:sp>
          <p:nvSpPr>
            <p:cNvPr id="1841" name="ellipse_2168">
              <a:extLst>
                <a:ext uri="{FF2B5EF4-FFF2-40B4-BE49-F238E27FC236}">
                  <a16:creationId xmlns:a16="http://schemas.microsoft.com/office/drawing/2014/main" id="{66837522-9230-ACCD-0CF9-C0CD74441BAA}"/>
                </a:ext>
              </a:extLst>
            </p:cNvPr>
            <p:cNvSpPr/>
            <p:nvPr/>
          </p:nvSpPr>
          <p:spPr>
            <a:xfrm>
              <a:off x="4055626" y="1445608"/>
              <a:ext cx="27529" cy="27529"/>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42" name="ellipse_2169">
              <a:extLst>
                <a:ext uri="{FF2B5EF4-FFF2-40B4-BE49-F238E27FC236}">
                  <a16:creationId xmlns:a16="http://schemas.microsoft.com/office/drawing/2014/main" id="{EFE77510-B504-D1EA-417F-FA144661A214}"/>
                </a:ext>
              </a:extLst>
            </p:cNvPr>
            <p:cNvSpPr/>
            <p:nvPr/>
          </p:nvSpPr>
          <p:spPr>
            <a:xfrm>
              <a:off x="4246396" y="1460762"/>
              <a:ext cx="31802" cy="31802"/>
            </a:xfrm>
            <a:prstGeom prst="ellipse">
              <a:avLst/>
            </a:prstGeom>
            <a:gradFill flip="none" rotWithShape="1">
              <a:gsLst>
                <a:gs pos="0">
                  <a:srgbClr val="E5EEF7"/>
                </a:gs>
                <a:gs pos="43000">
                  <a:srgbClr val="82AED8"/>
                </a:gs>
                <a:gs pos="100000">
                  <a:srgbClr val="4D83B6"/>
                </a:gs>
              </a:gsLst>
              <a:lin ang="2700000" scaled="1"/>
              <a:tileRect/>
            </a:gradFill>
            <a:ln w="2540" cap="rnd" cmpd="sng" algn="ctr">
              <a:noFill/>
              <a:prstDash val="solid"/>
              <a:round/>
              <a:headEnd type="none" w="med" len="med"/>
              <a:tailEnd type="none" w="med" len="med"/>
            </a:ln>
            <a:effectLst/>
          </p:spPr>
        </p:sp>
        <p:sp>
          <p:nvSpPr>
            <p:cNvPr id="1843" name="ellipse_2170">
              <a:extLst>
                <a:ext uri="{FF2B5EF4-FFF2-40B4-BE49-F238E27FC236}">
                  <a16:creationId xmlns:a16="http://schemas.microsoft.com/office/drawing/2014/main" id="{2D6C5F0E-6E41-961E-F4AE-45DDB067826E}"/>
                </a:ext>
              </a:extLst>
            </p:cNvPr>
            <p:cNvSpPr/>
            <p:nvPr/>
          </p:nvSpPr>
          <p:spPr>
            <a:xfrm>
              <a:off x="4488487" y="1463669"/>
              <a:ext cx="19500" cy="19500"/>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4" name="ellipse_2171">
              <a:extLst>
                <a:ext uri="{FF2B5EF4-FFF2-40B4-BE49-F238E27FC236}">
                  <a16:creationId xmlns:a16="http://schemas.microsoft.com/office/drawing/2014/main" id="{FF980CB9-82B0-8045-C8FE-37FF30E161F4}"/>
                </a:ext>
              </a:extLst>
            </p:cNvPr>
            <p:cNvSpPr/>
            <p:nvPr/>
          </p:nvSpPr>
          <p:spPr>
            <a:xfrm>
              <a:off x="4378658" y="1411914"/>
              <a:ext cx="25207" cy="25207"/>
            </a:xfrm>
            <a:prstGeom prst="ellipse">
              <a:avLst/>
            </a:prstGeom>
            <a:gradFill flip="none" rotWithShape="1">
              <a:gsLst>
                <a:gs pos="0">
                  <a:srgbClr val="FCFDFE"/>
                </a:gs>
                <a:gs pos="43000">
                  <a:srgbClr val="EEF3F9"/>
                </a:gs>
                <a:gs pos="100000">
                  <a:srgbClr val="CAD3DB"/>
                </a:gs>
              </a:gsLst>
              <a:lin ang="2700000" scaled="1"/>
              <a:tileRect/>
            </a:gradFill>
            <a:ln w="2540" cap="rnd" cmpd="sng" algn="ctr">
              <a:noFill/>
              <a:prstDash val="solid"/>
              <a:round/>
              <a:headEnd type="none" w="med" len="med"/>
              <a:tailEnd type="none" w="med" len="med"/>
            </a:ln>
            <a:effectLst/>
          </p:spPr>
        </p:sp>
        <p:sp>
          <p:nvSpPr>
            <p:cNvPr id="1845" name="ellipse_2172">
              <a:extLst>
                <a:ext uri="{FF2B5EF4-FFF2-40B4-BE49-F238E27FC236}">
                  <a16:creationId xmlns:a16="http://schemas.microsoft.com/office/drawing/2014/main" id="{51177189-AC89-A143-8F33-6807DF74ED52}"/>
                </a:ext>
              </a:extLst>
            </p:cNvPr>
            <p:cNvSpPr/>
            <p:nvPr/>
          </p:nvSpPr>
          <p:spPr>
            <a:xfrm>
              <a:off x="4369328" y="1415476"/>
              <a:ext cx="35743" cy="35743"/>
            </a:xfrm>
            <a:prstGeom prst="ellipse">
              <a:avLst/>
            </a:prstGeom>
            <a:gradFill flip="none" rotWithShape="1">
              <a:gsLst>
                <a:gs pos="0">
                  <a:srgbClr val="FDFCFD"/>
                </a:gs>
                <a:gs pos="43000">
                  <a:srgbClr val="F6F2F4"/>
                </a:gs>
                <a:gs pos="100000">
                  <a:srgbClr val="D3D1D6"/>
                </a:gs>
              </a:gsLst>
              <a:lin ang="2700000" scaled="1"/>
              <a:tileRect/>
            </a:gradFill>
            <a:ln w="2540" cap="rnd" cmpd="sng" algn="ctr">
              <a:noFill/>
              <a:prstDash val="solid"/>
              <a:round/>
              <a:headEnd type="none" w="med" len="med"/>
              <a:tailEnd type="none" w="med" len="med"/>
            </a:ln>
            <a:effectLst/>
          </p:spPr>
        </p:sp>
        <p:sp>
          <p:nvSpPr>
            <p:cNvPr id="1846" name="ellipse_2173">
              <a:extLst>
                <a:ext uri="{FF2B5EF4-FFF2-40B4-BE49-F238E27FC236}">
                  <a16:creationId xmlns:a16="http://schemas.microsoft.com/office/drawing/2014/main" id="{977D8148-1E08-C63B-A316-B040FF08E94D}"/>
                </a:ext>
              </a:extLst>
            </p:cNvPr>
            <p:cNvSpPr/>
            <p:nvPr/>
          </p:nvSpPr>
          <p:spPr>
            <a:xfrm>
              <a:off x="4108720" y="1553209"/>
              <a:ext cx="23944" cy="23944"/>
            </a:xfrm>
            <a:prstGeom prst="ellipse">
              <a:avLst/>
            </a:prstGeom>
            <a:gradFill flip="none" rotWithShape="1">
              <a:gsLst>
                <a:gs pos="0">
                  <a:srgbClr val="EFF4FA"/>
                </a:gs>
                <a:gs pos="43000">
                  <a:srgbClr val="B1CCE7"/>
                </a:gs>
                <a:gs pos="100000">
                  <a:srgbClr val="83A5C7"/>
                </a:gs>
              </a:gsLst>
              <a:lin ang="2700000" scaled="1"/>
              <a:tileRect/>
            </a:gradFill>
            <a:ln w="2540" cap="rnd" cmpd="sng" algn="ctr">
              <a:noFill/>
              <a:prstDash val="solid"/>
              <a:round/>
              <a:headEnd type="none" w="med" len="med"/>
              <a:tailEnd type="none" w="med" len="med"/>
            </a:ln>
            <a:effectLst/>
          </p:spPr>
        </p:sp>
        <p:sp>
          <p:nvSpPr>
            <p:cNvPr id="1847" name="ellipse_2174">
              <a:extLst>
                <a:ext uri="{FF2B5EF4-FFF2-40B4-BE49-F238E27FC236}">
                  <a16:creationId xmlns:a16="http://schemas.microsoft.com/office/drawing/2014/main" id="{154D9869-C263-0AC0-22A9-C9E5F29FA103}"/>
                </a:ext>
              </a:extLst>
            </p:cNvPr>
            <p:cNvSpPr/>
            <p:nvPr/>
          </p:nvSpPr>
          <p:spPr>
            <a:xfrm>
              <a:off x="4471741" y="1503867"/>
              <a:ext cx="25632" cy="25632"/>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48" name="ellipse_2175">
              <a:extLst>
                <a:ext uri="{FF2B5EF4-FFF2-40B4-BE49-F238E27FC236}">
                  <a16:creationId xmlns:a16="http://schemas.microsoft.com/office/drawing/2014/main" id="{97E418BF-BECA-3213-63F2-7A6D75E88864}"/>
                </a:ext>
              </a:extLst>
            </p:cNvPr>
            <p:cNvSpPr/>
            <p:nvPr/>
          </p:nvSpPr>
          <p:spPr>
            <a:xfrm>
              <a:off x="4318731" y="1540689"/>
              <a:ext cx="28238" cy="28238"/>
            </a:xfrm>
            <a:prstGeom prst="ellipse">
              <a:avLst/>
            </a:prstGeom>
            <a:gradFill flip="none" rotWithShape="1">
              <a:gsLst>
                <a:gs pos="0">
                  <a:srgbClr val="EDF4F9"/>
                </a:gs>
                <a:gs pos="43000">
                  <a:srgbClr val="ABC8E4"/>
                </a:gs>
                <a:gs pos="100000">
                  <a:srgbClr val="7CA1C4"/>
                </a:gs>
              </a:gsLst>
              <a:lin ang="2700000" scaled="1"/>
              <a:tileRect/>
            </a:gradFill>
            <a:ln w="2540" cap="rnd" cmpd="sng" algn="ctr">
              <a:noFill/>
              <a:prstDash val="solid"/>
              <a:round/>
              <a:headEnd type="none" w="med" len="med"/>
              <a:tailEnd type="none" w="med" len="med"/>
            </a:ln>
            <a:effectLst/>
          </p:spPr>
        </p:sp>
        <p:sp>
          <p:nvSpPr>
            <p:cNvPr id="1849" name="ellipse_2176">
              <a:extLst>
                <a:ext uri="{FF2B5EF4-FFF2-40B4-BE49-F238E27FC236}">
                  <a16:creationId xmlns:a16="http://schemas.microsoft.com/office/drawing/2014/main" id="{3F95D632-402C-5C54-1F85-149625D120FD}"/>
                </a:ext>
              </a:extLst>
            </p:cNvPr>
            <p:cNvSpPr/>
            <p:nvPr/>
          </p:nvSpPr>
          <p:spPr>
            <a:xfrm>
              <a:off x="4264380" y="1516974"/>
              <a:ext cx="22493" cy="22493"/>
            </a:xfrm>
            <a:prstGeom prst="ellipse">
              <a:avLst/>
            </a:prstGeom>
            <a:gradFill flip="none" rotWithShape="1">
              <a:gsLst>
                <a:gs pos="0">
                  <a:srgbClr val="E8F1F8"/>
                </a:gs>
                <a:gs pos="43000">
                  <a:srgbClr val="93BADD"/>
                </a:gs>
                <a:gs pos="100000">
                  <a:srgbClr val="6091BC"/>
                </a:gs>
              </a:gsLst>
              <a:lin ang="2700000" scaled="1"/>
              <a:tileRect/>
            </a:gradFill>
            <a:ln w="2540" cap="rnd" cmpd="sng" algn="ctr">
              <a:noFill/>
              <a:prstDash val="solid"/>
              <a:round/>
              <a:headEnd type="none" w="med" len="med"/>
              <a:tailEnd type="none" w="med" len="med"/>
            </a:ln>
            <a:effectLst/>
          </p:spPr>
        </p:sp>
        <p:sp>
          <p:nvSpPr>
            <p:cNvPr id="1850" name="ellipse_2177">
              <a:extLst>
                <a:ext uri="{FF2B5EF4-FFF2-40B4-BE49-F238E27FC236}">
                  <a16:creationId xmlns:a16="http://schemas.microsoft.com/office/drawing/2014/main" id="{B9FD10CB-A0ED-6D39-A2C1-2B98587469ED}"/>
                </a:ext>
              </a:extLst>
            </p:cNvPr>
            <p:cNvSpPr/>
            <p:nvPr/>
          </p:nvSpPr>
          <p:spPr>
            <a:xfrm>
              <a:off x="4223323" y="1483184"/>
              <a:ext cx="26490" cy="26490"/>
            </a:xfrm>
            <a:prstGeom prst="ellipse">
              <a:avLst/>
            </a:prstGeom>
            <a:gradFill flip="none" rotWithShape="1">
              <a:gsLst>
                <a:gs pos="0">
                  <a:srgbClr val="E4EEF7"/>
                </a:gs>
                <a:gs pos="43000">
                  <a:srgbClr val="7EACD7"/>
                </a:gs>
                <a:gs pos="100000">
                  <a:srgbClr val="4881B5"/>
                </a:gs>
              </a:gsLst>
              <a:lin ang="2700000" scaled="1"/>
              <a:tileRect/>
            </a:gradFill>
            <a:ln w="2540" cap="rnd" cmpd="sng" algn="ctr">
              <a:noFill/>
              <a:prstDash val="solid"/>
              <a:round/>
              <a:headEnd type="none" w="med" len="med"/>
              <a:tailEnd type="none" w="med" len="med"/>
            </a:ln>
            <a:effectLst/>
          </p:spPr>
        </p:sp>
        <p:sp>
          <p:nvSpPr>
            <p:cNvPr id="1851" name="ellipse_2178">
              <a:extLst>
                <a:ext uri="{FF2B5EF4-FFF2-40B4-BE49-F238E27FC236}">
                  <a16:creationId xmlns:a16="http://schemas.microsoft.com/office/drawing/2014/main" id="{E015AC56-4150-1EA0-A4E9-E0D250349EB1}"/>
                </a:ext>
              </a:extLst>
            </p:cNvPr>
            <p:cNvSpPr/>
            <p:nvPr/>
          </p:nvSpPr>
          <p:spPr>
            <a:xfrm>
              <a:off x="4401541" y="1664126"/>
              <a:ext cx="25319" cy="25319"/>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852" name="ellipse_2179">
              <a:extLst>
                <a:ext uri="{FF2B5EF4-FFF2-40B4-BE49-F238E27FC236}">
                  <a16:creationId xmlns:a16="http://schemas.microsoft.com/office/drawing/2014/main" id="{D50E4658-464D-CF10-9A82-4ED2E20D9123}"/>
                </a:ext>
              </a:extLst>
            </p:cNvPr>
            <p:cNvSpPr/>
            <p:nvPr/>
          </p:nvSpPr>
          <p:spPr>
            <a:xfrm>
              <a:off x="4339068" y="1457481"/>
              <a:ext cx="35401" cy="35401"/>
            </a:xfrm>
            <a:prstGeom prst="ellipse">
              <a:avLst/>
            </a:prstGeom>
            <a:gradFill flip="none" rotWithShape="1">
              <a:gsLst>
                <a:gs pos="0">
                  <a:srgbClr val="FDFBFB"/>
                </a:gs>
                <a:gs pos="43000">
                  <a:srgbClr val="F5EAED"/>
                </a:gs>
                <a:gs pos="100000">
                  <a:srgbClr val="D1C8CE"/>
                </a:gs>
              </a:gsLst>
              <a:lin ang="2700000" scaled="1"/>
              <a:tileRect/>
            </a:gradFill>
            <a:ln w="2540" cap="rnd" cmpd="sng" algn="ctr">
              <a:noFill/>
              <a:prstDash val="solid"/>
              <a:round/>
              <a:headEnd type="none" w="med" len="med"/>
              <a:tailEnd type="none" w="med" len="med"/>
            </a:ln>
            <a:effectLst/>
          </p:spPr>
        </p:sp>
        <p:sp>
          <p:nvSpPr>
            <p:cNvPr id="1853" name="ellipse_2180">
              <a:extLst>
                <a:ext uri="{FF2B5EF4-FFF2-40B4-BE49-F238E27FC236}">
                  <a16:creationId xmlns:a16="http://schemas.microsoft.com/office/drawing/2014/main" id="{DCF47F3D-D5FC-9D27-4CB9-6B8DCE96AE57}"/>
                </a:ext>
              </a:extLst>
            </p:cNvPr>
            <p:cNvSpPr/>
            <p:nvPr/>
          </p:nvSpPr>
          <p:spPr>
            <a:xfrm>
              <a:off x="4147487" y="1616286"/>
              <a:ext cx="26099" cy="26099"/>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854" name="ellipse_2181">
              <a:extLst>
                <a:ext uri="{FF2B5EF4-FFF2-40B4-BE49-F238E27FC236}">
                  <a16:creationId xmlns:a16="http://schemas.microsoft.com/office/drawing/2014/main" id="{B8B7E02A-7E8F-2B2F-0BA7-31D39F2B016F}"/>
                </a:ext>
              </a:extLst>
            </p:cNvPr>
            <p:cNvSpPr/>
            <p:nvPr/>
          </p:nvSpPr>
          <p:spPr>
            <a:xfrm>
              <a:off x="4421275" y="1403443"/>
              <a:ext cx="35162" cy="35162"/>
            </a:xfrm>
            <a:prstGeom prst="ellipse">
              <a:avLst/>
            </a:prstGeom>
            <a:gradFill flip="none" rotWithShape="1">
              <a:gsLst>
                <a:gs pos="0">
                  <a:srgbClr val="FCF9FA"/>
                </a:gs>
                <a:gs pos="43000">
                  <a:srgbClr val="F3E3E6"/>
                </a:gs>
                <a:gs pos="100000">
                  <a:srgbClr val="CFC0C6"/>
                </a:gs>
              </a:gsLst>
              <a:lin ang="2700000" scaled="1"/>
              <a:tileRect/>
            </a:gradFill>
            <a:ln w="2540" cap="rnd" cmpd="sng" algn="ctr">
              <a:noFill/>
              <a:prstDash val="solid"/>
              <a:round/>
              <a:headEnd type="none" w="med" len="med"/>
              <a:tailEnd type="none" w="med" len="med"/>
            </a:ln>
            <a:effectLst/>
          </p:spPr>
        </p:sp>
        <p:sp>
          <p:nvSpPr>
            <p:cNvPr id="1855" name="ellipse_2182">
              <a:extLst>
                <a:ext uri="{FF2B5EF4-FFF2-40B4-BE49-F238E27FC236}">
                  <a16:creationId xmlns:a16="http://schemas.microsoft.com/office/drawing/2014/main" id="{9B3E2083-2C5A-8D71-EC99-C3AAD0978A85}"/>
                </a:ext>
              </a:extLst>
            </p:cNvPr>
            <p:cNvSpPr/>
            <p:nvPr/>
          </p:nvSpPr>
          <p:spPr>
            <a:xfrm>
              <a:off x="4115470" y="1492277"/>
              <a:ext cx="31229" cy="31229"/>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56" name="ellipse_2183">
              <a:extLst>
                <a:ext uri="{FF2B5EF4-FFF2-40B4-BE49-F238E27FC236}">
                  <a16:creationId xmlns:a16="http://schemas.microsoft.com/office/drawing/2014/main" id="{6415A768-D8A5-5EEA-6A0F-2FAADBB004C3}"/>
                </a:ext>
              </a:extLst>
            </p:cNvPr>
            <p:cNvSpPr/>
            <p:nvPr/>
          </p:nvSpPr>
          <p:spPr>
            <a:xfrm>
              <a:off x="4091744" y="1552009"/>
              <a:ext cx="22492" cy="22492"/>
            </a:xfrm>
            <a:prstGeom prst="ellipse">
              <a:avLst/>
            </a:prstGeom>
            <a:gradFill flip="none" rotWithShape="1">
              <a:gsLst>
                <a:gs pos="0">
                  <a:srgbClr val="EBF2F9"/>
                </a:gs>
                <a:gs pos="43000">
                  <a:srgbClr val="A0C2E1"/>
                </a:gs>
                <a:gs pos="100000">
                  <a:srgbClr val="6F9AC1"/>
                </a:gs>
              </a:gsLst>
              <a:lin ang="2700000" scaled="1"/>
              <a:tileRect/>
            </a:gradFill>
            <a:ln w="2540" cap="rnd" cmpd="sng" algn="ctr">
              <a:noFill/>
              <a:prstDash val="solid"/>
              <a:round/>
              <a:headEnd type="none" w="med" len="med"/>
              <a:tailEnd type="none" w="med" len="med"/>
            </a:ln>
            <a:effectLst/>
          </p:spPr>
        </p:sp>
        <p:sp>
          <p:nvSpPr>
            <p:cNvPr id="1857" name="ellipse_2184">
              <a:extLst>
                <a:ext uri="{FF2B5EF4-FFF2-40B4-BE49-F238E27FC236}">
                  <a16:creationId xmlns:a16="http://schemas.microsoft.com/office/drawing/2014/main" id="{1D9B5F8D-7CBB-5605-2908-158E53F29E19}"/>
                </a:ext>
              </a:extLst>
            </p:cNvPr>
            <p:cNvSpPr/>
            <p:nvPr/>
          </p:nvSpPr>
          <p:spPr>
            <a:xfrm>
              <a:off x="4133493" y="1548733"/>
              <a:ext cx="25991" cy="25991"/>
            </a:xfrm>
            <a:prstGeom prst="ellipse">
              <a:avLst/>
            </a:prstGeom>
            <a:gradFill flip="none" rotWithShape="1">
              <a:gsLst>
                <a:gs pos="0">
                  <a:srgbClr val="F2F6FB"/>
                </a:gs>
                <a:gs pos="43000">
                  <a:srgbClr val="C0D6EB"/>
                </a:gs>
                <a:gs pos="100000">
                  <a:srgbClr val="94B1CC"/>
                </a:gs>
              </a:gsLst>
              <a:lin ang="2700000" scaled="1"/>
              <a:tileRect/>
            </a:gradFill>
            <a:ln w="2540" cap="rnd" cmpd="sng" algn="ctr">
              <a:noFill/>
              <a:prstDash val="solid"/>
              <a:round/>
              <a:headEnd type="none" w="med" len="med"/>
              <a:tailEnd type="none" w="med" len="med"/>
            </a:ln>
            <a:effectLst/>
          </p:spPr>
        </p:sp>
        <p:sp>
          <p:nvSpPr>
            <p:cNvPr id="1858" name="ellipse_2185">
              <a:extLst>
                <a:ext uri="{FF2B5EF4-FFF2-40B4-BE49-F238E27FC236}">
                  <a16:creationId xmlns:a16="http://schemas.microsoft.com/office/drawing/2014/main" id="{DB325903-7737-DE33-C84B-1EB938A88303}"/>
                </a:ext>
              </a:extLst>
            </p:cNvPr>
            <p:cNvSpPr/>
            <p:nvPr/>
          </p:nvSpPr>
          <p:spPr>
            <a:xfrm>
              <a:off x="4250858" y="1579120"/>
              <a:ext cx="23959" cy="23959"/>
            </a:xfrm>
            <a:prstGeom prst="ellipse">
              <a:avLst/>
            </a:prstGeom>
            <a:gradFill flip="none" rotWithShape="1">
              <a:gsLst>
                <a:gs pos="0">
                  <a:srgbClr val="EFF5FA"/>
                </a:gs>
                <a:gs pos="43000">
                  <a:srgbClr val="B4CEE7"/>
                </a:gs>
                <a:gs pos="100000">
                  <a:srgbClr val="87A8C7"/>
                </a:gs>
              </a:gsLst>
              <a:lin ang="2700000" scaled="1"/>
              <a:tileRect/>
            </a:gradFill>
            <a:ln w="2540" cap="rnd" cmpd="sng" algn="ctr">
              <a:noFill/>
              <a:prstDash val="solid"/>
              <a:round/>
              <a:headEnd type="none" w="med" len="med"/>
              <a:tailEnd type="none" w="med" len="med"/>
            </a:ln>
            <a:effectLst/>
          </p:spPr>
        </p:sp>
        <p:sp>
          <p:nvSpPr>
            <p:cNvPr id="1859" name="ellipse_2186">
              <a:extLst>
                <a:ext uri="{FF2B5EF4-FFF2-40B4-BE49-F238E27FC236}">
                  <a16:creationId xmlns:a16="http://schemas.microsoft.com/office/drawing/2014/main" id="{67E85818-9BB0-4B1C-07E3-B92D8C5357FE}"/>
                </a:ext>
              </a:extLst>
            </p:cNvPr>
            <p:cNvSpPr/>
            <p:nvPr/>
          </p:nvSpPr>
          <p:spPr>
            <a:xfrm>
              <a:off x="4273408" y="1643014"/>
              <a:ext cx="27291" cy="27291"/>
            </a:xfrm>
            <a:prstGeom prst="ellipse">
              <a:avLst/>
            </a:prstGeom>
            <a:gradFill flip="none" rotWithShape="1">
              <a:gsLst>
                <a:gs pos="0">
                  <a:srgbClr val="E5EEF7"/>
                </a:gs>
                <a:gs pos="43000">
                  <a:srgbClr val="80AED8"/>
                </a:gs>
                <a:gs pos="100000">
                  <a:srgbClr val="4B82B6"/>
                </a:gs>
              </a:gsLst>
              <a:lin ang="2700000" scaled="1"/>
              <a:tileRect/>
            </a:gradFill>
            <a:ln w="2540" cap="rnd" cmpd="sng" algn="ctr">
              <a:noFill/>
              <a:prstDash val="solid"/>
              <a:round/>
              <a:headEnd type="none" w="med" len="med"/>
              <a:tailEnd type="none" w="med" len="med"/>
            </a:ln>
            <a:effectLst/>
          </p:spPr>
        </p:sp>
        <p:sp>
          <p:nvSpPr>
            <p:cNvPr id="1860" name="ellipse_2187">
              <a:extLst>
                <a:ext uri="{FF2B5EF4-FFF2-40B4-BE49-F238E27FC236}">
                  <a16:creationId xmlns:a16="http://schemas.microsoft.com/office/drawing/2014/main" id="{A31CC5D7-2CB3-E755-D408-8536212D53D3}"/>
                </a:ext>
              </a:extLst>
            </p:cNvPr>
            <p:cNvSpPr/>
            <p:nvPr/>
          </p:nvSpPr>
          <p:spPr>
            <a:xfrm>
              <a:off x="4321059" y="1463010"/>
              <a:ext cx="28730" cy="28730"/>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861" name="ellipse_2188">
              <a:extLst>
                <a:ext uri="{FF2B5EF4-FFF2-40B4-BE49-F238E27FC236}">
                  <a16:creationId xmlns:a16="http://schemas.microsoft.com/office/drawing/2014/main" id="{F5496B1D-7813-7819-E6C4-541971155E50}"/>
                </a:ext>
              </a:extLst>
            </p:cNvPr>
            <p:cNvSpPr/>
            <p:nvPr/>
          </p:nvSpPr>
          <p:spPr>
            <a:xfrm>
              <a:off x="4421172" y="1439570"/>
              <a:ext cx="30726" cy="30726"/>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862" name="ellipse_2189">
              <a:extLst>
                <a:ext uri="{FF2B5EF4-FFF2-40B4-BE49-F238E27FC236}">
                  <a16:creationId xmlns:a16="http://schemas.microsoft.com/office/drawing/2014/main" id="{8A326DF7-7326-8A15-7473-69D2CCFABF5B}"/>
                </a:ext>
              </a:extLst>
            </p:cNvPr>
            <p:cNvSpPr/>
            <p:nvPr/>
          </p:nvSpPr>
          <p:spPr>
            <a:xfrm>
              <a:off x="4229887" y="1669778"/>
              <a:ext cx="23937" cy="23937"/>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863" name="ellipse_2190">
              <a:extLst>
                <a:ext uri="{FF2B5EF4-FFF2-40B4-BE49-F238E27FC236}">
                  <a16:creationId xmlns:a16="http://schemas.microsoft.com/office/drawing/2014/main" id="{045C20BE-D428-E4E3-2816-B271D7DE5BCC}"/>
                </a:ext>
              </a:extLst>
            </p:cNvPr>
            <p:cNvSpPr/>
            <p:nvPr/>
          </p:nvSpPr>
          <p:spPr>
            <a:xfrm>
              <a:off x="4374353" y="1632975"/>
              <a:ext cx="24495" cy="24495"/>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864" name="ellipse_2191">
              <a:extLst>
                <a:ext uri="{FF2B5EF4-FFF2-40B4-BE49-F238E27FC236}">
                  <a16:creationId xmlns:a16="http://schemas.microsoft.com/office/drawing/2014/main" id="{28661607-30E7-7D8C-B454-D0F74231E68A}"/>
                </a:ext>
              </a:extLst>
            </p:cNvPr>
            <p:cNvSpPr/>
            <p:nvPr/>
          </p:nvSpPr>
          <p:spPr>
            <a:xfrm>
              <a:off x="4300902" y="1684368"/>
              <a:ext cx="24743" cy="2474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865" name="ellipse_2192">
              <a:extLst>
                <a:ext uri="{FF2B5EF4-FFF2-40B4-BE49-F238E27FC236}">
                  <a16:creationId xmlns:a16="http://schemas.microsoft.com/office/drawing/2014/main" id="{093D10E6-6AA5-F110-E451-AA1D4FC68AF3}"/>
                </a:ext>
              </a:extLst>
            </p:cNvPr>
            <p:cNvSpPr/>
            <p:nvPr/>
          </p:nvSpPr>
          <p:spPr>
            <a:xfrm>
              <a:off x="4211047" y="1622071"/>
              <a:ext cx="27475" cy="27475"/>
            </a:xfrm>
            <a:prstGeom prst="ellipse">
              <a:avLst/>
            </a:prstGeom>
            <a:gradFill flip="none" rotWithShape="1">
              <a:gsLst>
                <a:gs pos="0">
                  <a:srgbClr val="F0F5FA"/>
                </a:gs>
                <a:gs pos="43000">
                  <a:srgbClr val="B6CFE8"/>
                </a:gs>
                <a:gs pos="100000">
                  <a:srgbClr val="88A9C8"/>
                </a:gs>
              </a:gsLst>
              <a:lin ang="2700000" scaled="1"/>
              <a:tileRect/>
            </a:gradFill>
            <a:ln w="2540" cap="rnd" cmpd="sng" algn="ctr">
              <a:noFill/>
              <a:prstDash val="solid"/>
              <a:round/>
              <a:headEnd type="none" w="med" len="med"/>
              <a:tailEnd type="none" w="med" len="med"/>
            </a:ln>
            <a:effectLst/>
          </p:spPr>
        </p:sp>
        <p:sp>
          <p:nvSpPr>
            <p:cNvPr id="1866" name="ellipse_2193">
              <a:extLst>
                <a:ext uri="{FF2B5EF4-FFF2-40B4-BE49-F238E27FC236}">
                  <a16:creationId xmlns:a16="http://schemas.microsoft.com/office/drawing/2014/main" id="{9A0145ED-11CB-9566-CBB0-8F12E93872F5}"/>
                </a:ext>
              </a:extLst>
            </p:cNvPr>
            <p:cNvSpPr/>
            <p:nvPr/>
          </p:nvSpPr>
          <p:spPr>
            <a:xfrm>
              <a:off x="4395435" y="1581312"/>
              <a:ext cx="29624" cy="29624"/>
            </a:xfrm>
            <a:prstGeom prst="ellipse">
              <a:avLst/>
            </a:prstGeom>
            <a:gradFill flip="none" rotWithShape="1">
              <a:gsLst>
                <a:gs pos="0">
                  <a:srgbClr val="EBF2F9"/>
                </a:gs>
                <a:gs pos="43000">
                  <a:srgbClr val="9EC0E1"/>
                </a:gs>
                <a:gs pos="100000">
                  <a:srgbClr val="6D98C0"/>
                </a:gs>
              </a:gsLst>
              <a:lin ang="2700000" scaled="1"/>
              <a:tileRect/>
            </a:gradFill>
            <a:ln w="2540" cap="rnd" cmpd="sng" algn="ctr">
              <a:noFill/>
              <a:prstDash val="solid"/>
              <a:round/>
              <a:headEnd type="none" w="med" len="med"/>
              <a:tailEnd type="none" w="med" len="med"/>
            </a:ln>
            <a:effectLst/>
          </p:spPr>
        </p:sp>
        <p:sp>
          <p:nvSpPr>
            <p:cNvPr id="1867" name="ellipse_2194">
              <a:extLst>
                <a:ext uri="{FF2B5EF4-FFF2-40B4-BE49-F238E27FC236}">
                  <a16:creationId xmlns:a16="http://schemas.microsoft.com/office/drawing/2014/main" id="{18DD055C-8BB1-ADE0-3DA3-2480A91F168C}"/>
                </a:ext>
              </a:extLst>
            </p:cNvPr>
            <p:cNvSpPr/>
            <p:nvPr/>
          </p:nvSpPr>
          <p:spPr>
            <a:xfrm>
              <a:off x="4048258" y="1480126"/>
              <a:ext cx="35829" cy="35829"/>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68" name="ellipse_2195">
              <a:extLst>
                <a:ext uri="{FF2B5EF4-FFF2-40B4-BE49-F238E27FC236}">
                  <a16:creationId xmlns:a16="http://schemas.microsoft.com/office/drawing/2014/main" id="{5CC8139A-27F9-82CA-467C-608BCAE58535}"/>
                </a:ext>
              </a:extLst>
            </p:cNvPr>
            <p:cNvSpPr/>
            <p:nvPr/>
          </p:nvSpPr>
          <p:spPr>
            <a:xfrm>
              <a:off x="4492338" y="1548882"/>
              <a:ext cx="24345" cy="24345"/>
            </a:xfrm>
            <a:prstGeom prst="ellipse">
              <a:avLst/>
            </a:prstGeom>
            <a:gradFill flip="none" rotWithShape="1">
              <a:gsLst>
                <a:gs pos="0">
                  <a:srgbClr val="FBFCFD"/>
                </a:gs>
                <a:gs pos="43000">
                  <a:srgbClr val="EAF1F7"/>
                </a:gs>
                <a:gs pos="100000">
                  <a:srgbClr val="C5D0DA"/>
                </a:gs>
              </a:gsLst>
              <a:lin ang="2700000" scaled="1"/>
              <a:tileRect/>
            </a:gradFill>
            <a:ln w="2540" cap="rnd" cmpd="sng" algn="ctr">
              <a:noFill/>
              <a:prstDash val="solid"/>
              <a:round/>
              <a:headEnd type="none" w="med" len="med"/>
              <a:tailEnd type="none" w="med" len="med"/>
            </a:ln>
            <a:effectLst/>
          </p:spPr>
        </p:sp>
        <p:sp>
          <p:nvSpPr>
            <p:cNvPr id="1869" name="ellipse_2196">
              <a:extLst>
                <a:ext uri="{FF2B5EF4-FFF2-40B4-BE49-F238E27FC236}">
                  <a16:creationId xmlns:a16="http://schemas.microsoft.com/office/drawing/2014/main" id="{5B6161FC-0F84-BE6F-173C-95F9CAEFBB21}"/>
                </a:ext>
              </a:extLst>
            </p:cNvPr>
            <p:cNvSpPr/>
            <p:nvPr/>
          </p:nvSpPr>
          <p:spPr>
            <a:xfrm>
              <a:off x="4303160" y="1607853"/>
              <a:ext cx="30281" cy="30281"/>
            </a:xfrm>
            <a:prstGeom prst="ellipse">
              <a:avLst/>
            </a:prstGeom>
            <a:gradFill flip="none" rotWithShape="1">
              <a:gsLst>
                <a:gs pos="0">
                  <a:srgbClr val="E5EEF7"/>
                </a:gs>
                <a:gs pos="43000">
                  <a:srgbClr val="84B0D9"/>
                </a:gs>
                <a:gs pos="100000">
                  <a:srgbClr val="4F85B7"/>
                </a:gs>
              </a:gsLst>
              <a:lin ang="2700000" scaled="1"/>
              <a:tileRect/>
            </a:gradFill>
            <a:ln w="2540" cap="rnd" cmpd="sng" algn="ctr">
              <a:noFill/>
              <a:prstDash val="solid"/>
              <a:round/>
              <a:headEnd type="none" w="med" len="med"/>
              <a:tailEnd type="none" w="med" len="med"/>
            </a:ln>
            <a:effectLst/>
          </p:spPr>
        </p:sp>
        <p:sp>
          <p:nvSpPr>
            <p:cNvPr id="1870" name="ellipse_2197">
              <a:extLst>
                <a:ext uri="{FF2B5EF4-FFF2-40B4-BE49-F238E27FC236}">
                  <a16:creationId xmlns:a16="http://schemas.microsoft.com/office/drawing/2014/main" id="{A0DA4961-E012-8DD3-1D95-31EE488AC6C0}"/>
                </a:ext>
              </a:extLst>
            </p:cNvPr>
            <p:cNvSpPr/>
            <p:nvPr/>
          </p:nvSpPr>
          <p:spPr>
            <a:xfrm>
              <a:off x="4353888" y="1597620"/>
              <a:ext cx="20715" cy="20715"/>
            </a:xfrm>
            <a:prstGeom prst="ellipse">
              <a:avLst/>
            </a:prstGeom>
            <a:gradFill flip="none" rotWithShape="1">
              <a:gsLst>
                <a:gs pos="0">
                  <a:srgbClr val="E6EFF7"/>
                </a:gs>
                <a:gs pos="43000">
                  <a:srgbClr val="86B1DA"/>
                </a:gs>
                <a:gs pos="100000">
                  <a:srgbClr val="5287B8"/>
                </a:gs>
              </a:gsLst>
              <a:lin ang="2700000" scaled="1"/>
              <a:tileRect/>
            </a:gradFill>
            <a:ln w="2540" cap="rnd" cmpd="sng" algn="ctr">
              <a:noFill/>
              <a:prstDash val="solid"/>
              <a:round/>
              <a:headEnd type="none" w="med" len="med"/>
              <a:tailEnd type="none" w="med" len="med"/>
            </a:ln>
            <a:effectLst/>
          </p:spPr>
        </p:sp>
        <p:sp>
          <p:nvSpPr>
            <p:cNvPr id="1871" name="ellipse_2198">
              <a:extLst>
                <a:ext uri="{FF2B5EF4-FFF2-40B4-BE49-F238E27FC236}">
                  <a16:creationId xmlns:a16="http://schemas.microsoft.com/office/drawing/2014/main" id="{916DBC23-8425-B63F-7261-5E1BCD1520CB}"/>
                </a:ext>
              </a:extLst>
            </p:cNvPr>
            <p:cNvSpPr/>
            <p:nvPr/>
          </p:nvSpPr>
          <p:spPr>
            <a:xfrm>
              <a:off x="4339685" y="1653492"/>
              <a:ext cx="30582" cy="30582"/>
            </a:xfrm>
            <a:prstGeom prst="ellipse">
              <a:avLst/>
            </a:prstGeom>
            <a:gradFill flip="none" rotWithShape="1">
              <a:gsLst>
                <a:gs pos="0">
                  <a:srgbClr val="E2ECF6"/>
                </a:gs>
                <a:gs pos="43000">
                  <a:srgbClr val="73A4D4"/>
                </a:gs>
                <a:gs pos="100000">
                  <a:srgbClr val="3B78B1"/>
                </a:gs>
              </a:gsLst>
              <a:lin ang="2700000" scaled="1"/>
              <a:tileRect/>
            </a:gradFill>
            <a:ln w="2540" cap="rnd" cmpd="sng" algn="ctr">
              <a:noFill/>
              <a:prstDash val="solid"/>
              <a:round/>
              <a:headEnd type="none" w="med" len="med"/>
              <a:tailEnd type="none" w="med" len="med"/>
            </a:ln>
            <a:effectLst/>
          </p:spPr>
        </p:sp>
        <p:sp>
          <p:nvSpPr>
            <p:cNvPr id="1872" name="ellipse_2199">
              <a:extLst>
                <a:ext uri="{FF2B5EF4-FFF2-40B4-BE49-F238E27FC236}">
                  <a16:creationId xmlns:a16="http://schemas.microsoft.com/office/drawing/2014/main" id="{C19E57D3-C822-45BF-E88B-53B9D7571DD2}"/>
                </a:ext>
              </a:extLst>
            </p:cNvPr>
            <p:cNvSpPr/>
            <p:nvPr/>
          </p:nvSpPr>
          <p:spPr>
            <a:xfrm>
              <a:off x="4211176" y="1555263"/>
              <a:ext cx="22426" cy="22426"/>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873" name="ellipse_2200">
              <a:extLst>
                <a:ext uri="{FF2B5EF4-FFF2-40B4-BE49-F238E27FC236}">
                  <a16:creationId xmlns:a16="http://schemas.microsoft.com/office/drawing/2014/main" id="{8FB3E88D-BB1A-2A49-29F3-C3ECBDD4F0AE}"/>
                </a:ext>
              </a:extLst>
            </p:cNvPr>
            <p:cNvSpPr/>
            <p:nvPr/>
          </p:nvSpPr>
          <p:spPr>
            <a:xfrm>
              <a:off x="4462884" y="1435914"/>
              <a:ext cx="31220" cy="31220"/>
            </a:xfrm>
            <a:prstGeom prst="ellipse">
              <a:avLst/>
            </a:prstGeom>
            <a:gradFill flip="none" rotWithShape="1">
              <a:gsLst>
                <a:gs pos="0">
                  <a:srgbClr val="F8E6E7"/>
                </a:gs>
                <a:gs pos="43000">
                  <a:srgbClr val="DF878B"/>
                </a:gs>
                <a:gs pos="100000">
                  <a:srgbClr val="B8565D"/>
                </a:gs>
              </a:gsLst>
              <a:lin ang="2700000" scaled="1"/>
              <a:tileRect/>
            </a:gradFill>
            <a:ln w="2540" cap="rnd" cmpd="sng" algn="ctr">
              <a:noFill/>
              <a:prstDash val="solid"/>
              <a:round/>
              <a:headEnd type="none" w="med" len="med"/>
              <a:tailEnd type="none" w="med" len="med"/>
            </a:ln>
            <a:effectLst/>
          </p:spPr>
        </p:sp>
        <p:sp>
          <p:nvSpPr>
            <p:cNvPr id="1874" name="ellipse_2201">
              <a:extLst>
                <a:ext uri="{FF2B5EF4-FFF2-40B4-BE49-F238E27FC236}">
                  <a16:creationId xmlns:a16="http://schemas.microsoft.com/office/drawing/2014/main" id="{C5AF456F-11B0-664C-9F3C-75F181A11802}"/>
                </a:ext>
              </a:extLst>
            </p:cNvPr>
            <p:cNvSpPr/>
            <p:nvPr/>
          </p:nvSpPr>
          <p:spPr>
            <a:xfrm>
              <a:off x="4266414" y="1692646"/>
              <a:ext cx="20268" cy="20268"/>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875" name="ellipse_2202">
              <a:extLst>
                <a:ext uri="{FF2B5EF4-FFF2-40B4-BE49-F238E27FC236}">
                  <a16:creationId xmlns:a16="http://schemas.microsoft.com/office/drawing/2014/main" id="{1B231F3B-0D17-D381-D49C-DB17F332DD18}"/>
                </a:ext>
              </a:extLst>
            </p:cNvPr>
            <p:cNvSpPr/>
            <p:nvPr/>
          </p:nvSpPr>
          <p:spPr>
            <a:xfrm>
              <a:off x="4483555" y="1615434"/>
              <a:ext cx="25340" cy="25340"/>
            </a:xfrm>
            <a:prstGeom prst="ellipse">
              <a:avLst/>
            </a:prstGeom>
            <a:gradFill flip="none" rotWithShape="1">
              <a:gsLst>
                <a:gs pos="0">
                  <a:srgbClr val="E4EEF7"/>
                </a:gs>
                <a:gs pos="43000">
                  <a:srgbClr val="7DABD7"/>
                </a:gs>
                <a:gs pos="100000">
                  <a:srgbClr val="4780B4"/>
                </a:gs>
              </a:gsLst>
              <a:lin ang="2700000" scaled="1"/>
              <a:tileRect/>
            </a:gradFill>
            <a:ln w="2540" cap="rnd" cmpd="sng" algn="ctr">
              <a:noFill/>
              <a:prstDash val="solid"/>
              <a:round/>
              <a:headEnd type="none" w="med" len="med"/>
              <a:tailEnd type="none" w="med" len="med"/>
            </a:ln>
            <a:effectLst/>
          </p:spPr>
        </p:sp>
        <p:sp>
          <p:nvSpPr>
            <p:cNvPr id="1876" name="ellipse_2203">
              <a:extLst>
                <a:ext uri="{FF2B5EF4-FFF2-40B4-BE49-F238E27FC236}">
                  <a16:creationId xmlns:a16="http://schemas.microsoft.com/office/drawing/2014/main" id="{29664548-5D33-AAA0-4C00-DF8968D90B4B}"/>
                </a:ext>
              </a:extLst>
            </p:cNvPr>
            <p:cNvSpPr/>
            <p:nvPr/>
          </p:nvSpPr>
          <p:spPr>
            <a:xfrm>
              <a:off x="4529828" y="1504880"/>
              <a:ext cx="34733" cy="34733"/>
            </a:xfrm>
            <a:prstGeom prst="ellipse">
              <a:avLst/>
            </a:prstGeom>
            <a:gradFill flip="none" rotWithShape="1">
              <a:gsLst>
                <a:gs pos="0">
                  <a:srgbClr val="FDFCFD"/>
                </a:gs>
                <a:gs pos="43000">
                  <a:srgbClr val="F6F1F3"/>
                </a:gs>
                <a:gs pos="100000">
                  <a:srgbClr val="D3D0D6"/>
                </a:gs>
              </a:gsLst>
              <a:lin ang="2700000" scaled="1"/>
              <a:tileRect/>
            </a:gradFill>
            <a:ln w="2540" cap="rnd" cmpd="sng" algn="ctr">
              <a:noFill/>
              <a:prstDash val="solid"/>
              <a:round/>
              <a:headEnd type="none" w="med" len="med"/>
              <a:tailEnd type="none" w="med" len="med"/>
            </a:ln>
            <a:effectLst/>
          </p:spPr>
        </p:sp>
        <p:sp>
          <p:nvSpPr>
            <p:cNvPr id="1877" name="ellipse_2204">
              <a:extLst>
                <a:ext uri="{FF2B5EF4-FFF2-40B4-BE49-F238E27FC236}">
                  <a16:creationId xmlns:a16="http://schemas.microsoft.com/office/drawing/2014/main" id="{44973C32-FDDD-BF8B-C0C7-3B0CD2FFF6A1}"/>
                </a:ext>
              </a:extLst>
            </p:cNvPr>
            <p:cNvSpPr/>
            <p:nvPr/>
          </p:nvSpPr>
          <p:spPr>
            <a:xfrm>
              <a:off x="4259420" y="1662443"/>
              <a:ext cx="32679" cy="32679"/>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878" name="ellipse_2205">
              <a:extLst>
                <a:ext uri="{FF2B5EF4-FFF2-40B4-BE49-F238E27FC236}">
                  <a16:creationId xmlns:a16="http://schemas.microsoft.com/office/drawing/2014/main" id="{06DE724D-3730-2454-33C2-5B4C46451AF2}"/>
                </a:ext>
              </a:extLst>
            </p:cNvPr>
            <p:cNvSpPr/>
            <p:nvPr/>
          </p:nvSpPr>
          <p:spPr>
            <a:xfrm>
              <a:off x="4164350" y="1623047"/>
              <a:ext cx="36365" cy="36365"/>
            </a:xfrm>
            <a:prstGeom prst="ellipse">
              <a:avLst/>
            </a:prstGeom>
            <a:gradFill flip="none" rotWithShape="1">
              <a:gsLst>
                <a:gs pos="0">
                  <a:srgbClr val="F0F6FA"/>
                </a:gs>
                <a:gs pos="43000">
                  <a:srgbClr val="B9D2E9"/>
                </a:gs>
                <a:gs pos="100000">
                  <a:srgbClr val="8CACC9"/>
                </a:gs>
              </a:gsLst>
              <a:lin ang="2700000" scaled="1"/>
              <a:tileRect/>
            </a:gradFill>
            <a:ln w="2540" cap="rnd" cmpd="sng" algn="ctr">
              <a:noFill/>
              <a:prstDash val="solid"/>
              <a:round/>
              <a:headEnd type="none" w="med" len="med"/>
              <a:tailEnd type="none" w="med" len="med"/>
            </a:ln>
            <a:effectLst/>
          </p:spPr>
        </p:sp>
        <p:sp>
          <p:nvSpPr>
            <p:cNvPr id="1879" name="ellipse_2206">
              <a:extLst>
                <a:ext uri="{FF2B5EF4-FFF2-40B4-BE49-F238E27FC236}">
                  <a16:creationId xmlns:a16="http://schemas.microsoft.com/office/drawing/2014/main" id="{CFCBC54A-C11E-268A-9173-DBFD610DEFFD}"/>
                </a:ext>
              </a:extLst>
            </p:cNvPr>
            <p:cNvSpPr/>
            <p:nvPr/>
          </p:nvSpPr>
          <p:spPr>
            <a:xfrm>
              <a:off x="4174720" y="1571707"/>
              <a:ext cx="20339" cy="20339"/>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80" name="ellipse_2207">
              <a:extLst>
                <a:ext uri="{FF2B5EF4-FFF2-40B4-BE49-F238E27FC236}">
                  <a16:creationId xmlns:a16="http://schemas.microsoft.com/office/drawing/2014/main" id="{DDF5B957-3674-63C9-2AF4-FB333720CD9C}"/>
                </a:ext>
              </a:extLst>
            </p:cNvPr>
            <p:cNvSpPr/>
            <p:nvPr/>
          </p:nvSpPr>
          <p:spPr>
            <a:xfrm>
              <a:off x="4442759" y="1467880"/>
              <a:ext cx="28267" cy="28267"/>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881" name="ellipse_2208">
              <a:extLst>
                <a:ext uri="{FF2B5EF4-FFF2-40B4-BE49-F238E27FC236}">
                  <a16:creationId xmlns:a16="http://schemas.microsoft.com/office/drawing/2014/main" id="{AC6A2CFD-C898-20A5-D310-626F0DDD711B}"/>
                </a:ext>
              </a:extLst>
            </p:cNvPr>
            <p:cNvSpPr/>
            <p:nvPr/>
          </p:nvSpPr>
          <p:spPr>
            <a:xfrm>
              <a:off x="4216943" y="1625920"/>
              <a:ext cx="35489" cy="35489"/>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2" name="ellipse_2209">
              <a:extLst>
                <a:ext uri="{FF2B5EF4-FFF2-40B4-BE49-F238E27FC236}">
                  <a16:creationId xmlns:a16="http://schemas.microsoft.com/office/drawing/2014/main" id="{3F52F3CC-E37E-6053-566B-1A97F0EAA024}"/>
                </a:ext>
              </a:extLst>
            </p:cNvPr>
            <p:cNvSpPr/>
            <p:nvPr/>
          </p:nvSpPr>
          <p:spPr>
            <a:xfrm>
              <a:off x="4372327" y="1669257"/>
              <a:ext cx="36395" cy="36395"/>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883" name="ellipse_2210">
              <a:extLst>
                <a:ext uri="{FF2B5EF4-FFF2-40B4-BE49-F238E27FC236}">
                  <a16:creationId xmlns:a16="http://schemas.microsoft.com/office/drawing/2014/main" id="{2D1B9971-65C9-64CA-7ED2-FE0F93CB5055}"/>
                </a:ext>
              </a:extLst>
            </p:cNvPr>
            <p:cNvSpPr/>
            <p:nvPr/>
          </p:nvSpPr>
          <p:spPr>
            <a:xfrm>
              <a:off x="4169640" y="1618732"/>
              <a:ext cx="34055" cy="34055"/>
            </a:xfrm>
            <a:prstGeom prst="ellipse">
              <a:avLst/>
            </a:prstGeom>
            <a:gradFill flip="none" rotWithShape="1">
              <a:gsLst>
                <a:gs pos="0">
                  <a:srgbClr val="F2F7FB"/>
                </a:gs>
                <a:gs pos="43000">
                  <a:srgbClr val="C3D7EC"/>
                </a:gs>
                <a:gs pos="100000">
                  <a:srgbClr val="97B3CC"/>
                </a:gs>
              </a:gsLst>
              <a:lin ang="2700000" scaled="1"/>
              <a:tileRect/>
            </a:gradFill>
            <a:ln w="2540" cap="rnd" cmpd="sng" algn="ctr">
              <a:noFill/>
              <a:prstDash val="solid"/>
              <a:round/>
              <a:headEnd type="none" w="med" len="med"/>
              <a:tailEnd type="none" w="med" len="med"/>
            </a:ln>
            <a:effectLst/>
          </p:spPr>
        </p:sp>
        <p:sp>
          <p:nvSpPr>
            <p:cNvPr id="1884" name="ellipse_2211">
              <a:extLst>
                <a:ext uri="{FF2B5EF4-FFF2-40B4-BE49-F238E27FC236}">
                  <a16:creationId xmlns:a16="http://schemas.microsoft.com/office/drawing/2014/main" id="{EEEFA362-EBAA-A495-DB83-240E0BEFA041}"/>
                </a:ext>
              </a:extLst>
            </p:cNvPr>
            <p:cNvSpPr/>
            <p:nvPr/>
          </p:nvSpPr>
          <p:spPr>
            <a:xfrm>
              <a:off x="4313792" y="1396283"/>
              <a:ext cx="29270" cy="29270"/>
            </a:xfrm>
            <a:prstGeom prst="ellipse">
              <a:avLst/>
            </a:prstGeom>
            <a:gradFill flip="none" rotWithShape="1">
              <a:gsLst>
                <a:gs pos="0">
                  <a:srgbClr val="E8F0F8"/>
                </a:gs>
                <a:gs pos="43000">
                  <a:srgbClr val="92B9DD"/>
                </a:gs>
                <a:gs pos="100000">
                  <a:srgbClr val="6090BC"/>
                </a:gs>
              </a:gsLst>
              <a:lin ang="2700000" scaled="1"/>
              <a:tileRect/>
            </a:gradFill>
            <a:ln w="2540" cap="rnd" cmpd="sng" algn="ctr">
              <a:noFill/>
              <a:prstDash val="solid"/>
              <a:round/>
              <a:headEnd type="none" w="med" len="med"/>
              <a:tailEnd type="none" w="med" len="med"/>
            </a:ln>
            <a:effectLst/>
          </p:spPr>
        </p:sp>
        <p:sp>
          <p:nvSpPr>
            <p:cNvPr id="1885" name="ellipse_2212">
              <a:extLst>
                <a:ext uri="{FF2B5EF4-FFF2-40B4-BE49-F238E27FC236}">
                  <a16:creationId xmlns:a16="http://schemas.microsoft.com/office/drawing/2014/main" id="{1553B031-2533-0EF3-B11E-A3A298DD2527}"/>
                </a:ext>
              </a:extLst>
            </p:cNvPr>
            <p:cNvSpPr/>
            <p:nvPr/>
          </p:nvSpPr>
          <p:spPr>
            <a:xfrm>
              <a:off x="4179309" y="1432837"/>
              <a:ext cx="30914" cy="30914"/>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886" name="ellipse_2213">
              <a:extLst>
                <a:ext uri="{FF2B5EF4-FFF2-40B4-BE49-F238E27FC236}">
                  <a16:creationId xmlns:a16="http://schemas.microsoft.com/office/drawing/2014/main" id="{C0F9C2B7-008A-7843-CE1C-9E9BAEF7F34B}"/>
                </a:ext>
              </a:extLst>
            </p:cNvPr>
            <p:cNvSpPr/>
            <p:nvPr/>
          </p:nvSpPr>
          <p:spPr>
            <a:xfrm>
              <a:off x="4119488" y="1533108"/>
              <a:ext cx="29184" cy="29184"/>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887" name="ellipse_2214">
              <a:extLst>
                <a:ext uri="{FF2B5EF4-FFF2-40B4-BE49-F238E27FC236}">
                  <a16:creationId xmlns:a16="http://schemas.microsoft.com/office/drawing/2014/main" id="{63FB8A4A-CCEC-018E-F048-FF786CAE8F5F}"/>
                </a:ext>
              </a:extLst>
            </p:cNvPr>
            <p:cNvSpPr/>
            <p:nvPr/>
          </p:nvSpPr>
          <p:spPr>
            <a:xfrm>
              <a:off x="4374279" y="1463343"/>
              <a:ext cx="31808" cy="31808"/>
            </a:xfrm>
            <a:prstGeom prst="ellipse">
              <a:avLst/>
            </a:prstGeom>
            <a:gradFill flip="none" rotWithShape="1">
              <a:gsLst>
                <a:gs pos="0">
                  <a:srgbClr val="F9EAEB"/>
                </a:gs>
                <a:gs pos="43000">
                  <a:srgbClr val="E49A9F"/>
                </a:gs>
                <a:gs pos="100000">
                  <a:srgbClr val="BD6C74"/>
                </a:gs>
              </a:gsLst>
              <a:lin ang="2700000" scaled="1"/>
              <a:tileRect/>
            </a:gradFill>
            <a:ln w="2540" cap="rnd" cmpd="sng" algn="ctr">
              <a:noFill/>
              <a:prstDash val="solid"/>
              <a:round/>
              <a:headEnd type="none" w="med" len="med"/>
              <a:tailEnd type="none" w="med" len="med"/>
            </a:ln>
            <a:effectLst/>
          </p:spPr>
        </p:sp>
        <p:sp>
          <p:nvSpPr>
            <p:cNvPr id="1888" name="ellipse_2215">
              <a:extLst>
                <a:ext uri="{FF2B5EF4-FFF2-40B4-BE49-F238E27FC236}">
                  <a16:creationId xmlns:a16="http://schemas.microsoft.com/office/drawing/2014/main" id="{8677DA1D-78C0-1225-6703-6001EB9854F6}"/>
                </a:ext>
              </a:extLst>
            </p:cNvPr>
            <p:cNvSpPr/>
            <p:nvPr/>
          </p:nvSpPr>
          <p:spPr>
            <a:xfrm>
              <a:off x="4554980" y="1612685"/>
              <a:ext cx="33803" cy="33803"/>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889" name="ellipse_2216">
              <a:extLst>
                <a:ext uri="{FF2B5EF4-FFF2-40B4-BE49-F238E27FC236}">
                  <a16:creationId xmlns:a16="http://schemas.microsoft.com/office/drawing/2014/main" id="{EA6717CB-0E34-8D0F-0DDC-B24FC59B912D}"/>
                </a:ext>
              </a:extLst>
            </p:cNvPr>
            <p:cNvSpPr/>
            <p:nvPr/>
          </p:nvSpPr>
          <p:spPr>
            <a:xfrm>
              <a:off x="4259972" y="1386621"/>
              <a:ext cx="36239" cy="36239"/>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890" name="ellipse_2217">
              <a:extLst>
                <a:ext uri="{FF2B5EF4-FFF2-40B4-BE49-F238E27FC236}">
                  <a16:creationId xmlns:a16="http://schemas.microsoft.com/office/drawing/2014/main" id="{3C6AA9F5-99B5-8881-4B36-BA7C0B634BB4}"/>
                </a:ext>
              </a:extLst>
            </p:cNvPr>
            <p:cNvSpPr/>
            <p:nvPr/>
          </p:nvSpPr>
          <p:spPr>
            <a:xfrm>
              <a:off x="4388705" y="1575308"/>
              <a:ext cx="32684" cy="32684"/>
            </a:xfrm>
            <a:prstGeom prst="ellipse">
              <a:avLst/>
            </a:prstGeom>
            <a:gradFill flip="none" rotWithShape="1">
              <a:gsLst>
                <a:gs pos="0">
                  <a:srgbClr val="ECF3F9"/>
                </a:gs>
                <a:gs pos="43000">
                  <a:srgbClr val="A4C4E2"/>
                </a:gs>
                <a:gs pos="100000">
                  <a:srgbClr val="749CC2"/>
                </a:gs>
              </a:gsLst>
              <a:lin ang="2700000" scaled="1"/>
              <a:tileRect/>
            </a:gradFill>
            <a:ln w="2540" cap="rnd" cmpd="sng" algn="ctr">
              <a:noFill/>
              <a:prstDash val="solid"/>
              <a:round/>
              <a:headEnd type="none" w="med" len="med"/>
              <a:tailEnd type="none" w="med" len="med"/>
            </a:ln>
            <a:effectLst/>
          </p:spPr>
        </p:sp>
        <p:sp>
          <p:nvSpPr>
            <p:cNvPr id="1891" name="ellipse_2218">
              <a:extLst>
                <a:ext uri="{FF2B5EF4-FFF2-40B4-BE49-F238E27FC236}">
                  <a16:creationId xmlns:a16="http://schemas.microsoft.com/office/drawing/2014/main" id="{A8D61B11-A05C-902D-366B-0152463D89F1}"/>
                </a:ext>
              </a:extLst>
            </p:cNvPr>
            <p:cNvSpPr/>
            <p:nvPr/>
          </p:nvSpPr>
          <p:spPr>
            <a:xfrm>
              <a:off x="4479568" y="1395923"/>
              <a:ext cx="34044" cy="34044"/>
            </a:xfrm>
            <a:prstGeom prst="ellipse">
              <a:avLst/>
            </a:prstGeom>
            <a:gradFill flip="none" rotWithShape="1">
              <a:gsLst>
                <a:gs pos="0">
                  <a:srgbClr val="FAFBFD"/>
                </a:gs>
                <a:gs pos="43000">
                  <a:srgbClr val="E6EEF6"/>
                </a:gs>
                <a:gs pos="100000">
                  <a:srgbClr val="C0CCD9"/>
                </a:gs>
              </a:gsLst>
              <a:lin ang="2700000" scaled="1"/>
              <a:tileRect/>
            </a:gradFill>
            <a:ln w="2540" cap="rnd" cmpd="sng" algn="ctr">
              <a:noFill/>
              <a:prstDash val="solid"/>
              <a:round/>
              <a:headEnd type="none" w="med" len="med"/>
              <a:tailEnd type="none" w="med" len="med"/>
            </a:ln>
            <a:effectLst/>
          </p:spPr>
        </p:sp>
        <p:sp>
          <p:nvSpPr>
            <p:cNvPr id="1892" name="ellipse_2219">
              <a:extLst>
                <a:ext uri="{FF2B5EF4-FFF2-40B4-BE49-F238E27FC236}">
                  <a16:creationId xmlns:a16="http://schemas.microsoft.com/office/drawing/2014/main" id="{98373FAE-A0E6-ED00-FE82-60C5A290D38A}"/>
                </a:ext>
              </a:extLst>
            </p:cNvPr>
            <p:cNvSpPr/>
            <p:nvPr/>
          </p:nvSpPr>
          <p:spPr>
            <a:xfrm>
              <a:off x="4284660" y="1602255"/>
              <a:ext cx="21197" cy="21197"/>
            </a:xfrm>
            <a:prstGeom prst="ellipse">
              <a:avLst/>
            </a:prstGeom>
            <a:gradFill flip="none" rotWithShape="1">
              <a:gsLst>
                <a:gs pos="0">
                  <a:srgbClr val="E9F1F8"/>
                </a:gs>
                <a:gs pos="43000">
                  <a:srgbClr val="94BADE"/>
                </a:gs>
                <a:gs pos="100000">
                  <a:srgbClr val="6191BD"/>
                </a:gs>
              </a:gsLst>
              <a:lin ang="2700000" scaled="1"/>
              <a:tileRect/>
            </a:gradFill>
            <a:ln w="2540" cap="rnd" cmpd="sng" algn="ctr">
              <a:noFill/>
              <a:prstDash val="solid"/>
              <a:round/>
              <a:headEnd type="none" w="med" len="med"/>
              <a:tailEnd type="none" w="med" len="med"/>
            </a:ln>
            <a:effectLst/>
          </p:spPr>
        </p:sp>
        <p:sp>
          <p:nvSpPr>
            <p:cNvPr id="1893" name="ellipse_2220">
              <a:extLst>
                <a:ext uri="{FF2B5EF4-FFF2-40B4-BE49-F238E27FC236}">
                  <a16:creationId xmlns:a16="http://schemas.microsoft.com/office/drawing/2014/main" id="{47053A4A-0686-F8A2-C02A-81B821290D1C}"/>
                </a:ext>
              </a:extLst>
            </p:cNvPr>
            <p:cNvSpPr/>
            <p:nvPr/>
          </p:nvSpPr>
          <p:spPr>
            <a:xfrm>
              <a:off x="4165774" y="1531813"/>
              <a:ext cx="25912" cy="25912"/>
            </a:xfrm>
            <a:prstGeom prst="ellipse">
              <a:avLst/>
            </a:prstGeom>
            <a:gradFill flip="none" rotWithShape="1">
              <a:gsLst>
                <a:gs pos="0">
                  <a:srgbClr val="EEF4FA"/>
                </a:gs>
                <a:gs pos="43000">
                  <a:srgbClr val="B0CCE6"/>
                </a:gs>
                <a:gs pos="100000">
                  <a:srgbClr val="82A5C6"/>
                </a:gs>
              </a:gsLst>
              <a:lin ang="2700000" scaled="1"/>
              <a:tileRect/>
            </a:gradFill>
            <a:ln w="2540" cap="rnd" cmpd="sng" algn="ctr">
              <a:noFill/>
              <a:prstDash val="solid"/>
              <a:round/>
              <a:headEnd type="none" w="med" len="med"/>
              <a:tailEnd type="none" w="med" len="med"/>
            </a:ln>
            <a:effectLst/>
          </p:spPr>
        </p:sp>
        <p:sp>
          <p:nvSpPr>
            <p:cNvPr id="1894" name="ellipse_2221">
              <a:extLst>
                <a:ext uri="{FF2B5EF4-FFF2-40B4-BE49-F238E27FC236}">
                  <a16:creationId xmlns:a16="http://schemas.microsoft.com/office/drawing/2014/main" id="{84ABBA91-7890-B5FD-9EFC-4B56985B9971}"/>
                </a:ext>
              </a:extLst>
            </p:cNvPr>
            <p:cNvSpPr/>
            <p:nvPr/>
          </p:nvSpPr>
          <p:spPr>
            <a:xfrm>
              <a:off x="4496640" y="1596997"/>
              <a:ext cx="32682" cy="32682"/>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895" name="ellipse_2222">
              <a:extLst>
                <a:ext uri="{FF2B5EF4-FFF2-40B4-BE49-F238E27FC236}">
                  <a16:creationId xmlns:a16="http://schemas.microsoft.com/office/drawing/2014/main" id="{21832E51-9E5F-92DE-DAC8-CD53B84A55CD}"/>
                </a:ext>
              </a:extLst>
            </p:cNvPr>
            <p:cNvSpPr/>
            <p:nvPr/>
          </p:nvSpPr>
          <p:spPr>
            <a:xfrm>
              <a:off x="4080569" y="1562154"/>
              <a:ext cx="29306" cy="29306"/>
            </a:xfrm>
            <a:prstGeom prst="ellipse">
              <a:avLst/>
            </a:prstGeom>
            <a:gradFill flip="none" rotWithShape="1">
              <a:gsLst>
                <a:gs pos="0">
                  <a:srgbClr val="ECF3F9"/>
                </a:gs>
                <a:gs pos="43000">
                  <a:srgbClr val="A2C3E2"/>
                </a:gs>
                <a:gs pos="100000">
                  <a:srgbClr val="729BC2"/>
                </a:gs>
              </a:gsLst>
              <a:lin ang="2700000" scaled="1"/>
              <a:tileRect/>
            </a:gradFill>
            <a:ln w="2540" cap="rnd" cmpd="sng" algn="ctr">
              <a:noFill/>
              <a:prstDash val="solid"/>
              <a:round/>
              <a:headEnd type="none" w="med" len="med"/>
              <a:tailEnd type="none" w="med" len="med"/>
            </a:ln>
            <a:effectLst/>
          </p:spPr>
        </p:sp>
        <p:sp>
          <p:nvSpPr>
            <p:cNvPr id="1896" name="ellipse_2223">
              <a:extLst>
                <a:ext uri="{FF2B5EF4-FFF2-40B4-BE49-F238E27FC236}">
                  <a16:creationId xmlns:a16="http://schemas.microsoft.com/office/drawing/2014/main" id="{279931E7-BDA8-0938-0C09-93B0843FB81F}"/>
                </a:ext>
              </a:extLst>
            </p:cNvPr>
            <p:cNvSpPr/>
            <p:nvPr/>
          </p:nvSpPr>
          <p:spPr>
            <a:xfrm>
              <a:off x="4109818" y="1517906"/>
              <a:ext cx="20219" cy="20219"/>
            </a:xfrm>
            <a:prstGeom prst="ellipse">
              <a:avLst/>
            </a:prstGeom>
            <a:gradFill flip="none" rotWithShape="1">
              <a:gsLst>
                <a:gs pos="0">
                  <a:srgbClr val="E6EFF7"/>
                </a:gs>
                <a:gs pos="43000">
                  <a:srgbClr val="89B3DA"/>
                </a:gs>
                <a:gs pos="100000">
                  <a:srgbClr val="5588B8"/>
                </a:gs>
              </a:gsLst>
              <a:lin ang="2700000" scaled="1"/>
              <a:tileRect/>
            </a:gradFill>
            <a:ln w="2540" cap="rnd" cmpd="sng" algn="ctr">
              <a:noFill/>
              <a:prstDash val="solid"/>
              <a:round/>
              <a:headEnd type="none" w="med" len="med"/>
              <a:tailEnd type="none" w="med" len="med"/>
            </a:ln>
            <a:effectLst/>
          </p:spPr>
        </p:sp>
        <p:sp>
          <p:nvSpPr>
            <p:cNvPr id="1897" name="ellipse_2224">
              <a:extLst>
                <a:ext uri="{FF2B5EF4-FFF2-40B4-BE49-F238E27FC236}">
                  <a16:creationId xmlns:a16="http://schemas.microsoft.com/office/drawing/2014/main" id="{3E46A9EE-C8E8-B173-C3AF-5DEBFE1F3FD2}"/>
                </a:ext>
              </a:extLst>
            </p:cNvPr>
            <p:cNvSpPr/>
            <p:nvPr/>
          </p:nvSpPr>
          <p:spPr>
            <a:xfrm>
              <a:off x="4485896" y="1407592"/>
              <a:ext cx="26944" cy="26944"/>
            </a:xfrm>
            <a:prstGeom prst="ellipse">
              <a:avLst/>
            </a:prstGeom>
            <a:gradFill flip="none" rotWithShape="1">
              <a:gsLst>
                <a:gs pos="0">
                  <a:srgbClr val="FDFDFE"/>
                </a:gs>
                <a:gs pos="43000">
                  <a:srgbClr val="F7F6F8"/>
                </a:gs>
                <a:gs pos="100000">
                  <a:srgbClr val="D4D5DA"/>
                </a:gs>
              </a:gsLst>
              <a:lin ang="2700000" scaled="1"/>
              <a:tileRect/>
            </a:gradFill>
            <a:ln w="2540" cap="rnd" cmpd="sng" algn="ctr">
              <a:noFill/>
              <a:prstDash val="solid"/>
              <a:round/>
              <a:headEnd type="none" w="med" len="med"/>
              <a:tailEnd type="none" w="med" len="med"/>
            </a:ln>
            <a:effectLst/>
          </p:spPr>
        </p:sp>
        <p:sp>
          <p:nvSpPr>
            <p:cNvPr id="1898" name="ellipse_2225">
              <a:extLst>
                <a:ext uri="{FF2B5EF4-FFF2-40B4-BE49-F238E27FC236}">
                  <a16:creationId xmlns:a16="http://schemas.microsoft.com/office/drawing/2014/main" id="{24352E1A-34D8-2B52-E4C0-198A50D3C837}"/>
                </a:ext>
              </a:extLst>
            </p:cNvPr>
            <p:cNvSpPr/>
            <p:nvPr/>
          </p:nvSpPr>
          <p:spPr>
            <a:xfrm>
              <a:off x="4195814" y="1538945"/>
              <a:ext cx="28500" cy="28500"/>
            </a:xfrm>
            <a:prstGeom prst="ellipse">
              <a:avLst/>
            </a:prstGeom>
            <a:gradFill flip="none" rotWithShape="1">
              <a:gsLst>
                <a:gs pos="0">
                  <a:srgbClr val="F1F6FA"/>
                </a:gs>
                <a:gs pos="43000">
                  <a:srgbClr val="BAD2E9"/>
                </a:gs>
                <a:gs pos="100000">
                  <a:srgbClr val="8DACC9"/>
                </a:gs>
              </a:gsLst>
              <a:lin ang="2700000" scaled="1"/>
              <a:tileRect/>
            </a:gradFill>
            <a:ln w="2540" cap="rnd" cmpd="sng" algn="ctr">
              <a:noFill/>
              <a:prstDash val="solid"/>
              <a:round/>
              <a:headEnd type="none" w="med" len="med"/>
              <a:tailEnd type="none" w="med" len="med"/>
            </a:ln>
            <a:effectLst/>
          </p:spPr>
        </p:sp>
        <p:sp>
          <p:nvSpPr>
            <p:cNvPr id="1899" name="ellipse_2226">
              <a:extLst>
                <a:ext uri="{FF2B5EF4-FFF2-40B4-BE49-F238E27FC236}">
                  <a16:creationId xmlns:a16="http://schemas.microsoft.com/office/drawing/2014/main" id="{E5D48CD9-2230-5EB5-B610-D47A04327C9E}"/>
                </a:ext>
              </a:extLst>
            </p:cNvPr>
            <p:cNvSpPr/>
            <p:nvPr/>
          </p:nvSpPr>
          <p:spPr>
            <a:xfrm>
              <a:off x="4140216" y="1445463"/>
              <a:ext cx="30909" cy="30909"/>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00" name="ellipse_2227">
              <a:extLst>
                <a:ext uri="{FF2B5EF4-FFF2-40B4-BE49-F238E27FC236}">
                  <a16:creationId xmlns:a16="http://schemas.microsoft.com/office/drawing/2014/main" id="{3EF779CB-D095-7406-8F2F-74892CADA272}"/>
                </a:ext>
              </a:extLst>
            </p:cNvPr>
            <p:cNvSpPr/>
            <p:nvPr/>
          </p:nvSpPr>
          <p:spPr>
            <a:xfrm>
              <a:off x="4218177" y="1435070"/>
              <a:ext cx="24835" cy="24835"/>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01" name="ellipse_2228">
              <a:extLst>
                <a:ext uri="{FF2B5EF4-FFF2-40B4-BE49-F238E27FC236}">
                  <a16:creationId xmlns:a16="http://schemas.microsoft.com/office/drawing/2014/main" id="{4D3CAC82-F853-5C4A-D9F5-0C2E5CA0749B}"/>
                </a:ext>
              </a:extLst>
            </p:cNvPr>
            <p:cNvSpPr/>
            <p:nvPr/>
          </p:nvSpPr>
          <p:spPr>
            <a:xfrm>
              <a:off x="4396992" y="1424174"/>
              <a:ext cx="31572" cy="31572"/>
            </a:xfrm>
            <a:prstGeom prst="ellipse">
              <a:avLst/>
            </a:prstGeom>
            <a:gradFill flip="none" rotWithShape="1">
              <a:gsLst>
                <a:gs pos="0">
                  <a:srgbClr val="FBF1F2"/>
                </a:gs>
                <a:gs pos="43000">
                  <a:srgbClr val="EBBDC1"/>
                </a:gs>
                <a:gs pos="100000">
                  <a:srgbClr val="C6959B"/>
                </a:gs>
              </a:gsLst>
              <a:lin ang="2700000" scaled="1"/>
              <a:tileRect/>
            </a:gradFill>
            <a:ln w="2540" cap="rnd" cmpd="sng" algn="ctr">
              <a:noFill/>
              <a:prstDash val="solid"/>
              <a:round/>
              <a:headEnd type="none" w="med" len="med"/>
              <a:tailEnd type="none" w="med" len="med"/>
            </a:ln>
            <a:effectLst/>
          </p:spPr>
        </p:sp>
        <p:sp>
          <p:nvSpPr>
            <p:cNvPr id="1902" name="ellipse_2229">
              <a:extLst>
                <a:ext uri="{FF2B5EF4-FFF2-40B4-BE49-F238E27FC236}">
                  <a16:creationId xmlns:a16="http://schemas.microsoft.com/office/drawing/2014/main" id="{B506E05B-DC28-FB4A-D484-317B3A7CB57C}"/>
                </a:ext>
              </a:extLst>
            </p:cNvPr>
            <p:cNvSpPr/>
            <p:nvPr/>
          </p:nvSpPr>
          <p:spPr>
            <a:xfrm>
              <a:off x="4450606" y="1519243"/>
              <a:ext cx="22570" cy="22570"/>
            </a:xfrm>
            <a:prstGeom prst="ellipse">
              <a:avLst/>
            </a:prstGeom>
            <a:gradFill flip="none" rotWithShape="1">
              <a:gsLst>
                <a:gs pos="0">
                  <a:srgbClr val="F9E6E7"/>
                </a:gs>
                <a:gs pos="43000">
                  <a:srgbClr val="E0898E"/>
                </a:gs>
                <a:gs pos="100000">
                  <a:srgbClr val="B95860"/>
                </a:gs>
              </a:gsLst>
              <a:lin ang="2700000" scaled="1"/>
              <a:tileRect/>
            </a:gradFill>
            <a:ln w="2540" cap="rnd" cmpd="sng" algn="ctr">
              <a:noFill/>
              <a:prstDash val="solid"/>
              <a:round/>
              <a:headEnd type="none" w="med" len="med"/>
              <a:tailEnd type="none" w="med" len="med"/>
            </a:ln>
            <a:effectLst/>
          </p:spPr>
        </p:sp>
        <p:sp>
          <p:nvSpPr>
            <p:cNvPr id="1903" name="ellipse_2230">
              <a:extLst>
                <a:ext uri="{FF2B5EF4-FFF2-40B4-BE49-F238E27FC236}">
                  <a16:creationId xmlns:a16="http://schemas.microsoft.com/office/drawing/2014/main" id="{EB20075A-8AD8-A1C3-4877-86E04812BC75}"/>
                </a:ext>
              </a:extLst>
            </p:cNvPr>
            <p:cNvSpPr/>
            <p:nvPr/>
          </p:nvSpPr>
          <p:spPr>
            <a:xfrm>
              <a:off x="4493511" y="1391803"/>
              <a:ext cx="30887" cy="30887"/>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04" name="ellipse_2231">
              <a:extLst>
                <a:ext uri="{FF2B5EF4-FFF2-40B4-BE49-F238E27FC236}">
                  <a16:creationId xmlns:a16="http://schemas.microsoft.com/office/drawing/2014/main" id="{4D309287-A947-CBEB-193B-F66350B13CCF}"/>
                </a:ext>
              </a:extLst>
            </p:cNvPr>
            <p:cNvSpPr/>
            <p:nvPr/>
          </p:nvSpPr>
          <p:spPr>
            <a:xfrm>
              <a:off x="4365893" y="1649463"/>
              <a:ext cx="23524" cy="23524"/>
            </a:xfrm>
            <a:prstGeom prst="ellipse">
              <a:avLst/>
            </a:prstGeom>
            <a:gradFill flip="none" rotWithShape="1">
              <a:gsLst>
                <a:gs pos="0">
                  <a:srgbClr val="E2ECF6"/>
                </a:gs>
                <a:gs pos="43000">
                  <a:srgbClr val="73A5D4"/>
                </a:gs>
                <a:gs pos="100000">
                  <a:srgbClr val="3B78B1"/>
                </a:gs>
              </a:gsLst>
              <a:lin ang="2700000" scaled="1"/>
              <a:tileRect/>
            </a:gradFill>
            <a:ln w="2540" cap="rnd" cmpd="sng" algn="ctr">
              <a:noFill/>
              <a:prstDash val="solid"/>
              <a:round/>
              <a:headEnd type="none" w="med" len="med"/>
              <a:tailEnd type="none" w="med" len="med"/>
            </a:ln>
            <a:effectLst/>
          </p:spPr>
        </p:sp>
        <p:sp>
          <p:nvSpPr>
            <p:cNvPr id="1905" name="ellipse_2232">
              <a:extLst>
                <a:ext uri="{FF2B5EF4-FFF2-40B4-BE49-F238E27FC236}">
                  <a16:creationId xmlns:a16="http://schemas.microsoft.com/office/drawing/2014/main" id="{C7004E38-E65B-1FF3-C9DA-B9F1D8134E06}"/>
                </a:ext>
              </a:extLst>
            </p:cNvPr>
            <p:cNvSpPr/>
            <p:nvPr/>
          </p:nvSpPr>
          <p:spPr>
            <a:xfrm>
              <a:off x="4343626" y="1628381"/>
              <a:ext cx="24226" cy="2422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06" name="ellipse_2233">
              <a:extLst>
                <a:ext uri="{FF2B5EF4-FFF2-40B4-BE49-F238E27FC236}">
                  <a16:creationId xmlns:a16="http://schemas.microsoft.com/office/drawing/2014/main" id="{B80EC19B-3113-671C-BC50-EF6C73D0115C}"/>
                </a:ext>
              </a:extLst>
            </p:cNvPr>
            <p:cNvSpPr/>
            <p:nvPr/>
          </p:nvSpPr>
          <p:spPr>
            <a:xfrm>
              <a:off x="4369163" y="1423006"/>
              <a:ext cx="20129" cy="20129"/>
            </a:xfrm>
            <a:prstGeom prst="ellipse">
              <a:avLst/>
            </a:prstGeom>
            <a:gradFill flip="none" rotWithShape="1">
              <a:gsLst>
                <a:gs pos="0">
                  <a:srgbClr val="FCFDFE"/>
                </a:gs>
                <a:gs pos="43000">
                  <a:srgbClr val="F2F6FA"/>
                </a:gs>
                <a:gs pos="100000">
                  <a:srgbClr val="CED5DD"/>
                </a:gs>
              </a:gsLst>
              <a:lin ang="2700000" scaled="1"/>
              <a:tileRect/>
            </a:gradFill>
            <a:ln w="2540" cap="rnd" cmpd="sng" algn="ctr">
              <a:noFill/>
              <a:prstDash val="solid"/>
              <a:round/>
              <a:headEnd type="none" w="med" len="med"/>
              <a:tailEnd type="none" w="med" len="med"/>
            </a:ln>
            <a:effectLst/>
          </p:spPr>
        </p:sp>
        <p:sp>
          <p:nvSpPr>
            <p:cNvPr id="1907" name="ellipse_2234">
              <a:extLst>
                <a:ext uri="{FF2B5EF4-FFF2-40B4-BE49-F238E27FC236}">
                  <a16:creationId xmlns:a16="http://schemas.microsoft.com/office/drawing/2014/main" id="{1A72FD43-D587-E27C-14DC-B16661879BBC}"/>
                </a:ext>
              </a:extLst>
            </p:cNvPr>
            <p:cNvSpPr/>
            <p:nvPr/>
          </p:nvSpPr>
          <p:spPr>
            <a:xfrm>
              <a:off x="4319544" y="1450468"/>
              <a:ext cx="22903" cy="22903"/>
            </a:xfrm>
            <a:prstGeom prst="ellipse">
              <a:avLst/>
            </a:prstGeom>
            <a:gradFill flip="none" rotWithShape="1">
              <a:gsLst>
                <a:gs pos="0">
                  <a:srgbClr val="F3F7FB"/>
                </a:gs>
                <a:gs pos="43000">
                  <a:srgbClr val="C7DAED"/>
                </a:gs>
                <a:gs pos="100000">
                  <a:srgbClr val="9CB6CE"/>
                </a:gs>
              </a:gsLst>
              <a:lin ang="2700000" scaled="1"/>
              <a:tileRect/>
            </a:gradFill>
            <a:ln w="2540" cap="rnd" cmpd="sng" algn="ctr">
              <a:noFill/>
              <a:prstDash val="solid"/>
              <a:round/>
              <a:headEnd type="none" w="med" len="med"/>
              <a:tailEnd type="none" w="med" len="med"/>
            </a:ln>
            <a:effectLst/>
          </p:spPr>
        </p:sp>
        <p:sp>
          <p:nvSpPr>
            <p:cNvPr id="1908" name="ellipse_2235">
              <a:extLst>
                <a:ext uri="{FF2B5EF4-FFF2-40B4-BE49-F238E27FC236}">
                  <a16:creationId xmlns:a16="http://schemas.microsoft.com/office/drawing/2014/main" id="{3E6C1AE9-91E1-4CE5-4B6A-E47EF04AFA52}"/>
                </a:ext>
              </a:extLst>
            </p:cNvPr>
            <p:cNvSpPr/>
            <p:nvPr/>
          </p:nvSpPr>
          <p:spPr>
            <a:xfrm>
              <a:off x="4341136" y="1630187"/>
              <a:ext cx="33821" cy="33821"/>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09" name="ellipse_2236">
              <a:extLst>
                <a:ext uri="{FF2B5EF4-FFF2-40B4-BE49-F238E27FC236}">
                  <a16:creationId xmlns:a16="http://schemas.microsoft.com/office/drawing/2014/main" id="{EB9D2C39-474F-6C68-6555-F50089E5B0C9}"/>
                </a:ext>
              </a:extLst>
            </p:cNvPr>
            <p:cNvSpPr/>
            <p:nvPr/>
          </p:nvSpPr>
          <p:spPr>
            <a:xfrm>
              <a:off x="4161225" y="1530942"/>
              <a:ext cx="25121" cy="25121"/>
            </a:xfrm>
            <a:prstGeom prst="ellipse">
              <a:avLst/>
            </a:prstGeom>
            <a:gradFill flip="none" rotWithShape="1">
              <a:gsLst>
                <a:gs pos="0">
                  <a:srgbClr val="EEF4FA"/>
                </a:gs>
                <a:gs pos="43000">
                  <a:srgbClr val="ADCAE5"/>
                </a:gs>
                <a:gs pos="100000">
                  <a:srgbClr val="7EA3C5"/>
                </a:gs>
              </a:gsLst>
              <a:lin ang="2700000" scaled="1"/>
              <a:tileRect/>
            </a:gradFill>
            <a:ln w="2540" cap="rnd" cmpd="sng" algn="ctr">
              <a:noFill/>
              <a:prstDash val="solid"/>
              <a:round/>
              <a:headEnd type="none" w="med" len="med"/>
              <a:tailEnd type="none" w="med" len="med"/>
            </a:ln>
            <a:effectLst/>
          </p:spPr>
        </p:sp>
        <p:sp>
          <p:nvSpPr>
            <p:cNvPr id="1910" name="ellipse_2237">
              <a:extLst>
                <a:ext uri="{FF2B5EF4-FFF2-40B4-BE49-F238E27FC236}">
                  <a16:creationId xmlns:a16="http://schemas.microsoft.com/office/drawing/2014/main" id="{DB980468-3491-11A5-DE34-ED12AFAEE91B}"/>
                </a:ext>
              </a:extLst>
            </p:cNvPr>
            <p:cNvSpPr/>
            <p:nvPr/>
          </p:nvSpPr>
          <p:spPr>
            <a:xfrm>
              <a:off x="4203426" y="1536802"/>
              <a:ext cx="26566" cy="26566"/>
            </a:xfrm>
            <a:prstGeom prst="ellipse">
              <a:avLst/>
            </a:prstGeom>
            <a:gradFill flip="none" rotWithShape="1">
              <a:gsLst>
                <a:gs pos="0">
                  <a:srgbClr val="EFF5FA"/>
                </a:gs>
                <a:gs pos="43000">
                  <a:srgbClr val="B3CDE7"/>
                </a:gs>
                <a:gs pos="100000">
                  <a:srgbClr val="85A7C7"/>
                </a:gs>
              </a:gsLst>
              <a:lin ang="2700000" scaled="1"/>
              <a:tileRect/>
            </a:gradFill>
            <a:ln w="2540" cap="rnd" cmpd="sng" algn="ctr">
              <a:noFill/>
              <a:prstDash val="solid"/>
              <a:round/>
              <a:headEnd type="none" w="med" len="med"/>
              <a:tailEnd type="none" w="med" len="med"/>
            </a:ln>
            <a:effectLst/>
          </p:spPr>
        </p:sp>
        <p:sp>
          <p:nvSpPr>
            <p:cNvPr id="1911" name="ellipse_2238">
              <a:extLst>
                <a:ext uri="{FF2B5EF4-FFF2-40B4-BE49-F238E27FC236}">
                  <a16:creationId xmlns:a16="http://schemas.microsoft.com/office/drawing/2014/main" id="{8E17EA45-1136-FEAC-C65F-0E6508CB01F3}"/>
                </a:ext>
              </a:extLst>
            </p:cNvPr>
            <p:cNvSpPr/>
            <p:nvPr/>
          </p:nvSpPr>
          <p:spPr>
            <a:xfrm>
              <a:off x="4482696" y="1603333"/>
              <a:ext cx="28320" cy="28320"/>
            </a:xfrm>
            <a:prstGeom prst="ellipse">
              <a:avLst/>
            </a:prstGeom>
            <a:gradFill flip="none" rotWithShape="1">
              <a:gsLst>
                <a:gs pos="0">
                  <a:srgbClr val="E6EEF7"/>
                </a:gs>
                <a:gs pos="43000">
                  <a:srgbClr val="85B0D9"/>
                </a:gs>
                <a:gs pos="100000">
                  <a:srgbClr val="5085B7"/>
                </a:gs>
              </a:gsLst>
              <a:lin ang="2700000" scaled="1"/>
              <a:tileRect/>
            </a:gradFill>
            <a:ln w="2540" cap="rnd" cmpd="sng" algn="ctr">
              <a:noFill/>
              <a:prstDash val="solid"/>
              <a:round/>
              <a:headEnd type="none" w="med" len="med"/>
              <a:tailEnd type="none" w="med" len="med"/>
            </a:ln>
            <a:effectLst/>
          </p:spPr>
        </p:sp>
        <p:sp>
          <p:nvSpPr>
            <p:cNvPr id="1912" name="ellipse_2239">
              <a:extLst>
                <a:ext uri="{FF2B5EF4-FFF2-40B4-BE49-F238E27FC236}">
                  <a16:creationId xmlns:a16="http://schemas.microsoft.com/office/drawing/2014/main" id="{3F298802-FC4A-60AC-8577-0284DFFFD6F3}"/>
                </a:ext>
              </a:extLst>
            </p:cNvPr>
            <p:cNvSpPr/>
            <p:nvPr/>
          </p:nvSpPr>
          <p:spPr>
            <a:xfrm>
              <a:off x="4197066" y="1522229"/>
              <a:ext cx="22601" cy="22601"/>
            </a:xfrm>
            <a:prstGeom prst="ellipse">
              <a:avLst/>
            </a:prstGeom>
            <a:gradFill flip="none" rotWithShape="1">
              <a:gsLst>
                <a:gs pos="0">
                  <a:srgbClr val="EBF2F9"/>
                </a:gs>
                <a:gs pos="43000">
                  <a:srgbClr val="9DC0E0"/>
                </a:gs>
                <a:gs pos="100000">
                  <a:srgbClr val="6C97BF"/>
                </a:gs>
              </a:gsLst>
              <a:lin ang="2700000" scaled="1"/>
              <a:tileRect/>
            </a:gradFill>
            <a:ln w="2540" cap="rnd" cmpd="sng" algn="ctr">
              <a:noFill/>
              <a:prstDash val="solid"/>
              <a:round/>
              <a:headEnd type="none" w="med" len="med"/>
              <a:tailEnd type="none" w="med" len="med"/>
            </a:ln>
            <a:effectLst/>
          </p:spPr>
        </p:sp>
        <p:sp>
          <p:nvSpPr>
            <p:cNvPr id="1913" name="ellipse_2240">
              <a:extLst>
                <a:ext uri="{FF2B5EF4-FFF2-40B4-BE49-F238E27FC236}">
                  <a16:creationId xmlns:a16="http://schemas.microsoft.com/office/drawing/2014/main" id="{918AFC04-A779-96A4-64A7-5788FA94E0D6}"/>
                </a:ext>
              </a:extLst>
            </p:cNvPr>
            <p:cNvSpPr/>
            <p:nvPr/>
          </p:nvSpPr>
          <p:spPr>
            <a:xfrm>
              <a:off x="4144638" y="1578773"/>
              <a:ext cx="26817" cy="26817"/>
            </a:xfrm>
            <a:prstGeom prst="ellipse">
              <a:avLst/>
            </a:prstGeom>
            <a:gradFill flip="none" rotWithShape="1">
              <a:gsLst>
                <a:gs pos="0">
                  <a:srgbClr val="F9FBFD"/>
                </a:gs>
                <a:gs pos="43000">
                  <a:srgbClr val="E4ECF6"/>
                </a:gs>
                <a:gs pos="100000">
                  <a:srgbClr val="BDCBD8"/>
                </a:gs>
              </a:gsLst>
              <a:lin ang="2700000" scaled="1"/>
              <a:tileRect/>
            </a:gradFill>
            <a:ln w="2540" cap="rnd" cmpd="sng" algn="ctr">
              <a:noFill/>
              <a:prstDash val="solid"/>
              <a:round/>
              <a:headEnd type="none" w="med" len="med"/>
              <a:tailEnd type="none" w="med" len="med"/>
            </a:ln>
            <a:effectLst/>
          </p:spPr>
        </p:sp>
        <p:sp>
          <p:nvSpPr>
            <p:cNvPr id="1914" name="ellipse_2241">
              <a:extLst>
                <a:ext uri="{FF2B5EF4-FFF2-40B4-BE49-F238E27FC236}">
                  <a16:creationId xmlns:a16="http://schemas.microsoft.com/office/drawing/2014/main" id="{0477F0B2-C26F-BF20-ED5F-4626A7B91A43}"/>
                </a:ext>
              </a:extLst>
            </p:cNvPr>
            <p:cNvSpPr/>
            <p:nvPr/>
          </p:nvSpPr>
          <p:spPr>
            <a:xfrm>
              <a:off x="4441221" y="1606601"/>
              <a:ext cx="26804" cy="2680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15" name="ellipse_2242">
              <a:extLst>
                <a:ext uri="{FF2B5EF4-FFF2-40B4-BE49-F238E27FC236}">
                  <a16:creationId xmlns:a16="http://schemas.microsoft.com/office/drawing/2014/main" id="{F1FC3FD9-B686-6342-26C3-352AFF4B8C55}"/>
                </a:ext>
              </a:extLst>
            </p:cNvPr>
            <p:cNvSpPr/>
            <p:nvPr/>
          </p:nvSpPr>
          <p:spPr>
            <a:xfrm>
              <a:off x="4334837" y="1431903"/>
              <a:ext cx="27902" cy="27902"/>
            </a:xfrm>
            <a:prstGeom prst="ellipse">
              <a:avLst/>
            </a:prstGeom>
            <a:gradFill flip="none" rotWithShape="1">
              <a:gsLst>
                <a:gs pos="0">
                  <a:srgbClr val="F6F9FC"/>
                </a:gs>
                <a:gs pos="43000">
                  <a:srgbClr val="D5E4F1"/>
                </a:gs>
                <a:gs pos="100000">
                  <a:srgbClr val="ADC1D3"/>
                </a:gs>
              </a:gsLst>
              <a:lin ang="2700000" scaled="1"/>
              <a:tileRect/>
            </a:gradFill>
            <a:ln w="2540" cap="rnd" cmpd="sng" algn="ctr">
              <a:noFill/>
              <a:prstDash val="solid"/>
              <a:round/>
              <a:headEnd type="none" w="med" len="med"/>
              <a:tailEnd type="none" w="med" len="med"/>
            </a:ln>
            <a:effectLst/>
          </p:spPr>
        </p:sp>
        <p:sp>
          <p:nvSpPr>
            <p:cNvPr id="1916" name="ellipse_2243">
              <a:extLst>
                <a:ext uri="{FF2B5EF4-FFF2-40B4-BE49-F238E27FC236}">
                  <a16:creationId xmlns:a16="http://schemas.microsoft.com/office/drawing/2014/main" id="{AA378CEF-E3C5-18D9-28F8-158260A0061D}"/>
                </a:ext>
              </a:extLst>
            </p:cNvPr>
            <p:cNvSpPr/>
            <p:nvPr/>
          </p:nvSpPr>
          <p:spPr>
            <a:xfrm>
              <a:off x="4400306" y="1450110"/>
              <a:ext cx="32534" cy="32534"/>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17" name="ellipse_2244">
              <a:extLst>
                <a:ext uri="{FF2B5EF4-FFF2-40B4-BE49-F238E27FC236}">
                  <a16:creationId xmlns:a16="http://schemas.microsoft.com/office/drawing/2014/main" id="{7B50744A-6D9A-043F-D7E7-0F7288434828}"/>
                </a:ext>
              </a:extLst>
            </p:cNvPr>
            <p:cNvSpPr/>
            <p:nvPr/>
          </p:nvSpPr>
          <p:spPr>
            <a:xfrm>
              <a:off x="4216796" y="1447370"/>
              <a:ext cx="23756" cy="23756"/>
            </a:xfrm>
            <a:prstGeom prst="ellipse">
              <a:avLst/>
            </a:prstGeom>
            <a:gradFill flip="none" rotWithShape="1">
              <a:gsLst>
                <a:gs pos="0">
                  <a:srgbClr val="E2EDF6"/>
                </a:gs>
                <a:gs pos="43000">
                  <a:srgbClr val="75A6D5"/>
                </a:gs>
                <a:gs pos="100000">
                  <a:srgbClr val="3E7AB2"/>
                </a:gs>
              </a:gsLst>
              <a:lin ang="2700000" scaled="1"/>
              <a:tileRect/>
            </a:gradFill>
            <a:ln w="2540" cap="rnd" cmpd="sng" algn="ctr">
              <a:noFill/>
              <a:prstDash val="solid"/>
              <a:round/>
              <a:headEnd type="none" w="med" len="med"/>
              <a:tailEnd type="none" w="med" len="med"/>
            </a:ln>
            <a:effectLst/>
          </p:spPr>
        </p:sp>
        <p:sp>
          <p:nvSpPr>
            <p:cNvPr id="1918" name="ellipse_2245">
              <a:extLst>
                <a:ext uri="{FF2B5EF4-FFF2-40B4-BE49-F238E27FC236}">
                  <a16:creationId xmlns:a16="http://schemas.microsoft.com/office/drawing/2014/main" id="{17A394B8-5DE3-F3D9-2F7F-57C5BC529DBE}"/>
                </a:ext>
              </a:extLst>
            </p:cNvPr>
            <p:cNvSpPr/>
            <p:nvPr/>
          </p:nvSpPr>
          <p:spPr>
            <a:xfrm>
              <a:off x="4370480" y="1659527"/>
              <a:ext cx="19803" cy="19803"/>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19" name="ellipse_2246">
              <a:extLst>
                <a:ext uri="{FF2B5EF4-FFF2-40B4-BE49-F238E27FC236}">
                  <a16:creationId xmlns:a16="http://schemas.microsoft.com/office/drawing/2014/main" id="{43B68530-5A46-B707-8B34-D5A65C2CD3DD}"/>
                </a:ext>
              </a:extLst>
            </p:cNvPr>
            <p:cNvSpPr/>
            <p:nvPr/>
          </p:nvSpPr>
          <p:spPr>
            <a:xfrm>
              <a:off x="4529718" y="1436043"/>
              <a:ext cx="27552" cy="27552"/>
            </a:xfrm>
            <a:prstGeom prst="ellipse">
              <a:avLst/>
            </a:prstGeom>
            <a:gradFill flip="none" rotWithShape="1">
              <a:gsLst>
                <a:gs pos="0">
                  <a:srgbClr val="FDFCFD"/>
                </a:gs>
                <a:gs pos="43000">
                  <a:srgbClr val="F6F3F6"/>
                </a:gs>
                <a:gs pos="100000">
                  <a:srgbClr val="D3D2D8"/>
                </a:gs>
              </a:gsLst>
              <a:lin ang="2700000" scaled="1"/>
              <a:tileRect/>
            </a:gradFill>
            <a:ln w="2540" cap="rnd" cmpd="sng" algn="ctr">
              <a:noFill/>
              <a:prstDash val="solid"/>
              <a:round/>
              <a:headEnd type="none" w="med" len="med"/>
              <a:tailEnd type="none" w="med" len="med"/>
            </a:ln>
            <a:effectLst/>
          </p:spPr>
        </p:sp>
        <p:sp>
          <p:nvSpPr>
            <p:cNvPr id="1920" name="ellipse_2247">
              <a:extLst>
                <a:ext uri="{FF2B5EF4-FFF2-40B4-BE49-F238E27FC236}">
                  <a16:creationId xmlns:a16="http://schemas.microsoft.com/office/drawing/2014/main" id="{466DB010-E058-126C-3239-E32516346232}"/>
                </a:ext>
              </a:extLst>
            </p:cNvPr>
            <p:cNvSpPr/>
            <p:nvPr/>
          </p:nvSpPr>
          <p:spPr>
            <a:xfrm>
              <a:off x="4155808" y="1608147"/>
              <a:ext cx="21024" cy="21024"/>
            </a:xfrm>
            <a:prstGeom prst="ellipse">
              <a:avLst/>
            </a:prstGeom>
            <a:gradFill flip="none" rotWithShape="1">
              <a:gsLst>
                <a:gs pos="0">
                  <a:srgbClr val="F7FAFC"/>
                </a:gs>
                <a:gs pos="43000">
                  <a:srgbClr val="D9E6F2"/>
                </a:gs>
                <a:gs pos="100000">
                  <a:srgbClr val="B1C3D4"/>
                </a:gs>
              </a:gsLst>
              <a:lin ang="2700000" scaled="1"/>
              <a:tileRect/>
            </a:gradFill>
            <a:ln w="2540" cap="rnd" cmpd="sng" algn="ctr">
              <a:noFill/>
              <a:prstDash val="solid"/>
              <a:round/>
              <a:headEnd type="none" w="med" len="med"/>
              <a:tailEnd type="none" w="med" len="med"/>
            </a:ln>
            <a:effectLst/>
          </p:spPr>
        </p:sp>
        <p:sp>
          <p:nvSpPr>
            <p:cNvPr id="1921" name="ellipse_2248">
              <a:extLst>
                <a:ext uri="{FF2B5EF4-FFF2-40B4-BE49-F238E27FC236}">
                  <a16:creationId xmlns:a16="http://schemas.microsoft.com/office/drawing/2014/main" id="{0DAA6709-BEA1-9625-CF63-12B0C7BA4688}"/>
                </a:ext>
              </a:extLst>
            </p:cNvPr>
            <p:cNvSpPr/>
            <p:nvPr/>
          </p:nvSpPr>
          <p:spPr>
            <a:xfrm>
              <a:off x="4430114" y="1433963"/>
              <a:ext cx="19388" cy="19388"/>
            </a:xfrm>
            <a:prstGeom prst="ellipse">
              <a:avLst/>
            </a:prstGeom>
            <a:gradFill flip="none" rotWithShape="1">
              <a:gsLst>
                <a:gs pos="0">
                  <a:srgbClr val="F9EAEB"/>
                </a:gs>
                <a:gs pos="43000">
                  <a:srgbClr val="E3999D"/>
                </a:gs>
                <a:gs pos="100000">
                  <a:srgbClr val="BD6A72"/>
                </a:gs>
              </a:gsLst>
              <a:lin ang="2700000" scaled="1"/>
              <a:tileRect/>
            </a:gradFill>
            <a:ln w="2540" cap="rnd" cmpd="sng" algn="ctr">
              <a:noFill/>
              <a:prstDash val="solid"/>
              <a:round/>
              <a:headEnd type="none" w="med" len="med"/>
              <a:tailEnd type="none" w="med" len="med"/>
            </a:ln>
            <a:effectLst/>
          </p:spPr>
        </p:sp>
        <p:sp>
          <p:nvSpPr>
            <p:cNvPr id="1922" name="ellipse_2249">
              <a:extLst>
                <a:ext uri="{FF2B5EF4-FFF2-40B4-BE49-F238E27FC236}">
                  <a16:creationId xmlns:a16="http://schemas.microsoft.com/office/drawing/2014/main" id="{3D91868B-F433-B949-10BC-17C562F275F3}"/>
                </a:ext>
              </a:extLst>
            </p:cNvPr>
            <p:cNvSpPr/>
            <p:nvPr/>
          </p:nvSpPr>
          <p:spPr>
            <a:xfrm>
              <a:off x="4348582" y="1617385"/>
              <a:ext cx="30384" cy="30384"/>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23" name="ellipse_2250">
              <a:extLst>
                <a:ext uri="{FF2B5EF4-FFF2-40B4-BE49-F238E27FC236}">
                  <a16:creationId xmlns:a16="http://schemas.microsoft.com/office/drawing/2014/main" id="{D06AA5D7-CA78-95E8-883A-66655566DC5E}"/>
                </a:ext>
              </a:extLst>
            </p:cNvPr>
            <p:cNvSpPr/>
            <p:nvPr/>
          </p:nvSpPr>
          <p:spPr>
            <a:xfrm>
              <a:off x="4463319" y="1574688"/>
              <a:ext cx="25872" cy="25872"/>
            </a:xfrm>
            <a:prstGeom prst="ellipse">
              <a:avLst/>
            </a:prstGeom>
            <a:gradFill flip="none" rotWithShape="1">
              <a:gsLst>
                <a:gs pos="0">
                  <a:srgbClr val="F0F5FA"/>
                </a:gs>
                <a:gs pos="43000">
                  <a:srgbClr val="B5CFE7"/>
                </a:gs>
                <a:gs pos="100000">
                  <a:srgbClr val="88A9C7"/>
                </a:gs>
              </a:gsLst>
              <a:lin ang="2700000" scaled="1"/>
              <a:tileRect/>
            </a:gradFill>
            <a:ln w="2540" cap="rnd" cmpd="sng" algn="ctr">
              <a:noFill/>
              <a:prstDash val="solid"/>
              <a:round/>
              <a:headEnd type="none" w="med" len="med"/>
              <a:tailEnd type="none" w="med" len="med"/>
            </a:ln>
            <a:effectLst/>
          </p:spPr>
        </p:sp>
        <p:sp>
          <p:nvSpPr>
            <p:cNvPr id="1924" name="ellipse_2251">
              <a:extLst>
                <a:ext uri="{FF2B5EF4-FFF2-40B4-BE49-F238E27FC236}">
                  <a16:creationId xmlns:a16="http://schemas.microsoft.com/office/drawing/2014/main" id="{D036FC62-92CC-B774-21CA-93CDC5A1E207}"/>
                </a:ext>
              </a:extLst>
            </p:cNvPr>
            <p:cNvSpPr/>
            <p:nvPr/>
          </p:nvSpPr>
          <p:spPr>
            <a:xfrm>
              <a:off x="4531596" y="1568921"/>
              <a:ext cx="28919" cy="28919"/>
            </a:xfrm>
            <a:prstGeom prst="ellipse">
              <a:avLst/>
            </a:prstGeom>
            <a:gradFill flip="none" rotWithShape="1">
              <a:gsLst>
                <a:gs pos="0">
                  <a:srgbClr val="EAF1F8"/>
                </a:gs>
                <a:gs pos="43000">
                  <a:srgbClr val="99BDDF"/>
                </a:gs>
                <a:gs pos="100000">
                  <a:srgbClr val="6895BE"/>
                </a:gs>
              </a:gsLst>
              <a:lin ang="2700000" scaled="1"/>
              <a:tileRect/>
            </a:gradFill>
            <a:ln w="2540" cap="rnd" cmpd="sng" algn="ctr">
              <a:noFill/>
              <a:prstDash val="solid"/>
              <a:round/>
              <a:headEnd type="none" w="med" len="med"/>
              <a:tailEnd type="none" w="med" len="med"/>
            </a:ln>
            <a:effectLst/>
          </p:spPr>
        </p:sp>
        <p:sp>
          <p:nvSpPr>
            <p:cNvPr id="1925" name="ellipse_2252">
              <a:extLst>
                <a:ext uri="{FF2B5EF4-FFF2-40B4-BE49-F238E27FC236}">
                  <a16:creationId xmlns:a16="http://schemas.microsoft.com/office/drawing/2014/main" id="{054F3B6E-FFCA-9294-A608-ECC45732754F}"/>
                </a:ext>
              </a:extLst>
            </p:cNvPr>
            <p:cNvSpPr/>
            <p:nvPr/>
          </p:nvSpPr>
          <p:spPr>
            <a:xfrm>
              <a:off x="4374229" y="1660093"/>
              <a:ext cx="34954" cy="34954"/>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26" name="ellipse_2253">
              <a:extLst>
                <a:ext uri="{FF2B5EF4-FFF2-40B4-BE49-F238E27FC236}">
                  <a16:creationId xmlns:a16="http://schemas.microsoft.com/office/drawing/2014/main" id="{3C33DCDD-97D8-0CF9-45D3-FB38CCC98243}"/>
                </a:ext>
              </a:extLst>
            </p:cNvPr>
            <p:cNvSpPr/>
            <p:nvPr/>
          </p:nvSpPr>
          <p:spPr>
            <a:xfrm>
              <a:off x="4263352" y="1508604"/>
              <a:ext cx="27274" cy="27274"/>
            </a:xfrm>
            <a:prstGeom prst="ellipse">
              <a:avLst/>
            </a:prstGeom>
            <a:gradFill flip="none" rotWithShape="1">
              <a:gsLst>
                <a:gs pos="0">
                  <a:srgbClr val="E8F0F8"/>
                </a:gs>
                <a:gs pos="43000">
                  <a:srgbClr val="92B8DD"/>
                </a:gs>
                <a:gs pos="100000">
                  <a:srgbClr val="608FBC"/>
                </a:gs>
              </a:gsLst>
              <a:lin ang="2700000" scaled="1"/>
              <a:tileRect/>
            </a:gradFill>
            <a:ln w="2540" cap="rnd" cmpd="sng" algn="ctr">
              <a:noFill/>
              <a:prstDash val="solid"/>
              <a:round/>
              <a:headEnd type="none" w="med" len="med"/>
              <a:tailEnd type="none" w="med" len="med"/>
            </a:ln>
            <a:effectLst/>
          </p:spPr>
        </p:sp>
        <p:sp>
          <p:nvSpPr>
            <p:cNvPr id="1927" name="ellipse_2254">
              <a:extLst>
                <a:ext uri="{FF2B5EF4-FFF2-40B4-BE49-F238E27FC236}">
                  <a16:creationId xmlns:a16="http://schemas.microsoft.com/office/drawing/2014/main" id="{45440191-CB8E-0282-F392-BF49B80D002C}"/>
                </a:ext>
              </a:extLst>
            </p:cNvPr>
            <p:cNvSpPr/>
            <p:nvPr/>
          </p:nvSpPr>
          <p:spPr>
            <a:xfrm>
              <a:off x="4379064" y="1465078"/>
              <a:ext cx="29615" cy="29615"/>
            </a:xfrm>
            <a:prstGeom prst="ellipse">
              <a:avLst/>
            </a:prstGeom>
            <a:gradFill flip="none" rotWithShape="1">
              <a:gsLst>
                <a:gs pos="0">
                  <a:srgbClr val="F9E8E9"/>
                </a:gs>
                <a:gs pos="43000">
                  <a:srgbClr val="E19296"/>
                </a:gs>
                <a:gs pos="100000">
                  <a:srgbClr val="BB626A"/>
                </a:gs>
              </a:gsLst>
              <a:lin ang="2700000" scaled="1"/>
              <a:tileRect/>
            </a:gradFill>
            <a:ln w="2540" cap="rnd" cmpd="sng" algn="ctr">
              <a:noFill/>
              <a:prstDash val="solid"/>
              <a:round/>
              <a:headEnd type="none" w="med" len="med"/>
              <a:tailEnd type="none" w="med" len="med"/>
            </a:ln>
            <a:effectLst/>
          </p:spPr>
        </p:sp>
        <p:sp>
          <p:nvSpPr>
            <p:cNvPr id="1928" name="ellipse_2255">
              <a:extLst>
                <a:ext uri="{FF2B5EF4-FFF2-40B4-BE49-F238E27FC236}">
                  <a16:creationId xmlns:a16="http://schemas.microsoft.com/office/drawing/2014/main" id="{ED46A7AD-7F70-4753-E76D-02E312665A17}"/>
                </a:ext>
              </a:extLst>
            </p:cNvPr>
            <p:cNvSpPr/>
            <p:nvPr/>
          </p:nvSpPr>
          <p:spPr>
            <a:xfrm>
              <a:off x="4333679" y="1393440"/>
              <a:ext cx="26335" cy="26335"/>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29" name="ellipse_2256">
              <a:extLst>
                <a:ext uri="{FF2B5EF4-FFF2-40B4-BE49-F238E27FC236}">
                  <a16:creationId xmlns:a16="http://schemas.microsoft.com/office/drawing/2014/main" id="{91CDD69E-AFC2-3EC5-DE24-94A57FC5E4CA}"/>
                </a:ext>
              </a:extLst>
            </p:cNvPr>
            <p:cNvSpPr/>
            <p:nvPr/>
          </p:nvSpPr>
          <p:spPr>
            <a:xfrm>
              <a:off x="4603700" y="1511648"/>
              <a:ext cx="33300" cy="33300"/>
            </a:xfrm>
            <a:prstGeom prst="ellipse">
              <a:avLst/>
            </a:prstGeom>
            <a:gradFill flip="none" rotWithShape="1">
              <a:gsLst>
                <a:gs pos="0">
                  <a:srgbClr val="E7F0F8"/>
                </a:gs>
                <a:gs pos="43000">
                  <a:srgbClr val="8DB6DC"/>
                </a:gs>
                <a:gs pos="100000">
                  <a:srgbClr val="598CBA"/>
                </a:gs>
              </a:gsLst>
              <a:lin ang="2700000" scaled="1"/>
              <a:tileRect/>
            </a:gradFill>
            <a:ln w="2540" cap="rnd" cmpd="sng" algn="ctr">
              <a:noFill/>
              <a:prstDash val="solid"/>
              <a:round/>
              <a:headEnd type="none" w="med" len="med"/>
              <a:tailEnd type="none" w="med" len="med"/>
            </a:ln>
            <a:effectLst/>
          </p:spPr>
        </p:sp>
        <p:sp>
          <p:nvSpPr>
            <p:cNvPr id="1930" name="ellipse_2257">
              <a:extLst>
                <a:ext uri="{FF2B5EF4-FFF2-40B4-BE49-F238E27FC236}">
                  <a16:creationId xmlns:a16="http://schemas.microsoft.com/office/drawing/2014/main" id="{E7AE554C-5C09-7013-2831-E60314E85504}"/>
                </a:ext>
              </a:extLst>
            </p:cNvPr>
            <p:cNvSpPr/>
            <p:nvPr/>
          </p:nvSpPr>
          <p:spPr>
            <a:xfrm>
              <a:off x="4612515" y="1554699"/>
              <a:ext cx="35513" cy="35513"/>
            </a:xfrm>
            <a:prstGeom prst="ellipse">
              <a:avLst/>
            </a:prstGeom>
            <a:gradFill flip="none" rotWithShape="1">
              <a:gsLst>
                <a:gs pos="0">
                  <a:srgbClr val="E3EDF6"/>
                </a:gs>
                <a:gs pos="43000">
                  <a:srgbClr val="79A9D6"/>
                </a:gs>
                <a:gs pos="100000">
                  <a:srgbClr val="437DB3"/>
                </a:gs>
              </a:gsLst>
              <a:lin ang="2700000" scaled="1"/>
              <a:tileRect/>
            </a:gradFill>
            <a:ln w="2540" cap="rnd" cmpd="sng" algn="ctr">
              <a:noFill/>
              <a:prstDash val="solid"/>
              <a:round/>
              <a:headEnd type="none" w="med" len="med"/>
              <a:tailEnd type="none" w="med" len="med"/>
            </a:ln>
            <a:effectLst/>
          </p:spPr>
        </p:sp>
        <p:sp>
          <p:nvSpPr>
            <p:cNvPr id="1931" name="ellipse_2258">
              <a:extLst>
                <a:ext uri="{FF2B5EF4-FFF2-40B4-BE49-F238E27FC236}">
                  <a16:creationId xmlns:a16="http://schemas.microsoft.com/office/drawing/2014/main" id="{16795F78-F22B-94B3-45AB-DA03FB9E1157}"/>
                </a:ext>
              </a:extLst>
            </p:cNvPr>
            <p:cNvSpPr/>
            <p:nvPr/>
          </p:nvSpPr>
          <p:spPr>
            <a:xfrm>
              <a:off x="4293316" y="1609491"/>
              <a:ext cx="35894" cy="35894"/>
            </a:xfrm>
            <a:prstGeom prst="ellipse">
              <a:avLst/>
            </a:prstGeom>
            <a:gradFill flip="none" rotWithShape="1">
              <a:gsLst>
                <a:gs pos="0">
                  <a:srgbClr val="E6EFF7"/>
                </a:gs>
                <a:gs pos="43000">
                  <a:srgbClr val="85B1DA"/>
                </a:gs>
                <a:gs pos="100000">
                  <a:srgbClr val="5186B8"/>
                </a:gs>
              </a:gsLst>
              <a:lin ang="2700000" scaled="1"/>
              <a:tileRect/>
            </a:gradFill>
            <a:ln w="2540" cap="rnd" cmpd="sng" algn="ctr">
              <a:noFill/>
              <a:prstDash val="solid"/>
              <a:round/>
              <a:headEnd type="none" w="med" len="med"/>
              <a:tailEnd type="none" w="med" len="med"/>
            </a:ln>
            <a:effectLst/>
          </p:spPr>
        </p:sp>
        <p:sp>
          <p:nvSpPr>
            <p:cNvPr id="1932" name="ellipse_2259">
              <a:extLst>
                <a:ext uri="{FF2B5EF4-FFF2-40B4-BE49-F238E27FC236}">
                  <a16:creationId xmlns:a16="http://schemas.microsoft.com/office/drawing/2014/main" id="{08962B8B-EAF2-969C-088B-844C58C79206}"/>
                </a:ext>
              </a:extLst>
            </p:cNvPr>
            <p:cNvSpPr/>
            <p:nvPr/>
          </p:nvSpPr>
          <p:spPr>
            <a:xfrm>
              <a:off x="4465841" y="1446603"/>
              <a:ext cx="29343" cy="2934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3" name="ellipse_2260">
              <a:extLst>
                <a:ext uri="{FF2B5EF4-FFF2-40B4-BE49-F238E27FC236}">
                  <a16:creationId xmlns:a16="http://schemas.microsoft.com/office/drawing/2014/main" id="{D54EC136-A3C0-3BB4-0E4B-94C6B9CD505B}"/>
                </a:ext>
              </a:extLst>
            </p:cNvPr>
            <p:cNvSpPr/>
            <p:nvPr/>
          </p:nvSpPr>
          <p:spPr>
            <a:xfrm>
              <a:off x="4395565" y="1451343"/>
              <a:ext cx="34062" cy="34062"/>
            </a:xfrm>
            <a:prstGeom prst="ellipse">
              <a:avLst/>
            </a:prstGeom>
            <a:gradFill flip="none" rotWithShape="1">
              <a:gsLst>
                <a:gs pos="0">
                  <a:srgbClr val="F8E3E4"/>
                </a:gs>
                <a:gs pos="43000">
                  <a:srgbClr val="DC797E"/>
                </a:gs>
                <a:gs pos="100000">
                  <a:srgbClr val="B5464E"/>
                </a:gs>
              </a:gsLst>
              <a:lin ang="2700000" scaled="1"/>
              <a:tileRect/>
            </a:gradFill>
            <a:ln w="2540" cap="rnd" cmpd="sng" algn="ctr">
              <a:noFill/>
              <a:prstDash val="solid"/>
              <a:round/>
              <a:headEnd type="none" w="med" len="med"/>
              <a:tailEnd type="none" w="med" len="med"/>
            </a:ln>
            <a:effectLst/>
          </p:spPr>
        </p:sp>
        <p:sp>
          <p:nvSpPr>
            <p:cNvPr id="1934" name="ellipse_2261">
              <a:extLst>
                <a:ext uri="{FF2B5EF4-FFF2-40B4-BE49-F238E27FC236}">
                  <a16:creationId xmlns:a16="http://schemas.microsoft.com/office/drawing/2014/main" id="{910AC8AB-E534-BC7D-7D26-1DF7703C9F9B}"/>
                </a:ext>
              </a:extLst>
            </p:cNvPr>
            <p:cNvSpPr/>
            <p:nvPr/>
          </p:nvSpPr>
          <p:spPr>
            <a:xfrm>
              <a:off x="4447971" y="1453977"/>
              <a:ext cx="20526" cy="20526"/>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35" name="ellipse_2262">
              <a:extLst>
                <a:ext uri="{FF2B5EF4-FFF2-40B4-BE49-F238E27FC236}">
                  <a16:creationId xmlns:a16="http://schemas.microsoft.com/office/drawing/2014/main" id="{9D6A813D-23DE-D94E-B24E-CC0472E9F498}"/>
                </a:ext>
              </a:extLst>
            </p:cNvPr>
            <p:cNvSpPr/>
            <p:nvPr/>
          </p:nvSpPr>
          <p:spPr>
            <a:xfrm>
              <a:off x="4414105" y="1439212"/>
              <a:ext cx="23231" cy="23231"/>
            </a:xfrm>
            <a:prstGeom prst="ellipse">
              <a:avLst/>
            </a:prstGeom>
            <a:gradFill flip="none" rotWithShape="1">
              <a:gsLst>
                <a:gs pos="0">
                  <a:srgbClr val="F9E8E8"/>
                </a:gs>
                <a:gs pos="43000">
                  <a:srgbClr val="E18F93"/>
                </a:gs>
                <a:gs pos="100000">
                  <a:srgbClr val="BA5F66"/>
                </a:gs>
              </a:gsLst>
              <a:lin ang="2700000" scaled="1"/>
              <a:tileRect/>
            </a:gradFill>
            <a:ln w="2540" cap="rnd" cmpd="sng" algn="ctr">
              <a:noFill/>
              <a:prstDash val="solid"/>
              <a:round/>
              <a:headEnd type="none" w="med" len="med"/>
              <a:tailEnd type="none" w="med" len="med"/>
            </a:ln>
            <a:effectLst/>
          </p:spPr>
        </p:sp>
        <p:sp>
          <p:nvSpPr>
            <p:cNvPr id="1936" name="ellipse_2263">
              <a:extLst>
                <a:ext uri="{FF2B5EF4-FFF2-40B4-BE49-F238E27FC236}">
                  <a16:creationId xmlns:a16="http://schemas.microsoft.com/office/drawing/2014/main" id="{7E503169-E20F-FBFD-EC10-E06E332126CF}"/>
                </a:ext>
              </a:extLst>
            </p:cNvPr>
            <p:cNvSpPr/>
            <p:nvPr/>
          </p:nvSpPr>
          <p:spPr>
            <a:xfrm>
              <a:off x="4382949" y="1613377"/>
              <a:ext cx="25360" cy="25360"/>
            </a:xfrm>
            <a:prstGeom prst="ellipse">
              <a:avLst/>
            </a:prstGeom>
            <a:gradFill flip="none" rotWithShape="1">
              <a:gsLst>
                <a:gs pos="0">
                  <a:srgbClr val="E4EEF7"/>
                </a:gs>
                <a:gs pos="43000">
                  <a:srgbClr val="7DABD7"/>
                </a:gs>
                <a:gs pos="100000">
                  <a:srgbClr val="4880B4"/>
                </a:gs>
              </a:gsLst>
              <a:lin ang="2700000" scaled="1"/>
              <a:tileRect/>
            </a:gradFill>
            <a:ln w="2540" cap="rnd" cmpd="sng" algn="ctr">
              <a:noFill/>
              <a:prstDash val="solid"/>
              <a:round/>
              <a:headEnd type="none" w="med" len="med"/>
              <a:tailEnd type="none" w="med" len="med"/>
            </a:ln>
            <a:effectLst/>
          </p:spPr>
        </p:sp>
        <p:sp>
          <p:nvSpPr>
            <p:cNvPr id="1937" name="ellipse_2264">
              <a:extLst>
                <a:ext uri="{FF2B5EF4-FFF2-40B4-BE49-F238E27FC236}">
                  <a16:creationId xmlns:a16="http://schemas.microsoft.com/office/drawing/2014/main" id="{7A0B2A4C-4B15-955A-87D5-CB1D5DB1278B}"/>
                </a:ext>
              </a:extLst>
            </p:cNvPr>
            <p:cNvSpPr/>
            <p:nvPr/>
          </p:nvSpPr>
          <p:spPr>
            <a:xfrm>
              <a:off x="4431400" y="1599480"/>
              <a:ext cx="21660" cy="21660"/>
            </a:xfrm>
            <a:prstGeom prst="ellipse">
              <a:avLst/>
            </a:prstGeom>
            <a:gradFill flip="none" rotWithShape="1">
              <a:gsLst>
                <a:gs pos="0">
                  <a:srgbClr val="E8F0F8"/>
                </a:gs>
                <a:gs pos="43000">
                  <a:srgbClr val="8FB7DC"/>
                </a:gs>
                <a:gs pos="100000">
                  <a:srgbClr val="5C8DBB"/>
                </a:gs>
              </a:gsLst>
              <a:lin ang="2700000" scaled="1"/>
              <a:tileRect/>
            </a:gradFill>
            <a:ln w="2540" cap="rnd" cmpd="sng" algn="ctr">
              <a:noFill/>
              <a:prstDash val="solid"/>
              <a:round/>
              <a:headEnd type="none" w="med" len="med"/>
              <a:tailEnd type="none" w="med" len="med"/>
            </a:ln>
            <a:effectLst/>
          </p:spPr>
        </p:sp>
        <p:sp>
          <p:nvSpPr>
            <p:cNvPr id="1938" name="ellipse_2265">
              <a:extLst>
                <a:ext uri="{FF2B5EF4-FFF2-40B4-BE49-F238E27FC236}">
                  <a16:creationId xmlns:a16="http://schemas.microsoft.com/office/drawing/2014/main" id="{19E09C88-4D2A-27FD-87BC-6B2B7A995E92}"/>
                </a:ext>
              </a:extLst>
            </p:cNvPr>
            <p:cNvSpPr/>
            <p:nvPr/>
          </p:nvSpPr>
          <p:spPr>
            <a:xfrm>
              <a:off x="4137969" y="1490081"/>
              <a:ext cx="25196" cy="25196"/>
            </a:xfrm>
            <a:prstGeom prst="ellipse">
              <a:avLst/>
            </a:prstGeom>
            <a:gradFill flip="none" rotWithShape="1">
              <a:gsLst>
                <a:gs pos="0">
                  <a:srgbClr val="E4EDF7"/>
                </a:gs>
                <a:gs pos="43000">
                  <a:srgbClr val="7CABD7"/>
                </a:gs>
                <a:gs pos="100000">
                  <a:srgbClr val="467FB4"/>
                </a:gs>
              </a:gsLst>
              <a:lin ang="2700000" scaled="1"/>
              <a:tileRect/>
            </a:gradFill>
            <a:ln w="2540" cap="rnd" cmpd="sng" algn="ctr">
              <a:noFill/>
              <a:prstDash val="solid"/>
              <a:round/>
              <a:headEnd type="none" w="med" len="med"/>
              <a:tailEnd type="none" w="med" len="med"/>
            </a:ln>
            <a:effectLst/>
          </p:spPr>
        </p:sp>
        <p:sp>
          <p:nvSpPr>
            <p:cNvPr id="1939" name="ellipse_2266">
              <a:extLst>
                <a:ext uri="{FF2B5EF4-FFF2-40B4-BE49-F238E27FC236}">
                  <a16:creationId xmlns:a16="http://schemas.microsoft.com/office/drawing/2014/main" id="{3AE80D41-CA7A-DA50-10D0-DFBE2E98DD84}"/>
                </a:ext>
              </a:extLst>
            </p:cNvPr>
            <p:cNvSpPr/>
            <p:nvPr/>
          </p:nvSpPr>
          <p:spPr>
            <a:xfrm>
              <a:off x="4390923" y="1523400"/>
              <a:ext cx="28756" cy="28756"/>
            </a:xfrm>
            <a:prstGeom prst="ellipse">
              <a:avLst/>
            </a:prstGeom>
            <a:gradFill flip="none" rotWithShape="1">
              <a:gsLst>
                <a:gs pos="0">
                  <a:srgbClr val="FBF3F4"/>
                </a:gs>
                <a:gs pos="43000">
                  <a:srgbClr val="EDC6CA"/>
                </a:gs>
                <a:gs pos="100000">
                  <a:srgbClr val="C89FA5"/>
                </a:gs>
              </a:gsLst>
              <a:lin ang="2700000" scaled="1"/>
              <a:tileRect/>
            </a:gradFill>
            <a:ln w="2540" cap="rnd" cmpd="sng" algn="ctr">
              <a:noFill/>
              <a:prstDash val="solid"/>
              <a:round/>
              <a:headEnd type="none" w="med" len="med"/>
              <a:tailEnd type="none" w="med" len="med"/>
            </a:ln>
            <a:effectLst/>
          </p:spPr>
        </p:sp>
        <p:sp>
          <p:nvSpPr>
            <p:cNvPr id="1940" name="ellipse_2267">
              <a:extLst>
                <a:ext uri="{FF2B5EF4-FFF2-40B4-BE49-F238E27FC236}">
                  <a16:creationId xmlns:a16="http://schemas.microsoft.com/office/drawing/2014/main" id="{FA732ED8-5127-2DEF-E938-D9DBC0CD80D1}"/>
                </a:ext>
              </a:extLst>
            </p:cNvPr>
            <p:cNvSpPr/>
            <p:nvPr/>
          </p:nvSpPr>
          <p:spPr>
            <a:xfrm>
              <a:off x="4421907" y="1413437"/>
              <a:ext cx="21785" cy="21785"/>
            </a:xfrm>
            <a:prstGeom prst="ellipse">
              <a:avLst/>
            </a:prstGeom>
            <a:gradFill flip="none" rotWithShape="1">
              <a:gsLst>
                <a:gs pos="0">
                  <a:srgbClr val="FCF8F8"/>
                </a:gs>
                <a:gs pos="43000">
                  <a:srgbClr val="F1DCDF"/>
                </a:gs>
                <a:gs pos="100000">
                  <a:srgbClr val="CDB8BD"/>
                </a:gs>
              </a:gsLst>
              <a:lin ang="2700000" scaled="1"/>
              <a:tileRect/>
            </a:gradFill>
            <a:ln w="2540" cap="rnd" cmpd="sng" algn="ctr">
              <a:noFill/>
              <a:prstDash val="solid"/>
              <a:round/>
              <a:headEnd type="none" w="med" len="med"/>
              <a:tailEnd type="none" w="med" len="med"/>
            </a:ln>
            <a:effectLst/>
          </p:spPr>
        </p:sp>
        <p:sp>
          <p:nvSpPr>
            <p:cNvPr id="1941" name="ellipse_2268">
              <a:extLst>
                <a:ext uri="{FF2B5EF4-FFF2-40B4-BE49-F238E27FC236}">
                  <a16:creationId xmlns:a16="http://schemas.microsoft.com/office/drawing/2014/main" id="{4441F2C1-DD8A-3A5B-9C30-49482C3CFA98}"/>
                </a:ext>
              </a:extLst>
            </p:cNvPr>
            <p:cNvSpPr/>
            <p:nvPr/>
          </p:nvSpPr>
          <p:spPr>
            <a:xfrm>
              <a:off x="4389016" y="1638974"/>
              <a:ext cx="32977" cy="32977"/>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2" name="ellipse_2269">
              <a:extLst>
                <a:ext uri="{FF2B5EF4-FFF2-40B4-BE49-F238E27FC236}">
                  <a16:creationId xmlns:a16="http://schemas.microsoft.com/office/drawing/2014/main" id="{2C915FCD-7904-E870-2184-FB0E8CD6CE52}"/>
                </a:ext>
              </a:extLst>
            </p:cNvPr>
            <p:cNvSpPr/>
            <p:nvPr/>
          </p:nvSpPr>
          <p:spPr>
            <a:xfrm>
              <a:off x="4134968" y="1559389"/>
              <a:ext cx="34498" cy="34498"/>
            </a:xfrm>
            <a:prstGeom prst="ellipse">
              <a:avLst/>
            </a:prstGeom>
            <a:gradFill flip="none" rotWithShape="1">
              <a:gsLst>
                <a:gs pos="0">
                  <a:srgbClr val="F6F9FC"/>
                </a:gs>
                <a:gs pos="43000">
                  <a:srgbClr val="D6E4F1"/>
                </a:gs>
                <a:gs pos="100000">
                  <a:srgbClr val="AEC1D3"/>
                </a:gs>
              </a:gsLst>
              <a:lin ang="2700000" scaled="1"/>
              <a:tileRect/>
            </a:gradFill>
            <a:ln w="2540" cap="rnd" cmpd="sng" algn="ctr">
              <a:noFill/>
              <a:prstDash val="solid"/>
              <a:round/>
              <a:headEnd type="none" w="med" len="med"/>
              <a:tailEnd type="none" w="med" len="med"/>
            </a:ln>
            <a:effectLst/>
          </p:spPr>
        </p:sp>
        <p:sp>
          <p:nvSpPr>
            <p:cNvPr id="1943" name="ellipse_2270">
              <a:extLst>
                <a:ext uri="{FF2B5EF4-FFF2-40B4-BE49-F238E27FC236}">
                  <a16:creationId xmlns:a16="http://schemas.microsoft.com/office/drawing/2014/main" id="{C6B06455-438A-ACF7-9746-4438D3574D7F}"/>
                </a:ext>
              </a:extLst>
            </p:cNvPr>
            <p:cNvSpPr/>
            <p:nvPr/>
          </p:nvSpPr>
          <p:spPr>
            <a:xfrm>
              <a:off x="4362437" y="1655067"/>
              <a:ext cx="32745" cy="32745"/>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4" name="ellipse_2271">
              <a:extLst>
                <a:ext uri="{FF2B5EF4-FFF2-40B4-BE49-F238E27FC236}">
                  <a16:creationId xmlns:a16="http://schemas.microsoft.com/office/drawing/2014/main" id="{8C0D56D1-245B-C812-89DB-D0DAB6869849}"/>
                </a:ext>
              </a:extLst>
            </p:cNvPr>
            <p:cNvSpPr/>
            <p:nvPr/>
          </p:nvSpPr>
          <p:spPr>
            <a:xfrm>
              <a:off x="4190384" y="1452612"/>
              <a:ext cx="23442" cy="23442"/>
            </a:xfrm>
            <a:prstGeom prst="ellipse">
              <a:avLst/>
            </a:prstGeom>
            <a:gradFill flip="none" rotWithShape="1">
              <a:gsLst>
                <a:gs pos="0">
                  <a:srgbClr val="E2ECF6"/>
                </a:gs>
                <a:gs pos="43000">
                  <a:srgbClr val="73A5D4"/>
                </a:gs>
                <a:gs pos="100000">
                  <a:srgbClr val="3C78B1"/>
                </a:gs>
              </a:gsLst>
              <a:lin ang="2700000" scaled="1"/>
              <a:tileRect/>
            </a:gradFill>
            <a:ln w="2540" cap="rnd" cmpd="sng" algn="ctr">
              <a:noFill/>
              <a:prstDash val="solid"/>
              <a:round/>
              <a:headEnd type="none" w="med" len="med"/>
              <a:tailEnd type="none" w="med" len="med"/>
            </a:ln>
            <a:effectLst/>
          </p:spPr>
        </p:sp>
        <p:sp>
          <p:nvSpPr>
            <p:cNvPr id="1945" name="ellipse_2272">
              <a:extLst>
                <a:ext uri="{FF2B5EF4-FFF2-40B4-BE49-F238E27FC236}">
                  <a16:creationId xmlns:a16="http://schemas.microsoft.com/office/drawing/2014/main" id="{9E974A03-00D6-BB33-D94B-55BA03CE914B}"/>
                </a:ext>
              </a:extLst>
            </p:cNvPr>
            <p:cNvSpPr/>
            <p:nvPr/>
          </p:nvSpPr>
          <p:spPr>
            <a:xfrm>
              <a:off x="4191528" y="1431318"/>
              <a:ext cx="28918" cy="28918"/>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6" name="ellipse_2273">
              <a:extLst>
                <a:ext uri="{FF2B5EF4-FFF2-40B4-BE49-F238E27FC236}">
                  <a16:creationId xmlns:a16="http://schemas.microsoft.com/office/drawing/2014/main" id="{13BF07EA-316C-776C-AAF5-C1B119A49C34}"/>
                </a:ext>
              </a:extLst>
            </p:cNvPr>
            <p:cNvSpPr/>
            <p:nvPr/>
          </p:nvSpPr>
          <p:spPr>
            <a:xfrm>
              <a:off x="4069030" y="1464721"/>
              <a:ext cx="29833" cy="29833"/>
            </a:xfrm>
            <a:prstGeom prst="ellipse">
              <a:avLst/>
            </a:prstGeom>
            <a:gradFill flip="none" rotWithShape="1">
              <a:gsLst>
                <a:gs pos="0">
                  <a:srgbClr val="E1ECF6"/>
                </a:gs>
                <a:gs pos="43000">
                  <a:srgbClr val="71A4D3"/>
                </a:gs>
                <a:gs pos="100000">
                  <a:srgbClr val="3978B0"/>
                </a:gs>
              </a:gsLst>
              <a:lin ang="2700000" scaled="1"/>
              <a:tileRect/>
            </a:gradFill>
            <a:ln w="2540" cap="rnd" cmpd="sng" algn="ctr">
              <a:noFill/>
              <a:prstDash val="solid"/>
              <a:round/>
              <a:headEnd type="none" w="med" len="med"/>
              <a:tailEnd type="none" w="med" len="med"/>
            </a:ln>
            <a:effectLst/>
          </p:spPr>
        </p:sp>
        <p:sp>
          <p:nvSpPr>
            <p:cNvPr id="1947" name="ellipse_2274">
              <a:extLst>
                <a:ext uri="{FF2B5EF4-FFF2-40B4-BE49-F238E27FC236}">
                  <a16:creationId xmlns:a16="http://schemas.microsoft.com/office/drawing/2014/main" id="{12054A0F-7086-40B6-B84E-B092D3ED98AA}"/>
                </a:ext>
              </a:extLst>
            </p:cNvPr>
            <p:cNvSpPr/>
            <p:nvPr/>
          </p:nvSpPr>
          <p:spPr>
            <a:xfrm>
              <a:off x="4366890" y="1406820"/>
              <a:ext cx="36480" cy="36480"/>
            </a:xfrm>
            <a:prstGeom prst="ellipse">
              <a:avLst/>
            </a:prstGeom>
            <a:gradFill flip="none" rotWithShape="1">
              <a:gsLst>
                <a:gs pos="0">
                  <a:srgbClr val="FAFCFD"/>
                </a:gs>
                <a:gs pos="43000">
                  <a:srgbClr val="E8EFF6"/>
                </a:gs>
                <a:gs pos="100000">
                  <a:srgbClr val="C2CED9"/>
                </a:gs>
              </a:gsLst>
              <a:lin ang="2700000" scaled="1"/>
              <a:tileRect/>
            </a:gradFill>
            <a:ln w="2540" cap="rnd" cmpd="sng" algn="ctr">
              <a:noFill/>
              <a:prstDash val="solid"/>
              <a:round/>
              <a:headEnd type="none" w="med" len="med"/>
              <a:tailEnd type="none" w="med" len="med"/>
            </a:ln>
            <a:effectLst/>
          </p:spPr>
        </p:sp>
        <p:sp>
          <p:nvSpPr>
            <p:cNvPr id="1948" name="ellipse_2275">
              <a:extLst>
                <a:ext uri="{FF2B5EF4-FFF2-40B4-BE49-F238E27FC236}">
                  <a16:creationId xmlns:a16="http://schemas.microsoft.com/office/drawing/2014/main" id="{F10AC51B-CA7D-9AA5-D0E5-69E0C9EB94F0}"/>
                </a:ext>
              </a:extLst>
            </p:cNvPr>
            <p:cNvSpPr/>
            <p:nvPr/>
          </p:nvSpPr>
          <p:spPr>
            <a:xfrm>
              <a:off x="4539539" y="1639101"/>
              <a:ext cx="31994" cy="31994"/>
            </a:xfrm>
            <a:prstGeom prst="ellipse">
              <a:avLst/>
            </a:prstGeom>
            <a:gradFill flip="none" rotWithShape="1">
              <a:gsLst>
                <a:gs pos="0">
                  <a:srgbClr val="E2ECF6"/>
                </a:gs>
                <a:gs pos="43000">
                  <a:srgbClr val="72A4D4"/>
                </a:gs>
                <a:gs pos="100000">
                  <a:srgbClr val="3A78B1"/>
                </a:gs>
              </a:gsLst>
              <a:lin ang="2700000" scaled="1"/>
              <a:tileRect/>
            </a:gradFill>
            <a:ln w="2540" cap="rnd" cmpd="sng" algn="ctr">
              <a:noFill/>
              <a:prstDash val="solid"/>
              <a:round/>
              <a:headEnd type="none" w="med" len="med"/>
              <a:tailEnd type="none" w="med" len="med"/>
            </a:ln>
            <a:effectLst/>
          </p:spPr>
        </p:sp>
        <p:sp>
          <p:nvSpPr>
            <p:cNvPr id="1949" name="ellipse_2276">
              <a:extLst>
                <a:ext uri="{FF2B5EF4-FFF2-40B4-BE49-F238E27FC236}">
                  <a16:creationId xmlns:a16="http://schemas.microsoft.com/office/drawing/2014/main" id="{7039CEDC-61E8-B28B-333E-AA2E93C89543}"/>
                </a:ext>
              </a:extLst>
            </p:cNvPr>
            <p:cNvSpPr/>
            <p:nvPr/>
          </p:nvSpPr>
          <p:spPr>
            <a:xfrm>
              <a:off x="4549589" y="1539226"/>
              <a:ext cx="29499" cy="29499"/>
            </a:xfrm>
            <a:prstGeom prst="ellipse">
              <a:avLst/>
            </a:prstGeom>
            <a:gradFill flip="none" rotWithShape="1">
              <a:gsLst>
                <a:gs pos="0">
                  <a:srgbClr val="EFF4FA"/>
                </a:gs>
                <a:gs pos="43000">
                  <a:srgbClr val="B2CDE7"/>
                </a:gs>
                <a:gs pos="100000">
                  <a:srgbClr val="84A6C7"/>
                </a:gs>
              </a:gsLst>
              <a:lin ang="2700000" scaled="1"/>
              <a:tileRect/>
            </a:gradFill>
            <a:ln w="2540" cap="rnd" cmpd="sng" algn="ctr">
              <a:noFill/>
              <a:prstDash val="solid"/>
              <a:round/>
              <a:headEnd type="none" w="med" len="med"/>
              <a:tailEnd type="none" w="med" len="med"/>
            </a:ln>
            <a:effectLst/>
          </p:spPr>
        </p:sp>
        <p:sp>
          <p:nvSpPr>
            <p:cNvPr id="1950" name="ellipse_2277">
              <a:extLst>
                <a:ext uri="{FF2B5EF4-FFF2-40B4-BE49-F238E27FC236}">
                  <a16:creationId xmlns:a16="http://schemas.microsoft.com/office/drawing/2014/main" id="{D5CC3D1A-A662-8CDE-0050-CC086E91A290}"/>
                </a:ext>
              </a:extLst>
            </p:cNvPr>
            <p:cNvSpPr/>
            <p:nvPr/>
          </p:nvSpPr>
          <p:spPr>
            <a:xfrm>
              <a:off x="4446293" y="1479918"/>
              <a:ext cx="27511" cy="27511"/>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51" name="ellipse_2278">
              <a:extLst>
                <a:ext uri="{FF2B5EF4-FFF2-40B4-BE49-F238E27FC236}">
                  <a16:creationId xmlns:a16="http://schemas.microsoft.com/office/drawing/2014/main" id="{C7863D01-65EE-D948-0BA8-EE16F73D378B}"/>
                </a:ext>
              </a:extLst>
            </p:cNvPr>
            <p:cNvSpPr/>
            <p:nvPr/>
          </p:nvSpPr>
          <p:spPr>
            <a:xfrm>
              <a:off x="4355108" y="1592089"/>
              <a:ext cx="22851" cy="22851"/>
            </a:xfrm>
            <a:prstGeom prst="ellipse">
              <a:avLst/>
            </a:prstGeom>
            <a:gradFill flip="none" rotWithShape="1">
              <a:gsLst>
                <a:gs pos="0">
                  <a:srgbClr val="E7EFF7"/>
                </a:gs>
                <a:gs pos="43000">
                  <a:srgbClr val="8AB3DA"/>
                </a:gs>
                <a:gs pos="100000">
                  <a:srgbClr val="5689B8"/>
                </a:gs>
              </a:gsLst>
              <a:lin ang="2700000" scaled="1"/>
              <a:tileRect/>
            </a:gradFill>
            <a:ln w="2540" cap="rnd" cmpd="sng" algn="ctr">
              <a:noFill/>
              <a:prstDash val="solid"/>
              <a:round/>
              <a:headEnd type="none" w="med" len="med"/>
              <a:tailEnd type="none" w="med" len="med"/>
            </a:ln>
            <a:effectLst/>
          </p:spPr>
        </p:sp>
        <p:sp>
          <p:nvSpPr>
            <p:cNvPr id="1952" name="ellipse_2279">
              <a:extLst>
                <a:ext uri="{FF2B5EF4-FFF2-40B4-BE49-F238E27FC236}">
                  <a16:creationId xmlns:a16="http://schemas.microsoft.com/office/drawing/2014/main" id="{CBE1FD0E-2CC7-CC08-BD54-CAC8EF44B297}"/>
                </a:ext>
              </a:extLst>
            </p:cNvPr>
            <p:cNvSpPr/>
            <p:nvPr/>
          </p:nvSpPr>
          <p:spPr>
            <a:xfrm>
              <a:off x="4334201" y="1374235"/>
              <a:ext cx="33937" cy="33937"/>
            </a:xfrm>
            <a:prstGeom prst="ellipse">
              <a:avLst/>
            </a:prstGeom>
            <a:gradFill flip="none" rotWithShape="1">
              <a:gsLst>
                <a:gs pos="0">
                  <a:srgbClr val="E7F0F8"/>
                </a:gs>
                <a:gs pos="43000">
                  <a:srgbClr val="8EB6DC"/>
                </a:gs>
                <a:gs pos="100000">
                  <a:srgbClr val="5B8CBA"/>
                </a:gs>
              </a:gsLst>
              <a:lin ang="2700000" scaled="1"/>
              <a:tileRect/>
            </a:gradFill>
            <a:ln w="2540" cap="rnd" cmpd="sng" algn="ctr">
              <a:noFill/>
              <a:prstDash val="solid"/>
              <a:round/>
              <a:headEnd type="none" w="med" len="med"/>
              <a:tailEnd type="none" w="med" len="med"/>
            </a:ln>
            <a:effectLst/>
          </p:spPr>
        </p:sp>
        <p:sp>
          <p:nvSpPr>
            <p:cNvPr id="1953" name="ellipse_2280">
              <a:extLst>
                <a:ext uri="{FF2B5EF4-FFF2-40B4-BE49-F238E27FC236}">
                  <a16:creationId xmlns:a16="http://schemas.microsoft.com/office/drawing/2014/main" id="{3617DBD3-0891-88B0-8942-88EAA33306B8}"/>
                </a:ext>
              </a:extLst>
            </p:cNvPr>
            <p:cNvSpPr/>
            <p:nvPr/>
          </p:nvSpPr>
          <p:spPr>
            <a:xfrm>
              <a:off x="4208173" y="1505071"/>
              <a:ext cx="28611" cy="28611"/>
            </a:xfrm>
            <a:prstGeom prst="ellipse">
              <a:avLst/>
            </a:prstGeom>
            <a:gradFill flip="none" rotWithShape="1">
              <a:gsLst>
                <a:gs pos="0">
                  <a:srgbClr val="E7EFF8"/>
                </a:gs>
                <a:gs pos="43000">
                  <a:srgbClr val="8BB4DB"/>
                </a:gs>
                <a:gs pos="100000">
                  <a:srgbClr val="578AB9"/>
                </a:gs>
              </a:gsLst>
              <a:lin ang="2700000" scaled="1"/>
              <a:tileRect/>
            </a:gradFill>
            <a:ln w="2540" cap="rnd" cmpd="sng" algn="ctr">
              <a:noFill/>
              <a:prstDash val="solid"/>
              <a:round/>
              <a:headEnd type="none" w="med" len="med"/>
              <a:tailEnd type="none" w="med" len="med"/>
            </a:ln>
            <a:effectLst/>
          </p:spPr>
        </p:sp>
        <p:sp>
          <p:nvSpPr>
            <p:cNvPr id="1954" name="ellipse_2281">
              <a:extLst>
                <a:ext uri="{FF2B5EF4-FFF2-40B4-BE49-F238E27FC236}">
                  <a16:creationId xmlns:a16="http://schemas.microsoft.com/office/drawing/2014/main" id="{7DD60AFB-A1AF-CD64-0589-1EEBBDC19CC0}"/>
                </a:ext>
              </a:extLst>
            </p:cNvPr>
            <p:cNvSpPr/>
            <p:nvPr/>
          </p:nvSpPr>
          <p:spPr>
            <a:xfrm>
              <a:off x="4351038" y="1462430"/>
              <a:ext cx="22124" cy="22124"/>
            </a:xfrm>
            <a:prstGeom prst="ellipse">
              <a:avLst/>
            </a:prstGeom>
            <a:gradFill flip="none" rotWithShape="1">
              <a:gsLst>
                <a:gs pos="0">
                  <a:srgbClr val="FCF9F9"/>
                </a:gs>
                <a:gs pos="43000">
                  <a:srgbClr val="F2E0E2"/>
                </a:gs>
                <a:gs pos="100000">
                  <a:srgbClr val="CEBDC2"/>
                </a:gs>
              </a:gsLst>
              <a:lin ang="2700000" scaled="1"/>
              <a:tileRect/>
            </a:gradFill>
            <a:ln w="2540" cap="rnd" cmpd="sng" algn="ctr">
              <a:noFill/>
              <a:prstDash val="solid"/>
              <a:round/>
              <a:headEnd type="none" w="med" len="med"/>
              <a:tailEnd type="none" w="med" len="med"/>
            </a:ln>
            <a:effectLst/>
          </p:spPr>
        </p:sp>
        <p:sp>
          <p:nvSpPr>
            <p:cNvPr id="1955" name="ellipse_2282">
              <a:extLst>
                <a:ext uri="{FF2B5EF4-FFF2-40B4-BE49-F238E27FC236}">
                  <a16:creationId xmlns:a16="http://schemas.microsoft.com/office/drawing/2014/main" id="{7D37AF8E-1E51-3281-5B11-8989E87018E8}"/>
                </a:ext>
              </a:extLst>
            </p:cNvPr>
            <p:cNvSpPr/>
            <p:nvPr/>
          </p:nvSpPr>
          <p:spPr>
            <a:xfrm>
              <a:off x="4165466" y="1438010"/>
              <a:ext cx="20358" cy="20358"/>
            </a:xfrm>
            <a:prstGeom prst="ellipse">
              <a:avLst/>
            </a:prstGeom>
            <a:gradFill flip="none" rotWithShape="1">
              <a:gsLst>
                <a:gs pos="0">
                  <a:srgbClr val="E1ECF6"/>
                </a:gs>
                <a:gs pos="43000">
                  <a:srgbClr val="71A4D3"/>
                </a:gs>
                <a:gs pos="100000">
                  <a:srgbClr val="3977B0"/>
                </a:gs>
              </a:gsLst>
              <a:lin ang="2700000" scaled="1"/>
              <a:tileRect/>
            </a:gradFill>
            <a:ln w="2540" cap="rnd" cmpd="sng" algn="ctr">
              <a:noFill/>
              <a:prstDash val="solid"/>
              <a:round/>
              <a:headEnd type="none" w="med" len="med"/>
              <a:tailEnd type="none" w="med" len="med"/>
            </a:ln>
            <a:effectLst/>
          </p:spPr>
        </p:sp>
        <p:sp>
          <p:nvSpPr>
            <p:cNvPr id="1956" name="ellipse_2283">
              <a:extLst>
                <a:ext uri="{FF2B5EF4-FFF2-40B4-BE49-F238E27FC236}">
                  <a16:creationId xmlns:a16="http://schemas.microsoft.com/office/drawing/2014/main" id="{6C4C9841-4E1E-0D69-4A93-F065A4D9687C}"/>
                </a:ext>
              </a:extLst>
            </p:cNvPr>
            <p:cNvSpPr/>
            <p:nvPr/>
          </p:nvSpPr>
          <p:spPr>
            <a:xfrm>
              <a:off x="4536548" y="1543850"/>
              <a:ext cx="20077" cy="20077"/>
            </a:xfrm>
            <a:prstGeom prst="ellipse">
              <a:avLst/>
            </a:prstGeom>
            <a:gradFill flip="none" rotWithShape="1">
              <a:gsLst>
                <a:gs pos="0">
                  <a:srgbClr val="F4F8FB"/>
                </a:gs>
                <a:gs pos="43000">
                  <a:srgbClr val="C8DBED"/>
                </a:gs>
                <a:gs pos="100000">
                  <a:srgbClr val="9EB7CE"/>
                </a:gs>
              </a:gsLst>
              <a:lin ang="2700000" scaled="1"/>
              <a:tileRect/>
            </a:gradFill>
            <a:ln w="2540" cap="rnd" cmpd="sng" algn="ctr">
              <a:noFill/>
              <a:prstDash val="solid"/>
              <a:round/>
              <a:headEnd type="none" w="med" len="med"/>
              <a:tailEnd type="none" w="med" len="med"/>
            </a:ln>
            <a:effectLst/>
          </p:spPr>
        </p:sp>
        <p:sp>
          <p:nvSpPr>
            <p:cNvPr id="1957" name="ellipse_2284">
              <a:extLst>
                <a:ext uri="{FF2B5EF4-FFF2-40B4-BE49-F238E27FC236}">
                  <a16:creationId xmlns:a16="http://schemas.microsoft.com/office/drawing/2014/main" id="{E778E66A-8331-D792-E8FF-23567715713E}"/>
                </a:ext>
              </a:extLst>
            </p:cNvPr>
            <p:cNvSpPr/>
            <p:nvPr/>
          </p:nvSpPr>
          <p:spPr>
            <a:xfrm>
              <a:off x="4385205" y="1582957"/>
              <a:ext cx="35418" cy="35418"/>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58" name="ellipse_2285">
              <a:extLst>
                <a:ext uri="{FF2B5EF4-FFF2-40B4-BE49-F238E27FC236}">
                  <a16:creationId xmlns:a16="http://schemas.microsoft.com/office/drawing/2014/main" id="{C09548FA-F400-7E86-978A-6A0A62EF7EA4}"/>
                </a:ext>
              </a:extLst>
            </p:cNvPr>
            <p:cNvSpPr/>
            <p:nvPr/>
          </p:nvSpPr>
          <p:spPr>
            <a:xfrm>
              <a:off x="4454362" y="1598960"/>
              <a:ext cx="22052" cy="22052"/>
            </a:xfrm>
            <a:prstGeom prst="ellipse">
              <a:avLst/>
            </a:prstGeom>
            <a:gradFill flip="none" rotWithShape="1">
              <a:gsLst>
                <a:gs pos="0">
                  <a:srgbClr val="E8F0F8"/>
                </a:gs>
                <a:gs pos="43000">
                  <a:srgbClr val="90B7DC"/>
                </a:gs>
                <a:gs pos="100000">
                  <a:srgbClr val="5D8DBB"/>
                </a:gs>
              </a:gsLst>
              <a:lin ang="2700000" scaled="1"/>
              <a:tileRect/>
            </a:gradFill>
            <a:ln w="2540" cap="rnd" cmpd="sng" algn="ctr">
              <a:noFill/>
              <a:prstDash val="solid"/>
              <a:round/>
              <a:headEnd type="none" w="med" len="med"/>
              <a:tailEnd type="none" w="med" len="med"/>
            </a:ln>
            <a:effectLst/>
          </p:spPr>
        </p:sp>
        <p:sp>
          <p:nvSpPr>
            <p:cNvPr id="1959" name="ellipse_2286">
              <a:extLst>
                <a:ext uri="{FF2B5EF4-FFF2-40B4-BE49-F238E27FC236}">
                  <a16:creationId xmlns:a16="http://schemas.microsoft.com/office/drawing/2014/main" id="{4AF51FED-88DF-2C58-6C13-3A9CB736535D}"/>
                </a:ext>
              </a:extLst>
            </p:cNvPr>
            <p:cNvSpPr/>
            <p:nvPr/>
          </p:nvSpPr>
          <p:spPr>
            <a:xfrm>
              <a:off x="4291069" y="1582444"/>
              <a:ext cx="24245" cy="24245"/>
            </a:xfrm>
            <a:prstGeom prst="ellipse">
              <a:avLst/>
            </a:prstGeom>
            <a:gradFill flip="none" rotWithShape="1">
              <a:gsLst>
                <a:gs pos="0">
                  <a:srgbClr val="E9F1F8"/>
                </a:gs>
                <a:gs pos="43000">
                  <a:srgbClr val="95BBDE"/>
                </a:gs>
                <a:gs pos="100000">
                  <a:srgbClr val="6391BD"/>
                </a:gs>
              </a:gsLst>
              <a:lin ang="2700000" scaled="1"/>
              <a:tileRect/>
            </a:gradFill>
            <a:ln w="2540" cap="rnd" cmpd="sng" algn="ctr">
              <a:noFill/>
              <a:prstDash val="solid"/>
              <a:round/>
              <a:headEnd type="none" w="med" len="med"/>
              <a:tailEnd type="none" w="med" len="med"/>
            </a:ln>
            <a:effectLst/>
          </p:spPr>
        </p:sp>
        <p:sp>
          <p:nvSpPr>
            <p:cNvPr id="1960" name="ellipse_2287">
              <a:extLst>
                <a:ext uri="{FF2B5EF4-FFF2-40B4-BE49-F238E27FC236}">
                  <a16:creationId xmlns:a16="http://schemas.microsoft.com/office/drawing/2014/main" id="{972C9A22-790A-19A0-3EE0-8EFC3C46AB07}"/>
                </a:ext>
              </a:extLst>
            </p:cNvPr>
            <p:cNvSpPr/>
            <p:nvPr/>
          </p:nvSpPr>
          <p:spPr>
            <a:xfrm>
              <a:off x="4344184" y="1617285"/>
              <a:ext cx="22334" cy="22334"/>
            </a:xfrm>
            <a:prstGeom prst="ellipse">
              <a:avLst/>
            </a:prstGeom>
            <a:gradFill flip="none" rotWithShape="1">
              <a:gsLst>
                <a:gs pos="0">
                  <a:srgbClr val="E4EDF6"/>
                </a:gs>
                <a:gs pos="43000">
                  <a:srgbClr val="7BAAD6"/>
                </a:gs>
                <a:gs pos="100000">
                  <a:srgbClr val="457EB3"/>
                </a:gs>
              </a:gsLst>
              <a:lin ang="2700000" scaled="1"/>
              <a:tileRect/>
            </a:gradFill>
            <a:ln w="2540" cap="rnd" cmpd="sng" algn="ctr">
              <a:noFill/>
              <a:prstDash val="solid"/>
              <a:round/>
              <a:headEnd type="none" w="med" len="med"/>
              <a:tailEnd type="none" w="med" len="med"/>
            </a:ln>
            <a:effectLst/>
          </p:spPr>
        </p:sp>
        <p:sp>
          <p:nvSpPr>
            <p:cNvPr id="1961" name="ellipse_2288">
              <a:extLst>
                <a:ext uri="{FF2B5EF4-FFF2-40B4-BE49-F238E27FC236}">
                  <a16:creationId xmlns:a16="http://schemas.microsoft.com/office/drawing/2014/main" id="{3D34E7C8-2BEB-E157-9366-69A350843A92}"/>
                </a:ext>
              </a:extLst>
            </p:cNvPr>
            <p:cNvSpPr/>
            <p:nvPr/>
          </p:nvSpPr>
          <p:spPr>
            <a:xfrm>
              <a:off x="4426069" y="1482377"/>
              <a:ext cx="19818" cy="19818"/>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62" name="ellipse_2289">
              <a:extLst>
                <a:ext uri="{FF2B5EF4-FFF2-40B4-BE49-F238E27FC236}">
                  <a16:creationId xmlns:a16="http://schemas.microsoft.com/office/drawing/2014/main" id="{C1B8A1E6-9ECD-6D09-6A72-D873D4ECB8F3}"/>
                </a:ext>
              </a:extLst>
            </p:cNvPr>
            <p:cNvSpPr/>
            <p:nvPr/>
          </p:nvSpPr>
          <p:spPr>
            <a:xfrm>
              <a:off x="4442307" y="1575762"/>
              <a:ext cx="27470" cy="27470"/>
            </a:xfrm>
            <a:prstGeom prst="ellipse">
              <a:avLst/>
            </a:prstGeom>
            <a:gradFill flip="none" rotWithShape="1">
              <a:gsLst>
                <a:gs pos="0">
                  <a:srgbClr val="EFF5FA"/>
                </a:gs>
                <a:gs pos="43000">
                  <a:srgbClr val="B3CEE7"/>
                </a:gs>
                <a:gs pos="100000">
                  <a:srgbClr val="86A8C7"/>
                </a:gs>
              </a:gsLst>
              <a:lin ang="2700000" scaled="1"/>
              <a:tileRect/>
            </a:gradFill>
            <a:ln w="2540" cap="rnd" cmpd="sng" algn="ctr">
              <a:noFill/>
              <a:prstDash val="solid"/>
              <a:round/>
              <a:headEnd type="none" w="med" len="med"/>
              <a:tailEnd type="none" w="med" len="med"/>
            </a:ln>
            <a:effectLst/>
          </p:spPr>
        </p:sp>
        <p:sp>
          <p:nvSpPr>
            <p:cNvPr id="1963" name="ellipse_2290">
              <a:extLst>
                <a:ext uri="{FF2B5EF4-FFF2-40B4-BE49-F238E27FC236}">
                  <a16:creationId xmlns:a16="http://schemas.microsoft.com/office/drawing/2014/main" id="{197ABEC0-6418-A472-40BB-09F213671F8B}"/>
                </a:ext>
              </a:extLst>
            </p:cNvPr>
            <p:cNvSpPr/>
            <p:nvPr/>
          </p:nvSpPr>
          <p:spPr>
            <a:xfrm>
              <a:off x="4523153" y="1390255"/>
              <a:ext cx="35635" cy="3563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64" name="ellipse_2291">
              <a:extLst>
                <a:ext uri="{FF2B5EF4-FFF2-40B4-BE49-F238E27FC236}">
                  <a16:creationId xmlns:a16="http://schemas.microsoft.com/office/drawing/2014/main" id="{7C4336BA-7172-BAFF-46D7-49EF9B6E588E}"/>
                </a:ext>
              </a:extLst>
            </p:cNvPr>
            <p:cNvSpPr/>
            <p:nvPr/>
          </p:nvSpPr>
          <p:spPr>
            <a:xfrm>
              <a:off x="4236158" y="1526463"/>
              <a:ext cx="28446" cy="28446"/>
            </a:xfrm>
            <a:prstGeom prst="ellipse">
              <a:avLst/>
            </a:prstGeom>
            <a:gradFill flip="none" rotWithShape="1">
              <a:gsLst>
                <a:gs pos="0">
                  <a:srgbClr val="EAF2F9"/>
                </a:gs>
                <a:gs pos="43000">
                  <a:srgbClr val="9CBFE0"/>
                </a:gs>
                <a:gs pos="100000">
                  <a:srgbClr val="6A96BF"/>
                </a:gs>
              </a:gsLst>
              <a:lin ang="2700000" scaled="1"/>
              <a:tileRect/>
            </a:gradFill>
            <a:ln w="2540" cap="rnd" cmpd="sng" algn="ctr">
              <a:noFill/>
              <a:prstDash val="solid"/>
              <a:round/>
              <a:headEnd type="none" w="med" len="med"/>
              <a:tailEnd type="none" w="med" len="med"/>
            </a:ln>
            <a:effectLst/>
          </p:spPr>
        </p:sp>
        <p:sp>
          <p:nvSpPr>
            <p:cNvPr id="1965" name="ellipse_2292">
              <a:extLst>
                <a:ext uri="{FF2B5EF4-FFF2-40B4-BE49-F238E27FC236}">
                  <a16:creationId xmlns:a16="http://schemas.microsoft.com/office/drawing/2014/main" id="{70DEEB2C-3827-0F02-21AA-EA0E5A6F9F2E}"/>
                </a:ext>
              </a:extLst>
            </p:cNvPr>
            <p:cNvSpPr/>
            <p:nvPr/>
          </p:nvSpPr>
          <p:spPr>
            <a:xfrm>
              <a:off x="4170501" y="1585016"/>
              <a:ext cx="25613" cy="25613"/>
            </a:xfrm>
            <a:prstGeom prst="ellipse">
              <a:avLst/>
            </a:prstGeom>
            <a:gradFill flip="none" rotWithShape="1">
              <a:gsLst>
                <a:gs pos="0">
                  <a:srgbClr val="FBFCFE"/>
                </a:gs>
                <a:gs pos="43000">
                  <a:srgbClr val="ECF2F8"/>
                </a:gs>
                <a:gs pos="100000">
                  <a:srgbClr val="C7D1DA"/>
                </a:gs>
              </a:gsLst>
              <a:lin ang="2700000" scaled="1"/>
              <a:tileRect/>
            </a:gradFill>
            <a:ln w="2540" cap="rnd" cmpd="sng" algn="ctr">
              <a:noFill/>
              <a:prstDash val="solid"/>
              <a:round/>
              <a:headEnd type="none" w="med" len="med"/>
              <a:tailEnd type="none" w="med" len="med"/>
            </a:ln>
            <a:effectLst/>
          </p:spPr>
        </p:sp>
        <p:sp>
          <p:nvSpPr>
            <p:cNvPr id="1966" name="ellipse_2293">
              <a:extLst>
                <a:ext uri="{FF2B5EF4-FFF2-40B4-BE49-F238E27FC236}">
                  <a16:creationId xmlns:a16="http://schemas.microsoft.com/office/drawing/2014/main" id="{26E1CE8D-D081-6157-1618-AABE0DB1EDC7}"/>
                </a:ext>
              </a:extLst>
            </p:cNvPr>
            <p:cNvSpPr/>
            <p:nvPr/>
          </p:nvSpPr>
          <p:spPr>
            <a:xfrm>
              <a:off x="4426597" y="1550333"/>
              <a:ext cx="33399" cy="33399"/>
            </a:xfrm>
            <a:prstGeom prst="ellipse">
              <a:avLst/>
            </a:prstGeom>
            <a:gradFill flip="none" rotWithShape="1">
              <a:gsLst>
                <a:gs pos="0">
                  <a:srgbClr val="FCFDFE"/>
                </a:gs>
                <a:gs pos="43000">
                  <a:srgbClr val="F0F4F9"/>
                </a:gs>
                <a:gs pos="100000">
                  <a:srgbClr val="CCD4DC"/>
                </a:gs>
              </a:gsLst>
              <a:lin ang="2700000" scaled="1"/>
              <a:tileRect/>
            </a:gradFill>
            <a:ln w="2540" cap="rnd" cmpd="sng" algn="ctr">
              <a:noFill/>
              <a:prstDash val="solid"/>
              <a:round/>
              <a:headEnd type="none" w="med" len="med"/>
              <a:tailEnd type="none" w="med" len="med"/>
            </a:ln>
            <a:effectLst/>
          </p:spPr>
        </p:sp>
        <p:sp>
          <p:nvSpPr>
            <p:cNvPr id="1967" name="ellipse_2294">
              <a:extLst>
                <a:ext uri="{FF2B5EF4-FFF2-40B4-BE49-F238E27FC236}">
                  <a16:creationId xmlns:a16="http://schemas.microsoft.com/office/drawing/2014/main" id="{AD976E07-C5AE-A0F8-725A-DCFDEE0BABF3}"/>
                </a:ext>
              </a:extLst>
            </p:cNvPr>
            <p:cNvSpPr/>
            <p:nvPr/>
          </p:nvSpPr>
          <p:spPr>
            <a:xfrm>
              <a:off x="4455596" y="1563737"/>
              <a:ext cx="21726" cy="21726"/>
            </a:xfrm>
            <a:prstGeom prst="ellipse">
              <a:avLst/>
            </a:prstGeom>
            <a:gradFill flip="none" rotWithShape="1">
              <a:gsLst>
                <a:gs pos="0">
                  <a:srgbClr val="F7FAFC"/>
                </a:gs>
                <a:gs pos="43000">
                  <a:srgbClr val="D8E5F2"/>
                </a:gs>
                <a:gs pos="100000">
                  <a:srgbClr val="B0C2D4"/>
                </a:gs>
              </a:gsLst>
              <a:lin ang="2700000" scaled="1"/>
              <a:tileRect/>
            </a:gradFill>
            <a:ln w="2540" cap="rnd" cmpd="sng" algn="ctr">
              <a:noFill/>
              <a:prstDash val="solid"/>
              <a:round/>
              <a:headEnd type="none" w="med" len="med"/>
              <a:tailEnd type="none" w="med" len="med"/>
            </a:ln>
            <a:effectLst/>
          </p:spPr>
        </p:sp>
        <p:sp>
          <p:nvSpPr>
            <p:cNvPr id="1968" name="ellipse_2295">
              <a:extLst>
                <a:ext uri="{FF2B5EF4-FFF2-40B4-BE49-F238E27FC236}">
                  <a16:creationId xmlns:a16="http://schemas.microsoft.com/office/drawing/2014/main" id="{DD05A4F6-8A17-88A2-5943-8D95F1D90561}"/>
                </a:ext>
              </a:extLst>
            </p:cNvPr>
            <p:cNvSpPr/>
            <p:nvPr/>
          </p:nvSpPr>
          <p:spPr>
            <a:xfrm>
              <a:off x="4206873" y="1503948"/>
              <a:ext cx="19608" cy="19608"/>
            </a:xfrm>
            <a:prstGeom prst="ellipse">
              <a:avLst/>
            </a:prstGeom>
            <a:gradFill flip="none" rotWithShape="1">
              <a:gsLst>
                <a:gs pos="0">
                  <a:srgbClr val="E6EFF7"/>
                </a:gs>
                <a:gs pos="43000">
                  <a:srgbClr val="87B1DA"/>
                </a:gs>
                <a:gs pos="100000">
                  <a:srgbClr val="5287B8"/>
                </a:gs>
              </a:gsLst>
              <a:lin ang="2700000" scaled="1"/>
              <a:tileRect/>
            </a:gradFill>
            <a:ln w="2540" cap="rnd" cmpd="sng" algn="ctr">
              <a:noFill/>
              <a:prstDash val="solid"/>
              <a:round/>
              <a:headEnd type="none" w="med" len="med"/>
              <a:tailEnd type="none" w="med" len="med"/>
            </a:ln>
            <a:effectLst/>
          </p:spPr>
        </p:sp>
        <p:sp>
          <p:nvSpPr>
            <p:cNvPr id="1969" name="ellipse_2296">
              <a:extLst>
                <a:ext uri="{FF2B5EF4-FFF2-40B4-BE49-F238E27FC236}">
                  <a16:creationId xmlns:a16="http://schemas.microsoft.com/office/drawing/2014/main" id="{F9EAA4E7-A0DF-94F2-C3E4-9F3C50FC4FC1}"/>
                </a:ext>
              </a:extLst>
            </p:cNvPr>
            <p:cNvSpPr/>
            <p:nvPr/>
          </p:nvSpPr>
          <p:spPr>
            <a:xfrm>
              <a:off x="4164462" y="1485793"/>
              <a:ext cx="22000" cy="22000"/>
            </a:xfrm>
            <a:prstGeom prst="ellipse">
              <a:avLst/>
            </a:prstGeom>
            <a:gradFill flip="none" rotWithShape="1">
              <a:gsLst>
                <a:gs pos="0">
                  <a:srgbClr val="E3EDF6"/>
                </a:gs>
                <a:gs pos="43000">
                  <a:srgbClr val="7BAAD6"/>
                </a:gs>
                <a:gs pos="100000">
                  <a:srgbClr val="447EB3"/>
                </a:gs>
              </a:gsLst>
              <a:lin ang="2700000" scaled="1"/>
              <a:tileRect/>
            </a:gradFill>
            <a:ln w="2540" cap="rnd" cmpd="sng" algn="ctr">
              <a:noFill/>
              <a:prstDash val="solid"/>
              <a:round/>
              <a:headEnd type="none" w="med" len="med"/>
              <a:tailEnd type="none" w="med" len="med"/>
            </a:ln>
            <a:effectLst/>
          </p:spPr>
        </p:sp>
        <p:sp>
          <p:nvSpPr>
            <p:cNvPr id="1970" name="ellipse_2297">
              <a:extLst>
                <a:ext uri="{FF2B5EF4-FFF2-40B4-BE49-F238E27FC236}">
                  <a16:creationId xmlns:a16="http://schemas.microsoft.com/office/drawing/2014/main" id="{AAFE1DF8-AFB8-32D9-8C4A-AC59C48E4D5C}"/>
                </a:ext>
              </a:extLst>
            </p:cNvPr>
            <p:cNvSpPr/>
            <p:nvPr/>
          </p:nvSpPr>
          <p:spPr>
            <a:xfrm>
              <a:off x="4121930" y="1427187"/>
              <a:ext cx="36580" cy="36580"/>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1" name="ellipse_2298">
              <a:extLst>
                <a:ext uri="{FF2B5EF4-FFF2-40B4-BE49-F238E27FC236}">
                  <a16:creationId xmlns:a16="http://schemas.microsoft.com/office/drawing/2014/main" id="{08351075-568A-2CE4-EB86-6C2764FF41DA}"/>
                </a:ext>
              </a:extLst>
            </p:cNvPr>
            <p:cNvSpPr/>
            <p:nvPr/>
          </p:nvSpPr>
          <p:spPr>
            <a:xfrm>
              <a:off x="4439517" y="1446263"/>
              <a:ext cx="30433" cy="30433"/>
            </a:xfrm>
            <a:prstGeom prst="ellipse">
              <a:avLst/>
            </a:prstGeom>
            <a:gradFill flip="none" rotWithShape="1">
              <a:gsLst>
                <a:gs pos="0">
                  <a:srgbClr val="F8E2E4"/>
                </a:gs>
                <a:gs pos="43000">
                  <a:srgbClr val="DC767B"/>
                </a:gs>
                <a:gs pos="100000">
                  <a:srgbClr val="B4434B"/>
                </a:gs>
              </a:gsLst>
              <a:lin ang="2700000" scaled="1"/>
              <a:tileRect/>
            </a:gradFill>
            <a:ln w="2540" cap="rnd" cmpd="sng" algn="ctr">
              <a:noFill/>
              <a:prstDash val="solid"/>
              <a:round/>
              <a:headEnd type="none" w="med" len="med"/>
              <a:tailEnd type="none" w="med" len="med"/>
            </a:ln>
            <a:effectLst/>
          </p:spPr>
        </p:sp>
        <p:sp>
          <p:nvSpPr>
            <p:cNvPr id="1972" name="ellipse_2299">
              <a:extLst>
                <a:ext uri="{FF2B5EF4-FFF2-40B4-BE49-F238E27FC236}">
                  <a16:creationId xmlns:a16="http://schemas.microsoft.com/office/drawing/2014/main" id="{2D073169-7852-F10D-6BFC-AA912F86DFAC}"/>
                </a:ext>
              </a:extLst>
            </p:cNvPr>
            <p:cNvSpPr/>
            <p:nvPr/>
          </p:nvSpPr>
          <p:spPr>
            <a:xfrm>
              <a:off x="4187240" y="1542165"/>
              <a:ext cx="30589" cy="30589"/>
            </a:xfrm>
            <a:prstGeom prst="ellipse">
              <a:avLst/>
            </a:prstGeom>
            <a:gradFill flip="none" rotWithShape="1">
              <a:gsLst>
                <a:gs pos="0">
                  <a:srgbClr val="F3F7FB"/>
                </a:gs>
                <a:gs pos="43000">
                  <a:srgbClr val="C3D7EC"/>
                </a:gs>
                <a:gs pos="100000">
                  <a:srgbClr val="98B3CC"/>
                </a:gs>
              </a:gsLst>
              <a:lin ang="2700000" scaled="1"/>
              <a:tileRect/>
            </a:gradFill>
            <a:ln w="2540" cap="rnd" cmpd="sng" algn="ctr">
              <a:noFill/>
              <a:prstDash val="solid"/>
              <a:round/>
              <a:headEnd type="none" w="med" len="med"/>
              <a:tailEnd type="none" w="med" len="med"/>
            </a:ln>
            <a:effectLst/>
          </p:spPr>
        </p:sp>
        <p:sp>
          <p:nvSpPr>
            <p:cNvPr id="1973" name="ellipse_2300">
              <a:extLst>
                <a:ext uri="{FF2B5EF4-FFF2-40B4-BE49-F238E27FC236}">
                  <a16:creationId xmlns:a16="http://schemas.microsoft.com/office/drawing/2014/main" id="{E3CE4D72-E951-2AB9-6BA2-925380B464B0}"/>
                </a:ext>
              </a:extLst>
            </p:cNvPr>
            <p:cNvSpPr/>
            <p:nvPr/>
          </p:nvSpPr>
          <p:spPr>
            <a:xfrm>
              <a:off x="4382159" y="1608073"/>
              <a:ext cx="23377" cy="23377"/>
            </a:xfrm>
            <a:prstGeom prst="ellipse">
              <a:avLst/>
            </a:prstGeom>
            <a:gradFill flip="none" rotWithShape="1">
              <a:gsLst>
                <a:gs pos="0">
                  <a:srgbClr val="E5EEF7"/>
                </a:gs>
                <a:gs pos="43000">
                  <a:srgbClr val="81AED8"/>
                </a:gs>
                <a:gs pos="100000">
                  <a:srgbClr val="4C82B6"/>
                </a:gs>
              </a:gsLst>
              <a:lin ang="2700000" scaled="1"/>
              <a:tileRect/>
            </a:gradFill>
            <a:ln w="2540" cap="rnd" cmpd="sng" algn="ctr">
              <a:noFill/>
              <a:prstDash val="solid"/>
              <a:round/>
              <a:headEnd type="none" w="med" len="med"/>
              <a:tailEnd type="none" w="med" len="med"/>
            </a:ln>
            <a:effectLst/>
          </p:spPr>
        </p:sp>
        <p:sp>
          <p:nvSpPr>
            <p:cNvPr id="1974" name="ellipse_2301">
              <a:extLst>
                <a:ext uri="{FF2B5EF4-FFF2-40B4-BE49-F238E27FC236}">
                  <a16:creationId xmlns:a16="http://schemas.microsoft.com/office/drawing/2014/main" id="{1C0C7E08-1F08-10E3-64B0-BCF55164889E}"/>
                </a:ext>
              </a:extLst>
            </p:cNvPr>
            <p:cNvSpPr/>
            <p:nvPr/>
          </p:nvSpPr>
          <p:spPr>
            <a:xfrm>
              <a:off x="4245686" y="1551510"/>
              <a:ext cx="28620" cy="28620"/>
            </a:xfrm>
            <a:prstGeom prst="ellipse">
              <a:avLst/>
            </a:prstGeom>
            <a:gradFill flip="none" rotWithShape="1">
              <a:gsLst>
                <a:gs pos="0">
                  <a:srgbClr val="EEF4FA"/>
                </a:gs>
                <a:gs pos="43000">
                  <a:srgbClr val="ACC9E5"/>
                </a:gs>
                <a:gs pos="100000">
                  <a:srgbClr val="7EA2C5"/>
                </a:gs>
              </a:gsLst>
              <a:lin ang="2700000" scaled="1"/>
              <a:tileRect/>
            </a:gradFill>
            <a:ln w="2540" cap="rnd" cmpd="sng" algn="ctr">
              <a:noFill/>
              <a:prstDash val="solid"/>
              <a:round/>
              <a:headEnd type="none" w="med" len="med"/>
              <a:tailEnd type="none" w="med" len="med"/>
            </a:ln>
            <a:effectLst/>
          </p:spPr>
        </p:sp>
        <p:sp>
          <p:nvSpPr>
            <p:cNvPr id="1975" name="ellipse_2302">
              <a:extLst>
                <a:ext uri="{FF2B5EF4-FFF2-40B4-BE49-F238E27FC236}">
                  <a16:creationId xmlns:a16="http://schemas.microsoft.com/office/drawing/2014/main" id="{35D6AF95-D0DB-EBC5-5AA3-57963DC0108B}"/>
                </a:ext>
              </a:extLst>
            </p:cNvPr>
            <p:cNvSpPr/>
            <p:nvPr/>
          </p:nvSpPr>
          <p:spPr>
            <a:xfrm>
              <a:off x="4125026" y="1435844"/>
              <a:ext cx="31657" cy="31657"/>
            </a:xfrm>
            <a:prstGeom prst="ellipse">
              <a:avLst/>
            </a:prstGeom>
            <a:gradFill flip="none" rotWithShape="1">
              <a:gsLst>
                <a:gs pos="0">
                  <a:srgbClr val="E1ECF6"/>
                </a:gs>
                <a:gs pos="43000">
                  <a:srgbClr val="70A4D3"/>
                </a:gs>
                <a:gs pos="100000">
                  <a:srgbClr val="3977B0"/>
                </a:gs>
              </a:gsLst>
              <a:lin ang="2700000" scaled="1"/>
              <a:tileRect/>
            </a:gradFill>
            <a:ln w="2540" cap="rnd" cmpd="sng" algn="ctr">
              <a:noFill/>
              <a:prstDash val="solid"/>
              <a:round/>
              <a:headEnd type="none" w="med" len="med"/>
              <a:tailEnd type="none" w="med" len="med"/>
            </a:ln>
            <a:effectLst/>
          </p:spPr>
        </p:sp>
        <p:sp>
          <p:nvSpPr>
            <p:cNvPr id="1976" name="ellipse_2303">
              <a:extLst>
                <a:ext uri="{FF2B5EF4-FFF2-40B4-BE49-F238E27FC236}">
                  <a16:creationId xmlns:a16="http://schemas.microsoft.com/office/drawing/2014/main" id="{73E71806-192C-055E-3DCF-12CBF86FB1EF}"/>
                </a:ext>
              </a:extLst>
            </p:cNvPr>
            <p:cNvSpPr/>
            <p:nvPr/>
          </p:nvSpPr>
          <p:spPr>
            <a:xfrm>
              <a:off x="4319199" y="1400240"/>
              <a:ext cx="22469" cy="22469"/>
            </a:xfrm>
            <a:prstGeom prst="ellipse">
              <a:avLst/>
            </a:prstGeom>
            <a:gradFill flip="none" rotWithShape="1">
              <a:gsLst>
                <a:gs pos="0">
                  <a:srgbClr val="E9F1F8"/>
                </a:gs>
                <a:gs pos="43000">
                  <a:srgbClr val="94BBDE"/>
                </a:gs>
                <a:gs pos="100000">
                  <a:srgbClr val="6291BD"/>
                </a:gs>
              </a:gsLst>
              <a:lin ang="2700000" scaled="1"/>
              <a:tileRect/>
            </a:gradFill>
            <a:ln w="2540" cap="rnd" cmpd="sng" algn="ctr">
              <a:noFill/>
              <a:prstDash val="solid"/>
              <a:round/>
              <a:headEnd type="none" w="med" len="med"/>
              <a:tailEnd type="none" w="med" len="med"/>
            </a:ln>
            <a:effectLst/>
          </p:spPr>
        </p:sp>
        <p:sp>
          <p:nvSpPr>
            <p:cNvPr id="1977" name="ellipse_2304">
              <a:extLst>
                <a:ext uri="{FF2B5EF4-FFF2-40B4-BE49-F238E27FC236}">
                  <a16:creationId xmlns:a16="http://schemas.microsoft.com/office/drawing/2014/main" id="{86007247-D7C3-7D98-6CE2-11B1D4CC0EB3}"/>
                </a:ext>
              </a:extLst>
            </p:cNvPr>
            <p:cNvSpPr/>
            <p:nvPr/>
          </p:nvSpPr>
          <p:spPr>
            <a:xfrm>
              <a:off x="4310408" y="1650641"/>
              <a:ext cx="33967" cy="33967"/>
            </a:xfrm>
            <a:prstGeom prst="ellipse">
              <a:avLst/>
            </a:prstGeom>
            <a:gradFill flip="none" rotWithShape="1">
              <a:gsLst>
                <a:gs pos="0">
                  <a:srgbClr val="E2ECF6"/>
                </a:gs>
                <a:gs pos="43000">
                  <a:srgbClr val="75A6D5"/>
                </a:gs>
                <a:gs pos="100000">
                  <a:srgbClr val="3E79B2"/>
                </a:gs>
              </a:gsLst>
              <a:lin ang="2700000" scaled="1"/>
              <a:tileRect/>
            </a:gradFill>
            <a:ln w="2540" cap="rnd" cmpd="sng" algn="ctr">
              <a:noFill/>
              <a:prstDash val="solid"/>
              <a:round/>
              <a:headEnd type="none" w="med" len="med"/>
              <a:tailEnd type="none" w="med" len="med"/>
            </a:ln>
            <a:effectLst/>
          </p:spPr>
        </p:sp>
        <p:sp>
          <p:nvSpPr>
            <p:cNvPr id="1978" name="ellipse_2305">
              <a:extLst>
                <a:ext uri="{FF2B5EF4-FFF2-40B4-BE49-F238E27FC236}">
                  <a16:creationId xmlns:a16="http://schemas.microsoft.com/office/drawing/2014/main" id="{D4179FDF-49BE-BA4B-89B9-E66F7F110C85}"/>
                </a:ext>
              </a:extLst>
            </p:cNvPr>
            <p:cNvSpPr/>
            <p:nvPr/>
          </p:nvSpPr>
          <p:spPr>
            <a:xfrm>
              <a:off x="4296212" y="1597039"/>
              <a:ext cx="25772" cy="25772"/>
            </a:xfrm>
            <a:prstGeom prst="ellipse">
              <a:avLst/>
            </a:prstGeom>
            <a:gradFill flip="none" rotWithShape="1">
              <a:gsLst>
                <a:gs pos="0">
                  <a:srgbClr val="E7F0F8"/>
                </a:gs>
                <a:gs pos="43000">
                  <a:srgbClr val="8DB6DC"/>
                </a:gs>
                <a:gs pos="100000">
                  <a:srgbClr val="5A8CBA"/>
                </a:gs>
              </a:gsLst>
              <a:lin ang="2700000" scaled="1"/>
              <a:tileRect/>
            </a:gradFill>
            <a:ln w="2540" cap="rnd" cmpd="sng" algn="ctr">
              <a:noFill/>
              <a:prstDash val="solid"/>
              <a:round/>
              <a:headEnd type="none" w="med" len="med"/>
              <a:tailEnd type="none" w="med" len="med"/>
            </a:ln>
            <a:effectLst/>
          </p:spPr>
        </p:sp>
        <p:sp>
          <p:nvSpPr>
            <p:cNvPr id="1979" name="ellipse_2306">
              <a:extLst>
                <a:ext uri="{FF2B5EF4-FFF2-40B4-BE49-F238E27FC236}">
                  <a16:creationId xmlns:a16="http://schemas.microsoft.com/office/drawing/2014/main" id="{48412C41-3C16-DD70-7A94-250DF10CACB6}"/>
                </a:ext>
              </a:extLst>
            </p:cNvPr>
            <p:cNvSpPr/>
            <p:nvPr/>
          </p:nvSpPr>
          <p:spPr>
            <a:xfrm>
              <a:off x="4408152" y="1634290"/>
              <a:ext cx="19526" cy="19526"/>
            </a:xfrm>
            <a:prstGeom prst="ellipse">
              <a:avLst/>
            </a:prstGeom>
            <a:gradFill flip="none" rotWithShape="1">
              <a:gsLst>
                <a:gs pos="0">
                  <a:srgbClr val="E2EDF6"/>
                </a:gs>
                <a:gs pos="43000">
                  <a:srgbClr val="76A7D5"/>
                </a:gs>
                <a:gs pos="100000">
                  <a:srgbClr val="3F7BB3"/>
                </a:gs>
              </a:gsLst>
              <a:lin ang="2700000" scaled="1"/>
              <a:tileRect/>
            </a:gradFill>
            <a:ln w="2540" cap="rnd" cmpd="sng" algn="ctr">
              <a:noFill/>
              <a:prstDash val="solid"/>
              <a:round/>
              <a:headEnd type="none" w="med" len="med"/>
              <a:tailEnd type="none" w="med" len="med"/>
            </a:ln>
            <a:effectLst/>
          </p:spPr>
        </p:sp>
        <p:sp>
          <p:nvSpPr>
            <p:cNvPr id="1980" name="ellipse_2307">
              <a:extLst>
                <a:ext uri="{FF2B5EF4-FFF2-40B4-BE49-F238E27FC236}">
                  <a16:creationId xmlns:a16="http://schemas.microsoft.com/office/drawing/2014/main" id="{C5143DB6-743C-B66F-D40F-A0FDE4760BEF}"/>
                </a:ext>
              </a:extLst>
            </p:cNvPr>
            <p:cNvSpPr/>
            <p:nvPr/>
          </p:nvSpPr>
          <p:spPr>
            <a:xfrm>
              <a:off x="4292052" y="1602925"/>
              <a:ext cx="27039" cy="27039"/>
            </a:xfrm>
            <a:prstGeom prst="ellipse">
              <a:avLst/>
            </a:prstGeom>
            <a:gradFill flip="none" rotWithShape="1">
              <a:gsLst>
                <a:gs pos="0">
                  <a:srgbClr val="E7F0F8"/>
                </a:gs>
                <a:gs pos="43000">
                  <a:srgbClr val="8DB5DC"/>
                </a:gs>
                <a:gs pos="100000">
                  <a:srgbClr val="598BBA"/>
                </a:gs>
              </a:gsLst>
              <a:lin ang="2700000" scaled="1"/>
              <a:tileRect/>
            </a:gradFill>
            <a:ln w="2540" cap="rnd" cmpd="sng" algn="ctr">
              <a:noFill/>
              <a:prstDash val="solid"/>
              <a:round/>
              <a:headEnd type="none" w="med" len="med"/>
              <a:tailEnd type="none" w="med" len="med"/>
            </a:ln>
            <a:effectLst/>
          </p:spPr>
        </p:sp>
        <p:sp>
          <p:nvSpPr>
            <p:cNvPr id="1981" name="ellipse_2308">
              <a:extLst>
                <a:ext uri="{FF2B5EF4-FFF2-40B4-BE49-F238E27FC236}">
                  <a16:creationId xmlns:a16="http://schemas.microsoft.com/office/drawing/2014/main" id="{E3DDAD64-BBB6-1104-D847-E3E76181934F}"/>
                </a:ext>
              </a:extLst>
            </p:cNvPr>
            <p:cNvSpPr/>
            <p:nvPr/>
          </p:nvSpPr>
          <p:spPr>
            <a:xfrm>
              <a:off x="4487851" y="1368093"/>
              <a:ext cx="29410" cy="29410"/>
            </a:xfrm>
            <a:prstGeom prst="ellipse">
              <a:avLst/>
            </a:prstGeom>
            <a:gradFill flip="none" rotWithShape="1">
              <a:gsLst>
                <a:gs pos="0">
                  <a:srgbClr val="EBF2F9"/>
                </a:gs>
                <a:gs pos="43000">
                  <a:srgbClr val="9FC0E1"/>
                </a:gs>
                <a:gs pos="100000">
                  <a:srgbClr val="6E98C0"/>
                </a:gs>
              </a:gsLst>
              <a:lin ang="2700000" scaled="1"/>
              <a:tileRect/>
            </a:gradFill>
            <a:ln w="2540" cap="rnd" cmpd="sng" algn="ctr">
              <a:noFill/>
              <a:prstDash val="solid"/>
              <a:round/>
              <a:headEnd type="none" w="med" len="med"/>
              <a:tailEnd type="none" w="med" len="med"/>
            </a:ln>
            <a:effectLst/>
          </p:spPr>
        </p:sp>
        <p:sp>
          <p:nvSpPr>
            <p:cNvPr id="1982" name="ellipse_2309">
              <a:extLst>
                <a:ext uri="{FF2B5EF4-FFF2-40B4-BE49-F238E27FC236}">
                  <a16:creationId xmlns:a16="http://schemas.microsoft.com/office/drawing/2014/main" id="{E38EA753-EDF6-0DD6-E6E9-5702A0B893B3}"/>
                </a:ext>
              </a:extLst>
            </p:cNvPr>
            <p:cNvSpPr/>
            <p:nvPr/>
          </p:nvSpPr>
          <p:spPr>
            <a:xfrm>
              <a:off x="4373452" y="1624571"/>
              <a:ext cx="28823" cy="28823"/>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3" name="ellipse_2310">
              <a:extLst>
                <a:ext uri="{FF2B5EF4-FFF2-40B4-BE49-F238E27FC236}">
                  <a16:creationId xmlns:a16="http://schemas.microsoft.com/office/drawing/2014/main" id="{2FFCC27D-3E9A-99B1-990D-D43ED24A4089}"/>
                </a:ext>
              </a:extLst>
            </p:cNvPr>
            <p:cNvSpPr/>
            <p:nvPr/>
          </p:nvSpPr>
          <p:spPr>
            <a:xfrm>
              <a:off x="4442845" y="1573986"/>
              <a:ext cx="33095" cy="33095"/>
            </a:xfrm>
            <a:prstGeom prst="ellipse">
              <a:avLst/>
            </a:prstGeom>
            <a:gradFill flip="none" rotWithShape="1">
              <a:gsLst>
                <a:gs pos="0">
                  <a:srgbClr val="EFF4FA"/>
                </a:gs>
                <a:gs pos="43000">
                  <a:srgbClr val="B1CDE7"/>
                </a:gs>
                <a:gs pos="100000">
                  <a:srgbClr val="83A6C7"/>
                </a:gs>
              </a:gsLst>
              <a:lin ang="2700000" scaled="1"/>
              <a:tileRect/>
            </a:gradFill>
            <a:ln w="2540" cap="rnd" cmpd="sng" algn="ctr">
              <a:noFill/>
              <a:prstDash val="solid"/>
              <a:round/>
              <a:headEnd type="none" w="med" len="med"/>
              <a:tailEnd type="none" w="med" len="med"/>
            </a:ln>
            <a:effectLst/>
          </p:spPr>
        </p:sp>
        <p:sp>
          <p:nvSpPr>
            <p:cNvPr id="1984" name="ellipse_2311">
              <a:extLst>
                <a:ext uri="{FF2B5EF4-FFF2-40B4-BE49-F238E27FC236}">
                  <a16:creationId xmlns:a16="http://schemas.microsoft.com/office/drawing/2014/main" id="{4BCDD434-5423-8744-2313-6E5257C55799}"/>
                </a:ext>
              </a:extLst>
            </p:cNvPr>
            <p:cNvSpPr/>
            <p:nvPr/>
          </p:nvSpPr>
          <p:spPr>
            <a:xfrm>
              <a:off x="4142514" y="1474122"/>
              <a:ext cx="33416" cy="33416"/>
            </a:xfrm>
            <a:prstGeom prst="ellipse">
              <a:avLst/>
            </a:prstGeom>
            <a:gradFill flip="none" rotWithShape="1">
              <a:gsLst>
                <a:gs pos="0">
                  <a:srgbClr val="E3EDF6"/>
                </a:gs>
                <a:gs pos="43000">
                  <a:srgbClr val="77A8D5"/>
                </a:gs>
                <a:gs pos="100000">
                  <a:srgbClr val="407CB3"/>
                </a:gs>
              </a:gsLst>
              <a:lin ang="2700000" scaled="1"/>
              <a:tileRect/>
            </a:gradFill>
            <a:ln w="2540" cap="rnd" cmpd="sng" algn="ctr">
              <a:noFill/>
              <a:prstDash val="solid"/>
              <a:round/>
              <a:headEnd type="none" w="med" len="med"/>
              <a:tailEnd type="none" w="med" len="med"/>
            </a:ln>
            <a:effectLst/>
          </p:spPr>
        </p:sp>
        <p:sp>
          <p:nvSpPr>
            <p:cNvPr id="1985" name="ellipse_2312">
              <a:extLst>
                <a:ext uri="{FF2B5EF4-FFF2-40B4-BE49-F238E27FC236}">
                  <a16:creationId xmlns:a16="http://schemas.microsoft.com/office/drawing/2014/main" id="{6346EFBB-6261-E524-F774-855E1F985380}"/>
                </a:ext>
              </a:extLst>
            </p:cNvPr>
            <p:cNvSpPr/>
            <p:nvPr/>
          </p:nvSpPr>
          <p:spPr>
            <a:xfrm>
              <a:off x="4441787" y="1628137"/>
              <a:ext cx="24264" cy="24264"/>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6" name="ellipse_2313">
              <a:extLst>
                <a:ext uri="{FF2B5EF4-FFF2-40B4-BE49-F238E27FC236}">
                  <a16:creationId xmlns:a16="http://schemas.microsoft.com/office/drawing/2014/main" id="{C006413C-EC86-1E47-9E99-D1580C2E3614}"/>
                </a:ext>
              </a:extLst>
            </p:cNvPr>
            <p:cNvSpPr/>
            <p:nvPr/>
          </p:nvSpPr>
          <p:spPr>
            <a:xfrm>
              <a:off x="4210200" y="1605956"/>
              <a:ext cx="25913" cy="25913"/>
            </a:xfrm>
            <a:prstGeom prst="ellipse">
              <a:avLst/>
            </a:prstGeom>
            <a:gradFill flip="none" rotWithShape="1">
              <a:gsLst>
                <a:gs pos="0">
                  <a:srgbClr val="F4F8FC"/>
                </a:gs>
                <a:gs pos="43000">
                  <a:srgbClr val="CDDEEE"/>
                </a:gs>
                <a:gs pos="100000">
                  <a:srgbClr val="A3BAD0"/>
                </a:gs>
              </a:gsLst>
              <a:lin ang="2700000" scaled="1"/>
              <a:tileRect/>
            </a:gradFill>
            <a:ln w="2540" cap="rnd" cmpd="sng" algn="ctr">
              <a:noFill/>
              <a:prstDash val="solid"/>
              <a:round/>
              <a:headEnd type="none" w="med" len="med"/>
              <a:tailEnd type="none" w="med" len="med"/>
            </a:ln>
            <a:effectLst/>
          </p:spPr>
        </p:sp>
        <p:sp>
          <p:nvSpPr>
            <p:cNvPr id="1987" name="ellipse_2314">
              <a:extLst>
                <a:ext uri="{FF2B5EF4-FFF2-40B4-BE49-F238E27FC236}">
                  <a16:creationId xmlns:a16="http://schemas.microsoft.com/office/drawing/2014/main" id="{6FFF3B98-FE59-6071-A537-F3E8022E2E93}"/>
                </a:ext>
              </a:extLst>
            </p:cNvPr>
            <p:cNvSpPr/>
            <p:nvPr/>
          </p:nvSpPr>
          <p:spPr>
            <a:xfrm>
              <a:off x="4389420" y="1621757"/>
              <a:ext cx="29758" cy="29758"/>
            </a:xfrm>
            <a:prstGeom prst="ellipse">
              <a:avLst/>
            </a:prstGeom>
            <a:gradFill flip="none" rotWithShape="1">
              <a:gsLst>
                <a:gs pos="0">
                  <a:srgbClr val="E3EDF6"/>
                </a:gs>
                <a:gs pos="43000">
                  <a:srgbClr val="78A9D5"/>
                </a:gs>
                <a:gs pos="100000">
                  <a:srgbClr val="427DB3"/>
                </a:gs>
              </a:gsLst>
              <a:lin ang="2700000" scaled="1"/>
              <a:tileRect/>
            </a:gradFill>
            <a:ln w="2540" cap="rnd" cmpd="sng" algn="ctr">
              <a:noFill/>
              <a:prstDash val="solid"/>
              <a:round/>
              <a:headEnd type="none" w="med" len="med"/>
              <a:tailEnd type="none" w="med" len="med"/>
            </a:ln>
            <a:effectLst/>
          </p:spPr>
        </p:sp>
        <p:sp>
          <p:nvSpPr>
            <p:cNvPr id="1988" name="ellipse_2315">
              <a:extLst>
                <a:ext uri="{FF2B5EF4-FFF2-40B4-BE49-F238E27FC236}">
                  <a16:creationId xmlns:a16="http://schemas.microsoft.com/office/drawing/2014/main" id="{910423FF-ACE9-B6B5-671D-7D011550A527}"/>
                </a:ext>
              </a:extLst>
            </p:cNvPr>
            <p:cNvSpPr/>
            <p:nvPr/>
          </p:nvSpPr>
          <p:spPr>
            <a:xfrm>
              <a:off x="4357703" y="1564816"/>
              <a:ext cx="31476" cy="31476"/>
            </a:xfrm>
            <a:prstGeom prst="ellipse">
              <a:avLst/>
            </a:prstGeom>
            <a:gradFill flip="none" rotWithShape="1">
              <a:gsLst>
                <a:gs pos="0">
                  <a:srgbClr val="EDF3F9"/>
                </a:gs>
                <a:gs pos="43000">
                  <a:srgbClr val="A6C5E3"/>
                </a:gs>
                <a:gs pos="100000">
                  <a:srgbClr val="779EC2"/>
                </a:gs>
              </a:gsLst>
              <a:lin ang="2700000" scaled="1"/>
              <a:tileRect/>
            </a:gradFill>
            <a:ln w="2540" cap="rnd" cmpd="sng" algn="ctr">
              <a:noFill/>
              <a:prstDash val="solid"/>
              <a:round/>
              <a:headEnd type="none" w="med" len="med"/>
              <a:tailEnd type="none" w="med" len="med"/>
            </a:ln>
            <a:effectLst/>
          </p:spPr>
        </p:sp>
        <p:sp>
          <p:nvSpPr>
            <p:cNvPr id="1989" name="ellipse_2316">
              <a:extLst>
                <a:ext uri="{FF2B5EF4-FFF2-40B4-BE49-F238E27FC236}">
                  <a16:creationId xmlns:a16="http://schemas.microsoft.com/office/drawing/2014/main" id="{FDD6706A-0D35-546D-DEC2-49F40EF69EA4}"/>
                </a:ext>
              </a:extLst>
            </p:cNvPr>
            <p:cNvSpPr/>
            <p:nvPr/>
          </p:nvSpPr>
          <p:spPr>
            <a:xfrm>
              <a:off x="4551183" y="1555710"/>
              <a:ext cx="19732" cy="19732"/>
            </a:xfrm>
            <a:prstGeom prst="ellipse">
              <a:avLst/>
            </a:prstGeom>
            <a:gradFill flip="none" rotWithShape="1">
              <a:gsLst>
                <a:gs pos="0">
                  <a:srgbClr val="ECF3F9"/>
                </a:gs>
                <a:gs pos="43000">
                  <a:srgbClr val="A5C5E3"/>
                </a:gs>
                <a:gs pos="100000">
                  <a:srgbClr val="759DC2"/>
                </a:gs>
              </a:gsLst>
              <a:lin ang="2700000" scaled="1"/>
              <a:tileRect/>
            </a:gradFill>
            <a:ln w="2540" cap="rnd" cmpd="sng" algn="ctr">
              <a:noFill/>
              <a:prstDash val="solid"/>
              <a:round/>
              <a:headEnd type="none" w="med" len="med"/>
              <a:tailEnd type="none" w="med" len="med"/>
            </a:ln>
            <a:effectLst/>
          </p:spPr>
        </p:sp>
        <p:sp>
          <p:nvSpPr>
            <p:cNvPr id="1990" name="ellipse_2317">
              <a:extLst>
                <a:ext uri="{FF2B5EF4-FFF2-40B4-BE49-F238E27FC236}">
                  <a16:creationId xmlns:a16="http://schemas.microsoft.com/office/drawing/2014/main" id="{B89D60B7-D934-CD15-7589-C4465545FF6B}"/>
                </a:ext>
              </a:extLst>
            </p:cNvPr>
            <p:cNvSpPr/>
            <p:nvPr/>
          </p:nvSpPr>
          <p:spPr>
            <a:xfrm>
              <a:off x="4268846" y="1396019"/>
              <a:ext cx="29486" cy="29486"/>
            </a:xfrm>
            <a:prstGeom prst="ellipse">
              <a:avLst/>
            </a:prstGeom>
            <a:gradFill flip="none" rotWithShape="1">
              <a:gsLst>
                <a:gs pos="0">
                  <a:srgbClr val="E4EDF7"/>
                </a:gs>
                <a:gs pos="43000">
                  <a:srgbClr val="7BAAD7"/>
                </a:gs>
                <a:gs pos="100000">
                  <a:srgbClr val="457EB4"/>
                </a:gs>
              </a:gsLst>
              <a:lin ang="2700000" scaled="1"/>
              <a:tileRect/>
            </a:gradFill>
            <a:ln w="2540" cap="rnd" cmpd="sng" algn="ctr">
              <a:noFill/>
              <a:prstDash val="solid"/>
              <a:round/>
              <a:headEnd type="none" w="med" len="med"/>
              <a:tailEnd type="none" w="med" len="med"/>
            </a:ln>
            <a:effectLst/>
          </p:spPr>
        </p:sp>
        <p:sp>
          <p:nvSpPr>
            <p:cNvPr id="1991" name="ellipse_2318">
              <a:extLst>
                <a:ext uri="{FF2B5EF4-FFF2-40B4-BE49-F238E27FC236}">
                  <a16:creationId xmlns:a16="http://schemas.microsoft.com/office/drawing/2014/main" id="{CFE5D82E-CAAB-A38B-F8E0-2F0554CBC096}"/>
                </a:ext>
              </a:extLst>
            </p:cNvPr>
            <p:cNvSpPr/>
            <p:nvPr/>
          </p:nvSpPr>
          <p:spPr>
            <a:xfrm>
              <a:off x="4147675" y="1517892"/>
              <a:ext cx="26511" cy="26511"/>
            </a:xfrm>
            <a:prstGeom prst="ellipse">
              <a:avLst/>
            </a:prstGeom>
            <a:gradFill flip="none" rotWithShape="1">
              <a:gsLst>
                <a:gs pos="0">
                  <a:srgbClr val="EAF1F8"/>
                </a:gs>
                <a:gs pos="43000">
                  <a:srgbClr val="98BDDF"/>
                </a:gs>
                <a:gs pos="100000">
                  <a:srgbClr val="6694BE"/>
                </a:gs>
              </a:gsLst>
              <a:lin ang="2700000" scaled="1"/>
              <a:tileRect/>
            </a:gradFill>
            <a:ln w="2540" cap="rnd" cmpd="sng" algn="ctr">
              <a:noFill/>
              <a:prstDash val="solid"/>
              <a:round/>
              <a:headEnd type="none" w="med" len="med"/>
              <a:tailEnd type="none" w="med" len="med"/>
            </a:ln>
            <a:effectLst/>
          </p:spPr>
        </p:sp>
        <p:sp>
          <p:nvSpPr>
            <p:cNvPr id="1992" name="ellipse_2319">
              <a:extLst>
                <a:ext uri="{FF2B5EF4-FFF2-40B4-BE49-F238E27FC236}">
                  <a16:creationId xmlns:a16="http://schemas.microsoft.com/office/drawing/2014/main" id="{83398342-48E8-D135-3FD1-B26887E19A65}"/>
                </a:ext>
              </a:extLst>
            </p:cNvPr>
            <p:cNvSpPr/>
            <p:nvPr/>
          </p:nvSpPr>
          <p:spPr>
            <a:xfrm>
              <a:off x="4181039" y="1509495"/>
              <a:ext cx="31700" cy="31700"/>
            </a:xfrm>
            <a:prstGeom prst="ellipse">
              <a:avLst/>
            </a:prstGeom>
            <a:gradFill flip="none" rotWithShape="1">
              <a:gsLst>
                <a:gs pos="0">
                  <a:srgbClr val="E8F0F8"/>
                </a:gs>
                <a:gs pos="43000">
                  <a:srgbClr val="93B9DD"/>
                </a:gs>
                <a:gs pos="100000">
                  <a:srgbClr val="6090BC"/>
                </a:gs>
              </a:gsLst>
              <a:lin ang="2700000" scaled="1"/>
              <a:tileRect/>
            </a:gradFill>
            <a:ln w="2540" cap="rnd" cmpd="sng" algn="ctr">
              <a:noFill/>
              <a:prstDash val="solid"/>
              <a:round/>
              <a:headEnd type="none" w="med" len="med"/>
              <a:tailEnd type="none" w="med" len="med"/>
            </a:ln>
            <a:effectLst/>
          </p:spPr>
        </p:sp>
      </p:grpSp>
      <p:sp>
        <p:nvSpPr>
          <p:cNvPr id="1993" name="Voxel-to-point fusion">
            <a:extLst>
              <a:ext uri="{FF2B5EF4-FFF2-40B4-BE49-F238E27FC236}">
                <a16:creationId xmlns:a16="http://schemas.microsoft.com/office/drawing/2014/main" id="{4B09A963-E0DD-99D8-6981-3F1072C103F1}"/>
              </a:ext>
            </a:extLst>
          </p:cNvPr>
          <p:cNvSpPr>
            <a:spLocks noGrp="1"/>
          </p:cNvSpPr>
          <p:nvPr/>
        </p:nvSpPr>
        <p:spPr>
          <a:xfrm>
            <a:off x="3012660" y="880241"/>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4" name="Voxel-to-point fusion | arrowhead">
            <a:extLst>
              <a:ext uri="{FF2B5EF4-FFF2-40B4-BE49-F238E27FC236}">
                <a16:creationId xmlns:a16="http://schemas.microsoft.com/office/drawing/2014/main" id="{7425A5C2-1D05-AAC6-505F-B6929033C762}"/>
              </a:ext>
            </a:extLst>
          </p:cNvPr>
          <p:cNvSpPr>
            <a:spLocks noGrp="1"/>
          </p:cNvSpPr>
          <p:nvPr/>
        </p:nvSpPr>
        <p:spPr>
          <a:xfrm>
            <a:off x="3003616" y="1171609"/>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5" name="Voxel-to-point fusion">
            <a:extLst>
              <a:ext uri="{FF2B5EF4-FFF2-40B4-BE49-F238E27FC236}">
                <a16:creationId xmlns:a16="http://schemas.microsoft.com/office/drawing/2014/main" id="{66955A30-2204-2769-C099-433F4F7203C8}"/>
              </a:ext>
            </a:extLst>
          </p:cNvPr>
          <p:cNvSpPr>
            <a:spLocks noGrp="1"/>
          </p:cNvSpPr>
          <p:nvPr/>
        </p:nvSpPr>
        <p:spPr>
          <a:xfrm>
            <a:off x="3922673" y="878388"/>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6" name="Voxel-to-point fusion | arrowhead">
            <a:extLst>
              <a:ext uri="{FF2B5EF4-FFF2-40B4-BE49-F238E27FC236}">
                <a16:creationId xmlns:a16="http://schemas.microsoft.com/office/drawing/2014/main" id="{E43614B7-73E2-C7A0-3A75-BFA6199A1701}"/>
              </a:ext>
            </a:extLst>
          </p:cNvPr>
          <p:cNvSpPr>
            <a:spLocks noGrp="1"/>
          </p:cNvSpPr>
          <p:nvPr/>
        </p:nvSpPr>
        <p:spPr>
          <a:xfrm>
            <a:off x="3913629" y="1169756"/>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sp>
        <p:nvSpPr>
          <p:cNvPr id="1997" name="Voxel-to-point fusion">
            <a:extLst>
              <a:ext uri="{FF2B5EF4-FFF2-40B4-BE49-F238E27FC236}">
                <a16:creationId xmlns:a16="http://schemas.microsoft.com/office/drawing/2014/main" id="{DD6EB5BF-E3B9-4AB8-9D9F-4A7C028E9B72}"/>
              </a:ext>
            </a:extLst>
          </p:cNvPr>
          <p:cNvSpPr>
            <a:spLocks noGrp="1"/>
          </p:cNvSpPr>
          <p:nvPr/>
        </p:nvSpPr>
        <p:spPr>
          <a:xfrm>
            <a:off x="4226018" y="875292"/>
            <a:ext cx="92" cy="294465"/>
          </a:xfrm>
          <a:custGeom>
            <a:avLst/>
            <a:gdLst/>
            <a:ahLst/>
            <a:cxnLst/>
            <a:rect l="0" t="0" r="0" b="0"/>
            <a:pathLst>
              <a:path w="476" h="1514475">
                <a:moveTo>
                  <a:pt x="0" y="0"/>
                </a:moveTo>
                <a:lnTo>
                  <a:pt x="0" y="1514475"/>
                </a:lnTo>
              </a:path>
            </a:pathLst>
          </a:custGeom>
          <a:noFill/>
          <a:ln w="8537">
            <a:solidFill>
              <a:srgbClr val="388BBE"/>
            </a:solidFill>
            <a:prstDash val="solid"/>
          </a:ln>
        </p:spPr>
      </p:sp>
      <p:sp>
        <p:nvSpPr>
          <p:cNvPr id="1998" name="Voxel-to-point fusion | arrowhead">
            <a:extLst>
              <a:ext uri="{FF2B5EF4-FFF2-40B4-BE49-F238E27FC236}">
                <a16:creationId xmlns:a16="http://schemas.microsoft.com/office/drawing/2014/main" id="{9DF5DD5B-15CD-D977-95C5-E78BF6656265}"/>
              </a:ext>
            </a:extLst>
          </p:cNvPr>
          <p:cNvSpPr>
            <a:spLocks noGrp="1"/>
          </p:cNvSpPr>
          <p:nvPr/>
        </p:nvSpPr>
        <p:spPr>
          <a:xfrm>
            <a:off x="4216975" y="1166660"/>
            <a:ext cx="17113" cy="19446"/>
          </a:xfrm>
          <a:custGeom>
            <a:avLst/>
            <a:gdLst/>
            <a:ahLst/>
            <a:cxnLst/>
            <a:rect l="0" t="0" r="0" b="0"/>
            <a:pathLst>
              <a:path w="88011" h="100013">
                <a:moveTo>
                  <a:pt x="44006" y="100013"/>
                </a:moveTo>
                <a:lnTo>
                  <a:pt x="88011" y="0"/>
                </a:lnTo>
                <a:lnTo>
                  <a:pt x="0" y="0"/>
                </a:lnTo>
                <a:close/>
              </a:path>
            </a:pathLst>
          </a:custGeom>
          <a:solidFill>
            <a:srgbClr val="388BBE"/>
          </a:solidFill>
          <a:ln w="0">
            <a:noFill/>
          </a:ln>
        </p:spPr>
      </p:sp>
      <p:cxnSp>
        <p:nvCxnSpPr>
          <p:cNvPr id="1999" name="连接符: 肘形 569">
            <a:extLst>
              <a:ext uri="{FF2B5EF4-FFF2-40B4-BE49-F238E27FC236}">
                <a16:creationId xmlns:a16="http://schemas.microsoft.com/office/drawing/2014/main" id="{1BE2B009-E1C5-2C5C-2BCD-82A6A62E49EC}"/>
              </a:ext>
            </a:extLst>
          </p:cNvPr>
          <p:cNvCxnSpPr>
            <a:cxnSpLocks/>
          </p:cNvCxnSpPr>
          <p:nvPr/>
        </p:nvCxnSpPr>
        <p:spPr>
          <a:xfrm flipV="1">
            <a:off x="2571949" y="1289054"/>
            <a:ext cx="325996" cy="106954"/>
          </a:xfrm>
          <a:prstGeom prst="bentConnector3">
            <a:avLst>
              <a:gd name="adj1" fmla="val 83601"/>
            </a:avLst>
          </a:prstGeom>
          <a:noFill/>
          <a:ln w="6467">
            <a:solidFill>
              <a:srgbClr val="C78A2B"/>
            </a:solidFill>
            <a:prstDash val="solid"/>
          </a:ln>
        </p:spPr>
      </p:cxnSp>
      <p:grpSp>
        <p:nvGrpSpPr>
          <p:cNvPr id="2000" name="Arrow | shared_input → find_density">
            <a:extLst>
              <a:ext uri="{FF2B5EF4-FFF2-40B4-BE49-F238E27FC236}">
                <a16:creationId xmlns:a16="http://schemas.microsoft.com/office/drawing/2014/main" id="{E225BFF1-E8B4-D5A5-4F95-FE484FB74D08}"/>
              </a:ext>
            </a:extLst>
          </p:cNvPr>
          <p:cNvGrpSpPr/>
          <p:nvPr/>
        </p:nvGrpSpPr>
        <p:grpSpPr>
          <a:xfrm>
            <a:off x="2045298" y="542254"/>
            <a:ext cx="124645" cy="20837"/>
            <a:chOff x="959220" y="757422"/>
            <a:chExt cx="174105" cy="29105"/>
          </a:xfrm>
        </p:grpSpPr>
        <p:cxnSp>
          <p:nvCxnSpPr>
            <p:cNvPr id="2001" name="Arrow | shared_input → find_density | path">
              <a:extLst>
                <a:ext uri="{FF2B5EF4-FFF2-40B4-BE49-F238E27FC236}">
                  <a16:creationId xmlns:a16="http://schemas.microsoft.com/office/drawing/2014/main" id="{F30B4445-4DED-3C79-85E4-46233916FF14}"/>
                </a:ext>
              </a:extLst>
            </p:cNvPr>
            <p:cNvCxnSpPr/>
            <p:nvPr/>
          </p:nvCxnSpPr>
          <p:spPr>
            <a:xfrm>
              <a:off x="959220" y="771975"/>
              <a:ext cx="174105" cy="0"/>
            </a:xfrm>
            <a:prstGeom prst="line">
              <a:avLst/>
            </a:prstGeom>
            <a:noFill/>
            <a:ln w="12700" cap="rnd" cmpd="sng" algn="ctr">
              <a:solidFill>
                <a:srgbClr val="367FB7"/>
              </a:solidFill>
              <a:prstDash val="solid"/>
              <a:round/>
              <a:headEnd type="none" w="med" len="med"/>
              <a:tailEnd type="none" w="med" len="med"/>
            </a:ln>
            <a:effectLst/>
          </p:spPr>
        </p:cxnSp>
        <p:sp>
          <p:nvSpPr>
            <p:cNvPr id="2002" name="Arrow | shared_input → find_density | editable arrowhead">
              <a:extLst>
                <a:ext uri="{FF2B5EF4-FFF2-40B4-BE49-F238E27FC236}">
                  <a16:creationId xmlns:a16="http://schemas.microsoft.com/office/drawing/2014/main" id="{DE325CFF-F12D-F815-216B-225667997DB5}"/>
                </a:ext>
              </a:extLst>
            </p:cNvPr>
            <p:cNvSpPr/>
            <p:nvPr/>
          </p:nvSpPr>
          <p:spPr>
            <a:xfrm>
              <a:off x="1099490" y="757422"/>
              <a:ext cx="33836" cy="29105"/>
            </a:xfrm>
            <a:custGeom>
              <a:avLst/>
              <a:gdLst/>
              <a:ahLst/>
              <a:cxnLst/>
              <a:rect l="0" t="0" r="w" b="h"/>
              <a:pathLst>
                <a:path w="33836" h="29105" stroke="0" extrusionOk="0">
                  <a:moveTo>
                    <a:pt x="33836" y="14553"/>
                  </a:moveTo>
                  <a:lnTo>
                    <a:pt x="0" y="29105"/>
                  </a:lnTo>
                  <a:lnTo>
                    <a:pt x="0" y="0"/>
                  </a:lnTo>
                  <a:close/>
                </a:path>
              </a:pathLst>
            </a:custGeom>
            <a:solidFill>
              <a:srgbClr val="367FB7"/>
            </a:solidFill>
            <a:ln w="13970" cap="rnd" cmpd="sng" algn="ctr">
              <a:noFill/>
              <a:prstDash val="solid"/>
              <a:round/>
              <a:headEnd type="none" w="med" len="med"/>
              <a:tailEnd type="none" w="med" len="med"/>
            </a:ln>
            <a:effectLst/>
          </p:spPr>
        </p:sp>
      </p:grpSp>
      <p:sp>
        <p:nvSpPr>
          <p:cNvPr id="2003" name="Arrow 56">
            <a:extLst>
              <a:ext uri="{FF2B5EF4-FFF2-40B4-BE49-F238E27FC236}">
                <a16:creationId xmlns:a16="http://schemas.microsoft.com/office/drawing/2014/main" id="{E02DD7B0-AF91-A31E-8E21-3A4E0A7DEB77}"/>
              </a:ext>
            </a:extLst>
          </p:cNvPr>
          <p:cNvSpPr>
            <a:spLocks noGrp="1"/>
          </p:cNvSpPr>
          <p:nvPr/>
        </p:nvSpPr>
        <p:spPr>
          <a:xfrm>
            <a:off x="3815547" y="2682497"/>
            <a:ext cx="20" cy="30651"/>
          </a:xfrm>
          <a:custGeom>
            <a:avLst/>
            <a:gdLst/>
            <a:ahLst/>
            <a:cxnLst/>
            <a:rect l="0" t="0" r="0" b="0"/>
            <a:pathLst>
              <a:path w="95" h="142875">
                <a:moveTo>
                  <a:pt x="0" y="0"/>
                </a:moveTo>
                <a:lnTo>
                  <a:pt x="0" y="142875"/>
                </a:lnTo>
              </a:path>
            </a:pathLst>
          </a:custGeom>
          <a:noFill/>
          <a:ln w="3474">
            <a:solidFill>
              <a:srgbClr val="2B887C"/>
            </a:solidFill>
            <a:prstDash val="solid"/>
          </a:ln>
        </p:spPr>
      </p:sp>
      <p:sp>
        <p:nvSpPr>
          <p:cNvPr id="2004" name="Arrow 56 | proportional arrowhead">
            <a:extLst>
              <a:ext uri="{FF2B5EF4-FFF2-40B4-BE49-F238E27FC236}">
                <a16:creationId xmlns:a16="http://schemas.microsoft.com/office/drawing/2014/main" id="{BB2A553E-6157-AB0C-0937-E9B2ED8BEB4F}"/>
              </a:ext>
            </a:extLst>
          </p:cNvPr>
          <p:cNvSpPr/>
          <p:nvPr/>
        </p:nvSpPr>
        <p:spPr>
          <a:xfrm>
            <a:off x="3808394" y="2694757"/>
            <a:ext cx="14305" cy="18390"/>
          </a:xfrm>
          <a:custGeom>
            <a:avLst/>
            <a:gdLst/>
            <a:ahLst/>
            <a:cxnLst/>
            <a:rect l="0" t="0" r="0" b="0"/>
            <a:pathLst>
              <a:path w="66675" h="85725">
                <a:moveTo>
                  <a:pt x="33338" y="85725"/>
                </a:moveTo>
                <a:lnTo>
                  <a:pt x="66675" y="0"/>
                </a:lnTo>
                <a:lnTo>
                  <a:pt x="0" y="0"/>
                </a:lnTo>
                <a:close/>
              </a:path>
            </a:pathLst>
          </a:custGeom>
          <a:solidFill>
            <a:srgbClr val="2B887C"/>
          </a:solidFill>
          <a:ln w="1">
            <a:noFill/>
          </a:ln>
        </p:spPr>
      </p:sp>
      <p:sp>
        <p:nvSpPr>
          <p:cNvPr id="2005" name="Atom encoding to point input | arrowhead">
            <a:extLst>
              <a:ext uri="{FF2B5EF4-FFF2-40B4-BE49-F238E27FC236}">
                <a16:creationId xmlns:a16="http://schemas.microsoft.com/office/drawing/2014/main" id="{BEB38505-637B-D3AE-A7DA-6A5C3BFAC485}"/>
              </a:ext>
            </a:extLst>
          </p:cNvPr>
          <p:cNvSpPr>
            <a:spLocks noGrp="1"/>
          </p:cNvSpPr>
          <p:nvPr/>
        </p:nvSpPr>
        <p:spPr>
          <a:xfrm>
            <a:off x="2893015" y="1238638"/>
            <a:ext cx="19447" cy="17113"/>
          </a:xfrm>
          <a:custGeom>
            <a:avLst/>
            <a:gdLst/>
            <a:ahLst/>
            <a:cxnLst/>
            <a:rect l="0" t="0" r="0" b="0"/>
            <a:pathLst>
              <a:path w="100013" h="88011">
                <a:moveTo>
                  <a:pt x="100013" y="44006"/>
                </a:moveTo>
                <a:lnTo>
                  <a:pt x="0" y="0"/>
                </a:lnTo>
                <a:lnTo>
                  <a:pt x="0" y="88011"/>
                </a:lnTo>
                <a:close/>
              </a:path>
            </a:pathLst>
          </a:custGeom>
          <a:solidFill>
            <a:srgbClr val="8C77B3"/>
          </a:solidFill>
          <a:ln w="0">
            <a:noFill/>
          </a:ln>
        </p:spPr>
      </p:sp>
    </p:spTree>
    <p:extLst>
      <p:ext uri="{BB962C8B-B14F-4D97-AF65-F5344CB8AC3E}">
        <p14:creationId xmlns:p14="http://schemas.microsoft.com/office/powerpoint/2010/main" val="1374979820"/>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125</TotalTime>
  <Words>2227</Words>
  <Application>Microsoft Office PowerPoint</Application>
  <DocSecurity>0</DocSecurity>
  <PresentationFormat>自定义</PresentationFormat>
  <Paragraphs>323</Paragraphs>
  <Slides>3</Slides>
  <Notes>3</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3</vt:i4>
      </vt:variant>
    </vt:vector>
  </HeadingPairs>
  <TitlesOfParts>
    <vt:vector size="8" baseType="lpstr">
      <vt:lpstr>Arial</vt:lpstr>
      <vt:lpstr>Calibri</vt:lpstr>
      <vt:lpstr>Cambria Math</vt:lpstr>
      <vt:lpstr>Segoe UI</vt:lpstr>
      <vt:lpstr>ChatGPT</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51</cp:revision>
  <dcterms:created xsi:type="dcterms:W3CDTF">2026-10-01T15:00:20Z</dcterms:created>
  <dcterms:modified xsi:type="dcterms:W3CDTF">2026-10-04T08:00:10Z</dcterms:modified>
</cp:coreProperties>
</file>