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8_51F486EC.xml" ContentType="application/vnd.ms-powerpoint.comments+xml"/>
  <Override PartName="/ppt/notesSlides/notesSlide2.xml" ContentType="application/vnd.openxmlformats-officedocument.presentationml.notesSlide+xml"/>
  <Override PartName="/ppt/comments/modernComment_109_0.xml" ContentType="application/vnd.ms-powerpoint.comments+xml"/>
  <Override PartName="/ppt/notesSlides/notesSlide3.xml" ContentType="application/vnd.openxmlformats-officedocument.presentationml.notesSlide+xml"/>
  <Override PartName="/ppt/comments/modernComment_10C_9E97A5A5.xml" ContentType="application/vnd.ms-powerpoint.comments+xml"/>
  <Override PartName="/ppt/notesSlides/notesSlide4.xml" ContentType="application/vnd.openxmlformats-officedocument.presentationml.notesSlide+xml"/>
  <Override PartName="/ppt/comments/modernComment_10D_9E97A5A5.xml" ContentType="application/vnd.ms-powerpoint.comments+xml"/>
  <Override PartName="/ppt/notesSlides/notesSlide5.xml" ContentType="application/vnd.openxmlformats-officedocument.presentationml.notesSlide+xml"/>
  <Override PartName="/ppt/comments/modernComment_10E_32F8FEB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64" r:id="rId2"/>
    <p:sldId id="265" r:id="rId3"/>
    <p:sldId id="268" r:id="rId4"/>
    <p:sldId id="269" r:id="rId5"/>
    <p:sldId id="270" r:id="rId6"/>
  </p:sldIdLst>
  <p:sldSz cx="6480175" cy="446881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8559" autoAdjust="0"/>
  </p:normalViewPr>
  <p:slideViewPr>
    <p:cSldViewPr snapToGrid="0">
      <p:cViewPr>
        <p:scale>
          <a:sx n="125" d="100"/>
          <a:sy n="125" d="100"/>
        </p:scale>
        <p:origin x="708" y="-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omments/modernComment_10C_9E97A5A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991061A-8CC4-4CCB-8885-3BF5D0BB17D8}" authorId="{D3F71A66-0C34-DF1A-5236-FECDBC820DCB}" created="2026-10-22T02:42:32.147">
    <pc:sldMkLst xmlns:pc="http://schemas.microsoft.com/office/powerpoint/2013/main/command">
      <pc:docMk/>
      <pc:sldMk cId="0" sldId="267"/>
    </pc:sldMkLst>
    <p188:txBody>
      <a:bodyPr/>
      <a:lstStyle/>
      <a:p>
        <a:r>
          <a:rPr lang="zh-CN" altLang="en-US"/>
          <a:t>@@fig-method-v6</a:t>
        </a:r>
      </a:p>
    </p188:txBody>
  </p188:cm>
</p188:cmLst>
</file>

<file path=ppt/comments/modernComment_10D_9E97A5A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4EB7D32-305B-4ECB-928F-E5FF654DD37C}" authorId="{D3F71A66-0C34-DF1A-5236-FECDBC820DCB}" created="2026-10-22T02:42:32.147">
    <pc:sldMkLst xmlns:pc="http://schemas.microsoft.com/office/powerpoint/2013/main/command">
      <pc:docMk/>
      <pc:sldMk cId="0" sldId="269"/>
    </pc:sldMkLst>
    <p188:txBody>
      <a:bodyPr/>
      <a:lstStyle/>
      <a:p>
        <a:r>
          <a:rPr lang="zh-CN" altLang="en-US"/>
          <a:t>@@fig-method-v7</a:t>
        </a:r>
      </a:p>
    </p188:txBody>
  </p188:cm>
</p188:cmLst>
</file>

<file path=ppt/comments/modernComment_10E_32F8FEB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B23FE07-C53F-4D37-BAE7-59D92DE1295C}" authorId="{D3F71A66-0C34-DF1A-5236-FECDBC820DCB}" created="2026-10-22T02:42:32.147">
    <pc:sldMkLst xmlns:pc="http://schemas.microsoft.com/office/powerpoint/2013/main/command">
      <pc:docMk/>
      <pc:sldMk cId="0" sldId="269"/>
    </pc:sldMkLst>
    <p188:txBody>
      <a:bodyPr/>
      <a:lstStyle/>
      <a:p>
        <a:r>
          <a:rPr lang="zh-CN" altLang="en-US"/>
          <a:t>@@fig-method-v8</a:t>
        </a:r>
      </a:p>
    </p188:txBody>
  </p188:cm>
  <p188:cm id="{DA0CA50E-1716-41F4-8276-66A17604B9C4}" authorId="{D3F71A66-0C34-DF1A-5236-FECDBC820DCB}" created="2026-10-22T15:53:22.981Z">
    <pc:sldMkLst xmlns:pc="http://schemas.microsoft.com/office/powerpoint/2013/main/command">
      <pc:docMk/>
      <pc:sldMk cId="0" sldId="269"/>
    </pc:sldMkLst>
    <p188:txBody>
      <a:bodyPr/>
      <a:lstStyle/>
      <a:p>
        <a:r>
          <a:t>PROVENANCE v1</a:t>
        </a:r>
      </a:p>
      <a:p>
        <a:r>
          <a:t>id: fig-method-v8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fig-method-v8｜共享输入与三阶段网络架构</a:t>
        </a:r>
      </a:p>
      <a:p>
        <a:r>
          <a:t/>
        </a:r>
      </a:p>
      <a:p>
        <a:r>
          <a:t>**当前页与科学性质。** 中文和英文正文使用 `画图/Method总图.pptx` 第5页 `fig-method-v8`。这是网络和数据流示意，不展示一次真实推理的概率矩阵、邻点或预测构象成绩。56通道密度库、50维受体原子特征、Find／Match／Build输入与模块关系由Methods定义和实现支撑；特征条、邻点、框和高亮位置是示意编码。真实分子和密度素材依下面的病例与显示条件分别追溯，不把整页解释成单个病例的完整推理。</a:t>
        </a:r>
      </a:p>
      <a:p>
        <a:r>
          <a:t/>
        </a:r>
      </a:p>
      <a:p>
        <a:r>
          <a:t>**直接装配链。** `e2e/visualization/fig-method-v8/assemble.py` 的模块主流程读取冻结作者基底 `e2e/output/fig-method-v8/disk-before.pptx`，按对象ID局部修改第5页，保留作者Build布局，补充Embedding head空心邻点、中心表征、特征条和聚合箭头，调整输入分组、身份评分高亮与双语图注。它随后调用 `ops/replace_density.py`，将对象15、306、967替换为最终对应实验密度。先前只有局部形状编辑的候选缺少这一步，不能代表最终作者页。原作者手工绘图没有可恢复为单个函数的从零生成过程，冻结基底保存其原生对象与素材。</a:t>
        </a:r>
      </a:p>
      <a:p>
        <a:r>
          <a:t/>
        </a:r>
      </a:p>
      <a:p>
        <a:r>
          <a:t>**三处密度与Find／Match受体。** 当前三幅灰色Density均为9LLG原始实验地图在CryoAtom2受体C1链蛋白原子周围3.5 Å内的等值面，不再使用总览的9HJX显示资产。直接渲染入口 `ops/render_density.py` 读取 `e2e/output/e2e-flow/views/9llg/assets/full_density.mrc` 和同目录 `ca2_receptor.cif`；以 `geometry.json` 的原始阈值 `0.009667073376476765` 绘制，设置 `normalize_ccp4_maps=0`，不重新归一化密度。MRC为 `(208,208,208)` 的ZYX float32采样，与 `views/source/9llg/exp.npy` 第一通道逐值完全相等；XYZ间距均为 `1.0015385150909424 Å`，首体素中心为 `(0.5007692575454712,0.5007692575454712,0.5007692575454712) Å`。原始数组SHA-256为 `cc7c0814a78bf39e8cc587258ece3f4e972495dc250fb260debbd92d71e18378`；MRC为 `b2c89c6f85c4db1083c3b2946c98d1469c6a7769cfb2a79289e5d570c6e626e8`。</a:t>
        </a:r>
      </a:p>
      <a:p>
        <a:r>
          <a:t/>
        </a:r>
      </a:p>
      <a:p>
        <a:r>
          <a:t>Find和Match蓝色受体来自 `ops/render_receptor.py`，显示9LLG的C1链，共2913个所选蛋白原子，原子坐标不变。`e2e/output/fig-method-v8/receptor-9llg/receptor_views.json` 保存完整18项PyMOL相机向量；密度使用同一 `views.final`，完整向量逐项相同。渲染图为1800×1800透明背景PNG，按透明通道外包框裁切后四周各保留24像素，最终嵌入图975×931像素。`late-density-20261022/` 保存原PNG、裁切PNG、82.5 MB `density_corresponding.pse` 和 `density_provenance.json`；`receptor-9llg/` 保存受体PNG、PSE及相机。两类图只调整颜色、光照和显示，不改坐标、地图值或原阈值。</a:t>
        </a:r>
      </a:p>
      <a:p>
        <a:r>
          <a:t/>
        </a:r>
      </a:p>
      <a:p>
        <a:r>
          <a:t>**Build输出的独立真实素材。** 当前第5页Build底部结构图实际是9BJJ，不是9LLG。正式媒体 `image17.png` 与 `e2e/output/fig-method-v8/build-pose-9bjj/9bjj_a.png` 字节相同，SHA-256为 `c613c1561d1beac9ccd79babda2a9ee0a1530d451c324a0126eeb8def0a2dcb6`。直接入口 `ops/render_build_pose.py` 读取 `e2e/output/e2e-flow/views/9bjj/assets/ca2_receptor.cif` 和 `prediction.sdf`，沿原 `render_pose_refined.py` 的选择、颜色与相机绘制口袋cartoon和预测配体sticks。先取距配体7 Å内的整残基；按链将残基号间隔不超过3的邻组连成片段，至少3个命中残基的片段两端各延伸2个编号，显示原坐标。精确8个链／残基区间和相机保存在 `build-pose-9bjj/refined_views.json` 的 `9bjj_a`，PSE也已保全。原案例为ATP B:901，目标 `matched_occurrence_id=4`、`source_blob_index=0`，预测为local-c1自排序首位 `sample_index=21`；原候选及模型来源见 `e2e/output/e2e-flow/source/source/9bjj/facts.json`。这幅图说明构象输出的形态，不在方法图中另作准确率或同病例对应的声明。</a:t>
        </a:r>
      </a:p>
      <a:p>
        <a:r>
          <a:t/>
        </a:r>
      </a:p>
      <a:p>
        <a:r>
          <a:t>**晚期资产保全与验证。** `late-density-20261022/source_receipt.json` 逐文件记录21份原临时素材、生成脚本和发布证据的原位置、新位置、字节数与SHA-256，保留原文件；旧 `disk-before.pptx`、旧候选和此前冻结证据未覆盖。原始 `render_density.py`、`replace_density.py` 作为当时实际入口留档；长期入口已改稳定来源，替换程序只写候选，不发布正式PPT或Word。旧发布记录只列两个变化部件，描述的是密度替换前版本；晚期发布额外改变第5页关系并新增 `fig2_density_corresponding.png`，不能再用旧记录概括最终页。</a:t>
        </a:r>
      </a:p>
      <a:p>
        <a:r>
          <a:t/>
        </a:r>
      </a:p>
      <a:p>
        <a:r>
          <a:t>从仓库根执行 `python -X utf8 -B 画图/画图代码/e2e/visualization/fig-method-v8/assemble.py`，依次生成 `temp/fig-method-v8/candidate_before_density.pptx` 与最终 `candidate.pptx`。本轮已实际重放：最终候选第5页XML、关系、双语备注及全部媒体与当前正式PPT逐字节相同；整包只有来源批注部件存在差异，没有增加或遗漏其他部件。原实验数组与MRC逐值核对、完整相机相等、裁切像素一致及21份救回文件散列均通过，报告为 `temp/fig-method-v8/late-density-verification.json`。没有启动PyMOL重渲染，不覆盖正式PPT或Word。重渲染用的三个 `ops/render_*.py` 默认只写 `temp/fig-method-v8/rendered/`；原生PSE和PNG提供冻结显示证据。</a:t>
        </a:r>
      </a:p>
    </p188:txBody>
  </p188:cm>
</p188:cmLst>
</file>

<file path=ppt/comments/modernComment_108_51F486E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5D51F7-3CB1-4B36-BB20-9743BD6D70F8}" authorId="{D3F71A66-0C34-DF1A-5236-FECDBC820DCB}" created="2026-10-02T04:04:18.672">
    <pc:sldMkLst xmlns:pc="http://schemas.microsoft.com/office/powerpoint/2013/main/command">
      <pc:docMk/>
      <pc:sldMk cId="1374979820" sldId="263"/>
    </pc:sldMkLst>
    <p188:txBody>
      <a:bodyPr/>
      <a:lstStyle/>
      <a:p>
        <a:r>
          <a:rPr lang="zh-CN" altLang="en-US"/>
          <a:t>v4 方法示意图。第 2 页保留生成式密度插图，第 3 页将指定 10 个 BOX 替换为原生可编辑形状。位点深蓝点表示 blob 的几何中心；输出配体为可编辑的三维球棍示意，保留原稿的连接关系。示意图不表示实验测量值，模块尺寸与数目不表示精确网络层数。</a:t>
        </a:r>
      </a:p>
    </p188:txBody>
  </p188:cm>
  <p188:cm id="{DA1AD77A-04DA-4271-A6CF-BB6B05634610}" authorId="{D3F71A66-0C34-DF1A-5236-FECDBC820DCB}" created="2026-10-02T04:04:56.395">
    <pc:sldMkLst xmlns:pc="http://schemas.microsoft.com/office/powerpoint/2013/main/command">
      <pc:docMk/>
      <pc:sldMk cId="1374979820" sldId="263"/>
    </pc:sldMkLst>
    <p188:txBody>
      <a:bodyPr/>
      <a:lstStyle/>
      <a:p>
        <a:r>
          <a:rPr lang="zh-CN" altLang="en-US"/>
          <a:t>@@fig-method-v4</a:t>
        </a:r>
      </a:p>
    </p188:txBody>
  </p188:cm>
</p188:cmLst>
</file>

<file path=ppt/comments/modernComment_109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736B273-F2C2-4D22-90E0-9BEA6089CF51}" authorId="{D3F71A66-0C34-DF1A-5236-FECDBC820DCB}" created="2026-10-22T02:42:32.147">
    <pc:sldMkLst xmlns:pc="http://schemas.microsoft.com/office/powerpoint/2013/main/command">
      <pc:docMk/>
      <pc:sldMk cId="0" sldId="265"/>
    </pc:sldMkLst>
    <p188:txBody>
      <a:bodyPr/>
      <a:lstStyle/>
      <a:p>
        <a:r>
          <a:rPr lang="zh-CN" altLang="en-US"/>
          <a:t>fig-method-v4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FAF93-95A5-E700-EB3E-D633DC144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91D0DC-1B34-631C-1675-038262F918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35DC54-749E-52ED-6A38-7450AEE2B1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zh-CN" dirty="0"/>
              <a:t>LigandSeek 的 Find–Match–Build 框架的网络结构与数据流。</a:t>
            </a:r>
          </a:p>
          <a:p>
            <a:r>
              <a:rPr lang="zh-CN" altLang="zh-CN" b="1" dirty="0"/>
              <a:t>a</a:t>
            </a:r>
            <a:r>
              <a:rPr lang="zh-CN" altLang="zh-CN" dirty="0"/>
              <a:t>，共享输入。实验冷冻电镜密度 $M_{\mathrm{exp}}$、受体模拟密度 $M_{\mathrm{sim}}$、差异密度 $M_{\mathrm{diff}}$ 和正差异密度 $M_{\mathrm{diff}}^{+}$ 构成基础密度场。未归一化与 z-score 归一化表示经过七种空间变换，包括高斯平滑、差分高斯（DoG）滤波和受体邻域抑制，形成 56 通道多视角密度库。蛋白质和核酸受体原子的 50 维特征编码其化学与几何信息。</a:t>
            </a:r>
          </a:p>
          <a:p>
            <a:r>
              <a:rPr lang="zh-CN" altLang="zh-CN" b="1" dirty="0"/>
              <a:t>b</a:t>
            </a:r>
            <a:r>
              <a:rPr lang="zh-CN" altLang="zh-CN" dirty="0"/>
              <a:t>，Find 的体素–点云联合定位。3D U-Net 融合密度与受体原子特征，预测逐体素的配体区域概率。同时，Point Transformer V3 编码受体原子及从高概率结合区域采样的伪原子，通过多尺度特征采样融入体素信息。AlphaFold3 风格的迭代回收机制逐轮改善两个分支的预测。预测的受体原子结合概率用于在推理时为候选配体区域打分，提取的 blob 与伪原子则为 Match 提供局部线索。</a:t>
            </a:r>
          </a:p>
          <a:p>
            <a:r>
              <a:rPr lang="zh-CN" altLang="zh-CN" b="1" dirty="0"/>
              <a:t>c</a:t>
            </a:r>
            <a:r>
              <a:rPr lang="zh-CN" altLang="zh-CN" dirty="0"/>
              <a:t>，Match 的前景判别与身份指派。候选编码器使用 U-Net 处理以各 blob 为中心的 48³ 网格，得到体素摘要 $h_j^{\mathrm{vox}}$。Find 提供的 blob、口袋与伪原子特征通过双重池化、交叉注意力和特征线性调制（FiLM）调制 $h_j^{\mathrm{vox}}$，得到候选表示 $h_j$。身份编码器以 SMI-TED 语言嵌入为查询，通过图注意力读取图神经网络（GNN）编码的分子图特征；上下文注意力融入同一 PDB 中其他配体</a:t>
            </a:r>
            <a:r>
              <a:rPr lang="zh-CN" altLang="en-US" dirty="0"/>
              <a:t>的信息</a:t>
            </a:r>
            <a:r>
              <a:rPr lang="zh-CN" altLang="zh-CN" dirty="0"/>
              <a:t>，得到身份表示 $g_k$。最后，前景头根据 $h_j$ 预测前景概率 $p_j^{\mathrm{fg}}$，$h_j$ 与 $g_k$ 之间的可学习余弦评分生成身份指派分数矩阵 $s_{j,k}$。</a:t>
            </a:r>
          </a:p>
          <a:p>
            <a:r>
              <a:rPr lang="zh-CN" altLang="zh-CN" b="1" dirty="0"/>
              <a:t>d</a:t>
            </a:r>
            <a:r>
              <a:rPr lang="zh-CN" altLang="zh-CN" dirty="0"/>
              <a:t>，Build 的构象重建。blob 的几何中心 $p$、Match 指派的配体身份和口袋环境传入对接工具，生成配体构象。默认工具为经过密度引导微调的 PocketXMol，也支持 Vina、DiffDock 和 EMERALD。</a:t>
            </a:r>
          </a:p>
          <a:p>
            <a:pPr marL="0" algn="l" defTabSz="914400" rtl="0" eaLnBrk="1" latinLnBrk="0" hangingPunct="1"/>
            <a:r>
              <a:rPr lang="en-US" altLang="zh-CN" sz="1200" kern="1200" dirty="0"/>
              <a:t>ENGLISH：</a:t>
            </a:r>
          </a:p>
          <a:p>
            <a:pPr marL="0" algn="l" defTabSz="914400" rtl="0" eaLnBrk="1" latinLnBrk="0" hangingPunct="1"/>
            <a:r>
              <a:rPr lang="en-US" altLang="zh-CN" sz="1200" kern="1200" dirty="0"/>
              <a:t>Network architecture and data flow of </a:t>
            </a:r>
            <a:r>
              <a:rPr lang="zh-CN" altLang="zh-CN" dirty="0"/>
              <a:t>LigandSeek’s</a:t>
            </a:r>
            <a:r>
              <a:rPr lang="en-US" altLang="zh-CN" sz="1200" kern="1200" dirty="0"/>
              <a:t> Find–Match–Build framework.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a</a:t>
            </a:r>
            <a:r>
              <a:rPr lang="en-US" altLang="zh-CN" sz="1200" kern="1200" dirty="0"/>
              <a:t>, Shared inputs. Experimental cryo-electron microscopy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{exp}}$, simulated receptor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{sim}}$, difference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{diff}}$ and positive difference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{diff}}^{+}$ form the base fields. </a:t>
            </a:r>
            <a:r>
              <a:rPr lang="en-US" altLang="zh-CN" sz="1200" kern="1200" dirty="0" err="1"/>
              <a:t>Unnormalised</a:t>
            </a:r>
            <a:r>
              <a:rPr lang="en-US" altLang="zh-CN" sz="1200" kern="1200" dirty="0"/>
              <a:t> and z-score-</a:t>
            </a:r>
            <a:r>
              <a:rPr lang="en-US" altLang="zh-CN" sz="1200" kern="1200" dirty="0" err="1"/>
              <a:t>normalised</a:t>
            </a:r>
            <a:r>
              <a:rPr lang="en-US" altLang="zh-CN" sz="1200" kern="1200" dirty="0"/>
              <a:t> representations undergo seven spatial transformations, including Gaussian smoothing, difference-of-Gaussians (</a:t>
            </a:r>
            <a:r>
              <a:rPr lang="en-US" altLang="zh-CN" sz="1200" kern="1200" dirty="0" err="1"/>
              <a:t>DoG</a:t>
            </a:r>
            <a:r>
              <a:rPr lang="en-US" altLang="zh-CN" sz="1200" kern="1200" dirty="0"/>
              <a:t>) filtering and receptor-</a:t>
            </a:r>
            <a:r>
              <a:rPr lang="en-US" altLang="zh-CN" sz="1200" kern="1200" dirty="0" err="1"/>
              <a:t>neighbourhood</a:t>
            </a:r>
            <a:r>
              <a:rPr lang="en-US" altLang="zh-CN" sz="1200" kern="1200" dirty="0"/>
              <a:t> suppression, producing a 56-channel multi-view density bank. Protein and nucleic acid receptor atoms have 50-dimensional features encoding chemical and geometric information.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b</a:t>
            </a:r>
            <a:r>
              <a:rPr lang="en-US" altLang="zh-CN" sz="1200" kern="1200" dirty="0"/>
              <a:t>, Joint voxel and point-cloud </a:t>
            </a:r>
            <a:r>
              <a:rPr lang="en-US" altLang="zh-CN" sz="1200" kern="1200" dirty="0" err="1"/>
              <a:t>localisation</a:t>
            </a:r>
            <a:r>
              <a:rPr lang="en-US" altLang="zh-CN" sz="1200" kern="1200" dirty="0"/>
              <a:t> in Find. </a:t>
            </a:r>
            <a:r>
              <a:rPr lang="zh-CN" altLang="zh-CN" dirty="0"/>
              <a:t>A 3D U-Net combines density and receptor-atom features</a:t>
            </a:r>
            <a:r>
              <a:rPr lang="en-US" altLang="zh-CN" dirty="0"/>
              <a:t> to </a:t>
            </a:r>
            <a:r>
              <a:rPr lang="zh-CN" altLang="zh-CN" dirty="0"/>
              <a:t>predict voxelwise ligand-region probabilities.</a:t>
            </a:r>
            <a:r>
              <a:rPr lang="en-US" altLang="zh-CN" sz="1200" kern="1200" dirty="0"/>
              <a:t> In parallel, Point Transformer V3 encodes receptor atoms and pseudo atoms sampled from high-probability binding regions, incorporating voxel information through multiscale feature sampling. An AlphaFold3-style recycling mechanism iteratively </a:t>
            </a:r>
            <a:r>
              <a:rPr lang="zh-CN" altLang="zh-CN" sz="1200" kern="1200" dirty="0"/>
              <a:t>refines</a:t>
            </a:r>
            <a:r>
              <a:rPr lang="en-US" altLang="zh-CN" sz="1200" kern="1200" dirty="0"/>
              <a:t> predictions across both branches. Predicted receptor-atom binding probabilities are used to score candidate ligand regions during inference, while extracted blobs and pseudo atoms provide local cues for Match.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c</a:t>
            </a:r>
            <a:r>
              <a:rPr lang="en-US" altLang="zh-CN" sz="1200" kern="1200" dirty="0"/>
              <a:t>, Foreground classification and identity assignment in Match. The candidate encoder processes a 48³ grid </a:t>
            </a:r>
            <a:r>
              <a:rPr lang="en-US" altLang="zh-CN" sz="1200" kern="1200" dirty="0" err="1"/>
              <a:t>centred</a:t>
            </a:r>
            <a:r>
              <a:rPr lang="en-US" altLang="zh-CN" sz="1200" kern="1200" dirty="0"/>
              <a:t> on each blob with a U-Net to generate voxel summary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^{\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{vox}}$. Find-derived blob, pocket and pseudo atom features modulate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^{\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{vox}}$ via dual pooling, cross-attention and </a:t>
            </a:r>
            <a:r>
              <a:rPr lang="en-US" altLang="zh-CN" sz="1200" kern="1200" dirty="0" err="1"/>
              <a:t>FiLM</a:t>
            </a:r>
            <a:r>
              <a:rPr lang="en-US" altLang="zh-CN" sz="1200" kern="1200" dirty="0"/>
              <a:t>, yielding candidate representation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$. The identity encoder uses SMI-TED language embeddings to query GNN-encoded molecular graph features via graph attention, while context attention incorporates other ligand identities in the same PDB entry, yielding identity representation $</a:t>
            </a:r>
            <a:r>
              <a:rPr lang="en-US" altLang="zh-CN" sz="1200" kern="1200" dirty="0" err="1"/>
              <a:t>g_k</a:t>
            </a:r>
            <a:r>
              <a:rPr lang="en-US" altLang="zh-CN" sz="1200" kern="1200" dirty="0"/>
              <a:t>$. Finally, a foreground head predicts foreground probability $</a:t>
            </a:r>
            <a:r>
              <a:rPr lang="en-US" altLang="zh-CN" sz="1200" kern="1200" dirty="0" err="1"/>
              <a:t>p_j</a:t>
            </a:r>
            <a:r>
              <a:rPr lang="en-US" altLang="zh-CN" sz="1200" kern="1200" dirty="0"/>
              <a:t>^{\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</a:t>
            </a:r>
            <a:r>
              <a:rPr lang="en-US" altLang="zh-CN" sz="1200" kern="1200" dirty="0" err="1"/>
              <a:t>fg</a:t>
            </a:r>
            <a:r>
              <a:rPr lang="en-US" altLang="zh-CN" sz="1200" kern="1200" dirty="0"/>
              <a:t>}}$ from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$, and learned cosine scoring between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$ and $</a:t>
            </a:r>
            <a:r>
              <a:rPr lang="en-US" altLang="zh-CN" sz="1200" kern="1200" dirty="0" err="1"/>
              <a:t>g_k</a:t>
            </a:r>
            <a:r>
              <a:rPr lang="en-US" altLang="zh-CN" sz="1200" kern="1200" dirty="0"/>
              <a:t>$ produces the assignment matrix $s_{</a:t>
            </a:r>
            <a:r>
              <a:rPr lang="en-US" altLang="zh-CN" sz="1200" kern="1200" dirty="0" err="1"/>
              <a:t>j,k</a:t>
            </a:r>
            <a:r>
              <a:rPr lang="en-US" altLang="zh-CN" sz="1200" kern="1200" dirty="0"/>
              <a:t>}$. 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d</a:t>
            </a:r>
            <a:r>
              <a:rPr lang="en-US" altLang="zh-CN" sz="1200" kern="1200" dirty="0"/>
              <a:t>, Pose reconstruction in Build. The blob geometric </a:t>
            </a:r>
            <a:r>
              <a:rPr lang="en-US" altLang="zh-CN" sz="1200" kern="1200" dirty="0" err="1"/>
              <a:t>centre</a:t>
            </a:r>
            <a:r>
              <a:rPr lang="en-US" altLang="zh-CN" sz="1200" kern="1200" dirty="0"/>
              <a:t> $p$, Match-assigned ligand identity and pocket environment are supplied to docking tools to generate ligand poses. The default tool is </a:t>
            </a:r>
            <a:r>
              <a:rPr lang="en-US" altLang="zh-CN" sz="1200" kern="1200" dirty="0" err="1"/>
              <a:t>PocketXMol</a:t>
            </a:r>
            <a:r>
              <a:rPr lang="en-US" altLang="zh-CN" sz="1200" kern="1200" dirty="0"/>
              <a:t> fine-tuned with density guidance. </a:t>
            </a:r>
            <a:r>
              <a:rPr lang="zh-CN" altLang="zh-CN" dirty="0"/>
              <a:t>Vina, DiffDock and EMERALD are also supported.</a:t>
            </a:r>
            <a:endParaRPr lang="en-US" altLang="zh-CN" sz="1200" kern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62A1B0-47C1-F87B-2343-1BB93F298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002099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LigandSeek</a:t>
            </a:r>
            <a:r>
              <a:rPr dirty="0"/>
              <a:t> 的 Find–Match–Build </a:t>
            </a:r>
            <a:r>
              <a:rPr dirty="0" err="1"/>
              <a:t>框架的网络结构与数据流</a:t>
            </a:r>
            <a:r>
              <a:rPr dirty="0"/>
              <a:t>。</a:t>
            </a:r>
          </a:p>
          <a:p>
            <a:r>
              <a:rPr dirty="0" err="1"/>
              <a:t>a，Find</a:t>
            </a:r>
            <a:r>
              <a:rPr dirty="0"/>
              <a:t> </a:t>
            </a:r>
            <a:r>
              <a:rPr dirty="0" err="1"/>
              <a:t>的体素</a:t>
            </a:r>
            <a:r>
              <a:rPr dirty="0"/>
              <a:t>–点云联合定位。以冷冻电镜密度与受体结构为输入，3D voxel U-Net 与 Point Transformer V3 </a:t>
            </a:r>
            <a:r>
              <a:rPr dirty="0" err="1"/>
              <a:t>通过多尺度体素到点的特征融合协同定位配体区域，经迭代回收（Recycle）机制输出候选配体区域（blobs</a:t>
            </a:r>
            <a:r>
              <a:rPr dirty="0"/>
              <a:t>）。</a:t>
            </a:r>
          </a:p>
          <a:p>
            <a:r>
              <a:rPr dirty="0" err="1"/>
              <a:t>b，Match</a:t>
            </a:r>
            <a:r>
              <a:rPr dirty="0"/>
              <a:t> </a:t>
            </a:r>
            <a:r>
              <a:rPr dirty="0" err="1"/>
              <a:t>的前景判别与身份指派。候选编码器以受体、密度、局部口袋（pocket）和候选</a:t>
            </a:r>
            <a:r>
              <a:rPr dirty="0"/>
              <a:t> blob </a:t>
            </a:r>
            <a:r>
              <a:rPr dirty="0" err="1"/>
              <a:t>为输入，使用</a:t>
            </a:r>
            <a:r>
              <a:rPr dirty="0"/>
              <a:t> 3D U-Net </a:t>
            </a:r>
            <a:r>
              <a:rPr dirty="0" err="1"/>
              <a:t>处理以</a:t>
            </a:r>
            <a:r>
              <a:rPr dirty="0"/>
              <a:t> blob </a:t>
            </a:r>
            <a:r>
              <a:rPr dirty="0" err="1"/>
              <a:t>质心为中心的</a:t>
            </a:r>
            <a:r>
              <a:rPr dirty="0"/>
              <a:t> $48^3$ </a:t>
            </a:r>
            <a:r>
              <a:rPr dirty="0" err="1"/>
              <a:t>裁剪体素块得到基础摘要</a:t>
            </a:r>
            <a:r>
              <a:rPr dirty="0"/>
              <a:t> $</a:t>
            </a:r>
            <a:r>
              <a:rPr dirty="0" err="1"/>
              <a:t>h_j</a:t>
            </a:r>
            <a:r>
              <a:rPr dirty="0"/>
              <a:t>^{\</a:t>
            </a:r>
            <a:r>
              <a:rPr dirty="0" err="1"/>
              <a:t>mathrm</a:t>
            </a:r>
            <a:r>
              <a:rPr dirty="0"/>
              <a:t>{vox}}$，</a:t>
            </a:r>
            <a:r>
              <a:rPr dirty="0" err="1"/>
              <a:t>并经均值／最大池化、交叉注意力和特征线性调制（FiLM）调制得到候选表示</a:t>
            </a:r>
            <a:r>
              <a:rPr dirty="0"/>
              <a:t> $</a:t>
            </a:r>
            <a:r>
              <a:rPr dirty="0" err="1"/>
              <a:t>h_j</a:t>
            </a:r>
            <a:r>
              <a:rPr dirty="0"/>
              <a:t>$。</a:t>
            </a:r>
            <a:r>
              <a:rPr dirty="0" err="1"/>
              <a:t>身份编码器以</a:t>
            </a:r>
            <a:r>
              <a:rPr dirty="0"/>
              <a:t> SMI-TED </a:t>
            </a:r>
            <a:r>
              <a:rPr dirty="0" err="1"/>
              <a:t>语言嵌入为查询，分别通过图注意力（graph</a:t>
            </a:r>
            <a:r>
              <a:rPr dirty="0"/>
              <a:t> </a:t>
            </a:r>
            <a:r>
              <a:rPr dirty="0" err="1"/>
              <a:t>attention）读取</a:t>
            </a:r>
            <a:r>
              <a:rPr dirty="0"/>
              <a:t> GNN </a:t>
            </a:r>
            <a:r>
              <a:rPr dirty="0" err="1"/>
              <a:t>编码的自身分子图特征、通过上下文注意力（context</a:t>
            </a:r>
            <a:r>
              <a:rPr dirty="0"/>
              <a:t> </a:t>
            </a:r>
            <a:r>
              <a:rPr dirty="0" err="1"/>
              <a:t>attention）融入同一</a:t>
            </a:r>
            <a:r>
              <a:rPr dirty="0"/>
              <a:t> PDB </a:t>
            </a:r>
            <a:r>
              <a:rPr dirty="0" err="1"/>
              <a:t>中其他配体身份的语言特征，融合得到身份表示</a:t>
            </a:r>
            <a:r>
              <a:rPr dirty="0"/>
              <a:t> $</a:t>
            </a:r>
            <a:r>
              <a:rPr dirty="0" err="1"/>
              <a:t>g_k</a:t>
            </a:r>
            <a:r>
              <a:rPr dirty="0"/>
              <a:t>$。</a:t>
            </a:r>
            <a:r>
              <a:rPr dirty="0" err="1"/>
              <a:t>前景头根据</a:t>
            </a:r>
            <a:r>
              <a:rPr dirty="0"/>
              <a:t> $</a:t>
            </a:r>
            <a:r>
              <a:rPr dirty="0" err="1"/>
              <a:t>h_j</a:t>
            </a:r>
            <a:r>
              <a:rPr dirty="0"/>
              <a:t>$ </a:t>
            </a:r>
            <a:r>
              <a:rPr dirty="0" err="1"/>
              <a:t>预测前景概率</a:t>
            </a:r>
            <a:r>
              <a:rPr dirty="0"/>
              <a:t> $</a:t>
            </a:r>
            <a:r>
              <a:rPr dirty="0" err="1"/>
              <a:t>p_j</a:t>
            </a:r>
            <a:r>
              <a:rPr dirty="0"/>
              <a:t>^{\</a:t>
            </a:r>
            <a:r>
              <a:rPr dirty="0" err="1"/>
              <a:t>mathrm</a:t>
            </a:r>
            <a:r>
              <a:rPr dirty="0"/>
              <a:t>{</a:t>
            </a:r>
            <a:r>
              <a:rPr dirty="0" err="1"/>
              <a:t>fg</a:t>
            </a:r>
            <a:r>
              <a:rPr dirty="0"/>
              <a:t>}}$，$</a:t>
            </a:r>
            <a:r>
              <a:rPr dirty="0" err="1"/>
              <a:t>h_j</a:t>
            </a:r>
            <a:r>
              <a:rPr dirty="0"/>
              <a:t>$ 与 $</a:t>
            </a:r>
            <a:r>
              <a:rPr dirty="0" err="1"/>
              <a:t>g_k</a:t>
            </a:r>
            <a:r>
              <a:rPr dirty="0"/>
              <a:t>$ </a:t>
            </a:r>
            <a:r>
              <a:rPr dirty="0" err="1"/>
              <a:t>之间的可学习余弦评分生成</a:t>
            </a:r>
            <a:r>
              <a:rPr dirty="0"/>
              <a:t> $J \times K$ </a:t>
            </a:r>
            <a:r>
              <a:rPr dirty="0" err="1"/>
              <a:t>身份匹配分数矩阵</a:t>
            </a:r>
            <a:r>
              <a:rPr dirty="0"/>
              <a:t> $s_{</a:t>
            </a:r>
            <a:r>
              <a:rPr dirty="0" err="1"/>
              <a:t>j,k</a:t>
            </a:r>
            <a:r>
              <a:rPr dirty="0"/>
              <a:t>}$。</a:t>
            </a:r>
          </a:p>
          <a:p>
            <a:r>
              <a:rPr dirty="0" err="1"/>
              <a:t>c，Build</a:t>
            </a:r>
            <a:r>
              <a:rPr dirty="0"/>
              <a:t> </a:t>
            </a:r>
            <a:r>
              <a:rPr dirty="0" err="1"/>
              <a:t>的下游构象重建。Find</a:t>
            </a:r>
            <a:r>
              <a:rPr dirty="0"/>
              <a:t> </a:t>
            </a:r>
            <a:r>
              <a:rPr dirty="0" err="1"/>
              <a:t>预测的结合位点</a:t>
            </a:r>
            <a:r>
              <a:rPr dirty="0"/>
              <a:t> $p$、Match </a:t>
            </a:r>
            <a:r>
              <a:rPr dirty="0" err="1"/>
              <a:t>指派的</a:t>
            </a:r>
            <a:r>
              <a:rPr dirty="0"/>
              <a:t> SMILES </a:t>
            </a:r>
            <a:r>
              <a:rPr dirty="0" err="1"/>
              <a:t>身份与受体口袋环境输入默认的密度引导微调模型</a:t>
            </a:r>
            <a:r>
              <a:rPr dirty="0"/>
              <a:t> </a:t>
            </a:r>
            <a:r>
              <a:rPr dirty="0" err="1"/>
              <a:t>PocketXMol（或</a:t>
            </a:r>
            <a:r>
              <a:rPr dirty="0"/>
              <a:t> </a:t>
            </a:r>
            <a:r>
              <a:rPr dirty="0" err="1"/>
              <a:t>Vina、DiffDock、EMERALD</a:t>
            </a:r>
            <a:r>
              <a:rPr dirty="0"/>
              <a:t> </a:t>
            </a:r>
            <a:r>
              <a:rPr dirty="0" err="1"/>
              <a:t>等对接工具</a:t>
            </a:r>
            <a:r>
              <a:rPr dirty="0"/>
              <a:t>），</a:t>
            </a:r>
            <a:r>
              <a:rPr dirty="0" err="1"/>
              <a:t>重建全原子配体构象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ENGLISH:</a:t>
            </a:r>
          </a:p>
          <a:p>
            <a:r>
              <a:rPr dirty="0"/>
              <a:t>Network architecture and data flow of </a:t>
            </a:r>
            <a:r>
              <a:rPr dirty="0" err="1"/>
              <a:t>LigandSeek’s</a:t>
            </a:r>
            <a:r>
              <a:rPr dirty="0"/>
              <a:t> Find–Match–Build framework.</a:t>
            </a:r>
          </a:p>
          <a:p>
            <a:r>
              <a:rPr b="1" dirty="0"/>
              <a:t>a, </a:t>
            </a:r>
            <a:r>
              <a:rPr dirty="0"/>
              <a:t>Joint voxel and point-cloud </a:t>
            </a:r>
            <a:r>
              <a:rPr dirty="0" err="1"/>
              <a:t>localisation</a:t>
            </a:r>
            <a:r>
              <a:rPr dirty="0"/>
              <a:t> in Find. Taking the cryo-EM density map and receptor structure as inputs, a 3D voxel U-Net and Point Transformer V3 exchange multiscale information via voxel-to-point fusion with iterative recycling to output candidate ligand regions (blobs).</a:t>
            </a:r>
          </a:p>
          <a:p>
            <a:r>
              <a:rPr sz="1200" b="1" kern="1200" dirty="0"/>
              <a:t>b, </a:t>
            </a:r>
            <a:r>
              <a:rPr dirty="0"/>
              <a:t>Foreground classification and identity assignment in Match. The candidate encoder takes the receptor, density, local pocket and candidate blob as inputs. A 3D U-Net processes a $48^3$ crop </a:t>
            </a:r>
            <a:r>
              <a:rPr dirty="0" err="1"/>
              <a:t>centred</a:t>
            </a:r>
            <a:r>
              <a:rPr dirty="0"/>
              <a:t> on the blob centroid to produce base summary $</a:t>
            </a:r>
            <a:r>
              <a:rPr dirty="0" err="1"/>
              <a:t>h_j</a:t>
            </a:r>
            <a:r>
              <a:rPr dirty="0"/>
              <a:t>^{\</a:t>
            </a:r>
            <a:r>
              <a:rPr dirty="0" err="1"/>
              <a:t>mathrm</a:t>
            </a:r>
            <a:r>
              <a:rPr dirty="0"/>
              <a:t>{vox}}$, which is modulated by pocket and blob features via mean/max pooling, cross-attention and </a:t>
            </a:r>
            <a:r>
              <a:rPr dirty="0" err="1"/>
              <a:t>FiLM</a:t>
            </a:r>
            <a:r>
              <a:rPr dirty="0"/>
              <a:t> to yield candidate representation $</a:t>
            </a:r>
            <a:r>
              <a:rPr dirty="0" err="1"/>
              <a:t>h_j</a:t>
            </a:r>
            <a:r>
              <a:rPr dirty="0"/>
              <a:t>$. The identity encoder uses SMI-TED language embeddings as queries for graph attention over GNN-encoded molecular graph features and context attention over other ligand identities in the same PDB entry, fusing them into identity representation $</a:t>
            </a:r>
            <a:r>
              <a:rPr dirty="0" err="1"/>
              <a:t>g_k</a:t>
            </a:r>
            <a:r>
              <a:rPr dirty="0"/>
              <a:t>$. A foreground head predicts foreground probability $</a:t>
            </a:r>
            <a:r>
              <a:rPr dirty="0" err="1"/>
              <a:t>p_j</a:t>
            </a:r>
            <a:r>
              <a:rPr dirty="0"/>
              <a:t>^{\</a:t>
            </a:r>
            <a:r>
              <a:rPr dirty="0" err="1"/>
              <a:t>mathrm</a:t>
            </a:r>
            <a:r>
              <a:rPr dirty="0"/>
              <a:t>{</a:t>
            </a:r>
            <a:r>
              <a:rPr dirty="0" err="1"/>
              <a:t>fg</a:t>
            </a:r>
            <a:r>
              <a:rPr dirty="0"/>
              <a:t>}}$ from $</a:t>
            </a:r>
            <a:r>
              <a:rPr dirty="0" err="1"/>
              <a:t>h_j</a:t>
            </a:r>
            <a:r>
              <a:rPr dirty="0"/>
              <a:t>$, and learned cosine scoring between $</a:t>
            </a:r>
            <a:r>
              <a:rPr dirty="0" err="1"/>
              <a:t>h_j</a:t>
            </a:r>
            <a:r>
              <a:rPr dirty="0"/>
              <a:t>$ and $</a:t>
            </a:r>
            <a:r>
              <a:rPr dirty="0" err="1"/>
              <a:t>g_k</a:t>
            </a:r>
            <a:r>
              <a:rPr dirty="0"/>
              <a:t>$ produces the $J \times K$ assignment score matrix $s_{</a:t>
            </a:r>
            <a:r>
              <a:rPr dirty="0" err="1"/>
              <a:t>j,k</a:t>
            </a:r>
            <a:r>
              <a:rPr dirty="0"/>
              <a:t>}$.</a:t>
            </a:r>
          </a:p>
          <a:p>
            <a:r>
              <a:rPr sz="1200" b="1" kern="1200" dirty="0"/>
              <a:t>c, </a:t>
            </a:r>
            <a:r>
              <a:rPr dirty="0"/>
              <a:t>Downstream pose reconstruction in Build. The predicted site $p$ from Find, matched SMILES identity and receptor pocket are supplied to density-conditioned fine-tuned </a:t>
            </a:r>
            <a:r>
              <a:rPr dirty="0" err="1"/>
              <a:t>PocketXMol</a:t>
            </a:r>
            <a:r>
              <a:rPr dirty="0"/>
              <a:t> (default) or other docking tools (Vina, </a:t>
            </a:r>
            <a:r>
              <a:rPr dirty="0" err="1"/>
              <a:t>DiffDock</a:t>
            </a:r>
            <a:r>
              <a:rPr dirty="0"/>
              <a:t> and EMERALD) to reconstruct all-atom ligand poses.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94579-6146-AB53-CCF9-6CAD8508D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A21F31-69DC-1544-7D90-362DA87C96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130EE6-BD3C-6027-4C10-B58127B454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LigandSeek</a:t>
            </a:r>
            <a:r>
              <a:rPr dirty="0"/>
              <a:t> 的 Find–Match–Build </a:t>
            </a:r>
            <a:r>
              <a:rPr dirty="0" err="1"/>
              <a:t>框架的网络结构与数据流</a:t>
            </a:r>
            <a:r>
              <a:rPr dirty="0"/>
              <a:t>。</a:t>
            </a:r>
          </a:p>
          <a:p>
            <a:r>
              <a:rPr dirty="0" err="1"/>
              <a:t>a，Find</a:t>
            </a:r>
            <a:r>
              <a:rPr dirty="0"/>
              <a:t> </a:t>
            </a:r>
            <a:r>
              <a:rPr dirty="0" err="1"/>
              <a:t>将密度与受体信息编码为候选配体区域（blobs）及辅助特征。体素分支和点云分支通过体素到点的特征融合及迭代回收连接</a:t>
            </a:r>
            <a:r>
              <a:rPr dirty="0"/>
              <a:t>。</a:t>
            </a:r>
          </a:p>
          <a:p>
            <a:r>
              <a:rPr dirty="0" err="1"/>
              <a:t>b，Match</a:t>
            </a:r>
            <a:r>
              <a:rPr dirty="0"/>
              <a:t> 对候选区域进行前景判别和身份指派。3D U-Net </a:t>
            </a:r>
            <a:r>
              <a:rPr dirty="0" err="1"/>
              <a:t>编码局部体素块；口袋与</a:t>
            </a:r>
            <a:r>
              <a:rPr dirty="0"/>
              <a:t> blob </a:t>
            </a:r>
            <a:r>
              <a:rPr dirty="0" err="1"/>
              <a:t>的辅助特征经池化、交叉注意力和</a:t>
            </a:r>
            <a:r>
              <a:rPr dirty="0"/>
              <a:t> </a:t>
            </a:r>
            <a:r>
              <a:rPr dirty="0" err="1"/>
              <a:t>FiLM</a:t>
            </a:r>
            <a:r>
              <a:rPr dirty="0"/>
              <a:t> </a:t>
            </a:r>
            <a:r>
              <a:rPr dirty="0" err="1"/>
              <a:t>调制候选表示。身份编码器整合分子图、SMI-TED</a:t>
            </a:r>
            <a:r>
              <a:rPr dirty="0"/>
              <a:t> </a:t>
            </a:r>
            <a:r>
              <a:rPr dirty="0" err="1"/>
              <a:t>语言表示及同一</a:t>
            </a:r>
            <a:r>
              <a:rPr dirty="0"/>
              <a:t> PDB </a:t>
            </a:r>
            <a:r>
              <a:rPr dirty="0" err="1"/>
              <a:t>中的身份上下文。前景头输出前景概率，余弦评分产生候选与身份的匹配分数</a:t>
            </a:r>
            <a:r>
              <a:rPr dirty="0"/>
              <a:t>。</a:t>
            </a:r>
          </a:p>
          <a:p>
            <a:r>
              <a:rPr dirty="0" err="1"/>
              <a:t>c，Build</a:t>
            </a:r>
            <a:r>
              <a:rPr dirty="0"/>
              <a:t> </a:t>
            </a:r>
            <a:r>
              <a:rPr dirty="0" err="1"/>
              <a:t>结合位点、SMILES</a:t>
            </a:r>
            <a:r>
              <a:rPr dirty="0"/>
              <a:t> </a:t>
            </a:r>
            <a:r>
              <a:rPr dirty="0" err="1"/>
              <a:t>身份、口袋与密度信息，通过下游对接工具重建全原子配体构象。PocketXMol-tuned</a:t>
            </a:r>
            <a:r>
              <a:rPr dirty="0"/>
              <a:t> </a:t>
            </a:r>
            <a:r>
              <a:rPr dirty="0" err="1"/>
              <a:t>为默认选项</a:t>
            </a:r>
            <a:r>
              <a:rPr dirty="0"/>
              <a:t>。</a:t>
            </a:r>
          </a:p>
          <a:p>
            <a:r>
              <a:rPr dirty="0"/>
              <a:t>ENGLISH:</a:t>
            </a:r>
          </a:p>
          <a:p>
            <a:r>
              <a:rPr dirty="0"/>
              <a:t>Network architecture and data flow of the </a:t>
            </a:r>
            <a:r>
              <a:rPr dirty="0" err="1"/>
              <a:t>LigandSeek</a:t>
            </a:r>
            <a:r>
              <a:rPr dirty="0"/>
              <a:t> Find–Match–Build framework.</a:t>
            </a:r>
          </a:p>
          <a:p>
            <a:r>
              <a:rPr dirty="0"/>
              <a:t>a, Find encodes density and receptor information to produce candidate ligand regions (blobs) and auxiliary features. Voxel-to-point fusion and recycling connect the voxel and point-cloud branches.</a:t>
            </a:r>
          </a:p>
          <a:p>
            <a:r>
              <a:rPr dirty="0"/>
              <a:t>b, Match classifies candidates as foreground or background and assigns ligand identities. A 3D U-Net encodes a local voxel crop. Pooling, cross-attention and </a:t>
            </a:r>
            <a:r>
              <a:rPr dirty="0" err="1"/>
              <a:t>FiLM</a:t>
            </a:r>
            <a:r>
              <a:rPr dirty="0"/>
              <a:t> integrate auxiliary features from the pocket and blob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dirty="0"/>
              <a:t>c, Build uses the site, SMILES identity, pocket and density information with downstream docking tools to reconstruct an all-atom ligand pose. </a:t>
            </a:r>
            <a:r>
              <a:rPr dirty="0" err="1"/>
              <a:t>PocketXMol</a:t>
            </a:r>
            <a:r>
              <a:rPr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F67D28-3315-E090-04D1-5A02BB6D3C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00384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A75C1-0A29-503D-D14F-DD30A366B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8C2D6-AFFA-F424-2DB6-226AA2DC74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E0A96-C68D-3680-517F-4A70750DF5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LigandSeek</a:t>
            </a:r>
            <a:r>
              <a:rPr dirty="0"/>
              <a:t> 的 Find–Match–Build </a:t>
            </a:r>
            <a:r>
              <a:rPr dirty="0" err="1"/>
              <a:t>框架的网络结构与数据流</a:t>
            </a:r>
            <a:r>
              <a:rPr dirty="0"/>
              <a:t>。</a:t>
            </a:r>
          </a:p>
          <a:p>
            <a:r>
              <a:rPr dirty="0" err="1"/>
              <a:t>a，Find</a:t>
            </a:r>
            <a:r>
              <a:rPr dirty="0"/>
              <a:t> </a:t>
            </a:r>
            <a:r>
              <a:rPr dirty="0" err="1"/>
              <a:t>将密度与受体信息编码为候选配体区域（blobs）及辅助特征。体素分支和点云分支通过体素到点的特征融合及迭代回收连接</a:t>
            </a:r>
            <a:r>
              <a:rPr dirty="0"/>
              <a:t>。</a:t>
            </a:r>
          </a:p>
          <a:p>
            <a:r>
              <a:rPr dirty="0" err="1"/>
              <a:t>b，Match</a:t>
            </a:r>
            <a:r>
              <a:rPr dirty="0"/>
              <a:t> 对候选区域进行前景判别和身份指派。3D U-Net </a:t>
            </a:r>
            <a:r>
              <a:rPr dirty="0" err="1"/>
              <a:t>编码局部体素块；口袋与</a:t>
            </a:r>
            <a:r>
              <a:rPr dirty="0"/>
              <a:t> blob </a:t>
            </a:r>
            <a:r>
              <a:rPr dirty="0" err="1"/>
              <a:t>的辅助特征经池化、交叉注意力和</a:t>
            </a:r>
            <a:r>
              <a:rPr dirty="0"/>
              <a:t> </a:t>
            </a:r>
            <a:r>
              <a:rPr dirty="0" err="1"/>
              <a:t>FiLM</a:t>
            </a:r>
            <a:r>
              <a:rPr dirty="0"/>
              <a:t> </a:t>
            </a:r>
            <a:r>
              <a:rPr dirty="0" err="1"/>
              <a:t>调制候选表示。身份编码器整合分子图、SMI-TED</a:t>
            </a:r>
            <a:r>
              <a:rPr dirty="0"/>
              <a:t> </a:t>
            </a:r>
            <a:r>
              <a:rPr dirty="0" err="1"/>
              <a:t>语言表示及同一</a:t>
            </a:r>
            <a:r>
              <a:rPr dirty="0"/>
              <a:t> PDB </a:t>
            </a:r>
            <a:r>
              <a:rPr dirty="0" err="1"/>
              <a:t>中的身份上下文。前景头输出前景概率，余弦评分产生候选与身份的匹配分数</a:t>
            </a:r>
            <a:r>
              <a:rPr dirty="0"/>
              <a:t>。</a:t>
            </a:r>
          </a:p>
          <a:p>
            <a:r>
              <a:rPr dirty="0" err="1"/>
              <a:t>c，Build</a:t>
            </a:r>
            <a:r>
              <a:rPr dirty="0"/>
              <a:t> </a:t>
            </a:r>
            <a:r>
              <a:rPr dirty="0" err="1"/>
              <a:t>结合位点、SMILES</a:t>
            </a:r>
            <a:r>
              <a:rPr dirty="0"/>
              <a:t> </a:t>
            </a:r>
            <a:r>
              <a:rPr dirty="0" err="1"/>
              <a:t>身份、口袋与密度信息，通过下游对接工具重建全原子配体构象。PocketXMol-tuned</a:t>
            </a:r>
            <a:r>
              <a:rPr dirty="0"/>
              <a:t> </a:t>
            </a:r>
            <a:r>
              <a:rPr dirty="0" err="1"/>
              <a:t>为默认选项</a:t>
            </a:r>
            <a:r>
              <a:rPr dirty="0"/>
              <a:t>。</a:t>
            </a:r>
          </a:p>
          <a:p>
            <a:r>
              <a:rPr dirty="0"/>
              <a:t>ENGLISH:</a:t>
            </a:r>
          </a:p>
          <a:p>
            <a:r>
              <a:rPr dirty="0"/>
              <a:t>Network architecture and data flow of the </a:t>
            </a:r>
            <a:r>
              <a:rPr dirty="0" err="1"/>
              <a:t>LigandSeek</a:t>
            </a:r>
            <a:r>
              <a:rPr dirty="0"/>
              <a:t> Find–Match–Build framework.</a:t>
            </a:r>
          </a:p>
          <a:p>
            <a:r>
              <a:rPr dirty="0"/>
              <a:t>a, Find encodes density and receptor information to produce candidate ligand regions (blobs) and auxiliary features. Voxel-to-point fusion and recycling connect the voxel and point-cloud branches.</a:t>
            </a:r>
          </a:p>
          <a:p>
            <a:r>
              <a:rPr dirty="0"/>
              <a:t>b, Match classifies candidates as foreground or background and assigns ligand identities. A 3D U-Net encodes a local voxel crop. Pooling, cross-attention and </a:t>
            </a:r>
            <a:r>
              <a:rPr dirty="0" err="1"/>
              <a:t>FiLM</a:t>
            </a:r>
            <a:r>
              <a:rPr dirty="0"/>
              <a:t> integrate auxiliary features from the pocket and blob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dirty="0"/>
              <a:t>c, Build uses the site, SMILES identity, pocket and density information with downstream docking tools to reconstruct an all-atom ligand pose. </a:t>
            </a:r>
            <a:r>
              <a:rPr dirty="0" err="1"/>
              <a:t>PocketXMol</a:t>
            </a:r>
            <a:r>
              <a:rPr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BC79C0-8F9F-74A5-AE98-BD5A4E418F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11583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B653D-FFEF-1750-5ED2-52D8C2D4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896515-36F4-8FF6-E2EC-D28BFADEFB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4C0162-011C-BE17-DEF7-145E543398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dirty="0"/>
          </a:p>
          <a:p>
            <a:r>
              <a:rPr b="1" dirty="0"/>
              <a:t>ENGLISH:</a:t>
            </a:r>
            <a:endParaRPr lang="en-US" b="1" dirty="0"/>
          </a:p>
          <a:p>
            <a:r>
              <a:rPr lang="en-US" dirty="0"/>
              <a:t>Network architecture and data flow of the </a:t>
            </a:r>
            <a:r>
              <a:rPr lang="en-US" dirty="0" err="1"/>
              <a:t>LigandSeek</a:t>
            </a:r>
            <a:r>
              <a:rPr lang="en-US" dirty="0"/>
              <a:t> Find–Match–Build framework.</a:t>
            </a:r>
          </a:p>
          <a:p>
            <a:r>
              <a:rPr lang="en-US" b="1" dirty="0"/>
              <a:t>a, </a:t>
            </a:r>
            <a:r>
              <a:rPr lang="en-US" dirty="0"/>
              <a:t>Find encodes density and receptor information to produce candidate ligand regions (blobs in $\</a:t>
            </a:r>
            <a:r>
              <a:rPr lang="en-US" dirty="0" err="1"/>
              <a:t>mathbb</a:t>
            </a:r>
            <a:r>
              <a:rPr lang="en-US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sz="1200" b="1" kern="1200" dirty="0"/>
              <a:t>b, </a:t>
            </a:r>
            <a:r>
              <a:rPr lang="en-US" dirty="0"/>
              <a:t>Match classifies candidates as foreground or background and assigns ligand identities. A 3D U-Net encodes a local voxel crop. </a:t>
            </a:r>
            <a:r>
              <a:rPr lang="zh-CN" altLang="zh-CN" dirty="0"/>
              <a:t>Pooling, cross-attention and FiLM integrate pocket and blob information with auxiliary features from Find into the candidate representation.</a:t>
            </a:r>
            <a:r>
              <a:rPr lang="en-US" altLang="zh-CN" dirty="0"/>
              <a:t> </a:t>
            </a:r>
            <a:r>
              <a:rPr lang="en-US" dirty="0"/>
              <a:t>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sz="1200" b="1" kern="1200" dirty="0"/>
              <a:t>c, </a:t>
            </a:r>
            <a:r>
              <a:rPr lang="en-US" dirty="0"/>
              <a:t>Build uses the binding site, SMILES identity, pocket and density information with downstream docking tools to reconstruct an all-atom ligand pose. </a:t>
            </a:r>
            <a:r>
              <a:rPr lang="en-US" dirty="0" err="1"/>
              <a:t>PocketXMol</a:t>
            </a:r>
            <a:r>
              <a:rPr lang="en-US" dirty="0"/>
              <a:t>-tuned is the default option.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64DA0-50CC-4D1B-325C-9E2795E8B4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22463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610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5.png"/><Relationship Id="rId3" Type="http://schemas.microsoft.com/office/2018/10/relationships/comments" Target="../comments/modernComment_108_51F486EC.xml"/><Relationship Id="rId7" Type="http://schemas.openxmlformats.org/officeDocument/2006/relationships/image" Target="../media/image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3.png"/><Relationship Id="rId5" Type="http://schemas.openxmlformats.org/officeDocument/2006/relationships/image" Target="../media/image7.png"/><Relationship Id="rId10" Type="http://schemas.openxmlformats.org/officeDocument/2006/relationships/image" Target="../media/image2.png"/><Relationship Id="rId4" Type="http://schemas.openxmlformats.org/officeDocument/2006/relationships/image" Target="../media/image6.png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microsoft.com/office/2018/10/relationships/comments" Target="../comments/modernComment_109_0.xml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9E97A5A5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microsoft.com/office/2018/10/relationships/comments" Target="../comments/modernComment_10D_9E97A5A5.xml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microsoft.com/office/2018/10/relationships/comments" Target="../comments/modernComment_10E_32F8FEB7.xm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4.png"/><Relationship Id="rId4" Type="http://schemas.openxmlformats.org/officeDocument/2006/relationships/image" Target="../media/image19.png"/><Relationship Id="rId9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3D9F4-6FE8-3002-7C36-65E297006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0001">
            <a:extLst>
              <a:ext uri="{FF2B5EF4-FFF2-40B4-BE49-F238E27FC236}">
                <a16:creationId xmlns:a16="http://schemas.microsoft.com/office/drawing/2014/main" id="{188D4DB8-D0C5-D085-536B-072D491662D7}"/>
              </a:ext>
            </a:extLst>
          </p:cNvPr>
          <p:cNvSpPr/>
          <p:nvPr/>
        </p:nvSpPr>
        <p:spPr>
          <a:xfrm>
            <a:off x="1405608" y="47036"/>
            <a:ext cx="639689" cy="3774638"/>
          </a:xfrm>
          <a:prstGeom prst="roundRect">
            <a:avLst>
              <a:gd name="adj" fmla="val 4412"/>
            </a:avLst>
          </a:prstGeom>
          <a:solidFill>
            <a:srgbClr val="F9FBFD"/>
          </a:solidFill>
          <a:ln w="6480" cap="rnd" cmpd="sng" algn="ctr">
            <a:solidFill>
              <a:srgbClr val="C3D2E0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3" name="a | panel label">
            <a:extLst>
              <a:ext uri="{FF2B5EF4-FFF2-40B4-BE49-F238E27FC236}">
                <a16:creationId xmlns:a16="http://schemas.microsoft.com/office/drawing/2014/main" id="{058DC455-4ED7-2C23-82AA-0600700AE8B7}"/>
              </a:ext>
            </a:extLst>
          </p:cNvPr>
          <p:cNvSpPr txBox="1"/>
          <p:nvPr/>
        </p:nvSpPr>
        <p:spPr>
          <a:xfrm>
            <a:off x="1450292" y="61147"/>
            <a:ext cx="98818" cy="136922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r>
              <a:rPr lang="en-US" sz="760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a</a:t>
            </a:r>
            <a:endParaRPr lang="en-US" sz="760" dirty="0"/>
          </a:p>
        </p:txBody>
      </p:sp>
      <p:grpSp>
        <p:nvGrpSpPr>
          <p:cNvPr id="4" name="Text | Shared input / representation">
            <a:extLst>
              <a:ext uri="{FF2B5EF4-FFF2-40B4-BE49-F238E27FC236}">
                <a16:creationId xmlns:a16="http://schemas.microsoft.com/office/drawing/2014/main" id="{FF7FC1AA-0DF5-F3C7-D2BE-CF13CC4ABD19}"/>
              </a:ext>
            </a:extLst>
          </p:cNvPr>
          <p:cNvGrpSpPr/>
          <p:nvPr/>
        </p:nvGrpSpPr>
        <p:grpSpPr>
          <a:xfrm>
            <a:off x="1528000" y="77610"/>
            <a:ext cx="487000" cy="183863"/>
            <a:chOff x="266085" y="108405"/>
            <a:chExt cx="835165" cy="256821"/>
          </a:xfrm>
        </p:grpSpPr>
        <p:sp>
          <p:nvSpPr>
            <p:cNvPr id="5" name="Text | Shared input">
              <a:extLst>
                <a:ext uri="{FF2B5EF4-FFF2-40B4-BE49-F238E27FC236}">
                  <a16:creationId xmlns:a16="http://schemas.microsoft.com/office/drawing/2014/main" id="{6D4793C7-55E6-7138-8894-8797F2C64D96}"/>
                </a:ext>
              </a:extLst>
            </p:cNvPr>
            <p:cNvSpPr txBox="1"/>
            <p:nvPr/>
          </p:nvSpPr>
          <p:spPr>
            <a:xfrm>
              <a:off x="266085" y="108405"/>
              <a:ext cx="729063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3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Shared input</a:t>
              </a:r>
              <a:endParaRPr lang="en-US" sz="537"/>
            </a:p>
          </p:txBody>
        </p:sp>
        <p:sp>
          <p:nvSpPr>
            <p:cNvPr id="6" name="Text | representation">
              <a:extLst>
                <a:ext uri="{FF2B5EF4-FFF2-40B4-BE49-F238E27FC236}">
                  <a16:creationId xmlns:a16="http://schemas.microsoft.com/office/drawing/2014/main" id="{C172DF06-9920-048A-052D-FADE9A7BA489}"/>
                </a:ext>
              </a:extLst>
            </p:cNvPr>
            <p:cNvSpPr txBox="1"/>
            <p:nvPr/>
          </p:nvSpPr>
          <p:spPr>
            <a:xfrm>
              <a:off x="266085" y="229950"/>
              <a:ext cx="835165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3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representation</a:t>
              </a:r>
              <a:endParaRPr lang="en-US" sz="537" dirty="0"/>
            </a:p>
          </p:txBody>
        </p:sp>
      </p:grpSp>
      <p:sp>
        <p:nvSpPr>
          <p:cNvPr id="7" name="Text | Density bank">
            <a:extLst>
              <a:ext uri="{FF2B5EF4-FFF2-40B4-BE49-F238E27FC236}">
                <a16:creationId xmlns:a16="http://schemas.microsoft.com/office/drawing/2014/main" id="{FFABFE88-4E85-C0B4-7C93-573819E29107}"/>
              </a:ext>
            </a:extLst>
          </p:cNvPr>
          <p:cNvSpPr txBox="1"/>
          <p:nvPr/>
        </p:nvSpPr>
        <p:spPr>
          <a:xfrm>
            <a:off x="1457798" y="335050"/>
            <a:ext cx="535308" cy="10309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530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Density bank</a:t>
            </a:r>
            <a:endParaRPr lang="en-US" sz="530" dirty="0"/>
          </a:p>
        </p:txBody>
      </p:sp>
      <p:sp>
        <p:nvSpPr>
          <p:cNvPr id="8" name="Text | M">
            <a:extLst>
              <a:ext uri="{FF2B5EF4-FFF2-40B4-BE49-F238E27FC236}">
                <a16:creationId xmlns:a16="http://schemas.microsoft.com/office/drawing/2014/main" id="{59909A0E-F21F-062C-587C-F8049D64136E}"/>
              </a:ext>
            </a:extLst>
          </p:cNvPr>
          <p:cNvSpPr txBox="1"/>
          <p:nvPr/>
        </p:nvSpPr>
        <p:spPr>
          <a:xfrm>
            <a:off x="1450067" y="71133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exp</a:t>
            </a:r>
            <a:endParaRPr lang="en-US" sz="472" dirty="0"/>
          </a:p>
        </p:txBody>
      </p:sp>
      <p:sp>
        <p:nvSpPr>
          <p:cNvPr id="9" name="Text | M">
            <a:extLst>
              <a:ext uri="{FF2B5EF4-FFF2-40B4-BE49-F238E27FC236}">
                <a16:creationId xmlns:a16="http://schemas.microsoft.com/office/drawing/2014/main" id="{497A7773-9017-BB07-86C6-D82801375E62}"/>
              </a:ext>
            </a:extLst>
          </p:cNvPr>
          <p:cNvSpPr txBox="1"/>
          <p:nvPr/>
        </p:nvSpPr>
        <p:spPr>
          <a:xfrm>
            <a:off x="1743107" y="71133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sim</a:t>
            </a:r>
            <a:endParaRPr lang="en-US" sz="472" dirty="0"/>
          </a:p>
        </p:txBody>
      </p:sp>
      <p:sp>
        <p:nvSpPr>
          <p:cNvPr id="10" name="Text | M">
            <a:extLst>
              <a:ext uri="{FF2B5EF4-FFF2-40B4-BE49-F238E27FC236}">
                <a16:creationId xmlns:a16="http://schemas.microsoft.com/office/drawing/2014/main" id="{5CCADE51-1D32-91AF-C3B0-AB9B37C106E1}"/>
              </a:ext>
            </a:extLst>
          </p:cNvPr>
          <p:cNvSpPr txBox="1"/>
          <p:nvPr/>
        </p:nvSpPr>
        <p:spPr>
          <a:xfrm>
            <a:off x="1450067" y="104638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diff</a:t>
            </a:r>
            <a:endParaRPr lang="en-US" sz="472" dirty="0"/>
          </a:p>
        </p:txBody>
      </p:sp>
      <p:sp>
        <p:nvSpPr>
          <p:cNvPr id="11" name="Text | M">
            <a:extLst>
              <a:ext uri="{FF2B5EF4-FFF2-40B4-BE49-F238E27FC236}">
                <a16:creationId xmlns:a16="http://schemas.microsoft.com/office/drawing/2014/main" id="{46BDFE23-98D7-8796-90A1-C6666245A72F}"/>
              </a:ext>
            </a:extLst>
          </p:cNvPr>
          <p:cNvSpPr txBox="1"/>
          <p:nvPr/>
        </p:nvSpPr>
        <p:spPr>
          <a:xfrm>
            <a:off x="1743107" y="104638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diff</a:t>
            </a:r>
            <a:r>
              <a:rPr lang="en-US" sz="379" baseline="30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+</a:t>
            </a:r>
            <a:endParaRPr lang="en-US" sz="472" dirty="0"/>
          </a:p>
        </p:txBody>
      </p:sp>
      <p:cxnSp>
        <p:nvCxnSpPr>
          <p:cNvPr id="12" name="path_0515">
            <a:extLst>
              <a:ext uri="{FF2B5EF4-FFF2-40B4-BE49-F238E27FC236}">
                <a16:creationId xmlns:a16="http://schemas.microsoft.com/office/drawing/2014/main" id="{9709B70B-8DAC-84CD-86CB-B390E423FD26}"/>
              </a:ext>
            </a:extLst>
          </p:cNvPr>
          <p:cNvCxnSpPr/>
          <p:nvPr/>
        </p:nvCxnSpPr>
        <p:spPr>
          <a:xfrm>
            <a:off x="1492624" y="1152381"/>
            <a:ext cx="465656" cy="0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" name="path_0516">
            <a:extLst>
              <a:ext uri="{FF2B5EF4-FFF2-40B4-BE49-F238E27FC236}">
                <a16:creationId xmlns:a16="http://schemas.microsoft.com/office/drawing/2014/main" id="{6A6A7581-7523-8E06-10C3-890DE5D87502}"/>
              </a:ext>
            </a:extLst>
          </p:cNvPr>
          <p:cNvCxnSpPr/>
          <p:nvPr/>
        </p:nvCxnSpPr>
        <p:spPr>
          <a:xfrm>
            <a:off x="1492624" y="1131216"/>
            <a:ext cx="0" cy="21166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path_0517">
            <a:extLst>
              <a:ext uri="{FF2B5EF4-FFF2-40B4-BE49-F238E27FC236}">
                <a16:creationId xmlns:a16="http://schemas.microsoft.com/office/drawing/2014/main" id="{B8D41E7F-746D-8A4C-B222-FC2D754E1AAD}"/>
              </a:ext>
            </a:extLst>
          </p:cNvPr>
          <p:cNvCxnSpPr/>
          <p:nvPr/>
        </p:nvCxnSpPr>
        <p:spPr>
          <a:xfrm>
            <a:off x="1958280" y="1131216"/>
            <a:ext cx="0" cy="21166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Text | 4 base fields">
            <a:extLst>
              <a:ext uri="{FF2B5EF4-FFF2-40B4-BE49-F238E27FC236}">
                <a16:creationId xmlns:a16="http://schemas.microsoft.com/office/drawing/2014/main" id="{4A2E43B8-602F-1078-C2D3-48985FBE8B4C}"/>
              </a:ext>
            </a:extLst>
          </p:cNvPr>
          <p:cNvSpPr txBox="1"/>
          <p:nvPr/>
        </p:nvSpPr>
        <p:spPr>
          <a:xfrm>
            <a:off x="1457798" y="1172678"/>
            <a:ext cx="535308" cy="90206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94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base fields</a:t>
            </a:r>
            <a:endParaRPr lang="en-US" sz="494" dirty="0"/>
          </a:p>
        </p:txBody>
      </p:sp>
      <p:grpSp>
        <p:nvGrpSpPr>
          <p:cNvPr id="16" name="a | arrow base fields to normalizations">
            <a:extLst>
              <a:ext uri="{FF2B5EF4-FFF2-40B4-BE49-F238E27FC236}">
                <a16:creationId xmlns:a16="http://schemas.microsoft.com/office/drawing/2014/main" id="{2F916DEA-74E2-7961-4A0E-35C9630CD920}"/>
              </a:ext>
            </a:extLst>
          </p:cNvPr>
          <p:cNvGrpSpPr/>
          <p:nvPr/>
        </p:nvGrpSpPr>
        <p:grpSpPr>
          <a:xfrm>
            <a:off x="1715492" y="1265268"/>
            <a:ext cx="19920" cy="68202"/>
            <a:chOff x="498548" y="1767330"/>
            <a:chExt cx="27824" cy="95265"/>
          </a:xfrm>
        </p:grpSpPr>
        <p:cxnSp>
          <p:nvCxnSpPr>
            <p:cNvPr id="17" name="Arrow |  →  | path">
              <a:extLst>
                <a:ext uri="{FF2B5EF4-FFF2-40B4-BE49-F238E27FC236}">
                  <a16:creationId xmlns:a16="http://schemas.microsoft.com/office/drawing/2014/main" id="{6CEADEF2-D050-FB8E-2A69-148F5E853E61}"/>
                </a:ext>
              </a:extLst>
            </p:cNvPr>
            <p:cNvCxnSpPr/>
            <p:nvPr/>
          </p:nvCxnSpPr>
          <p:spPr>
            <a:xfrm>
              <a:off x="512460" y="1767330"/>
              <a:ext cx="0" cy="9526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Arrow |  →  | editable arrowhead">
              <a:extLst>
                <a:ext uri="{FF2B5EF4-FFF2-40B4-BE49-F238E27FC236}">
                  <a16:creationId xmlns:a16="http://schemas.microsoft.com/office/drawing/2014/main" id="{CA40F147-95AB-1C77-E663-D94B304BA0EC}"/>
                </a:ext>
              </a:extLst>
            </p:cNvPr>
            <p:cNvSpPr/>
            <p:nvPr/>
          </p:nvSpPr>
          <p:spPr>
            <a:xfrm>
              <a:off x="498548" y="1830238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9" name="Text | 2 normalizations">
            <a:extLst>
              <a:ext uri="{FF2B5EF4-FFF2-40B4-BE49-F238E27FC236}">
                <a16:creationId xmlns:a16="http://schemas.microsoft.com/office/drawing/2014/main" id="{ECAECD21-319F-A44E-72D4-D19DAB35EBAF}"/>
              </a:ext>
            </a:extLst>
          </p:cNvPr>
          <p:cNvSpPr txBox="1"/>
          <p:nvPr/>
        </p:nvSpPr>
        <p:spPr>
          <a:xfrm>
            <a:off x="1457798" y="1340203"/>
            <a:ext cx="535308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87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2 normalisations</a:t>
            </a:r>
            <a:endParaRPr lang="en-US" sz="487" dirty="0"/>
          </a:p>
        </p:txBody>
      </p:sp>
      <p:sp>
        <p:nvSpPr>
          <p:cNvPr id="20" name="Text | Raw">
            <a:extLst>
              <a:ext uri="{FF2B5EF4-FFF2-40B4-BE49-F238E27FC236}">
                <a16:creationId xmlns:a16="http://schemas.microsoft.com/office/drawing/2014/main" id="{B6673C5E-23F9-7C20-7D7E-32529C73C54F}"/>
              </a:ext>
            </a:extLst>
          </p:cNvPr>
          <p:cNvSpPr txBox="1"/>
          <p:nvPr/>
        </p:nvSpPr>
        <p:spPr>
          <a:xfrm>
            <a:off x="1452644" y="1460049"/>
            <a:ext cx="252577" cy="81185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44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Raw</a:t>
            </a:r>
            <a:endParaRPr lang="en-US" sz="444" dirty="0"/>
          </a:p>
        </p:txBody>
      </p:sp>
      <p:sp>
        <p:nvSpPr>
          <p:cNvPr id="21" name="Text | Z-score">
            <a:extLst>
              <a:ext uri="{FF2B5EF4-FFF2-40B4-BE49-F238E27FC236}">
                <a16:creationId xmlns:a16="http://schemas.microsoft.com/office/drawing/2014/main" id="{D33584F5-416B-3C0E-5E2F-51854247A3D1}"/>
              </a:ext>
            </a:extLst>
          </p:cNvPr>
          <p:cNvSpPr txBox="1"/>
          <p:nvPr/>
        </p:nvSpPr>
        <p:spPr>
          <a:xfrm>
            <a:off x="1745684" y="1460049"/>
            <a:ext cx="252577" cy="81185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44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Z-score</a:t>
            </a:r>
            <a:endParaRPr lang="en-US" sz="444" dirty="0"/>
          </a:p>
        </p:txBody>
      </p:sp>
      <p:grpSp>
        <p:nvGrpSpPr>
          <p:cNvPr id="22" name="a | arrow normalizations to views">
            <a:extLst>
              <a:ext uri="{FF2B5EF4-FFF2-40B4-BE49-F238E27FC236}">
                <a16:creationId xmlns:a16="http://schemas.microsoft.com/office/drawing/2014/main" id="{0A72C3BA-DEA4-CB7C-782B-AF7E77EAB54E}"/>
              </a:ext>
            </a:extLst>
          </p:cNvPr>
          <p:cNvGrpSpPr/>
          <p:nvPr/>
        </p:nvGrpSpPr>
        <p:grpSpPr>
          <a:xfrm>
            <a:off x="1715492" y="1768553"/>
            <a:ext cx="19920" cy="79961"/>
            <a:chOff x="498548" y="2470320"/>
            <a:chExt cx="27824" cy="111690"/>
          </a:xfrm>
        </p:grpSpPr>
        <p:cxnSp>
          <p:nvCxnSpPr>
            <p:cNvPr id="23" name="Arrow |  →  | path">
              <a:extLst>
                <a:ext uri="{FF2B5EF4-FFF2-40B4-BE49-F238E27FC236}">
                  <a16:creationId xmlns:a16="http://schemas.microsoft.com/office/drawing/2014/main" id="{42E37C84-D9B1-E724-2B76-D64638C929A7}"/>
                </a:ext>
              </a:extLst>
            </p:cNvPr>
            <p:cNvCxnSpPr/>
            <p:nvPr/>
          </p:nvCxnSpPr>
          <p:spPr>
            <a:xfrm>
              <a:off x="512460" y="2470320"/>
              <a:ext cx="0" cy="11169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Arrow |  →  | editable arrowhead">
              <a:extLst>
                <a:ext uri="{FF2B5EF4-FFF2-40B4-BE49-F238E27FC236}">
                  <a16:creationId xmlns:a16="http://schemas.microsoft.com/office/drawing/2014/main" id="{C18BFCB3-02B5-040F-2F0D-5164F37D359B}"/>
                </a:ext>
              </a:extLst>
            </p:cNvPr>
            <p:cNvSpPr/>
            <p:nvPr/>
          </p:nvSpPr>
          <p:spPr>
            <a:xfrm>
              <a:off x="498548" y="254965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5" name="Text | 7 spatial views">
            <a:extLst>
              <a:ext uri="{FF2B5EF4-FFF2-40B4-BE49-F238E27FC236}">
                <a16:creationId xmlns:a16="http://schemas.microsoft.com/office/drawing/2014/main" id="{40925002-DB9B-B5F6-AFED-58D66164FFF2}"/>
              </a:ext>
            </a:extLst>
          </p:cNvPr>
          <p:cNvSpPr txBox="1"/>
          <p:nvPr/>
        </p:nvSpPr>
        <p:spPr>
          <a:xfrm>
            <a:off x="1457798" y="1876285"/>
            <a:ext cx="535308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87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7 spatial views</a:t>
            </a:r>
            <a:endParaRPr lang="en-US" sz="487" dirty="0"/>
          </a:p>
        </p:txBody>
      </p:sp>
      <p:sp>
        <p:nvSpPr>
          <p:cNvPr id="26" name="Text | Identity">
            <a:extLst>
              <a:ext uri="{FF2B5EF4-FFF2-40B4-BE49-F238E27FC236}">
                <a16:creationId xmlns:a16="http://schemas.microsoft.com/office/drawing/2014/main" id="{93B90548-6C8A-23F1-711D-A7122C184B0B}"/>
              </a:ext>
            </a:extLst>
          </p:cNvPr>
          <p:cNvSpPr txBox="1"/>
          <p:nvPr/>
        </p:nvSpPr>
        <p:spPr>
          <a:xfrm>
            <a:off x="1452644" y="2201026"/>
            <a:ext cx="252577" cy="77319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19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Identity</a:t>
            </a:r>
            <a:endParaRPr lang="en-US" sz="419" dirty="0"/>
          </a:p>
        </p:txBody>
      </p:sp>
      <p:sp>
        <p:nvSpPr>
          <p:cNvPr id="27" name="Text | Gaussian ×2">
            <a:extLst>
              <a:ext uri="{FF2B5EF4-FFF2-40B4-BE49-F238E27FC236}">
                <a16:creationId xmlns:a16="http://schemas.microsoft.com/office/drawing/2014/main" id="{1C639667-E0DF-8EF0-5427-165D14B333DC}"/>
              </a:ext>
            </a:extLst>
          </p:cNvPr>
          <p:cNvSpPr txBox="1"/>
          <p:nvPr/>
        </p:nvSpPr>
        <p:spPr>
          <a:xfrm>
            <a:off x="1732798" y="2201026"/>
            <a:ext cx="278350" cy="77319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04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Gaussian ×2</a:t>
            </a:r>
            <a:endParaRPr lang="en-US" sz="404" dirty="0"/>
          </a:p>
        </p:txBody>
      </p:sp>
      <p:sp>
        <p:nvSpPr>
          <p:cNvPr id="28" name="Text | DoG ×2">
            <a:extLst>
              <a:ext uri="{FF2B5EF4-FFF2-40B4-BE49-F238E27FC236}">
                <a16:creationId xmlns:a16="http://schemas.microsoft.com/office/drawing/2014/main" id="{4E220102-8AC1-048F-DB4C-17387DE06A01}"/>
              </a:ext>
            </a:extLst>
          </p:cNvPr>
          <p:cNvSpPr txBox="1"/>
          <p:nvPr/>
        </p:nvSpPr>
        <p:spPr>
          <a:xfrm>
            <a:off x="1452644" y="2487108"/>
            <a:ext cx="252577" cy="77319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19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DoG ×2</a:t>
            </a:r>
            <a:endParaRPr lang="en-US" sz="419" dirty="0"/>
          </a:p>
        </p:txBody>
      </p:sp>
      <p:sp>
        <p:nvSpPr>
          <p:cNvPr id="29" name="Text | Receptor / suppression / ×2">
            <a:extLst>
              <a:ext uri="{FF2B5EF4-FFF2-40B4-BE49-F238E27FC236}">
                <a16:creationId xmlns:a16="http://schemas.microsoft.com/office/drawing/2014/main" id="{08F9C2D5-DFBF-635A-5751-F75B7BB8D644}"/>
              </a:ext>
            </a:extLst>
          </p:cNvPr>
          <p:cNvSpPr txBox="1"/>
          <p:nvPr/>
        </p:nvSpPr>
        <p:spPr>
          <a:xfrm>
            <a:off x="1732798" y="2484531"/>
            <a:ext cx="278350" cy="185567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397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Receptor</a:t>
            </a:r>
            <a:endParaRPr lang="en-US" sz="397" dirty="0"/>
          </a:p>
          <a:p>
            <a:pPr algn="ctr"/>
            <a:r>
              <a:rPr lang="en-US" sz="397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suppression</a:t>
            </a:r>
            <a:endParaRPr lang="en-US" sz="397" dirty="0"/>
          </a:p>
          <a:p>
            <a:pPr algn="ctr"/>
            <a:r>
              <a:rPr lang="en-US" sz="397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×2</a:t>
            </a:r>
            <a:endParaRPr lang="en-US" sz="397" dirty="0"/>
          </a:p>
        </p:txBody>
      </p:sp>
      <p:grpSp>
        <p:nvGrpSpPr>
          <p:cNvPr id="30" name="a | arrow views to 56 channels">
            <a:extLst>
              <a:ext uri="{FF2B5EF4-FFF2-40B4-BE49-F238E27FC236}">
                <a16:creationId xmlns:a16="http://schemas.microsoft.com/office/drawing/2014/main" id="{FF8705FD-9F43-86F3-63B6-CA09EAFB25F4}"/>
              </a:ext>
            </a:extLst>
          </p:cNvPr>
          <p:cNvGrpSpPr/>
          <p:nvPr/>
        </p:nvGrpSpPr>
        <p:grpSpPr>
          <a:xfrm>
            <a:off x="1715530" y="2680407"/>
            <a:ext cx="19845" cy="69587"/>
            <a:chOff x="498548" y="3682485"/>
            <a:chExt cx="27824" cy="101835"/>
          </a:xfrm>
        </p:grpSpPr>
        <p:cxnSp>
          <p:nvCxnSpPr>
            <p:cNvPr id="31" name="Arrow |  →  | path">
              <a:extLst>
                <a:ext uri="{FF2B5EF4-FFF2-40B4-BE49-F238E27FC236}">
                  <a16:creationId xmlns:a16="http://schemas.microsoft.com/office/drawing/2014/main" id="{B5652EDA-ABBF-CE78-4C71-B8222DC8CCB7}"/>
                </a:ext>
              </a:extLst>
            </p:cNvPr>
            <p:cNvCxnSpPr/>
            <p:nvPr/>
          </p:nvCxnSpPr>
          <p:spPr>
            <a:xfrm>
              <a:off x="512460" y="3682485"/>
              <a:ext cx="0" cy="10183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2" name="Arrow |  →  | editable arrowhead">
              <a:extLst>
                <a:ext uri="{FF2B5EF4-FFF2-40B4-BE49-F238E27FC236}">
                  <a16:creationId xmlns:a16="http://schemas.microsoft.com/office/drawing/2014/main" id="{92E4E440-BBC8-BD39-887C-D9C0DB01ECE8}"/>
                </a:ext>
              </a:extLst>
            </p:cNvPr>
            <p:cNvSpPr/>
            <p:nvPr/>
          </p:nvSpPr>
          <p:spPr>
            <a:xfrm>
              <a:off x="498548" y="375196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33" name="Text | 56 channels">
            <a:extLst>
              <a:ext uri="{FF2B5EF4-FFF2-40B4-BE49-F238E27FC236}">
                <a16:creationId xmlns:a16="http://schemas.microsoft.com/office/drawing/2014/main" id="{929F6C72-15D0-0B31-BCF7-3B7A0D2AF603}"/>
              </a:ext>
            </a:extLst>
          </p:cNvPr>
          <p:cNvSpPr txBox="1"/>
          <p:nvPr/>
        </p:nvSpPr>
        <p:spPr>
          <a:xfrm>
            <a:off x="1457798" y="3036076"/>
            <a:ext cx="535308" cy="10309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537" b="1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56 channels</a:t>
            </a:r>
            <a:endParaRPr lang="en-US" sz="537" dirty="0"/>
          </a:p>
        </p:txBody>
      </p:sp>
      <p:sp>
        <p:nvSpPr>
          <p:cNvPr id="34" name="Text | 4 × 2 × 7">
            <a:extLst>
              <a:ext uri="{FF2B5EF4-FFF2-40B4-BE49-F238E27FC236}">
                <a16:creationId xmlns:a16="http://schemas.microsoft.com/office/drawing/2014/main" id="{2ADB5EED-E64E-051D-D7B2-9989249A0DC0}"/>
              </a:ext>
            </a:extLst>
          </p:cNvPr>
          <p:cNvSpPr txBox="1"/>
          <p:nvPr/>
        </p:nvSpPr>
        <p:spPr>
          <a:xfrm>
            <a:off x="1457798" y="3144323"/>
            <a:ext cx="535308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5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× 2 × 7</a:t>
            </a:r>
            <a:endParaRPr lang="en-US" sz="451" dirty="0"/>
          </a:p>
        </p:txBody>
      </p:sp>
      <p:cxnSp>
        <p:nvCxnSpPr>
          <p:cNvPr id="35" name="path_1422">
            <a:extLst>
              <a:ext uri="{FF2B5EF4-FFF2-40B4-BE49-F238E27FC236}">
                <a16:creationId xmlns:a16="http://schemas.microsoft.com/office/drawing/2014/main" id="{6687D725-F3F1-06B7-4514-93AAC956C930}"/>
              </a:ext>
            </a:extLst>
          </p:cNvPr>
          <p:cNvCxnSpPr/>
          <p:nvPr/>
        </p:nvCxnSpPr>
        <p:spPr>
          <a:xfrm>
            <a:off x="1454996" y="3276056"/>
            <a:ext cx="543266" cy="0"/>
          </a:xfrm>
          <a:prstGeom prst="line">
            <a:avLst/>
          </a:prstGeom>
          <a:noFill/>
          <a:ln w="12700" cap="rnd" cmpd="sng" algn="ctr">
            <a:solidFill>
              <a:srgbClr val="C5D4DE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Text | Receptor atoms">
            <a:extLst>
              <a:ext uri="{FF2B5EF4-FFF2-40B4-BE49-F238E27FC236}">
                <a16:creationId xmlns:a16="http://schemas.microsoft.com/office/drawing/2014/main" id="{10D98193-3092-5A51-78AB-266FEA12BD2D}"/>
              </a:ext>
            </a:extLst>
          </p:cNvPr>
          <p:cNvSpPr txBox="1"/>
          <p:nvPr/>
        </p:nvSpPr>
        <p:spPr>
          <a:xfrm>
            <a:off x="1457798" y="3293808"/>
            <a:ext cx="535308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87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Receptor atoms</a:t>
            </a:r>
            <a:endParaRPr lang="en-US" sz="487" dirty="0"/>
          </a:p>
        </p:txBody>
      </p:sp>
      <p:grpSp>
        <p:nvGrpSpPr>
          <p:cNvPr id="37" name="Arrow |  → ">
            <a:extLst>
              <a:ext uri="{FF2B5EF4-FFF2-40B4-BE49-F238E27FC236}">
                <a16:creationId xmlns:a16="http://schemas.microsoft.com/office/drawing/2014/main" id="{8F8B2DF1-CF62-D81F-8AC5-2E5BEE58E97E}"/>
              </a:ext>
            </a:extLst>
          </p:cNvPr>
          <p:cNvGrpSpPr/>
          <p:nvPr/>
        </p:nvGrpSpPr>
        <p:grpSpPr>
          <a:xfrm>
            <a:off x="1701935" y="3517892"/>
            <a:ext cx="54091" cy="19614"/>
            <a:chOff x="479610" y="4913802"/>
            <a:chExt cx="75555" cy="27397"/>
          </a:xfrm>
        </p:grpSpPr>
        <p:cxnSp>
          <p:nvCxnSpPr>
            <p:cNvPr id="38" name="Arrow |  →  | path">
              <a:extLst>
                <a:ext uri="{FF2B5EF4-FFF2-40B4-BE49-F238E27FC236}">
                  <a16:creationId xmlns:a16="http://schemas.microsoft.com/office/drawing/2014/main" id="{469DB95A-1C34-70E2-C6F2-6F26107F5D37}"/>
                </a:ext>
              </a:extLst>
            </p:cNvPr>
            <p:cNvCxnSpPr/>
            <p:nvPr/>
          </p:nvCxnSpPr>
          <p:spPr>
            <a:xfrm>
              <a:off x="479610" y="4927500"/>
              <a:ext cx="75555" cy="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Arrow |  →  | editable arrowhead">
              <a:extLst>
                <a:ext uri="{FF2B5EF4-FFF2-40B4-BE49-F238E27FC236}">
                  <a16:creationId xmlns:a16="http://schemas.microsoft.com/office/drawing/2014/main" id="{F5BFCBD6-E75C-A7D3-6ABB-81586359D73C}"/>
                </a:ext>
              </a:extLst>
            </p:cNvPr>
            <p:cNvSpPr/>
            <p:nvPr/>
          </p:nvSpPr>
          <p:spPr>
            <a:xfrm>
              <a:off x="523301" y="4913802"/>
              <a:ext cx="31864" cy="27397"/>
            </a:xfrm>
            <a:custGeom>
              <a:avLst/>
              <a:gdLst/>
              <a:ahLst/>
              <a:cxnLst/>
              <a:rect l="0" t="0" r="w" b="h"/>
              <a:pathLst>
                <a:path w="31864" h="27397" stroke="0" extrusionOk="0">
                  <a:moveTo>
                    <a:pt x="31864" y="13698"/>
                  </a:moveTo>
                  <a:lnTo>
                    <a:pt x="0" y="273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E7180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40" name="Text | 50 features / atom">
            <a:extLst>
              <a:ext uri="{FF2B5EF4-FFF2-40B4-BE49-F238E27FC236}">
                <a16:creationId xmlns:a16="http://schemas.microsoft.com/office/drawing/2014/main" id="{CB851B93-B009-1F33-C221-182E48E34603}"/>
              </a:ext>
            </a:extLst>
          </p:cNvPr>
          <p:cNvSpPr txBox="1"/>
          <p:nvPr/>
        </p:nvSpPr>
        <p:spPr>
          <a:xfrm>
            <a:off x="1444912" y="3659786"/>
            <a:ext cx="561081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44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50 features / atom</a:t>
            </a:r>
            <a:endParaRPr lang="en-US" sz="444" dirty="0"/>
          </a:p>
        </p:txBody>
      </p: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C9A8D0EA-47EA-796B-9CB4-729188E4A88E}"/>
              </a:ext>
            </a:extLst>
          </p:cNvPr>
          <p:cNvGrpSpPr/>
          <p:nvPr/>
        </p:nvGrpSpPr>
        <p:grpSpPr>
          <a:xfrm>
            <a:off x="2111147" y="1706392"/>
            <a:ext cx="2963268" cy="2118971"/>
            <a:chOff x="2111147" y="1706392"/>
            <a:chExt cx="2963268" cy="2118971"/>
          </a:xfrm>
        </p:grpSpPr>
        <p:sp>
          <p:nvSpPr>
            <p:cNvPr id="42" name="c | panel background">
              <a:extLst>
                <a:ext uri="{FF2B5EF4-FFF2-40B4-BE49-F238E27FC236}">
                  <a16:creationId xmlns:a16="http://schemas.microsoft.com/office/drawing/2014/main" id="{043D4405-E4B8-A25B-DF91-EC223C798C7E}"/>
                </a:ext>
              </a:extLst>
            </p:cNvPr>
            <p:cNvSpPr/>
            <p:nvPr/>
          </p:nvSpPr>
          <p:spPr>
            <a:xfrm>
              <a:off x="2111147" y="1706392"/>
              <a:ext cx="2963268" cy="2118971"/>
            </a:xfrm>
            <a:prstGeom prst="roundRect">
              <a:avLst>
                <a:gd name="adj" fmla="val 1332"/>
              </a:avLst>
            </a:prstGeom>
            <a:solidFill>
              <a:srgbClr val="F5FBF8"/>
            </a:solidFill>
            <a:ln w="6480" cap="rnd" cmpd="sng" algn="ctr">
              <a:solidFill>
                <a:srgbClr val="BFDCCE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zh-CN" altLang="en-US" sz="1289" dirty="0"/>
            </a:p>
          </p:txBody>
        </p:sp>
        <p:sp>
          <p:nvSpPr>
            <p:cNvPr id="43" name="Text | c">
              <a:extLst>
                <a:ext uri="{FF2B5EF4-FFF2-40B4-BE49-F238E27FC236}">
                  <a16:creationId xmlns:a16="http://schemas.microsoft.com/office/drawing/2014/main" id="{619B6E7B-DBFD-56C1-BB12-4CCB114F7D1E}"/>
                </a:ext>
              </a:extLst>
            </p:cNvPr>
            <p:cNvSpPr txBox="1"/>
            <p:nvPr/>
          </p:nvSpPr>
          <p:spPr>
            <a:xfrm>
              <a:off x="2162887" y="1707407"/>
              <a:ext cx="90908" cy="136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76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c</a:t>
              </a:r>
              <a:endParaRPr lang="en-US" sz="760"/>
            </a:p>
          </p:txBody>
        </p:sp>
        <p:sp>
          <p:nvSpPr>
            <p:cNvPr id="44" name="Text | Match: candidate-to-identity assignment">
              <a:extLst>
                <a:ext uri="{FF2B5EF4-FFF2-40B4-BE49-F238E27FC236}">
                  <a16:creationId xmlns:a16="http://schemas.microsoft.com/office/drawing/2014/main" id="{D9A08404-ABF7-8087-B9E2-4DFBF6AFC588}"/>
                </a:ext>
              </a:extLst>
            </p:cNvPr>
            <p:cNvSpPr txBox="1"/>
            <p:nvPr/>
          </p:nvSpPr>
          <p:spPr>
            <a:xfrm>
              <a:off x="2264014" y="1721517"/>
              <a:ext cx="1873065" cy="11354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629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Match: candidate-to-identity assignment</a:t>
              </a:r>
              <a:endParaRPr lang="en-US" sz="629"/>
            </a:p>
          </p:txBody>
        </p:sp>
      </p:grpSp>
      <p:sp>
        <p:nvSpPr>
          <p:cNvPr id="45" name="Label 3 Candidate encoder">
            <a:extLst>
              <a:ext uri="{FF2B5EF4-FFF2-40B4-BE49-F238E27FC236}">
                <a16:creationId xmlns:a16="http://schemas.microsoft.com/office/drawing/2014/main" id="{6B5CC0A8-8762-17E5-D7D9-D13F1C0AF7D4}"/>
              </a:ext>
            </a:extLst>
          </p:cNvPr>
          <p:cNvSpPr>
            <a:spLocks noGrp="1"/>
          </p:cNvSpPr>
          <p:nvPr/>
        </p:nvSpPr>
        <p:spPr>
          <a:xfrm>
            <a:off x="2217416" y="1911126"/>
            <a:ext cx="1175089" cy="7151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86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86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Candidate encoder</a:t>
            </a:r>
          </a:p>
        </p:txBody>
      </p:sp>
      <p:sp>
        <p:nvSpPr>
          <p:cNvPr id="46" name="Label 4 Identity encoder">
            <a:extLst>
              <a:ext uri="{FF2B5EF4-FFF2-40B4-BE49-F238E27FC236}">
                <a16:creationId xmlns:a16="http://schemas.microsoft.com/office/drawing/2014/main" id="{3D0D0DE1-DD97-023E-ABFA-932CE9AEFFD0}"/>
              </a:ext>
            </a:extLst>
          </p:cNvPr>
          <p:cNvSpPr>
            <a:spLocks noGrp="1"/>
          </p:cNvSpPr>
          <p:nvPr/>
        </p:nvSpPr>
        <p:spPr>
          <a:xfrm>
            <a:off x="3658177" y="1911126"/>
            <a:ext cx="1246616" cy="7151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86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86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Identity encoder</a:t>
            </a:r>
          </a:p>
        </p:txBody>
      </p:sp>
      <p:sp>
        <p:nvSpPr>
          <p:cNvPr id="47" name="Line 5">
            <a:extLst>
              <a:ext uri="{FF2B5EF4-FFF2-40B4-BE49-F238E27FC236}">
                <a16:creationId xmlns:a16="http://schemas.microsoft.com/office/drawing/2014/main" id="{684C6A81-834D-3CCC-F90D-A5A4DB999787}"/>
              </a:ext>
            </a:extLst>
          </p:cNvPr>
          <p:cNvSpPr>
            <a:spLocks noGrp="1"/>
          </p:cNvSpPr>
          <p:nvPr/>
        </p:nvSpPr>
        <p:spPr>
          <a:xfrm>
            <a:off x="3572345" y="1915213"/>
            <a:ext cx="20" cy="1525947"/>
          </a:xfrm>
          <a:custGeom>
            <a:avLst/>
            <a:gdLst/>
            <a:ahLst/>
            <a:cxnLst/>
            <a:rect l="0" t="0" r="0" b="0"/>
            <a:pathLst>
              <a:path w="95" h="6534150">
                <a:moveTo>
                  <a:pt x="0" y="0"/>
                </a:moveTo>
                <a:lnTo>
                  <a:pt x="0" y="6534150"/>
                </a:lnTo>
              </a:path>
            </a:pathLst>
          </a:custGeom>
          <a:noFill/>
          <a:ln w="2452">
            <a:solidFill>
              <a:srgbClr val="DCE6E5"/>
            </a:solidFill>
            <a:prstDash val="solid"/>
          </a:ln>
        </p:spPr>
      </p:sp>
      <p:sp>
        <p:nvSpPr>
          <p:cNvPr id="48" name="Label 6 Density + atoms">
            <a:extLst>
              <a:ext uri="{FF2B5EF4-FFF2-40B4-BE49-F238E27FC236}">
                <a16:creationId xmlns:a16="http://schemas.microsoft.com/office/drawing/2014/main" id="{D2EE3D99-D294-E7D6-3998-2F237446FAB3}"/>
              </a:ext>
            </a:extLst>
          </p:cNvPr>
          <p:cNvSpPr>
            <a:spLocks noGrp="1"/>
          </p:cNvSpPr>
          <p:nvPr/>
        </p:nvSpPr>
        <p:spPr>
          <a:xfrm>
            <a:off x="2196980" y="2025555"/>
            <a:ext cx="367854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Density + atoms</a:t>
            </a:r>
          </a:p>
        </p:txBody>
      </p:sp>
      <p:sp>
        <p:nvSpPr>
          <p:cNvPr id="49" name="Label 7 48³ crop">
            <a:extLst>
              <a:ext uri="{FF2B5EF4-FFF2-40B4-BE49-F238E27FC236}">
                <a16:creationId xmlns:a16="http://schemas.microsoft.com/office/drawing/2014/main" id="{62CE9B43-060C-7D46-C9DF-A7F291DBF061}"/>
              </a:ext>
            </a:extLst>
          </p:cNvPr>
          <p:cNvSpPr>
            <a:spLocks noGrp="1"/>
          </p:cNvSpPr>
          <p:nvPr/>
        </p:nvSpPr>
        <p:spPr>
          <a:xfrm>
            <a:off x="2184718" y="2305496"/>
            <a:ext cx="322894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48³ crop</a:t>
            </a:r>
          </a:p>
        </p:txBody>
      </p:sp>
      <p:sp>
        <p:nvSpPr>
          <p:cNvPr id="50" name="Label 8 Base summary">
            <a:extLst>
              <a:ext uri="{FF2B5EF4-FFF2-40B4-BE49-F238E27FC236}">
                <a16:creationId xmlns:a16="http://schemas.microsoft.com/office/drawing/2014/main" id="{7A98FB6B-7A85-C552-8B84-5CB0F969F45A}"/>
              </a:ext>
            </a:extLst>
          </p:cNvPr>
          <p:cNvSpPr>
            <a:spLocks noGrp="1"/>
          </p:cNvSpPr>
          <p:nvPr/>
        </p:nvSpPr>
        <p:spPr>
          <a:xfrm>
            <a:off x="3165662" y="2023511"/>
            <a:ext cx="363767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Base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Label 9 h">
                <a:extLst>
                  <a:ext uri="{FF2B5EF4-FFF2-40B4-BE49-F238E27FC236}">
                    <a16:creationId xmlns:a16="http://schemas.microsoft.com/office/drawing/2014/main" id="{5DF582D7-D297-C8BA-AA78-95998ADE495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296454" y="2086856"/>
                <a:ext cx="153272" cy="77648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ℎ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vox</m:t>
                          </m:r>
                        </m:sup>
                      </m:sSubSup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52" name="Label 9 h">
                <a:extLst>
                  <a:ext uri="{FF2B5EF4-FFF2-40B4-BE49-F238E27FC236}">
                    <a16:creationId xmlns:a16="http://schemas.microsoft.com/office/drawing/2014/main" id="{5DF582D7-D297-C8BA-AA78-95998ADE49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54" y="2086856"/>
                <a:ext cx="153272" cy="77648"/>
              </a:xfrm>
              <a:prstGeom prst="rect">
                <a:avLst/>
              </a:prstGeom>
              <a:blipFill>
                <a:blip r:embed="rId4"/>
                <a:stretch>
                  <a:fillRect l="-16000" b="-3846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Arrow 10">
            <a:extLst>
              <a:ext uri="{FF2B5EF4-FFF2-40B4-BE49-F238E27FC236}">
                <a16:creationId xmlns:a16="http://schemas.microsoft.com/office/drawing/2014/main" id="{027A2625-F72A-D6EE-BACA-BDFA25FDC76B}"/>
              </a:ext>
            </a:extLst>
          </p:cNvPr>
          <p:cNvSpPr>
            <a:spLocks noGrp="1"/>
          </p:cNvSpPr>
          <p:nvPr/>
        </p:nvSpPr>
        <p:spPr>
          <a:xfrm>
            <a:off x="2464696" y="2215588"/>
            <a:ext cx="230931" cy="20"/>
          </a:xfrm>
          <a:custGeom>
            <a:avLst/>
            <a:gdLst/>
            <a:ahLst/>
            <a:cxnLst/>
            <a:rect l="0" t="0" r="0" b="0"/>
            <a:pathLst>
              <a:path w="1076325" h="95">
                <a:moveTo>
                  <a:pt x="0" y="0"/>
                </a:moveTo>
                <a:lnTo>
                  <a:pt x="1076325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54" name="Arrow 11">
            <a:extLst>
              <a:ext uri="{FF2B5EF4-FFF2-40B4-BE49-F238E27FC236}">
                <a16:creationId xmlns:a16="http://schemas.microsoft.com/office/drawing/2014/main" id="{27EB9761-3EDA-57F1-1AF1-66459B946F6A}"/>
              </a:ext>
            </a:extLst>
          </p:cNvPr>
          <p:cNvSpPr>
            <a:spLocks noGrp="1"/>
          </p:cNvSpPr>
          <p:nvPr/>
        </p:nvSpPr>
        <p:spPr>
          <a:xfrm>
            <a:off x="2942906" y="2215588"/>
            <a:ext cx="249323" cy="20"/>
          </a:xfrm>
          <a:custGeom>
            <a:avLst/>
            <a:gdLst/>
            <a:ahLst/>
            <a:cxnLst/>
            <a:rect l="0" t="0" r="0" b="0"/>
            <a:pathLst>
              <a:path w="1162050" h="95">
                <a:moveTo>
                  <a:pt x="0" y="0"/>
                </a:moveTo>
                <a:lnTo>
                  <a:pt x="116205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55" name="Arrow 12">
            <a:extLst>
              <a:ext uri="{FF2B5EF4-FFF2-40B4-BE49-F238E27FC236}">
                <a16:creationId xmlns:a16="http://schemas.microsoft.com/office/drawing/2014/main" id="{71ECFB26-8ACE-178D-5C11-4CF1E93053C7}"/>
              </a:ext>
            </a:extLst>
          </p:cNvPr>
          <p:cNvSpPr>
            <a:spLocks noGrp="1"/>
          </p:cNvSpPr>
          <p:nvPr/>
        </p:nvSpPr>
        <p:spPr>
          <a:xfrm>
            <a:off x="3347545" y="2242151"/>
            <a:ext cx="20" cy="914066"/>
          </a:xfrm>
          <a:custGeom>
            <a:avLst/>
            <a:gdLst/>
            <a:ahLst/>
            <a:cxnLst/>
            <a:rect l="0" t="0" r="0" b="0"/>
            <a:pathLst>
              <a:path w="95" h="3609975">
                <a:moveTo>
                  <a:pt x="0" y="0"/>
                </a:moveTo>
                <a:lnTo>
                  <a:pt x="0" y="3609975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56" name="Operator ">
            <a:extLst>
              <a:ext uri="{FF2B5EF4-FFF2-40B4-BE49-F238E27FC236}">
                <a16:creationId xmlns:a16="http://schemas.microsoft.com/office/drawing/2014/main" id="{6EAA2B1B-24A8-D38E-708D-FEF2546F7541}"/>
              </a:ext>
            </a:extLst>
          </p:cNvPr>
          <p:cNvSpPr>
            <a:spLocks noGrp="1"/>
          </p:cNvSpPr>
          <p:nvPr/>
        </p:nvSpPr>
        <p:spPr>
          <a:xfrm>
            <a:off x="2250114" y="2483269"/>
            <a:ext cx="976856" cy="292201"/>
          </a:xfrm>
          <a:prstGeom prst="roundRect">
            <a:avLst>
              <a:gd name="adj" fmla="val 4895"/>
            </a:avLst>
          </a:prstGeom>
          <a:solidFill>
            <a:srgbClr val="FCFEFD"/>
          </a:solidFill>
          <a:ln w="3270">
            <a:solidFill>
              <a:srgbClr val="C6DDD5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7" name="Line 13">
            <a:extLst>
              <a:ext uri="{FF2B5EF4-FFF2-40B4-BE49-F238E27FC236}">
                <a16:creationId xmlns:a16="http://schemas.microsoft.com/office/drawing/2014/main" id="{9E5EED50-4B4F-91A4-C0CA-19F2B0BB5D4A}"/>
              </a:ext>
            </a:extLst>
          </p:cNvPr>
          <p:cNvSpPr>
            <a:spLocks noGrp="1"/>
          </p:cNvSpPr>
          <p:nvPr/>
        </p:nvSpPr>
        <p:spPr>
          <a:xfrm>
            <a:off x="2613881" y="2511876"/>
            <a:ext cx="20" cy="234987"/>
          </a:xfrm>
          <a:custGeom>
            <a:avLst/>
            <a:gdLst/>
            <a:ahLst/>
            <a:cxnLst/>
            <a:rect l="0" t="0" r="0" b="0"/>
            <a:pathLst>
              <a:path w="95" h="1095375">
                <a:moveTo>
                  <a:pt x="0" y="0"/>
                </a:moveTo>
                <a:lnTo>
                  <a:pt x="0" y="1095375"/>
                </a:lnTo>
              </a:path>
            </a:pathLst>
          </a:custGeom>
          <a:noFill/>
          <a:ln w="2452">
            <a:solidFill>
              <a:srgbClr val="C6DDD5"/>
            </a:solidFill>
            <a:prstDash val="dash"/>
          </a:ln>
        </p:spPr>
      </p:sp>
      <p:sp>
        <p:nvSpPr>
          <p:cNvPr id="58" name="Label 14 Pocket">
            <a:extLst>
              <a:ext uri="{FF2B5EF4-FFF2-40B4-BE49-F238E27FC236}">
                <a16:creationId xmlns:a16="http://schemas.microsoft.com/office/drawing/2014/main" id="{0DAA6646-3F9C-48C3-230D-0DCC7DCEDBDD}"/>
              </a:ext>
            </a:extLst>
          </p:cNvPr>
          <p:cNvSpPr>
            <a:spLocks noGrp="1"/>
          </p:cNvSpPr>
          <p:nvPr/>
        </p:nvSpPr>
        <p:spPr>
          <a:xfrm>
            <a:off x="2278725" y="2499616"/>
            <a:ext cx="302458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59" name="Label 15 Cues from Find">
            <a:extLst>
              <a:ext uri="{FF2B5EF4-FFF2-40B4-BE49-F238E27FC236}">
                <a16:creationId xmlns:a16="http://schemas.microsoft.com/office/drawing/2014/main" id="{810AF5C5-B80A-93E7-E7AC-8029CDB05A54}"/>
              </a:ext>
            </a:extLst>
          </p:cNvPr>
          <p:cNvSpPr>
            <a:spLocks noGrp="1"/>
          </p:cNvSpPr>
          <p:nvPr/>
        </p:nvSpPr>
        <p:spPr>
          <a:xfrm>
            <a:off x="2628186" y="2499616"/>
            <a:ext cx="578348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Cues from Find</a:t>
            </a:r>
          </a:p>
        </p:txBody>
      </p:sp>
      <p:sp>
        <p:nvSpPr>
          <p:cNvPr id="60" name="Label 16 Blob">
            <a:extLst>
              <a:ext uri="{FF2B5EF4-FFF2-40B4-BE49-F238E27FC236}">
                <a16:creationId xmlns:a16="http://schemas.microsoft.com/office/drawing/2014/main" id="{D1876F22-A386-B0DF-356A-08A522844E35}"/>
              </a:ext>
            </a:extLst>
          </p:cNvPr>
          <p:cNvSpPr>
            <a:spLocks noGrp="1"/>
          </p:cNvSpPr>
          <p:nvPr/>
        </p:nvSpPr>
        <p:spPr>
          <a:xfrm>
            <a:off x="2667488" y="2703952"/>
            <a:ext cx="214581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Blob</a:t>
            </a:r>
          </a:p>
        </p:txBody>
      </p:sp>
      <p:sp>
        <p:nvSpPr>
          <p:cNvPr id="61" name="Label 17 Pseudo">
            <a:extLst>
              <a:ext uri="{FF2B5EF4-FFF2-40B4-BE49-F238E27FC236}">
                <a16:creationId xmlns:a16="http://schemas.microsoft.com/office/drawing/2014/main" id="{3E752924-07D9-EC42-74EE-C2FAF92C30F8}"/>
              </a:ext>
            </a:extLst>
          </p:cNvPr>
          <p:cNvSpPr>
            <a:spLocks noGrp="1"/>
          </p:cNvSpPr>
          <p:nvPr/>
        </p:nvSpPr>
        <p:spPr>
          <a:xfrm>
            <a:off x="2939405" y="2703952"/>
            <a:ext cx="214581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Pseudo</a:t>
            </a:r>
            <a:r>
              <a:rPr lang="en-US"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altLang="zh-CN"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atoms</a:t>
            </a:r>
            <a:endParaRPr sz="400" b="0" dirty="0">
              <a:solidFill>
                <a:srgbClr val="2036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Operator Mean/max pool">
            <a:extLst>
              <a:ext uri="{FF2B5EF4-FFF2-40B4-BE49-F238E27FC236}">
                <a16:creationId xmlns:a16="http://schemas.microsoft.com/office/drawing/2014/main" id="{B21DBCD8-D2E8-5DD6-C7BB-8F83821B1013}"/>
              </a:ext>
            </a:extLst>
          </p:cNvPr>
          <p:cNvSpPr>
            <a:spLocks noGrp="1"/>
          </p:cNvSpPr>
          <p:nvPr/>
        </p:nvSpPr>
        <p:spPr>
          <a:xfrm>
            <a:off x="2250114" y="2967547"/>
            <a:ext cx="429163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Mean/max pool</a:t>
            </a:r>
          </a:p>
        </p:txBody>
      </p:sp>
      <p:sp>
        <p:nvSpPr>
          <p:cNvPr id="63" name="Operator Attention">
            <a:extLst>
              <a:ext uri="{FF2B5EF4-FFF2-40B4-BE49-F238E27FC236}">
                <a16:creationId xmlns:a16="http://schemas.microsoft.com/office/drawing/2014/main" id="{75697375-DCF2-CFE3-2105-BF97EE533EC0}"/>
              </a:ext>
            </a:extLst>
          </p:cNvPr>
          <p:cNvSpPr>
            <a:spLocks noGrp="1"/>
          </p:cNvSpPr>
          <p:nvPr/>
        </p:nvSpPr>
        <p:spPr>
          <a:xfrm>
            <a:off x="2797808" y="2967547"/>
            <a:ext cx="429163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Cross-attention</a:t>
            </a:r>
          </a:p>
        </p:txBody>
      </p:sp>
      <p:sp>
        <p:nvSpPr>
          <p:cNvPr id="64" name="Line 18">
            <a:extLst>
              <a:ext uri="{FF2B5EF4-FFF2-40B4-BE49-F238E27FC236}">
                <a16:creationId xmlns:a16="http://schemas.microsoft.com/office/drawing/2014/main" id="{554A97B3-7202-D966-A61C-33F3450A53A6}"/>
              </a:ext>
            </a:extLst>
          </p:cNvPr>
          <p:cNvSpPr>
            <a:spLocks noGrp="1"/>
          </p:cNvSpPr>
          <p:nvPr/>
        </p:nvSpPr>
        <p:spPr>
          <a:xfrm>
            <a:off x="2738543" y="2775470"/>
            <a:ext cx="20" cy="61301"/>
          </a:xfrm>
          <a:custGeom>
            <a:avLst/>
            <a:gdLst/>
            <a:ahLst/>
            <a:cxnLst/>
            <a:rect l="0" t="0" r="0" b="0"/>
            <a:pathLst>
              <a:path w="9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5" name="Line 19">
            <a:extLst>
              <a:ext uri="{FF2B5EF4-FFF2-40B4-BE49-F238E27FC236}">
                <a16:creationId xmlns:a16="http://schemas.microsoft.com/office/drawing/2014/main" id="{4B50FF33-24F3-5F84-237D-C648C293E7A8}"/>
              </a:ext>
            </a:extLst>
          </p:cNvPr>
          <p:cNvSpPr>
            <a:spLocks noGrp="1"/>
          </p:cNvSpPr>
          <p:nvPr/>
        </p:nvSpPr>
        <p:spPr>
          <a:xfrm>
            <a:off x="2464696" y="2836771"/>
            <a:ext cx="547694" cy="47"/>
          </a:xfrm>
          <a:custGeom>
            <a:avLst/>
            <a:gdLst/>
            <a:ahLst/>
            <a:cxnLst/>
            <a:rect l="0" t="0" r="0" b="0"/>
            <a:pathLst>
              <a:path w="2552700" h="95">
                <a:moveTo>
                  <a:pt x="0" y="0"/>
                </a:moveTo>
                <a:lnTo>
                  <a:pt x="255270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6" name="Arrow 20">
            <a:extLst>
              <a:ext uri="{FF2B5EF4-FFF2-40B4-BE49-F238E27FC236}">
                <a16:creationId xmlns:a16="http://schemas.microsoft.com/office/drawing/2014/main" id="{B4A0F68D-D635-C5EE-AE4F-09DA0A8583D5}"/>
              </a:ext>
            </a:extLst>
          </p:cNvPr>
          <p:cNvSpPr>
            <a:spLocks noGrp="1"/>
          </p:cNvSpPr>
          <p:nvPr/>
        </p:nvSpPr>
        <p:spPr>
          <a:xfrm>
            <a:off x="2464696" y="2836771"/>
            <a:ext cx="20" cy="102752"/>
          </a:xfrm>
          <a:custGeom>
            <a:avLst/>
            <a:gdLst/>
            <a:ahLst/>
            <a:cxnLst/>
            <a:rect l="0" t="0" r="0" b="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7" name="Arrow 21">
            <a:extLst>
              <a:ext uri="{FF2B5EF4-FFF2-40B4-BE49-F238E27FC236}">
                <a16:creationId xmlns:a16="http://schemas.microsoft.com/office/drawing/2014/main" id="{738FF7B0-EF10-61B7-298E-2F2ABB2E5983}"/>
              </a:ext>
            </a:extLst>
          </p:cNvPr>
          <p:cNvSpPr>
            <a:spLocks noGrp="1"/>
          </p:cNvSpPr>
          <p:nvPr/>
        </p:nvSpPr>
        <p:spPr>
          <a:xfrm>
            <a:off x="3012389" y="2836771"/>
            <a:ext cx="20" cy="102752"/>
          </a:xfrm>
          <a:custGeom>
            <a:avLst/>
            <a:gdLst/>
            <a:ahLst/>
            <a:cxnLst/>
            <a:rect l="0" t="0" r="0" b="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8" name="Label 22 K, V">
            <a:extLst>
              <a:ext uri="{FF2B5EF4-FFF2-40B4-BE49-F238E27FC236}">
                <a16:creationId xmlns:a16="http://schemas.microsoft.com/office/drawing/2014/main" id="{9C772881-4E10-C6B0-DC4A-4E96E0582DA0}"/>
              </a:ext>
            </a:extLst>
          </p:cNvPr>
          <p:cNvSpPr>
            <a:spLocks noGrp="1"/>
          </p:cNvSpPr>
          <p:nvPr/>
        </p:nvSpPr>
        <p:spPr>
          <a:xfrm>
            <a:off x="3028738" y="2834414"/>
            <a:ext cx="134880" cy="1237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2B887C"/>
                </a:solidFill>
                <a:latin typeface="Arial"/>
                <a:ea typeface="Arial"/>
                <a:cs typeface="Arial"/>
              </a:rPr>
              <a:t>K, V</a:t>
            </a:r>
          </a:p>
        </p:txBody>
      </p:sp>
      <p:sp>
        <p:nvSpPr>
          <p:cNvPr id="69" name="Arrow 23">
            <a:extLst>
              <a:ext uri="{FF2B5EF4-FFF2-40B4-BE49-F238E27FC236}">
                <a16:creationId xmlns:a16="http://schemas.microsoft.com/office/drawing/2014/main" id="{A785A34E-AF3C-C366-183C-FF56BE0BE69A}"/>
              </a:ext>
            </a:extLst>
          </p:cNvPr>
          <p:cNvSpPr>
            <a:spLocks noGrp="1"/>
          </p:cNvSpPr>
          <p:nvPr/>
        </p:nvSpPr>
        <p:spPr>
          <a:xfrm>
            <a:off x="3237189" y="3016588"/>
            <a:ext cx="110356" cy="20"/>
          </a:xfrm>
          <a:custGeom>
            <a:avLst/>
            <a:gdLst/>
            <a:ahLst/>
            <a:cxnLst/>
            <a:rect l="0" t="0" r="0" b="0"/>
            <a:pathLst>
              <a:path w="514350" h="95">
                <a:moveTo>
                  <a:pt x="514350" y="0"/>
                </a:moveTo>
                <a:lnTo>
                  <a:pt x="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70" name="Label 24 Q">
            <a:extLst>
              <a:ext uri="{FF2B5EF4-FFF2-40B4-BE49-F238E27FC236}">
                <a16:creationId xmlns:a16="http://schemas.microsoft.com/office/drawing/2014/main" id="{84552AEB-3A9B-7E9F-A1E7-9E7E269AAAB2}"/>
              </a:ext>
            </a:extLst>
          </p:cNvPr>
          <p:cNvSpPr>
            <a:spLocks noGrp="1"/>
          </p:cNvSpPr>
          <p:nvPr/>
        </p:nvSpPr>
        <p:spPr>
          <a:xfrm>
            <a:off x="3269887" y="2930182"/>
            <a:ext cx="59265" cy="782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71" name="Line 25">
            <a:extLst>
              <a:ext uri="{FF2B5EF4-FFF2-40B4-BE49-F238E27FC236}">
                <a16:creationId xmlns:a16="http://schemas.microsoft.com/office/drawing/2014/main" id="{901444A3-1252-A452-7196-CBCD827D40AA}"/>
              </a:ext>
            </a:extLst>
          </p:cNvPr>
          <p:cNvSpPr>
            <a:spLocks noGrp="1"/>
          </p:cNvSpPr>
          <p:nvPr/>
        </p:nvSpPr>
        <p:spPr>
          <a:xfrm>
            <a:off x="2464696" y="3067672"/>
            <a:ext cx="273847" cy="75897"/>
          </a:xfrm>
          <a:custGeom>
            <a:avLst/>
            <a:gdLst/>
            <a:ahLst/>
            <a:cxnLst/>
            <a:rect l="0" t="0" r="0" b="0"/>
            <a:pathLst>
              <a:path w="1276350" h="285750">
                <a:moveTo>
                  <a:pt x="0" y="0"/>
                </a:moveTo>
                <a:lnTo>
                  <a:pt x="0" y="285750"/>
                </a:lnTo>
                <a:lnTo>
                  <a:pt x="1276350" y="2857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72" name="Arrow 26">
            <a:extLst>
              <a:ext uri="{FF2B5EF4-FFF2-40B4-BE49-F238E27FC236}">
                <a16:creationId xmlns:a16="http://schemas.microsoft.com/office/drawing/2014/main" id="{90EC0380-EA66-7028-D5C4-F64175DE6093}"/>
              </a:ext>
            </a:extLst>
          </p:cNvPr>
          <p:cNvSpPr>
            <a:spLocks noGrp="1"/>
          </p:cNvSpPr>
          <p:nvPr/>
        </p:nvSpPr>
        <p:spPr>
          <a:xfrm>
            <a:off x="2738543" y="3067672"/>
            <a:ext cx="273847" cy="106255"/>
          </a:xfrm>
          <a:custGeom>
            <a:avLst/>
            <a:gdLst/>
            <a:ahLst/>
            <a:cxnLst/>
            <a:rect l="0" t="0" r="0" b="0"/>
            <a:pathLst>
              <a:path w="1276350" h="400050">
                <a:moveTo>
                  <a:pt x="1276350" y="0"/>
                </a:moveTo>
                <a:lnTo>
                  <a:pt x="1276350" y="285750"/>
                </a:lnTo>
                <a:lnTo>
                  <a:pt x="0" y="285750"/>
                </a:lnTo>
                <a:lnTo>
                  <a:pt x="0" y="4000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73" name="Label 27 Concat">
            <a:extLst>
              <a:ext uri="{FF2B5EF4-FFF2-40B4-BE49-F238E27FC236}">
                <a16:creationId xmlns:a16="http://schemas.microsoft.com/office/drawing/2014/main" id="{FAA71DC9-AFE7-D234-8E7A-EA5573BA1B8C}"/>
              </a:ext>
            </a:extLst>
          </p:cNvPr>
          <p:cNvSpPr>
            <a:spLocks noGrp="1"/>
          </p:cNvSpPr>
          <p:nvPr/>
        </p:nvSpPr>
        <p:spPr>
          <a:xfrm>
            <a:off x="2646579" y="3070202"/>
            <a:ext cx="183927" cy="6324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Concat</a:t>
            </a:r>
          </a:p>
        </p:txBody>
      </p:sp>
      <p:sp>
        <p:nvSpPr>
          <p:cNvPr id="74" name="Operator MLP">
            <a:extLst>
              <a:ext uri="{FF2B5EF4-FFF2-40B4-BE49-F238E27FC236}">
                <a16:creationId xmlns:a16="http://schemas.microsoft.com/office/drawing/2014/main" id="{E8D7AAA4-507E-0CE4-2C54-AB24314D5AAC}"/>
              </a:ext>
            </a:extLst>
          </p:cNvPr>
          <p:cNvSpPr>
            <a:spLocks noGrp="1"/>
          </p:cNvSpPr>
          <p:nvPr/>
        </p:nvSpPr>
        <p:spPr>
          <a:xfrm>
            <a:off x="2632274" y="3182100"/>
            <a:ext cx="212538" cy="8582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MLP</a:t>
            </a:r>
          </a:p>
        </p:txBody>
      </p:sp>
      <p:sp>
        <p:nvSpPr>
          <p:cNvPr id="75" name="Arrow 28">
            <a:extLst>
              <a:ext uri="{FF2B5EF4-FFF2-40B4-BE49-F238E27FC236}">
                <a16:creationId xmlns:a16="http://schemas.microsoft.com/office/drawing/2014/main" id="{C539AC33-382F-CD2C-B8E4-47E49C75CDE5}"/>
              </a:ext>
            </a:extLst>
          </p:cNvPr>
          <p:cNvSpPr>
            <a:spLocks noGrp="1"/>
          </p:cNvSpPr>
          <p:nvPr/>
        </p:nvSpPr>
        <p:spPr>
          <a:xfrm>
            <a:off x="2844811" y="3225011"/>
            <a:ext cx="392377" cy="20"/>
          </a:xfrm>
          <a:custGeom>
            <a:avLst/>
            <a:gdLst/>
            <a:ahLst/>
            <a:cxnLst/>
            <a:rect l="0" t="0" r="0" b="0"/>
            <a:pathLst>
              <a:path w="1828800" h="95">
                <a:moveTo>
                  <a:pt x="0" y="0"/>
                </a:moveTo>
                <a:lnTo>
                  <a:pt x="182880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76" name="Operator FiLM">
            <a:extLst>
              <a:ext uri="{FF2B5EF4-FFF2-40B4-BE49-F238E27FC236}">
                <a16:creationId xmlns:a16="http://schemas.microsoft.com/office/drawing/2014/main" id="{4E577D02-6153-A76E-35D2-301A0DC2210B}"/>
              </a:ext>
            </a:extLst>
          </p:cNvPr>
          <p:cNvSpPr>
            <a:spLocks noGrp="1"/>
          </p:cNvSpPr>
          <p:nvPr/>
        </p:nvSpPr>
        <p:spPr>
          <a:xfrm>
            <a:off x="3249451" y="3173927"/>
            <a:ext cx="196189" cy="100125"/>
          </a:xfrm>
          <a:prstGeom prst="roundRect">
            <a:avLst>
              <a:gd name="adj" fmla="val 14286"/>
            </a:avLst>
          </a:prstGeom>
          <a:solidFill>
            <a:srgbClr val="F4F0F8"/>
          </a:solidFill>
          <a:ln w="3270">
            <a:solidFill>
              <a:srgbClr val="9988B8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17" b="1">
                <a:solidFill>
                  <a:srgbClr val="9988B8"/>
                </a:solidFill>
                <a:latin typeface="Arial"/>
                <a:ea typeface="Arial"/>
                <a:cs typeface="Arial"/>
              </a:defRPr>
            </a:pPr>
            <a:r>
              <a:rPr sz="417" b="1">
                <a:solidFill>
                  <a:srgbClr val="9988B8"/>
                </a:solidFill>
                <a:latin typeface="Arial"/>
                <a:ea typeface="Arial"/>
                <a:cs typeface="Arial"/>
              </a:rPr>
              <a:t>FiLM</a:t>
            </a:r>
          </a:p>
        </p:txBody>
      </p:sp>
      <p:sp>
        <p:nvSpPr>
          <p:cNvPr id="77" name="Arrow 29">
            <a:extLst>
              <a:ext uri="{FF2B5EF4-FFF2-40B4-BE49-F238E27FC236}">
                <a16:creationId xmlns:a16="http://schemas.microsoft.com/office/drawing/2014/main" id="{0FF15C68-D630-C9EE-6B8D-3F6F2C456C7F}"/>
              </a:ext>
            </a:extLst>
          </p:cNvPr>
          <p:cNvSpPr>
            <a:spLocks noGrp="1"/>
          </p:cNvSpPr>
          <p:nvPr/>
        </p:nvSpPr>
        <p:spPr>
          <a:xfrm>
            <a:off x="3347545" y="3274052"/>
            <a:ext cx="20" cy="75605"/>
          </a:xfrm>
          <a:custGeom>
            <a:avLst/>
            <a:gdLst/>
            <a:ahLst/>
            <a:cxnLst/>
            <a:rect l="0" t="0" r="0" b="0"/>
            <a:pathLst>
              <a:path w="95" h="352425">
                <a:moveTo>
                  <a:pt x="0" y="0"/>
                </a:moveTo>
                <a:lnTo>
                  <a:pt x="0" y="3524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Label 30 h">
                <a:extLst>
                  <a:ext uri="{FF2B5EF4-FFF2-40B4-BE49-F238E27FC236}">
                    <a16:creationId xmlns:a16="http://schemas.microsoft.com/office/drawing/2014/main" id="{089F8EB0-D83F-0171-C063-0DB714962BA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216753" y="3284269"/>
                <a:ext cx="106269" cy="6947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ℎ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79" name="Label 30 h">
                <a:extLst>
                  <a:ext uri="{FF2B5EF4-FFF2-40B4-BE49-F238E27FC236}">
                    <a16:creationId xmlns:a16="http://schemas.microsoft.com/office/drawing/2014/main" id="{089F8EB0-D83F-0171-C063-0DB714962B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753" y="3284269"/>
                <a:ext cx="106269" cy="69474"/>
              </a:xfrm>
              <a:prstGeom prst="rect">
                <a:avLst/>
              </a:prstGeom>
              <a:blipFill>
                <a:blip r:embed="rId5"/>
                <a:stretch>
                  <a:fillRect l="-23529" b="-5454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Label 31 User-provided SMILES · same PDB">
            <a:extLst>
              <a:ext uri="{FF2B5EF4-FFF2-40B4-BE49-F238E27FC236}">
                <a16:creationId xmlns:a16="http://schemas.microsoft.com/office/drawing/2014/main" id="{FA697514-484F-ABDD-66D0-BF7E69D0AB09}"/>
              </a:ext>
            </a:extLst>
          </p:cNvPr>
          <p:cNvSpPr>
            <a:spLocks noGrp="1"/>
          </p:cNvSpPr>
          <p:nvPr/>
        </p:nvSpPr>
        <p:spPr>
          <a:xfrm>
            <a:off x="3705181" y="1986731"/>
            <a:ext cx="1238441" cy="65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17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17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User-provided SMILES · same PDB</a:t>
            </a:r>
          </a:p>
        </p:txBody>
      </p:sp>
      <p:sp>
        <p:nvSpPr>
          <p:cNvPr id="81" name="Operator ">
            <a:extLst>
              <a:ext uri="{FF2B5EF4-FFF2-40B4-BE49-F238E27FC236}">
                <a16:creationId xmlns:a16="http://schemas.microsoft.com/office/drawing/2014/main" id="{C43941CD-8F4C-D34C-B0D4-8D2799101932}"/>
              </a:ext>
            </a:extLst>
          </p:cNvPr>
          <p:cNvSpPr>
            <a:spLocks noGrp="1"/>
          </p:cNvSpPr>
          <p:nvPr/>
        </p:nvSpPr>
        <p:spPr>
          <a:xfrm>
            <a:off x="4068947" y="2062335"/>
            <a:ext cx="439381" cy="349776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3270">
            <a:solidFill>
              <a:srgbClr val="BFD9CF"/>
            </a:solidFill>
          </a:ln>
        </p:spPr>
      </p:sp>
      <p:sp>
        <p:nvSpPr>
          <p:cNvPr id="82" name="Operator ">
            <a:extLst>
              <a:ext uri="{FF2B5EF4-FFF2-40B4-BE49-F238E27FC236}">
                <a16:creationId xmlns:a16="http://schemas.microsoft.com/office/drawing/2014/main" id="{44AA21B6-7457-1D5F-80E0-9F24ADCA9426}"/>
              </a:ext>
            </a:extLst>
          </p:cNvPr>
          <p:cNvSpPr>
            <a:spLocks noGrp="1"/>
          </p:cNvSpPr>
          <p:nvPr/>
        </p:nvSpPr>
        <p:spPr>
          <a:xfrm>
            <a:off x="4081209" y="2248282"/>
            <a:ext cx="414857" cy="69474"/>
          </a:xfrm>
          <a:prstGeom prst="roundRect">
            <a:avLst>
              <a:gd name="adj" fmla="val 20588"/>
            </a:avLst>
          </a:prstGeom>
          <a:solidFill>
            <a:srgbClr val="EDF6F1"/>
          </a:solidFill>
          <a:ln w="3270">
            <a:solidFill>
              <a:srgbClr val="2B887C"/>
            </a:solidFill>
          </a:ln>
        </p:spPr>
      </p:sp>
      <p:sp>
        <p:nvSpPr>
          <p:cNvPr id="83" name="Label 32 1">
            <a:extLst>
              <a:ext uri="{FF2B5EF4-FFF2-40B4-BE49-F238E27FC236}">
                <a16:creationId xmlns:a16="http://schemas.microsoft.com/office/drawing/2014/main" id="{4A69C17C-F264-822C-57C9-F3CDEAF2A48B}"/>
              </a:ext>
            </a:extLst>
          </p:cNvPr>
          <p:cNvSpPr>
            <a:spLocks noGrp="1"/>
          </p:cNvSpPr>
          <p:nvPr/>
        </p:nvSpPr>
        <p:spPr>
          <a:xfrm>
            <a:off x="4091427" y="2074595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5D83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5D83A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4" name="Label 33 CCO">
            <a:extLst>
              <a:ext uri="{FF2B5EF4-FFF2-40B4-BE49-F238E27FC236}">
                <a16:creationId xmlns:a16="http://schemas.microsoft.com/office/drawing/2014/main" id="{B01DB248-E9F9-73E1-3BD1-4C7C8D161ABD}"/>
              </a:ext>
            </a:extLst>
          </p:cNvPr>
          <p:cNvSpPr>
            <a:spLocks noGrp="1"/>
          </p:cNvSpPr>
          <p:nvPr/>
        </p:nvSpPr>
        <p:spPr>
          <a:xfrm>
            <a:off x="4160911" y="2074595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5D83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5D83A8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85" name="Label 34 2">
            <a:extLst>
              <a:ext uri="{FF2B5EF4-FFF2-40B4-BE49-F238E27FC236}">
                <a16:creationId xmlns:a16="http://schemas.microsoft.com/office/drawing/2014/main" id="{1B5E384B-A0CD-27E4-E74F-A790939BE2B9}"/>
              </a:ext>
            </a:extLst>
          </p:cNvPr>
          <p:cNvSpPr>
            <a:spLocks noGrp="1"/>
          </p:cNvSpPr>
          <p:nvPr/>
        </p:nvSpPr>
        <p:spPr>
          <a:xfrm>
            <a:off x="4091427" y="2164504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AC844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AC844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6" name="Label 35 CC(=O)O">
            <a:extLst>
              <a:ext uri="{FF2B5EF4-FFF2-40B4-BE49-F238E27FC236}">
                <a16:creationId xmlns:a16="http://schemas.microsoft.com/office/drawing/2014/main" id="{C0176642-9B10-5B68-9F0F-61B79A6B9DE4}"/>
              </a:ext>
            </a:extLst>
          </p:cNvPr>
          <p:cNvSpPr>
            <a:spLocks noGrp="1"/>
          </p:cNvSpPr>
          <p:nvPr/>
        </p:nvSpPr>
        <p:spPr>
          <a:xfrm>
            <a:off x="4160911" y="2164504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AC844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AC844C"/>
                </a:solidFill>
                <a:latin typeface="Arial"/>
                <a:ea typeface="Arial"/>
                <a:cs typeface="Arial"/>
              </a:rPr>
              <a:t>CC(=O)O</a:t>
            </a:r>
          </a:p>
        </p:txBody>
      </p:sp>
      <p:sp>
        <p:nvSpPr>
          <p:cNvPr id="87" name="Label 36 k">
            <a:extLst>
              <a:ext uri="{FF2B5EF4-FFF2-40B4-BE49-F238E27FC236}">
                <a16:creationId xmlns:a16="http://schemas.microsoft.com/office/drawing/2014/main" id="{0363D78B-C5B7-8069-E283-358882294AC5}"/>
              </a:ext>
            </a:extLst>
          </p:cNvPr>
          <p:cNvSpPr>
            <a:spLocks noGrp="1"/>
          </p:cNvSpPr>
          <p:nvPr/>
        </p:nvSpPr>
        <p:spPr>
          <a:xfrm>
            <a:off x="4091427" y="2254412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88" name="Label 37 Cc1ccccc1">
            <a:extLst>
              <a:ext uri="{FF2B5EF4-FFF2-40B4-BE49-F238E27FC236}">
                <a16:creationId xmlns:a16="http://schemas.microsoft.com/office/drawing/2014/main" id="{245A7B3C-25EC-E0F7-6FDB-508C962B5B13}"/>
              </a:ext>
            </a:extLst>
          </p:cNvPr>
          <p:cNvSpPr>
            <a:spLocks noGrp="1"/>
          </p:cNvSpPr>
          <p:nvPr/>
        </p:nvSpPr>
        <p:spPr>
          <a:xfrm>
            <a:off x="4160911" y="2254412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Cc1ccccc1</a:t>
            </a:r>
          </a:p>
        </p:txBody>
      </p:sp>
      <p:sp>
        <p:nvSpPr>
          <p:cNvPr id="89" name="Label 38 K">
            <a:extLst>
              <a:ext uri="{FF2B5EF4-FFF2-40B4-BE49-F238E27FC236}">
                <a16:creationId xmlns:a16="http://schemas.microsoft.com/office/drawing/2014/main" id="{A2582FA0-9309-416A-A8C7-FB7EC673887A}"/>
              </a:ext>
            </a:extLst>
          </p:cNvPr>
          <p:cNvSpPr>
            <a:spLocks noGrp="1"/>
          </p:cNvSpPr>
          <p:nvPr/>
        </p:nvSpPr>
        <p:spPr>
          <a:xfrm>
            <a:off x="4091427" y="2344320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9580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9580A8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90" name="Label 39 CC(N)=O">
            <a:extLst>
              <a:ext uri="{FF2B5EF4-FFF2-40B4-BE49-F238E27FC236}">
                <a16:creationId xmlns:a16="http://schemas.microsoft.com/office/drawing/2014/main" id="{7EBDBA4B-FF2E-EBAF-BF93-48D7944940C0}"/>
              </a:ext>
            </a:extLst>
          </p:cNvPr>
          <p:cNvSpPr>
            <a:spLocks noGrp="1"/>
          </p:cNvSpPr>
          <p:nvPr/>
        </p:nvSpPr>
        <p:spPr>
          <a:xfrm>
            <a:off x="4160911" y="2344320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9580A8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9580A8"/>
                </a:solidFill>
                <a:latin typeface="Arial"/>
                <a:ea typeface="Arial"/>
                <a:cs typeface="Arial"/>
              </a:rPr>
              <a:t>CC(N)=O</a:t>
            </a:r>
          </a:p>
        </p:txBody>
      </p:sp>
      <p:sp>
        <p:nvSpPr>
          <p:cNvPr id="91" name="Label 40 ···">
            <a:extLst>
              <a:ext uri="{FF2B5EF4-FFF2-40B4-BE49-F238E27FC236}">
                <a16:creationId xmlns:a16="http://schemas.microsoft.com/office/drawing/2014/main" id="{8AAB699A-96EE-C243-4E66-4CB449FB094D}"/>
              </a:ext>
            </a:extLst>
          </p:cNvPr>
          <p:cNvSpPr>
            <a:spLocks noGrp="1"/>
          </p:cNvSpPr>
          <p:nvPr/>
        </p:nvSpPr>
        <p:spPr>
          <a:xfrm>
            <a:off x="4100000" y="2219675"/>
            <a:ext cx="90000" cy="2860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···</a:t>
            </a:r>
          </a:p>
        </p:txBody>
      </p:sp>
      <p:sp>
        <p:nvSpPr>
          <p:cNvPr id="92" name="Label 41 ···">
            <a:extLst>
              <a:ext uri="{FF2B5EF4-FFF2-40B4-BE49-F238E27FC236}">
                <a16:creationId xmlns:a16="http://schemas.microsoft.com/office/drawing/2014/main" id="{12B6820B-0F14-5308-3392-17E2564CAF01}"/>
              </a:ext>
            </a:extLst>
          </p:cNvPr>
          <p:cNvSpPr>
            <a:spLocks noGrp="1"/>
          </p:cNvSpPr>
          <p:nvPr/>
        </p:nvSpPr>
        <p:spPr>
          <a:xfrm>
            <a:off x="4100000" y="2320021"/>
            <a:ext cx="90000" cy="2860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···</a:t>
            </a:r>
          </a:p>
        </p:txBody>
      </p:sp>
      <p:sp>
        <p:nvSpPr>
          <p:cNvPr id="93" name="Arrow 42">
            <a:extLst>
              <a:ext uri="{FF2B5EF4-FFF2-40B4-BE49-F238E27FC236}">
                <a16:creationId xmlns:a16="http://schemas.microsoft.com/office/drawing/2014/main" id="{4949391B-1FC1-2300-D73B-6D911D83C4E2}"/>
              </a:ext>
            </a:extLst>
          </p:cNvPr>
          <p:cNvSpPr>
            <a:spLocks noGrp="1"/>
          </p:cNvSpPr>
          <p:nvPr/>
        </p:nvSpPr>
        <p:spPr>
          <a:xfrm>
            <a:off x="3817581" y="2283019"/>
            <a:ext cx="251367" cy="182461"/>
          </a:xfrm>
          <a:custGeom>
            <a:avLst/>
            <a:gdLst/>
            <a:ahLst/>
            <a:cxnLst/>
            <a:rect l="0" t="0" r="0" b="0"/>
            <a:pathLst>
              <a:path w="1171575" h="704850">
                <a:moveTo>
                  <a:pt x="1171575" y="0"/>
                </a:moveTo>
                <a:lnTo>
                  <a:pt x="0" y="0"/>
                </a:lnTo>
                <a:lnTo>
                  <a:pt x="0" y="7048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4" name="Label 43 RDKit">
            <a:extLst>
              <a:ext uri="{FF2B5EF4-FFF2-40B4-BE49-F238E27FC236}">
                <a16:creationId xmlns:a16="http://schemas.microsoft.com/office/drawing/2014/main" id="{EA6A0A7B-6C99-76D4-DFB9-5BDB63019736}"/>
              </a:ext>
            </a:extLst>
          </p:cNvPr>
          <p:cNvSpPr>
            <a:spLocks noGrp="1"/>
          </p:cNvSpPr>
          <p:nvPr/>
        </p:nvSpPr>
        <p:spPr>
          <a:xfrm>
            <a:off x="3858453" y="2295279"/>
            <a:ext cx="173709" cy="5517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RDKit</a:t>
            </a:r>
          </a:p>
        </p:txBody>
      </p:sp>
      <p:sp>
        <p:nvSpPr>
          <p:cNvPr id="95" name="Arrow 44">
            <a:extLst>
              <a:ext uri="{FF2B5EF4-FFF2-40B4-BE49-F238E27FC236}">
                <a16:creationId xmlns:a16="http://schemas.microsoft.com/office/drawing/2014/main" id="{3EE6140F-6046-1F49-EF96-A10F0CDE2EFA}"/>
              </a:ext>
            </a:extLst>
          </p:cNvPr>
          <p:cNvSpPr>
            <a:spLocks noGrp="1"/>
          </p:cNvSpPr>
          <p:nvPr/>
        </p:nvSpPr>
        <p:spPr>
          <a:xfrm>
            <a:off x="4287616" y="2412112"/>
            <a:ext cx="20" cy="87504"/>
          </a:xfrm>
          <a:custGeom>
            <a:avLst/>
            <a:gdLst/>
            <a:ahLst/>
            <a:cxnLst/>
            <a:rect l="0" t="0" r="0" b="0"/>
            <a:pathLst>
              <a:path w="9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6" name="Arrow 45">
            <a:extLst>
              <a:ext uri="{FF2B5EF4-FFF2-40B4-BE49-F238E27FC236}">
                <a16:creationId xmlns:a16="http://schemas.microsoft.com/office/drawing/2014/main" id="{8495221C-813F-353C-5B2E-09C3191AAD68}"/>
              </a:ext>
            </a:extLst>
          </p:cNvPr>
          <p:cNvSpPr>
            <a:spLocks noGrp="1"/>
          </p:cNvSpPr>
          <p:nvPr/>
        </p:nvSpPr>
        <p:spPr>
          <a:xfrm>
            <a:off x="4508329" y="2103203"/>
            <a:ext cx="249323" cy="394370"/>
          </a:xfrm>
          <a:custGeom>
            <a:avLst/>
            <a:gdLst/>
            <a:ahLst/>
            <a:cxnLst/>
            <a:rect l="0" t="0" r="0" b="0"/>
            <a:pathLst>
              <a:path w="1162050" h="1647825">
                <a:moveTo>
                  <a:pt x="0" y="0"/>
                </a:moveTo>
                <a:lnTo>
                  <a:pt x="1162050" y="0"/>
                </a:lnTo>
                <a:lnTo>
                  <a:pt x="1162050" y="16478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7" name="Line 46">
            <a:extLst>
              <a:ext uri="{FF2B5EF4-FFF2-40B4-BE49-F238E27FC236}">
                <a16:creationId xmlns:a16="http://schemas.microsoft.com/office/drawing/2014/main" id="{4F3CE4A4-D177-F12C-C10E-D90A64ABF7FF}"/>
              </a:ext>
            </a:extLst>
          </p:cNvPr>
          <p:cNvSpPr>
            <a:spLocks noGrp="1"/>
          </p:cNvSpPr>
          <p:nvPr/>
        </p:nvSpPr>
        <p:spPr>
          <a:xfrm>
            <a:off x="4508329" y="2193111"/>
            <a:ext cx="249323" cy="20"/>
          </a:xfrm>
          <a:custGeom>
            <a:avLst/>
            <a:gdLst/>
            <a:ahLst/>
            <a:cxnLst/>
            <a:rect l="0" t="0" r="0" b="0"/>
            <a:pathLst>
              <a:path w="1162050" h="95">
                <a:moveTo>
                  <a:pt x="0" y="0"/>
                </a:moveTo>
                <a:lnTo>
                  <a:pt x="116205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8" name="Line 47">
            <a:extLst>
              <a:ext uri="{FF2B5EF4-FFF2-40B4-BE49-F238E27FC236}">
                <a16:creationId xmlns:a16="http://schemas.microsoft.com/office/drawing/2014/main" id="{7E96D21D-C570-B5DF-20F8-7582F53B0972}"/>
              </a:ext>
            </a:extLst>
          </p:cNvPr>
          <p:cNvSpPr>
            <a:spLocks noGrp="1"/>
          </p:cNvSpPr>
          <p:nvPr/>
        </p:nvSpPr>
        <p:spPr>
          <a:xfrm>
            <a:off x="4508329" y="2372927"/>
            <a:ext cx="249323" cy="20"/>
          </a:xfrm>
          <a:custGeom>
            <a:avLst/>
            <a:gdLst/>
            <a:ahLst/>
            <a:cxnLst/>
            <a:rect l="0" t="0" r="0" b="0"/>
            <a:pathLst>
              <a:path w="1162050" h="95">
                <a:moveTo>
                  <a:pt x="0" y="0"/>
                </a:moveTo>
                <a:lnTo>
                  <a:pt x="116205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9" name="Label 48 Other identities">
            <a:extLst>
              <a:ext uri="{FF2B5EF4-FFF2-40B4-BE49-F238E27FC236}">
                <a16:creationId xmlns:a16="http://schemas.microsoft.com/office/drawing/2014/main" id="{9C320152-FD98-B124-42EE-9F646A579FD3}"/>
              </a:ext>
            </a:extLst>
          </p:cNvPr>
          <p:cNvSpPr>
            <a:spLocks noGrp="1"/>
          </p:cNvSpPr>
          <p:nvPr/>
        </p:nvSpPr>
        <p:spPr>
          <a:xfrm>
            <a:off x="4788306" y="2254412"/>
            <a:ext cx="235018" cy="110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Other</a:t>
            </a:r>
          </a:p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lang="en-US"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 </a:t>
            </a: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identities</a:t>
            </a:r>
          </a:p>
        </p:txBody>
      </p:sp>
      <p:sp>
        <p:nvSpPr>
          <p:cNvPr id="100" name="Label 49 Own graph">
            <a:extLst>
              <a:ext uri="{FF2B5EF4-FFF2-40B4-BE49-F238E27FC236}">
                <a16:creationId xmlns:a16="http://schemas.microsoft.com/office/drawing/2014/main" id="{DC2A5F9F-F1A3-4ACF-4DEF-15FAF9AF2FF3}"/>
              </a:ext>
            </a:extLst>
          </p:cNvPr>
          <p:cNvSpPr>
            <a:spLocks noGrp="1"/>
          </p:cNvSpPr>
          <p:nvPr/>
        </p:nvSpPr>
        <p:spPr>
          <a:xfrm>
            <a:off x="3660678" y="2607209"/>
            <a:ext cx="308589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Own graph</a:t>
            </a:r>
          </a:p>
        </p:txBody>
      </p:sp>
      <p:sp>
        <p:nvSpPr>
          <p:cNvPr id="101" name="Operator SMI-TED">
            <a:extLst>
              <a:ext uri="{FF2B5EF4-FFF2-40B4-BE49-F238E27FC236}">
                <a16:creationId xmlns:a16="http://schemas.microsoft.com/office/drawing/2014/main" id="{E69760B1-2472-8F46-B6F6-F5AD7F6FF29A}"/>
              </a:ext>
            </a:extLst>
          </p:cNvPr>
          <p:cNvSpPr>
            <a:spLocks noGrp="1"/>
          </p:cNvSpPr>
          <p:nvPr/>
        </p:nvSpPr>
        <p:spPr>
          <a:xfrm>
            <a:off x="4126169" y="2509833"/>
            <a:ext cx="322894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SMI-TED</a:t>
            </a:r>
          </a:p>
        </p:txBody>
      </p:sp>
      <p:sp>
        <p:nvSpPr>
          <p:cNvPr id="102" name="Label 50 + linear">
            <a:extLst>
              <a:ext uri="{FF2B5EF4-FFF2-40B4-BE49-F238E27FC236}">
                <a16:creationId xmlns:a16="http://schemas.microsoft.com/office/drawing/2014/main" id="{04763126-86F8-6DB8-51A3-6E0EDA9A64E3}"/>
              </a:ext>
            </a:extLst>
          </p:cNvPr>
          <p:cNvSpPr>
            <a:spLocks noGrp="1"/>
          </p:cNvSpPr>
          <p:nvPr/>
        </p:nvSpPr>
        <p:spPr>
          <a:xfrm>
            <a:off x="4154780" y="2624261"/>
            <a:ext cx="265672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+ linear</a:t>
            </a:r>
          </a:p>
        </p:txBody>
      </p:sp>
      <p:sp>
        <p:nvSpPr>
          <p:cNvPr id="103" name="Operator SMI-TED">
            <a:extLst>
              <a:ext uri="{FF2B5EF4-FFF2-40B4-BE49-F238E27FC236}">
                <a16:creationId xmlns:a16="http://schemas.microsoft.com/office/drawing/2014/main" id="{F2499873-06D4-C024-E0B1-12F59EA91405}"/>
              </a:ext>
            </a:extLst>
          </p:cNvPr>
          <p:cNvSpPr>
            <a:spLocks noGrp="1"/>
          </p:cNvSpPr>
          <p:nvPr/>
        </p:nvSpPr>
        <p:spPr>
          <a:xfrm>
            <a:off x="4596205" y="2509833"/>
            <a:ext cx="322894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 dirty="0">
                <a:solidFill>
                  <a:srgbClr val="2B887C"/>
                </a:solidFill>
                <a:latin typeface="Arial"/>
                <a:ea typeface="Arial"/>
                <a:cs typeface="Arial"/>
              </a:rPr>
              <a:t>SMI-TED</a:t>
            </a:r>
          </a:p>
        </p:txBody>
      </p:sp>
      <p:sp>
        <p:nvSpPr>
          <p:cNvPr id="104" name="Label 51 + linear">
            <a:extLst>
              <a:ext uri="{FF2B5EF4-FFF2-40B4-BE49-F238E27FC236}">
                <a16:creationId xmlns:a16="http://schemas.microsoft.com/office/drawing/2014/main" id="{15867061-6249-1FCE-15E9-8DC4B3ABC78D}"/>
              </a:ext>
            </a:extLst>
          </p:cNvPr>
          <p:cNvSpPr>
            <a:spLocks noGrp="1"/>
          </p:cNvSpPr>
          <p:nvPr/>
        </p:nvSpPr>
        <p:spPr>
          <a:xfrm>
            <a:off x="4624816" y="2624261"/>
            <a:ext cx="265672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+ linear</a:t>
            </a:r>
          </a:p>
        </p:txBody>
      </p:sp>
      <p:sp>
        <p:nvSpPr>
          <p:cNvPr id="105" name="Operator GNN">
            <a:extLst>
              <a:ext uri="{FF2B5EF4-FFF2-40B4-BE49-F238E27FC236}">
                <a16:creationId xmlns:a16="http://schemas.microsoft.com/office/drawing/2014/main" id="{E38BD2FC-A6FC-4D0D-24AE-52449EB2583A}"/>
              </a:ext>
            </a:extLst>
          </p:cNvPr>
          <p:cNvSpPr>
            <a:spLocks noGrp="1"/>
          </p:cNvSpPr>
          <p:nvPr/>
        </p:nvSpPr>
        <p:spPr>
          <a:xfrm>
            <a:off x="3692919" y="2726429"/>
            <a:ext cx="249323" cy="91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GNN</a:t>
            </a:r>
          </a:p>
        </p:txBody>
      </p:sp>
      <p:sp>
        <p:nvSpPr>
          <p:cNvPr id="106" name="Arrow 53">
            <a:extLst>
              <a:ext uri="{FF2B5EF4-FFF2-40B4-BE49-F238E27FC236}">
                <a16:creationId xmlns:a16="http://schemas.microsoft.com/office/drawing/2014/main" id="{F3627657-2168-E99B-6008-5921C5F1458C}"/>
              </a:ext>
            </a:extLst>
          </p:cNvPr>
          <p:cNvSpPr>
            <a:spLocks noGrp="1"/>
          </p:cNvSpPr>
          <p:nvPr/>
        </p:nvSpPr>
        <p:spPr>
          <a:xfrm>
            <a:off x="3817581" y="2817909"/>
            <a:ext cx="20" cy="116943"/>
          </a:xfrm>
          <a:custGeom>
            <a:avLst/>
            <a:gdLst/>
            <a:ahLst/>
            <a:cxnLst/>
            <a:rect l="0" t="0" r="0" b="0"/>
            <a:pathLst>
              <a:path w="95" h="276225">
                <a:moveTo>
                  <a:pt x="0" y="0"/>
                </a:moveTo>
                <a:lnTo>
                  <a:pt x="0" y="2762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07" name="Label 54 K, V">
            <a:extLst>
              <a:ext uri="{FF2B5EF4-FFF2-40B4-BE49-F238E27FC236}">
                <a16:creationId xmlns:a16="http://schemas.microsoft.com/office/drawing/2014/main" id="{58B4240A-BF47-B045-8F48-6439DC6FC05A}"/>
              </a:ext>
            </a:extLst>
          </p:cNvPr>
          <p:cNvSpPr>
            <a:spLocks noGrp="1"/>
          </p:cNvSpPr>
          <p:nvPr/>
        </p:nvSpPr>
        <p:spPr>
          <a:xfrm>
            <a:off x="3840061" y="2827340"/>
            <a:ext cx="130792" cy="11685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2B887C"/>
                </a:solidFill>
                <a:latin typeface="Arial"/>
                <a:ea typeface="Arial"/>
                <a:cs typeface="Arial"/>
              </a:rPr>
              <a:t>K, V</a:t>
            </a:r>
          </a:p>
        </p:txBody>
      </p:sp>
      <p:sp>
        <p:nvSpPr>
          <p:cNvPr id="108" name="Arrow 55">
            <a:extLst>
              <a:ext uri="{FF2B5EF4-FFF2-40B4-BE49-F238E27FC236}">
                <a16:creationId xmlns:a16="http://schemas.microsoft.com/office/drawing/2014/main" id="{484305CF-18F5-01FF-92C1-745A9CEA16A6}"/>
              </a:ext>
            </a:extLst>
          </p:cNvPr>
          <p:cNvSpPr>
            <a:spLocks noGrp="1"/>
          </p:cNvSpPr>
          <p:nvPr/>
        </p:nvSpPr>
        <p:spPr>
          <a:xfrm>
            <a:off x="4287616" y="2689649"/>
            <a:ext cx="20" cy="281985"/>
          </a:xfrm>
          <a:custGeom>
            <a:avLst/>
            <a:gdLst/>
            <a:ahLst/>
            <a:cxnLst/>
            <a:rect l="0" t="0" r="0" b="0"/>
            <a:pathLst>
              <a:path w="95" h="933450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09" name="Arrow 56">
            <a:extLst>
              <a:ext uri="{FF2B5EF4-FFF2-40B4-BE49-F238E27FC236}">
                <a16:creationId xmlns:a16="http://schemas.microsoft.com/office/drawing/2014/main" id="{C948A762-8A8C-E431-BEE9-2DC218B4416B}"/>
              </a:ext>
            </a:extLst>
          </p:cNvPr>
          <p:cNvSpPr>
            <a:spLocks noGrp="1"/>
          </p:cNvSpPr>
          <p:nvPr/>
        </p:nvSpPr>
        <p:spPr>
          <a:xfrm>
            <a:off x="4757652" y="2689649"/>
            <a:ext cx="20" cy="30651"/>
          </a:xfrm>
          <a:custGeom>
            <a:avLst/>
            <a:gdLst/>
            <a:ahLst/>
            <a:cxnLst/>
            <a:rect l="0" t="0" r="0" b="0"/>
            <a:pathLst>
              <a:path w="95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10" name="Label 57 1">
            <a:extLst>
              <a:ext uri="{FF2B5EF4-FFF2-40B4-BE49-F238E27FC236}">
                <a16:creationId xmlns:a16="http://schemas.microsoft.com/office/drawing/2014/main" id="{E9FBC214-80FC-9830-A738-A1577D3C5E61}"/>
              </a:ext>
            </a:extLst>
          </p:cNvPr>
          <p:cNvSpPr>
            <a:spLocks noGrp="1"/>
          </p:cNvSpPr>
          <p:nvPr/>
        </p:nvSpPr>
        <p:spPr>
          <a:xfrm>
            <a:off x="4575768" y="2726429"/>
            <a:ext cx="40873" cy="469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5D83A8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5D83A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1" name="Label 58 2">
            <a:extLst>
              <a:ext uri="{FF2B5EF4-FFF2-40B4-BE49-F238E27FC236}">
                <a16:creationId xmlns:a16="http://schemas.microsoft.com/office/drawing/2014/main" id="{96CAE005-E910-E9D7-8741-274A97D77171}"/>
              </a:ext>
            </a:extLst>
          </p:cNvPr>
          <p:cNvSpPr>
            <a:spLocks noGrp="1"/>
          </p:cNvSpPr>
          <p:nvPr/>
        </p:nvSpPr>
        <p:spPr>
          <a:xfrm>
            <a:off x="4575768" y="2763210"/>
            <a:ext cx="40873" cy="52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AC844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AC844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2" name="Label 59 K">
            <a:extLst>
              <a:ext uri="{FF2B5EF4-FFF2-40B4-BE49-F238E27FC236}">
                <a16:creationId xmlns:a16="http://schemas.microsoft.com/office/drawing/2014/main" id="{014BCA9F-A880-5687-FFE9-96D99890FE2A}"/>
              </a:ext>
            </a:extLst>
          </p:cNvPr>
          <p:cNvSpPr>
            <a:spLocks noGrp="1"/>
          </p:cNvSpPr>
          <p:nvPr/>
        </p:nvSpPr>
        <p:spPr>
          <a:xfrm>
            <a:off x="4575768" y="2803763"/>
            <a:ext cx="40873" cy="750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9580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9580A8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113" name="Arrow 60">
            <a:extLst>
              <a:ext uri="{FF2B5EF4-FFF2-40B4-BE49-F238E27FC236}">
                <a16:creationId xmlns:a16="http://schemas.microsoft.com/office/drawing/2014/main" id="{95C980F5-0951-5492-B4F9-8F1CE9970C88}"/>
              </a:ext>
            </a:extLst>
          </p:cNvPr>
          <p:cNvSpPr>
            <a:spLocks noGrp="1"/>
          </p:cNvSpPr>
          <p:nvPr/>
        </p:nvSpPr>
        <p:spPr>
          <a:xfrm>
            <a:off x="4757652" y="2860124"/>
            <a:ext cx="20" cy="74729"/>
          </a:xfrm>
          <a:custGeom>
            <a:avLst/>
            <a:gdLst/>
            <a:ahLst/>
            <a:cxnLst/>
            <a:rect l="0" t="0" r="0" b="0"/>
            <a:pathLst>
              <a:path w="9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14" name="Label 61 K, V">
            <a:extLst>
              <a:ext uri="{FF2B5EF4-FFF2-40B4-BE49-F238E27FC236}">
                <a16:creationId xmlns:a16="http://schemas.microsoft.com/office/drawing/2014/main" id="{EB9E2BB1-4DCA-3431-378B-AD9C088C239A}"/>
              </a:ext>
            </a:extLst>
          </p:cNvPr>
          <p:cNvSpPr>
            <a:spLocks noGrp="1"/>
          </p:cNvSpPr>
          <p:nvPr/>
        </p:nvSpPr>
        <p:spPr>
          <a:xfrm>
            <a:off x="4780132" y="2836771"/>
            <a:ext cx="132836" cy="126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2B887C"/>
                </a:solidFill>
                <a:latin typeface="Arial"/>
                <a:ea typeface="Arial"/>
                <a:cs typeface="Arial"/>
              </a:rPr>
              <a:t>K, V</a:t>
            </a:r>
          </a:p>
        </p:txBody>
      </p:sp>
      <p:sp>
        <p:nvSpPr>
          <p:cNvPr id="115" name="Operator Graph attention">
            <a:extLst>
              <a:ext uri="{FF2B5EF4-FFF2-40B4-BE49-F238E27FC236}">
                <a16:creationId xmlns:a16="http://schemas.microsoft.com/office/drawing/2014/main" id="{45862160-521F-2636-BF59-8913BC2A6A7E}"/>
              </a:ext>
            </a:extLst>
          </p:cNvPr>
          <p:cNvSpPr>
            <a:spLocks noGrp="1"/>
          </p:cNvSpPr>
          <p:nvPr/>
        </p:nvSpPr>
        <p:spPr>
          <a:xfrm>
            <a:off x="3597890" y="2967547"/>
            <a:ext cx="439381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Graph attention</a:t>
            </a:r>
          </a:p>
        </p:txBody>
      </p:sp>
      <p:sp>
        <p:nvSpPr>
          <p:cNvPr id="116" name="Operator Context attention">
            <a:extLst>
              <a:ext uri="{FF2B5EF4-FFF2-40B4-BE49-F238E27FC236}">
                <a16:creationId xmlns:a16="http://schemas.microsoft.com/office/drawing/2014/main" id="{0986BA87-B3D8-E361-473F-F19987D8757B}"/>
              </a:ext>
            </a:extLst>
          </p:cNvPr>
          <p:cNvSpPr>
            <a:spLocks noGrp="1"/>
          </p:cNvSpPr>
          <p:nvPr/>
        </p:nvSpPr>
        <p:spPr>
          <a:xfrm>
            <a:off x="4537961" y="2967547"/>
            <a:ext cx="439381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Context attention</a:t>
            </a:r>
          </a:p>
        </p:txBody>
      </p:sp>
      <p:sp>
        <p:nvSpPr>
          <p:cNvPr id="117" name="Operator ">
            <a:extLst>
              <a:ext uri="{FF2B5EF4-FFF2-40B4-BE49-F238E27FC236}">
                <a16:creationId xmlns:a16="http://schemas.microsoft.com/office/drawing/2014/main" id="{CAECD7E3-2F51-98D2-A452-93C177558ED1}"/>
              </a:ext>
            </a:extLst>
          </p:cNvPr>
          <p:cNvSpPr>
            <a:spLocks noGrp="1"/>
          </p:cNvSpPr>
          <p:nvPr/>
        </p:nvSpPr>
        <p:spPr>
          <a:xfrm>
            <a:off x="4152736" y="2985937"/>
            <a:ext cx="269760" cy="65388"/>
          </a:xfrm>
          <a:prstGeom prst="roundRect">
            <a:avLst>
              <a:gd name="adj" fmla="val 21875"/>
            </a:avLst>
          </a:prstGeom>
          <a:solidFill>
            <a:srgbClr val="F7FBF8"/>
          </a:solidFill>
          <a:ln w="3270">
            <a:solidFill>
              <a:srgbClr val="8AB9AB"/>
            </a:solidFill>
          </a:ln>
        </p:spPr>
      </p:sp>
      <p:sp>
        <p:nvSpPr>
          <p:cNvPr id="118" name="Arrow 62">
            <a:extLst>
              <a:ext uri="{FF2B5EF4-FFF2-40B4-BE49-F238E27FC236}">
                <a16:creationId xmlns:a16="http://schemas.microsoft.com/office/drawing/2014/main" id="{86502F14-5EDB-19DF-7465-62CDD89BF59B}"/>
              </a:ext>
            </a:extLst>
          </p:cNvPr>
          <p:cNvSpPr>
            <a:spLocks noGrp="1"/>
          </p:cNvSpPr>
          <p:nvPr/>
        </p:nvSpPr>
        <p:spPr>
          <a:xfrm>
            <a:off x="4048511" y="3018631"/>
            <a:ext cx="91963" cy="20"/>
          </a:xfrm>
          <a:custGeom>
            <a:avLst/>
            <a:gdLst/>
            <a:ahLst/>
            <a:cxnLst/>
            <a:rect l="0" t="0" r="0" b="0"/>
            <a:pathLst>
              <a:path w="428625" h="95">
                <a:moveTo>
                  <a:pt x="428625" y="0"/>
                </a:moveTo>
                <a:lnTo>
                  <a:pt x="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19" name="Arrow 63">
            <a:extLst>
              <a:ext uri="{FF2B5EF4-FFF2-40B4-BE49-F238E27FC236}">
                <a16:creationId xmlns:a16="http://schemas.microsoft.com/office/drawing/2014/main" id="{F64D0815-CA02-CF7F-842F-6CF18C49B885}"/>
              </a:ext>
            </a:extLst>
          </p:cNvPr>
          <p:cNvSpPr>
            <a:spLocks noGrp="1"/>
          </p:cNvSpPr>
          <p:nvPr/>
        </p:nvSpPr>
        <p:spPr>
          <a:xfrm>
            <a:off x="4434758" y="3018631"/>
            <a:ext cx="91963" cy="20"/>
          </a:xfrm>
          <a:custGeom>
            <a:avLst/>
            <a:gdLst/>
            <a:ahLst/>
            <a:cxnLst/>
            <a:rect l="0" t="0" r="0" b="0"/>
            <a:pathLst>
              <a:path w="428625" h="9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20" name="Label 64 Q">
            <a:extLst>
              <a:ext uri="{FF2B5EF4-FFF2-40B4-BE49-F238E27FC236}">
                <a16:creationId xmlns:a16="http://schemas.microsoft.com/office/drawing/2014/main" id="{5EF18B64-250E-C92E-9F18-6DC535008F55}"/>
              </a:ext>
            </a:extLst>
          </p:cNvPr>
          <p:cNvSpPr>
            <a:spLocks noGrp="1"/>
          </p:cNvSpPr>
          <p:nvPr/>
        </p:nvSpPr>
        <p:spPr>
          <a:xfrm>
            <a:off x="4065882" y="2930182"/>
            <a:ext cx="57222" cy="782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121" name="Label 65 Q">
            <a:extLst>
              <a:ext uri="{FF2B5EF4-FFF2-40B4-BE49-F238E27FC236}">
                <a16:creationId xmlns:a16="http://schemas.microsoft.com/office/drawing/2014/main" id="{C9672941-7A86-0A34-C752-00290DA1EC17}"/>
              </a:ext>
            </a:extLst>
          </p:cNvPr>
          <p:cNvSpPr>
            <a:spLocks noGrp="1"/>
          </p:cNvSpPr>
          <p:nvPr/>
        </p:nvSpPr>
        <p:spPr>
          <a:xfrm>
            <a:off x="4452129" y="2930182"/>
            <a:ext cx="57222" cy="782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122" name="Arrow 66">
            <a:extLst>
              <a:ext uri="{FF2B5EF4-FFF2-40B4-BE49-F238E27FC236}">
                <a16:creationId xmlns:a16="http://schemas.microsoft.com/office/drawing/2014/main" id="{1BA103FF-DBD8-BFC1-D02E-0CC2D6FB52B6}"/>
              </a:ext>
            </a:extLst>
          </p:cNvPr>
          <p:cNvSpPr>
            <a:spLocks noGrp="1"/>
          </p:cNvSpPr>
          <p:nvPr/>
        </p:nvSpPr>
        <p:spPr>
          <a:xfrm>
            <a:off x="3817581" y="3067672"/>
            <a:ext cx="322894" cy="157339"/>
          </a:xfrm>
          <a:custGeom>
            <a:avLst/>
            <a:gdLst/>
            <a:ahLst/>
            <a:cxnLst/>
            <a:rect l="0" t="0" r="0" b="0"/>
            <a:pathLst>
              <a:path w="1504950" h="638175">
                <a:moveTo>
                  <a:pt x="0" y="0"/>
                </a:moveTo>
                <a:lnTo>
                  <a:pt x="0" y="638175"/>
                </a:lnTo>
                <a:lnTo>
                  <a:pt x="1504950" y="6381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23" name="Arrow 67">
            <a:extLst>
              <a:ext uri="{FF2B5EF4-FFF2-40B4-BE49-F238E27FC236}">
                <a16:creationId xmlns:a16="http://schemas.microsoft.com/office/drawing/2014/main" id="{6022DAD3-D200-0BE5-F8A9-F84111EF44E3}"/>
              </a:ext>
            </a:extLst>
          </p:cNvPr>
          <p:cNvSpPr>
            <a:spLocks noGrp="1"/>
          </p:cNvSpPr>
          <p:nvPr/>
        </p:nvSpPr>
        <p:spPr>
          <a:xfrm>
            <a:off x="4434758" y="3067672"/>
            <a:ext cx="322894" cy="157339"/>
          </a:xfrm>
          <a:custGeom>
            <a:avLst/>
            <a:gdLst/>
            <a:ahLst/>
            <a:cxnLst/>
            <a:rect l="0" t="0" r="0" b="0"/>
            <a:pathLst>
              <a:path w="1504950" h="638175">
                <a:moveTo>
                  <a:pt x="1504950" y="0"/>
                </a:moveTo>
                <a:lnTo>
                  <a:pt x="1504950" y="638175"/>
                </a:lnTo>
                <a:lnTo>
                  <a:pt x="0" y="6381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24" name="Arrow 68">
            <a:extLst>
              <a:ext uri="{FF2B5EF4-FFF2-40B4-BE49-F238E27FC236}">
                <a16:creationId xmlns:a16="http://schemas.microsoft.com/office/drawing/2014/main" id="{B50DAD2C-198E-5DF3-361A-A521F1FD2720}"/>
              </a:ext>
            </a:extLst>
          </p:cNvPr>
          <p:cNvSpPr>
            <a:spLocks noGrp="1"/>
          </p:cNvSpPr>
          <p:nvPr/>
        </p:nvSpPr>
        <p:spPr>
          <a:xfrm>
            <a:off x="4287616" y="3039065"/>
            <a:ext cx="20" cy="117153"/>
          </a:xfrm>
          <a:custGeom>
            <a:avLst/>
            <a:gdLst/>
            <a:ahLst/>
            <a:cxnLst/>
            <a:rect l="0" t="0" r="0" b="0"/>
            <a:pathLst>
              <a:path w="95" h="466725">
                <a:moveTo>
                  <a:pt x="0" y="0"/>
                </a:moveTo>
                <a:lnTo>
                  <a:pt x="0" y="4667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25" name="Operator Fusion">
            <a:extLst>
              <a:ext uri="{FF2B5EF4-FFF2-40B4-BE49-F238E27FC236}">
                <a16:creationId xmlns:a16="http://schemas.microsoft.com/office/drawing/2014/main" id="{8DF3CDA5-486E-FCFB-2E37-85FF0141FA37}"/>
              </a:ext>
            </a:extLst>
          </p:cNvPr>
          <p:cNvSpPr>
            <a:spLocks noGrp="1"/>
          </p:cNvSpPr>
          <p:nvPr/>
        </p:nvSpPr>
        <p:spPr>
          <a:xfrm>
            <a:off x="4160911" y="3173927"/>
            <a:ext cx="253410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Fusion</a:t>
            </a:r>
          </a:p>
        </p:txBody>
      </p:sp>
      <p:sp>
        <p:nvSpPr>
          <p:cNvPr id="126" name="Arrow 69">
            <a:extLst>
              <a:ext uri="{FF2B5EF4-FFF2-40B4-BE49-F238E27FC236}">
                <a16:creationId xmlns:a16="http://schemas.microsoft.com/office/drawing/2014/main" id="{A1E840CA-D0DB-1C8E-74D8-40D4E822C41E}"/>
              </a:ext>
            </a:extLst>
          </p:cNvPr>
          <p:cNvSpPr>
            <a:spLocks noGrp="1"/>
          </p:cNvSpPr>
          <p:nvPr/>
        </p:nvSpPr>
        <p:spPr>
          <a:xfrm>
            <a:off x="4287616" y="3274052"/>
            <a:ext cx="20" cy="75605"/>
          </a:xfrm>
          <a:custGeom>
            <a:avLst/>
            <a:gdLst/>
            <a:ahLst/>
            <a:cxnLst/>
            <a:rect l="0" t="0" r="0" b="0"/>
            <a:pathLst>
              <a:path w="95" h="352425">
                <a:moveTo>
                  <a:pt x="0" y="0"/>
                </a:moveTo>
                <a:lnTo>
                  <a:pt x="0" y="3524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Label 70 g">
                <a:extLst>
                  <a:ext uri="{FF2B5EF4-FFF2-40B4-BE49-F238E27FC236}">
                    <a16:creationId xmlns:a16="http://schemas.microsoft.com/office/drawing/2014/main" id="{95039D09-D019-DE45-D974-F91B50B8EF0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24402" y="3284269"/>
                <a:ext cx="106269" cy="6947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128" name="Label 70 g">
                <a:extLst>
                  <a:ext uri="{FF2B5EF4-FFF2-40B4-BE49-F238E27FC236}">
                    <a16:creationId xmlns:a16="http://schemas.microsoft.com/office/drawing/2014/main" id="{95039D09-D019-DE45-D974-F91B50B8EF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4402" y="3284269"/>
                <a:ext cx="106269" cy="69474"/>
              </a:xfrm>
              <a:prstGeom prst="rect">
                <a:avLst/>
              </a:prstGeom>
              <a:blipFill>
                <a:blip r:embed="rId6"/>
                <a:stretch>
                  <a:fillRect l="-22222" b="-3636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Arrow 71">
            <a:extLst>
              <a:ext uri="{FF2B5EF4-FFF2-40B4-BE49-F238E27FC236}">
                <a16:creationId xmlns:a16="http://schemas.microsoft.com/office/drawing/2014/main" id="{9019090D-BD08-F4E9-D2BD-52F8CD9A2219}"/>
              </a:ext>
            </a:extLst>
          </p:cNvPr>
          <p:cNvSpPr>
            <a:spLocks noGrp="1"/>
          </p:cNvSpPr>
          <p:nvPr/>
        </p:nvSpPr>
        <p:spPr>
          <a:xfrm>
            <a:off x="2464696" y="3390524"/>
            <a:ext cx="747970" cy="131549"/>
          </a:xfrm>
          <a:custGeom>
            <a:avLst/>
            <a:gdLst/>
            <a:ahLst/>
            <a:cxnLst/>
            <a:rect l="0" t="0" r="0" b="0"/>
            <a:pathLst>
              <a:path w="3486150" h="800100">
                <a:moveTo>
                  <a:pt x="3486150" y="0"/>
                </a:moveTo>
                <a:lnTo>
                  <a:pt x="0" y="0"/>
                </a:lnTo>
                <a:lnTo>
                  <a:pt x="0" y="80010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30" name="Operator Foreground head">
            <a:extLst>
              <a:ext uri="{FF2B5EF4-FFF2-40B4-BE49-F238E27FC236}">
                <a16:creationId xmlns:a16="http://schemas.microsoft.com/office/drawing/2014/main" id="{1D8A515A-8554-E8D2-DFC3-6BF9C7766DB8}"/>
              </a:ext>
            </a:extLst>
          </p:cNvPr>
          <p:cNvSpPr>
            <a:spLocks noGrp="1"/>
          </p:cNvSpPr>
          <p:nvPr/>
        </p:nvSpPr>
        <p:spPr>
          <a:xfrm>
            <a:off x="2241940" y="3535603"/>
            <a:ext cx="470036" cy="100125"/>
          </a:xfrm>
          <a:prstGeom prst="roundRect">
            <a:avLst>
              <a:gd name="adj" fmla="val 14286"/>
            </a:avLst>
          </a:prstGeom>
          <a:solidFill>
            <a:srgbClr val="F7FAFC"/>
          </a:solidFill>
          <a:ln w="3270">
            <a:solidFill>
              <a:srgbClr val="397FA6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17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17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Foreground head</a:t>
            </a:r>
          </a:p>
        </p:txBody>
      </p:sp>
      <p:sp>
        <p:nvSpPr>
          <p:cNvPr id="131" name="Arrow 72">
            <a:extLst>
              <a:ext uri="{FF2B5EF4-FFF2-40B4-BE49-F238E27FC236}">
                <a16:creationId xmlns:a16="http://schemas.microsoft.com/office/drawing/2014/main" id="{E7069013-050E-EF95-8793-5951E35D91A9}"/>
              </a:ext>
            </a:extLst>
          </p:cNvPr>
          <p:cNvSpPr>
            <a:spLocks noGrp="1"/>
          </p:cNvSpPr>
          <p:nvPr/>
        </p:nvSpPr>
        <p:spPr>
          <a:xfrm>
            <a:off x="2711975" y="3584644"/>
            <a:ext cx="85833" cy="20"/>
          </a:xfrm>
          <a:custGeom>
            <a:avLst/>
            <a:gdLst/>
            <a:ahLst/>
            <a:cxnLst/>
            <a:rect l="0" t="0" r="0" b="0"/>
            <a:pathLst>
              <a:path w="400050" h="9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32" name="Label 73 Foreground probability">
            <a:extLst>
              <a:ext uri="{FF2B5EF4-FFF2-40B4-BE49-F238E27FC236}">
                <a16:creationId xmlns:a16="http://schemas.microsoft.com/office/drawing/2014/main" id="{424FB3D7-22E3-704A-9BF5-DDD5487EFA10}"/>
              </a:ext>
            </a:extLst>
          </p:cNvPr>
          <p:cNvSpPr>
            <a:spLocks noGrp="1"/>
          </p:cNvSpPr>
          <p:nvPr/>
        </p:nvSpPr>
        <p:spPr>
          <a:xfrm>
            <a:off x="2250114" y="3666378"/>
            <a:ext cx="633526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Foreground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Label 74 p">
                <a:extLst>
                  <a:ext uri="{FF2B5EF4-FFF2-40B4-BE49-F238E27FC236}">
                    <a16:creationId xmlns:a16="http://schemas.microsoft.com/office/drawing/2014/main" id="{0DBD01DD-97A5-9934-A8AF-B7DF40A73A1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828462" y="3543776"/>
                <a:ext cx="153272" cy="8786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𝑝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fg</m:t>
                          </m:r>
                        </m:sup>
                      </m:sSubSup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134" name="Label 74 p">
                <a:extLst>
                  <a:ext uri="{FF2B5EF4-FFF2-40B4-BE49-F238E27FC236}">
                    <a16:creationId xmlns:a16="http://schemas.microsoft.com/office/drawing/2014/main" id="{0DBD01DD-97A5-9934-A8AF-B7DF40A73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462" y="3543776"/>
                <a:ext cx="153272" cy="87865"/>
              </a:xfrm>
              <a:prstGeom prst="rect">
                <a:avLst/>
              </a:prstGeom>
              <a:blipFill>
                <a:blip r:embed="rId7"/>
                <a:stretch>
                  <a:fillRect l="-16000" t="-13333" b="-3333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" name="Arrow 75">
            <a:extLst>
              <a:ext uri="{FF2B5EF4-FFF2-40B4-BE49-F238E27FC236}">
                <a16:creationId xmlns:a16="http://schemas.microsoft.com/office/drawing/2014/main" id="{3E3D9597-2220-958C-5A86-5B4EE49EC1A1}"/>
              </a:ext>
            </a:extLst>
          </p:cNvPr>
          <p:cNvSpPr>
            <a:spLocks noGrp="1"/>
          </p:cNvSpPr>
          <p:nvPr/>
        </p:nvSpPr>
        <p:spPr>
          <a:xfrm>
            <a:off x="3347545" y="3417088"/>
            <a:ext cx="286109" cy="167556"/>
          </a:xfrm>
          <a:custGeom>
            <a:avLst/>
            <a:gdLst/>
            <a:ahLst/>
            <a:cxnLst/>
            <a:rect l="0" t="0" r="0" b="0"/>
            <a:pathLst>
              <a:path w="1333500" h="971550">
                <a:moveTo>
                  <a:pt x="0" y="0"/>
                </a:moveTo>
                <a:lnTo>
                  <a:pt x="0" y="971550"/>
                </a:lnTo>
                <a:lnTo>
                  <a:pt x="1333500" y="97155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36" name="Arrow 76">
            <a:extLst>
              <a:ext uri="{FF2B5EF4-FFF2-40B4-BE49-F238E27FC236}">
                <a16:creationId xmlns:a16="http://schemas.microsoft.com/office/drawing/2014/main" id="{62E6D500-3AC0-70E4-6C20-9CBF72052708}"/>
              </a:ext>
            </a:extLst>
          </p:cNvPr>
          <p:cNvSpPr>
            <a:spLocks noGrp="1"/>
          </p:cNvSpPr>
          <p:nvPr/>
        </p:nvSpPr>
        <p:spPr>
          <a:xfrm>
            <a:off x="3850279" y="3417088"/>
            <a:ext cx="437337" cy="106918"/>
          </a:xfrm>
          <a:custGeom>
            <a:avLst/>
            <a:gdLst/>
            <a:ahLst/>
            <a:cxnLst/>
            <a:rect l="0" t="0" r="0" b="0"/>
            <a:pathLst>
              <a:path w="2038350" h="685800">
                <a:moveTo>
                  <a:pt x="2038350" y="0"/>
                </a:moveTo>
                <a:lnTo>
                  <a:pt x="2038350" y="390525"/>
                </a:lnTo>
                <a:lnTo>
                  <a:pt x="0" y="390525"/>
                </a:lnTo>
                <a:lnTo>
                  <a:pt x="0" y="68580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37" name="Operator Cosine score">
            <a:extLst>
              <a:ext uri="{FF2B5EF4-FFF2-40B4-BE49-F238E27FC236}">
                <a16:creationId xmlns:a16="http://schemas.microsoft.com/office/drawing/2014/main" id="{7D68BEBD-7530-F35C-9298-CA6AD212CF9E}"/>
              </a:ext>
            </a:extLst>
          </p:cNvPr>
          <p:cNvSpPr>
            <a:spLocks noGrp="1"/>
          </p:cNvSpPr>
          <p:nvPr/>
        </p:nvSpPr>
        <p:spPr>
          <a:xfrm>
            <a:off x="3645915" y="3535603"/>
            <a:ext cx="408727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17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17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Cosine score</a:t>
            </a:r>
          </a:p>
        </p:txBody>
      </p:sp>
      <p:sp>
        <p:nvSpPr>
          <p:cNvPr id="138" name="Label 77 Learned projections">
            <a:extLst>
              <a:ext uri="{FF2B5EF4-FFF2-40B4-BE49-F238E27FC236}">
                <a16:creationId xmlns:a16="http://schemas.microsoft.com/office/drawing/2014/main" id="{BDEF934F-272E-4362-A308-0800A799CA44}"/>
              </a:ext>
            </a:extLst>
          </p:cNvPr>
          <p:cNvSpPr>
            <a:spLocks noGrp="1"/>
          </p:cNvSpPr>
          <p:nvPr/>
        </p:nvSpPr>
        <p:spPr>
          <a:xfrm>
            <a:off x="3617305" y="3666378"/>
            <a:ext cx="465948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Learned projections</a:t>
            </a:r>
          </a:p>
        </p:txBody>
      </p:sp>
      <p:sp>
        <p:nvSpPr>
          <p:cNvPr id="139" name="Arrow 78">
            <a:extLst>
              <a:ext uri="{FF2B5EF4-FFF2-40B4-BE49-F238E27FC236}">
                <a16:creationId xmlns:a16="http://schemas.microsoft.com/office/drawing/2014/main" id="{1693717B-FB48-9D75-B0C5-CB111549EBBE}"/>
              </a:ext>
            </a:extLst>
          </p:cNvPr>
          <p:cNvSpPr>
            <a:spLocks noGrp="1"/>
          </p:cNvSpPr>
          <p:nvPr/>
        </p:nvSpPr>
        <p:spPr>
          <a:xfrm>
            <a:off x="4054642" y="3584644"/>
            <a:ext cx="314719" cy="20"/>
          </a:xfrm>
          <a:custGeom>
            <a:avLst/>
            <a:gdLst/>
            <a:ahLst/>
            <a:cxnLst/>
            <a:rect l="0" t="0" r="0" b="0"/>
            <a:pathLst>
              <a:path w="1466850" h="95">
                <a:moveTo>
                  <a:pt x="0" y="0"/>
                </a:moveTo>
                <a:lnTo>
                  <a:pt x="146685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Label 79 s">
                <a:extLst>
                  <a:ext uri="{FF2B5EF4-FFF2-40B4-BE49-F238E27FC236}">
                    <a16:creationId xmlns:a16="http://schemas.microsoft.com/office/drawing/2014/main" id="{DA75BA9B-BD58-4E9A-233D-9FDD9E904CD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67042" y="3491146"/>
                <a:ext cx="159403" cy="71021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,</m:t>
                          </m:r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141" name="Label 79 s">
                <a:extLst>
                  <a:ext uri="{FF2B5EF4-FFF2-40B4-BE49-F238E27FC236}">
                    <a16:creationId xmlns:a16="http://schemas.microsoft.com/office/drawing/2014/main" id="{DA75BA9B-BD58-4E9A-233D-9FDD9E904C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7042" y="3491146"/>
                <a:ext cx="159403" cy="71021"/>
              </a:xfrm>
              <a:prstGeom prst="rect">
                <a:avLst/>
              </a:prstGeom>
              <a:blipFill>
                <a:blip r:embed="rId8"/>
                <a:stretch>
                  <a:fillRect l="-11538" b="-5454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" name="Label 80 Identity scores">
            <a:extLst>
              <a:ext uri="{FF2B5EF4-FFF2-40B4-BE49-F238E27FC236}">
                <a16:creationId xmlns:a16="http://schemas.microsoft.com/office/drawing/2014/main" id="{E543B700-3761-8516-4C83-15515D9A3604}"/>
              </a:ext>
            </a:extLst>
          </p:cNvPr>
          <p:cNvSpPr>
            <a:spLocks noGrp="1"/>
          </p:cNvSpPr>
          <p:nvPr/>
        </p:nvSpPr>
        <p:spPr>
          <a:xfrm>
            <a:off x="4385711" y="3408914"/>
            <a:ext cx="506821" cy="368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Identity scores</a:t>
            </a:r>
          </a:p>
        </p:txBody>
      </p:sp>
      <p:sp>
        <p:nvSpPr>
          <p:cNvPr id="143" name="Highlighted identity column k">
            <a:extLst>
              <a:ext uri="{FF2B5EF4-FFF2-40B4-BE49-F238E27FC236}">
                <a16:creationId xmlns:a16="http://schemas.microsoft.com/office/drawing/2014/main" id="{7345592F-318B-CAE0-3CCB-9E05E52833DA}"/>
              </a:ext>
            </a:extLst>
          </p:cNvPr>
          <p:cNvSpPr>
            <a:spLocks noGrp="1"/>
          </p:cNvSpPr>
          <p:nvPr/>
        </p:nvSpPr>
        <p:spPr>
          <a:xfrm>
            <a:off x="4553288" y="3502743"/>
            <a:ext cx="91963" cy="218806"/>
          </a:xfrm>
          <a:prstGeom prst="rect">
            <a:avLst/>
          </a:prstGeom>
          <a:solidFill>
            <a:srgbClr val="EDF6F1"/>
          </a:solidFill>
          <a:ln w="0">
            <a:noFill/>
          </a:ln>
        </p:spPr>
      </p:sp>
      <p:sp>
        <p:nvSpPr>
          <p:cNvPr id="144" name="Current pair score j,k">
            <a:extLst>
              <a:ext uri="{FF2B5EF4-FFF2-40B4-BE49-F238E27FC236}">
                <a16:creationId xmlns:a16="http://schemas.microsoft.com/office/drawing/2014/main" id="{00899EEE-8E68-EA8E-882E-15700BBB7534}"/>
              </a:ext>
            </a:extLst>
          </p:cNvPr>
          <p:cNvSpPr>
            <a:spLocks noGrp="1"/>
          </p:cNvSpPr>
          <p:nvPr/>
        </p:nvSpPr>
        <p:spPr>
          <a:xfrm>
            <a:off x="4553288" y="3556037"/>
            <a:ext cx="91963" cy="55171"/>
          </a:xfrm>
          <a:prstGeom prst="rect">
            <a:avLst/>
          </a:prstGeom>
          <a:solidFill>
            <a:srgbClr val="4C9D8F"/>
          </a:solidFill>
          <a:ln w="0">
            <a:noFill/>
          </a:ln>
        </p:spPr>
      </p:sp>
      <p:sp>
        <p:nvSpPr>
          <p:cNvPr id="145" name="Line 81">
            <a:extLst>
              <a:ext uri="{FF2B5EF4-FFF2-40B4-BE49-F238E27FC236}">
                <a16:creationId xmlns:a16="http://schemas.microsoft.com/office/drawing/2014/main" id="{37F92E9C-61A8-8C34-B10E-7D4D59007431}"/>
              </a:ext>
            </a:extLst>
          </p:cNvPr>
          <p:cNvSpPr>
            <a:spLocks noGrp="1"/>
          </p:cNvSpPr>
          <p:nvPr/>
        </p:nvSpPr>
        <p:spPr>
          <a:xfrm>
            <a:off x="4461325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6" name="Line 82">
            <a:extLst>
              <a:ext uri="{FF2B5EF4-FFF2-40B4-BE49-F238E27FC236}">
                <a16:creationId xmlns:a16="http://schemas.microsoft.com/office/drawing/2014/main" id="{4A3ADE88-CE92-DAA4-C291-98A609BE20E7}"/>
              </a:ext>
            </a:extLst>
          </p:cNvPr>
          <p:cNvSpPr>
            <a:spLocks noGrp="1"/>
          </p:cNvSpPr>
          <p:nvPr/>
        </p:nvSpPr>
        <p:spPr>
          <a:xfrm>
            <a:off x="4553288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7" name="Line 83">
            <a:extLst>
              <a:ext uri="{FF2B5EF4-FFF2-40B4-BE49-F238E27FC236}">
                <a16:creationId xmlns:a16="http://schemas.microsoft.com/office/drawing/2014/main" id="{B1F41B2C-C4C6-8853-4DB6-EDA15436F89F}"/>
              </a:ext>
            </a:extLst>
          </p:cNvPr>
          <p:cNvSpPr>
            <a:spLocks noGrp="1"/>
          </p:cNvSpPr>
          <p:nvPr/>
        </p:nvSpPr>
        <p:spPr>
          <a:xfrm>
            <a:off x="4645252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8" name="Line 84">
            <a:extLst>
              <a:ext uri="{FF2B5EF4-FFF2-40B4-BE49-F238E27FC236}">
                <a16:creationId xmlns:a16="http://schemas.microsoft.com/office/drawing/2014/main" id="{FDDEC517-C595-3646-39D9-A172B8995DB6}"/>
              </a:ext>
            </a:extLst>
          </p:cNvPr>
          <p:cNvSpPr>
            <a:spLocks noGrp="1"/>
          </p:cNvSpPr>
          <p:nvPr/>
        </p:nvSpPr>
        <p:spPr>
          <a:xfrm>
            <a:off x="4737215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9" name="Line 85">
            <a:extLst>
              <a:ext uri="{FF2B5EF4-FFF2-40B4-BE49-F238E27FC236}">
                <a16:creationId xmlns:a16="http://schemas.microsoft.com/office/drawing/2014/main" id="{F6AE34E6-EB46-D3EB-CF33-8B77C03355A1}"/>
              </a:ext>
            </a:extLst>
          </p:cNvPr>
          <p:cNvSpPr>
            <a:spLocks noGrp="1"/>
          </p:cNvSpPr>
          <p:nvPr/>
        </p:nvSpPr>
        <p:spPr>
          <a:xfrm>
            <a:off x="4829179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0" name="Line 86">
            <a:extLst>
              <a:ext uri="{FF2B5EF4-FFF2-40B4-BE49-F238E27FC236}">
                <a16:creationId xmlns:a16="http://schemas.microsoft.com/office/drawing/2014/main" id="{F869626D-CA7F-2466-6BD7-DF95905567E8}"/>
              </a:ext>
            </a:extLst>
          </p:cNvPr>
          <p:cNvSpPr>
            <a:spLocks noGrp="1"/>
          </p:cNvSpPr>
          <p:nvPr/>
        </p:nvSpPr>
        <p:spPr>
          <a:xfrm>
            <a:off x="4461325" y="3502743"/>
            <a:ext cx="367854" cy="19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1" name="Line 87">
            <a:extLst>
              <a:ext uri="{FF2B5EF4-FFF2-40B4-BE49-F238E27FC236}">
                <a16:creationId xmlns:a16="http://schemas.microsoft.com/office/drawing/2014/main" id="{66D1BB76-B1CD-320A-E37A-6507AAFB8943}"/>
              </a:ext>
            </a:extLst>
          </p:cNvPr>
          <p:cNvSpPr>
            <a:spLocks noGrp="1"/>
          </p:cNvSpPr>
          <p:nvPr/>
        </p:nvSpPr>
        <p:spPr>
          <a:xfrm>
            <a:off x="4461325" y="3556037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2" name="Line 88">
            <a:extLst>
              <a:ext uri="{FF2B5EF4-FFF2-40B4-BE49-F238E27FC236}">
                <a16:creationId xmlns:a16="http://schemas.microsoft.com/office/drawing/2014/main" id="{D1740987-881C-C836-A7B1-081C50B1481E}"/>
              </a:ext>
            </a:extLst>
          </p:cNvPr>
          <p:cNvSpPr>
            <a:spLocks noGrp="1"/>
          </p:cNvSpPr>
          <p:nvPr/>
        </p:nvSpPr>
        <p:spPr>
          <a:xfrm>
            <a:off x="4461325" y="3611207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3" name="Line 89">
            <a:extLst>
              <a:ext uri="{FF2B5EF4-FFF2-40B4-BE49-F238E27FC236}">
                <a16:creationId xmlns:a16="http://schemas.microsoft.com/office/drawing/2014/main" id="{ED72388D-2E87-8C78-DFB1-8F34D51BFC9E}"/>
              </a:ext>
            </a:extLst>
          </p:cNvPr>
          <p:cNvSpPr>
            <a:spLocks noGrp="1"/>
          </p:cNvSpPr>
          <p:nvPr/>
        </p:nvSpPr>
        <p:spPr>
          <a:xfrm>
            <a:off x="4461325" y="3666378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4" name="Line 90">
            <a:extLst>
              <a:ext uri="{FF2B5EF4-FFF2-40B4-BE49-F238E27FC236}">
                <a16:creationId xmlns:a16="http://schemas.microsoft.com/office/drawing/2014/main" id="{B97FA063-1452-26AD-19FA-772701C95A53}"/>
              </a:ext>
            </a:extLst>
          </p:cNvPr>
          <p:cNvSpPr>
            <a:spLocks noGrp="1"/>
          </p:cNvSpPr>
          <p:nvPr/>
        </p:nvSpPr>
        <p:spPr>
          <a:xfrm>
            <a:off x="4461325" y="3721549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5" name="Label 91 k">
            <a:extLst>
              <a:ext uri="{FF2B5EF4-FFF2-40B4-BE49-F238E27FC236}">
                <a16:creationId xmlns:a16="http://schemas.microsoft.com/office/drawing/2014/main" id="{E6CAFB7F-54C5-DA10-9165-EBF15690BE17}"/>
              </a:ext>
            </a:extLst>
          </p:cNvPr>
          <p:cNvSpPr>
            <a:spLocks noGrp="1"/>
          </p:cNvSpPr>
          <p:nvPr/>
        </p:nvSpPr>
        <p:spPr>
          <a:xfrm>
            <a:off x="4573725" y="3458354"/>
            <a:ext cx="51091" cy="424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156" name="Label 92 j">
            <a:extLst>
              <a:ext uri="{FF2B5EF4-FFF2-40B4-BE49-F238E27FC236}">
                <a16:creationId xmlns:a16="http://schemas.microsoft.com/office/drawing/2014/main" id="{9C7137D5-1F94-2106-B1CB-0CDFB89AC6FE}"/>
              </a:ext>
            </a:extLst>
          </p:cNvPr>
          <p:cNvSpPr>
            <a:spLocks noGrp="1"/>
          </p:cNvSpPr>
          <p:nvPr/>
        </p:nvSpPr>
        <p:spPr>
          <a:xfrm>
            <a:off x="4404103" y="3556037"/>
            <a:ext cx="42916" cy="5517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157" name="Label 93 J × K">
            <a:extLst>
              <a:ext uri="{FF2B5EF4-FFF2-40B4-BE49-F238E27FC236}">
                <a16:creationId xmlns:a16="http://schemas.microsoft.com/office/drawing/2014/main" id="{0B9F65FC-5EAE-FBC4-FAE5-9938AF1EA42B}"/>
              </a:ext>
            </a:extLst>
          </p:cNvPr>
          <p:cNvSpPr>
            <a:spLocks noGrp="1"/>
          </p:cNvSpPr>
          <p:nvPr/>
        </p:nvSpPr>
        <p:spPr>
          <a:xfrm>
            <a:off x="4506285" y="3742494"/>
            <a:ext cx="279978" cy="444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J × K</a:t>
            </a:r>
          </a:p>
        </p:txBody>
      </p:sp>
      <p:sp>
        <p:nvSpPr>
          <p:cNvPr id="158" name="c | shared input to candidate crop">
            <a:extLst>
              <a:ext uri="{FF2B5EF4-FFF2-40B4-BE49-F238E27FC236}">
                <a16:creationId xmlns:a16="http://schemas.microsoft.com/office/drawing/2014/main" id="{CAE56C1C-0D87-AB59-F11F-77F9F30289FE}"/>
              </a:ext>
            </a:extLst>
          </p:cNvPr>
          <p:cNvSpPr>
            <a:spLocks noGrp="1"/>
          </p:cNvSpPr>
          <p:nvPr/>
        </p:nvSpPr>
        <p:spPr>
          <a:xfrm>
            <a:off x="2045751" y="2215588"/>
            <a:ext cx="188014" cy="0"/>
          </a:xfrm>
          <a:custGeom>
            <a:avLst/>
            <a:gdLst/>
            <a:ahLst/>
            <a:cxnLst/>
            <a:rect l="0" t="0" r="0" b="0"/>
            <a:pathLst>
              <a:path w="876300" h="1">
                <a:moveTo>
                  <a:pt x="0" y="0"/>
                </a:moveTo>
                <a:lnTo>
                  <a:pt x="87630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58FD75F-EABE-3EF1-ABA7-ED372EDC1C8F}"/>
              </a:ext>
            </a:extLst>
          </p:cNvPr>
          <p:cNvGrpSpPr/>
          <p:nvPr/>
        </p:nvGrpSpPr>
        <p:grpSpPr>
          <a:xfrm>
            <a:off x="2215373" y="2129766"/>
            <a:ext cx="2668984" cy="1462030"/>
            <a:chOff x="2215373" y="2129766"/>
            <a:chExt cx="2668984" cy="1462030"/>
          </a:xfrm>
        </p:grpSpPr>
        <p:grpSp>
          <p:nvGrpSpPr>
            <p:cNvPr id="160" name="Density voxel illustration | exp">
              <a:extLst>
                <a:ext uri="{FF2B5EF4-FFF2-40B4-BE49-F238E27FC236}">
                  <a16:creationId xmlns:a16="http://schemas.microsoft.com/office/drawing/2014/main" id="{7554C1AE-7DBA-4B37-62A9-A160A0276FA0}"/>
                </a:ext>
              </a:extLst>
            </p:cNvPr>
            <p:cNvGrpSpPr/>
            <p:nvPr/>
          </p:nvGrpSpPr>
          <p:grpSpPr>
            <a:xfrm>
              <a:off x="2250114" y="2129766"/>
              <a:ext cx="194145" cy="171643"/>
              <a:chOff x="1179315" y="2886201"/>
              <a:chExt cx="295650" cy="262800"/>
            </a:xfrm>
          </p:grpSpPr>
          <p:sp>
            <p:nvSpPr>
              <p:cNvPr id="161" name="path_2370">
                <a:extLst>
                  <a:ext uri="{FF2B5EF4-FFF2-40B4-BE49-F238E27FC236}">
                    <a16:creationId xmlns:a16="http://schemas.microsoft.com/office/drawing/2014/main" id="{A64C28A7-1BD2-CDFC-89EB-2BF0078AA2E6}"/>
                  </a:ext>
                </a:extLst>
              </p:cNvPr>
              <p:cNvSpPr/>
              <p:nvPr/>
            </p:nvSpPr>
            <p:spPr>
              <a:xfrm>
                <a:off x="1179315" y="2886201"/>
                <a:ext cx="295650" cy="47304"/>
              </a:xfrm>
              <a:custGeom>
                <a:avLst/>
                <a:gdLst/>
                <a:ahLst/>
                <a:cxnLst/>
                <a:rect l="0" t="0" r="w" b="h"/>
                <a:pathLst>
                  <a:path w="295650" h="47304" extrusionOk="0">
                    <a:moveTo>
                      <a:pt x="0" y="47304"/>
                    </a:moveTo>
                    <a:lnTo>
                      <a:pt x="47304" y="0"/>
                    </a:lnTo>
                    <a:lnTo>
                      <a:pt x="295650" y="0"/>
                    </a:lnTo>
                    <a:lnTo>
                      <a:pt x="248346" y="47304"/>
                    </a:lnTo>
                    <a:close/>
                  </a:path>
                </a:pathLst>
              </a:custGeom>
              <a:solidFill>
                <a:srgbClr val="EEF6FB">
                  <a:alpha val="70000"/>
                </a:srgbClr>
              </a:solidFill>
              <a:ln w="1202" cap="rnd" cmpd="sng" algn="ctr">
                <a:solidFill>
                  <a:srgbClr val="367FB7">
                    <a:alpha val="7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2" name="path_2371">
                <a:extLst>
                  <a:ext uri="{FF2B5EF4-FFF2-40B4-BE49-F238E27FC236}">
                    <a16:creationId xmlns:a16="http://schemas.microsoft.com/office/drawing/2014/main" id="{151E8809-B54E-8473-66BA-4EB96EC2EA92}"/>
                  </a:ext>
                </a:extLst>
              </p:cNvPr>
              <p:cNvSpPr/>
              <p:nvPr/>
            </p:nvSpPr>
            <p:spPr>
              <a:xfrm>
                <a:off x="1427661" y="2886201"/>
                <a:ext cx="47304" cy="262800"/>
              </a:xfrm>
              <a:custGeom>
                <a:avLst/>
                <a:gdLst/>
                <a:ahLst/>
                <a:cxnLst/>
                <a:rect l="0" t="0" r="w" b="h"/>
                <a:pathLst>
                  <a:path w="47304" h="262800" extrusionOk="0">
                    <a:moveTo>
                      <a:pt x="0" y="47304"/>
                    </a:moveTo>
                    <a:lnTo>
                      <a:pt x="47304" y="0"/>
                    </a:lnTo>
                    <a:lnTo>
                      <a:pt x="47304" y="215496"/>
                    </a:lnTo>
                    <a:lnTo>
                      <a:pt x="0" y="262800"/>
                    </a:lnTo>
                    <a:close/>
                  </a:path>
                </a:pathLst>
              </a:custGeom>
              <a:solidFill>
                <a:srgbClr val="E1EEF6">
                  <a:alpha val="60000"/>
                </a:srgbClr>
              </a:solidFill>
              <a:ln w="1202" cap="rnd" cmpd="sng" algn="ctr">
                <a:solidFill>
                  <a:srgbClr val="367FB7">
                    <a:alpha val="6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3" name="rect_2372">
                <a:extLst>
                  <a:ext uri="{FF2B5EF4-FFF2-40B4-BE49-F238E27FC236}">
                    <a16:creationId xmlns:a16="http://schemas.microsoft.com/office/drawing/2014/main" id="{54391157-1F86-371C-F583-96C9AB94A647}"/>
                  </a:ext>
                </a:extLst>
              </p:cNvPr>
              <p:cNvSpPr/>
              <p:nvPr/>
            </p:nvSpPr>
            <p:spPr>
              <a:xfrm>
                <a:off x="1179315" y="2933505"/>
                <a:ext cx="248346" cy="215496"/>
              </a:xfrm>
              <a:prstGeom prst="rect">
                <a:avLst/>
              </a:prstGeom>
              <a:solidFill>
                <a:srgbClr val="F7FBFE"/>
              </a:solidFill>
              <a:ln w="1202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4" name="Density voxel cell">
                <a:extLst>
                  <a:ext uri="{FF2B5EF4-FFF2-40B4-BE49-F238E27FC236}">
                    <a16:creationId xmlns:a16="http://schemas.microsoft.com/office/drawing/2014/main" id="{B3562BCD-67E1-A7FA-5AE0-641D575C2F2A}"/>
                  </a:ext>
                </a:extLst>
              </p:cNvPr>
              <p:cNvSpPr/>
              <p:nvPr/>
            </p:nvSpPr>
            <p:spPr>
              <a:xfrm>
                <a:off x="1180465" y="2934655"/>
                <a:ext cx="20277" cy="17291"/>
              </a:xfrm>
              <a:prstGeom prst="rect">
                <a:avLst/>
              </a:prstGeom>
              <a:solidFill>
                <a:srgbClr val="F1F7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5" name="Density voxel cell">
                <a:extLst>
                  <a:ext uri="{FF2B5EF4-FFF2-40B4-BE49-F238E27FC236}">
                    <a16:creationId xmlns:a16="http://schemas.microsoft.com/office/drawing/2014/main" id="{857C78D2-EEDE-4F74-289C-B523B3DCB75C}"/>
                  </a:ext>
                </a:extLst>
              </p:cNvPr>
              <p:cNvSpPr/>
              <p:nvPr/>
            </p:nvSpPr>
            <p:spPr>
              <a:xfrm>
                <a:off x="1203042" y="2934655"/>
                <a:ext cx="20277" cy="17291"/>
              </a:xfrm>
              <a:prstGeom prst="rect">
                <a:avLst/>
              </a:prstGeom>
              <a:solidFill>
                <a:srgbClr val="E5F0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6" name="Density voxel cell">
                <a:extLst>
                  <a:ext uri="{FF2B5EF4-FFF2-40B4-BE49-F238E27FC236}">
                    <a16:creationId xmlns:a16="http://schemas.microsoft.com/office/drawing/2014/main" id="{BCC92039-EBB8-E95B-5463-FE47131E2E14}"/>
                  </a:ext>
                </a:extLst>
              </p:cNvPr>
              <p:cNvSpPr/>
              <p:nvPr/>
            </p:nvSpPr>
            <p:spPr>
              <a:xfrm>
                <a:off x="1225619" y="2934655"/>
                <a:ext cx="20277" cy="17291"/>
              </a:xfrm>
              <a:prstGeom prst="rect">
                <a:avLst/>
              </a:prstGeom>
              <a:solidFill>
                <a:srgbClr val="D3E5F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7" name="Density voxel cell">
                <a:extLst>
                  <a:ext uri="{FF2B5EF4-FFF2-40B4-BE49-F238E27FC236}">
                    <a16:creationId xmlns:a16="http://schemas.microsoft.com/office/drawing/2014/main" id="{9FC4C503-0ACF-69B5-6E4B-2B92F49315FC}"/>
                  </a:ext>
                </a:extLst>
              </p:cNvPr>
              <p:cNvSpPr/>
              <p:nvPr/>
            </p:nvSpPr>
            <p:spPr>
              <a:xfrm>
                <a:off x="1248195" y="2934655"/>
                <a:ext cx="20277" cy="17291"/>
              </a:xfrm>
              <a:prstGeom prst="rect">
                <a:avLst/>
              </a:prstGeom>
              <a:solidFill>
                <a:srgbClr val="C6DDE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8" name="Density voxel cell">
                <a:extLst>
                  <a:ext uri="{FF2B5EF4-FFF2-40B4-BE49-F238E27FC236}">
                    <a16:creationId xmlns:a16="http://schemas.microsoft.com/office/drawing/2014/main" id="{B011FE1A-F200-AB66-2DC6-9A7D08FD72D4}"/>
                  </a:ext>
                </a:extLst>
              </p:cNvPr>
              <p:cNvSpPr/>
              <p:nvPr/>
            </p:nvSpPr>
            <p:spPr>
              <a:xfrm>
                <a:off x="1270772" y="2934655"/>
                <a:ext cx="20277" cy="17291"/>
              </a:xfrm>
              <a:prstGeom prst="rect">
                <a:avLst/>
              </a:prstGeom>
              <a:solidFill>
                <a:srgbClr val="C9DEE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9" name="Density voxel cell">
                <a:extLst>
                  <a:ext uri="{FF2B5EF4-FFF2-40B4-BE49-F238E27FC236}">
                    <a16:creationId xmlns:a16="http://schemas.microsoft.com/office/drawing/2014/main" id="{2E9E5D18-341D-EBCE-F636-4DA4332F9303}"/>
                  </a:ext>
                </a:extLst>
              </p:cNvPr>
              <p:cNvSpPr/>
              <p:nvPr/>
            </p:nvSpPr>
            <p:spPr>
              <a:xfrm>
                <a:off x="1293349" y="2934655"/>
                <a:ext cx="20277" cy="17291"/>
              </a:xfrm>
              <a:prstGeom prst="rect">
                <a:avLst/>
              </a:prstGeom>
              <a:solidFill>
                <a:srgbClr val="D9E8F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0" name="Density voxel cell">
                <a:extLst>
                  <a:ext uri="{FF2B5EF4-FFF2-40B4-BE49-F238E27FC236}">
                    <a16:creationId xmlns:a16="http://schemas.microsoft.com/office/drawing/2014/main" id="{0D6193D7-9E92-74CC-7484-ADAF187396E8}"/>
                  </a:ext>
                </a:extLst>
              </p:cNvPr>
              <p:cNvSpPr/>
              <p:nvPr/>
            </p:nvSpPr>
            <p:spPr>
              <a:xfrm>
                <a:off x="1315926" y="2934655"/>
                <a:ext cx="20277" cy="17291"/>
              </a:xfrm>
              <a:prstGeom prst="rect">
                <a:avLst/>
              </a:prstGeom>
              <a:solidFill>
                <a:srgbClr val="E9F3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1" name="Density voxel cell">
                <a:extLst>
                  <a:ext uri="{FF2B5EF4-FFF2-40B4-BE49-F238E27FC236}">
                    <a16:creationId xmlns:a16="http://schemas.microsoft.com/office/drawing/2014/main" id="{45E669EE-B6B0-1DF7-D5FB-64B83F3EAD8D}"/>
                  </a:ext>
                </a:extLst>
              </p:cNvPr>
              <p:cNvSpPr/>
              <p:nvPr/>
            </p:nvSpPr>
            <p:spPr>
              <a:xfrm>
                <a:off x="1338503" y="2934655"/>
                <a:ext cx="20277" cy="17291"/>
              </a:xfrm>
              <a:prstGeom prst="rect">
                <a:avLst/>
              </a:prstGeom>
              <a:solidFill>
                <a:srgbClr val="F3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2" name="Density voxel cell">
                <a:extLst>
                  <a:ext uri="{FF2B5EF4-FFF2-40B4-BE49-F238E27FC236}">
                    <a16:creationId xmlns:a16="http://schemas.microsoft.com/office/drawing/2014/main" id="{BD5835EE-CAEB-31AD-0BB2-73CD62677858}"/>
                  </a:ext>
                </a:extLst>
              </p:cNvPr>
              <p:cNvSpPr/>
              <p:nvPr/>
            </p:nvSpPr>
            <p:spPr>
              <a:xfrm>
                <a:off x="1361080" y="2934655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3" name="Density voxel cell">
                <a:extLst>
                  <a:ext uri="{FF2B5EF4-FFF2-40B4-BE49-F238E27FC236}">
                    <a16:creationId xmlns:a16="http://schemas.microsoft.com/office/drawing/2014/main" id="{7F3A22F1-B2C9-E3CC-5EA2-D529C18D2B46}"/>
                  </a:ext>
                </a:extLst>
              </p:cNvPr>
              <p:cNvSpPr/>
              <p:nvPr/>
            </p:nvSpPr>
            <p:spPr>
              <a:xfrm>
                <a:off x="1383657" y="293465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4" name="Density voxel cell">
                <a:extLst>
                  <a:ext uri="{FF2B5EF4-FFF2-40B4-BE49-F238E27FC236}">
                    <a16:creationId xmlns:a16="http://schemas.microsoft.com/office/drawing/2014/main" id="{A528C46E-7AA1-7A77-E07A-A5CB931BE752}"/>
                  </a:ext>
                </a:extLst>
              </p:cNvPr>
              <p:cNvSpPr/>
              <p:nvPr/>
            </p:nvSpPr>
            <p:spPr>
              <a:xfrm>
                <a:off x="1406234" y="293465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5" name="Density voxel cell">
                <a:extLst>
                  <a:ext uri="{FF2B5EF4-FFF2-40B4-BE49-F238E27FC236}">
                    <a16:creationId xmlns:a16="http://schemas.microsoft.com/office/drawing/2014/main" id="{C40E175C-75CF-D68A-50D0-67650A30C0E5}"/>
                  </a:ext>
                </a:extLst>
              </p:cNvPr>
              <p:cNvSpPr/>
              <p:nvPr/>
            </p:nvSpPr>
            <p:spPr>
              <a:xfrm>
                <a:off x="1180465" y="2954245"/>
                <a:ext cx="20277" cy="17291"/>
              </a:xfrm>
              <a:prstGeom prst="rect">
                <a:avLst/>
              </a:prstGeom>
              <a:solidFill>
                <a:srgbClr val="EBF3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6" name="Density voxel cell">
                <a:extLst>
                  <a:ext uri="{FF2B5EF4-FFF2-40B4-BE49-F238E27FC236}">
                    <a16:creationId xmlns:a16="http://schemas.microsoft.com/office/drawing/2014/main" id="{35B57B64-CEC2-0E58-C1DB-E5B2AFB0C977}"/>
                  </a:ext>
                </a:extLst>
              </p:cNvPr>
              <p:cNvSpPr/>
              <p:nvPr/>
            </p:nvSpPr>
            <p:spPr>
              <a:xfrm>
                <a:off x="1203042" y="2954245"/>
                <a:ext cx="20277" cy="17291"/>
              </a:xfrm>
              <a:prstGeom prst="rect">
                <a:avLst/>
              </a:prstGeom>
              <a:solidFill>
                <a:srgbClr val="D4E5F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7" name="Density voxel cell">
                <a:extLst>
                  <a:ext uri="{FF2B5EF4-FFF2-40B4-BE49-F238E27FC236}">
                    <a16:creationId xmlns:a16="http://schemas.microsoft.com/office/drawing/2014/main" id="{A43D2A87-A2C8-11A3-49CC-978867E85EF9}"/>
                  </a:ext>
                </a:extLst>
              </p:cNvPr>
              <p:cNvSpPr/>
              <p:nvPr/>
            </p:nvSpPr>
            <p:spPr>
              <a:xfrm>
                <a:off x="1225619" y="2954245"/>
                <a:ext cx="20277" cy="17291"/>
              </a:xfrm>
              <a:prstGeom prst="rect">
                <a:avLst/>
              </a:prstGeom>
              <a:solidFill>
                <a:srgbClr val="B1D0E5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8" name="Density voxel cell">
                <a:extLst>
                  <a:ext uri="{FF2B5EF4-FFF2-40B4-BE49-F238E27FC236}">
                    <a16:creationId xmlns:a16="http://schemas.microsoft.com/office/drawing/2014/main" id="{85DB840F-FB00-6D55-5049-7EEF2C085E38}"/>
                  </a:ext>
                </a:extLst>
              </p:cNvPr>
              <p:cNvSpPr/>
              <p:nvPr/>
            </p:nvSpPr>
            <p:spPr>
              <a:xfrm>
                <a:off x="1248195" y="2954245"/>
                <a:ext cx="20277" cy="17291"/>
              </a:xfrm>
              <a:prstGeom prst="rect">
                <a:avLst/>
              </a:prstGeom>
              <a:solidFill>
                <a:srgbClr val="98C0D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9" name="Density voxel cell">
                <a:extLst>
                  <a:ext uri="{FF2B5EF4-FFF2-40B4-BE49-F238E27FC236}">
                    <a16:creationId xmlns:a16="http://schemas.microsoft.com/office/drawing/2014/main" id="{C4A03D4C-CEF5-6FE6-6909-EA143610AA15}"/>
                  </a:ext>
                </a:extLst>
              </p:cNvPr>
              <p:cNvSpPr/>
              <p:nvPr/>
            </p:nvSpPr>
            <p:spPr>
              <a:xfrm>
                <a:off x="1270772" y="2954245"/>
                <a:ext cx="20277" cy="17291"/>
              </a:xfrm>
              <a:prstGeom prst="rect">
                <a:avLst/>
              </a:prstGeom>
              <a:solidFill>
                <a:srgbClr val="9DC3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0" name="Density voxel cell">
                <a:extLst>
                  <a:ext uri="{FF2B5EF4-FFF2-40B4-BE49-F238E27FC236}">
                    <a16:creationId xmlns:a16="http://schemas.microsoft.com/office/drawing/2014/main" id="{3B1E108E-D7E5-3573-BE4D-FEBD1A7EBC77}"/>
                  </a:ext>
                </a:extLst>
              </p:cNvPr>
              <p:cNvSpPr/>
              <p:nvPr/>
            </p:nvSpPr>
            <p:spPr>
              <a:xfrm>
                <a:off x="1293349" y="2954245"/>
                <a:ext cx="20277" cy="17291"/>
              </a:xfrm>
              <a:prstGeom prst="rect">
                <a:avLst/>
              </a:prstGeom>
              <a:solidFill>
                <a:srgbClr val="BCD6E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1" name="Density voxel cell">
                <a:extLst>
                  <a:ext uri="{FF2B5EF4-FFF2-40B4-BE49-F238E27FC236}">
                    <a16:creationId xmlns:a16="http://schemas.microsoft.com/office/drawing/2014/main" id="{08F9BCDB-C50D-D26F-D76B-94EC2D1B9270}"/>
                  </a:ext>
                </a:extLst>
              </p:cNvPr>
              <p:cNvSpPr/>
              <p:nvPr/>
            </p:nvSpPr>
            <p:spPr>
              <a:xfrm>
                <a:off x="1315926" y="2954245"/>
                <a:ext cx="20277" cy="17291"/>
              </a:xfrm>
              <a:prstGeom prst="rect">
                <a:avLst/>
              </a:prstGeom>
              <a:solidFill>
                <a:srgbClr val="DCEAF5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2" name="Density voxel cell">
                <a:extLst>
                  <a:ext uri="{FF2B5EF4-FFF2-40B4-BE49-F238E27FC236}">
                    <a16:creationId xmlns:a16="http://schemas.microsoft.com/office/drawing/2014/main" id="{1193F7BB-8FE9-EA07-81C4-EE358FFDF6A5}"/>
                  </a:ext>
                </a:extLst>
              </p:cNvPr>
              <p:cNvSpPr/>
              <p:nvPr/>
            </p:nvSpPr>
            <p:spPr>
              <a:xfrm>
                <a:off x="1338503" y="2954245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3" name="Density voxel cell">
                <a:extLst>
                  <a:ext uri="{FF2B5EF4-FFF2-40B4-BE49-F238E27FC236}">
                    <a16:creationId xmlns:a16="http://schemas.microsoft.com/office/drawing/2014/main" id="{E0416E94-AEF1-2D84-F1FE-80C85A776D39}"/>
                  </a:ext>
                </a:extLst>
              </p:cNvPr>
              <p:cNvSpPr/>
              <p:nvPr/>
            </p:nvSpPr>
            <p:spPr>
              <a:xfrm>
                <a:off x="1361080" y="2954245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4" name="Density voxel cell">
                <a:extLst>
                  <a:ext uri="{FF2B5EF4-FFF2-40B4-BE49-F238E27FC236}">
                    <a16:creationId xmlns:a16="http://schemas.microsoft.com/office/drawing/2014/main" id="{F064FF9A-6946-2021-5A26-9F0BA3448131}"/>
                  </a:ext>
                </a:extLst>
              </p:cNvPr>
              <p:cNvSpPr/>
              <p:nvPr/>
            </p:nvSpPr>
            <p:spPr>
              <a:xfrm>
                <a:off x="1383657" y="295424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5" name="Density voxel cell">
                <a:extLst>
                  <a:ext uri="{FF2B5EF4-FFF2-40B4-BE49-F238E27FC236}">
                    <a16:creationId xmlns:a16="http://schemas.microsoft.com/office/drawing/2014/main" id="{B04AF741-E365-4266-2827-122DF6405388}"/>
                  </a:ext>
                </a:extLst>
              </p:cNvPr>
              <p:cNvSpPr/>
              <p:nvPr/>
            </p:nvSpPr>
            <p:spPr>
              <a:xfrm>
                <a:off x="1406234" y="295424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6" name="Density voxel cell">
                <a:extLst>
                  <a:ext uri="{FF2B5EF4-FFF2-40B4-BE49-F238E27FC236}">
                    <a16:creationId xmlns:a16="http://schemas.microsoft.com/office/drawing/2014/main" id="{07A1C081-EF49-FA92-3255-66597910F766}"/>
                  </a:ext>
                </a:extLst>
              </p:cNvPr>
              <p:cNvSpPr/>
              <p:nvPr/>
            </p:nvSpPr>
            <p:spPr>
              <a:xfrm>
                <a:off x="1180465" y="2973836"/>
                <a:ext cx="20277" cy="17291"/>
              </a:xfrm>
              <a:prstGeom prst="rect">
                <a:avLst/>
              </a:prstGeom>
              <a:solidFill>
                <a:srgbClr val="E4EFF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7" name="Density voxel cell">
                <a:extLst>
                  <a:ext uri="{FF2B5EF4-FFF2-40B4-BE49-F238E27FC236}">
                    <a16:creationId xmlns:a16="http://schemas.microsoft.com/office/drawing/2014/main" id="{FE22F421-92E3-BE7A-1152-3165E1201F60}"/>
                  </a:ext>
                </a:extLst>
              </p:cNvPr>
              <p:cNvSpPr/>
              <p:nvPr/>
            </p:nvSpPr>
            <p:spPr>
              <a:xfrm>
                <a:off x="1203042" y="2973836"/>
                <a:ext cx="20277" cy="17291"/>
              </a:xfrm>
              <a:prstGeom prst="rect">
                <a:avLst/>
              </a:prstGeom>
              <a:solidFill>
                <a:srgbClr val="C0D9E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8" name="Density voxel cell">
                <a:extLst>
                  <a:ext uri="{FF2B5EF4-FFF2-40B4-BE49-F238E27FC236}">
                    <a16:creationId xmlns:a16="http://schemas.microsoft.com/office/drawing/2014/main" id="{8B865566-CB91-7E15-5018-ABAB975BF254}"/>
                  </a:ext>
                </a:extLst>
              </p:cNvPr>
              <p:cNvSpPr/>
              <p:nvPr/>
            </p:nvSpPr>
            <p:spPr>
              <a:xfrm>
                <a:off x="1225619" y="2973836"/>
                <a:ext cx="20277" cy="17291"/>
              </a:xfrm>
              <a:prstGeom prst="rect">
                <a:avLst/>
              </a:prstGeom>
              <a:solidFill>
                <a:srgbClr val="8BB8D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9" name="Density voxel cell">
                <a:extLst>
                  <a:ext uri="{FF2B5EF4-FFF2-40B4-BE49-F238E27FC236}">
                    <a16:creationId xmlns:a16="http://schemas.microsoft.com/office/drawing/2014/main" id="{979D7DBD-152B-6CBB-9DD1-ADBD084C88B6}"/>
                  </a:ext>
                </a:extLst>
              </p:cNvPr>
              <p:cNvSpPr/>
              <p:nvPr/>
            </p:nvSpPr>
            <p:spPr>
              <a:xfrm>
                <a:off x="1248195" y="2973836"/>
                <a:ext cx="20277" cy="17291"/>
              </a:xfrm>
              <a:prstGeom prst="rect">
                <a:avLst/>
              </a:prstGeom>
              <a:solidFill>
                <a:srgbClr val="64A0C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0" name="Density voxel cell">
                <a:extLst>
                  <a:ext uri="{FF2B5EF4-FFF2-40B4-BE49-F238E27FC236}">
                    <a16:creationId xmlns:a16="http://schemas.microsoft.com/office/drawing/2014/main" id="{D0973FE3-4EEA-001E-E7E8-C4E3F08A6AE2}"/>
                  </a:ext>
                </a:extLst>
              </p:cNvPr>
              <p:cNvSpPr/>
              <p:nvPr/>
            </p:nvSpPr>
            <p:spPr>
              <a:xfrm>
                <a:off x="1270772" y="2973836"/>
                <a:ext cx="20277" cy="17291"/>
              </a:xfrm>
              <a:prstGeom prst="rect">
                <a:avLst/>
              </a:prstGeom>
              <a:solidFill>
                <a:srgbClr val="6BA4C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1" name="Density voxel cell">
                <a:extLst>
                  <a:ext uri="{FF2B5EF4-FFF2-40B4-BE49-F238E27FC236}">
                    <a16:creationId xmlns:a16="http://schemas.microsoft.com/office/drawing/2014/main" id="{4CEF3BBF-F82F-2500-99FA-FABB2E3BAB48}"/>
                  </a:ext>
                </a:extLst>
              </p:cNvPr>
              <p:cNvSpPr/>
              <p:nvPr/>
            </p:nvSpPr>
            <p:spPr>
              <a:xfrm>
                <a:off x="1293349" y="2973836"/>
                <a:ext cx="20277" cy="17291"/>
              </a:xfrm>
              <a:prstGeom prst="rect">
                <a:avLst/>
              </a:prstGeom>
              <a:solidFill>
                <a:srgbClr val="9CC2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2" name="Density voxel cell">
                <a:extLst>
                  <a:ext uri="{FF2B5EF4-FFF2-40B4-BE49-F238E27FC236}">
                    <a16:creationId xmlns:a16="http://schemas.microsoft.com/office/drawing/2014/main" id="{A0FA66FE-E6D5-06A9-1665-1F856CE7EE6F}"/>
                  </a:ext>
                </a:extLst>
              </p:cNvPr>
              <p:cNvSpPr/>
              <p:nvPr/>
            </p:nvSpPr>
            <p:spPr>
              <a:xfrm>
                <a:off x="1315926" y="2973836"/>
                <a:ext cx="20277" cy="17291"/>
              </a:xfrm>
              <a:prstGeom prst="rect">
                <a:avLst/>
              </a:prstGeom>
              <a:solidFill>
                <a:srgbClr val="CDE1E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3" name="Density voxel cell">
                <a:extLst>
                  <a:ext uri="{FF2B5EF4-FFF2-40B4-BE49-F238E27FC236}">
                    <a16:creationId xmlns:a16="http://schemas.microsoft.com/office/drawing/2014/main" id="{927E81B2-C52B-3914-5002-491C794F45B5}"/>
                  </a:ext>
                </a:extLst>
              </p:cNvPr>
              <p:cNvSpPr/>
              <p:nvPr/>
            </p:nvSpPr>
            <p:spPr>
              <a:xfrm>
                <a:off x="1338503" y="2973836"/>
                <a:ext cx="20277" cy="17291"/>
              </a:xfrm>
              <a:prstGeom prst="rect">
                <a:avLst/>
              </a:prstGeom>
              <a:solidFill>
                <a:srgbClr val="EAF3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4" name="Density voxel cell">
                <a:extLst>
                  <a:ext uri="{FF2B5EF4-FFF2-40B4-BE49-F238E27FC236}">
                    <a16:creationId xmlns:a16="http://schemas.microsoft.com/office/drawing/2014/main" id="{E3E91A75-36DC-348A-8A02-814F6437475D}"/>
                  </a:ext>
                </a:extLst>
              </p:cNvPr>
              <p:cNvSpPr/>
              <p:nvPr/>
            </p:nvSpPr>
            <p:spPr>
              <a:xfrm>
                <a:off x="1361080" y="2973836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5" name="Density voxel cell">
                <a:extLst>
                  <a:ext uri="{FF2B5EF4-FFF2-40B4-BE49-F238E27FC236}">
                    <a16:creationId xmlns:a16="http://schemas.microsoft.com/office/drawing/2014/main" id="{B732C9D7-6C9D-2C8A-9428-88F17F863BB0}"/>
                  </a:ext>
                </a:extLst>
              </p:cNvPr>
              <p:cNvSpPr/>
              <p:nvPr/>
            </p:nvSpPr>
            <p:spPr>
              <a:xfrm>
                <a:off x="1383657" y="297383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6" name="Density voxel cell">
                <a:extLst>
                  <a:ext uri="{FF2B5EF4-FFF2-40B4-BE49-F238E27FC236}">
                    <a16:creationId xmlns:a16="http://schemas.microsoft.com/office/drawing/2014/main" id="{84A5015C-A135-14CF-4010-C281DD9C5597}"/>
                  </a:ext>
                </a:extLst>
              </p:cNvPr>
              <p:cNvSpPr/>
              <p:nvPr/>
            </p:nvSpPr>
            <p:spPr>
              <a:xfrm>
                <a:off x="1406234" y="297383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7" name="Density voxel cell">
                <a:extLst>
                  <a:ext uri="{FF2B5EF4-FFF2-40B4-BE49-F238E27FC236}">
                    <a16:creationId xmlns:a16="http://schemas.microsoft.com/office/drawing/2014/main" id="{DC31AEFE-9F4A-6213-8926-0953F2EDCD60}"/>
                  </a:ext>
                </a:extLst>
              </p:cNvPr>
              <p:cNvSpPr/>
              <p:nvPr/>
            </p:nvSpPr>
            <p:spPr>
              <a:xfrm>
                <a:off x="1180465" y="2993426"/>
                <a:ext cx="20277" cy="17291"/>
              </a:xfrm>
              <a:prstGeom prst="rect">
                <a:avLst/>
              </a:prstGeom>
              <a:solidFill>
                <a:srgbClr val="E0EC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8" name="Density voxel cell">
                <a:extLst>
                  <a:ext uri="{FF2B5EF4-FFF2-40B4-BE49-F238E27FC236}">
                    <a16:creationId xmlns:a16="http://schemas.microsoft.com/office/drawing/2014/main" id="{4836DC28-DC4A-BFDC-7398-7BBD8F4A54AC}"/>
                  </a:ext>
                </a:extLst>
              </p:cNvPr>
              <p:cNvSpPr/>
              <p:nvPr/>
            </p:nvSpPr>
            <p:spPr>
              <a:xfrm>
                <a:off x="1203042" y="2993426"/>
                <a:ext cx="20277" cy="17291"/>
              </a:xfrm>
              <a:prstGeom prst="rect">
                <a:avLst/>
              </a:prstGeom>
              <a:solidFill>
                <a:srgbClr val="B4D2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9" name="Density voxel cell">
                <a:extLst>
                  <a:ext uri="{FF2B5EF4-FFF2-40B4-BE49-F238E27FC236}">
                    <a16:creationId xmlns:a16="http://schemas.microsoft.com/office/drawing/2014/main" id="{9AA5D7E0-2E92-2F37-809E-685C0623A909}"/>
                  </a:ext>
                </a:extLst>
              </p:cNvPr>
              <p:cNvSpPr/>
              <p:nvPr/>
            </p:nvSpPr>
            <p:spPr>
              <a:xfrm>
                <a:off x="1225619" y="2993426"/>
                <a:ext cx="20277" cy="17291"/>
              </a:xfrm>
              <a:prstGeom prst="rect">
                <a:avLst/>
              </a:prstGeom>
              <a:solidFill>
                <a:srgbClr val="73A9C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0" name="Density voxel cell">
                <a:extLst>
                  <a:ext uri="{FF2B5EF4-FFF2-40B4-BE49-F238E27FC236}">
                    <a16:creationId xmlns:a16="http://schemas.microsoft.com/office/drawing/2014/main" id="{85F4B038-D667-F5C4-D34E-6FC408C58ED5}"/>
                  </a:ext>
                </a:extLst>
              </p:cNvPr>
              <p:cNvSpPr/>
              <p:nvPr/>
            </p:nvSpPr>
            <p:spPr>
              <a:xfrm>
                <a:off x="1248195" y="2993426"/>
                <a:ext cx="20277" cy="17291"/>
              </a:xfrm>
              <a:prstGeom prst="rect">
                <a:avLst/>
              </a:prstGeom>
              <a:solidFill>
                <a:srgbClr val="458DB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1" name="Density voxel cell">
                <a:extLst>
                  <a:ext uri="{FF2B5EF4-FFF2-40B4-BE49-F238E27FC236}">
                    <a16:creationId xmlns:a16="http://schemas.microsoft.com/office/drawing/2014/main" id="{CEBDC04B-4E04-1DDA-30DF-6A45FA0A1B01}"/>
                  </a:ext>
                </a:extLst>
              </p:cNvPr>
              <p:cNvSpPr/>
              <p:nvPr/>
            </p:nvSpPr>
            <p:spPr>
              <a:xfrm>
                <a:off x="1270772" y="2993426"/>
                <a:ext cx="20277" cy="17291"/>
              </a:xfrm>
              <a:prstGeom prst="rect">
                <a:avLst/>
              </a:prstGeom>
              <a:solidFill>
                <a:srgbClr val="4C91C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2" name="Density voxel cell">
                <a:extLst>
                  <a:ext uri="{FF2B5EF4-FFF2-40B4-BE49-F238E27FC236}">
                    <a16:creationId xmlns:a16="http://schemas.microsoft.com/office/drawing/2014/main" id="{7F950873-4C2B-3FC3-576D-1219E865F656}"/>
                  </a:ext>
                </a:extLst>
              </p:cNvPr>
              <p:cNvSpPr/>
              <p:nvPr/>
            </p:nvSpPr>
            <p:spPr>
              <a:xfrm>
                <a:off x="1293349" y="2993426"/>
                <a:ext cx="20277" cy="17291"/>
              </a:xfrm>
              <a:prstGeom prst="rect">
                <a:avLst/>
              </a:prstGeom>
              <a:solidFill>
                <a:srgbClr val="87B6D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3" name="Density voxel cell">
                <a:extLst>
                  <a:ext uri="{FF2B5EF4-FFF2-40B4-BE49-F238E27FC236}">
                    <a16:creationId xmlns:a16="http://schemas.microsoft.com/office/drawing/2014/main" id="{F9B723B7-EC98-B4AE-4EB5-707EE2FBA3AD}"/>
                  </a:ext>
                </a:extLst>
              </p:cNvPr>
              <p:cNvSpPr/>
              <p:nvPr/>
            </p:nvSpPr>
            <p:spPr>
              <a:xfrm>
                <a:off x="1315926" y="2993426"/>
                <a:ext cx="20277" cy="17291"/>
              </a:xfrm>
              <a:prstGeom prst="rect">
                <a:avLst/>
              </a:prstGeom>
              <a:solidFill>
                <a:srgbClr val="C4DBE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4" name="Density voxel cell">
                <a:extLst>
                  <a:ext uri="{FF2B5EF4-FFF2-40B4-BE49-F238E27FC236}">
                    <a16:creationId xmlns:a16="http://schemas.microsoft.com/office/drawing/2014/main" id="{FFCE638D-AE74-178B-755F-9B03C0BBAA8D}"/>
                  </a:ext>
                </a:extLst>
              </p:cNvPr>
              <p:cNvSpPr/>
              <p:nvPr/>
            </p:nvSpPr>
            <p:spPr>
              <a:xfrm>
                <a:off x="1338503" y="2993426"/>
                <a:ext cx="20277" cy="17291"/>
              </a:xfrm>
              <a:prstGeom prst="rect">
                <a:avLst/>
              </a:prstGeom>
              <a:solidFill>
                <a:srgbClr val="E7F1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5" name="Density voxel cell">
                <a:extLst>
                  <a:ext uri="{FF2B5EF4-FFF2-40B4-BE49-F238E27FC236}">
                    <a16:creationId xmlns:a16="http://schemas.microsoft.com/office/drawing/2014/main" id="{1E63B371-78D5-95C8-E98D-ACC0A772305B}"/>
                  </a:ext>
                </a:extLst>
              </p:cNvPr>
              <p:cNvSpPr/>
              <p:nvPr/>
            </p:nvSpPr>
            <p:spPr>
              <a:xfrm>
                <a:off x="1361080" y="2993426"/>
                <a:ext cx="20277" cy="17291"/>
              </a:xfrm>
              <a:prstGeom prst="rect">
                <a:avLst/>
              </a:prstGeom>
              <a:solidFill>
                <a:srgbClr val="F3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6" name="Density voxel cell">
                <a:extLst>
                  <a:ext uri="{FF2B5EF4-FFF2-40B4-BE49-F238E27FC236}">
                    <a16:creationId xmlns:a16="http://schemas.microsoft.com/office/drawing/2014/main" id="{CEE853DD-E525-4C28-5D64-6F3763967E33}"/>
                  </a:ext>
                </a:extLst>
              </p:cNvPr>
              <p:cNvSpPr/>
              <p:nvPr/>
            </p:nvSpPr>
            <p:spPr>
              <a:xfrm>
                <a:off x="1383657" y="2993426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7" name="Density voxel cell">
                <a:extLst>
                  <a:ext uri="{FF2B5EF4-FFF2-40B4-BE49-F238E27FC236}">
                    <a16:creationId xmlns:a16="http://schemas.microsoft.com/office/drawing/2014/main" id="{660C34B6-2A7B-43C8-4D5F-B27ED83CFD3B}"/>
                  </a:ext>
                </a:extLst>
              </p:cNvPr>
              <p:cNvSpPr/>
              <p:nvPr/>
            </p:nvSpPr>
            <p:spPr>
              <a:xfrm>
                <a:off x="1406234" y="299342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8" name="Density voxel cell">
                <a:extLst>
                  <a:ext uri="{FF2B5EF4-FFF2-40B4-BE49-F238E27FC236}">
                    <a16:creationId xmlns:a16="http://schemas.microsoft.com/office/drawing/2014/main" id="{97B45E87-DEA0-0AA5-42A8-A3D3382E5984}"/>
                  </a:ext>
                </a:extLst>
              </p:cNvPr>
              <p:cNvSpPr/>
              <p:nvPr/>
            </p:nvSpPr>
            <p:spPr>
              <a:xfrm>
                <a:off x="1180465" y="3013017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9" name="Density voxel cell">
                <a:extLst>
                  <a:ext uri="{FF2B5EF4-FFF2-40B4-BE49-F238E27FC236}">
                    <a16:creationId xmlns:a16="http://schemas.microsoft.com/office/drawing/2014/main" id="{C85B627B-77A0-D4ED-53DA-3EB262C81E10}"/>
                  </a:ext>
                </a:extLst>
              </p:cNvPr>
              <p:cNvSpPr/>
              <p:nvPr/>
            </p:nvSpPr>
            <p:spPr>
              <a:xfrm>
                <a:off x="1203042" y="3013017"/>
                <a:ext cx="20277" cy="17291"/>
              </a:xfrm>
              <a:prstGeom prst="rect">
                <a:avLst/>
              </a:prstGeom>
              <a:solidFill>
                <a:srgbClr val="B6D3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0" name="Density voxel cell">
                <a:extLst>
                  <a:ext uri="{FF2B5EF4-FFF2-40B4-BE49-F238E27FC236}">
                    <a16:creationId xmlns:a16="http://schemas.microsoft.com/office/drawing/2014/main" id="{636B1B51-58A6-FD0F-1A22-4DF72DAE9105}"/>
                  </a:ext>
                </a:extLst>
              </p:cNvPr>
              <p:cNvSpPr/>
              <p:nvPr/>
            </p:nvSpPr>
            <p:spPr>
              <a:xfrm>
                <a:off x="1225619" y="3013017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1" name="Density voxel cell">
                <a:extLst>
                  <a:ext uri="{FF2B5EF4-FFF2-40B4-BE49-F238E27FC236}">
                    <a16:creationId xmlns:a16="http://schemas.microsoft.com/office/drawing/2014/main" id="{FBEE5BD5-4A9E-7DF8-408A-E92F0C3373FB}"/>
                  </a:ext>
                </a:extLst>
              </p:cNvPr>
              <p:cNvSpPr/>
              <p:nvPr/>
            </p:nvSpPr>
            <p:spPr>
              <a:xfrm>
                <a:off x="1248195" y="3013017"/>
                <a:ext cx="20277" cy="17291"/>
              </a:xfrm>
              <a:prstGeom prst="rect">
                <a:avLst/>
              </a:prstGeom>
              <a:solidFill>
                <a:srgbClr val="498FC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2" name="Density voxel cell">
                <a:extLst>
                  <a:ext uri="{FF2B5EF4-FFF2-40B4-BE49-F238E27FC236}">
                    <a16:creationId xmlns:a16="http://schemas.microsoft.com/office/drawing/2014/main" id="{FC99B672-3F4F-C319-45C2-B67E0953AAEB}"/>
                  </a:ext>
                </a:extLst>
              </p:cNvPr>
              <p:cNvSpPr/>
              <p:nvPr/>
            </p:nvSpPr>
            <p:spPr>
              <a:xfrm>
                <a:off x="1270772" y="3013017"/>
                <a:ext cx="20277" cy="17291"/>
              </a:xfrm>
              <a:prstGeom prst="rect">
                <a:avLst/>
              </a:prstGeom>
              <a:solidFill>
                <a:srgbClr val="5295C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3" name="Density voxel cell">
                <a:extLst>
                  <a:ext uri="{FF2B5EF4-FFF2-40B4-BE49-F238E27FC236}">
                    <a16:creationId xmlns:a16="http://schemas.microsoft.com/office/drawing/2014/main" id="{237AC6E3-9A4E-6D26-0D95-5909F5548CA6}"/>
                  </a:ext>
                </a:extLst>
              </p:cNvPr>
              <p:cNvSpPr/>
              <p:nvPr/>
            </p:nvSpPr>
            <p:spPr>
              <a:xfrm>
                <a:off x="1293349" y="3013017"/>
                <a:ext cx="20277" cy="17291"/>
              </a:xfrm>
              <a:prstGeom prst="rect">
                <a:avLst/>
              </a:prstGeom>
              <a:solidFill>
                <a:srgbClr val="8AB7D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4" name="Density voxel cell">
                <a:extLst>
                  <a:ext uri="{FF2B5EF4-FFF2-40B4-BE49-F238E27FC236}">
                    <a16:creationId xmlns:a16="http://schemas.microsoft.com/office/drawing/2014/main" id="{7B5D9E32-132F-C2F0-114B-58E7C7A96AE5}"/>
                  </a:ext>
                </a:extLst>
              </p:cNvPr>
              <p:cNvSpPr/>
              <p:nvPr/>
            </p:nvSpPr>
            <p:spPr>
              <a:xfrm>
                <a:off x="1315926" y="3013017"/>
                <a:ext cx="20277" cy="17291"/>
              </a:xfrm>
              <a:prstGeom prst="rect">
                <a:avLst/>
              </a:prstGeom>
              <a:solidFill>
                <a:srgbClr val="C3DBE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5" name="Density voxel cell">
                <a:extLst>
                  <a:ext uri="{FF2B5EF4-FFF2-40B4-BE49-F238E27FC236}">
                    <a16:creationId xmlns:a16="http://schemas.microsoft.com/office/drawing/2014/main" id="{F9D2F5D8-E3DA-300A-55B0-533727D65406}"/>
                  </a:ext>
                </a:extLst>
              </p:cNvPr>
              <p:cNvSpPr/>
              <p:nvPr/>
            </p:nvSpPr>
            <p:spPr>
              <a:xfrm>
                <a:off x="1338503" y="3013017"/>
                <a:ext cx="20277" cy="17291"/>
              </a:xfrm>
              <a:prstGeom prst="rect">
                <a:avLst/>
              </a:prstGeom>
              <a:solidFill>
                <a:srgbClr val="E4EFF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6" name="Density voxel cell">
                <a:extLst>
                  <a:ext uri="{FF2B5EF4-FFF2-40B4-BE49-F238E27FC236}">
                    <a16:creationId xmlns:a16="http://schemas.microsoft.com/office/drawing/2014/main" id="{528D86D7-652E-AF3E-D589-25864DD282ED}"/>
                  </a:ext>
                </a:extLst>
              </p:cNvPr>
              <p:cNvSpPr/>
              <p:nvPr/>
            </p:nvSpPr>
            <p:spPr>
              <a:xfrm>
                <a:off x="1361080" y="3013017"/>
                <a:ext cx="20277" cy="17291"/>
              </a:xfrm>
              <a:prstGeom prst="rect">
                <a:avLst/>
              </a:prstGeom>
              <a:solidFill>
                <a:srgbClr val="F1F7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7" name="Density voxel cell">
                <a:extLst>
                  <a:ext uri="{FF2B5EF4-FFF2-40B4-BE49-F238E27FC236}">
                    <a16:creationId xmlns:a16="http://schemas.microsoft.com/office/drawing/2014/main" id="{681FAFCC-1A68-2DFA-75C8-4F2468518FB3}"/>
                  </a:ext>
                </a:extLst>
              </p:cNvPr>
              <p:cNvSpPr/>
              <p:nvPr/>
            </p:nvSpPr>
            <p:spPr>
              <a:xfrm>
                <a:off x="1383657" y="3013017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8" name="Density voxel cell">
                <a:extLst>
                  <a:ext uri="{FF2B5EF4-FFF2-40B4-BE49-F238E27FC236}">
                    <a16:creationId xmlns:a16="http://schemas.microsoft.com/office/drawing/2014/main" id="{D7CC0FC5-56DE-A8F0-9EF2-DAB7518394ED}"/>
                  </a:ext>
                </a:extLst>
              </p:cNvPr>
              <p:cNvSpPr/>
              <p:nvPr/>
            </p:nvSpPr>
            <p:spPr>
              <a:xfrm>
                <a:off x="1406234" y="3013017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9" name="Density voxel cell">
                <a:extLst>
                  <a:ext uri="{FF2B5EF4-FFF2-40B4-BE49-F238E27FC236}">
                    <a16:creationId xmlns:a16="http://schemas.microsoft.com/office/drawing/2014/main" id="{574E3DC4-5E44-8DD0-F780-FB75D5756559}"/>
                  </a:ext>
                </a:extLst>
              </p:cNvPr>
              <p:cNvSpPr/>
              <p:nvPr/>
            </p:nvSpPr>
            <p:spPr>
              <a:xfrm>
                <a:off x="1180465" y="3032607"/>
                <a:ext cx="20277" cy="17291"/>
              </a:xfrm>
              <a:prstGeom prst="rect">
                <a:avLst/>
              </a:prstGeom>
              <a:solidFill>
                <a:srgbClr val="E6F0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0" name="Density voxel cell">
                <a:extLst>
                  <a:ext uri="{FF2B5EF4-FFF2-40B4-BE49-F238E27FC236}">
                    <a16:creationId xmlns:a16="http://schemas.microsoft.com/office/drawing/2014/main" id="{059F871D-6A56-E8E5-652D-437585DC26BF}"/>
                  </a:ext>
                </a:extLst>
              </p:cNvPr>
              <p:cNvSpPr/>
              <p:nvPr/>
            </p:nvSpPr>
            <p:spPr>
              <a:xfrm>
                <a:off x="1203042" y="3032607"/>
                <a:ext cx="20277" cy="17291"/>
              </a:xfrm>
              <a:prstGeom prst="rect">
                <a:avLst/>
              </a:prstGeom>
              <a:solidFill>
                <a:srgbClr val="C6DCE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1" name="Density voxel cell">
                <a:extLst>
                  <a:ext uri="{FF2B5EF4-FFF2-40B4-BE49-F238E27FC236}">
                    <a16:creationId xmlns:a16="http://schemas.microsoft.com/office/drawing/2014/main" id="{93CCB7C1-DDE3-075C-B3C1-3AC9AC53EB41}"/>
                  </a:ext>
                </a:extLst>
              </p:cNvPr>
              <p:cNvSpPr/>
              <p:nvPr/>
            </p:nvSpPr>
            <p:spPr>
              <a:xfrm>
                <a:off x="1225619" y="3032607"/>
                <a:ext cx="20277" cy="17291"/>
              </a:xfrm>
              <a:prstGeom prst="rect">
                <a:avLst/>
              </a:prstGeom>
              <a:solidFill>
                <a:srgbClr val="96BFD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2" name="Density voxel cell">
                <a:extLst>
                  <a:ext uri="{FF2B5EF4-FFF2-40B4-BE49-F238E27FC236}">
                    <a16:creationId xmlns:a16="http://schemas.microsoft.com/office/drawing/2014/main" id="{49ADA5D1-26E9-95E5-E177-88A1AC833CEB}"/>
                  </a:ext>
                </a:extLst>
              </p:cNvPr>
              <p:cNvSpPr/>
              <p:nvPr/>
            </p:nvSpPr>
            <p:spPr>
              <a:xfrm>
                <a:off x="1248195" y="3032607"/>
                <a:ext cx="20277" cy="17291"/>
              </a:xfrm>
              <a:prstGeom prst="rect">
                <a:avLst/>
              </a:prstGeom>
              <a:solidFill>
                <a:srgbClr val="72A9C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3" name="Density voxel cell">
                <a:extLst>
                  <a:ext uri="{FF2B5EF4-FFF2-40B4-BE49-F238E27FC236}">
                    <a16:creationId xmlns:a16="http://schemas.microsoft.com/office/drawing/2014/main" id="{E22925A7-0CF2-A29A-D058-6940CA10E4B3}"/>
                  </a:ext>
                </a:extLst>
              </p:cNvPr>
              <p:cNvSpPr/>
              <p:nvPr/>
            </p:nvSpPr>
            <p:spPr>
              <a:xfrm>
                <a:off x="1270772" y="3032607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4" name="Density voxel cell">
                <a:extLst>
                  <a:ext uri="{FF2B5EF4-FFF2-40B4-BE49-F238E27FC236}">
                    <a16:creationId xmlns:a16="http://schemas.microsoft.com/office/drawing/2014/main" id="{F6244290-BFA6-23EB-98EB-FF4400DF5CB2}"/>
                  </a:ext>
                </a:extLst>
              </p:cNvPr>
              <p:cNvSpPr/>
              <p:nvPr/>
            </p:nvSpPr>
            <p:spPr>
              <a:xfrm>
                <a:off x="1293349" y="3032607"/>
                <a:ext cx="20277" cy="17291"/>
              </a:xfrm>
              <a:prstGeom prst="rect">
                <a:avLst/>
              </a:prstGeom>
              <a:solidFill>
                <a:srgbClr val="9CC3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5" name="Density voxel cell">
                <a:extLst>
                  <a:ext uri="{FF2B5EF4-FFF2-40B4-BE49-F238E27FC236}">
                    <a16:creationId xmlns:a16="http://schemas.microsoft.com/office/drawing/2014/main" id="{7C7B0021-84CF-0AD9-63B2-1769B11B08F3}"/>
                  </a:ext>
                </a:extLst>
              </p:cNvPr>
              <p:cNvSpPr/>
              <p:nvPr/>
            </p:nvSpPr>
            <p:spPr>
              <a:xfrm>
                <a:off x="1315926" y="3032607"/>
                <a:ext cx="20277" cy="17291"/>
              </a:xfrm>
              <a:prstGeom prst="rect">
                <a:avLst/>
              </a:prstGeom>
              <a:solidFill>
                <a:srgbClr val="BDD7E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6" name="Density voxel cell">
                <a:extLst>
                  <a:ext uri="{FF2B5EF4-FFF2-40B4-BE49-F238E27FC236}">
                    <a16:creationId xmlns:a16="http://schemas.microsoft.com/office/drawing/2014/main" id="{65A38201-95D2-E414-31E6-9966A70DFE06}"/>
                  </a:ext>
                </a:extLst>
              </p:cNvPr>
              <p:cNvSpPr/>
              <p:nvPr/>
            </p:nvSpPr>
            <p:spPr>
              <a:xfrm>
                <a:off x="1338503" y="3032607"/>
                <a:ext cx="20277" cy="17291"/>
              </a:xfrm>
              <a:prstGeom prst="rect">
                <a:avLst/>
              </a:prstGeom>
              <a:solidFill>
                <a:srgbClr val="D2E4F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7" name="Density voxel cell">
                <a:extLst>
                  <a:ext uri="{FF2B5EF4-FFF2-40B4-BE49-F238E27FC236}">
                    <a16:creationId xmlns:a16="http://schemas.microsoft.com/office/drawing/2014/main" id="{AF51E881-1468-17B4-5BD2-77DC9BE367C8}"/>
                  </a:ext>
                </a:extLst>
              </p:cNvPr>
              <p:cNvSpPr/>
              <p:nvPr/>
            </p:nvSpPr>
            <p:spPr>
              <a:xfrm>
                <a:off x="1361080" y="3032607"/>
                <a:ext cx="20277" cy="17291"/>
              </a:xfrm>
              <a:prstGeom prst="rect">
                <a:avLst/>
              </a:prstGeom>
              <a:solidFill>
                <a:srgbClr val="E5F0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8" name="Density voxel cell">
                <a:extLst>
                  <a:ext uri="{FF2B5EF4-FFF2-40B4-BE49-F238E27FC236}">
                    <a16:creationId xmlns:a16="http://schemas.microsoft.com/office/drawing/2014/main" id="{50C78A58-9C16-F5E5-13B2-15FB37E9926D}"/>
                  </a:ext>
                </a:extLst>
              </p:cNvPr>
              <p:cNvSpPr/>
              <p:nvPr/>
            </p:nvSpPr>
            <p:spPr>
              <a:xfrm>
                <a:off x="1383657" y="3032607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9" name="Density voxel cell">
                <a:extLst>
                  <a:ext uri="{FF2B5EF4-FFF2-40B4-BE49-F238E27FC236}">
                    <a16:creationId xmlns:a16="http://schemas.microsoft.com/office/drawing/2014/main" id="{7C11EF6C-10F8-744F-1262-CD786B11AB8A}"/>
                  </a:ext>
                </a:extLst>
              </p:cNvPr>
              <p:cNvSpPr/>
              <p:nvPr/>
            </p:nvSpPr>
            <p:spPr>
              <a:xfrm>
                <a:off x="1406234" y="3032607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0" name="Density voxel cell">
                <a:extLst>
                  <a:ext uri="{FF2B5EF4-FFF2-40B4-BE49-F238E27FC236}">
                    <a16:creationId xmlns:a16="http://schemas.microsoft.com/office/drawing/2014/main" id="{E9554859-B6CA-158C-8C0F-DD68180C2588}"/>
                  </a:ext>
                </a:extLst>
              </p:cNvPr>
              <p:cNvSpPr/>
              <p:nvPr/>
            </p:nvSpPr>
            <p:spPr>
              <a:xfrm>
                <a:off x="1180465" y="3052198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1" name="Density voxel cell">
                <a:extLst>
                  <a:ext uri="{FF2B5EF4-FFF2-40B4-BE49-F238E27FC236}">
                    <a16:creationId xmlns:a16="http://schemas.microsoft.com/office/drawing/2014/main" id="{C7D6AA3D-64A4-6DCE-30C7-6D2642B1969B}"/>
                  </a:ext>
                </a:extLst>
              </p:cNvPr>
              <p:cNvSpPr/>
              <p:nvPr/>
            </p:nvSpPr>
            <p:spPr>
              <a:xfrm>
                <a:off x="1203042" y="3052198"/>
                <a:ext cx="20277" cy="17291"/>
              </a:xfrm>
              <a:prstGeom prst="rect">
                <a:avLst/>
              </a:prstGeom>
              <a:solidFill>
                <a:srgbClr val="D9E9F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2" name="Density voxel cell">
                <a:extLst>
                  <a:ext uri="{FF2B5EF4-FFF2-40B4-BE49-F238E27FC236}">
                    <a16:creationId xmlns:a16="http://schemas.microsoft.com/office/drawing/2014/main" id="{D6C01435-004F-EDC3-12C0-AB1BFF0F5D82}"/>
                  </a:ext>
                </a:extLst>
              </p:cNvPr>
              <p:cNvSpPr/>
              <p:nvPr/>
            </p:nvSpPr>
            <p:spPr>
              <a:xfrm>
                <a:off x="1225619" y="3052198"/>
                <a:ext cx="20277" cy="17291"/>
              </a:xfrm>
              <a:prstGeom prst="rect">
                <a:avLst/>
              </a:prstGeom>
              <a:solidFill>
                <a:srgbClr val="BDD7E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3" name="Density voxel cell">
                <a:extLst>
                  <a:ext uri="{FF2B5EF4-FFF2-40B4-BE49-F238E27FC236}">
                    <a16:creationId xmlns:a16="http://schemas.microsoft.com/office/drawing/2014/main" id="{0719D4EA-44BB-E5F1-F020-2BB4D3664CA2}"/>
                  </a:ext>
                </a:extLst>
              </p:cNvPr>
              <p:cNvSpPr/>
              <p:nvPr/>
            </p:nvSpPr>
            <p:spPr>
              <a:xfrm>
                <a:off x="1248195" y="3052198"/>
                <a:ext cx="20277" cy="17291"/>
              </a:xfrm>
              <a:prstGeom prst="rect">
                <a:avLst/>
              </a:prstGeom>
              <a:solidFill>
                <a:srgbClr val="A7C9E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4" name="Density voxel cell">
                <a:extLst>
                  <a:ext uri="{FF2B5EF4-FFF2-40B4-BE49-F238E27FC236}">
                    <a16:creationId xmlns:a16="http://schemas.microsoft.com/office/drawing/2014/main" id="{D2C8C5FA-8281-C82F-BDED-02DA543313C3}"/>
                  </a:ext>
                </a:extLst>
              </p:cNvPr>
              <p:cNvSpPr/>
              <p:nvPr/>
            </p:nvSpPr>
            <p:spPr>
              <a:xfrm>
                <a:off x="1270772" y="3052198"/>
                <a:ext cx="20277" cy="17291"/>
              </a:xfrm>
              <a:prstGeom prst="rect">
                <a:avLst/>
              </a:prstGeom>
              <a:solidFill>
                <a:srgbClr val="A5C8E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5" name="Density voxel cell">
                <a:extLst>
                  <a:ext uri="{FF2B5EF4-FFF2-40B4-BE49-F238E27FC236}">
                    <a16:creationId xmlns:a16="http://schemas.microsoft.com/office/drawing/2014/main" id="{C6D81F29-08CC-BA05-3212-CBBBC83CBBFF}"/>
                  </a:ext>
                </a:extLst>
              </p:cNvPr>
              <p:cNvSpPr/>
              <p:nvPr/>
            </p:nvSpPr>
            <p:spPr>
              <a:xfrm>
                <a:off x="1293349" y="3052198"/>
                <a:ext cx="20277" cy="17291"/>
              </a:xfrm>
              <a:prstGeom prst="rect">
                <a:avLst/>
              </a:prstGeom>
              <a:solidFill>
                <a:srgbClr val="A8CAE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6" name="Density voxel cell">
                <a:extLst>
                  <a:ext uri="{FF2B5EF4-FFF2-40B4-BE49-F238E27FC236}">
                    <a16:creationId xmlns:a16="http://schemas.microsoft.com/office/drawing/2014/main" id="{60BE34D8-DD52-D71A-BCCD-570A5567A81B}"/>
                  </a:ext>
                </a:extLst>
              </p:cNvPr>
              <p:cNvSpPr/>
              <p:nvPr/>
            </p:nvSpPr>
            <p:spPr>
              <a:xfrm>
                <a:off x="1315926" y="3052198"/>
                <a:ext cx="20277" cy="17291"/>
              </a:xfrm>
              <a:prstGeom prst="rect">
                <a:avLst/>
              </a:prstGeom>
              <a:solidFill>
                <a:srgbClr val="9BC2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7" name="Density voxel cell">
                <a:extLst>
                  <a:ext uri="{FF2B5EF4-FFF2-40B4-BE49-F238E27FC236}">
                    <a16:creationId xmlns:a16="http://schemas.microsoft.com/office/drawing/2014/main" id="{A69869E9-753C-D98E-6B1D-D7274B8C0461}"/>
                  </a:ext>
                </a:extLst>
              </p:cNvPr>
              <p:cNvSpPr/>
              <p:nvPr/>
            </p:nvSpPr>
            <p:spPr>
              <a:xfrm>
                <a:off x="1338503" y="3052198"/>
                <a:ext cx="20277" cy="17291"/>
              </a:xfrm>
              <a:prstGeom prst="rect">
                <a:avLst/>
              </a:prstGeom>
              <a:solidFill>
                <a:srgbClr val="9DC3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8" name="Density voxel cell">
                <a:extLst>
                  <a:ext uri="{FF2B5EF4-FFF2-40B4-BE49-F238E27FC236}">
                    <a16:creationId xmlns:a16="http://schemas.microsoft.com/office/drawing/2014/main" id="{2ABB63F7-26F8-0396-2145-0183D0241583}"/>
                  </a:ext>
                </a:extLst>
              </p:cNvPr>
              <p:cNvSpPr/>
              <p:nvPr/>
            </p:nvSpPr>
            <p:spPr>
              <a:xfrm>
                <a:off x="1361080" y="3052198"/>
                <a:ext cx="20277" cy="17291"/>
              </a:xfrm>
              <a:prstGeom prst="rect">
                <a:avLst/>
              </a:prstGeom>
              <a:solidFill>
                <a:srgbClr val="C4DBE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9" name="Density voxel cell">
                <a:extLst>
                  <a:ext uri="{FF2B5EF4-FFF2-40B4-BE49-F238E27FC236}">
                    <a16:creationId xmlns:a16="http://schemas.microsoft.com/office/drawing/2014/main" id="{F856EFE2-91E8-F016-0D10-5FB8C8EFC1BB}"/>
                  </a:ext>
                </a:extLst>
              </p:cNvPr>
              <p:cNvSpPr/>
              <p:nvPr/>
            </p:nvSpPr>
            <p:spPr>
              <a:xfrm>
                <a:off x="1383657" y="3052198"/>
                <a:ext cx="20277" cy="17291"/>
              </a:xfrm>
              <a:prstGeom prst="rect">
                <a:avLst/>
              </a:prstGeom>
              <a:solidFill>
                <a:srgbClr val="E8F2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0" name="Density voxel cell">
                <a:extLst>
                  <a:ext uri="{FF2B5EF4-FFF2-40B4-BE49-F238E27FC236}">
                    <a16:creationId xmlns:a16="http://schemas.microsoft.com/office/drawing/2014/main" id="{C9C4BA42-DB08-89D9-442B-7455DC398D59}"/>
                  </a:ext>
                </a:extLst>
              </p:cNvPr>
              <p:cNvSpPr/>
              <p:nvPr/>
            </p:nvSpPr>
            <p:spPr>
              <a:xfrm>
                <a:off x="1406234" y="3052198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1" name="Density voxel cell">
                <a:extLst>
                  <a:ext uri="{FF2B5EF4-FFF2-40B4-BE49-F238E27FC236}">
                    <a16:creationId xmlns:a16="http://schemas.microsoft.com/office/drawing/2014/main" id="{CD125B0F-990F-7FBE-FF89-5CBE399634D9}"/>
                  </a:ext>
                </a:extLst>
              </p:cNvPr>
              <p:cNvSpPr/>
              <p:nvPr/>
            </p:nvSpPr>
            <p:spPr>
              <a:xfrm>
                <a:off x="1180465" y="3071789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2" name="Density voxel cell">
                <a:extLst>
                  <a:ext uri="{FF2B5EF4-FFF2-40B4-BE49-F238E27FC236}">
                    <a16:creationId xmlns:a16="http://schemas.microsoft.com/office/drawing/2014/main" id="{BCE74C19-1CEF-5CE6-3D23-CB6CB7524269}"/>
                  </a:ext>
                </a:extLst>
              </p:cNvPr>
              <p:cNvSpPr/>
              <p:nvPr/>
            </p:nvSpPr>
            <p:spPr>
              <a:xfrm>
                <a:off x="1203042" y="3071789"/>
                <a:ext cx="20277" cy="17291"/>
              </a:xfrm>
              <a:prstGeom prst="rect">
                <a:avLst/>
              </a:prstGeom>
              <a:solidFill>
                <a:srgbClr val="E9F2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3" name="Density voxel cell">
                <a:extLst>
                  <a:ext uri="{FF2B5EF4-FFF2-40B4-BE49-F238E27FC236}">
                    <a16:creationId xmlns:a16="http://schemas.microsoft.com/office/drawing/2014/main" id="{1B51DDE4-E8C5-F703-69B3-F8CB6C9693E5}"/>
                  </a:ext>
                </a:extLst>
              </p:cNvPr>
              <p:cNvSpPr/>
              <p:nvPr/>
            </p:nvSpPr>
            <p:spPr>
              <a:xfrm>
                <a:off x="1225619" y="3071789"/>
                <a:ext cx="20277" cy="17291"/>
              </a:xfrm>
              <a:prstGeom prst="rect">
                <a:avLst/>
              </a:prstGeom>
              <a:solidFill>
                <a:srgbClr val="DBEAF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4" name="Density voxel cell">
                <a:extLst>
                  <a:ext uri="{FF2B5EF4-FFF2-40B4-BE49-F238E27FC236}">
                    <a16:creationId xmlns:a16="http://schemas.microsoft.com/office/drawing/2014/main" id="{EADAC848-BA41-3291-DC6D-C5F4756A4447}"/>
                  </a:ext>
                </a:extLst>
              </p:cNvPr>
              <p:cNvSpPr/>
              <p:nvPr/>
            </p:nvSpPr>
            <p:spPr>
              <a:xfrm>
                <a:off x="1248195" y="3071789"/>
                <a:ext cx="20277" cy="17291"/>
              </a:xfrm>
              <a:prstGeom prst="rect">
                <a:avLst/>
              </a:prstGeom>
              <a:solidFill>
                <a:srgbClr val="D0E3F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5" name="Density voxel cell">
                <a:extLst>
                  <a:ext uri="{FF2B5EF4-FFF2-40B4-BE49-F238E27FC236}">
                    <a16:creationId xmlns:a16="http://schemas.microsoft.com/office/drawing/2014/main" id="{8705B9C5-4922-B9D5-F58E-42710BA7346B}"/>
                  </a:ext>
                </a:extLst>
              </p:cNvPr>
              <p:cNvSpPr/>
              <p:nvPr/>
            </p:nvSpPr>
            <p:spPr>
              <a:xfrm>
                <a:off x="1270772" y="3071789"/>
                <a:ext cx="20277" cy="17291"/>
              </a:xfrm>
              <a:prstGeom prst="rect">
                <a:avLst/>
              </a:prstGeom>
              <a:solidFill>
                <a:srgbClr val="C9DEE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6" name="Density voxel cell">
                <a:extLst>
                  <a:ext uri="{FF2B5EF4-FFF2-40B4-BE49-F238E27FC236}">
                    <a16:creationId xmlns:a16="http://schemas.microsoft.com/office/drawing/2014/main" id="{B45F2FA5-9261-6BE7-7736-339393DD6A85}"/>
                  </a:ext>
                </a:extLst>
              </p:cNvPr>
              <p:cNvSpPr/>
              <p:nvPr/>
            </p:nvSpPr>
            <p:spPr>
              <a:xfrm>
                <a:off x="1293349" y="3071789"/>
                <a:ext cx="20277" cy="17291"/>
              </a:xfrm>
              <a:prstGeom prst="rect">
                <a:avLst/>
              </a:prstGeom>
              <a:solidFill>
                <a:srgbClr val="AECDE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7" name="Density voxel cell">
                <a:extLst>
                  <a:ext uri="{FF2B5EF4-FFF2-40B4-BE49-F238E27FC236}">
                    <a16:creationId xmlns:a16="http://schemas.microsoft.com/office/drawing/2014/main" id="{65399441-47AA-A22C-0A0E-53B679B0A944}"/>
                  </a:ext>
                </a:extLst>
              </p:cNvPr>
              <p:cNvSpPr/>
              <p:nvPr/>
            </p:nvSpPr>
            <p:spPr>
              <a:xfrm>
                <a:off x="1315926" y="3071789"/>
                <a:ext cx="20277" cy="17291"/>
              </a:xfrm>
              <a:prstGeom prst="rect">
                <a:avLst/>
              </a:prstGeom>
              <a:solidFill>
                <a:srgbClr val="76AB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" name="Density voxel cell">
                <a:extLst>
                  <a:ext uri="{FF2B5EF4-FFF2-40B4-BE49-F238E27FC236}">
                    <a16:creationId xmlns:a16="http://schemas.microsoft.com/office/drawing/2014/main" id="{951AF83B-B033-DB3F-7391-115C648DF7D5}"/>
                  </a:ext>
                </a:extLst>
              </p:cNvPr>
              <p:cNvSpPr/>
              <p:nvPr/>
            </p:nvSpPr>
            <p:spPr>
              <a:xfrm>
                <a:off x="1338503" y="3071789"/>
                <a:ext cx="20277" cy="17291"/>
              </a:xfrm>
              <a:prstGeom prst="rect">
                <a:avLst/>
              </a:prstGeom>
              <a:solidFill>
                <a:srgbClr val="66A1C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" name="Density voxel cell">
                <a:extLst>
                  <a:ext uri="{FF2B5EF4-FFF2-40B4-BE49-F238E27FC236}">
                    <a16:creationId xmlns:a16="http://schemas.microsoft.com/office/drawing/2014/main" id="{3918A26E-E009-5646-17E0-61396E0EA10B}"/>
                  </a:ext>
                </a:extLst>
              </p:cNvPr>
              <p:cNvSpPr/>
              <p:nvPr/>
            </p:nvSpPr>
            <p:spPr>
              <a:xfrm>
                <a:off x="1361080" y="3071789"/>
                <a:ext cx="20277" cy="17291"/>
              </a:xfrm>
              <a:prstGeom prst="rect">
                <a:avLst/>
              </a:prstGeom>
              <a:solidFill>
                <a:srgbClr val="A1C6E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" name="Density voxel cell">
                <a:extLst>
                  <a:ext uri="{FF2B5EF4-FFF2-40B4-BE49-F238E27FC236}">
                    <a16:creationId xmlns:a16="http://schemas.microsoft.com/office/drawing/2014/main" id="{F4BA6155-50C4-3EAA-5313-71B8F01A014C}"/>
                  </a:ext>
                </a:extLst>
              </p:cNvPr>
              <p:cNvSpPr/>
              <p:nvPr/>
            </p:nvSpPr>
            <p:spPr>
              <a:xfrm>
                <a:off x="1383657" y="3071789"/>
                <a:ext cx="20277" cy="17291"/>
              </a:xfrm>
              <a:prstGeom prst="rect">
                <a:avLst/>
              </a:prstGeom>
              <a:solidFill>
                <a:srgbClr val="DDEBF5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" name="Density voxel cell">
                <a:extLst>
                  <a:ext uri="{FF2B5EF4-FFF2-40B4-BE49-F238E27FC236}">
                    <a16:creationId xmlns:a16="http://schemas.microsoft.com/office/drawing/2014/main" id="{065233E7-95A3-B205-BE8A-05AB9FF1193B}"/>
                  </a:ext>
                </a:extLst>
              </p:cNvPr>
              <p:cNvSpPr/>
              <p:nvPr/>
            </p:nvSpPr>
            <p:spPr>
              <a:xfrm>
                <a:off x="1406234" y="3071789"/>
                <a:ext cx="20277" cy="17291"/>
              </a:xfrm>
              <a:prstGeom prst="rect">
                <a:avLst/>
              </a:prstGeom>
              <a:solidFill>
                <a:srgbClr val="F3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" name="Density voxel cell">
                <a:extLst>
                  <a:ext uri="{FF2B5EF4-FFF2-40B4-BE49-F238E27FC236}">
                    <a16:creationId xmlns:a16="http://schemas.microsoft.com/office/drawing/2014/main" id="{DD574E9B-1FD8-9B6F-295A-E96DEACA2400}"/>
                  </a:ext>
                </a:extLst>
              </p:cNvPr>
              <p:cNvSpPr/>
              <p:nvPr/>
            </p:nvSpPr>
            <p:spPr>
              <a:xfrm>
                <a:off x="1180465" y="3091379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" name="Density voxel cell">
                <a:extLst>
                  <a:ext uri="{FF2B5EF4-FFF2-40B4-BE49-F238E27FC236}">
                    <a16:creationId xmlns:a16="http://schemas.microsoft.com/office/drawing/2014/main" id="{71E9CFFC-319E-6086-551D-8B2BA5D8CA79}"/>
                  </a:ext>
                </a:extLst>
              </p:cNvPr>
              <p:cNvSpPr/>
              <p:nvPr/>
            </p:nvSpPr>
            <p:spPr>
              <a:xfrm>
                <a:off x="1203042" y="3091379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" name="Density voxel cell">
                <a:extLst>
                  <a:ext uri="{FF2B5EF4-FFF2-40B4-BE49-F238E27FC236}">
                    <a16:creationId xmlns:a16="http://schemas.microsoft.com/office/drawing/2014/main" id="{417A06B7-2D14-8D2F-6310-7DA1561B37ED}"/>
                  </a:ext>
                </a:extLst>
              </p:cNvPr>
              <p:cNvSpPr/>
              <p:nvPr/>
            </p:nvSpPr>
            <p:spPr>
              <a:xfrm>
                <a:off x="1225619" y="3091379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" name="Density voxel cell">
                <a:extLst>
                  <a:ext uri="{FF2B5EF4-FFF2-40B4-BE49-F238E27FC236}">
                    <a16:creationId xmlns:a16="http://schemas.microsoft.com/office/drawing/2014/main" id="{9FEFA80D-2C42-163C-4684-7838205F413E}"/>
                  </a:ext>
                </a:extLst>
              </p:cNvPr>
              <p:cNvSpPr/>
              <p:nvPr/>
            </p:nvSpPr>
            <p:spPr>
              <a:xfrm>
                <a:off x="1248195" y="3091379"/>
                <a:ext cx="20277" cy="17291"/>
              </a:xfrm>
              <a:prstGeom prst="rect">
                <a:avLst/>
              </a:prstGeom>
              <a:solidFill>
                <a:srgbClr val="E8F2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" name="Density voxel cell">
                <a:extLst>
                  <a:ext uri="{FF2B5EF4-FFF2-40B4-BE49-F238E27FC236}">
                    <a16:creationId xmlns:a16="http://schemas.microsoft.com/office/drawing/2014/main" id="{DCE103E5-FFC9-02EF-0001-8F8260EF6307}"/>
                  </a:ext>
                </a:extLst>
              </p:cNvPr>
              <p:cNvSpPr/>
              <p:nvPr/>
            </p:nvSpPr>
            <p:spPr>
              <a:xfrm>
                <a:off x="1270772" y="3091379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" name="Density voxel cell">
                <a:extLst>
                  <a:ext uri="{FF2B5EF4-FFF2-40B4-BE49-F238E27FC236}">
                    <a16:creationId xmlns:a16="http://schemas.microsoft.com/office/drawing/2014/main" id="{C3CFBC16-3D4F-88BA-79C8-5216BC1B344D}"/>
                  </a:ext>
                </a:extLst>
              </p:cNvPr>
              <p:cNvSpPr/>
              <p:nvPr/>
            </p:nvSpPr>
            <p:spPr>
              <a:xfrm>
                <a:off x="1293349" y="3091379"/>
                <a:ext cx="20277" cy="17291"/>
              </a:xfrm>
              <a:prstGeom prst="rect">
                <a:avLst/>
              </a:prstGeom>
              <a:solidFill>
                <a:srgbClr val="C2DAE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" name="Density voxel cell">
                <a:extLst>
                  <a:ext uri="{FF2B5EF4-FFF2-40B4-BE49-F238E27FC236}">
                    <a16:creationId xmlns:a16="http://schemas.microsoft.com/office/drawing/2014/main" id="{EFCC9018-C595-2266-16D8-4A025A59E28C}"/>
                  </a:ext>
                </a:extLst>
              </p:cNvPr>
              <p:cNvSpPr/>
              <p:nvPr/>
            </p:nvSpPr>
            <p:spPr>
              <a:xfrm>
                <a:off x="1315926" y="3091379"/>
                <a:ext cx="20277" cy="17291"/>
              </a:xfrm>
              <a:prstGeom prst="rect">
                <a:avLst/>
              </a:prstGeom>
              <a:solidFill>
                <a:srgbClr val="8AB8D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" name="Density voxel cell">
                <a:extLst>
                  <a:ext uri="{FF2B5EF4-FFF2-40B4-BE49-F238E27FC236}">
                    <a16:creationId xmlns:a16="http://schemas.microsoft.com/office/drawing/2014/main" id="{A9613D8D-25B2-E802-83EF-FB8B21218DC4}"/>
                  </a:ext>
                </a:extLst>
              </p:cNvPr>
              <p:cNvSpPr/>
              <p:nvPr/>
            </p:nvSpPr>
            <p:spPr>
              <a:xfrm>
                <a:off x="1338503" y="3091379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0" name="Density voxel cell">
                <a:extLst>
                  <a:ext uri="{FF2B5EF4-FFF2-40B4-BE49-F238E27FC236}">
                    <a16:creationId xmlns:a16="http://schemas.microsoft.com/office/drawing/2014/main" id="{DBF337D0-BB5E-F696-66A6-54A2998BF002}"/>
                  </a:ext>
                </a:extLst>
              </p:cNvPr>
              <p:cNvSpPr/>
              <p:nvPr/>
            </p:nvSpPr>
            <p:spPr>
              <a:xfrm>
                <a:off x="1361080" y="3091379"/>
                <a:ext cx="20277" cy="17291"/>
              </a:xfrm>
              <a:prstGeom prst="rect">
                <a:avLst/>
              </a:prstGeom>
              <a:solidFill>
                <a:srgbClr val="ABCCE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" name="Density voxel cell">
                <a:extLst>
                  <a:ext uri="{FF2B5EF4-FFF2-40B4-BE49-F238E27FC236}">
                    <a16:creationId xmlns:a16="http://schemas.microsoft.com/office/drawing/2014/main" id="{6DE9F248-7B09-C0E1-AB98-7A74D58C4F33}"/>
                  </a:ext>
                </a:extLst>
              </p:cNvPr>
              <p:cNvSpPr/>
              <p:nvPr/>
            </p:nvSpPr>
            <p:spPr>
              <a:xfrm>
                <a:off x="1383657" y="3091379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" name="Density voxel cell">
                <a:extLst>
                  <a:ext uri="{FF2B5EF4-FFF2-40B4-BE49-F238E27FC236}">
                    <a16:creationId xmlns:a16="http://schemas.microsoft.com/office/drawing/2014/main" id="{88A944B0-D635-5C5C-CDD6-8151E8A18D92}"/>
                  </a:ext>
                </a:extLst>
              </p:cNvPr>
              <p:cNvSpPr/>
              <p:nvPr/>
            </p:nvSpPr>
            <p:spPr>
              <a:xfrm>
                <a:off x="1406234" y="3091379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3" name="Density voxel cell">
                <a:extLst>
                  <a:ext uri="{FF2B5EF4-FFF2-40B4-BE49-F238E27FC236}">
                    <a16:creationId xmlns:a16="http://schemas.microsoft.com/office/drawing/2014/main" id="{82606119-5631-D0EC-6D7E-DE683D5F1ECF}"/>
                  </a:ext>
                </a:extLst>
              </p:cNvPr>
              <p:cNvSpPr/>
              <p:nvPr/>
            </p:nvSpPr>
            <p:spPr>
              <a:xfrm>
                <a:off x="1180465" y="3110970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4" name="Density voxel cell">
                <a:extLst>
                  <a:ext uri="{FF2B5EF4-FFF2-40B4-BE49-F238E27FC236}">
                    <a16:creationId xmlns:a16="http://schemas.microsoft.com/office/drawing/2014/main" id="{F35D5F07-44E4-6B91-6317-512BC24797C6}"/>
                  </a:ext>
                </a:extLst>
              </p:cNvPr>
              <p:cNvSpPr/>
              <p:nvPr/>
            </p:nvSpPr>
            <p:spPr>
              <a:xfrm>
                <a:off x="1203042" y="311097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5" name="Density voxel cell">
                <a:extLst>
                  <a:ext uri="{FF2B5EF4-FFF2-40B4-BE49-F238E27FC236}">
                    <a16:creationId xmlns:a16="http://schemas.microsoft.com/office/drawing/2014/main" id="{F71B59B8-ACD7-2572-AB4A-EF18C523A03F}"/>
                  </a:ext>
                </a:extLst>
              </p:cNvPr>
              <p:cNvSpPr/>
              <p:nvPr/>
            </p:nvSpPr>
            <p:spPr>
              <a:xfrm>
                <a:off x="1225619" y="3110970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6" name="Density voxel cell">
                <a:extLst>
                  <a:ext uri="{FF2B5EF4-FFF2-40B4-BE49-F238E27FC236}">
                    <a16:creationId xmlns:a16="http://schemas.microsoft.com/office/drawing/2014/main" id="{C2AB1D26-2C02-A286-222A-068AE34D978F}"/>
                  </a:ext>
                </a:extLst>
              </p:cNvPr>
              <p:cNvSpPr/>
              <p:nvPr/>
            </p:nvSpPr>
            <p:spPr>
              <a:xfrm>
                <a:off x="1248195" y="3110970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7" name="Density voxel cell">
                <a:extLst>
                  <a:ext uri="{FF2B5EF4-FFF2-40B4-BE49-F238E27FC236}">
                    <a16:creationId xmlns:a16="http://schemas.microsoft.com/office/drawing/2014/main" id="{2BC2A296-879F-B359-FC2B-C3A0A6D16A17}"/>
                  </a:ext>
                </a:extLst>
              </p:cNvPr>
              <p:cNvSpPr/>
              <p:nvPr/>
            </p:nvSpPr>
            <p:spPr>
              <a:xfrm>
                <a:off x="1270772" y="3110970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8" name="Density voxel cell">
                <a:extLst>
                  <a:ext uri="{FF2B5EF4-FFF2-40B4-BE49-F238E27FC236}">
                    <a16:creationId xmlns:a16="http://schemas.microsoft.com/office/drawing/2014/main" id="{EC97580B-A87E-0F51-3FE4-CA1431E34BC9}"/>
                  </a:ext>
                </a:extLst>
              </p:cNvPr>
              <p:cNvSpPr/>
              <p:nvPr/>
            </p:nvSpPr>
            <p:spPr>
              <a:xfrm>
                <a:off x="1293349" y="3110970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9" name="Density voxel cell">
                <a:extLst>
                  <a:ext uri="{FF2B5EF4-FFF2-40B4-BE49-F238E27FC236}">
                    <a16:creationId xmlns:a16="http://schemas.microsoft.com/office/drawing/2014/main" id="{6AF277FC-11FE-2497-516B-877E7BE69D27}"/>
                  </a:ext>
                </a:extLst>
              </p:cNvPr>
              <p:cNvSpPr/>
              <p:nvPr/>
            </p:nvSpPr>
            <p:spPr>
              <a:xfrm>
                <a:off x="1315926" y="3110970"/>
                <a:ext cx="20277" cy="17291"/>
              </a:xfrm>
              <a:prstGeom prst="rect">
                <a:avLst/>
              </a:prstGeom>
              <a:solidFill>
                <a:srgbClr val="C6DDE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0" name="Density voxel cell">
                <a:extLst>
                  <a:ext uri="{FF2B5EF4-FFF2-40B4-BE49-F238E27FC236}">
                    <a16:creationId xmlns:a16="http://schemas.microsoft.com/office/drawing/2014/main" id="{96625F37-4C2F-CDFB-4B9F-02875D8BBAD4}"/>
                  </a:ext>
                </a:extLst>
              </p:cNvPr>
              <p:cNvSpPr/>
              <p:nvPr/>
            </p:nvSpPr>
            <p:spPr>
              <a:xfrm>
                <a:off x="1338503" y="3110970"/>
                <a:ext cx="20277" cy="17291"/>
              </a:xfrm>
              <a:prstGeom prst="rect">
                <a:avLst/>
              </a:prstGeom>
              <a:solidFill>
                <a:srgbClr val="BED7E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1" name="Density voxel cell">
                <a:extLst>
                  <a:ext uri="{FF2B5EF4-FFF2-40B4-BE49-F238E27FC236}">
                    <a16:creationId xmlns:a16="http://schemas.microsoft.com/office/drawing/2014/main" id="{F00452C1-8A05-4900-40ED-477441789F21}"/>
                  </a:ext>
                </a:extLst>
              </p:cNvPr>
              <p:cNvSpPr/>
              <p:nvPr/>
            </p:nvSpPr>
            <p:spPr>
              <a:xfrm>
                <a:off x="1361080" y="3110970"/>
                <a:ext cx="20277" cy="17291"/>
              </a:xfrm>
              <a:prstGeom prst="rect">
                <a:avLst/>
              </a:prstGeom>
              <a:solidFill>
                <a:srgbClr val="D5E6F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2" name="Density voxel cell">
                <a:extLst>
                  <a:ext uri="{FF2B5EF4-FFF2-40B4-BE49-F238E27FC236}">
                    <a16:creationId xmlns:a16="http://schemas.microsoft.com/office/drawing/2014/main" id="{EE19F27B-877F-8A96-2194-5AE94BE4D862}"/>
                  </a:ext>
                </a:extLst>
              </p:cNvPr>
              <p:cNvSpPr/>
              <p:nvPr/>
            </p:nvSpPr>
            <p:spPr>
              <a:xfrm>
                <a:off x="1383657" y="3110970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3" name="Density voxel cell">
                <a:extLst>
                  <a:ext uri="{FF2B5EF4-FFF2-40B4-BE49-F238E27FC236}">
                    <a16:creationId xmlns:a16="http://schemas.microsoft.com/office/drawing/2014/main" id="{5931B554-5657-F945-1E1F-628E9FA885FF}"/>
                  </a:ext>
                </a:extLst>
              </p:cNvPr>
              <p:cNvSpPr/>
              <p:nvPr/>
            </p:nvSpPr>
            <p:spPr>
              <a:xfrm>
                <a:off x="1406234" y="311097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4" name="Density voxel cell">
                <a:extLst>
                  <a:ext uri="{FF2B5EF4-FFF2-40B4-BE49-F238E27FC236}">
                    <a16:creationId xmlns:a16="http://schemas.microsoft.com/office/drawing/2014/main" id="{574525B3-E099-FB1C-9F24-81AD935A1B5E}"/>
                  </a:ext>
                </a:extLst>
              </p:cNvPr>
              <p:cNvSpPr/>
              <p:nvPr/>
            </p:nvSpPr>
            <p:spPr>
              <a:xfrm>
                <a:off x="1180465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5" name="Density voxel cell">
                <a:extLst>
                  <a:ext uri="{FF2B5EF4-FFF2-40B4-BE49-F238E27FC236}">
                    <a16:creationId xmlns:a16="http://schemas.microsoft.com/office/drawing/2014/main" id="{28358FD8-DA7F-3924-5D56-5F9007267517}"/>
                  </a:ext>
                </a:extLst>
              </p:cNvPr>
              <p:cNvSpPr/>
              <p:nvPr/>
            </p:nvSpPr>
            <p:spPr>
              <a:xfrm>
                <a:off x="1203042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6" name="Density voxel cell">
                <a:extLst>
                  <a:ext uri="{FF2B5EF4-FFF2-40B4-BE49-F238E27FC236}">
                    <a16:creationId xmlns:a16="http://schemas.microsoft.com/office/drawing/2014/main" id="{C72E4518-95E9-BE94-3C0F-49E605FCF17F}"/>
                  </a:ext>
                </a:extLst>
              </p:cNvPr>
              <p:cNvSpPr/>
              <p:nvPr/>
            </p:nvSpPr>
            <p:spPr>
              <a:xfrm>
                <a:off x="1225619" y="3130560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7" name="Density voxel cell">
                <a:extLst>
                  <a:ext uri="{FF2B5EF4-FFF2-40B4-BE49-F238E27FC236}">
                    <a16:creationId xmlns:a16="http://schemas.microsoft.com/office/drawing/2014/main" id="{ABC21B7F-DABF-25EC-3041-AB0BDA6EB49A}"/>
                  </a:ext>
                </a:extLst>
              </p:cNvPr>
              <p:cNvSpPr/>
              <p:nvPr/>
            </p:nvSpPr>
            <p:spPr>
              <a:xfrm>
                <a:off x="1248195" y="3130560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8" name="Density voxel cell">
                <a:extLst>
                  <a:ext uri="{FF2B5EF4-FFF2-40B4-BE49-F238E27FC236}">
                    <a16:creationId xmlns:a16="http://schemas.microsoft.com/office/drawing/2014/main" id="{AE390074-BFC2-A872-9175-D7EF4160BBFF}"/>
                  </a:ext>
                </a:extLst>
              </p:cNvPr>
              <p:cNvSpPr/>
              <p:nvPr/>
            </p:nvSpPr>
            <p:spPr>
              <a:xfrm>
                <a:off x="1270772" y="313056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" name="Density voxel cell">
                <a:extLst>
                  <a:ext uri="{FF2B5EF4-FFF2-40B4-BE49-F238E27FC236}">
                    <a16:creationId xmlns:a16="http://schemas.microsoft.com/office/drawing/2014/main" id="{7C90B549-6DDA-9033-46BB-4EECE088A672}"/>
                  </a:ext>
                </a:extLst>
              </p:cNvPr>
              <p:cNvSpPr/>
              <p:nvPr/>
            </p:nvSpPr>
            <p:spPr>
              <a:xfrm>
                <a:off x="1293349" y="3130560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0" name="Density voxel cell">
                <a:extLst>
                  <a:ext uri="{FF2B5EF4-FFF2-40B4-BE49-F238E27FC236}">
                    <a16:creationId xmlns:a16="http://schemas.microsoft.com/office/drawing/2014/main" id="{5C5B87F2-9065-1CD5-8835-B7F817AED9AD}"/>
                  </a:ext>
                </a:extLst>
              </p:cNvPr>
              <p:cNvSpPr/>
              <p:nvPr/>
            </p:nvSpPr>
            <p:spPr>
              <a:xfrm>
                <a:off x="1315926" y="3130560"/>
                <a:ext cx="20277" cy="17291"/>
              </a:xfrm>
              <a:prstGeom prst="rect">
                <a:avLst/>
              </a:prstGeom>
              <a:solidFill>
                <a:srgbClr val="ECF4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1" name="Density voxel cell">
                <a:extLst>
                  <a:ext uri="{FF2B5EF4-FFF2-40B4-BE49-F238E27FC236}">
                    <a16:creationId xmlns:a16="http://schemas.microsoft.com/office/drawing/2014/main" id="{9D714E6E-66EB-191D-C460-48EBC395CAE8}"/>
                  </a:ext>
                </a:extLst>
              </p:cNvPr>
              <p:cNvSpPr/>
              <p:nvPr/>
            </p:nvSpPr>
            <p:spPr>
              <a:xfrm>
                <a:off x="1338503" y="3130560"/>
                <a:ext cx="20277" cy="17291"/>
              </a:xfrm>
              <a:prstGeom prst="rect">
                <a:avLst/>
              </a:prstGeom>
              <a:solidFill>
                <a:srgbClr val="EAF3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2" name="Density voxel cell">
                <a:extLst>
                  <a:ext uri="{FF2B5EF4-FFF2-40B4-BE49-F238E27FC236}">
                    <a16:creationId xmlns:a16="http://schemas.microsoft.com/office/drawing/2014/main" id="{703B2B7C-0A28-6C61-F2C2-CFD2FC1F46D8}"/>
                  </a:ext>
                </a:extLst>
              </p:cNvPr>
              <p:cNvSpPr/>
              <p:nvPr/>
            </p:nvSpPr>
            <p:spPr>
              <a:xfrm>
                <a:off x="1361080" y="3130560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" name="Density voxel cell">
                <a:extLst>
                  <a:ext uri="{FF2B5EF4-FFF2-40B4-BE49-F238E27FC236}">
                    <a16:creationId xmlns:a16="http://schemas.microsoft.com/office/drawing/2014/main" id="{A1791CCE-968A-E006-06AD-DA06442AC92B}"/>
                  </a:ext>
                </a:extLst>
              </p:cNvPr>
              <p:cNvSpPr/>
              <p:nvPr/>
            </p:nvSpPr>
            <p:spPr>
              <a:xfrm>
                <a:off x="1383657" y="3130560"/>
                <a:ext cx="20277" cy="17291"/>
              </a:xfrm>
              <a:prstGeom prst="rect">
                <a:avLst/>
              </a:prstGeom>
              <a:solidFill>
                <a:srgbClr val="F5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4" name="Density voxel cell">
                <a:extLst>
                  <a:ext uri="{FF2B5EF4-FFF2-40B4-BE49-F238E27FC236}">
                    <a16:creationId xmlns:a16="http://schemas.microsoft.com/office/drawing/2014/main" id="{AEB1D9E4-E67A-6B29-3770-8C7A481B1F6F}"/>
                  </a:ext>
                </a:extLst>
              </p:cNvPr>
              <p:cNvSpPr/>
              <p:nvPr/>
            </p:nvSpPr>
            <p:spPr>
              <a:xfrm>
                <a:off x="1406234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cxnSp>
            <p:nvCxnSpPr>
              <p:cNvPr id="285" name="path_2494">
                <a:extLst>
                  <a:ext uri="{FF2B5EF4-FFF2-40B4-BE49-F238E27FC236}">
                    <a16:creationId xmlns:a16="http://schemas.microsoft.com/office/drawing/2014/main" id="{F2F4C377-0F72-D0B3-6AB8-BD87CF195013}"/>
                  </a:ext>
                </a:extLst>
              </p:cNvPr>
              <p:cNvCxnSpPr/>
              <p:nvPr/>
            </p:nvCxnSpPr>
            <p:spPr>
              <a:xfrm>
                <a:off x="1179315" y="2933505"/>
                <a:ext cx="248346" cy="0"/>
              </a:xfrm>
              <a:prstGeom prst="line">
                <a:avLst/>
              </a:prstGeom>
              <a:noFill/>
              <a:ln w="1202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6" name="path_2495">
                <a:extLst>
                  <a:ext uri="{FF2B5EF4-FFF2-40B4-BE49-F238E27FC236}">
                    <a16:creationId xmlns:a16="http://schemas.microsoft.com/office/drawing/2014/main" id="{15CC456B-6D89-1A29-D607-3ACA3C55C8C7}"/>
                  </a:ext>
                </a:extLst>
              </p:cNvPr>
              <p:cNvCxnSpPr/>
              <p:nvPr/>
            </p:nvCxnSpPr>
            <p:spPr>
              <a:xfrm>
                <a:off x="1427661" y="2933505"/>
                <a:ext cx="0" cy="215496"/>
              </a:xfrm>
              <a:prstGeom prst="line">
                <a:avLst/>
              </a:prstGeom>
              <a:noFill/>
              <a:ln w="1202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287" name="Match | compact U-Net operator">
              <a:extLst>
                <a:ext uri="{FF2B5EF4-FFF2-40B4-BE49-F238E27FC236}">
                  <a16:creationId xmlns:a16="http://schemas.microsoft.com/office/drawing/2014/main" id="{E4F205C8-0DFF-1C20-342C-4C6944BADBDB}"/>
                </a:ext>
              </a:extLst>
            </p:cNvPr>
            <p:cNvGrpSpPr/>
            <p:nvPr/>
          </p:nvGrpSpPr>
          <p:grpSpPr>
            <a:xfrm>
              <a:off x="2711975" y="2144070"/>
              <a:ext cx="212538" cy="143036"/>
              <a:chOff x="1680559" y="2920365"/>
              <a:chExt cx="333146" cy="216810"/>
            </a:xfrm>
          </p:grpSpPr>
          <p:sp>
            <p:nvSpPr>
              <p:cNvPr id="288" name="rect_2499">
                <a:extLst>
                  <a:ext uri="{FF2B5EF4-FFF2-40B4-BE49-F238E27FC236}">
                    <a16:creationId xmlns:a16="http://schemas.microsoft.com/office/drawing/2014/main" id="{07A911C8-0CC8-0E56-4E41-8A855FABD105}"/>
                  </a:ext>
                </a:extLst>
              </p:cNvPr>
              <p:cNvSpPr/>
              <p:nvPr/>
            </p:nvSpPr>
            <p:spPr>
              <a:xfrm>
                <a:off x="1757475" y="292036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1953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9" name="rect_2500">
                <a:extLst>
                  <a:ext uri="{FF2B5EF4-FFF2-40B4-BE49-F238E27FC236}">
                    <a16:creationId xmlns:a16="http://schemas.microsoft.com/office/drawing/2014/main" id="{C491F4FC-BFBB-1987-FE68-CCD83D5BAF71}"/>
                  </a:ext>
                </a:extLst>
              </p:cNvPr>
              <p:cNvSpPr/>
              <p:nvPr/>
            </p:nvSpPr>
            <p:spPr>
              <a:xfrm>
                <a:off x="1731195" y="2936790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1953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0" name="rect_2501">
                <a:extLst>
                  <a:ext uri="{FF2B5EF4-FFF2-40B4-BE49-F238E27FC236}">
                    <a16:creationId xmlns:a16="http://schemas.microsoft.com/office/drawing/2014/main" id="{2CFE6F70-E6AB-26A8-D37D-896790A5027F}"/>
                  </a:ext>
                </a:extLst>
              </p:cNvPr>
              <p:cNvSpPr/>
              <p:nvPr/>
            </p:nvSpPr>
            <p:spPr>
              <a:xfrm>
                <a:off x="1704915" y="295321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1953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" name="Text | U-Net">
                <a:extLst>
                  <a:ext uri="{FF2B5EF4-FFF2-40B4-BE49-F238E27FC236}">
                    <a16:creationId xmlns:a16="http://schemas.microsoft.com/office/drawing/2014/main" id="{FBD650CC-7773-4358-CB66-C21F2C886801}"/>
                  </a:ext>
                </a:extLst>
              </p:cNvPr>
              <p:cNvSpPr txBox="1"/>
              <p:nvPr/>
            </p:nvSpPr>
            <p:spPr>
              <a:xfrm>
                <a:off x="1680559" y="2989350"/>
                <a:ext cx="304942" cy="1212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00" b="1" i="0" baseline="0" dirty="0">
                    <a:solidFill>
                      <a:srgbClr val="367FB7"/>
                    </a:solidFill>
                    <a:latin typeface="Arial"/>
                    <a:ea typeface="Arial"/>
                    <a:cs typeface="Arial"/>
                  </a:rPr>
                  <a:t>U-Net</a:t>
                </a:r>
                <a:endParaRPr lang="en-US" sz="400"/>
              </a:p>
            </p:txBody>
          </p:sp>
        </p:grpSp>
        <p:grpSp>
          <p:nvGrpSpPr>
            <p:cNvPr id="292" name="Base voxel summary h_j^vox">
              <a:extLst>
                <a:ext uri="{FF2B5EF4-FFF2-40B4-BE49-F238E27FC236}">
                  <a16:creationId xmlns:a16="http://schemas.microsoft.com/office/drawing/2014/main" id="{28DC8127-588E-C2F3-D281-4C6DA608EB57}"/>
                </a:ext>
              </a:extLst>
            </p:cNvPr>
            <p:cNvGrpSpPr/>
            <p:nvPr/>
          </p:nvGrpSpPr>
          <p:grpSpPr>
            <a:xfrm>
              <a:off x="3212665" y="2191067"/>
              <a:ext cx="269760" cy="51084"/>
              <a:chOff x="2375055" y="3012345"/>
              <a:chExt cx="400770" cy="78840"/>
            </a:xfrm>
          </p:grpSpPr>
          <p:sp>
            <p:nvSpPr>
              <p:cNvPr id="293" name="feature_1">
                <a:extLst>
                  <a:ext uri="{FF2B5EF4-FFF2-40B4-BE49-F238E27FC236}">
                    <a16:creationId xmlns:a16="http://schemas.microsoft.com/office/drawing/2014/main" id="{453B4F01-CBE3-C61B-496B-E91B4BAE62A6}"/>
                  </a:ext>
                </a:extLst>
              </p:cNvPr>
              <p:cNvSpPr/>
              <p:nvPr/>
            </p:nvSpPr>
            <p:spPr>
              <a:xfrm>
                <a:off x="2375055" y="3012345"/>
                <a:ext cx="54437" cy="78840"/>
              </a:xfrm>
              <a:prstGeom prst="rect">
                <a:avLst/>
              </a:prstGeom>
              <a:solidFill>
                <a:srgbClr val="367F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" name="feature_2">
                <a:extLst>
                  <a:ext uri="{FF2B5EF4-FFF2-40B4-BE49-F238E27FC236}">
                    <a16:creationId xmlns:a16="http://schemas.microsoft.com/office/drawing/2014/main" id="{4DB75A89-6ABE-7C19-F8CA-BB2794FAC0F8}"/>
                  </a:ext>
                </a:extLst>
              </p:cNvPr>
              <p:cNvSpPr/>
              <p:nvPr/>
            </p:nvSpPr>
            <p:spPr>
              <a:xfrm>
                <a:off x="2432777" y="3012345"/>
                <a:ext cx="54437" cy="78840"/>
              </a:xfrm>
              <a:prstGeom prst="rect">
                <a:avLst/>
              </a:prstGeom>
              <a:solidFill>
                <a:srgbClr val="7EAE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" name="feature_3">
                <a:extLst>
                  <a:ext uri="{FF2B5EF4-FFF2-40B4-BE49-F238E27FC236}">
                    <a16:creationId xmlns:a16="http://schemas.microsoft.com/office/drawing/2014/main" id="{5FA5AACE-3B3B-9D0D-F271-541283FE216F}"/>
                  </a:ext>
                </a:extLst>
              </p:cNvPr>
              <p:cNvSpPr/>
              <p:nvPr/>
            </p:nvSpPr>
            <p:spPr>
              <a:xfrm>
                <a:off x="2490499" y="3012345"/>
                <a:ext cx="54437" cy="78840"/>
              </a:xfrm>
              <a:prstGeom prst="rect">
                <a:avLst/>
              </a:prstGeom>
              <a:solidFill>
                <a:srgbClr val="BCD8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6" name="feature_4">
                <a:extLst>
                  <a:ext uri="{FF2B5EF4-FFF2-40B4-BE49-F238E27FC236}">
                    <a16:creationId xmlns:a16="http://schemas.microsoft.com/office/drawing/2014/main" id="{629C8DBF-87C8-1764-E6BD-48BDDFF09C0F}"/>
                  </a:ext>
                </a:extLst>
              </p:cNvPr>
              <p:cNvSpPr/>
              <p:nvPr/>
            </p:nvSpPr>
            <p:spPr>
              <a:xfrm>
                <a:off x="2548221" y="3012345"/>
                <a:ext cx="54437" cy="78840"/>
              </a:xfrm>
              <a:prstGeom prst="rect">
                <a:avLst/>
              </a:prstGeom>
              <a:solidFill>
                <a:srgbClr val="88C3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" name="feature_5">
                <a:extLst>
                  <a:ext uri="{FF2B5EF4-FFF2-40B4-BE49-F238E27FC236}">
                    <a16:creationId xmlns:a16="http://schemas.microsoft.com/office/drawing/2014/main" id="{5573C2D4-9CED-C77C-3555-D03F54416591}"/>
                  </a:ext>
                </a:extLst>
              </p:cNvPr>
              <p:cNvSpPr/>
              <p:nvPr/>
            </p:nvSpPr>
            <p:spPr>
              <a:xfrm>
                <a:off x="2605944" y="3012345"/>
                <a:ext cx="54437" cy="78840"/>
              </a:xfrm>
              <a:prstGeom prst="rect">
                <a:avLst/>
              </a:prstGeom>
              <a:solidFill>
                <a:srgbClr val="23877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" name="feature_6">
                <a:extLst>
                  <a:ext uri="{FF2B5EF4-FFF2-40B4-BE49-F238E27FC236}">
                    <a16:creationId xmlns:a16="http://schemas.microsoft.com/office/drawing/2014/main" id="{212CA7CE-48A0-ADEA-5C92-18B82746E515}"/>
                  </a:ext>
                </a:extLst>
              </p:cNvPr>
              <p:cNvSpPr/>
              <p:nvPr/>
            </p:nvSpPr>
            <p:spPr>
              <a:xfrm>
                <a:off x="2663666" y="3012345"/>
                <a:ext cx="54437" cy="78840"/>
              </a:xfrm>
              <a:prstGeom prst="rect">
                <a:avLst/>
              </a:prstGeom>
              <a:solidFill>
                <a:srgbClr val="B1A4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" name="feature_7">
                <a:extLst>
                  <a:ext uri="{FF2B5EF4-FFF2-40B4-BE49-F238E27FC236}">
                    <a16:creationId xmlns:a16="http://schemas.microsoft.com/office/drawing/2014/main" id="{4E71EE6C-86CB-F369-2775-7FCC14C26089}"/>
                  </a:ext>
                </a:extLst>
              </p:cNvPr>
              <p:cNvSpPr/>
              <p:nvPr/>
            </p:nvSpPr>
            <p:spPr>
              <a:xfrm>
                <a:off x="2721388" y="3012345"/>
                <a:ext cx="54437" cy="78840"/>
              </a:xfrm>
              <a:prstGeom prst="rect">
                <a:avLst/>
              </a:prstGeom>
              <a:solidFill>
                <a:srgbClr val="D4CB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300" name="Local receptor pocket | atom environment">
              <a:extLst>
                <a:ext uri="{FF2B5EF4-FFF2-40B4-BE49-F238E27FC236}">
                  <a16:creationId xmlns:a16="http://schemas.microsoft.com/office/drawing/2014/main" id="{4890165B-A692-AB6F-2976-F0615EC93AA8}"/>
                </a:ext>
              </a:extLst>
            </p:cNvPr>
            <p:cNvGrpSpPr/>
            <p:nvPr/>
          </p:nvGrpSpPr>
          <p:grpSpPr>
            <a:xfrm>
              <a:off x="2340034" y="2577264"/>
              <a:ext cx="179840" cy="136906"/>
              <a:chOff x="1295748" y="3525328"/>
              <a:chExt cx="304113" cy="219890"/>
            </a:xfrm>
          </p:grpSpPr>
          <p:sp>
            <p:nvSpPr>
              <p:cNvPr id="301" name="ellipse_2517">
                <a:extLst>
                  <a:ext uri="{FF2B5EF4-FFF2-40B4-BE49-F238E27FC236}">
                    <a16:creationId xmlns:a16="http://schemas.microsoft.com/office/drawing/2014/main" id="{5AB9A354-B215-3EDF-7BFA-EE4AE0BECEFD}"/>
                  </a:ext>
                </a:extLst>
              </p:cNvPr>
              <p:cNvSpPr/>
              <p:nvPr/>
            </p:nvSpPr>
            <p:spPr>
              <a:xfrm>
                <a:off x="1343499" y="3569364"/>
                <a:ext cx="20494" cy="204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" name="ellipse_2518">
                <a:extLst>
                  <a:ext uri="{FF2B5EF4-FFF2-40B4-BE49-F238E27FC236}">
                    <a16:creationId xmlns:a16="http://schemas.microsoft.com/office/drawing/2014/main" id="{9677F1C3-6089-4307-CC40-3350752C8468}"/>
                  </a:ext>
                </a:extLst>
              </p:cNvPr>
              <p:cNvSpPr/>
              <p:nvPr/>
            </p:nvSpPr>
            <p:spPr>
              <a:xfrm>
                <a:off x="1296724" y="3594466"/>
                <a:ext cx="19197" cy="1919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" name="ellipse_2519">
                <a:extLst>
                  <a:ext uri="{FF2B5EF4-FFF2-40B4-BE49-F238E27FC236}">
                    <a16:creationId xmlns:a16="http://schemas.microsoft.com/office/drawing/2014/main" id="{1B8B3594-7F84-C94D-DCBF-8B9CBA88F213}"/>
                  </a:ext>
                </a:extLst>
              </p:cNvPr>
              <p:cNvSpPr/>
              <p:nvPr/>
            </p:nvSpPr>
            <p:spPr>
              <a:xfrm>
                <a:off x="1438834" y="3720705"/>
                <a:ext cx="24513" cy="245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" name="ellipse_2520">
                <a:extLst>
                  <a:ext uri="{FF2B5EF4-FFF2-40B4-BE49-F238E27FC236}">
                    <a16:creationId xmlns:a16="http://schemas.microsoft.com/office/drawing/2014/main" id="{7D1E9BF4-0445-209A-3AC8-9500BBCF7B55}"/>
                  </a:ext>
                </a:extLst>
              </p:cNvPr>
              <p:cNvSpPr/>
              <p:nvPr/>
            </p:nvSpPr>
            <p:spPr>
              <a:xfrm>
                <a:off x="1501618" y="3664422"/>
                <a:ext cx="25439" cy="2543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" name="ellipse_2521">
                <a:extLst>
                  <a:ext uri="{FF2B5EF4-FFF2-40B4-BE49-F238E27FC236}">
                    <a16:creationId xmlns:a16="http://schemas.microsoft.com/office/drawing/2014/main" id="{9CCCA5C3-C535-A333-1BF3-D688E76B3E79}"/>
                  </a:ext>
                </a:extLst>
              </p:cNvPr>
              <p:cNvSpPr/>
              <p:nvPr/>
            </p:nvSpPr>
            <p:spPr>
              <a:xfrm>
                <a:off x="1321281" y="3628338"/>
                <a:ext cx="23115" cy="2311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6" name="ellipse_2522">
                <a:extLst>
                  <a:ext uri="{FF2B5EF4-FFF2-40B4-BE49-F238E27FC236}">
                    <a16:creationId xmlns:a16="http://schemas.microsoft.com/office/drawing/2014/main" id="{68BEF63C-A80C-CE61-02E8-A85D73BB331D}"/>
                  </a:ext>
                </a:extLst>
              </p:cNvPr>
              <p:cNvSpPr/>
              <p:nvPr/>
            </p:nvSpPr>
            <p:spPr>
              <a:xfrm>
                <a:off x="1295748" y="3626085"/>
                <a:ext cx="19345" cy="1934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" name="ellipse_2523">
                <a:extLst>
                  <a:ext uri="{FF2B5EF4-FFF2-40B4-BE49-F238E27FC236}">
                    <a16:creationId xmlns:a16="http://schemas.microsoft.com/office/drawing/2014/main" id="{23C31A58-B5BF-B0BD-FD64-AC6A4EC8AF45}"/>
                  </a:ext>
                </a:extLst>
              </p:cNvPr>
              <p:cNvSpPr/>
              <p:nvPr/>
            </p:nvSpPr>
            <p:spPr>
              <a:xfrm>
                <a:off x="1338176" y="3604570"/>
                <a:ext cx="23202" cy="2320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" name="ellipse_2524">
                <a:extLst>
                  <a:ext uri="{FF2B5EF4-FFF2-40B4-BE49-F238E27FC236}">
                    <a16:creationId xmlns:a16="http://schemas.microsoft.com/office/drawing/2014/main" id="{5094DC8C-4ABE-D3E7-B3E4-AA20FAEF0AAB}"/>
                  </a:ext>
                </a:extLst>
              </p:cNvPr>
              <p:cNvSpPr/>
              <p:nvPr/>
            </p:nvSpPr>
            <p:spPr>
              <a:xfrm>
                <a:off x="1349937" y="3578135"/>
                <a:ext cx="25593" cy="25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" name="ellipse_2525">
                <a:extLst>
                  <a:ext uri="{FF2B5EF4-FFF2-40B4-BE49-F238E27FC236}">
                    <a16:creationId xmlns:a16="http://schemas.microsoft.com/office/drawing/2014/main" id="{849ABD7C-774A-E050-2E5B-FD6B7BE4AE3C}"/>
                  </a:ext>
                </a:extLst>
              </p:cNvPr>
              <p:cNvSpPr/>
              <p:nvPr/>
            </p:nvSpPr>
            <p:spPr>
              <a:xfrm>
                <a:off x="1391990" y="3698653"/>
                <a:ext cx="18941" cy="189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" name="ellipse_2526">
                <a:extLst>
                  <a:ext uri="{FF2B5EF4-FFF2-40B4-BE49-F238E27FC236}">
                    <a16:creationId xmlns:a16="http://schemas.microsoft.com/office/drawing/2014/main" id="{095BA61D-8F81-127F-E062-F9EB0409BABC}"/>
                  </a:ext>
                </a:extLst>
              </p:cNvPr>
              <p:cNvSpPr/>
              <p:nvPr/>
            </p:nvSpPr>
            <p:spPr>
              <a:xfrm>
                <a:off x="1335383" y="3592607"/>
                <a:ext cx="16783" cy="1678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" name="ellipse_2527">
                <a:extLst>
                  <a:ext uri="{FF2B5EF4-FFF2-40B4-BE49-F238E27FC236}">
                    <a16:creationId xmlns:a16="http://schemas.microsoft.com/office/drawing/2014/main" id="{54375CC0-A6C6-97D4-5DCF-BCD35E1DF197}"/>
                  </a:ext>
                </a:extLst>
              </p:cNvPr>
              <p:cNvSpPr/>
              <p:nvPr/>
            </p:nvSpPr>
            <p:spPr>
              <a:xfrm>
                <a:off x="1421016" y="3723168"/>
                <a:ext cx="20110" cy="201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" name="ellipse_2528">
                <a:extLst>
                  <a:ext uri="{FF2B5EF4-FFF2-40B4-BE49-F238E27FC236}">
                    <a16:creationId xmlns:a16="http://schemas.microsoft.com/office/drawing/2014/main" id="{D024554C-8ED3-99FE-BB03-F1BE7F2A29EF}"/>
                  </a:ext>
                </a:extLst>
              </p:cNvPr>
              <p:cNvSpPr/>
              <p:nvPr/>
            </p:nvSpPr>
            <p:spPr>
              <a:xfrm>
                <a:off x="1366273" y="3564666"/>
                <a:ext cx="21791" cy="217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" name="ellipse_2529">
                <a:extLst>
                  <a:ext uri="{FF2B5EF4-FFF2-40B4-BE49-F238E27FC236}">
                    <a16:creationId xmlns:a16="http://schemas.microsoft.com/office/drawing/2014/main" id="{C5A430AA-FC1E-5559-4C25-6D9A2DFD2044}"/>
                  </a:ext>
                </a:extLst>
              </p:cNvPr>
              <p:cNvSpPr/>
              <p:nvPr/>
            </p:nvSpPr>
            <p:spPr>
              <a:xfrm>
                <a:off x="1327790" y="3609446"/>
                <a:ext cx="20508" cy="205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" name="ellipse_2530">
                <a:extLst>
                  <a:ext uri="{FF2B5EF4-FFF2-40B4-BE49-F238E27FC236}">
                    <a16:creationId xmlns:a16="http://schemas.microsoft.com/office/drawing/2014/main" id="{0DFAF9F3-47A7-BD89-8071-46631F033FE3}"/>
                  </a:ext>
                </a:extLst>
              </p:cNvPr>
              <p:cNvSpPr/>
              <p:nvPr/>
            </p:nvSpPr>
            <p:spPr>
              <a:xfrm>
                <a:off x="1408118" y="3688755"/>
                <a:ext cx="22554" cy="2255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" name="ellipse_2531">
                <a:extLst>
                  <a:ext uri="{FF2B5EF4-FFF2-40B4-BE49-F238E27FC236}">
                    <a16:creationId xmlns:a16="http://schemas.microsoft.com/office/drawing/2014/main" id="{883BB5E8-DD7D-725D-D4D9-69A15DDC89EC}"/>
                  </a:ext>
                </a:extLst>
              </p:cNvPr>
              <p:cNvSpPr/>
              <p:nvPr/>
            </p:nvSpPr>
            <p:spPr>
              <a:xfrm>
                <a:off x="1428373" y="3713303"/>
                <a:ext cx="24738" cy="2473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6" name="ellipse_2532">
                <a:extLst>
                  <a:ext uri="{FF2B5EF4-FFF2-40B4-BE49-F238E27FC236}">
                    <a16:creationId xmlns:a16="http://schemas.microsoft.com/office/drawing/2014/main" id="{D785FFA9-423E-FE04-C4FB-0790808F6F0C}"/>
                  </a:ext>
                </a:extLst>
              </p:cNvPr>
              <p:cNvSpPr/>
              <p:nvPr/>
            </p:nvSpPr>
            <p:spPr>
              <a:xfrm>
                <a:off x="1547670" y="3653309"/>
                <a:ext cx="21842" cy="2184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7" name="ellipse_2533">
                <a:extLst>
                  <a:ext uri="{FF2B5EF4-FFF2-40B4-BE49-F238E27FC236}">
                    <a16:creationId xmlns:a16="http://schemas.microsoft.com/office/drawing/2014/main" id="{7B0416A8-46A8-14B4-602A-FC5002AA0E1B}"/>
                  </a:ext>
                </a:extLst>
              </p:cNvPr>
              <p:cNvSpPr/>
              <p:nvPr/>
            </p:nvSpPr>
            <p:spPr>
              <a:xfrm>
                <a:off x="1517557" y="3700982"/>
                <a:ext cx="20964" cy="2096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8" name="ellipse_2534">
                <a:extLst>
                  <a:ext uri="{FF2B5EF4-FFF2-40B4-BE49-F238E27FC236}">
                    <a16:creationId xmlns:a16="http://schemas.microsoft.com/office/drawing/2014/main" id="{4C3E21BE-59FD-C0B2-0ECF-1A2CDEB738E7}"/>
                  </a:ext>
                </a:extLst>
              </p:cNvPr>
              <p:cNvSpPr/>
              <p:nvPr/>
            </p:nvSpPr>
            <p:spPr>
              <a:xfrm>
                <a:off x="1535521" y="3630252"/>
                <a:ext cx="17917" cy="1791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9" name="ellipse_2535">
                <a:extLst>
                  <a:ext uri="{FF2B5EF4-FFF2-40B4-BE49-F238E27FC236}">
                    <a16:creationId xmlns:a16="http://schemas.microsoft.com/office/drawing/2014/main" id="{FB0DF82F-1DB6-2CAD-F83D-E11EF8A1AC67}"/>
                  </a:ext>
                </a:extLst>
              </p:cNvPr>
              <p:cNvSpPr/>
              <p:nvPr/>
            </p:nvSpPr>
            <p:spPr>
              <a:xfrm>
                <a:off x="1344039" y="3678107"/>
                <a:ext cx="21719" cy="2171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0" name="ellipse_2536">
                <a:extLst>
                  <a:ext uri="{FF2B5EF4-FFF2-40B4-BE49-F238E27FC236}">
                    <a16:creationId xmlns:a16="http://schemas.microsoft.com/office/drawing/2014/main" id="{7F364414-03DD-8731-F3E7-0CF992E0686A}"/>
                  </a:ext>
                </a:extLst>
              </p:cNvPr>
              <p:cNvSpPr/>
              <p:nvPr/>
            </p:nvSpPr>
            <p:spPr>
              <a:xfrm>
                <a:off x="1486134" y="3678415"/>
                <a:ext cx="22120" cy="221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1" name="ellipse_2537">
                <a:extLst>
                  <a:ext uri="{FF2B5EF4-FFF2-40B4-BE49-F238E27FC236}">
                    <a16:creationId xmlns:a16="http://schemas.microsoft.com/office/drawing/2014/main" id="{16FD03B5-7AD3-2E06-E816-DB8DC3DFDAF5}"/>
                  </a:ext>
                </a:extLst>
              </p:cNvPr>
              <p:cNvSpPr/>
              <p:nvPr/>
            </p:nvSpPr>
            <p:spPr>
              <a:xfrm>
                <a:off x="1538537" y="3597777"/>
                <a:ext cx="22828" cy="2282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2" name="ellipse_2538">
                <a:extLst>
                  <a:ext uri="{FF2B5EF4-FFF2-40B4-BE49-F238E27FC236}">
                    <a16:creationId xmlns:a16="http://schemas.microsoft.com/office/drawing/2014/main" id="{319C342C-87AA-E215-5CD8-20B98AB23EB7}"/>
                  </a:ext>
                </a:extLst>
              </p:cNvPr>
              <p:cNvSpPr/>
              <p:nvPr/>
            </p:nvSpPr>
            <p:spPr>
              <a:xfrm>
                <a:off x="1401131" y="3720374"/>
                <a:ext cx="16876" cy="1687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3" name="ellipse_2539">
                <a:extLst>
                  <a:ext uri="{FF2B5EF4-FFF2-40B4-BE49-F238E27FC236}">
                    <a16:creationId xmlns:a16="http://schemas.microsoft.com/office/drawing/2014/main" id="{27C42EE6-9973-285F-3BB4-5A173F147BA7}"/>
                  </a:ext>
                </a:extLst>
              </p:cNvPr>
              <p:cNvSpPr/>
              <p:nvPr/>
            </p:nvSpPr>
            <p:spPr>
              <a:xfrm>
                <a:off x="1525941" y="3593109"/>
                <a:ext cx="21620" cy="216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4" name="ellipse_2540">
                <a:extLst>
                  <a:ext uri="{FF2B5EF4-FFF2-40B4-BE49-F238E27FC236}">
                    <a16:creationId xmlns:a16="http://schemas.microsoft.com/office/drawing/2014/main" id="{F5D40E47-247B-6CB7-116F-280D8389FDE5}"/>
                  </a:ext>
                </a:extLst>
              </p:cNvPr>
              <p:cNvSpPr/>
              <p:nvPr/>
            </p:nvSpPr>
            <p:spPr>
              <a:xfrm>
                <a:off x="1462052" y="3689103"/>
                <a:ext cx="24723" cy="247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5" name="ellipse_2541">
                <a:extLst>
                  <a:ext uri="{FF2B5EF4-FFF2-40B4-BE49-F238E27FC236}">
                    <a16:creationId xmlns:a16="http://schemas.microsoft.com/office/drawing/2014/main" id="{1EB4F816-0647-D617-6171-D411934F5AE5}"/>
                  </a:ext>
                </a:extLst>
              </p:cNvPr>
              <p:cNvSpPr/>
              <p:nvPr/>
            </p:nvSpPr>
            <p:spPr>
              <a:xfrm>
                <a:off x="1338003" y="3621442"/>
                <a:ext cx="17209" cy="1720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6" name="ellipse_2542">
                <a:extLst>
                  <a:ext uri="{FF2B5EF4-FFF2-40B4-BE49-F238E27FC236}">
                    <a16:creationId xmlns:a16="http://schemas.microsoft.com/office/drawing/2014/main" id="{946EE4F1-B9AE-9DF3-F09A-322BB1ABF3BA}"/>
                  </a:ext>
                </a:extLst>
              </p:cNvPr>
              <p:cNvSpPr/>
              <p:nvPr/>
            </p:nvSpPr>
            <p:spPr>
              <a:xfrm>
                <a:off x="1436611" y="3687896"/>
                <a:ext cx="16365" cy="1636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7" name="ellipse_2543">
                <a:extLst>
                  <a:ext uri="{FF2B5EF4-FFF2-40B4-BE49-F238E27FC236}">
                    <a16:creationId xmlns:a16="http://schemas.microsoft.com/office/drawing/2014/main" id="{7AC7E3E3-4FA7-42CB-D655-F4FE60222F4B}"/>
                  </a:ext>
                </a:extLst>
              </p:cNvPr>
              <p:cNvSpPr/>
              <p:nvPr/>
            </p:nvSpPr>
            <p:spPr>
              <a:xfrm>
                <a:off x="1387354" y="3566640"/>
                <a:ext cx="17190" cy="1719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8" name="ellipse_2544">
                <a:extLst>
                  <a:ext uri="{FF2B5EF4-FFF2-40B4-BE49-F238E27FC236}">
                    <a16:creationId xmlns:a16="http://schemas.microsoft.com/office/drawing/2014/main" id="{463C3517-A95E-D51B-C9A5-7E8B5AC12E57}"/>
                  </a:ext>
                </a:extLst>
              </p:cNvPr>
              <p:cNvSpPr/>
              <p:nvPr/>
            </p:nvSpPr>
            <p:spPr>
              <a:xfrm>
                <a:off x="1453977" y="3540995"/>
                <a:ext cx="18775" cy="1877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9" name="ellipse_2545">
                <a:extLst>
                  <a:ext uri="{FF2B5EF4-FFF2-40B4-BE49-F238E27FC236}">
                    <a16:creationId xmlns:a16="http://schemas.microsoft.com/office/drawing/2014/main" id="{04F85B43-DC9A-BD4A-A924-2A76F4F82AC0}"/>
                  </a:ext>
                </a:extLst>
              </p:cNvPr>
              <p:cNvSpPr/>
              <p:nvPr/>
            </p:nvSpPr>
            <p:spPr>
              <a:xfrm>
                <a:off x="1487168" y="3548389"/>
                <a:ext cx="16148" cy="1614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0" name="ellipse_2546">
                <a:extLst>
                  <a:ext uri="{FF2B5EF4-FFF2-40B4-BE49-F238E27FC236}">
                    <a16:creationId xmlns:a16="http://schemas.microsoft.com/office/drawing/2014/main" id="{3D5DA356-E38A-3640-A6BD-216A9CCD6056}"/>
                  </a:ext>
                </a:extLst>
              </p:cNvPr>
              <p:cNvSpPr/>
              <p:nvPr/>
            </p:nvSpPr>
            <p:spPr>
              <a:xfrm>
                <a:off x="1536436" y="3643342"/>
                <a:ext cx="21862" cy="218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" name="ellipse_2547">
                <a:extLst>
                  <a:ext uri="{FF2B5EF4-FFF2-40B4-BE49-F238E27FC236}">
                    <a16:creationId xmlns:a16="http://schemas.microsoft.com/office/drawing/2014/main" id="{FB6B99CE-FC14-EDD7-DFE4-AFD9E4BAB7CD}"/>
                  </a:ext>
                </a:extLst>
              </p:cNvPr>
              <p:cNvSpPr/>
              <p:nvPr/>
            </p:nvSpPr>
            <p:spPr>
              <a:xfrm>
                <a:off x="1542031" y="3603619"/>
                <a:ext cx="25264" cy="2526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" name="ellipse_2548">
                <a:extLst>
                  <a:ext uri="{FF2B5EF4-FFF2-40B4-BE49-F238E27FC236}">
                    <a16:creationId xmlns:a16="http://schemas.microsoft.com/office/drawing/2014/main" id="{8868EF83-A53B-349C-9FCC-5146D97C3A3B}"/>
                  </a:ext>
                </a:extLst>
              </p:cNvPr>
              <p:cNvSpPr/>
              <p:nvPr/>
            </p:nvSpPr>
            <p:spPr>
              <a:xfrm>
                <a:off x="1434762" y="3711046"/>
                <a:ext cx="16788" cy="167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" name="ellipse_2549">
                <a:extLst>
                  <a:ext uri="{FF2B5EF4-FFF2-40B4-BE49-F238E27FC236}">
                    <a16:creationId xmlns:a16="http://schemas.microsoft.com/office/drawing/2014/main" id="{7594C95B-348D-B7CD-6AD0-384852721750}"/>
                  </a:ext>
                </a:extLst>
              </p:cNvPr>
              <p:cNvSpPr/>
              <p:nvPr/>
            </p:nvSpPr>
            <p:spPr>
              <a:xfrm>
                <a:off x="1543438" y="3672057"/>
                <a:ext cx="23717" cy="2371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" name="ellipse_2550">
                <a:extLst>
                  <a:ext uri="{FF2B5EF4-FFF2-40B4-BE49-F238E27FC236}">
                    <a16:creationId xmlns:a16="http://schemas.microsoft.com/office/drawing/2014/main" id="{62616016-A45E-8644-08BC-0629A2D01B7C}"/>
                  </a:ext>
                </a:extLst>
              </p:cNvPr>
              <p:cNvSpPr/>
              <p:nvPr/>
            </p:nvSpPr>
            <p:spPr>
              <a:xfrm>
                <a:off x="1529817" y="3654293"/>
                <a:ext cx="15593" cy="15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" name="ellipse_2551">
                <a:extLst>
                  <a:ext uri="{FF2B5EF4-FFF2-40B4-BE49-F238E27FC236}">
                    <a16:creationId xmlns:a16="http://schemas.microsoft.com/office/drawing/2014/main" id="{24C76BDC-34F5-D3B9-E0FC-1DD5CD243015}"/>
                  </a:ext>
                </a:extLst>
              </p:cNvPr>
              <p:cNvSpPr/>
              <p:nvPr/>
            </p:nvSpPr>
            <p:spPr>
              <a:xfrm>
                <a:off x="1550063" y="3626271"/>
                <a:ext cx="18725" cy="187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" name="ellipse_2552">
                <a:extLst>
                  <a:ext uri="{FF2B5EF4-FFF2-40B4-BE49-F238E27FC236}">
                    <a16:creationId xmlns:a16="http://schemas.microsoft.com/office/drawing/2014/main" id="{89406954-0357-DABF-D257-21052610237A}"/>
                  </a:ext>
                </a:extLst>
              </p:cNvPr>
              <p:cNvSpPr/>
              <p:nvPr/>
            </p:nvSpPr>
            <p:spPr>
              <a:xfrm>
                <a:off x="1395088" y="3533435"/>
                <a:ext cx="15948" cy="1594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" name="ellipse_2553">
                <a:extLst>
                  <a:ext uri="{FF2B5EF4-FFF2-40B4-BE49-F238E27FC236}">
                    <a16:creationId xmlns:a16="http://schemas.microsoft.com/office/drawing/2014/main" id="{101FB40A-98C7-DFAA-B97E-AD1A483A2493}"/>
                  </a:ext>
                </a:extLst>
              </p:cNvPr>
              <p:cNvSpPr/>
              <p:nvPr/>
            </p:nvSpPr>
            <p:spPr>
              <a:xfrm>
                <a:off x="1313742" y="3573420"/>
                <a:ext cx="15496" cy="1549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" name="ellipse_2554">
                <a:extLst>
                  <a:ext uri="{FF2B5EF4-FFF2-40B4-BE49-F238E27FC236}">
                    <a16:creationId xmlns:a16="http://schemas.microsoft.com/office/drawing/2014/main" id="{FC9C5030-A50E-C2D2-6504-FDEE0DFA0581}"/>
                  </a:ext>
                </a:extLst>
              </p:cNvPr>
              <p:cNvSpPr/>
              <p:nvPr/>
            </p:nvSpPr>
            <p:spPr>
              <a:xfrm>
                <a:off x="1329291" y="3672157"/>
                <a:ext cx="23375" cy="2337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" name="ellipse_2555">
                <a:extLst>
                  <a:ext uri="{FF2B5EF4-FFF2-40B4-BE49-F238E27FC236}">
                    <a16:creationId xmlns:a16="http://schemas.microsoft.com/office/drawing/2014/main" id="{C9485613-FDAF-671A-52F4-9799F2D2EEBD}"/>
                  </a:ext>
                </a:extLst>
              </p:cNvPr>
              <p:cNvSpPr/>
              <p:nvPr/>
            </p:nvSpPr>
            <p:spPr>
              <a:xfrm>
                <a:off x="1307786" y="3621846"/>
                <a:ext cx="22071" cy="2207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" name="ellipse_2556">
                <a:extLst>
                  <a:ext uri="{FF2B5EF4-FFF2-40B4-BE49-F238E27FC236}">
                    <a16:creationId xmlns:a16="http://schemas.microsoft.com/office/drawing/2014/main" id="{A97D7B03-8D8E-96D6-BD28-F477EA56D03A}"/>
                  </a:ext>
                </a:extLst>
              </p:cNvPr>
              <p:cNvSpPr/>
              <p:nvPr/>
            </p:nvSpPr>
            <p:spPr>
              <a:xfrm>
                <a:off x="1584475" y="3627694"/>
                <a:ext cx="15386" cy="1538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1" name="ellipse_2557">
                <a:extLst>
                  <a:ext uri="{FF2B5EF4-FFF2-40B4-BE49-F238E27FC236}">
                    <a16:creationId xmlns:a16="http://schemas.microsoft.com/office/drawing/2014/main" id="{FCE65566-E661-7F5E-0E83-6DFB5EB32576}"/>
                  </a:ext>
                </a:extLst>
              </p:cNvPr>
              <p:cNvSpPr/>
              <p:nvPr/>
            </p:nvSpPr>
            <p:spPr>
              <a:xfrm>
                <a:off x="1453895" y="3558216"/>
                <a:ext cx="24625" cy="246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2" name="ellipse_2558">
                <a:extLst>
                  <a:ext uri="{FF2B5EF4-FFF2-40B4-BE49-F238E27FC236}">
                    <a16:creationId xmlns:a16="http://schemas.microsoft.com/office/drawing/2014/main" id="{AD03D06D-6FEC-9D40-149D-3B5654162ED4}"/>
                  </a:ext>
                </a:extLst>
              </p:cNvPr>
              <p:cNvSpPr/>
              <p:nvPr/>
            </p:nvSpPr>
            <p:spPr>
              <a:xfrm>
                <a:off x="1514397" y="3669171"/>
                <a:ext cx="15296" cy="1529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3" name="ellipse_2559">
                <a:extLst>
                  <a:ext uri="{FF2B5EF4-FFF2-40B4-BE49-F238E27FC236}">
                    <a16:creationId xmlns:a16="http://schemas.microsoft.com/office/drawing/2014/main" id="{270FE031-9417-EAB9-6822-A06FED6985F5}"/>
                  </a:ext>
                </a:extLst>
              </p:cNvPr>
              <p:cNvSpPr/>
              <p:nvPr/>
            </p:nvSpPr>
            <p:spPr>
              <a:xfrm>
                <a:off x="1502877" y="3686988"/>
                <a:ext cx="19310" cy="19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4" name="ellipse_2560">
                <a:extLst>
                  <a:ext uri="{FF2B5EF4-FFF2-40B4-BE49-F238E27FC236}">
                    <a16:creationId xmlns:a16="http://schemas.microsoft.com/office/drawing/2014/main" id="{18C238AD-7716-3FF6-2269-44CCDB1D43DA}"/>
                  </a:ext>
                </a:extLst>
              </p:cNvPr>
              <p:cNvSpPr/>
              <p:nvPr/>
            </p:nvSpPr>
            <p:spPr>
              <a:xfrm>
                <a:off x="1507745" y="3695631"/>
                <a:ext cx="15466" cy="154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5" name="ellipse_2561">
                <a:extLst>
                  <a:ext uri="{FF2B5EF4-FFF2-40B4-BE49-F238E27FC236}">
                    <a16:creationId xmlns:a16="http://schemas.microsoft.com/office/drawing/2014/main" id="{9405A538-874A-4105-8647-750D5CF44478}"/>
                  </a:ext>
                </a:extLst>
              </p:cNvPr>
              <p:cNvSpPr/>
              <p:nvPr/>
            </p:nvSpPr>
            <p:spPr>
              <a:xfrm>
                <a:off x="1432818" y="3538051"/>
                <a:ext cx="19094" cy="19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6" name="ellipse_2562">
                <a:extLst>
                  <a:ext uri="{FF2B5EF4-FFF2-40B4-BE49-F238E27FC236}">
                    <a16:creationId xmlns:a16="http://schemas.microsoft.com/office/drawing/2014/main" id="{AB6DD45A-394C-226C-4203-02069C65ABE9}"/>
                  </a:ext>
                </a:extLst>
              </p:cNvPr>
              <p:cNvSpPr/>
              <p:nvPr/>
            </p:nvSpPr>
            <p:spPr>
              <a:xfrm>
                <a:off x="1511410" y="3670510"/>
                <a:ext cx="18124" cy="1812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7" name="ellipse_2563">
                <a:extLst>
                  <a:ext uri="{FF2B5EF4-FFF2-40B4-BE49-F238E27FC236}">
                    <a16:creationId xmlns:a16="http://schemas.microsoft.com/office/drawing/2014/main" id="{85D2B242-5E55-4BE1-C171-948A2B78EA51}"/>
                  </a:ext>
                </a:extLst>
              </p:cNvPr>
              <p:cNvSpPr/>
              <p:nvPr/>
            </p:nvSpPr>
            <p:spPr>
              <a:xfrm>
                <a:off x="1465959" y="3697582"/>
                <a:ext cx="20714" cy="2071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8" name="ellipse_2564">
                <a:extLst>
                  <a:ext uri="{FF2B5EF4-FFF2-40B4-BE49-F238E27FC236}">
                    <a16:creationId xmlns:a16="http://schemas.microsoft.com/office/drawing/2014/main" id="{BB9FAB09-37CB-08B1-F690-3D09C0B07D21}"/>
                  </a:ext>
                </a:extLst>
              </p:cNvPr>
              <p:cNvSpPr/>
              <p:nvPr/>
            </p:nvSpPr>
            <p:spPr>
              <a:xfrm>
                <a:off x="1421039" y="3688264"/>
                <a:ext cx="20580" cy="2058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9" name="ellipse_2565">
                <a:extLst>
                  <a:ext uri="{FF2B5EF4-FFF2-40B4-BE49-F238E27FC236}">
                    <a16:creationId xmlns:a16="http://schemas.microsoft.com/office/drawing/2014/main" id="{007E50C1-DCB7-4106-A139-F5F340532AF8}"/>
                  </a:ext>
                </a:extLst>
              </p:cNvPr>
              <p:cNvSpPr/>
              <p:nvPr/>
            </p:nvSpPr>
            <p:spPr>
              <a:xfrm>
                <a:off x="1317547" y="3643031"/>
                <a:ext cx="24656" cy="2465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0" name="ellipse_2566">
                <a:extLst>
                  <a:ext uri="{FF2B5EF4-FFF2-40B4-BE49-F238E27FC236}">
                    <a16:creationId xmlns:a16="http://schemas.microsoft.com/office/drawing/2014/main" id="{F821AC24-AA97-7151-D36D-167AB45E476D}"/>
                  </a:ext>
                </a:extLst>
              </p:cNvPr>
              <p:cNvSpPr/>
              <p:nvPr/>
            </p:nvSpPr>
            <p:spPr>
              <a:xfrm>
                <a:off x="1490146" y="3564893"/>
                <a:ext cx="23114" cy="2311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1" name="ellipse_2567">
                <a:extLst>
                  <a:ext uri="{FF2B5EF4-FFF2-40B4-BE49-F238E27FC236}">
                    <a16:creationId xmlns:a16="http://schemas.microsoft.com/office/drawing/2014/main" id="{14DCD964-0AEB-D486-4DB4-AB2A4E56E82F}"/>
                  </a:ext>
                </a:extLst>
              </p:cNvPr>
              <p:cNvSpPr/>
              <p:nvPr/>
            </p:nvSpPr>
            <p:spPr>
              <a:xfrm>
                <a:off x="1318021" y="3588334"/>
                <a:ext cx="19866" cy="1986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2" name="ellipse_2568">
                <a:extLst>
                  <a:ext uri="{FF2B5EF4-FFF2-40B4-BE49-F238E27FC236}">
                    <a16:creationId xmlns:a16="http://schemas.microsoft.com/office/drawing/2014/main" id="{20EB1A75-F5A8-2A3D-0D0F-122CB2AEC2EF}"/>
                  </a:ext>
                </a:extLst>
              </p:cNvPr>
              <p:cNvSpPr/>
              <p:nvPr/>
            </p:nvSpPr>
            <p:spPr>
              <a:xfrm>
                <a:off x="1478242" y="3571021"/>
                <a:ext cx="21106" cy="2110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3" name="ellipse_2569">
                <a:extLst>
                  <a:ext uri="{FF2B5EF4-FFF2-40B4-BE49-F238E27FC236}">
                    <a16:creationId xmlns:a16="http://schemas.microsoft.com/office/drawing/2014/main" id="{754B837D-1845-6C6C-1F5E-F809D73EE589}"/>
                  </a:ext>
                </a:extLst>
              </p:cNvPr>
              <p:cNvSpPr/>
              <p:nvPr/>
            </p:nvSpPr>
            <p:spPr>
              <a:xfrm>
                <a:off x="1317612" y="3652314"/>
                <a:ext cx="17900" cy="179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4" name="ellipse_2570">
                <a:extLst>
                  <a:ext uri="{FF2B5EF4-FFF2-40B4-BE49-F238E27FC236}">
                    <a16:creationId xmlns:a16="http://schemas.microsoft.com/office/drawing/2014/main" id="{C324DF67-2F67-0B86-EF54-4990C5E3E8CD}"/>
                  </a:ext>
                </a:extLst>
              </p:cNvPr>
              <p:cNvSpPr/>
              <p:nvPr/>
            </p:nvSpPr>
            <p:spPr>
              <a:xfrm>
                <a:off x="1437620" y="3709822"/>
                <a:ext cx="15418" cy="1541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5" name="ellipse_2571">
                <a:extLst>
                  <a:ext uri="{FF2B5EF4-FFF2-40B4-BE49-F238E27FC236}">
                    <a16:creationId xmlns:a16="http://schemas.microsoft.com/office/drawing/2014/main" id="{4C577383-0E75-CDBD-D89B-151A381E4BC6}"/>
                  </a:ext>
                </a:extLst>
              </p:cNvPr>
              <p:cNvSpPr/>
              <p:nvPr/>
            </p:nvSpPr>
            <p:spPr>
              <a:xfrm>
                <a:off x="1482151" y="3682518"/>
                <a:ext cx="16703" cy="1670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6" name="ellipse_2572">
                <a:extLst>
                  <a:ext uri="{FF2B5EF4-FFF2-40B4-BE49-F238E27FC236}">
                    <a16:creationId xmlns:a16="http://schemas.microsoft.com/office/drawing/2014/main" id="{5102E4EF-E168-7012-9066-AB4C25F91B59}"/>
                  </a:ext>
                </a:extLst>
              </p:cNvPr>
              <p:cNvSpPr/>
              <p:nvPr/>
            </p:nvSpPr>
            <p:spPr>
              <a:xfrm>
                <a:off x="1411116" y="3562784"/>
                <a:ext cx="21423" cy="2142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7" name="ellipse_2573">
                <a:extLst>
                  <a:ext uri="{FF2B5EF4-FFF2-40B4-BE49-F238E27FC236}">
                    <a16:creationId xmlns:a16="http://schemas.microsoft.com/office/drawing/2014/main" id="{508914C5-FC67-8369-67DC-39659E525E61}"/>
                  </a:ext>
                </a:extLst>
              </p:cNvPr>
              <p:cNvSpPr/>
              <p:nvPr/>
            </p:nvSpPr>
            <p:spPr>
              <a:xfrm>
                <a:off x="1454564" y="3537748"/>
                <a:ext cx="19763" cy="19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8" name="ellipse_2574">
                <a:extLst>
                  <a:ext uri="{FF2B5EF4-FFF2-40B4-BE49-F238E27FC236}">
                    <a16:creationId xmlns:a16="http://schemas.microsoft.com/office/drawing/2014/main" id="{5065479A-E91D-E737-708A-C448DB71915B}"/>
                  </a:ext>
                </a:extLst>
              </p:cNvPr>
              <p:cNvSpPr/>
              <p:nvPr/>
            </p:nvSpPr>
            <p:spPr>
              <a:xfrm>
                <a:off x="1516785" y="3654731"/>
                <a:ext cx="21578" cy="2157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9" name="ellipse_2575">
                <a:extLst>
                  <a:ext uri="{FF2B5EF4-FFF2-40B4-BE49-F238E27FC236}">
                    <a16:creationId xmlns:a16="http://schemas.microsoft.com/office/drawing/2014/main" id="{C76FBF98-0935-B95C-3D90-C81E07BAEDED}"/>
                  </a:ext>
                </a:extLst>
              </p:cNvPr>
              <p:cNvSpPr/>
              <p:nvPr/>
            </p:nvSpPr>
            <p:spPr>
              <a:xfrm>
                <a:off x="1410634" y="3697683"/>
                <a:ext cx="24162" cy="241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0" name="ellipse_2576">
                <a:extLst>
                  <a:ext uri="{FF2B5EF4-FFF2-40B4-BE49-F238E27FC236}">
                    <a16:creationId xmlns:a16="http://schemas.microsoft.com/office/drawing/2014/main" id="{DDC02891-3416-0787-F1A8-CE1AB68BF839}"/>
                  </a:ext>
                </a:extLst>
              </p:cNvPr>
              <p:cNvSpPr/>
              <p:nvPr/>
            </p:nvSpPr>
            <p:spPr>
              <a:xfrm>
                <a:off x="1425946" y="3562304"/>
                <a:ext cx="17525" cy="175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1" name="ellipse_2577">
                <a:extLst>
                  <a:ext uri="{FF2B5EF4-FFF2-40B4-BE49-F238E27FC236}">
                    <a16:creationId xmlns:a16="http://schemas.microsoft.com/office/drawing/2014/main" id="{2949A6B9-455F-0D1B-CCD9-6E801E59B2EE}"/>
                  </a:ext>
                </a:extLst>
              </p:cNvPr>
              <p:cNvSpPr/>
              <p:nvPr/>
            </p:nvSpPr>
            <p:spPr>
              <a:xfrm>
                <a:off x="1355269" y="3594031"/>
                <a:ext cx="21133" cy="21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2" name="ellipse_2578">
                <a:extLst>
                  <a:ext uri="{FF2B5EF4-FFF2-40B4-BE49-F238E27FC236}">
                    <a16:creationId xmlns:a16="http://schemas.microsoft.com/office/drawing/2014/main" id="{D88F38A9-350B-BBC9-9E19-2BDDEDC858EA}"/>
                  </a:ext>
                </a:extLst>
              </p:cNvPr>
              <p:cNvSpPr/>
              <p:nvPr/>
            </p:nvSpPr>
            <p:spPr>
              <a:xfrm>
                <a:off x="1506719" y="3690770"/>
                <a:ext cx="17358" cy="1735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3" name="ellipse_2579">
                <a:extLst>
                  <a:ext uri="{FF2B5EF4-FFF2-40B4-BE49-F238E27FC236}">
                    <a16:creationId xmlns:a16="http://schemas.microsoft.com/office/drawing/2014/main" id="{7F617450-0490-C192-3617-99620FC52AA6}"/>
                  </a:ext>
                </a:extLst>
              </p:cNvPr>
              <p:cNvSpPr/>
              <p:nvPr/>
            </p:nvSpPr>
            <p:spPr>
              <a:xfrm>
                <a:off x="1349195" y="3647004"/>
                <a:ext cx="22300" cy="2230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4" name="ellipse_2580">
                <a:extLst>
                  <a:ext uri="{FF2B5EF4-FFF2-40B4-BE49-F238E27FC236}">
                    <a16:creationId xmlns:a16="http://schemas.microsoft.com/office/drawing/2014/main" id="{885F72BD-11CF-85F5-E689-28A5BD947C68}"/>
                  </a:ext>
                </a:extLst>
              </p:cNvPr>
              <p:cNvSpPr/>
              <p:nvPr/>
            </p:nvSpPr>
            <p:spPr>
              <a:xfrm>
                <a:off x="1577404" y="3601425"/>
                <a:ext cx="20206" cy="202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5" name="ellipse_2581">
                <a:extLst>
                  <a:ext uri="{FF2B5EF4-FFF2-40B4-BE49-F238E27FC236}">
                    <a16:creationId xmlns:a16="http://schemas.microsoft.com/office/drawing/2014/main" id="{064FE336-CB35-4F5D-E790-5120820F0EC4}"/>
                  </a:ext>
                </a:extLst>
              </p:cNvPr>
              <p:cNvSpPr/>
              <p:nvPr/>
            </p:nvSpPr>
            <p:spPr>
              <a:xfrm>
                <a:off x="1509076" y="3554975"/>
                <a:ext cx="15762" cy="157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6" name="ellipse_2582">
                <a:extLst>
                  <a:ext uri="{FF2B5EF4-FFF2-40B4-BE49-F238E27FC236}">
                    <a16:creationId xmlns:a16="http://schemas.microsoft.com/office/drawing/2014/main" id="{50C78ED0-6C33-D06C-BE6E-AF920610ED09}"/>
                  </a:ext>
                </a:extLst>
              </p:cNvPr>
              <p:cNvSpPr/>
              <p:nvPr/>
            </p:nvSpPr>
            <p:spPr>
              <a:xfrm>
                <a:off x="1462460" y="3706007"/>
                <a:ext cx="22750" cy="2275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7" name="ellipse_2583">
                <a:extLst>
                  <a:ext uri="{FF2B5EF4-FFF2-40B4-BE49-F238E27FC236}">
                    <a16:creationId xmlns:a16="http://schemas.microsoft.com/office/drawing/2014/main" id="{3AE79113-50C5-24D8-6DC9-F088EAF979B9}"/>
                  </a:ext>
                </a:extLst>
              </p:cNvPr>
              <p:cNvSpPr/>
              <p:nvPr/>
            </p:nvSpPr>
            <p:spPr>
              <a:xfrm>
                <a:off x="1439477" y="3526920"/>
                <a:ext cx="21290" cy="2129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8" name="ellipse_2584">
                <a:extLst>
                  <a:ext uri="{FF2B5EF4-FFF2-40B4-BE49-F238E27FC236}">
                    <a16:creationId xmlns:a16="http://schemas.microsoft.com/office/drawing/2014/main" id="{6126C327-060F-90BA-B70D-CC8A6F775F90}"/>
                  </a:ext>
                </a:extLst>
              </p:cNvPr>
              <p:cNvSpPr/>
              <p:nvPr/>
            </p:nvSpPr>
            <p:spPr>
              <a:xfrm>
                <a:off x="1310268" y="3672453"/>
                <a:ext cx="21000" cy="210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9" name="ellipse_2585">
                <a:extLst>
                  <a:ext uri="{FF2B5EF4-FFF2-40B4-BE49-F238E27FC236}">
                    <a16:creationId xmlns:a16="http://schemas.microsoft.com/office/drawing/2014/main" id="{CCE1E7B1-7A86-B8A4-079C-5E97975F9506}"/>
                  </a:ext>
                </a:extLst>
              </p:cNvPr>
              <p:cNvSpPr/>
              <p:nvPr/>
            </p:nvSpPr>
            <p:spPr>
              <a:xfrm>
                <a:off x="1552938" y="3621802"/>
                <a:ext cx="15605" cy="1560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0" name="ellipse_2586">
                <a:extLst>
                  <a:ext uri="{FF2B5EF4-FFF2-40B4-BE49-F238E27FC236}">
                    <a16:creationId xmlns:a16="http://schemas.microsoft.com/office/drawing/2014/main" id="{58A54C3A-0297-BE20-BF99-865A0D745127}"/>
                  </a:ext>
                </a:extLst>
              </p:cNvPr>
              <p:cNvSpPr/>
              <p:nvPr/>
            </p:nvSpPr>
            <p:spPr>
              <a:xfrm>
                <a:off x="1558418" y="3676011"/>
                <a:ext cx="22184" cy="2218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1" name="ellipse_2587">
                <a:extLst>
                  <a:ext uri="{FF2B5EF4-FFF2-40B4-BE49-F238E27FC236}">
                    <a16:creationId xmlns:a16="http://schemas.microsoft.com/office/drawing/2014/main" id="{18407E9C-F7D7-3EDE-19E9-8F76EFCCEA79}"/>
                  </a:ext>
                </a:extLst>
              </p:cNvPr>
              <p:cNvSpPr/>
              <p:nvPr/>
            </p:nvSpPr>
            <p:spPr>
              <a:xfrm>
                <a:off x="1456866" y="3525328"/>
                <a:ext cx="23606" cy="23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2" name="ellipse_2588">
                <a:extLst>
                  <a:ext uri="{FF2B5EF4-FFF2-40B4-BE49-F238E27FC236}">
                    <a16:creationId xmlns:a16="http://schemas.microsoft.com/office/drawing/2014/main" id="{410F8829-6FEF-DBAB-C44F-9F0D77A00D23}"/>
                  </a:ext>
                </a:extLst>
              </p:cNvPr>
              <p:cNvSpPr/>
              <p:nvPr/>
            </p:nvSpPr>
            <p:spPr>
              <a:xfrm>
                <a:off x="1364561" y="3569140"/>
                <a:ext cx="22851" cy="2285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3" name="ellipse_2589">
                <a:extLst>
                  <a:ext uri="{FF2B5EF4-FFF2-40B4-BE49-F238E27FC236}">
                    <a16:creationId xmlns:a16="http://schemas.microsoft.com/office/drawing/2014/main" id="{85744CA8-D51B-DC10-E4EC-8DD0EC23DC84}"/>
                  </a:ext>
                </a:extLst>
              </p:cNvPr>
              <p:cNvSpPr/>
              <p:nvPr/>
            </p:nvSpPr>
            <p:spPr>
              <a:xfrm>
                <a:off x="1539847" y="3619786"/>
                <a:ext cx="18619" cy="186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4" name="ellipse_2590">
                <a:extLst>
                  <a:ext uri="{FF2B5EF4-FFF2-40B4-BE49-F238E27FC236}">
                    <a16:creationId xmlns:a16="http://schemas.microsoft.com/office/drawing/2014/main" id="{95C2B63B-1B23-A60C-773F-BC2DA31201C5}"/>
                  </a:ext>
                </a:extLst>
              </p:cNvPr>
              <p:cNvSpPr/>
              <p:nvPr/>
            </p:nvSpPr>
            <p:spPr>
              <a:xfrm>
                <a:off x="1298635" y="3654692"/>
                <a:ext cx="18927" cy="1892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5" name="ellipse_2591">
                <a:extLst>
                  <a:ext uri="{FF2B5EF4-FFF2-40B4-BE49-F238E27FC236}">
                    <a16:creationId xmlns:a16="http://schemas.microsoft.com/office/drawing/2014/main" id="{4320C766-1F15-05A4-FAF1-83ACABDA0A30}"/>
                  </a:ext>
                </a:extLst>
              </p:cNvPr>
              <p:cNvSpPr/>
              <p:nvPr/>
            </p:nvSpPr>
            <p:spPr>
              <a:xfrm>
                <a:off x="1319712" y="3686409"/>
                <a:ext cx="23715" cy="237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6" name="ellipse_2592">
                <a:extLst>
                  <a:ext uri="{FF2B5EF4-FFF2-40B4-BE49-F238E27FC236}">
                    <a16:creationId xmlns:a16="http://schemas.microsoft.com/office/drawing/2014/main" id="{B3F9F72E-A854-C7B8-A12A-73FCC83E2B1B}"/>
                  </a:ext>
                </a:extLst>
              </p:cNvPr>
              <p:cNvSpPr/>
              <p:nvPr/>
            </p:nvSpPr>
            <p:spPr>
              <a:xfrm>
                <a:off x="1501588" y="3562901"/>
                <a:ext cx="22327" cy="2232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7" name="ellipse_2593">
                <a:extLst>
                  <a:ext uri="{FF2B5EF4-FFF2-40B4-BE49-F238E27FC236}">
                    <a16:creationId xmlns:a16="http://schemas.microsoft.com/office/drawing/2014/main" id="{46DB1900-8DAA-6D56-C7AA-EE052F9430E4}"/>
                  </a:ext>
                </a:extLst>
              </p:cNvPr>
              <p:cNvSpPr/>
              <p:nvPr/>
            </p:nvSpPr>
            <p:spPr>
              <a:xfrm>
                <a:off x="1466525" y="3529327"/>
                <a:ext cx="15101" cy="1510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8" name="ellipse_2594">
                <a:extLst>
                  <a:ext uri="{FF2B5EF4-FFF2-40B4-BE49-F238E27FC236}">
                    <a16:creationId xmlns:a16="http://schemas.microsoft.com/office/drawing/2014/main" id="{ACD248C3-0CAA-7D10-6220-3348CED24B21}"/>
                  </a:ext>
                </a:extLst>
              </p:cNvPr>
              <p:cNvSpPr/>
              <p:nvPr/>
            </p:nvSpPr>
            <p:spPr>
              <a:xfrm>
                <a:off x="1333290" y="3551629"/>
                <a:ext cx="21303" cy="2130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9" name="ellipse_2595">
                <a:extLst>
                  <a:ext uri="{FF2B5EF4-FFF2-40B4-BE49-F238E27FC236}">
                    <a16:creationId xmlns:a16="http://schemas.microsoft.com/office/drawing/2014/main" id="{460E05BA-EA6C-23F4-7A83-8BAA7476A969}"/>
                  </a:ext>
                </a:extLst>
              </p:cNvPr>
              <p:cNvSpPr/>
              <p:nvPr/>
            </p:nvSpPr>
            <p:spPr>
              <a:xfrm>
                <a:off x="1339812" y="3618696"/>
                <a:ext cx="23994" cy="2399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0" name="ellipse_2596">
                <a:extLst>
                  <a:ext uri="{FF2B5EF4-FFF2-40B4-BE49-F238E27FC236}">
                    <a16:creationId xmlns:a16="http://schemas.microsoft.com/office/drawing/2014/main" id="{A40A8162-3BE0-BF87-BC08-362AE911A451}"/>
                  </a:ext>
                </a:extLst>
              </p:cNvPr>
              <p:cNvSpPr/>
              <p:nvPr/>
            </p:nvSpPr>
            <p:spPr>
              <a:xfrm>
                <a:off x="1322053" y="3616233"/>
                <a:ext cx="19417" cy="1941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1" name="ellipse_2597">
                <a:extLst>
                  <a:ext uri="{FF2B5EF4-FFF2-40B4-BE49-F238E27FC236}">
                    <a16:creationId xmlns:a16="http://schemas.microsoft.com/office/drawing/2014/main" id="{90B38FB8-27CF-A538-49E7-F26802678DF6}"/>
                  </a:ext>
                </a:extLst>
              </p:cNvPr>
              <p:cNvSpPr/>
              <p:nvPr/>
            </p:nvSpPr>
            <p:spPr>
              <a:xfrm>
                <a:off x="1442627" y="3702519"/>
                <a:ext cx="16815" cy="168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2" name="ellipse_2598">
                <a:extLst>
                  <a:ext uri="{FF2B5EF4-FFF2-40B4-BE49-F238E27FC236}">
                    <a16:creationId xmlns:a16="http://schemas.microsoft.com/office/drawing/2014/main" id="{20158C28-3FBC-D7A2-213D-7E385F345E2F}"/>
                  </a:ext>
                </a:extLst>
              </p:cNvPr>
              <p:cNvSpPr/>
              <p:nvPr/>
            </p:nvSpPr>
            <p:spPr>
              <a:xfrm>
                <a:off x="1359926" y="3695336"/>
                <a:ext cx="19088" cy="190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3" name="ellipse_2599">
                <a:extLst>
                  <a:ext uri="{FF2B5EF4-FFF2-40B4-BE49-F238E27FC236}">
                    <a16:creationId xmlns:a16="http://schemas.microsoft.com/office/drawing/2014/main" id="{8BA565CD-B1D1-BED8-C8ED-9201E06A6015}"/>
                  </a:ext>
                </a:extLst>
              </p:cNvPr>
              <p:cNvSpPr/>
              <p:nvPr/>
            </p:nvSpPr>
            <p:spPr>
              <a:xfrm>
                <a:off x="1316114" y="3579850"/>
                <a:ext cx="19778" cy="1977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4" name="ellipse_2600">
                <a:extLst>
                  <a:ext uri="{FF2B5EF4-FFF2-40B4-BE49-F238E27FC236}">
                    <a16:creationId xmlns:a16="http://schemas.microsoft.com/office/drawing/2014/main" id="{DB64E33A-99D4-0ADB-DE21-FC899E3E2EBD}"/>
                  </a:ext>
                </a:extLst>
              </p:cNvPr>
              <p:cNvSpPr/>
              <p:nvPr/>
            </p:nvSpPr>
            <p:spPr>
              <a:xfrm>
                <a:off x="1434798" y="3553542"/>
                <a:ext cx="17285" cy="172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5" name="ellipse_2601">
                <a:extLst>
                  <a:ext uri="{FF2B5EF4-FFF2-40B4-BE49-F238E27FC236}">
                    <a16:creationId xmlns:a16="http://schemas.microsoft.com/office/drawing/2014/main" id="{FD327BF5-F8EE-E9B6-7CFE-B818D9ADF745}"/>
                  </a:ext>
                </a:extLst>
              </p:cNvPr>
              <p:cNvSpPr/>
              <p:nvPr/>
            </p:nvSpPr>
            <p:spPr>
              <a:xfrm>
                <a:off x="1494855" y="3573622"/>
                <a:ext cx="23632" cy="2363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386" name="Feature vector">
              <a:extLst>
                <a:ext uri="{FF2B5EF4-FFF2-40B4-BE49-F238E27FC236}">
                  <a16:creationId xmlns:a16="http://schemas.microsoft.com/office/drawing/2014/main" id="{7D23C273-CDD8-84BD-E756-E860D0353FD5}"/>
                </a:ext>
              </a:extLst>
            </p:cNvPr>
            <p:cNvGrpSpPr/>
            <p:nvPr/>
          </p:nvGrpSpPr>
          <p:grpSpPr>
            <a:xfrm>
              <a:off x="2335947" y="2728473"/>
              <a:ext cx="190058" cy="26564"/>
              <a:chOff x="1274580" y="3787605"/>
              <a:chExt cx="338355" cy="49275"/>
            </a:xfrm>
          </p:grpSpPr>
          <p:sp>
            <p:nvSpPr>
              <p:cNvPr id="387" name="feature_1">
                <a:extLst>
                  <a:ext uri="{FF2B5EF4-FFF2-40B4-BE49-F238E27FC236}">
                    <a16:creationId xmlns:a16="http://schemas.microsoft.com/office/drawing/2014/main" id="{EC382B06-B28B-0AB2-4725-43A54F2C15B6}"/>
                  </a:ext>
                </a:extLst>
              </p:cNvPr>
              <p:cNvSpPr/>
              <p:nvPr/>
            </p:nvSpPr>
            <p:spPr>
              <a:xfrm>
                <a:off x="1274580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8" name="feature_2">
                <a:extLst>
                  <a:ext uri="{FF2B5EF4-FFF2-40B4-BE49-F238E27FC236}">
                    <a16:creationId xmlns:a16="http://schemas.microsoft.com/office/drawing/2014/main" id="{128E7607-C89C-8AE6-70D8-124F0C907FE5}"/>
                  </a:ext>
                </a:extLst>
              </p:cNvPr>
              <p:cNvSpPr/>
              <p:nvPr/>
            </p:nvSpPr>
            <p:spPr>
              <a:xfrm>
                <a:off x="1323386" y="3787605"/>
                <a:ext cx="45521" cy="49275"/>
              </a:xfrm>
              <a:prstGeom prst="rect">
                <a:avLst/>
              </a:prstGeom>
              <a:solidFill>
                <a:srgbClr val="B9DB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9" name="feature_3">
                <a:extLst>
                  <a:ext uri="{FF2B5EF4-FFF2-40B4-BE49-F238E27FC236}">
                    <a16:creationId xmlns:a16="http://schemas.microsoft.com/office/drawing/2014/main" id="{2A5B5007-13E6-E72F-52C6-386ACF38D1DA}"/>
                  </a:ext>
                </a:extLst>
              </p:cNvPr>
              <p:cNvSpPr/>
              <p:nvPr/>
            </p:nvSpPr>
            <p:spPr>
              <a:xfrm>
                <a:off x="1372191" y="3787605"/>
                <a:ext cx="45521" cy="49275"/>
              </a:xfrm>
              <a:prstGeom prst="rect">
                <a:avLst/>
              </a:prstGeom>
              <a:solidFill>
                <a:srgbClr val="4EAA9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0" name="feature_4">
                <a:extLst>
                  <a:ext uri="{FF2B5EF4-FFF2-40B4-BE49-F238E27FC236}">
                    <a16:creationId xmlns:a16="http://schemas.microsoft.com/office/drawing/2014/main" id="{1948AEA7-89A9-1115-45B0-5D84B76182D6}"/>
                  </a:ext>
                </a:extLst>
              </p:cNvPr>
              <p:cNvSpPr/>
              <p:nvPr/>
            </p:nvSpPr>
            <p:spPr>
              <a:xfrm>
                <a:off x="1420997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1" name="feature_5">
                <a:extLst>
                  <a:ext uri="{FF2B5EF4-FFF2-40B4-BE49-F238E27FC236}">
                    <a16:creationId xmlns:a16="http://schemas.microsoft.com/office/drawing/2014/main" id="{04104FBC-11A7-297D-AE01-AAA00A244540}"/>
                  </a:ext>
                </a:extLst>
              </p:cNvPr>
              <p:cNvSpPr/>
              <p:nvPr/>
            </p:nvSpPr>
            <p:spPr>
              <a:xfrm>
                <a:off x="1469803" y="3787605"/>
                <a:ext cx="45521" cy="49275"/>
              </a:xfrm>
              <a:prstGeom prst="rect">
                <a:avLst/>
              </a:prstGeom>
              <a:solidFill>
                <a:srgbClr val="B9DB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2" name="feature_6">
                <a:extLst>
                  <a:ext uri="{FF2B5EF4-FFF2-40B4-BE49-F238E27FC236}">
                    <a16:creationId xmlns:a16="http://schemas.microsoft.com/office/drawing/2014/main" id="{36A6A1C4-4E08-985E-0F3C-F5C242D1798B}"/>
                  </a:ext>
                </a:extLst>
              </p:cNvPr>
              <p:cNvSpPr/>
              <p:nvPr/>
            </p:nvSpPr>
            <p:spPr>
              <a:xfrm>
                <a:off x="1518609" y="3787605"/>
                <a:ext cx="45521" cy="49275"/>
              </a:xfrm>
              <a:prstGeom prst="rect">
                <a:avLst/>
              </a:prstGeom>
              <a:solidFill>
                <a:srgbClr val="4EAA9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3" name="feature_7">
                <a:extLst>
                  <a:ext uri="{FF2B5EF4-FFF2-40B4-BE49-F238E27FC236}">
                    <a16:creationId xmlns:a16="http://schemas.microsoft.com/office/drawing/2014/main" id="{25A70172-50B4-B255-CCD5-062D2CA13F9F}"/>
                  </a:ext>
                </a:extLst>
              </p:cNvPr>
              <p:cNvSpPr/>
              <p:nvPr/>
            </p:nvSpPr>
            <p:spPr>
              <a:xfrm>
                <a:off x="1567414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394" name="Candidate blob | editable contour">
              <a:extLst>
                <a:ext uri="{FF2B5EF4-FFF2-40B4-BE49-F238E27FC236}">
                  <a16:creationId xmlns:a16="http://schemas.microsoft.com/office/drawing/2014/main" id="{D4133630-6457-1A92-8F3C-A382376AE168}"/>
                </a:ext>
              </a:extLst>
            </p:cNvPr>
            <p:cNvSpPr/>
            <p:nvPr/>
          </p:nvSpPr>
          <p:spPr>
            <a:xfrm>
              <a:off x="2697084" y="2595654"/>
              <a:ext cx="155316" cy="100125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1502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5" name="ellipse_2612">
              <a:extLst>
                <a:ext uri="{FF2B5EF4-FFF2-40B4-BE49-F238E27FC236}">
                  <a16:creationId xmlns:a16="http://schemas.microsoft.com/office/drawing/2014/main" id="{3F872C11-AB73-B0BA-C9CB-0DE746E05FFE}"/>
                </a:ext>
              </a:extLst>
            </p:cNvPr>
            <p:cNvSpPr/>
            <p:nvPr/>
          </p:nvSpPr>
          <p:spPr>
            <a:xfrm>
              <a:off x="2726281" y="2603827"/>
              <a:ext cx="81745" cy="3473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502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grpSp>
          <p:nvGrpSpPr>
            <p:cNvPr id="396" name="Pseudo-atom sampling points; no chemical bonds">
              <a:extLst>
                <a:ext uri="{FF2B5EF4-FFF2-40B4-BE49-F238E27FC236}">
                  <a16:creationId xmlns:a16="http://schemas.microsoft.com/office/drawing/2014/main" id="{5A1DFE96-A8C7-AD86-6D6A-1913B3422C89}"/>
                </a:ext>
              </a:extLst>
            </p:cNvPr>
            <p:cNvGrpSpPr/>
            <p:nvPr/>
          </p:nvGrpSpPr>
          <p:grpSpPr>
            <a:xfrm>
              <a:off x="2982859" y="2593611"/>
              <a:ext cx="132836" cy="100125"/>
              <a:chOff x="2356083" y="3581646"/>
              <a:chExt cx="132815" cy="121377"/>
            </a:xfrm>
          </p:grpSpPr>
          <p:sp>
            <p:nvSpPr>
              <p:cNvPr id="397" name="Pseudo atom | small solid diamond">
                <a:extLst>
                  <a:ext uri="{FF2B5EF4-FFF2-40B4-BE49-F238E27FC236}">
                    <a16:creationId xmlns:a16="http://schemas.microsoft.com/office/drawing/2014/main" id="{7D201F4A-9E65-793A-D032-8276D5F80DBB}"/>
                  </a:ext>
                </a:extLst>
              </p:cNvPr>
              <p:cNvSpPr/>
              <p:nvPr/>
            </p:nvSpPr>
            <p:spPr>
              <a:xfrm>
                <a:off x="2470337" y="3657927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8" name="Pseudo atom | small solid diamond">
                <a:extLst>
                  <a:ext uri="{FF2B5EF4-FFF2-40B4-BE49-F238E27FC236}">
                    <a16:creationId xmlns:a16="http://schemas.microsoft.com/office/drawing/2014/main" id="{CC7F86F5-EE3C-A3E5-856F-3CAC3E0A67D3}"/>
                  </a:ext>
                </a:extLst>
              </p:cNvPr>
              <p:cNvSpPr/>
              <p:nvPr/>
            </p:nvSpPr>
            <p:spPr>
              <a:xfrm>
                <a:off x="2367832" y="3581646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9" name="Pseudo atom | small solid diamond">
                <a:extLst>
                  <a:ext uri="{FF2B5EF4-FFF2-40B4-BE49-F238E27FC236}">
                    <a16:creationId xmlns:a16="http://schemas.microsoft.com/office/drawing/2014/main" id="{38EF4C65-C290-52C0-447A-923E11938EB3}"/>
                  </a:ext>
                </a:extLst>
              </p:cNvPr>
              <p:cNvSpPr/>
              <p:nvPr/>
            </p:nvSpPr>
            <p:spPr>
              <a:xfrm>
                <a:off x="2462977" y="3688569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0" name="Pseudo atom | small solid diamond">
                <a:extLst>
                  <a:ext uri="{FF2B5EF4-FFF2-40B4-BE49-F238E27FC236}">
                    <a16:creationId xmlns:a16="http://schemas.microsoft.com/office/drawing/2014/main" id="{225D7F66-5C9F-7DBA-C241-59A79A43F2C9}"/>
                  </a:ext>
                </a:extLst>
              </p:cNvPr>
              <p:cNvSpPr/>
              <p:nvPr/>
            </p:nvSpPr>
            <p:spPr>
              <a:xfrm>
                <a:off x="2381094" y="3596723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1" name="Pseudo atom | small solid diamond">
                <a:extLst>
                  <a:ext uri="{FF2B5EF4-FFF2-40B4-BE49-F238E27FC236}">
                    <a16:creationId xmlns:a16="http://schemas.microsoft.com/office/drawing/2014/main" id="{7AB75D92-E75C-CD76-34AB-CF527A0CAEEF}"/>
                  </a:ext>
                </a:extLst>
              </p:cNvPr>
              <p:cNvSpPr/>
              <p:nvPr/>
            </p:nvSpPr>
            <p:spPr>
              <a:xfrm>
                <a:off x="2474444" y="3633245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2" name="Pseudo atom | small solid diamond">
                <a:extLst>
                  <a:ext uri="{FF2B5EF4-FFF2-40B4-BE49-F238E27FC236}">
                    <a16:creationId xmlns:a16="http://schemas.microsoft.com/office/drawing/2014/main" id="{30F8F9F2-23EA-EAE3-240E-840DEE71BD54}"/>
                  </a:ext>
                </a:extLst>
              </p:cNvPr>
              <p:cNvSpPr/>
              <p:nvPr/>
            </p:nvSpPr>
            <p:spPr>
              <a:xfrm>
                <a:off x="2419798" y="3615676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3" name="Pseudo atom | small solid diamond">
                <a:extLst>
                  <a:ext uri="{FF2B5EF4-FFF2-40B4-BE49-F238E27FC236}">
                    <a16:creationId xmlns:a16="http://schemas.microsoft.com/office/drawing/2014/main" id="{C001A4AB-55AC-7E19-8417-1673B1CCD688}"/>
                  </a:ext>
                </a:extLst>
              </p:cNvPr>
              <p:cNvSpPr/>
              <p:nvPr/>
            </p:nvSpPr>
            <p:spPr>
              <a:xfrm>
                <a:off x="2356083" y="3630928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4" name="Pseudo atom | small solid diamond">
                <a:extLst>
                  <a:ext uri="{FF2B5EF4-FFF2-40B4-BE49-F238E27FC236}">
                    <a16:creationId xmlns:a16="http://schemas.microsoft.com/office/drawing/2014/main" id="{FE196410-CC33-81BF-EB84-F075E0A6EF25}"/>
                  </a:ext>
                </a:extLst>
              </p:cNvPr>
              <p:cNvSpPr/>
              <p:nvPr/>
            </p:nvSpPr>
            <p:spPr>
              <a:xfrm>
                <a:off x="2399168" y="3621448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5" name="Pseudo atom | small solid diamond">
                <a:extLst>
                  <a:ext uri="{FF2B5EF4-FFF2-40B4-BE49-F238E27FC236}">
                    <a16:creationId xmlns:a16="http://schemas.microsoft.com/office/drawing/2014/main" id="{EFE8C116-2B94-FCCB-F944-D9BFD58C3872}"/>
                  </a:ext>
                </a:extLst>
              </p:cNvPr>
              <p:cNvSpPr/>
              <p:nvPr/>
            </p:nvSpPr>
            <p:spPr>
              <a:xfrm>
                <a:off x="2442478" y="3664017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6" name="Pseudo atom | small solid diamond">
                <a:extLst>
                  <a:ext uri="{FF2B5EF4-FFF2-40B4-BE49-F238E27FC236}">
                    <a16:creationId xmlns:a16="http://schemas.microsoft.com/office/drawing/2014/main" id="{63DA1393-B1D1-AEA4-3854-012BC1C76FCA}"/>
                  </a:ext>
                </a:extLst>
              </p:cNvPr>
              <p:cNvSpPr/>
              <p:nvPr/>
            </p:nvSpPr>
            <p:spPr>
              <a:xfrm>
                <a:off x="2457792" y="3672561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07" name="Candidate representation h_j">
              <a:extLst>
                <a:ext uri="{FF2B5EF4-FFF2-40B4-BE49-F238E27FC236}">
                  <a16:creationId xmlns:a16="http://schemas.microsoft.com/office/drawing/2014/main" id="{4FC49635-CD7E-E7EC-5FAF-23825DFF0A67}"/>
                </a:ext>
              </a:extLst>
            </p:cNvPr>
            <p:cNvGrpSpPr/>
            <p:nvPr/>
          </p:nvGrpSpPr>
          <p:grpSpPr>
            <a:xfrm>
              <a:off x="3212665" y="3366003"/>
              <a:ext cx="269760" cy="51084"/>
              <a:chOff x="2641140" y="4746825"/>
              <a:chExt cx="397485" cy="72270"/>
            </a:xfrm>
          </p:grpSpPr>
          <p:sp>
            <p:nvSpPr>
              <p:cNvPr id="408" name="feature_1">
                <a:extLst>
                  <a:ext uri="{FF2B5EF4-FFF2-40B4-BE49-F238E27FC236}">
                    <a16:creationId xmlns:a16="http://schemas.microsoft.com/office/drawing/2014/main" id="{98C3172D-D5D5-072E-B62C-0D1B38DDFFA9}"/>
                  </a:ext>
                </a:extLst>
              </p:cNvPr>
              <p:cNvSpPr/>
              <p:nvPr/>
            </p:nvSpPr>
            <p:spPr>
              <a:xfrm>
                <a:off x="2641140" y="4746825"/>
                <a:ext cx="53968" cy="72270"/>
              </a:xfrm>
              <a:prstGeom prst="rect">
                <a:avLst/>
              </a:prstGeom>
              <a:solidFill>
                <a:srgbClr val="367F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9" name="feature_2">
                <a:extLst>
                  <a:ext uri="{FF2B5EF4-FFF2-40B4-BE49-F238E27FC236}">
                    <a16:creationId xmlns:a16="http://schemas.microsoft.com/office/drawing/2014/main" id="{FEE9123E-01B4-6D22-0669-0616E6B3C95E}"/>
                  </a:ext>
                </a:extLst>
              </p:cNvPr>
              <p:cNvSpPr/>
              <p:nvPr/>
            </p:nvSpPr>
            <p:spPr>
              <a:xfrm>
                <a:off x="2698393" y="4746825"/>
                <a:ext cx="53968" cy="72270"/>
              </a:xfrm>
              <a:prstGeom prst="rect">
                <a:avLst/>
              </a:prstGeom>
              <a:solidFill>
                <a:srgbClr val="7EAE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0" name="feature_3">
                <a:extLst>
                  <a:ext uri="{FF2B5EF4-FFF2-40B4-BE49-F238E27FC236}">
                    <a16:creationId xmlns:a16="http://schemas.microsoft.com/office/drawing/2014/main" id="{8A669B8B-F887-C77B-D369-93ACFBC6CF34}"/>
                  </a:ext>
                </a:extLst>
              </p:cNvPr>
              <p:cNvSpPr/>
              <p:nvPr/>
            </p:nvSpPr>
            <p:spPr>
              <a:xfrm>
                <a:off x="2755646" y="4746825"/>
                <a:ext cx="53968" cy="72270"/>
              </a:xfrm>
              <a:prstGeom prst="rect">
                <a:avLst/>
              </a:prstGeom>
              <a:solidFill>
                <a:srgbClr val="BCD8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1" name="feature_4">
                <a:extLst>
                  <a:ext uri="{FF2B5EF4-FFF2-40B4-BE49-F238E27FC236}">
                    <a16:creationId xmlns:a16="http://schemas.microsoft.com/office/drawing/2014/main" id="{F911A19E-CDAA-597D-7450-14C9F9D9B77B}"/>
                  </a:ext>
                </a:extLst>
              </p:cNvPr>
              <p:cNvSpPr/>
              <p:nvPr/>
            </p:nvSpPr>
            <p:spPr>
              <a:xfrm>
                <a:off x="2812899" y="4746825"/>
                <a:ext cx="53968" cy="72270"/>
              </a:xfrm>
              <a:prstGeom prst="rect">
                <a:avLst/>
              </a:prstGeom>
              <a:solidFill>
                <a:srgbClr val="88C3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2" name="feature_5">
                <a:extLst>
                  <a:ext uri="{FF2B5EF4-FFF2-40B4-BE49-F238E27FC236}">
                    <a16:creationId xmlns:a16="http://schemas.microsoft.com/office/drawing/2014/main" id="{803B2D6D-BDB6-4236-CD21-501ADD6BCCC9}"/>
                  </a:ext>
                </a:extLst>
              </p:cNvPr>
              <p:cNvSpPr/>
              <p:nvPr/>
            </p:nvSpPr>
            <p:spPr>
              <a:xfrm>
                <a:off x="2870151" y="4746825"/>
                <a:ext cx="53968" cy="72270"/>
              </a:xfrm>
              <a:prstGeom prst="rect">
                <a:avLst/>
              </a:prstGeom>
              <a:solidFill>
                <a:srgbClr val="23877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3" name="feature_6">
                <a:extLst>
                  <a:ext uri="{FF2B5EF4-FFF2-40B4-BE49-F238E27FC236}">
                    <a16:creationId xmlns:a16="http://schemas.microsoft.com/office/drawing/2014/main" id="{E75A176D-38DB-153A-227A-7A66D758D675}"/>
                  </a:ext>
                </a:extLst>
              </p:cNvPr>
              <p:cNvSpPr/>
              <p:nvPr/>
            </p:nvSpPr>
            <p:spPr>
              <a:xfrm>
                <a:off x="2927404" y="4746825"/>
                <a:ext cx="53968" cy="72270"/>
              </a:xfrm>
              <a:prstGeom prst="rect">
                <a:avLst/>
              </a:prstGeom>
              <a:solidFill>
                <a:srgbClr val="B1A4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4" name="feature_7">
                <a:extLst>
                  <a:ext uri="{FF2B5EF4-FFF2-40B4-BE49-F238E27FC236}">
                    <a16:creationId xmlns:a16="http://schemas.microsoft.com/office/drawing/2014/main" id="{167A841C-7CBF-81E7-092C-F8EAAC5D53AD}"/>
                  </a:ext>
                </a:extLst>
              </p:cNvPr>
              <p:cNvSpPr/>
              <p:nvPr/>
            </p:nvSpPr>
            <p:spPr>
              <a:xfrm>
                <a:off x="2984657" y="4746825"/>
                <a:ext cx="53968" cy="72270"/>
              </a:xfrm>
              <a:prstGeom prst="rect">
                <a:avLst/>
              </a:prstGeom>
              <a:solidFill>
                <a:srgbClr val="D4CB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15" name="Own molecular graph | preserved original">
              <a:extLst>
                <a:ext uri="{FF2B5EF4-FFF2-40B4-BE49-F238E27FC236}">
                  <a16:creationId xmlns:a16="http://schemas.microsoft.com/office/drawing/2014/main" id="{42CBFBDB-49D3-918E-5441-3206387548EB}"/>
                </a:ext>
              </a:extLst>
            </p:cNvPr>
            <p:cNvGrpSpPr/>
            <p:nvPr/>
          </p:nvGrpSpPr>
          <p:grpSpPr>
            <a:xfrm>
              <a:off x="3727661" y="2491442"/>
              <a:ext cx="181883" cy="124645"/>
              <a:chOff x="2933657" y="2962431"/>
              <a:chExt cx="311024" cy="187573"/>
            </a:xfrm>
          </p:grpSpPr>
          <p:cxnSp>
            <p:nvCxnSpPr>
              <p:cNvPr id="416" name="path_2698">
                <a:extLst>
                  <a:ext uri="{FF2B5EF4-FFF2-40B4-BE49-F238E27FC236}">
                    <a16:creationId xmlns:a16="http://schemas.microsoft.com/office/drawing/2014/main" id="{58B6D982-F8B2-9F23-024F-D89811E7C149}"/>
                  </a:ext>
                </a:extLst>
              </p:cNvPr>
              <p:cNvCxnSpPr/>
              <p:nvPr/>
            </p:nvCxnSpPr>
            <p:spPr>
              <a:xfrm flipV="1">
                <a:off x="2948439" y="2977214"/>
                <a:ext cx="63663" cy="70463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17" name="path_2699">
                <a:extLst>
                  <a:ext uri="{FF2B5EF4-FFF2-40B4-BE49-F238E27FC236}">
                    <a16:creationId xmlns:a16="http://schemas.microsoft.com/office/drawing/2014/main" id="{89A94D45-E950-5A21-E2AF-6D426CD82376}"/>
                  </a:ext>
                </a:extLst>
              </p:cNvPr>
              <p:cNvCxnSpPr/>
              <p:nvPr/>
            </p:nvCxnSpPr>
            <p:spPr>
              <a:xfrm>
                <a:off x="3012103" y="2977214"/>
                <a:ext cx="113924" cy="14947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18" name="path_2700">
                <a:extLst>
                  <a:ext uri="{FF2B5EF4-FFF2-40B4-BE49-F238E27FC236}">
                    <a16:creationId xmlns:a16="http://schemas.microsoft.com/office/drawing/2014/main" id="{C043E0EE-087E-D187-AD9C-2AE818146ABE}"/>
                  </a:ext>
                </a:extLst>
              </p:cNvPr>
              <p:cNvCxnSpPr/>
              <p:nvPr/>
            </p:nvCxnSpPr>
            <p:spPr>
              <a:xfrm>
                <a:off x="3126026" y="2992160"/>
                <a:ext cx="73715" cy="64058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19" name="path_2701">
                <a:extLst>
                  <a:ext uri="{FF2B5EF4-FFF2-40B4-BE49-F238E27FC236}">
                    <a16:creationId xmlns:a16="http://schemas.microsoft.com/office/drawing/2014/main" id="{B11C0879-A4F0-8ACD-214F-3B540A848B71}"/>
                  </a:ext>
                </a:extLst>
              </p:cNvPr>
              <p:cNvCxnSpPr/>
              <p:nvPr/>
            </p:nvCxnSpPr>
            <p:spPr>
              <a:xfrm flipH="1">
                <a:off x="3129377" y="3056218"/>
                <a:ext cx="70365" cy="79004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20" name="path_2702">
                <a:extLst>
                  <a:ext uri="{FF2B5EF4-FFF2-40B4-BE49-F238E27FC236}">
                    <a16:creationId xmlns:a16="http://schemas.microsoft.com/office/drawing/2014/main" id="{441B2E1D-AB8F-45EF-9B48-3838978CE97F}"/>
                  </a:ext>
                </a:extLst>
              </p:cNvPr>
              <p:cNvCxnSpPr/>
              <p:nvPr/>
            </p:nvCxnSpPr>
            <p:spPr>
              <a:xfrm flipH="1" flipV="1">
                <a:off x="3012103" y="3116005"/>
                <a:ext cx="117275" cy="19217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21" name="path_2703">
                <a:extLst>
                  <a:ext uri="{FF2B5EF4-FFF2-40B4-BE49-F238E27FC236}">
                    <a16:creationId xmlns:a16="http://schemas.microsoft.com/office/drawing/2014/main" id="{5FEC3A50-D597-4F8E-EF1E-3F43266B20DF}"/>
                  </a:ext>
                </a:extLst>
              </p:cNvPr>
              <p:cNvCxnSpPr/>
              <p:nvPr/>
            </p:nvCxnSpPr>
            <p:spPr>
              <a:xfrm flipH="1" flipV="1">
                <a:off x="2948439" y="3047677"/>
                <a:ext cx="63663" cy="68328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22" name="path_2704">
                <a:extLst>
                  <a:ext uri="{FF2B5EF4-FFF2-40B4-BE49-F238E27FC236}">
                    <a16:creationId xmlns:a16="http://schemas.microsoft.com/office/drawing/2014/main" id="{4F54284B-9E16-E40E-6D75-34E56E75D9CB}"/>
                  </a:ext>
                </a:extLst>
              </p:cNvPr>
              <p:cNvCxnSpPr/>
              <p:nvPr/>
            </p:nvCxnSpPr>
            <p:spPr>
              <a:xfrm flipV="1">
                <a:off x="3126026" y="2985754"/>
                <a:ext cx="103872" cy="6406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423" name="ellipse_2705">
                <a:extLst>
                  <a:ext uri="{FF2B5EF4-FFF2-40B4-BE49-F238E27FC236}">
                    <a16:creationId xmlns:a16="http://schemas.microsoft.com/office/drawing/2014/main" id="{8C895A67-0A11-2D6F-2CB3-7AF48286DCB2}"/>
                  </a:ext>
                </a:extLst>
              </p:cNvPr>
              <p:cNvSpPr/>
              <p:nvPr/>
            </p:nvSpPr>
            <p:spPr>
              <a:xfrm>
                <a:off x="2933657" y="3032894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4" name="ellipse_2706">
                <a:extLst>
                  <a:ext uri="{FF2B5EF4-FFF2-40B4-BE49-F238E27FC236}">
                    <a16:creationId xmlns:a16="http://schemas.microsoft.com/office/drawing/2014/main" id="{31ED1791-7B1A-1AA0-0B8E-E9E16C1A71EB}"/>
                  </a:ext>
                </a:extLst>
              </p:cNvPr>
              <p:cNvSpPr/>
              <p:nvPr/>
            </p:nvSpPr>
            <p:spPr>
              <a:xfrm>
                <a:off x="2997320" y="2962431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5" name="ellipse_2707">
                <a:extLst>
                  <a:ext uri="{FF2B5EF4-FFF2-40B4-BE49-F238E27FC236}">
                    <a16:creationId xmlns:a16="http://schemas.microsoft.com/office/drawing/2014/main" id="{71620213-ABAA-4D0E-CCEF-7745B5DF8BF3}"/>
                  </a:ext>
                </a:extLst>
              </p:cNvPr>
              <p:cNvSpPr/>
              <p:nvPr/>
            </p:nvSpPr>
            <p:spPr>
              <a:xfrm>
                <a:off x="3111244" y="2977378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6" name="ellipse_2708">
                <a:extLst>
                  <a:ext uri="{FF2B5EF4-FFF2-40B4-BE49-F238E27FC236}">
                    <a16:creationId xmlns:a16="http://schemas.microsoft.com/office/drawing/2014/main" id="{F7C3A412-E448-353C-CBBE-746A90BF96E5}"/>
                  </a:ext>
                </a:extLst>
              </p:cNvPr>
              <p:cNvSpPr/>
              <p:nvPr/>
            </p:nvSpPr>
            <p:spPr>
              <a:xfrm>
                <a:off x="3184959" y="3041435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7" name="ellipse_2709">
                <a:extLst>
                  <a:ext uri="{FF2B5EF4-FFF2-40B4-BE49-F238E27FC236}">
                    <a16:creationId xmlns:a16="http://schemas.microsoft.com/office/drawing/2014/main" id="{417040C1-3347-2F34-D80B-888AB541C278}"/>
                  </a:ext>
                </a:extLst>
              </p:cNvPr>
              <p:cNvSpPr/>
              <p:nvPr/>
            </p:nvSpPr>
            <p:spPr>
              <a:xfrm>
                <a:off x="3114595" y="3120439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8" name="ellipse_2710">
                <a:extLst>
                  <a:ext uri="{FF2B5EF4-FFF2-40B4-BE49-F238E27FC236}">
                    <a16:creationId xmlns:a16="http://schemas.microsoft.com/office/drawing/2014/main" id="{4B6822BA-B5DA-F9E4-0112-D7A6F053B34D}"/>
                  </a:ext>
                </a:extLst>
              </p:cNvPr>
              <p:cNvSpPr/>
              <p:nvPr/>
            </p:nvSpPr>
            <p:spPr>
              <a:xfrm>
                <a:off x="2997320" y="3101222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9" name="ellipse_2711">
                <a:extLst>
                  <a:ext uri="{FF2B5EF4-FFF2-40B4-BE49-F238E27FC236}">
                    <a16:creationId xmlns:a16="http://schemas.microsoft.com/office/drawing/2014/main" id="{394CCD00-DB7A-B976-D763-8B4141060831}"/>
                  </a:ext>
                </a:extLst>
              </p:cNvPr>
              <p:cNvSpPr/>
              <p:nvPr/>
            </p:nvSpPr>
            <p:spPr>
              <a:xfrm>
                <a:off x="3215116" y="2970972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30" name="Language vector v_k">
              <a:extLst>
                <a:ext uri="{FF2B5EF4-FFF2-40B4-BE49-F238E27FC236}">
                  <a16:creationId xmlns:a16="http://schemas.microsoft.com/office/drawing/2014/main" id="{4A5A1330-31CF-726F-ECC5-F3E1055C2739}"/>
                </a:ext>
              </a:extLst>
            </p:cNvPr>
            <p:cNvGrpSpPr/>
            <p:nvPr/>
          </p:nvGrpSpPr>
          <p:grpSpPr>
            <a:xfrm>
              <a:off x="4630947" y="2736646"/>
              <a:ext cx="253410" cy="28800"/>
              <a:chOff x="3942000" y="3774465"/>
              <a:chExt cx="338355" cy="75555"/>
            </a:xfrm>
          </p:grpSpPr>
          <p:sp>
            <p:nvSpPr>
              <p:cNvPr id="431" name="feature_1">
                <a:extLst>
                  <a:ext uri="{FF2B5EF4-FFF2-40B4-BE49-F238E27FC236}">
                    <a16:creationId xmlns:a16="http://schemas.microsoft.com/office/drawing/2014/main" id="{C074293D-C5D5-57FE-B191-74F5C11C1105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88AAC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2" name="feature_2">
                <a:extLst>
                  <a:ext uri="{FF2B5EF4-FFF2-40B4-BE49-F238E27FC236}">
                    <a16:creationId xmlns:a16="http://schemas.microsoft.com/office/drawing/2014/main" id="{15B581F3-9878-A49D-AD1A-8E32BD598CA5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6F98B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3" name="feature_3">
                <a:extLst>
                  <a:ext uri="{FF2B5EF4-FFF2-40B4-BE49-F238E27FC236}">
                    <a16:creationId xmlns:a16="http://schemas.microsoft.com/office/drawing/2014/main" id="{B76C73DC-2E73-70B3-44FF-604D015E76C2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AAC2D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4" name="feature_4">
                <a:extLst>
                  <a:ext uri="{FF2B5EF4-FFF2-40B4-BE49-F238E27FC236}">
                    <a16:creationId xmlns:a16="http://schemas.microsoft.com/office/drawing/2014/main" id="{75BA6B96-9C08-1A1B-0176-A8714B917584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507FA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5" name="feature_5">
                <a:extLst>
                  <a:ext uri="{FF2B5EF4-FFF2-40B4-BE49-F238E27FC236}">
                    <a16:creationId xmlns:a16="http://schemas.microsoft.com/office/drawing/2014/main" id="{C99DD340-D5D6-A09D-9555-47740A2082D2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BFD2E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6" name="feature_6">
                <a:extLst>
                  <a:ext uri="{FF2B5EF4-FFF2-40B4-BE49-F238E27FC236}">
                    <a16:creationId xmlns:a16="http://schemas.microsoft.com/office/drawing/2014/main" id="{A932DF92-B221-06AE-2DF4-80B4463D46E8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739DB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7" name="feature_7">
                <a:extLst>
                  <a:ext uri="{FF2B5EF4-FFF2-40B4-BE49-F238E27FC236}">
                    <a16:creationId xmlns:a16="http://schemas.microsoft.com/office/drawing/2014/main" id="{449FAB91-1CCD-D0B5-7BD1-9E11DD613202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96B8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38" name="Language vector v_k">
              <a:extLst>
                <a:ext uri="{FF2B5EF4-FFF2-40B4-BE49-F238E27FC236}">
                  <a16:creationId xmlns:a16="http://schemas.microsoft.com/office/drawing/2014/main" id="{1B50249C-BE92-5998-A18F-FE7E9716C35D}"/>
                </a:ext>
              </a:extLst>
            </p:cNvPr>
            <p:cNvGrpSpPr/>
            <p:nvPr/>
          </p:nvGrpSpPr>
          <p:grpSpPr>
            <a:xfrm>
              <a:off x="4630947" y="2775015"/>
              <a:ext cx="253410" cy="27978"/>
              <a:chOff x="3942000" y="3774465"/>
              <a:chExt cx="338355" cy="75555"/>
            </a:xfrm>
          </p:grpSpPr>
          <p:sp>
            <p:nvSpPr>
              <p:cNvPr id="439" name="feature_1">
                <a:extLst>
                  <a:ext uri="{FF2B5EF4-FFF2-40B4-BE49-F238E27FC236}">
                    <a16:creationId xmlns:a16="http://schemas.microsoft.com/office/drawing/2014/main" id="{A4D85E6E-E915-5C78-7FFD-13E209965EDF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C6A56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" name="feature_2">
                <a:extLst>
                  <a:ext uri="{FF2B5EF4-FFF2-40B4-BE49-F238E27FC236}">
                    <a16:creationId xmlns:a16="http://schemas.microsoft.com/office/drawing/2014/main" id="{4F4E8DCF-292D-1411-05B7-F639788ACEAB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AF8A5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" name="feature_3">
                <a:extLst>
                  <a:ext uri="{FF2B5EF4-FFF2-40B4-BE49-F238E27FC236}">
                    <a16:creationId xmlns:a16="http://schemas.microsoft.com/office/drawing/2014/main" id="{96254444-0525-1B3D-4315-0094988240F7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DDC6A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" name="feature_4">
                <a:extLst>
                  <a:ext uri="{FF2B5EF4-FFF2-40B4-BE49-F238E27FC236}">
                    <a16:creationId xmlns:a16="http://schemas.microsoft.com/office/drawing/2014/main" id="{257B7A0B-327C-E4E8-5D22-71160897A032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BF9A6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" name="feature_5">
                <a:extLst>
                  <a:ext uri="{FF2B5EF4-FFF2-40B4-BE49-F238E27FC236}">
                    <a16:creationId xmlns:a16="http://schemas.microsoft.com/office/drawing/2014/main" id="{52C4DF2A-6282-FC5D-40D3-C46F3A84B2D1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E5D4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" name="feature_6">
                <a:extLst>
                  <a:ext uri="{FF2B5EF4-FFF2-40B4-BE49-F238E27FC236}">
                    <a16:creationId xmlns:a16="http://schemas.microsoft.com/office/drawing/2014/main" id="{D9BD651B-C6B8-FA55-F283-496396F7502B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AD824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" name="feature_7">
                <a:extLst>
                  <a:ext uri="{FF2B5EF4-FFF2-40B4-BE49-F238E27FC236}">
                    <a16:creationId xmlns:a16="http://schemas.microsoft.com/office/drawing/2014/main" id="{04CC6CEF-E041-8564-C3D7-BC0318E6AFC4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D5B88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46" name="Language vector v_k">
              <a:extLst>
                <a:ext uri="{FF2B5EF4-FFF2-40B4-BE49-F238E27FC236}">
                  <a16:creationId xmlns:a16="http://schemas.microsoft.com/office/drawing/2014/main" id="{33CE17CC-C2CF-A51E-2A64-CA526AC3E199}"/>
                </a:ext>
              </a:extLst>
            </p:cNvPr>
            <p:cNvGrpSpPr/>
            <p:nvPr/>
          </p:nvGrpSpPr>
          <p:grpSpPr>
            <a:xfrm>
              <a:off x="4630947" y="2815552"/>
              <a:ext cx="253410" cy="28800"/>
              <a:chOff x="3942000" y="3774465"/>
              <a:chExt cx="338355" cy="75555"/>
            </a:xfrm>
          </p:grpSpPr>
          <p:sp>
            <p:nvSpPr>
              <p:cNvPr id="447" name="feature_1">
                <a:extLst>
                  <a:ext uri="{FF2B5EF4-FFF2-40B4-BE49-F238E27FC236}">
                    <a16:creationId xmlns:a16="http://schemas.microsoft.com/office/drawing/2014/main" id="{9ACC648C-54EF-E325-F705-EA19C3A47D5B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A796B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8" name="feature_2">
                <a:extLst>
                  <a:ext uri="{FF2B5EF4-FFF2-40B4-BE49-F238E27FC236}">
                    <a16:creationId xmlns:a16="http://schemas.microsoft.com/office/drawing/2014/main" id="{4A3987D0-F9F7-FA26-7FDA-6F10E3BB6C6E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C4B5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9" name="feature_3">
                <a:extLst>
                  <a:ext uri="{FF2B5EF4-FFF2-40B4-BE49-F238E27FC236}">
                    <a16:creationId xmlns:a16="http://schemas.microsoft.com/office/drawing/2014/main" id="{C60B5707-7E9C-B2B6-FDE7-B7D8D5A2B369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8F79A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0" name="feature_4">
                <a:extLst>
                  <a:ext uri="{FF2B5EF4-FFF2-40B4-BE49-F238E27FC236}">
                    <a16:creationId xmlns:a16="http://schemas.microsoft.com/office/drawing/2014/main" id="{04D4309C-9E7E-844E-16FD-7E406E76274C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B2A0C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1" name="feature_5">
                <a:extLst>
                  <a:ext uri="{FF2B5EF4-FFF2-40B4-BE49-F238E27FC236}">
                    <a16:creationId xmlns:a16="http://schemas.microsoft.com/office/drawing/2014/main" id="{C5F18FCD-12E1-88B0-DA10-BE5761EC6A5F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D6CBE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2" name="feature_6">
                <a:extLst>
                  <a:ext uri="{FF2B5EF4-FFF2-40B4-BE49-F238E27FC236}">
                    <a16:creationId xmlns:a16="http://schemas.microsoft.com/office/drawing/2014/main" id="{90518D61-E456-E269-7C70-0C6DC9CDF4F3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A68AB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3" name="feature_7">
                <a:extLst>
                  <a:ext uri="{FF2B5EF4-FFF2-40B4-BE49-F238E27FC236}">
                    <a16:creationId xmlns:a16="http://schemas.microsoft.com/office/drawing/2014/main" id="{8577F2CF-3E20-2788-89E6-A0CB27E6D861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BBA8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54" name="Language vector v_k">
              <a:extLst>
                <a:ext uri="{FF2B5EF4-FFF2-40B4-BE49-F238E27FC236}">
                  <a16:creationId xmlns:a16="http://schemas.microsoft.com/office/drawing/2014/main" id="{60F5E395-D9A0-285D-C9CF-3BDF6835EFA8}"/>
                </a:ext>
              </a:extLst>
            </p:cNvPr>
            <p:cNvGrpSpPr/>
            <p:nvPr/>
          </p:nvGrpSpPr>
          <p:grpSpPr>
            <a:xfrm>
              <a:off x="4164998" y="2998197"/>
              <a:ext cx="245236" cy="40867"/>
              <a:chOff x="3942000" y="3774465"/>
              <a:chExt cx="338355" cy="75555"/>
            </a:xfrm>
          </p:grpSpPr>
          <p:sp>
            <p:nvSpPr>
              <p:cNvPr id="455" name="feature_1">
                <a:extLst>
                  <a:ext uri="{FF2B5EF4-FFF2-40B4-BE49-F238E27FC236}">
                    <a16:creationId xmlns:a16="http://schemas.microsoft.com/office/drawing/2014/main" id="{FC356B20-4E51-F215-B176-8142CBBB119E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6" name="feature_2">
                <a:extLst>
                  <a:ext uri="{FF2B5EF4-FFF2-40B4-BE49-F238E27FC236}">
                    <a16:creationId xmlns:a16="http://schemas.microsoft.com/office/drawing/2014/main" id="{6B9E0D98-ECD8-F0FC-B184-570D51C4F839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7" name="feature_3">
                <a:extLst>
                  <a:ext uri="{FF2B5EF4-FFF2-40B4-BE49-F238E27FC236}">
                    <a16:creationId xmlns:a16="http://schemas.microsoft.com/office/drawing/2014/main" id="{ACA14842-79EB-EA7F-31E1-30A1C93DCCF7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8" name="feature_4">
                <a:extLst>
                  <a:ext uri="{FF2B5EF4-FFF2-40B4-BE49-F238E27FC236}">
                    <a16:creationId xmlns:a16="http://schemas.microsoft.com/office/drawing/2014/main" id="{7E86172C-9246-95EC-E773-ECE1CCB04C7E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CBE7D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9" name="feature_5">
                <a:extLst>
                  <a:ext uri="{FF2B5EF4-FFF2-40B4-BE49-F238E27FC236}">
                    <a16:creationId xmlns:a16="http://schemas.microsoft.com/office/drawing/2014/main" id="{86F3F00E-0B51-877B-82BF-DE51E8AB7136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0" name="feature_6">
                <a:extLst>
                  <a:ext uri="{FF2B5EF4-FFF2-40B4-BE49-F238E27FC236}">
                    <a16:creationId xmlns:a16="http://schemas.microsoft.com/office/drawing/2014/main" id="{4652F87B-A8E8-4E7C-28D8-8D3AA2C2F7FD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1" name="feature_7">
                <a:extLst>
                  <a:ext uri="{FF2B5EF4-FFF2-40B4-BE49-F238E27FC236}">
                    <a16:creationId xmlns:a16="http://schemas.microsoft.com/office/drawing/2014/main" id="{6A925CD1-ACF0-9BED-08DB-C6F46AF60C3A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62" name="Candidate representation h_j">
              <a:extLst>
                <a:ext uri="{FF2B5EF4-FFF2-40B4-BE49-F238E27FC236}">
                  <a16:creationId xmlns:a16="http://schemas.microsoft.com/office/drawing/2014/main" id="{49E0E358-B68C-79E6-C91D-EDD6ADEC693B}"/>
                </a:ext>
              </a:extLst>
            </p:cNvPr>
            <p:cNvGrpSpPr/>
            <p:nvPr/>
          </p:nvGrpSpPr>
          <p:grpSpPr>
            <a:xfrm>
              <a:off x="4152736" y="3366003"/>
              <a:ext cx="269760" cy="51084"/>
              <a:chOff x="2641140" y="4746825"/>
              <a:chExt cx="397485" cy="72270"/>
            </a:xfrm>
          </p:grpSpPr>
          <p:sp>
            <p:nvSpPr>
              <p:cNvPr id="463" name="feature_1">
                <a:extLst>
                  <a:ext uri="{FF2B5EF4-FFF2-40B4-BE49-F238E27FC236}">
                    <a16:creationId xmlns:a16="http://schemas.microsoft.com/office/drawing/2014/main" id="{F14B8775-F6B2-EFAF-3B70-636459AF5059}"/>
                  </a:ext>
                </a:extLst>
              </p:cNvPr>
              <p:cNvSpPr/>
              <p:nvPr/>
            </p:nvSpPr>
            <p:spPr>
              <a:xfrm>
                <a:off x="2641140" y="4746825"/>
                <a:ext cx="53968" cy="72270"/>
              </a:xfrm>
              <a:prstGeom prst="rect">
                <a:avLst/>
              </a:prstGeom>
              <a:solidFill>
                <a:srgbClr val="367F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4" name="feature_2">
                <a:extLst>
                  <a:ext uri="{FF2B5EF4-FFF2-40B4-BE49-F238E27FC236}">
                    <a16:creationId xmlns:a16="http://schemas.microsoft.com/office/drawing/2014/main" id="{C3CFBD15-37A1-9433-1A7B-DC6156EC17C1}"/>
                  </a:ext>
                </a:extLst>
              </p:cNvPr>
              <p:cNvSpPr/>
              <p:nvPr/>
            </p:nvSpPr>
            <p:spPr>
              <a:xfrm>
                <a:off x="2698393" y="4746825"/>
                <a:ext cx="53968" cy="72270"/>
              </a:xfrm>
              <a:prstGeom prst="rect">
                <a:avLst/>
              </a:prstGeom>
              <a:solidFill>
                <a:srgbClr val="7EAE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5" name="feature_3">
                <a:extLst>
                  <a:ext uri="{FF2B5EF4-FFF2-40B4-BE49-F238E27FC236}">
                    <a16:creationId xmlns:a16="http://schemas.microsoft.com/office/drawing/2014/main" id="{3DAA6F3B-2FE1-E9E0-8A3C-DB21F04104BA}"/>
                  </a:ext>
                </a:extLst>
              </p:cNvPr>
              <p:cNvSpPr/>
              <p:nvPr/>
            </p:nvSpPr>
            <p:spPr>
              <a:xfrm>
                <a:off x="2755646" y="4746825"/>
                <a:ext cx="53968" cy="72270"/>
              </a:xfrm>
              <a:prstGeom prst="rect">
                <a:avLst/>
              </a:prstGeom>
              <a:solidFill>
                <a:srgbClr val="BCD8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6" name="feature_4">
                <a:extLst>
                  <a:ext uri="{FF2B5EF4-FFF2-40B4-BE49-F238E27FC236}">
                    <a16:creationId xmlns:a16="http://schemas.microsoft.com/office/drawing/2014/main" id="{0CCA9839-DC57-7B24-132F-4AFCC8EB0592}"/>
                  </a:ext>
                </a:extLst>
              </p:cNvPr>
              <p:cNvSpPr/>
              <p:nvPr/>
            </p:nvSpPr>
            <p:spPr>
              <a:xfrm>
                <a:off x="2812899" y="4746825"/>
                <a:ext cx="53968" cy="72270"/>
              </a:xfrm>
              <a:prstGeom prst="rect">
                <a:avLst/>
              </a:prstGeom>
              <a:solidFill>
                <a:srgbClr val="88C3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7" name="feature_5">
                <a:extLst>
                  <a:ext uri="{FF2B5EF4-FFF2-40B4-BE49-F238E27FC236}">
                    <a16:creationId xmlns:a16="http://schemas.microsoft.com/office/drawing/2014/main" id="{DEC7E748-3E36-74EE-6AAB-B88F261684A6}"/>
                  </a:ext>
                </a:extLst>
              </p:cNvPr>
              <p:cNvSpPr/>
              <p:nvPr/>
            </p:nvSpPr>
            <p:spPr>
              <a:xfrm>
                <a:off x="2870151" y="4746825"/>
                <a:ext cx="53968" cy="72270"/>
              </a:xfrm>
              <a:prstGeom prst="rect">
                <a:avLst/>
              </a:prstGeom>
              <a:solidFill>
                <a:srgbClr val="23877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8" name="feature_6">
                <a:extLst>
                  <a:ext uri="{FF2B5EF4-FFF2-40B4-BE49-F238E27FC236}">
                    <a16:creationId xmlns:a16="http://schemas.microsoft.com/office/drawing/2014/main" id="{57B48838-48A3-0F05-2510-D3BF00C0CE4E}"/>
                  </a:ext>
                </a:extLst>
              </p:cNvPr>
              <p:cNvSpPr/>
              <p:nvPr/>
            </p:nvSpPr>
            <p:spPr>
              <a:xfrm>
                <a:off x="2927404" y="4746825"/>
                <a:ext cx="53968" cy="72270"/>
              </a:xfrm>
              <a:prstGeom prst="rect">
                <a:avLst/>
              </a:prstGeom>
              <a:solidFill>
                <a:srgbClr val="B1A4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9" name="feature_7">
                <a:extLst>
                  <a:ext uri="{FF2B5EF4-FFF2-40B4-BE49-F238E27FC236}">
                    <a16:creationId xmlns:a16="http://schemas.microsoft.com/office/drawing/2014/main" id="{A7975602-492B-DCA8-0AE0-020309198033}"/>
                  </a:ext>
                </a:extLst>
              </p:cNvPr>
              <p:cNvSpPr/>
              <p:nvPr/>
            </p:nvSpPr>
            <p:spPr>
              <a:xfrm>
                <a:off x="2984657" y="4746825"/>
                <a:ext cx="53968" cy="72270"/>
              </a:xfrm>
              <a:prstGeom prst="rect">
                <a:avLst/>
              </a:prstGeom>
              <a:solidFill>
                <a:srgbClr val="D4CB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470" name="Arrow 10 | proportional arrowhead">
              <a:extLst>
                <a:ext uri="{FF2B5EF4-FFF2-40B4-BE49-F238E27FC236}">
                  <a16:creationId xmlns:a16="http://schemas.microsoft.com/office/drawing/2014/main" id="{883E7E39-7E16-05BD-7BAB-7BCE5A9CFE72}"/>
                </a:ext>
              </a:extLst>
            </p:cNvPr>
            <p:cNvSpPr/>
            <p:nvPr/>
          </p:nvSpPr>
          <p:spPr>
            <a:xfrm>
              <a:off x="2677234" y="2208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1" name="Arrow 11 | proportional arrowhead">
              <a:extLst>
                <a:ext uri="{FF2B5EF4-FFF2-40B4-BE49-F238E27FC236}">
                  <a16:creationId xmlns:a16="http://schemas.microsoft.com/office/drawing/2014/main" id="{9192CB90-8213-C8A2-7754-B054936E2F0A}"/>
                </a:ext>
              </a:extLst>
            </p:cNvPr>
            <p:cNvSpPr/>
            <p:nvPr/>
          </p:nvSpPr>
          <p:spPr>
            <a:xfrm>
              <a:off x="3173836" y="2208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2" name="Arrow 12 | proportional arrowhead">
              <a:extLst>
                <a:ext uri="{FF2B5EF4-FFF2-40B4-BE49-F238E27FC236}">
                  <a16:creationId xmlns:a16="http://schemas.microsoft.com/office/drawing/2014/main" id="{5721A005-A0A2-B62E-2CE0-A47A79B9A5AA}"/>
                </a:ext>
              </a:extLst>
            </p:cNvPr>
            <p:cNvSpPr/>
            <p:nvPr/>
          </p:nvSpPr>
          <p:spPr>
            <a:xfrm>
              <a:off x="3340392" y="3137827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3" name="Arrow 20 | proportional arrowhead">
              <a:extLst>
                <a:ext uri="{FF2B5EF4-FFF2-40B4-BE49-F238E27FC236}">
                  <a16:creationId xmlns:a16="http://schemas.microsoft.com/office/drawing/2014/main" id="{1679209D-BBE7-9DEA-8621-76C125EE1E3C}"/>
                </a:ext>
              </a:extLst>
            </p:cNvPr>
            <p:cNvSpPr/>
            <p:nvPr/>
          </p:nvSpPr>
          <p:spPr>
            <a:xfrm>
              <a:off x="2457543" y="292113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4" name="Arrow 21 | proportional arrowhead">
              <a:extLst>
                <a:ext uri="{FF2B5EF4-FFF2-40B4-BE49-F238E27FC236}">
                  <a16:creationId xmlns:a16="http://schemas.microsoft.com/office/drawing/2014/main" id="{CE5DDA9A-11DB-D381-053B-7D00CE05E375}"/>
                </a:ext>
              </a:extLst>
            </p:cNvPr>
            <p:cNvSpPr/>
            <p:nvPr/>
          </p:nvSpPr>
          <p:spPr>
            <a:xfrm>
              <a:off x="3005237" y="292113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5" name="Arrow 23 | proportional arrowhead">
              <a:extLst>
                <a:ext uri="{FF2B5EF4-FFF2-40B4-BE49-F238E27FC236}">
                  <a16:creationId xmlns:a16="http://schemas.microsoft.com/office/drawing/2014/main" id="{F3C5EAFC-0593-24CE-3655-C0F1621DAC8B}"/>
                </a:ext>
              </a:extLst>
            </p:cNvPr>
            <p:cNvSpPr/>
            <p:nvPr/>
          </p:nvSpPr>
          <p:spPr>
            <a:xfrm>
              <a:off x="3237189" y="3009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0" y="33338"/>
                  </a:moveTo>
                  <a:lnTo>
                    <a:pt x="85725" y="66675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6" name="Arrow 26 | proportional arrowhead">
              <a:extLst>
                <a:ext uri="{FF2B5EF4-FFF2-40B4-BE49-F238E27FC236}">
                  <a16:creationId xmlns:a16="http://schemas.microsoft.com/office/drawing/2014/main" id="{809DD83A-7C9D-C0AA-13D3-AF73204FCA24}"/>
                </a:ext>
              </a:extLst>
            </p:cNvPr>
            <p:cNvSpPr/>
            <p:nvPr/>
          </p:nvSpPr>
          <p:spPr>
            <a:xfrm>
              <a:off x="2731390" y="3155537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7" name="Arrow 28 | proportional arrowhead">
              <a:extLst>
                <a:ext uri="{FF2B5EF4-FFF2-40B4-BE49-F238E27FC236}">
                  <a16:creationId xmlns:a16="http://schemas.microsoft.com/office/drawing/2014/main" id="{21101AFA-F39D-D4C2-E87D-2D478E7FF700}"/>
                </a:ext>
              </a:extLst>
            </p:cNvPr>
            <p:cNvSpPr/>
            <p:nvPr/>
          </p:nvSpPr>
          <p:spPr>
            <a:xfrm>
              <a:off x="3218796" y="321785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8" name="Arrow 29 | proportional arrowhead">
              <a:extLst>
                <a:ext uri="{FF2B5EF4-FFF2-40B4-BE49-F238E27FC236}">
                  <a16:creationId xmlns:a16="http://schemas.microsoft.com/office/drawing/2014/main" id="{A17B75CD-A091-EC92-103A-759DE86F2C7F}"/>
                </a:ext>
              </a:extLst>
            </p:cNvPr>
            <p:cNvSpPr/>
            <p:nvPr/>
          </p:nvSpPr>
          <p:spPr>
            <a:xfrm>
              <a:off x="3340392" y="3331266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9" name="Arrow 42 | proportional arrowhead">
              <a:extLst>
                <a:ext uri="{FF2B5EF4-FFF2-40B4-BE49-F238E27FC236}">
                  <a16:creationId xmlns:a16="http://schemas.microsoft.com/office/drawing/2014/main" id="{12790B2D-B35F-FA69-2FB2-769245F8A6C5}"/>
                </a:ext>
              </a:extLst>
            </p:cNvPr>
            <p:cNvSpPr/>
            <p:nvPr/>
          </p:nvSpPr>
          <p:spPr>
            <a:xfrm>
              <a:off x="3810428" y="2447089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0" name="Arrow 44 | proportional arrowhead">
              <a:extLst>
                <a:ext uri="{FF2B5EF4-FFF2-40B4-BE49-F238E27FC236}">
                  <a16:creationId xmlns:a16="http://schemas.microsoft.com/office/drawing/2014/main" id="{8BC8B86D-63A5-DA30-924F-F930090A43BF}"/>
                </a:ext>
              </a:extLst>
            </p:cNvPr>
            <p:cNvSpPr/>
            <p:nvPr/>
          </p:nvSpPr>
          <p:spPr>
            <a:xfrm>
              <a:off x="4280464" y="2481225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1" name="Arrow 45 | proportional arrowhead">
              <a:extLst>
                <a:ext uri="{FF2B5EF4-FFF2-40B4-BE49-F238E27FC236}">
                  <a16:creationId xmlns:a16="http://schemas.microsoft.com/office/drawing/2014/main" id="{D962DB06-7960-4086-0C20-C211CAD67AC5}"/>
                </a:ext>
              </a:extLst>
            </p:cNvPr>
            <p:cNvSpPr/>
            <p:nvPr/>
          </p:nvSpPr>
          <p:spPr>
            <a:xfrm>
              <a:off x="4750499" y="2479182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2" name="Arrow 53 | proportional arrowhead">
              <a:extLst>
                <a:ext uri="{FF2B5EF4-FFF2-40B4-BE49-F238E27FC236}">
                  <a16:creationId xmlns:a16="http://schemas.microsoft.com/office/drawing/2014/main" id="{4A4D91BF-7DEB-CD55-03B1-AA09B38F7443}"/>
                </a:ext>
              </a:extLst>
            </p:cNvPr>
            <p:cNvSpPr/>
            <p:nvPr/>
          </p:nvSpPr>
          <p:spPr>
            <a:xfrm>
              <a:off x="3810428" y="291646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3" name="Arrow 55 | proportional arrowhead">
              <a:extLst>
                <a:ext uri="{FF2B5EF4-FFF2-40B4-BE49-F238E27FC236}">
                  <a16:creationId xmlns:a16="http://schemas.microsoft.com/office/drawing/2014/main" id="{C3252B6C-0611-DB24-BD50-A0FD415F7BE7}"/>
                </a:ext>
              </a:extLst>
            </p:cNvPr>
            <p:cNvSpPr/>
            <p:nvPr/>
          </p:nvSpPr>
          <p:spPr>
            <a:xfrm>
              <a:off x="4280464" y="295324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4" name="Arrow 56 | proportional arrowhead">
              <a:extLst>
                <a:ext uri="{FF2B5EF4-FFF2-40B4-BE49-F238E27FC236}">
                  <a16:creationId xmlns:a16="http://schemas.microsoft.com/office/drawing/2014/main" id="{3B25EE88-7A08-EDA7-73C4-A52A6B739D5A}"/>
                </a:ext>
              </a:extLst>
            </p:cNvPr>
            <p:cNvSpPr/>
            <p:nvPr/>
          </p:nvSpPr>
          <p:spPr>
            <a:xfrm>
              <a:off x="4750499" y="2701909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5" name="Arrow 60 | proportional arrowhead">
              <a:extLst>
                <a:ext uri="{FF2B5EF4-FFF2-40B4-BE49-F238E27FC236}">
                  <a16:creationId xmlns:a16="http://schemas.microsoft.com/office/drawing/2014/main" id="{0D6B0C82-AA42-CE76-2BF3-6C333E64243A}"/>
                </a:ext>
              </a:extLst>
            </p:cNvPr>
            <p:cNvSpPr/>
            <p:nvPr/>
          </p:nvSpPr>
          <p:spPr>
            <a:xfrm>
              <a:off x="4750499" y="291646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6" name="Arrow 62 | proportional arrowhead">
              <a:extLst>
                <a:ext uri="{FF2B5EF4-FFF2-40B4-BE49-F238E27FC236}">
                  <a16:creationId xmlns:a16="http://schemas.microsoft.com/office/drawing/2014/main" id="{870B8169-109A-EFC4-DE6B-6C53F8E184A8}"/>
                </a:ext>
              </a:extLst>
            </p:cNvPr>
            <p:cNvSpPr/>
            <p:nvPr/>
          </p:nvSpPr>
          <p:spPr>
            <a:xfrm>
              <a:off x="4048511" y="301147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0" y="33338"/>
                  </a:moveTo>
                  <a:lnTo>
                    <a:pt x="85725" y="66675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87" name="Arrow 63 | proportional arrowhead">
              <a:extLst>
                <a:ext uri="{FF2B5EF4-FFF2-40B4-BE49-F238E27FC236}">
                  <a16:creationId xmlns:a16="http://schemas.microsoft.com/office/drawing/2014/main" id="{AAD6CDC8-DFC3-EC61-11CB-0AACC6968247}"/>
                </a:ext>
              </a:extLst>
            </p:cNvPr>
            <p:cNvSpPr/>
            <p:nvPr/>
          </p:nvSpPr>
          <p:spPr>
            <a:xfrm>
              <a:off x="4508329" y="301147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88" name="Arrow 66 | proportional arrowhead">
              <a:extLst>
                <a:ext uri="{FF2B5EF4-FFF2-40B4-BE49-F238E27FC236}">
                  <a16:creationId xmlns:a16="http://schemas.microsoft.com/office/drawing/2014/main" id="{85574A67-AF70-D63E-A2D3-E8A04E07668F}"/>
                </a:ext>
              </a:extLst>
            </p:cNvPr>
            <p:cNvSpPr/>
            <p:nvPr/>
          </p:nvSpPr>
          <p:spPr>
            <a:xfrm>
              <a:off x="4122082" y="321785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9" name="Arrow 67 | proportional arrowhead">
              <a:extLst>
                <a:ext uri="{FF2B5EF4-FFF2-40B4-BE49-F238E27FC236}">
                  <a16:creationId xmlns:a16="http://schemas.microsoft.com/office/drawing/2014/main" id="{FC61A5F7-5A0B-C74D-6DD8-5576EA21E9D0}"/>
                </a:ext>
              </a:extLst>
            </p:cNvPr>
            <p:cNvSpPr/>
            <p:nvPr/>
          </p:nvSpPr>
          <p:spPr>
            <a:xfrm>
              <a:off x="4434758" y="321785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0" y="33338"/>
                  </a:moveTo>
                  <a:lnTo>
                    <a:pt x="85725" y="66675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0" name="Arrow 68 | proportional arrowhead">
              <a:extLst>
                <a:ext uri="{FF2B5EF4-FFF2-40B4-BE49-F238E27FC236}">
                  <a16:creationId xmlns:a16="http://schemas.microsoft.com/office/drawing/2014/main" id="{65DEC0D0-18A5-924D-9734-9607FD44BDE1}"/>
                </a:ext>
              </a:extLst>
            </p:cNvPr>
            <p:cNvSpPr/>
            <p:nvPr/>
          </p:nvSpPr>
          <p:spPr>
            <a:xfrm>
              <a:off x="4280464" y="3137827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1" name="Arrow 69 | proportional arrowhead">
              <a:extLst>
                <a:ext uri="{FF2B5EF4-FFF2-40B4-BE49-F238E27FC236}">
                  <a16:creationId xmlns:a16="http://schemas.microsoft.com/office/drawing/2014/main" id="{93CC0263-CBA4-2BB2-1B30-E8A0CE82BDC6}"/>
                </a:ext>
              </a:extLst>
            </p:cNvPr>
            <p:cNvSpPr/>
            <p:nvPr/>
          </p:nvSpPr>
          <p:spPr>
            <a:xfrm>
              <a:off x="4280464" y="3331266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2" name="Arrow 71 | proportional arrowhead">
              <a:extLst>
                <a:ext uri="{FF2B5EF4-FFF2-40B4-BE49-F238E27FC236}">
                  <a16:creationId xmlns:a16="http://schemas.microsoft.com/office/drawing/2014/main" id="{42756275-3D3A-0E05-99FC-DD3E4E7A2AC8}"/>
                </a:ext>
              </a:extLst>
            </p:cNvPr>
            <p:cNvSpPr/>
            <p:nvPr/>
          </p:nvSpPr>
          <p:spPr>
            <a:xfrm>
              <a:off x="2457543" y="3503682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93" name="Arrow 72 | proportional arrowhead">
              <a:extLst>
                <a:ext uri="{FF2B5EF4-FFF2-40B4-BE49-F238E27FC236}">
                  <a16:creationId xmlns:a16="http://schemas.microsoft.com/office/drawing/2014/main" id="{AE0C9CC2-716E-E252-45E1-50FB6E1913B8}"/>
                </a:ext>
              </a:extLst>
            </p:cNvPr>
            <p:cNvSpPr/>
            <p:nvPr/>
          </p:nvSpPr>
          <p:spPr>
            <a:xfrm>
              <a:off x="2779415" y="3577492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94" name="Arrow 75 | proportional arrowhead">
              <a:extLst>
                <a:ext uri="{FF2B5EF4-FFF2-40B4-BE49-F238E27FC236}">
                  <a16:creationId xmlns:a16="http://schemas.microsoft.com/office/drawing/2014/main" id="{EDE80604-4A02-F96E-C5FA-C7049FDB9DF0}"/>
                </a:ext>
              </a:extLst>
            </p:cNvPr>
            <p:cNvSpPr/>
            <p:nvPr/>
          </p:nvSpPr>
          <p:spPr>
            <a:xfrm>
              <a:off x="3615261" y="3577492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95" name="Arrow 76 | proportional arrowhead">
              <a:extLst>
                <a:ext uri="{FF2B5EF4-FFF2-40B4-BE49-F238E27FC236}">
                  <a16:creationId xmlns:a16="http://schemas.microsoft.com/office/drawing/2014/main" id="{1B18E344-F400-1D6B-1687-E690D036022D}"/>
                </a:ext>
              </a:extLst>
            </p:cNvPr>
            <p:cNvSpPr/>
            <p:nvPr/>
          </p:nvSpPr>
          <p:spPr>
            <a:xfrm>
              <a:off x="3843126" y="3505615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6" name="Arrow 78 | proportional arrowhead">
              <a:extLst>
                <a:ext uri="{FF2B5EF4-FFF2-40B4-BE49-F238E27FC236}">
                  <a16:creationId xmlns:a16="http://schemas.microsoft.com/office/drawing/2014/main" id="{80DBBCC4-29A1-23CD-DE20-3BC8543961CD}"/>
                </a:ext>
              </a:extLst>
            </p:cNvPr>
            <p:cNvSpPr/>
            <p:nvPr/>
          </p:nvSpPr>
          <p:spPr>
            <a:xfrm>
              <a:off x="4350969" y="3577492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7" name="c | shared input to candidate crop | proportional arrowhead">
              <a:extLst>
                <a:ext uri="{FF2B5EF4-FFF2-40B4-BE49-F238E27FC236}">
                  <a16:creationId xmlns:a16="http://schemas.microsoft.com/office/drawing/2014/main" id="{2D012B36-D3F9-4373-C0B3-2638B06AB565}"/>
                </a:ext>
              </a:extLst>
            </p:cNvPr>
            <p:cNvSpPr/>
            <p:nvPr/>
          </p:nvSpPr>
          <p:spPr>
            <a:xfrm>
              <a:off x="2215373" y="2208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</p:grpSp>
      <p:grpSp>
        <p:nvGrpSpPr>
          <p:cNvPr id="498" name="d | Build: downstream pose reconstruction">
            <a:extLst>
              <a:ext uri="{FF2B5EF4-FFF2-40B4-BE49-F238E27FC236}">
                <a16:creationId xmlns:a16="http://schemas.microsoft.com/office/drawing/2014/main" id="{4C922834-3692-0CDF-71DC-143D30C4E581}"/>
              </a:ext>
            </a:extLst>
          </p:cNvPr>
          <p:cNvGrpSpPr/>
          <p:nvPr/>
        </p:nvGrpSpPr>
        <p:grpSpPr>
          <a:xfrm>
            <a:off x="1405608" y="3880469"/>
            <a:ext cx="3668807" cy="544065"/>
            <a:chOff x="65700" y="5420250"/>
            <a:chExt cx="5124600" cy="759952"/>
          </a:xfrm>
        </p:grpSpPr>
        <p:sp>
          <p:nvSpPr>
            <p:cNvPr id="499" name="d | panel background">
              <a:extLst>
                <a:ext uri="{FF2B5EF4-FFF2-40B4-BE49-F238E27FC236}">
                  <a16:creationId xmlns:a16="http://schemas.microsoft.com/office/drawing/2014/main" id="{5594094E-42EA-E149-D908-CEE5401AD661}"/>
                </a:ext>
              </a:extLst>
            </p:cNvPr>
            <p:cNvSpPr/>
            <p:nvPr/>
          </p:nvSpPr>
          <p:spPr>
            <a:xfrm>
              <a:off x="65700" y="5420250"/>
              <a:ext cx="5124600" cy="748980"/>
            </a:xfrm>
            <a:prstGeom prst="roundRect">
              <a:avLst>
                <a:gd name="adj" fmla="val 5263"/>
              </a:avLst>
            </a:prstGeom>
            <a:solidFill>
              <a:srgbClr val="FCFAF5"/>
            </a:solidFill>
            <a:ln w="6480" cap="rnd" cmpd="sng" algn="ctr">
              <a:solidFill>
                <a:srgbClr val="D8CAB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00" name="Text | d">
              <a:extLst>
                <a:ext uri="{FF2B5EF4-FFF2-40B4-BE49-F238E27FC236}">
                  <a16:creationId xmlns:a16="http://schemas.microsoft.com/office/drawing/2014/main" id="{16BACAC9-90BF-03E9-8FF6-4CAAC6E4BE9B}"/>
                </a:ext>
              </a:extLst>
            </p:cNvPr>
            <p:cNvSpPr txBox="1"/>
            <p:nvPr/>
          </p:nvSpPr>
          <p:spPr>
            <a:xfrm>
              <a:off x="137970" y="5426820"/>
              <a:ext cx="143553" cy="1912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76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</a:t>
              </a:r>
              <a:endParaRPr lang="en-US" sz="760"/>
            </a:p>
          </p:txBody>
        </p:sp>
        <p:sp>
          <p:nvSpPr>
            <p:cNvPr id="501" name="Text | Build: downstream pose reconstruction">
              <a:extLst>
                <a:ext uri="{FF2B5EF4-FFF2-40B4-BE49-F238E27FC236}">
                  <a16:creationId xmlns:a16="http://schemas.microsoft.com/office/drawing/2014/main" id="{01B1EFEF-31A9-1CB4-313F-169835B6E8EB}"/>
                </a:ext>
              </a:extLst>
            </p:cNvPr>
            <p:cNvSpPr txBox="1"/>
            <p:nvPr/>
          </p:nvSpPr>
          <p:spPr>
            <a:xfrm>
              <a:off x="279225" y="5446530"/>
              <a:ext cx="2524252" cy="1586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629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Build: downstream pose reconstruction</a:t>
              </a:r>
              <a:endParaRPr lang="en-US" sz="629"/>
            </a:p>
          </p:txBody>
        </p:sp>
        <p:grpSp>
          <p:nvGrpSpPr>
            <p:cNvPr id="502" name="d | Site p: local receptor environment">
              <a:extLst>
                <a:ext uri="{FF2B5EF4-FFF2-40B4-BE49-F238E27FC236}">
                  <a16:creationId xmlns:a16="http://schemas.microsoft.com/office/drawing/2014/main" id="{6CB62F54-6EFF-A2E3-75EB-2BC5B0A75748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503" name="ellipse_2785">
                <a:extLst>
                  <a:ext uri="{FF2B5EF4-FFF2-40B4-BE49-F238E27FC236}">
                    <a16:creationId xmlns:a16="http://schemas.microsoft.com/office/drawing/2014/main" id="{A12DCA60-B043-6023-979B-C3B6B083B57A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4" name="ellipse_2786">
                <a:extLst>
                  <a:ext uri="{FF2B5EF4-FFF2-40B4-BE49-F238E27FC236}">
                    <a16:creationId xmlns:a16="http://schemas.microsoft.com/office/drawing/2014/main" id="{51F028FF-7688-878D-4612-817C67FD091B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" name="ellipse_2787">
                <a:extLst>
                  <a:ext uri="{FF2B5EF4-FFF2-40B4-BE49-F238E27FC236}">
                    <a16:creationId xmlns:a16="http://schemas.microsoft.com/office/drawing/2014/main" id="{CAD72E91-244A-CB0D-60AD-B647477A7C41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6" name="ellipse_2788">
                <a:extLst>
                  <a:ext uri="{FF2B5EF4-FFF2-40B4-BE49-F238E27FC236}">
                    <a16:creationId xmlns:a16="http://schemas.microsoft.com/office/drawing/2014/main" id="{ADA92AAE-1702-16A3-2EEA-774271D640B4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7" name="ellipse_2789">
                <a:extLst>
                  <a:ext uri="{FF2B5EF4-FFF2-40B4-BE49-F238E27FC236}">
                    <a16:creationId xmlns:a16="http://schemas.microsoft.com/office/drawing/2014/main" id="{594792D1-925D-D998-ADDE-BD491ACEFEB5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8" name="ellipse_2790">
                <a:extLst>
                  <a:ext uri="{FF2B5EF4-FFF2-40B4-BE49-F238E27FC236}">
                    <a16:creationId xmlns:a16="http://schemas.microsoft.com/office/drawing/2014/main" id="{B9DBBBD2-80AD-D3F3-4E78-EAA70928CDE7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9" name="ellipse_2791">
                <a:extLst>
                  <a:ext uri="{FF2B5EF4-FFF2-40B4-BE49-F238E27FC236}">
                    <a16:creationId xmlns:a16="http://schemas.microsoft.com/office/drawing/2014/main" id="{1A0D6CBC-EBF0-C846-97C9-2B0755CF669A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0" name="ellipse_2792">
                <a:extLst>
                  <a:ext uri="{FF2B5EF4-FFF2-40B4-BE49-F238E27FC236}">
                    <a16:creationId xmlns:a16="http://schemas.microsoft.com/office/drawing/2014/main" id="{D86C228B-9715-013B-1372-E9C632AA0C69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1" name="ellipse_2793">
                <a:extLst>
                  <a:ext uri="{FF2B5EF4-FFF2-40B4-BE49-F238E27FC236}">
                    <a16:creationId xmlns:a16="http://schemas.microsoft.com/office/drawing/2014/main" id="{3A1B6AF3-5148-60FF-787B-428B60C4104C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2" name="ellipse_2794">
                <a:extLst>
                  <a:ext uri="{FF2B5EF4-FFF2-40B4-BE49-F238E27FC236}">
                    <a16:creationId xmlns:a16="http://schemas.microsoft.com/office/drawing/2014/main" id="{A7A7E497-9ACA-727C-B6FE-FDC945ADFE5A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3" name="ellipse_2795">
                <a:extLst>
                  <a:ext uri="{FF2B5EF4-FFF2-40B4-BE49-F238E27FC236}">
                    <a16:creationId xmlns:a16="http://schemas.microsoft.com/office/drawing/2014/main" id="{EDC068A5-FFD8-7C85-C5EE-449528339038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4" name="ellipse_2796">
                <a:extLst>
                  <a:ext uri="{FF2B5EF4-FFF2-40B4-BE49-F238E27FC236}">
                    <a16:creationId xmlns:a16="http://schemas.microsoft.com/office/drawing/2014/main" id="{BA5D1445-CCBF-AD18-5195-7CFACAD7137E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5" name="ellipse_2797">
                <a:extLst>
                  <a:ext uri="{FF2B5EF4-FFF2-40B4-BE49-F238E27FC236}">
                    <a16:creationId xmlns:a16="http://schemas.microsoft.com/office/drawing/2014/main" id="{515BA9A2-BDF3-57B1-B418-C94097B7AE80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6" name="ellipse_2798">
                <a:extLst>
                  <a:ext uri="{FF2B5EF4-FFF2-40B4-BE49-F238E27FC236}">
                    <a16:creationId xmlns:a16="http://schemas.microsoft.com/office/drawing/2014/main" id="{2B4CBFD0-73C3-6605-0083-7DF46224C668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7" name="ellipse_2799">
                <a:extLst>
                  <a:ext uri="{FF2B5EF4-FFF2-40B4-BE49-F238E27FC236}">
                    <a16:creationId xmlns:a16="http://schemas.microsoft.com/office/drawing/2014/main" id="{2A9BC2F7-88FC-537D-2761-AFE3D3D3200E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8" name="ellipse_2800">
                <a:extLst>
                  <a:ext uri="{FF2B5EF4-FFF2-40B4-BE49-F238E27FC236}">
                    <a16:creationId xmlns:a16="http://schemas.microsoft.com/office/drawing/2014/main" id="{19A3CE69-1564-E07F-C6A2-ED4211D156F3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9" name="ellipse_2801">
                <a:extLst>
                  <a:ext uri="{FF2B5EF4-FFF2-40B4-BE49-F238E27FC236}">
                    <a16:creationId xmlns:a16="http://schemas.microsoft.com/office/drawing/2014/main" id="{0CE88042-6130-A0AC-D34C-6EDE538A15C0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0" name="ellipse_2802">
                <a:extLst>
                  <a:ext uri="{FF2B5EF4-FFF2-40B4-BE49-F238E27FC236}">
                    <a16:creationId xmlns:a16="http://schemas.microsoft.com/office/drawing/2014/main" id="{363002B6-D4CA-2A9E-299A-65312E69323A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1" name="ellipse_2803">
                <a:extLst>
                  <a:ext uri="{FF2B5EF4-FFF2-40B4-BE49-F238E27FC236}">
                    <a16:creationId xmlns:a16="http://schemas.microsoft.com/office/drawing/2014/main" id="{F7B99FE0-23EE-89CE-101D-26DEF67E4BCC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2" name="ellipse_2804">
                <a:extLst>
                  <a:ext uri="{FF2B5EF4-FFF2-40B4-BE49-F238E27FC236}">
                    <a16:creationId xmlns:a16="http://schemas.microsoft.com/office/drawing/2014/main" id="{E43407AF-3BBF-6BED-5776-DCAFD3A5C6CD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3" name="ellipse_2805">
                <a:extLst>
                  <a:ext uri="{FF2B5EF4-FFF2-40B4-BE49-F238E27FC236}">
                    <a16:creationId xmlns:a16="http://schemas.microsoft.com/office/drawing/2014/main" id="{FB6E9BF8-EDD9-C4BB-DBC9-8EA711C786E5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4" name="ellipse_2806">
                <a:extLst>
                  <a:ext uri="{FF2B5EF4-FFF2-40B4-BE49-F238E27FC236}">
                    <a16:creationId xmlns:a16="http://schemas.microsoft.com/office/drawing/2014/main" id="{505D5B54-BA61-B1B3-3704-848C17D96BFB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5" name="ellipse_2807">
                <a:extLst>
                  <a:ext uri="{FF2B5EF4-FFF2-40B4-BE49-F238E27FC236}">
                    <a16:creationId xmlns:a16="http://schemas.microsoft.com/office/drawing/2014/main" id="{5078FD94-FACF-AEAB-981A-1C425E8A9488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6" name="ellipse_2808">
                <a:extLst>
                  <a:ext uri="{FF2B5EF4-FFF2-40B4-BE49-F238E27FC236}">
                    <a16:creationId xmlns:a16="http://schemas.microsoft.com/office/drawing/2014/main" id="{694F1E2C-FC22-8D28-3530-07FD0E8AF95A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7" name="ellipse_2809">
                <a:extLst>
                  <a:ext uri="{FF2B5EF4-FFF2-40B4-BE49-F238E27FC236}">
                    <a16:creationId xmlns:a16="http://schemas.microsoft.com/office/drawing/2014/main" id="{3077695A-3B4F-C2FA-CF76-534AE8019AA2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8" name="ellipse_2810">
                <a:extLst>
                  <a:ext uri="{FF2B5EF4-FFF2-40B4-BE49-F238E27FC236}">
                    <a16:creationId xmlns:a16="http://schemas.microsoft.com/office/drawing/2014/main" id="{5A6DFB49-DB6F-3F6E-9F5A-6C526F9CE43A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9" name="ellipse_2811">
                <a:extLst>
                  <a:ext uri="{FF2B5EF4-FFF2-40B4-BE49-F238E27FC236}">
                    <a16:creationId xmlns:a16="http://schemas.microsoft.com/office/drawing/2014/main" id="{183AC548-6193-3383-59F2-FFD8D2D62502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0" name="ellipse_2812">
                <a:extLst>
                  <a:ext uri="{FF2B5EF4-FFF2-40B4-BE49-F238E27FC236}">
                    <a16:creationId xmlns:a16="http://schemas.microsoft.com/office/drawing/2014/main" id="{7A4CBBB3-8BAE-FE82-41DA-59393A2A42E4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1" name="ellipse_2813">
                <a:extLst>
                  <a:ext uri="{FF2B5EF4-FFF2-40B4-BE49-F238E27FC236}">
                    <a16:creationId xmlns:a16="http://schemas.microsoft.com/office/drawing/2014/main" id="{F24C19DF-7263-D858-1A4B-0E18EB6F1934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2" name="ellipse_2814">
                <a:extLst>
                  <a:ext uri="{FF2B5EF4-FFF2-40B4-BE49-F238E27FC236}">
                    <a16:creationId xmlns:a16="http://schemas.microsoft.com/office/drawing/2014/main" id="{4DF95B6C-C81F-4D9E-CBD7-7C3041492F2E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3" name="ellipse_2815">
                <a:extLst>
                  <a:ext uri="{FF2B5EF4-FFF2-40B4-BE49-F238E27FC236}">
                    <a16:creationId xmlns:a16="http://schemas.microsoft.com/office/drawing/2014/main" id="{EAEA41C7-C674-293D-43F4-2F66F044A12F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4" name="ellipse_2816">
                <a:extLst>
                  <a:ext uri="{FF2B5EF4-FFF2-40B4-BE49-F238E27FC236}">
                    <a16:creationId xmlns:a16="http://schemas.microsoft.com/office/drawing/2014/main" id="{FE8A2A2A-5C61-D3F1-C2AC-2F96AA316691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5" name="ellipse_2817">
                <a:extLst>
                  <a:ext uri="{FF2B5EF4-FFF2-40B4-BE49-F238E27FC236}">
                    <a16:creationId xmlns:a16="http://schemas.microsoft.com/office/drawing/2014/main" id="{154171F8-CF16-A11C-A64C-30FAAC160BE1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6" name="ellipse_2818">
                <a:extLst>
                  <a:ext uri="{FF2B5EF4-FFF2-40B4-BE49-F238E27FC236}">
                    <a16:creationId xmlns:a16="http://schemas.microsoft.com/office/drawing/2014/main" id="{1005942C-00D7-8A1C-137B-E1D86938330F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7" name="ellipse_2819">
                <a:extLst>
                  <a:ext uri="{FF2B5EF4-FFF2-40B4-BE49-F238E27FC236}">
                    <a16:creationId xmlns:a16="http://schemas.microsoft.com/office/drawing/2014/main" id="{73B36372-871B-FA4B-1FCA-7A0E91EE9E36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8" name="ellipse_2820">
                <a:extLst>
                  <a:ext uri="{FF2B5EF4-FFF2-40B4-BE49-F238E27FC236}">
                    <a16:creationId xmlns:a16="http://schemas.microsoft.com/office/drawing/2014/main" id="{F7F8A5DD-DBDE-CB37-B237-9C609C1A6546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9" name="ellipse_2821">
                <a:extLst>
                  <a:ext uri="{FF2B5EF4-FFF2-40B4-BE49-F238E27FC236}">
                    <a16:creationId xmlns:a16="http://schemas.microsoft.com/office/drawing/2014/main" id="{1979733E-CB2D-7A67-5FC5-DD9627A39CD3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0" name="ellipse_2822">
                <a:extLst>
                  <a:ext uri="{FF2B5EF4-FFF2-40B4-BE49-F238E27FC236}">
                    <a16:creationId xmlns:a16="http://schemas.microsoft.com/office/drawing/2014/main" id="{C4372E0D-93CD-8E04-1985-70BFD8B50C97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1" name="ellipse_2823">
                <a:extLst>
                  <a:ext uri="{FF2B5EF4-FFF2-40B4-BE49-F238E27FC236}">
                    <a16:creationId xmlns:a16="http://schemas.microsoft.com/office/drawing/2014/main" id="{55197BFF-C785-D4CA-F15F-40A20C659306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2" name="ellipse_2824">
                <a:extLst>
                  <a:ext uri="{FF2B5EF4-FFF2-40B4-BE49-F238E27FC236}">
                    <a16:creationId xmlns:a16="http://schemas.microsoft.com/office/drawing/2014/main" id="{21C32A1E-A7BC-45B3-1FEC-E2F2866A5919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3" name="ellipse_2825">
                <a:extLst>
                  <a:ext uri="{FF2B5EF4-FFF2-40B4-BE49-F238E27FC236}">
                    <a16:creationId xmlns:a16="http://schemas.microsoft.com/office/drawing/2014/main" id="{EC818BE8-9797-8590-EB1E-BF9BCA7BD6D5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4" name="ellipse_2826">
                <a:extLst>
                  <a:ext uri="{FF2B5EF4-FFF2-40B4-BE49-F238E27FC236}">
                    <a16:creationId xmlns:a16="http://schemas.microsoft.com/office/drawing/2014/main" id="{B5CACCE6-05B2-0EA0-66A9-ED4A83A331F7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5" name="ellipse_2827">
                <a:extLst>
                  <a:ext uri="{FF2B5EF4-FFF2-40B4-BE49-F238E27FC236}">
                    <a16:creationId xmlns:a16="http://schemas.microsoft.com/office/drawing/2014/main" id="{24218C7E-A2A0-9739-FF0A-B14CE3408AA9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6" name="ellipse_2828">
                <a:extLst>
                  <a:ext uri="{FF2B5EF4-FFF2-40B4-BE49-F238E27FC236}">
                    <a16:creationId xmlns:a16="http://schemas.microsoft.com/office/drawing/2014/main" id="{17C2F170-5D38-AEEF-0C8A-0BAB13A1AFA4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7" name="ellipse_2829">
                <a:extLst>
                  <a:ext uri="{FF2B5EF4-FFF2-40B4-BE49-F238E27FC236}">
                    <a16:creationId xmlns:a16="http://schemas.microsoft.com/office/drawing/2014/main" id="{72DE01CC-7BD5-EF8A-4D5E-D4F16EBD25BA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8" name="ellipse_2830">
                <a:extLst>
                  <a:ext uri="{FF2B5EF4-FFF2-40B4-BE49-F238E27FC236}">
                    <a16:creationId xmlns:a16="http://schemas.microsoft.com/office/drawing/2014/main" id="{2D90C968-2B8D-CFCD-9A08-06CAA11205F5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9" name="ellipse_2831">
                <a:extLst>
                  <a:ext uri="{FF2B5EF4-FFF2-40B4-BE49-F238E27FC236}">
                    <a16:creationId xmlns:a16="http://schemas.microsoft.com/office/drawing/2014/main" id="{F5A64C34-4C7A-0DCB-3D64-ADAB6CB255CE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0" name="ellipse_2832">
                <a:extLst>
                  <a:ext uri="{FF2B5EF4-FFF2-40B4-BE49-F238E27FC236}">
                    <a16:creationId xmlns:a16="http://schemas.microsoft.com/office/drawing/2014/main" id="{D1FC9509-50AC-F791-4FE3-A52D3662A7C9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1" name="ellipse_2833">
                <a:extLst>
                  <a:ext uri="{FF2B5EF4-FFF2-40B4-BE49-F238E27FC236}">
                    <a16:creationId xmlns:a16="http://schemas.microsoft.com/office/drawing/2014/main" id="{83194F97-922B-C004-9A25-4BD7C7374171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2" name="ellipse_2834">
                <a:extLst>
                  <a:ext uri="{FF2B5EF4-FFF2-40B4-BE49-F238E27FC236}">
                    <a16:creationId xmlns:a16="http://schemas.microsoft.com/office/drawing/2014/main" id="{EE4A2221-0759-376C-4BA7-8DF11E3AF0E3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3" name="ellipse_2835">
                <a:extLst>
                  <a:ext uri="{FF2B5EF4-FFF2-40B4-BE49-F238E27FC236}">
                    <a16:creationId xmlns:a16="http://schemas.microsoft.com/office/drawing/2014/main" id="{6B7792C2-D2C4-D5DF-94AA-673F140B5EFF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4" name="ellipse_2836">
                <a:extLst>
                  <a:ext uri="{FF2B5EF4-FFF2-40B4-BE49-F238E27FC236}">
                    <a16:creationId xmlns:a16="http://schemas.microsoft.com/office/drawing/2014/main" id="{5234EB81-40FA-2A66-58E5-B9CDED3C4EA3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5" name="ellipse_2837">
                <a:extLst>
                  <a:ext uri="{FF2B5EF4-FFF2-40B4-BE49-F238E27FC236}">
                    <a16:creationId xmlns:a16="http://schemas.microsoft.com/office/drawing/2014/main" id="{B72A6EE8-324F-CF7B-B794-0AA1452531DB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6" name="ellipse_2838">
                <a:extLst>
                  <a:ext uri="{FF2B5EF4-FFF2-40B4-BE49-F238E27FC236}">
                    <a16:creationId xmlns:a16="http://schemas.microsoft.com/office/drawing/2014/main" id="{B3307248-9EB2-7787-61BB-CA3EBB058C60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7" name="ellipse_2839">
                <a:extLst>
                  <a:ext uri="{FF2B5EF4-FFF2-40B4-BE49-F238E27FC236}">
                    <a16:creationId xmlns:a16="http://schemas.microsoft.com/office/drawing/2014/main" id="{F539C429-6343-DDE3-C618-7EE84CD0B8A0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8" name="ellipse_2840">
                <a:extLst>
                  <a:ext uri="{FF2B5EF4-FFF2-40B4-BE49-F238E27FC236}">
                    <a16:creationId xmlns:a16="http://schemas.microsoft.com/office/drawing/2014/main" id="{177D7A64-8B69-8E10-ED95-59DC31F0EBC6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9" name="ellipse_2841">
                <a:extLst>
                  <a:ext uri="{FF2B5EF4-FFF2-40B4-BE49-F238E27FC236}">
                    <a16:creationId xmlns:a16="http://schemas.microsoft.com/office/drawing/2014/main" id="{60B6C6A4-67BC-B4D0-9836-09081FC462E6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0" name="ellipse_2842">
                <a:extLst>
                  <a:ext uri="{FF2B5EF4-FFF2-40B4-BE49-F238E27FC236}">
                    <a16:creationId xmlns:a16="http://schemas.microsoft.com/office/drawing/2014/main" id="{31992089-F0D0-883C-68B5-6E4050828402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1" name="ellipse_2843">
                <a:extLst>
                  <a:ext uri="{FF2B5EF4-FFF2-40B4-BE49-F238E27FC236}">
                    <a16:creationId xmlns:a16="http://schemas.microsoft.com/office/drawing/2014/main" id="{E04E7EC4-CD9E-FB6A-8775-40843CFEE6AE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2" name="ellipse_2844">
                <a:extLst>
                  <a:ext uri="{FF2B5EF4-FFF2-40B4-BE49-F238E27FC236}">
                    <a16:creationId xmlns:a16="http://schemas.microsoft.com/office/drawing/2014/main" id="{513C5D99-2025-FA8A-9E39-E90791CA772A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3" name="ellipse_2845">
                <a:extLst>
                  <a:ext uri="{FF2B5EF4-FFF2-40B4-BE49-F238E27FC236}">
                    <a16:creationId xmlns:a16="http://schemas.microsoft.com/office/drawing/2014/main" id="{93F19F88-F75D-9B15-0DDA-1CD55E38ECB0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4" name="ellipse_2846">
                <a:extLst>
                  <a:ext uri="{FF2B5EF4-FFF2-40B4-BE49-F238E27FC236}">
                    <a16:creationId xmlns:a16="http://schemas.microsoft.com/office/drawing/2014/main" id="{07CA20CA-32A0-3AFD-3849-DB85E56DA689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5" name="ellipse_2847">
                <a:extLst>
                  <a:ext uri="{FF2B5EF4-FFF2-40B4-BE49-F238E27FC236}">
                    <a16:creationId xmlns:a16="http://schemas.microsoft.com/office/drawing/2014/main" id="{66BD5A37-A3C6-1939-3222-D7D836D3C9B1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6" name="ellipse_2848">
                <a:extLst>
                  <a:ext uri="{FF2B5EF4-FFF2-40B4-BE49-F238E27FC236}">
                    <a16:creationId xmlns:a16="http://schemas.microsoft.com/office/drawing/2014/main" id="{A3A80ACA-D431-9B2B-C6F8-07A92B713493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7" name="ellipse_2849">
                <a:extLst>
                  <a:ext uri="{FF2B5EF4-FFF2-40B4-BE49-F238E27FC236}">
                    <a16:creationId xmlns:a16="http://schemas.microsoft.com/office/drawing/2014/main" id="{062AED4F-FC49-2E3B-F3C4-369FD1E1353B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8" name="ellipse_2850">
                <a:extLst>
                  <a:ext uri="{FF2B5EF4-FFF2-40B4-BE49-F238E27FC236}">
                    <a16:creationId xmlns:a16="http://schemas.microsoft.com/office/drawing/2014/main" id="{BF01D8C8-5BE3-5859-0052-EC79F78214E2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9" name="ellipse_2851">
                <a:extLst>
                  <a:ext uri="{FF2B5EF4-FFF2-40B4-BE49-F238E27FC236}">
                    <a16:creationId xmlns:a16="http://schemas.microsoft.com/office/drawing/2014/main" id="{BD1F77B3-E9A5-B1E8-798C-FE2AB79AF462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0" name="ellipse_2852">
                <a:extLst>
                  <a:ext uri="{FF2B5EF4-FFF2-40B4-BE49-F238E27FC236}">
                    <a16:creationId xmlns:a16="http://schemas.microsoft.com/office/drawing/2014/main" id="{2F086C12-8DDE-C0F6-0D56-9A26A94E7FEB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1" name="ellipse_2853">
                <a:extLst>
                  <a:ext uri="{FF2B5EF4-FFF2-40B4-BE49-F238E27FC236}">
                    <a16:creationId xmlns:a16="http://schemas.microsoft.com/office/drawing/2014/main" id="{C5299042-8154-F81B-BC80-9926D7B1010F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2" name="ellipse_2854">
                <a:extLst>
                  <a:ext uri="{FF2B5EF4-FFF2-40B4-BE49-F238E27FC236}">
                    <a16:creationId xmlns:a16="http://schemas.microsoft.com/office/drawing/2014/main" id="{5A5866A5-16D6-4915-6A70-1D4610C54075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3" name="ellipse_2855">
                <a:extLst>
                  <a:ext uri="{FF2B5EF4-FFF2-40B4-BE49-F238E27FC236}">
                    <a16:creationId xmlns:a16="http://schemas.microsoft.com/office/drawing/2014/main" id="{84A5AB79-7746-DE7D-E5CA-CB479053D593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4" name="ellipse_2856">
                <a:extLst>
                  <a:ext uri="{FF2B5EF4-FFF2-40B4-BE49-F238E27FC236}">
                    <a16:creationId xmlns:a16="http://schemas.microsoft.com/office/drawing/2014/main" id="{3006805B-CC43-AC71-E3ED-14A4157BB0AE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5" name="ellipse_2857">
                <a:extLst>
                  <a:ext uri="{FF2B5EF4-FFF2-40B4-BE49-F238E27FC236}">
                    <a16:creationId xmlns:a16="http://schemas.microsoft.com/office/drawing/2014/main" id="{7183CDAE-B057-404B-8CA7-DF03970F1582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6" name="ellipse_2858">
                <a:extLst>
                  <a:ext uri="{FF2B5EF4-FFF2-40B4-BE49-F238E27FC236}">
                    <a16:creationId xmlns:a16="http://schemas.microsoft.com/office/drawing/2014/main" id="{7FBA6988-9FC0-3189-B9A0-74EF644F6653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7" name="ellipse_2859">
                <a:extLst>
                  <a:ext uri="{FF2B5EF4-FFF2-40B4-BE49-F238E27FC236}">
                    <a16:creationId xmlns:a16="http://schemas.microsoft.com/office/drawing/2014/main" id="{158147E5-81CC-A751-529E-F2BCA3F20895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8" name="ellipse_2860">
                <a:extLst>
                  <a:ext uri="{FF2B5EF4-FFF2-40B4-BE49-F238E27FC236}">
                    <a16:creationId xmlns:a16="http://schemas.microsoft.com/office/drawing/2014/main" id="{91877774-5F86-DC19-8DDB-154F75FE103D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9" name="ellipse_2861">
                <a:extLst>
                  <a:ext uri="{FF2B5EF4-FFF2-40B4-BE49-F238E27FC236}">
                    <a16:creationId xmlns:a16="http://schemas.microsoft.com/office/drawing/2014/main" id="{4FE162FC-A6F9-0056-2069-0819C1BE084E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0" name="ellipse_2862">
                <a:extLst>
                  <a:ext uri="{FF2B5EF4-FFF2-40B4-BE49-F238E27FC236}">
                    <a16:creationId xmlns:a16="http://schemas.microsoft.com/office/drawing/2014/main" id="{B089793D-6A94-2173-4E2A-51DE5AD6069A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1" name="ellipse_2863">
                <a:extLst>
                  <a:ext uri="{FF2B5EF4-FFF2-40B4-BE49-F238E27FC236}">
                    <a16:creationId xmlns:a16="http://schemas.microsoft.com/office/drawing/2014/main" id="{4A20FC11-FC65-C1D5-03EE-B2EBB67FE0EC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2" name="ellipse_2864">
                <a:extLst>
                  <a:ext uri="{FF2B5EF4-FFF2-40B4-BE49-F238E27FC236}">
                    <a16:creationId xmlns:a16="http://schemas.microsoft.com/office/drawing/2014/main" id="{B62E5F49-0AFA-0EF3-2DFE-547EC040C55B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3" name="ellipse_2865">
                <a:extLst>
                  <a:ext uri="{FF2B5EF4-FFF2-40B4-BE49-F238E27FC236}">
                    <a16:creationId xmlns:a16="http://schemas.microsoft.com/office/drawing/2014/main" id="{863554B2-0D94-C6B1-427F-3E6548C1CC59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4" name="ellipse_2866">
                <a:extLst>
                  <a:ext uri="{FF2B5EF4-FFF2-40B4-BE49-F238E27FC236}">
                    <a16:creationId xmlns:a16="http://schemas.microsoft.com/office/drawing/2014/main" id="{31CC9438-277D-EDDD-C76C-E88DCC693C88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5" name="ellipse_2867">
                <a:extLst>
                  <a:ext uri="{FF2B5EF4-FFF2-40B4-BE49-F238E27FC236}">
                    <a16:creationId xmlns:a16="http://schemas.microsoft.com/office/drawing/2014/main" id="{51D6016E-2843-B907-741D-C32061392D97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6" name="ellipse_2868">
                <a:extLst>
                  <a:ext uri="{FF2B5EF4-FFF2-40B4-BE49-F238E27FC236}">
                    <a16:creationId xmlns:a16="http://schemas.microsoft.com/office/drawing/2014/main" id="{F21529B0-4618-281E-CBD5-68CAC814E8CD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7" name="ellipse_2869">
                <a:extLst>
                  <a:ext uri="{FF2B5EF4-FFF2-40B4-BE49-F238E27FC236}">
                    <a16:creationId xmlns:a16="http://schemas.microsoft.com/office/drawing/2014/main" id="{C8163A46-0633-7093-FD96-9B85AD98A9FF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588" name="Candidate blob | editable contour">
              <a:extLst>
                <a:ext uri="{FF2B5EF4-FFF2-40B4-BE49-F238E27FC236}">
                  <a16:creationId xmlns:a16="http://schemas.microsoft.com/office/drawing/2014/main" id="{A57100B0-3632-9195-D19E-AD2F7DD1CDFB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9" name="ellipse_2871">
              <a:extLst>
                <a:ext uri="{FF2B5EF4-FFF2-40B4-BE49-F238E27FC236}">
                  <a16:creationId xmlns:a16="http://schemas.microsoft.com/office/drawing/2014/main" id="{7A057110-7314-29E6-45BC-C940210A8C4A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0" name="Site p | geometric centre">
              <a:extLst>
                <a:ext uri="{FF2B5EF4-FFF2-40B4-BE49-F238E27FC236}">
                  <a16:creationId xmlns:a16="http://schemas.microsoft.com/office/drawing/2014/main" id="{32A2A18A-C09B-4D26-AD31-637A9EAA1519}"/>
                </a:ext>
              </a:extLst>
            </p:cNvPr>
            <p:cNvSpPr>
              <a:spLocks noGrp="1"/>
            </p:cNvSpPr>
            <p:nvPr/>
          </p:nvSpPr>
          <p:spPr>
            <a:xfrm>
              <a:off x="341982" y="5779957"/>
              <a:ext cx="30000" cy="30000"/>
            </a:xfrm>
            <a:prstGeom prst="ellipse">
              <a:avLst/>
            </a:prstGeom>
            <a:solidFill>
              <a:srgbClr val="174979"/>
            </a:solidFill>
            <a:ln w="1650">
              <a:solidFill>
                <a:srgbClr val="FFFFFF"/>
              </a:solidFill>
            </a:ln>
          </p:spPr>
        </p:sp>
        <p:sp>
          <p:nvSpPr>
            <p:cNvPr id="591" name="Text | Site p">
              <a:extLst>
                <a:ext uri="{FF2B5EF4-FFF2-40B4-BE49-F238E27FC236}">
                  <a16:creationId xmlns:a16="http://schemas.microsoft.com/office/drawing/2014/main" id="{0FB3C559-5FCF-A942-0C6F-311F77BF8BCD}"/>
                </a:ext>
              </a:extLst>
            </p:cNvPr>
            <p:cNvSpPr txBox="1"/>
            <p:nvPr/>
          </p:nvSpPr>
          <p:spPr>
            <a:xfrm>
              <a:off x="203508" y="5975415"/>
              <a:ext cx="32225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Site p</a:t>
              </a:r>
              <a:endParaRPr lang="en-US" sz="500"/>
            </a:p>
          </p:txBody>
        </p:sp>
        <p:sp>
          <p:nvSpPr>
            <p:cNvPr id="592" name="Text | from Find">
              <a:extLst>
                <a:ext uri="{FF2B5EF4-FFF2-40B4-BE49-F238E27FC236}">
                  <a16:creationId xmlns:a16="http://schemas.microsoft.com/office/drawing/2014/main" id="{A4DECEBC-C467-F49A-8903-C7BCD024299B}"/>
                </a:ext>
              </a:extLst>
            </p:cNvPr>
            <p:cNvSpPr txBox="1"/>
            <p:nvPr/>
          </p:nvSpPr>
          <p:spPr>
            <a:xfrm>
              <a:off x="181872" y="6070680"/>
              <a:ext cx="365527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407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from Find</a:t>
              </a:r>
              <a:endParaRPr lang="en-US" sz="407"/>
            </a:p>
          </p:txBody>
        </p:sp>
        <p:sp>
          <p:nvSpPr>
            <p:cNvPr id="593" name="Text | +">
              <a:extLst>
                <a:ext uri="{FF2B5EF4-FFF2-40B4-BE49-F238E27FC236}">
                  <a16:creationId xmlns:a16="http://schemas.microsoft.com/office/drawing/2014/main" id="{3C7BA717-4B11-7C0E-695D-F18A6BADF987}"/>
                </a:ext>
              </a:extLst>
            </p:cNvPr>
            <p:cNvSpPr txBox="1"/>
            <p:nvPr/>
          </p:nvSpPr>
          <p:spPr>
            <a:xfrm>
              <a:off x="601134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93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593"/>
            </a:p>
          </p:txBody>
        </p:sp>
        <p:grpSp>
          <p:nvGrpSpPr>
            <p:cNvPr id="594" name="d | Ligand identity: illustrative molecular graph">
              <a:extLst>
                <a:ext uri="{FF2B5EF4-FFF2-40B4-BE49-F238E27FC236}">
                  <a16:creationId xmlns:a16="http://schemas.microsoft.com/office/drawing/2014/main" id="{4B5FF03B-9939-087F-1A90-59B68227CCD0}"/>
                </a:ext>
              </a:extLst>
            </p:cNvPr>
            <p:cNvGrpSpPr/>
            <p:nvPr/>
          </p:nvGrpSpPr>
          <p:grpSpPr>
            <a:xfrm>
              <a:off x="863060" y="5744348"/>
              <a:ext cx="420988" cy="204721"/>
              <a:chOff x="863060" y="5744348"/>
              <a:chExt cx="420988" cy="204721"/>
            </a:xfrm>
          </p:grpSpPr>
          <p:cxnSp>
            <p:nvCxnSpPr>
              <p:cNvPr id="595" name="path_2875">
                <a:extLst>
                  <a:ext uri="{FF2B5EF4-FFF2-40B4-BE49-F238E27FC236}">
                    <a16:creationId xmlns:a16="http://schemas.microsoft.com/office/drawing/2014/main" id="{537C00EB-63A3-54E2-840F-755592B2D5CE}"/>
                  </a:ext>
                </a:extLst>
              </p:cNvPr>
              <p:cNvCxnSpPr/>
              <p:nvPr/>
            </p:nvCxnSpPr>
            <p:spPr>
              <a:xfrm flipH="1">
                <a:off x="956231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6" name="path_2876">
                <a:extLst>
                  <a:ext uri="{FF2B5EF4-FFF2-40B4-BE49-F238E27FC236}">
                    <a16:creationId xmlns:a16="http://schemas.microsoft.com/office/drawing/2014/main" id="{3EFCC9A4-2657-748E-3D4A-B079F987487B}"/>
                  </a:ext>
                </a:extLst>
              </p:cNvPr>
              <p:cNvCxnSpPr/>
              <p:nvPr/>
            </p:nvCxnSpPr>
            <p:spPr>
              <a:xfrm flipH="1" flipV="1">
                <a:off x="863060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7" name="path_2877">
                <a:extLst>
                  <a:ext uri="{FF2B5EF4-FFF2-40B4-BE49-F238E27FC236}">
                    <a16:creationId xmlns:a16="http://schemas.microsoft.com/office/drawing/2014/main" id="{4F972F5E-CC59-9166-7930-5C58B67060F6}"/>
                  </a:ext>
                </a:extLst>
              </p:cNvPr>
              <p:cNvCxnSpPr/>
              <p:nvPr/>
            </p:nvCxnSpPr>
            <p:spPr>
              <a:xfrm flipH="1" flipV="1">
                <a:off x="863060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8" name="path_2878">
                <a:extLst>
                  <a:ext uri="{FF2B5EF4-FFF2-40B4-BE49-F238E27FC236}">
                    <a16:creationId xmlns:a16="http://schemas.microsoft.com/office/drawing/2014/main" id="{09B48882-DC24-2F67-7B2F-514E25956416}"/>
                  </a:ext>
                </a:extLst>
              </p:cNvPr>
              <p:cNvCxnSpPr/>
              <p:nvPr/>
            </p:nvCxnSpPr>
            <p:spPr>
              <a:xfrm flipV="1">
                <a:off x="863060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9" name="path_2879">
                <a:extLst>
                  <a:ext uri="{FF2B5EF4-FFF2-40B4-BE49-F238E27FC236}">
                    <a16:creationId xmlns:a16="http://schemas.microsoft.com/office/drawing/2014/main" id="{216E8486-E6D3-4DF6-049A-31795B41AC78}"/>
                  </a:ext>
                </a:extLst>
              </p:cNvPr>
              <p:cNvCxnSpPr/>
              <p:nvPr/>
            </p:nvCxnSpPr>
            <p:spPr>
              <a:xfrm>
                <a:off x="956231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0" name="path_2880">
                <a:extLst>
                  <a:ext uri="{FF2B5EF4-FFF2-40B4-BE49-F238E27FC236}">
                    <a16:creationId xmlns:a16="http://schemas.microsoft.com/office/drawing/2014/main" id="{50277E51-18B8-37EC-C175-BFE147D83500}"/>
                  </a:ext>
                </a:extLst>
              </p:cNvPr>
              <p:cNvCxnSpPr/>
              <p:nvPr/>
            </p:nvCxnSpPr>
            <p:spPr>
              <a:xfrm flipH="1">
                <a:off x="1049401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1" name="path_2881">
                <a:extLst>
                  <a:ext uri="{FF2B5EF4-FFF2-40B4-BE49-F238E27FC236}">
                    <a16:creationId xmlns:a16="http://schemas.microsoft.com/office/drawing/2014/main" id="{A3D0771C-55F6-268B-03D5-3A96173BCC16}"/>
                  </a:ext>
                </a:extLst>
              </p:cNvPr>
              <p:cNvCxnSpPr/>
              <p:nvPr/>
            </p:nvCxnSpPr>
            <p:spPr>
              <a:xfrm flipV="1">
                <a:off x="1049401" y="5768591"/>
                <a:ext cx="83267" cy="12929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2" name="path_2882">
                <a:extLst>
                  <a:ext uri="{FF2B5EF4-FFF2-40B4-BE49-F238E27FC236}">
                    <a16:creationId xmlns:a16="http://schemas.microsoft.com/office/drawing/2014/main" id="{AF0829CA-4B4E-389A-6316-16E31B819C92}"/>
                  </a:ext>
                </a:extLst>
              </p:cNvPr>
              <p:cNvCxnSpPr/>
              <p:nvPr/>
            </p:nvCxnSpPr>
            <p:spPr>
              <a:xfrm>
                <a:off x="1132668" y="5768591"/>
                <a:ext cx="60247" cy="565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3" name="path_2883">
                <a:extLst>
                  <a:ext uri="{FF2B5EF4-FFF2-40B4-BE49-F238E27FC236}">
                    <a16:creationId xmlns:a16="http://schemas.microsoft.com/office/drawing/2014/main" id="{9B328243-16B8-D8AA-964E-79E3A83A1DE6}"/>
                  </a:ext>
                </a:extLst>
              </p:cNvPr>
              <p:cNvCxnSpPr/>
              <p:nvPr/>
            </p:nvCxnSpPr>
            <p:spPr>
              <a:xfrm flipH="1">
                <a:off x="956231" y="5888677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4" name="path_2884">
                <a:extLst>
                  <a:ext uri="{FF2B5EF4-FFF2-40B4-BE49-F238E27FC236}">
                    <a16:creationId xmlns:a16="http://schemas.microsoft.com/office/drawing/2014/main" id="{49F67EEA-A26A-AEF1-5779-D2FA928CF25B}"/>
                  </a:ext>
                </a:extLst>
              </p:cNvPr>
              <p:cNvCxnSpPr/>
              <p:nvPr/>
            </p:nvCxnSpPr>
            <p:spPr>
              <a:xfrm flipH="1" flipV="1">
                <a:off x="879831" y="5804741"/>
                <a:ext cx="0" cy="83936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5" name="path_2885">
                <a:extLst>
                  <a:ext uri="{FF2B5EF4-FFF2-40B4-BE49-F238E27FC236}">
                    <a16:creationId xmlns:a16="http://schemas.microsoft.com/office/drawing/2014/main" id="{A060A7C4-ECA0-68C5-2949-F2F9F8791D23}"/>
                  </a:ext>
                </a:extLst>
              </p:cNvPr>
              <p:cNvCxnSpPr/>
              <p:nvPr/>
            </p:nvCxnSpPr>
            <p:spPr>
              <a:xfrm>
                <a:off x="956231" y="5762773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606" name="Text | O">
                <a:extLst>
                  <a:ext uri="{FF2B5EF4-FFF2-40B4-BE49-F238E27FC236}">
                    <a16:creationId xmlns:a16="http://schemas.microsoft.com/office/drawing/2014/main" id="{5B538A16-1EA4-66E6-20A0-F509B303652E}"/>
                  </a:ext>
                </a:extLst>
              </p:cNvPr>
              <p:cNvSpPr txBox="1"/>
              <p:nvPr/>
            </p:nvSpPr>
            <p:spPr>
              <a:xfrm>
                <a:off x="1206055" y="5782454"/>
                <a:ext cx="77993" cy="9329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r>
                  <a:rPr lang="en-US" sz="370" dirty="0">
                    <a:solidFill>
                      <a:srgbClr val="CE4148"/>
                    </a:solidFill>
                    <a:latin typeface="Arial"/>
                    <a:ea typeface="Arial"/>
                    <a:cs typeface="Arial"/>
                  </a:rPr>
                  <a:t>O</a:t>
                </a:r>
                <a:endParaRPr lang="en-US" sz="370"/>
              </a:p>
            </p:txBody>
          </p:sp>
        </p:grpSp>
        <p:sp>
          <p:nvSpPr>
            <p:cNvPr id="607" name="Text | SMILES">
              <a:extLst>
                <a:ext uri="{FF2B5EF4-FFF2-40B4-BE49-F238E27FC236}">
                  <a16:creationId xmlns:a16="http://schemas.microsoft.com/office/drawing/2014/main" id="{6422873E-1A35-0B33-3652-5579B64B71E3}"/>
                </a:ext>
              </a:extLst>
            </p:cNvPr>
            <p:cNvSpPr txBox="1"/>
            <p:nvPr/>
          </p:nvSpPr>
          <p:spPr>
            <a:xfrm>
              <a:off x="786913" y="5975415"/>
              <a:ext cx="39717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SMILES</a:t>
              </a:r>
              <a:endParaRPr lang="en-US" sz="500"/>
            </a:p>
          </p:txBody>
        </p:sp>
        <p:sp>
          <p:nvSpPr>
            <p:cNvPr id="608" name="Text | +">
              <a:extLst>
                <a:ext uri="{FF2B5EF4-FFF2-40B4-BE49-F238E27FC236}">
                  <a16:creationId xmlns:a16="http://schemas.microsoft.com/office/drawing/2014/main" id="{D0C187C4-B554-550A-D157-BC0D8A8CD46A}"/>
                </a:ext>
              </a:extLst>
            </p:cNvPr>
            <p:cNvSpPr txBox="1"/>
            <p:nvPr/>
          </p:nvSpPr>
          <p:spPr>
            <a:xfrm>
              <a:off x="1267989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93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593"/>
            </a:p>
          </p:txBody>
        </p:sp>
        <p:grpSp>
          <p:nvGrpSpPr>
            <p:cNvPr id="609" name="d | Pocket: local receptor environment">
              <a:extLst>
                <a:ext uri="{FF2B5EF4-FFF2-40B4-BE49-F238E27FC236}">
                  <a16:creationId xmlns:a16="http://schemas.microsoft.com/office/drawing/2014/main" id="{9AC254AC-A713-1B87-A80E-353B5730BB49}"/>
                </a:ext>
              </a:extLst>
            </p:cNvPr>
            <p:cNvGrpSpPr/>
            <p:nvPr/>
          </p:nvGrpSpPr>
          <p:grpSpPr>
            <a:xfrm>
              <a:off x="1411968" y="5662376"/>
              <a:ext cx="418007" cy="338292"/>
              <a:chOff x="1411968" y="5662376"/>
              <a:chExt cx="418007" cy="338292"/>
            </a:xfrm>
          </p:grpSpPr>
          <p:sp>
            <p:nvSpPr>
              <p:cNvPr id="610" name="ellipse_2889">
                <a:extLst>
                  <a:ext uri="{FF2B5EF4-FFF2-40B4-BE49-F238E27FC236}">
                    <a16:creationId xmlns:a16="http://schemas.microsoft.com/office/drawing/2014/main" id="{F6F42009-9F91-D84F-A7A7-1F1521BF7734}"/>
                  </a:ext>
                </a:extLst>
              </p:cNvPr>
              <p:cNvSpPr/>
              <p:nvPr/>
            </p:nvSpPr>
            <p:spPr>
              <a:xfrm>
                <a:off x="1477028" y="5730123"/>
                <a:ext cx="31529" cy="3152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1" name="ellipse_2890">
                <a:extLst>
                  <a:ext uri="{FF2B5EF4-FFF2-40B4-BE49-F238E27FC236}">
                    <a16:creationId xmlns:a16="http://schemas.microsoft.com/office/drawing/2014/main" id="{045AB32F-9C7A-C3A5-FFA2-14BEBA77A24B}"/>
                  </a:ext>
                </a:extLst>
              </p:cNvPr>
              <p:cNvSpPr/>
              <p:nvPr/>
            </p:nvSpPr>
            <p:spPr>
              <a:xfrm>
                <a:off x="1413313" y="5768742"/>
                <a:ext cx="29533" cy="29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2" name="ellipse_2891">
                <a:extLst>
                  <a:ext uri="{FF2B5EF4-FFF2-40B4-BE49-F238E27FC236}">
                    <a16:creationId xmlns:a16="http://schemas.microsoft.com/office/drawing/2014/main" id="{AFA5997E-E0A6-69AD-F436-10F198E6D7DF}"/>
                  </a:ext>
                </a:extLst>
              </p:cNvPr>
              <p:cNvSpPr/>
              <p:nvPr/>
            </p:nvSpPr>
            <p:spPr>
              <a:xfrm>
                <a:off x="1606772" y="5962955"/>
                <a:ext cx="37712" cy="377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3" name="ellipse_2892">
                <a:extLst>
                  <a:ext uri="{FF2B5EF4-FFF2-40B4-BE49-F238E27FC236}">
                    <a16:creationId xmlns:a16="http://schemas.microsoft.com/office/drawing/2014/main" id="{D318EF96-C722-3435-32BD-E6834D0C9CC0}"/>
                  </a:ext>
                </a:extLst>
              </p:cNvPr>
              <p:cNvSpPr/>
              <p:nvPr/>
            </p:nvSpPr>
            <p:spPr>
              <a:xfrm>
                <a:off x="1692365" y="5876366"/>
                <a:ext cx="39137" cy="39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4" name="ellipse_2893">
                <a:extLst>
                  <a:ext uri="{FF2B5EF4-FFF2-40B4-BE49-F238E27FC236}">
                    <a16:creationId xmlns:a16="http://schemas.microsoft.com/office/drawing/2014/main" id="{B33AF6AB-20B1-BF22-6040-98A3D48296EC}"/>
                  </a:ext>
                </a:extLst>
              </p:cNvPr>
              <p:cNvSpPr/>
              <p:nvPr/>
            </p:nvSpPr>
            <p:spPr>
              <a:xfrm>
                <a:off x="1446482" y="5820853"/>
                <a:ext cx="35562" cy="3556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5" name="ellipse_2894">
                <a:extLst>
                  <a:ext uri="{FF2B5EF4-FFF2-40B4-BE49-F238E27FC236}">
                    <a16:creationId xmlns:a16="http://schemas.microsoft.com/office/drawing/2014/main" id="{C45B3963-6459-8745-7FD7-27B22996534E}"/>
                  </a:ext>
                </a:extLst>
              </p:cNvPr>
              <p:cNvSpPr/>
              <p:nvPr/>
            </p:nvSpPr>
            <p:spPr>
              <a:xfrm>
                <a:off x="1411968" y="5817386"/>
                <a:ext cx="29762" cy="297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6" name="ellipse_2895">
                <a:extLst>
                  <a:ext uri="{FF2B5EF4-FFF2-40B4-BE49-F238E27FC236}">
                    <a16:creationId xmlns:a16="http://schemas.microsoft.com/office/drawing/2014/main" id="{AE1EB2BA-1604-5C86-6ED2-4B22404B98F8}"/>
                  </a:ext>
                </a:extLst>
              </p:cNvPr>
              <p:cNvSpPr/>
              <p:nvPr/>
            </p:nvSpPr>
            <p:spPr>
              <a:xfrm>
                <a:off x="1469529" y="5784286"/>
                <a:ext cx="35695" cy="3569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7" name="ellipse_2896">
                <a:extLst>
                  <a:ext uri="{FF2B5EF4-FFF2-40B4-BE49-F238E27FC236}">
                    <a16:creationId xmlns:a16="http://schemas.microsoft.com/office/drawing/2014/main" id="{4FB62A94-D032-B3F6-C1DF-DCB4EC47EC3F}"/>
                  </a:ext>
                </a:extLst>
              </p:cNvPr>
              <p:cNvSpPr/>
              <p:nvPr/>
            </p:nvSpPr>
            <p:spPr>
              <a:xfrm>
                <a:off x="1485370" y="5743617"/>
                <a:ext cx="39374" cy="3937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8" name="ellipse_2897">
                <a:extLst>
                  <a:ext uri="{FF2B5EF4-FFF2-40B4-BE49-F238E27FC236}">
                    <a16:creationId xmlns:a16="http://schemas.microsoft.com/office/drawing/2014/main" id="{0FD46FB7-160E-6C5D-7685-6DDEEFDE8C14}"/>
                  </a:ext>
                </a:extLst>
              </p:cNvPr>
              <p:cNvSpPr/>
              <p:nvPr/>
            </p:nvSpPr>
            <p:spPr>
              <a:xfrm>
                <a:off x="1543334" y="5929029"/>
                <a:ext cx="29140" cy="291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9" name="ellipse_2898">
                <a:extLst>
                  <a:ext uri="{FF2B5EF4-FFF2-40B4-BE49-F238E27FC236}">
                    <a16:creationId xmlns:a16="http://schemas.microsoft.com/office/drawing/2014/main" id="{091752B4-92B8-7508-8020-9D44A88F777F}"/>
                  </a:ext>
                </a:extLst>
              </p:cNvPr>
              <p:cNvSpPr/>
              <p:nvPr/>
            </p:nvSpPr>
            <p:spPr>
              <a:xfrm>
                <a:off x="1466275" y="5765882"/>
                <a:ext cx="25820" cy="258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0" name="ellipse_2899">
                <a:extLst>
                  <a:ext uri="{FF2B5EF4-FFF2-40B4-BE49-F238E27FC236}">
                    <a16:creationId xmlns:a16="http://schemas.microsoft.com/office/drawing/2014/main" id="{4DE6B3DF-A47F-57FD-F28D-EFC2269BF94F}"/>
                  </a:ext>
                </a:extLst>
              </p:cNvPr>
              <p:cNvSpPr/>
              <p:nvPr/>
            </p:nvSpPr>
            <p:spPr>
              <a:xfrm>
                <a:off x="1582840" y="5966745"/>
                <a:ext cx="30939" cy="3093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1" name="ellipse_2900">
                <a:extLst>
                  <a:ext uri="{FF2B5EF4-FFF2-40B4-BE49-F238E27FC236}">
                    <a16:creationId xmlns:a16="http://schemas.microsoft.com/office/drawing/2014/main" id="{62AA9303-85C8-8635-0C9B-5090E17ACDC2}"/>
                  </a:ext>
                </a:extLst>
              </p:cNvPr>
              <p:cNvSpPr/>
              <p:nvPr/>
            </p:nvSpPr>
            <p:spPr>
              <a:xfrm>
                <a:off x="1507992" y="5722896"/>
                <a:ext cx="33525" cy="335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2" name="ellipse_2901">
                <a:extLst>
                  <a:ext uri="{FF2B5EF4-FFF2-40B4-BE49-F238E27FC236}">
                    <a16:creationId xmlns:a16="http://schemas.microsoft.com/office/drawing/2014/main" id="{814B139D-1870-EACD-85C0-03B261A5C8B5}"/>
                  </a:ext>
                </a:extLst>
              </p:cNvPr>
              <p:cNvSpPr/>
              <p:nvPr/>
            </p:nvSpPr>
            <p:spPr>
              <a:xfrm>
                <a:off x="1455591" y="5791788"/>
                <a:ext cx="31551" cy="3155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3" name="ellipse_2902">
                <a:extLst>
                  <a:ext uri="{FF2B5EF4-FFF2-40B4-BE49-F238E27FC236}">
                    <a16:creationId xmlns:a16="http://schemas.microsoft.com/office/drawing/2014/main" id="{105F774C-40DA-0AB9-F834-DAC9C6CBA535}"/>
                  </a:ext>
                </a:extLst>
              </p:cNvPr>
              <p:cNvSpPr/>
              <p:nvPr/>
            </p:nvSpPr>
            <p:spPr>
              <a:xfrm>
                <a:off x="1565027" y="5913802"/>
                <a:ext cx="34699" cy="346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4" name="ellipse_2903">
                <a:extLst>
                  <a:ext uri="{FF2B5EF4-FFF2-40B4-BE49-F238E27FC236}">
                    <a16:creationId xmlns:a16="http://schemas.microsoft.com/office/drawing/2014/main" id="{9F95DB6C-A3A9-3FAE-E70E-154CB4C5612F}"/>
                  </a:ext>
                </a:extLst>
              </p:cNvPr>
              <p:cNvSpPr/>
              <p:nvPr/>
            </p:nvSpPr>
            <p:spPr>
              <a:xfrm>
                <a:off x="1592477" y="5951568"/>
                <a:ext cx="38059" cy="38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5" name="ellipse_2904">
                <a:extLst>
                  <a:ext uri="{FF2B5EF4-FFF2-40B4-BE49-F238E27FC236}">
                    <a16:creationId xmlns:a16="http://schemas.microsoft.com/office/drawing/2014/main" id="{72D1D5B5-5E58-D72B-34B8-88C8349C8F0B}"/>
                  </a:ext>
                </a:extLst>
              </p:cNvPr>
              <p:cNvSpPr/>
              <p:nvPr/>
            </p:nvSpPr>
            <p:spPr>
              <a:xfrm>
                <a:off x="1755519" y="5859269"/>
                <a:ext cx="33604" cy="336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6" name="ellipse_2905">
                <a:extLst>
                  <a:ext uri="{FF2B5EF4-FFF2-40B4-BE49-F238E27FC236}">
                    <a16:creationId xmlns:a16="http://schemas.microsoft.com/office/drawing/2014/main" id="{42FBC5A2-A375-AF82-B9DD-98C16577EF47}"/>
                  </a:ext>
                </a:extLst>
              </p:cNvPr>
              <p:cNvSpPr/>
              <p:nvPr/>
            </p:nvSpPr>
            <p:spPr>
              <a:xfrm>
                <a:off x="1714504" y="5932612"/>
                <a:ext cx="32252" cy="3225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7" name="ellipse_2906">
                <a:extLst>
                  <a:ext uri="{FF2B5EF4-FFF2-40B4-BE49-F238E27FC236}">
                    <a16:creationId xmlns:a16="http://schemas.microsoft.com/office/drawing/2014/main" id="{F7F2B472-4F55-3640-AB61-402F08A4A605}"/>
                  </a:ext>
                </a:extLst>
              </p:cNvPr>
              <p:cNvSpPr/>
              <p:nvPr/>
            </p:nvSpPr>
            <p:spPr>
              <a:xfrm>
                <a:off x="1739282" y="5823798"/>
                <a:ext cx="27565" cy="275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8" name="ellipse_2907">
                <a:extLst>
                  <a:ext uri="{FF2B5EF4-FFF2-40B4-BE49-F238E27FC236}">
                    <a16:creationId xmlns:a16="http://schemas.microsoft.com/office/drawing/2014/main" id="{C774233C-40B5-07E7-0A55-13D4EE18021E}"/>
                  </a:ext>
                </a:extLst>
              </p:cNvPr>
              <p:cNvSpPr/>
              <p:nvPr/>
            </p:nvSpPr>
            <p:spPr>
              <a:xfrm>
                <a:off x="1477659" y="5897421"/>
                <a:ext cx="33413" cy="33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9" name="ellipse_2908">
                <a:extLst>
                  <a:ext uri="{FF2B5EF4-FFF2-40B4-BE49-F238E27FC236}">
                    <a16:creationId xmlns:a16="http://schemas.microsoft.com/office/drawing/2014/main" id="{18E561CE-C0D4-5882-4DBC-020E399CF9B9}"/>
                  </a:ext>
                </a:extLst>
              </p:cNvPr>
              <p:cNvSpPr/>
              <p:nvPr/>
            </p:nvSpPr>
            <p:spPr>
              <a:xfrm>
                <a:off x="1671524" y="5897894"/>
                <a:ext cx="34031" cy="34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0" name="ellipse_2909">
                <a:extLst>
                  <a:ext uri="{FF2B5EF4-FFF2-40B4-BE49-F238E27FC236}">
                    <a16:creationId xmlns:a16="http://schemas.microsoft.com/office/drawing/2014/main" id="{3B4AA6EE-FE09-CF47-A222-58CBF0AE7A5B}"/>
                  </a:ext>
                </a:extLst>
              </p:cNvPr>
              <p:cNvSpPr/>
              <p:nvPr/>
            </p:nvSpPr>
            <p:spPr>
              <a:xfrm>
                <a:off x="1742971" y="5773835"/>
                <a:ext cx="35121" cy="351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1" name="ellipse_2910">
                <a:extLst>
                  <a:ext uri="{FF2B5EF4-FFF2-40B4-BE49-F238E27FC236}">
                    <a16:creationId xmlns:a16="http://schemas.microsoft.com/office/drawing/2014/main" id="{440DE651-BCFE-000A-17BE-AC0E18E1CC9A}"/>
                  </a:ext>
                </a:extLst>
              </p:cNvPr>
              <p:cNvSpPr/>
              <p:nvPr/>
            </p:nvSpPr>
            <p:spPr>
              <a:xfrm>
                <a:off x="1555987" y="5962446"/>
                <a:ext cx="25963" cy="2596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2" name="ellipse_2911">
                <a:extLst>
                  <a:ext uri="{FF2B5EF4-FFF2-40B4-BE49-F238E27FC236}">
                    <a16:creationId xmlns:a16="http://schemas.microsoft.com/office/drawing/2014/main" id="{EC2FBFE7-DAE9-F29A-DD1D-84C979220963}"/>
                  </a:ext>
                </a:extLst>
              </p:cNvPr>
              <p:cNvSpPr/>
              <p:nvPr/>
            </p:nvSpPr>
            <p:spPr>
              <a:xfrm>
                <a:off x="1725888" y="5766654"/>
                <a:ext cx="33262" cy="332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3" name="ellipse_2912">
                <a:extLst>
                  <a:ext uri="{FF2B5EF4-FFF2-40B4-BE49-F238E27FC236}">
                    <a16:creationId xmlns:a16="http://schemas.microsoft.com/office/drawing/2014/main" id="{DB9DF0BA-713A-C761-5B96-AA0C67EA8663}"/>
                  </a:ext>
                </a:extLst>
              </p:cNvPr>
              <p:cNvSpPr/>
              <p:nvPr/>
            </p:nvSpPr>
            <p:spPr>
              <a:xfrm>
                <a:off x="1638437" y="5914338"/>
                <a:ext cx="38036" cy="380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4" name="ellipse_2913">
                <a:extLst>
                  <a:ext uri="{FF2B5EF4-FFF2-40B4-BE49-F238E27FC236}">
                    <a16:creationId xmlns:a16="http://schemas.microsoft.com/office/drawing/2014/main" id="{94BAAEF8-DFDF-969A-C87E-D13B3196CE8D}"/>
                  </a:ext>
                </a:extLst>
              </p:cNvPr>
              <p:cNvSpPr/>
              <p:nvPr/>
            </p:nvSpPr>
            <p:spPr>
              <a:xfrm>
                <a:off x="1469814" y="5810243"/>
                <a:ext cx="26475" cy="264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5" name="ellipse_2914">
                <a:extLst>
                  <a:ext uri="{FF2B5EF4-FFF2-40B4-BE49-F238E27FC236}">
                    <a16:creationId xmlns:a16="http://schemas.microsoft.com/office/drawing/2014/main" id="{8B4824DC-B5E4-95D3-8162-FF95840CF850}"/>
                  </a:ext>
                </a:extLst>
              </p:cNvPr>
              <p:cNvSpPr/>
              <p:nvPr/>
            </p:nvSpPr>
            <p:spPr>
              <a:xfrm>
                <a:off x="1604446" y="5912480"/>
                <a:ext cx="25177" cy="251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6" name="ellipse_2915">
                <a:extLst>
                  <a:ext uri="{FF2B5EF4-FFF2-40B4-BE49-F238E27FC236}">
                    <a16:creationId xmlns:a16="http://schemas.microsoft.com/office/drawing/2014/main" id="{CFA15D71-CFCC-2A95-A285-E7717C19B74B}"/>
                  </a:ext>
                </a:extLst>
              </p:cNvPr>
              <p:cNvSpPr/>
              <p:nvPr/>
            </p:nvSpPr>
            <p:spPr>
              <a:xfrm>
                <a:off x="1537160" y="5725932"/>
                <a:ext cx="26446" cy="2644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7" name="ellipse_2916">
                <a:extLst>
                  <a:ext uri="{FF2B5EF4-FFF2-40B4-BE49-F238E27FC236}">
                    <a16:creationId xmlns:a16="http://schemas.microsoft.com/office/drawing/2014/main" id="{C2AC5A4E-F3C5-03F4-D3C1-073A3BB34E62}"/>
                  </a:ext>
                </a:extLst>
              </p:cNvPr>
              <p:cNvSpPr/>
              <p:nvPr/>
            </p:nvSpPr>
            <p:spPr>
              <a:xfrm>
                <a:off x="1627934" y="5686479"/>
                <a:ext cx="28884" cy="288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8" name="ellipse_2917">
                <a:extLst>
                  <a:ext uri="{FF2B5EF4-FFF2-40B4-BE49-F238E27FC236}">
                    <a16:creationId xmlns:a16="http://schemas.microsoft.com/office/drawing/2014/main" id="{8C256738-8E53-9CE7-A6B1-7446A23851A0}"/>
                  </a:ext>
                </a:extLst>
              </p:cNvPr>
              <p:cNvSpPr/>
              <p:nvPr/>
            </p:nvSpPr>
            <p:spPr>
              <a:xfrm>
                <a:off x="1673455" y="5697854"/>
                <a:ext cx="24843" cy="2484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9" name="ellipse_2918">
                <a:extLst>
                  <a:ext uri="{FF2B5EF4-FFF2-40B4-BE49-F238E27FC236}">
                    <a16:creationId xmlns:a16="http://schemas.microsoft.com/office/drawing/2014/main" id="{563AED87-5DE7-3766-BF3B-B96ECDE955BD}"/>
                  </a:ext>
                </a:extLst>
              </p:cNvPr>
              <p:cNvSpPr/>
              <p:nvPr/>
            </p:nvSpPr>
            <p:spPr>
              <a:xfrm>
                <a:off x="1740188" y="5843935"/>
                <a:ext cx="33634" cy="3363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0" name="ellipse_2919">
                <a:extLst>
                  <a:ext uri="{FF2B5EF4-FFF2-40B4-BE49-F238E27FC236}">
                    <a16:creationId xmlns:a16="http://schemas.microsoft.com/office/drawing/2014/main" id="{330F0537-6D89-A876-DEE5-7DDEE7627645}"/>
                  </a:ext>
                </a:extLst>
              </p:cNvPr>
              <p:cNvSpPr/>
              <p:nvPr/>
            </p:nvSpPr>
            <p:spPr>
              <a:xfrm>
                <a:off x="1747527" y="5782823"/>
                <a:ext cx="38868" cy="38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1" name="ellipse_2920">
                <a:extLst>
                  <a:ext uri="{FF2B5EF4-FFF2-40B4-BE49-F238E27FC236}">
                    <a16:creationId xmlns:a16="http://schemas.microsoft.com/office/drawing/2014/main" id="{94C757A5-D798-CBFD-6440-152BCEB3B856}"/>
                  </a:ext>
                </a:extLst>
              </p:cNvPr>
              <p:cNvSpPr/>
              <p:nvPr/>
            </p:nvSpPr>
            <p:spPr>
              <a:xfrm>
                <a:off x="1601887" y="5948096"/>
                <a:ext cx="25828" cy="258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2" name="ellipse_2921">
                <a:extLst>
                  <a:ext uri="{FF2B5EF4-FFF2-40B4-BE49-F238E27FC236}">
                    <a16:creationId xmlns:a16="http://schemas.microsoft.com/office/drawing/2014/main" id="{EBC8D83C-ACA0-D0E0-287B-62EBDD333AE0}"/>
                  </a:ext>
                </a:extLst>
              </p:cNvPr>
              <p:cNvSpPr/>
              <p:nvPr/>
            </p:nvSpPr>
            <p:spPr>
              <a:xfrm>
                <a:off x="1749582" y="5888113"/>
                <a:ext cx="36487" cy="3648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3" name="ellipse_2922">
                <a:extLst>
                  <a:ext uri="{FF2B5EF4-FFF2-40B4-BE49-F238E27FC236}">
                    <a16:creationId xmlns:a16="http://schemas.microsoft.com/office/drawing/2014/main" id="{A7DA2629-9185-DD7B-932A-CC9039FF67E7}"/>
                  </a:ext>
                </a:extLst>
              </p:cNvPr>
              <p:cNvSpPr/>
              <p:nvPr/>
            </p:nvSpPr>
            <p:spPr>
              <a:xfrm>
                <a:off x="1731701" y="5860783"/>
                <a:ext cx="23989" cy="239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4" name="ellipse_2923">
                <a:extLst>
                  <a:ext uri="{FF2B5EF4-FFF2-40B4-BE49-F238E27FC236}">
                    <a16:creationId xmlns:a16="http://schemas.microsoft.com/office/drawing/2014/main" id="{3BBDF1A6-21C9-D7EB-729E-B25FC2DD6EB9}"/>
                  </a:ext>
                </a:extLst>
              </p:cNvPr>
              <p:cNvSpPr/>
              <p:nvPr/>
            </p:nvSpPr>
            <p:spPr>
              <a:xfrm>
                <a:off x="1759056" y="5817672"/>
                <a:ext cx="28808" cy="288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5" name="ellipse_2924">
                <a:extLst>
                  <a:ext uri="{FF2B5EF4-FFF2-40B4-BE49-F238E27FC236}">
                    <a16:creationId xmlns:a16="http://schemas.microsoft.com/office/drawing/2014/main" id="{3D08E5B1-4348-ED8A-4E1A-5DEFEF513C19}"/>
                  </a:ext>
                </a:extLst>
              </p:cNvPr>
              <p:cNvSpPr/>
              <p:nvPr/>
            </p:nvSpPr>
            <p:spPr>
              <a:xfrm>
                <a:off x="1547821" y="5674848"/>
                <a:ext cx="24536" cy="245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6" name="ellipse_2925">
                <a:extLst>
                  <a:ext uri="{FF2B5EF4-FFF2-40B4-BE49-F238E27FC236}">
                    <a16:creationId xmlns:a16="http://schemas.microsoft.com/office/drawing/2014/main" id="{7A0A60F6-862F-BDFD-7F88-142229790E2D}"/>
                  </a:ext>
                </a:extLst>
              </p:cNvPr>
              <p:cNvSpPr/>
              <p:nvPr/>
            </p:nvSpPr>
            <p:spPr>
              <a:xfrm>
                <a:off x="1436856" y="5736363"/>
                <a:ext cx="23841" cy="238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7" name="ellipse_2926">
                <a:extLst>
                  <a:ext uri="{FF2B5EF4-FFF2-40B4-BE49-F238E27FC236}">
                    <a16:creationId xmlns:a16="http://schemas.microsoft.com/office/drawing/2014/main" id="{2028B717-AF58-0FEB-8422-CEA589F88B23}"/>
                  </a:ext>
                </a:extLst>
              </p:cNvPr>
              <p:cNvSpPr/>
              <p:nvPr/>
            </p:nvSpPr>
            <p:spPr>
              <a:xfrm>
                <a:off x="1457390" y="5888267"/>
                <a:ext cx="35961" cy="359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8" name="ellipse_2927">
                <a:extLst>
                  <a:ext uri="{FF2B5EF4-FFF2-40B4-BE49-F238E27FC236}">
                    <a16:creationId xmlns:a16="http://schemas.microsoft.com/office/drawing/2014/main" id="{DAA61825-7DB0-0DAB-C675-8140DC25E0E1}"/>
                  </a:ext>
                </a:extLst>
              </p:cNvPr>
              <p:cNvSpPr/>
              <p:nvPr/>
            </p:nvSpPr>
            <p:spPr>
              <a:xfrm>
                <a:off x="1428158" y="5810865"/>
                <a:ext cx="33956" cy="3395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9" name="ellipse_2928">
                <a:extLst>
                  <a:ext uri="{FF2B5EF4-FFF2-40B4-BE49-F238E27FC236}">
                    <a16:creationId xmlns:a16="http://schemas.microsoft.com/office/drawing/2014/main" id="{9BCE55E4-EAC0-F05A-3021-330E38B489C2}"/>
                  </a:ext>
                </a:extLst>
              </p:cNvPr>
              <p:cNvSpPr/>
              <p:nvPr/>
            </p:nvSpPr>
            <p:spPr>
              <a:xfrm>
                <a:off x="1806304" y="5819862"/>
                <a:ext cx="23670" cy="2367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0" name="ellipse_2929">
                <a:extLst>
                  <a:ext uri="{FF2B5EF4-FFF2-40B4-BE49-F238E27FC236}">
                    <a16:creationId xmlns:a16="http://schemas.microsoft.com/office/drawing/2014/main" id="{429E55D0-D4C1-3573-3786-DDF26EF377B4}"/>
                  </a:ext>
                </a:extLst>
              </p:cNvPr>
              <p:cNvSpPr/>
              <p:nvPr/>
            </p:nvSpPr>
            <p:spPr>
              <a:xfrm>
                <a:off x="1627313" y="5712973"/>
                <a:ext cx="37885" cy="378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1" name="ellipse_2930">
                <a:extLst>
                  <a:ext uri="{FF2B5EF4-FFF2-40B4-BE49-F238E27FC236}">
                    <a16:creationId xmlns:a16="http://schemas.microsoft.com/office/drawing/2014/main" id="{5DC9C39E-63E1-4C3A-3776-DF8C4D1C1AB9}"/>
                  </a:ext>
                </a:extLst>
              </p:cNvPr>
              <p:cNvSpPr/>
              <p:nvPr/>
            </p:nvSpPr>
            <p:spPr>
              <a:xfrm>
                <a:off x="1710685" y="5883673"/>
                <a:ext cx="23533" cy="23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2" name="ellipse_2931">
                <a:extLst>
                  <a:ext uri="{FF2B5EF4-FFF2-40B4-BE49-F238E27FC236}">
                    <a16:creationId xmlns:a16="http://schemas.microsoft.com/office/drawing/2014/main" id="{EB276664-B994-6526-C319-6B7961DC9914}"/>
                  </a:ext>
                </a:extLst>
              </p:cNvPr>
              <p:cNvSpPr/>
              <p:nvPr/>
            </p:nvSpPr>
            <p:spPr>
              <a:xfrm>
                <a:off x="1694615" y="5911084"/>
                <a:ext cx="29708" cy="297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3" name="ellipse_2932">
                <a:extLst>
                  <a:ext uri="{FF2B5EF4-FFF2-40B4-BE49-F238E27FC236}">
                    <a16:creationId xmlns:a16="http://schemas.microsoft.com/office/drawing/2014/main" id="{3654202C-0E59-35EC-5848-001B215FA4B9}"/>
                  </a:ext>
                </a:extLst>
              </p:cNvPr>
              <p:cNvSpPr/>
              <p:nvPr/>
            </p:nvSpPr>
            <p:spPr>
              <a:xfrm>
                <a:off x="1701593" y="5924380"/>
                <a:ext cx="23793" cy="2379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4" name="ellipse_2933">
                <a:extLst>
                  <a:ext uri="{FF2B5EF4-FFF2-40B4-BE49-F238E27FC236}">
                    <a16:creationId xmlns:a16="http://schemas.microsoft.com/office/drawing/2014/main" id="{3B974907-5666-26CF-ACE4-916A13C13327}"/>
                  </a:ext>
                </a:extLst>
              </p:cNvPr>
              <p:cNvSpPr/>
              <p:nvPr/>
            </p:nvSpPr>
            <p:spPr>
              <a:xfrm>
                <a:off x="1599033" y="5681949"/>
                <a:ext cx="29376" cy="29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5" name="ellipse_2934">
                <a:extLst>
                  <a:ext uri="{FF2B5EF4-FFF2-40B4-BE49-F238E27FC236}">
                    <a16:creationId xmlns:a16="http://schemas.microsoft.com/office/drawing/2014/main" id="{C59FB2D6-1DFD-AA3B-DC85-0B82DB24C1CF}"/>
                  </a:ext>
                </a:extLst>
              </p:cNvPr>
              <p:cNvSpPr/>
              <p:nvPr/>
            </p:nvSpPr>
            <p:spPr>
              <a:xfrm>
                <a:off x="1706363" y="5885733"/>
                <a:ext cx="27882" cy="2788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6" name="ellipse_2935">
                <a:extLst>
                  <a:ext uri="{FF2B5EF4-FFF2-40B4-BE49-F238E27FC236}">
                    <a16:creationId xmlns:a16="http://schemas.microsoft.com/office/drawing/2014/main" id="{A7C3B77F-B851-4E35-BD07-0F367812EB9A}"/>
                  </a:ext>
                </a:extLst>
              </p:cNvPr>
              <p:cNvSpPr/>
              <p:nvPr/>
            </p:nvSpPr>
            <p:spPr>
              <a:xfrm>
                <a:off x="1644117" y="5927383"/>
                <a:ext cx="31868" cy="31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7" name="ellipse_2936">
                <a:extLst>
                  <a:ext uri="{FF2B5EF4-FFF2-40B4-BE49-F238E27FC236}">
                    <a16:creationId xmlns:a16="http://schemas.microsoft.com/office/drawing/2014/main" id="{EFDFC850-01C3-50CD-A91A-EBB0588B5830}"/>
                  </a:ext>
                </a:extLst>
              </p:cNvPr>
              <p:cNvSpPr/>
              <p:nvPr/>
            </p:nvSpPr>
            <p:spPr>
              <a:xfrm>
                <a:off x="1582830" y="5913046"/>
                <a:ext cx="31662" cy="31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8" name="ellipse_2937">
                <a:extLst>
                  <a:ext uri="{FF2B5EF4-FFF2-40B4-BE49-F238E27FC236}">
                    <a16:creationId xmlns:a16="http://schemas.microsoft.com/office/drawing/2014/main" id="{2ADF6D3D-6EA4-1EE4-BAC9-3D72498294C8}"/>
                  </a:ext>
                </a:extLst>
              </p:cNvPr>
              <p:cNvSpPr/>
              <p:nvPr/>
            </p:nvSpPr>
            <p:spPr>
              <a:xfrm>
                <a:off x="1441252" y="5843458"/>
                <a:ext cx="37932" cy="3793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9" name="ellipse_2938">
                <a:extLst>
                  <a:ext uri="{FF2B5EF4-FFF2-40B4-BE49-F238E27FC236}">
                    <a16:creationId xmlns:a16="http://schemas.microsoft.com/office/drawing/2014/main" id="{605FCD02-6F70-67B1-1303-6CD8BE77DD47}"/>
                  </a:ext>
                </a:extLst>
              </p:cNvPr>
              <p:cNvSpPr/>
              <p:nvPr/>
            </p:nvSpPr>
            <p:spPr>
              <a:xfrm>
                <a:off x="1676913" y="5723244"/>
                <a:ext cx="35560" cy="3556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0" name="ellipse_2939">
                <a:extLst>
                  <a:ext uri="{FF2B5EF4-FFF2-40B4-BE49-F238E27FC236}">
                    <a16:creationId xmlns:a16="http://schemas.microsoft.com/office/drawing/2014/main" id="{179C87C2-69B7-0DD5-37C7-A0AAA4E26E00}"/>
                  </a:ext>
                </a:extLst>
              </p:cNvPr>
              <p:cNvSpPr/>
              <p:nvPr/>
            </p:nvSpPr>
            <p:spPr>
              <a:xfrm>
                <a:off x="1442316" y="5759309"/>
                <a:ext cx="30564" cy="3056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1" name="ellipse_2940">
                <a:extLst>
                  <a:ext uri="{FF2B5EF4-FFF2-40B4-BE49-F238E27FC236}">
                    <a16:creationId xmlns:a16="http://schemas.microsoft.com/office/drawing/2014/main" id="{50B5553A-2C19-58C0-3EE0-A0982B0602B5}"/>
                  </a:ext>
                </a:extLst>
              </p:cNvPr>
              <p:cNvSpPr/>
              <p:nvPr/>
            </p:nvSpPr>
            <p:spPr>
              <a:xfrm>
                <a:off x="1660843" y="5732672"/>
                <a:ext cx="32471" cy="3247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2" name="ellipse_2941">
                <a:extLst>
                  <a:ext uri="{FF2B5EF4-FFF2-40B4-BE49-F238E27FC236}">
                    <a16:creationId xmlns:a16="http://schemas.microsoft.com/office/drawing/2014/main" id="{65AA6832-2B65-A41C-E54C-B16C1908EDF4}"/>
                  </a:ext>
                </a:extLst>
              </p:cNvPr>
              <p:cNvSpPr/>
              <p:nvPr/>
            </p:nvSpPr>
            <p:spPr>
              <a:xfrm>
                <a:off x="1441929" y="5857738"/>
                <a:ext cx="27539" cy="275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3" name="ellipse_2942">
                <a:extLst>
                  <a:ext uri="{FF2B5EF4-FFF2-40B4-BE49-F238E27FC236}">
                    <a16:creationId xmlns:a16="http://schemas.microsoft.com/office/drawing/2014/main" id="{20964C3D-B05A-C947-2C3A-16F6BB9A8F01}"/>
                  </a:ext>
                </a:extLst>
              </p:cNvPr>
              <p:cNvSpPr/>
              <p:nvPr/>
            </p:nvSpPr>
            <p:spPr>
              <a:xfrm>
                <a:off x="1605905" y="5946213"/>
                <a:ext cx="23720" cy="23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4" name="ellipse_2943">
                <a:extLst>
                  <a:ext uri="{FF2B5EF4-FFF2-40B4-BE49-F238E27FC236}">
                    <a16:creationId xmlns:a16="http://schemas.microsoft.com/office/drawing/2014/main" id="{B8EF0B59-F6B9-5ED5-1B13-9BCF93ADC380}"/>
                  </a:ext>
                </a:extLst>
              </p:cNvPr>
              <p:cNvSpPr/>
              <p:nvPr/>
            </p:nvSpPr>
            <p:spPr>
              <a:xfrm>
                <a:off x="1666560" y="5904207"/>
                <a:ext cx="25696" cy="2569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5" name="ellipse_2944">
                <a:extLst>
                  <a:ext uri="{FF2B5EF4-FFF2-40B4-BE49-F238E27FC236}">
                    <a16:creationId xmlns:a16="http://schemas.microsoft.com/office/drawing/2014/main" id="{9D3765C9-4A57-F123-369F-396698B2CC36}"/>
                  </a:ext>
                </a:extLst>
              </p:cNvPr>
              <p:cNvSpPr/>
              <p:nvPr/>
            </p:nvSpPr>
            <p:spPr>
              <a:xfrm>
                <a:off x="1569217" y="5720001"/>
                <a:ext cx="32959" cy="329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6" name="ellipse_2945">
                <a:extLst>
                  <a:ext uri="{FF2B5EF4-FFF2-40B4-BE49-F238E27FC236}">
                    <a16:creationId xmlns:a16="http://schemas.microsoft.com/office/drawing/2014/main" id="{4AFA0D5E-491C-1C7B-4276-7A65DDF8675E}"/>
                  </a:ext>
                </a:extLst>
              </p:cNvPr>
              <p:cNvSpPr/>
              <p:nvPr/>
            </p:nvSpPr>
            <p:spPr>
              <a:xfrm>
                <a:off x="1628649" y="5681483"/>
                <a:ext cx="30404" cy="304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7" name="ellipse_2946">
                <a:extLst>
                  <a:ext uri="{FF2B5EF4-FFF2-40B4-BE49-F238E27FC236}">
                    <a16:creationId xmlns:a16="http://schemas.microsoft.com/office/drawing/2014/main" id="{12473768-002C-019E-4C6E-0C14F8D916F1}"/>
                  </a:ext>
                </a:extLst>
              </p:cNvPr>
              <p:cNvSpPr/>
              <p:nvPr/>
            </p:nvSpPr>
            <p:spPr>
              <a:xfrm>
                <a:off x="1713397" y="5861457"/>
                <a:ext cx="33198" cy="331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8" name="ellipse_2947">
                <a:extLst>
                  <a:ext uri="{FF2B5EF4-FFF2-40B4-BE49-F238E27FC236}">
                    <a16:creationId xmlns:a16="http://schemas.microsoft.com/office/drawing/2014/main" id="{C251B949-C0ED-5CD3-40F3-6DC5BC7BAE14}"/>
                  </a:ext>
                </a:extLst>
              </p:cNvPr>
              <p:cNvSpPr/>
              <p:nvPr/>
            </p:nvSpPr>
            <p:spPr>
              <a:xfrm>
                <a:off x="1568321" y="5927538"/>
                <a:ext cx="37172" cy="371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9" name="ellipse_2948">
                <a:extLst>
                  <a:ext uri="{FF2B5EF4-FFF2-40B4-BE49-F238E27FC236}">
                    <a16:creationId xmlns:a16="http://schemas.microsoft.com/office/drawing/2014/main" id="{2A7DD593-5379-AF54-0A55-6D727226C4EF}"/>
                  </a:ext>
                </a:extLst>
              </p:cNvPr>
              <p:cNvSpPr/>
              <p:nvPr/>
            </p:nvSpPr>
            <p:spPr>
              <a:xfrm>
                <a:off x="1589792" y="5719262"/>
                <a:ext cx="26962" cy="26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0" name="ellipse_2949">
                <a:extLst>
                  <a:ext uri="{FF2B5EF4-FFF2-40B4-BE49-F238E27FC236}">
                    <a16:creationId xmlns:a16="http://schemas.microsoft.com/office/drawing/2014/main" id="{C6A21056-746F-B00C-BBCD-8CF29A46C7D3}"/>
                  </a:ext>
                </a:extLst>
              </p:cNvPr>
              <p:cNvSpPr/>
              <p:nvPr/>
            </p:nvSpPr>
            <p:spPr>
              <a:xfrm>
                <a:off x="1493034" y="5768073"/>
                <a:ext cx="32512" cy="3251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1" name="ellipse_2950">
                <a:extLst>
                  <a:ext uri="{FF2B5EF4-FFF2-40B4-BE49-F238E27FC236}">
                    <a16:creationId xmlns:a16="http://schemas.microsoft.com/office/drawing/2014/main" id="{0E9E76F0-BD86-F58E-9FCB-99632E9F11B1}"/>
                  </a:ext>
                </a:extLst>
              </p:cNvPr>
              <p:cNvSpPr/>
              <p:nvPr/>
            </p:nvSpPr>
            <p:spPr>
              <a:xfrm>
                <a:off x="1700028" y="5916902"/>
                <a:ext cx="26704" cy="2670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2" name="ellipse_2951">
                <a:extLst>
                  <a:ext uri="{FF2B5EF4-FFF2-40B4-BE49-F238E27FC236}">
                    <a16:creationId xmlns:a16="http://schemas.microsoft.com/office/drawing/2014/main" id="{697CBA57-2391-38BE-7466-5C3DA30671FC}"/>
                  </a:ext>
                </a:extLst>
              </p:cNvPr>
              <p:cNvSpPr/>
              <p:nvPr/>
            </p:nvSpPr>
            <p:spPr>
              <a:xfrm>
                <a:off x="1484645" y="5849570"/>
                <a:ext cx="34307" cy="34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3" name="ellipse_2952">
                <a:extLst>
                  <a:ext uri="{FF2B5EF4-FFF2-40B4-BE49-F238E27FC236}">
                    <a16:creationId xmlns:a16="http://schemas.microsoft.com/office/drawing/2014/main" id="{EE036D8D-58EF-BC0D-A67F-2E2F0FED3454}"/>
                  </a:ext>
                </a:extLst>
              </p:cNvPr>
              <p:cNvSpPr/>
              <p:nvPr/>
            </p:nvSpPr>
            <p:spPr>
              <a:xfrm>
                <a:off x="1796236" y="5779448"/>
                <a:ext cx="31087" cy="3108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4" name="ellipse_2953">
                <a:extLst>
                  <a:ext uri="{FF2B5EF4-FFF2-40B4-BE49-F238E27FC236}">
                    <a16:creationId xmlns:a16="http://schemas.microsoft.com/office/drawing/2014/main" id="{AA0B746A-CE43-8653-6204-2F3B7057D1F0}"/>
                  </a:ext>
                </a:extLst>
              </p:cNvPr>
              <p:cNvSpPr/>
              <p:nvPr/>
            </p:nvSpPr>
            <p:spPr>
              <a:xfrm>
                <a:off x="1703383" y="5707987"/>
                <a:ext cx="24249" cy="24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5" name="ellipse_2954">
                <a:extLst>
                  <a:ext uri="{FF2B5EF4-FFF2-40B4-BE49-F238E27FC236}">
                    <a16:creationId xmlns:a16="http://schemas.microsoft.com/office/drawing/2014/main" id="{E8FC4CD6-3F92-E5E1-841A-1039670BC15D}"/>
                  </a:ext>
                </a:extLst>
              </p:cNvPr>
              <p:cNvSpPr/>
              <p:nvPr/>
            </p:nvSpPr>
            <p:spPr>
              <a:xfrm>
                <a:off x="1639165" y="5940343"/>
                <a:ext cx="34999" cy="349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6" name="ellipse_2955">
                <a:extLst>
                  <a:ext uri="{FF2B5EF4-FFF2-40B4-BE49-F238E27FC236}">
                    <a16:creationId xmlns:a16="http://schemas.microsoft.com/office/drawing/2014/main" id="{8FB5406B-6AA0-0932-2FD9-E500CC1E6A70}"/>
                  </a:ext>
                </a:extLst>
              </p:cNvPr>
              <p:cNvSpPr/>
              <p:nvPr/>
            </p:nvSpPr>
            <p:spPr>
              <a:xfrm>
                <a:off x="1607929" y="5664825"/>
                <a:ext cx="32753" cy="327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7" name="ellipse_2956">
                <a:extLst>
                  <a:ext uri="{FF2B5EF4-FFF2-40B4-BE49-F238E27FC236}">
                    <a16:creationId xmlns:a16="http://schemas.microsoft.com/office/drawing/2014/main" id="{61915CE9-DD1C-C287-DA3D-9972B9DFD2A5}"/>
                  </a:ext>
                </a:extLst>
              </p:cNvPr>
              <p:cNvSpPr/>
              <p:nvPr/>
            </p:nvSpPr>
            <p:spPr>
              <a:xfrm>
                <a:off x="1431638" y="5888721"/>
                <a:ext cx="32307" cy="32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8" name="ellipse_2957">
                <a:extLst>
                  <a:ext uri="{FF2B5EF4-FFF2-40B4-BE49-F238E27FC236}">
                    <a16:creationId xmlns:a16="http://schemas.microsoft.com/office/drawing/2014/main" id="{59305533-22BE-5D65-231E-BE59363CA68E}"/>
                  </a:ext>
                </a:extLst>
              </p:cNvPr>
              <p:cNvSpPr/>
              <p:nvPr/>
            </p:nvSpPr>
            <p:spPr>
              <a:xfrm>
                <a:off x="1763250" y="5810798"/>
                <a:ext cx="24008" cy="240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9" name="ellipse_2958">
                <a:extLst>
                  <a:ext uri="{FF2B5EF4-FFF2-40B4-BE49-F238E27FC236}">
                    <a16:creationId xmlns:a16="http://schemas.microsoft.com/office/drawing/2014/main" id="{84A06EF0-EE99-7BDE-316E-563B4102A50F}"/>
                  </a:ext>
                </a:extLst>
              </p:cNvPr>
              <p:cNvSpPr/>
              <p:nvPr/>
            </p:nvSpPr>
            <p:spPr>
              <a:xfrm>
                <a:off x="1770156" y="5894195"/>
                <a:ext cx="34129" cy="341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0" name="ellipse_2959">
                <a:extLst>
                  <a:ext uri="{FF2B5EF4-FFF2-40B4-BE49-F238E27FC236}">
                    <a16:creationId xmlns:a16="http://schemas.microsoft.com/office/drawing/2014/main" id="{D6FB5CB3-4F4F-9E4F-ACAF-13A3EB1CC144}"/>
                  </a:ext>
                </a:extLst>
              </p:cNvPr>
              <p:cNvSpPr/>
              <p:nvPr/>
            </p:nvSpPr>
            <p:spPr>
              <a:xfrm>
                <a:off x="1631456" y="5662376"/>
                <a:ext cx="36317" cy="3631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1" name="ellipse_2960">
                <a:extLst>
                  <a:ext uri="{FF2B5EF4-FFF2-40B4-BE49-F238E27FC236}">
                    <a16:creationId xmlns:a16="http://schemas.microsoft.com/office/drawing/2014/main" id="{242BA373-4835-DEF5-F9A5-C3BC1DAA6019}"/>
                  </a:ext>
                </a:extLst>
              </p:cNvPr>
              <p:cNvSpPr/>
              <p:nvPr/>
            </p:nvSpPr>
            <p:spPr>
              <a:xfrm>
                <a:off x="1505565" y="5729779"/>
                <a:ext cx="35155" cy="3515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2" name="ellipse_2961">
                <a:extLst>
                  <a:ext uri="{FF2B5EF4-FFF2-40B4-BE49-F238E27FC236}">
                    <a16:creationId xmlns:a16="http://schemas.microsoft.com/office/drawing/2014/main" id="{D10EBA65-BEA9-3BCD-528D-21EF86B6DD32}"/>
                  </a:ext>
                </a:extLst>
              </p:cNvPr>
              <p:cNvSpPr/>
              <p:nvPr/>
            </p:nvSpPr>
            <p:spPr>
              <a:xfrm>
                <a:off x="1745125" y="5807695"/>
                <a:ext cx="28645" cy="286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3" name="ellipse_2962">
                <a:extLst>
                  <a:ext uri="{FF2B5EF4-FFF2-40B4-BE49-F238E27FC236}">
                    <a16:creationId xmlns:a16="http://schemas.microsoft.com/office/drawing/2014/main" id="{CFDDFAC2-FA54-7805-FCE5-9F52A750D51E}"/>
                  </a:ext>
                </a:extLst>
              </p:cNvPr>
              <p:cNvSpPr/>
              <p:nvPr/>
            </p:nvSpPr>
            <p:spPr>
              <a:xfrm>
                <a:off x="1415944" y="5861397"/>
                <a:ext cx="29118" cy="2911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4" name="ellipse_2963">
                <a:extLst>
                  <a:ext uri="{FF2B5EF4-FFF2-40B4-BE49-F238E27FC236}">
                    <a16:creationId xmlns:a16="http://schemas.microsoft.com/office/drawing/2014/main" id="{00941DDB-8D6B-888B-090B-9A01F7303B4E}"/>
                  </a:ext>
                </a:extLst>
              </p:cNvPr>
              <p:cNvSpPr/>
              <p:nvPr/>
            </p:nvSpPr>
            <p:spPr>
              <a:xfrm>
                <a:off x="1444289" y="5910192"/>
                <a:ext cx="36484" cy="364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5" name="ellipse_2964">
                <a:extLst>
                  <a:ext uri="{FF2B5EF4-FFF2-40B4-BE49-F238E27FC236}">
                    <a16:creationId xmlns:a16="http://schemas.microsoft.com/office/drawing/2014/main" id="{3606F7A3-E610-0C44-146E-F78340965896}"/>
                  </a:ext>
                </a:extLst>
              </p:cNvPr>
              <p:cNvSpPr/>
              <p:nvPr/>
            </p:nvSpPr>
            <p:spPr>
              <a:xfrm>
                <a:off x="1692595" y="5720180"/>
                <a:ext cx="34350" cy="3435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6" name="ellipse_2965">
                <a:extLst>
                  <a:ext uri="{FF2B5EF4-FFF2-40B4-BE49-F238E27FC236}">
                    <a16:creationId xmlns:a16="http://schemas.microsoft.com/office/drawing/2014/main" id="{0FF4397C-E4E8-99DD-BBFF-5312BC3BBE18}"/>
                  </a:ext>
                </a:extLst>
              </p:cNvPr>
              <p:cNvSpPr/>
              <p:nvPr/>
            </p:nvSpPr>
            <p:spPr>
              <a:xfrm>
                <a:off x="1645377" y="5668528"/>
                <a:ext cx="23232" cy="2323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7" name="ellipse_2966">
                <a:extLst>
                  <a:ext uri="{FF2B5EF4-FFF2-40B4-BE49-F238E27FC236}">
                    <a16:creationId xmlns:a16="http://schemas.microsoft.com/office/drawing/2014/main" id="{44C7A82C-8C55-B1FF-6945-2220AD335CD1}"/>
                  </a:ext>
                </a:extLst>
              </p:cNvPr>
              <p:cNvSpPr/>
              <p:nvPr/>
            </p:nvSpPr>
            <p:spPr>
              <a:xfrm>
                <a:off x="1463027" y="5702838"/>
                <a:ext cx="32775" cy="3277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8" name="ellipse_2967">
                <a:extLst>
                  <a:ext uri="{FF2B5EF4-FFF2-40B4-BE49-F238E27FC236}">
                    <a16:creationId xmlns:a16="http://schemas.microsoft.com/office/drawing/2014/main" id="{2FF30082-3C78-4891-567F-5FC139961089}"/>
                  </a:ext>
                </a:extLst>
              </p:cNvPr>
              <p:cNvSpPr/>
              <p:nvPr/>
            </p:nvSpPr>
            <p:spPr>
              <a:xfrm>
                <a:off x="1471693" y="5806019"/>
                <a:ext cx="36914" cy="3691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9" name="ellipse_2968">
                <a:extLst>
                  <a:ext uri="{FF2B5EF4-FFF2-40B4-BE49-F238E27FC236}">
                    <a16:creationId xmlns:a16="http://schemas.microsoft.com/office/drawing/2014/main" id="{00C9A3AD-ADF9-98B8-9DF8-98F45885891F}"/>
                  </a:ext>
                </a:extLst>
              </p:cNvPr>
              <p:cNvSpPr/>
              <p:nvPr/>
            </p:nvSpPr>
            <p:spPr>
              <a:xfrm>
                <a:off x="1447857" y="5802230"/>
                <a:ext cx="29872" cy="29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0" name="ellipse_2969">
                <a:extLst>
                  <a:ext uri="{FF2B5EF4-FFF2-40B4-BE49-F238E27FC236}">
                    <a16:creationId xmlns:a16="http://schemas.microsoft.com/office/drawing/2014/main" id="{3D7D55E8-340F-13C8-CC61-0EE8F1AC227C}"/>
                  </a:ext>
                </a:extLst>
              </p:cNvPr>
              <p:cNvSpPr/>
              <p:nvPr/>
            </p:nvSpPr>
            <p:spPr>
              <a:xfrm>
                <a:off x="1612617" y="5934978"/>
                <a:ext cx="25869" cy="2586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1" name="ellipse_2970">
                <a:extLst>
                  <a:ext uri="{FF2B5EF4-FFF2-40B4-BE49-F238E27FC236}">
                    <a16:creationId xmlns:a16="http://schemas.microsoft.com/office/drawing/2014/main" id="{B56FF0B0-D026-8AB6-2365-79D5152C557A}"/>
                  </a:ext>
                </a:extLst>
              </p:cNvPr>
              <p:cNvSpPr/>
              <p:nvPr/>
            </p:nvSpPr>
            <p:spPr>
              <a:xfrm>
                <a:off x="1499567" y="5923927"/>
                <a:ext cx="29366" cy="29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2" name="ellipse_2971">
                <a:extLst>
                  <a:ext uri="{FF2B5EF4-FFF2-40B4-BE49-F238E27FC236}">
                    <a16:creationId xmlns:a16="http://schemas.microsoft.com/office/drawing/2014/main" id="{864E7841-FF3D-2307-081D-7B08B4248B5D}"/>
                  </a:ext>
                </a:extLst>
              </p:cNvPr>
              <p:cNvSpPr/>
              <p:nvPr/>
            </p:nvSpPr>
            <p:spPr>
              <a:xfrm>
                <a:off x="1439722" y="5746255"/>
                <a:ext cx="30428" cy="30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3" name="ellipse_2972">
                <a:extLst>
                  <a:ext uri="{FF2B5EF4-FFF2-40B4-BE49-F238E27FC236}">
                    <a16:creationId xmlns:a16="http://schemas.microsoft.com/office/drawing/2014/main" id="{A696BB4A-807C-9302-4EA7-5CC88D7A93DA}"/>
                  </a:ext>
                </a:extLst>
              </p:cNvPr>
              <p:cNvSpPr/>
              <p:nvPr/>
            </p:nvSpPr>
            <p:spPr>
              <a:xfrm>
                <a:off x="1601892" y="5705782"/>
                <a:ext cx="26593" cy="26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4" name="ellipse_2973">
                <a:extLst>
                  <a:ext uri="{FF2B5EF4-FFF2-40B4-BE49-F238E27FC236}">
                    <a16:creationId xmlns:a16="http://schemas.microsoft.com/office/drawing/2014/main" id="{E15C60A0-0C10-4CAB-1AD9-47DD1A6A5631}"/>
                  </a:ext>
                </a:extLst>
              </p:cNvPr>
              <p:cNvSpPr/>
              <p:nvPr/>
            </p:nvSpPr>
            <p:spPr>
              <a:xfrm>
                <a:off x="1683294" y="5736674"/>
                <a:ext cx="36357" cy="3635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695" name="Text | Pocket">
              <a:extLst>
                <a:ext uri="{FF2B5EF4-FFF2-40B4-BE49-F238E27FC236}">
                  <a16:creationId xmlns:a16="http://schemas.microsoft.com/office/drawing/2014/main" id="{80FC4DDE-B144-D6F9-9045-678830DB0FE6}"/>
                </a:ext>
              </a:extLst>
            </p:cNvPr>
            <p:cNvSpPr txBox="1"/>
            <p:nvPr/>
          </p:nvSpPr>
          <p:spPr>
            <a:xfrm>
              <a:off x="1435143" y="5975415"/>
              <a:ext cx="368725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Pocket</a:t>
              </a:r>
              <a:endParaRPr lang="en-US" sz="500"/>
            </a:p>
          </p:txBody>
        </p:sp>
        <p:sp>
          <p:nvSpPr>
            <p:cNvPr id="696" name="d | Route card: Default PocketXMol">
              <a:extLst>
                <a:ext uri="{FF2B5EF4-FFF2-40B4-BE49-F238E27FC236}">
                  <a16:creationId xmlns:a16="http://schemas.microsoft.com/office/drawing/2014/main" id="{38F96046-E4DA-64E6-DA18-24E6AC8439EC}"/>
                </a:ext>
              </a:extLst>
            </p:cNvPr>
            <p:cNvSpPr/>
            <p:nvPr/>
          </p:nvSpPr>
          <p:spPr>
            <a:xfrm>
              <a:off x="2141820" y="5591070"/>
              <a:ext cx="1514385" cy="243090"/>
            </a:xfrm>
            <a:prstGeom prst="roundRect">
              <a:avLst>
                <a:gd name="adj" fmla="val 9459"/>
              </a:avLst>
            </a:prstGeom>
            <a:solidFill>
              <a:srgbClr val="FFF8EC"/>
            </a:solidFill>
            <a:ln w="10160" cap="rnd" cmpd="sng" algn="ctr">
              <a:solidFill>
                <a:srgbClr val="D9B77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pic>
          <p:nvPicPr>
            <p:cNvPr id="697" name="Density voxel illustration | exp" descr="Synthetic voxel-grid density schematic">
              <a:extLst>
                <a:ext uri="{FF2B5EF4-FFF2-40B4-BE49-F238E27FC236}">
                  <a16:creationId xmlns:a16="http://schemas.microsoft.com/office/drawing/2014/main" id="{14F84F68-FA81-24CC-AA12-CD208CA68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/>
          </p:blipFill>
          <p:spPr>
            <a:xfrm>
              <a:off x="2197099" y="5635440"/>
              <a:ext cx="135682" cy="131400"/>
            </a:xfrm>
            <a:prstGeom prst="rect">
              <a:avLst/>
            </a:prstGeom>
          </p:spPr>
        </p:pic>
        <p:sp>
          <p:nvSpPr>
            <p:cNvPr id="698" name="Text | Default · PocketXMol">
              <a:extLst>
                <a:ext uri="{FF2B5EF4-FFF2-40B4-BE49-F238E27FC236}">
                  <a16:creationId xmlns:a16="http://schemas.microsoft.com/office/drawing/2014/main" id="{893B2047-BF1F-9DB7-D853-F638ABD2368D}"/>
                </a:ext>
              </a:extLst>
            </p:cNvPr>
            <p:cNvSpPr txBox="1"/>
            <p:nvPr/>
          </p:nvSpPr>
          <p:spPr>
            <a:xfrm>
              <a:off x="2401335" y="5600925"/>
              <a:ext cx="1120324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518" b="1" dirty="0">
                  <a:solidFill>
                    <a:srgbClr val="946019"/>
                  </a:solidFill>
                  <a:latin typeface="Arial"/>
                  <a:ea typeface="Arial"/>
                  <a:cs typeface="Arial"/>
                </a:rPr>
                <a:t>Default · PocketXMol</a:t>
              </a:r>
              <a:endParaRPr lang="en-US" sz="518"/>
            </a:p>
          </p:txBody>
        </p:sp>
        <p:sp>
          <p:nvSpPr>
            <p:cNvPr id="699" name="Text | Density-conditioned fine-tuning">
              <a:extLst>
                <a:ext uri="{FF2B5EF4-FFF2-40B4-BE49-F238E27FC236}">
                  <a16:creationId xmlns:a16="http://schemas.microsoft.com/office/drawing/2014/main" id="{4FBD4592-8CAB-2F06-A2DE-850FADC2D01C}"/>
                </a:ext>
              </a:extLst>
            </p:cNvPr>
            <p:cNvSpPr txBox="1"/>
            <p:nvPr/>
          </p:nvSpPr>
          <p:spPr>
            <a:xfrm>
              <a:off x="2401335" y="5709330"/>
              <a:ext cx="127186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5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Density-conditioned fine-tuning</a:t>
              </a:r>
              <a:endParaRPr lang="en-US" sz="445"/>
            </a:p>
          </p:txBody>
        </p:sp>
        <p:sp>
          <p:nvSpPr>
            <p:cNvPr id="700" name="d | Route card: Docking tools">
              <a:extLst>
                <a:ext uri="{FF2B5EF4-FFF2-40B4-BE49-F238E27FC236}">
                  <a16:creationId xmlns:a16="http://schemas.microsoft.com/office/drawing/2014/main" id="{584A9707-3608-F36D-84C1-334FDC095179}"/>
                </a:ext>
              </a:extLst>
            </p:cNvPr>
            <p:cNvSpPr/>
            <p:nvPr/>
          </p:nvSpPr>
          <p:spPr>
            <a:xfrm>
              <a:off x="2141820" y="5876865"/>
              <a:ext cx="1514385" cy="233235"/>
            </a:xfrm>
            <a:prstGeom prst="roundRect">
              <a:avLst>
                <a:gd name="adj" fmla="val 9859"/>
              </a:avLst>
            </a:prstGeom>
            <a:solidFill>
              <a:srgbClr val="F7F9FB"/>
            </a:solidFill>
            <a:ln w="10160" cap="rnd" cmpd="sng" algn="ctr">
              <a:solidFill>
                <a:srgbClr val="C5D5E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01" name="Text | Docking tools">
              <a:extLst>
                <a:ext uri="{FF2B5EF4-FFF2-40B4-BE49-F238E27FC236}">
                  <a16:creationId xmlns:a16="http://schemas.microsoft.com/office/drawing/2014/main" id="{F09A447A-76B7-195E-A34A-999EFB30FE81}"/>
                </a:ext>
              </a:extLst>
            </p:cNvPr>
            <p:cNvSpPr txBox="1"/>
            <p:nvPr/>
          </p:nvSpPr>
          <p:spPr>
            <a:xfrm>
              <a:off x="2214090" y="5883435"/>
              <a:ext cx="738930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518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Docking tools</a:t>
              </a:r>
              <a:endParaRPr lang="en-US" sz="518"/>
            </a:p>
          </p:txBody>
        </p:sp>
        <p:sp>
          <p:nvSpPr>
            <p:cNvPr id="702" name="Text | Vina · DiffDock · EMERALD">
              <a:extLst>
                <a:ext uri="{FF2B5EF4-FFF2-40B4-BE49-F238E27FC236}">
                  <a16:creationId xmlns:a16="http://schemas.microsoft.com/office/drawing/2014/main" id="{BD13CA0F-F01A-9160-C9A4-EBEC802C6088}"/>
                </a:ext>
              </a:extLst>
            </p:cNvPr>
            <p:cNvSpPr txBox="1"/>
            <p:nvPr/>
          </p:nvSpPr>
          <p:spPr>
            <a:xfrm>
              <a:off x="2214090" y="5988555"/>
              <a:ext cx="1107334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63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Vina · DiffDock · EMERALD</a:t>
              </a:r>
              <a:endParaRPr lang="en-US" sz="463"/>
            </a:p>
          </p:txBody>
        </p:sp>
        <p:grpSp>
          <p:nvGrpSpPr>
            <p:cNvPr id="703" name="d | All-atom ligand pose: local receptor environment">
              <a:extLst>
                <a:ext uri="{FF2B5EF4-FFF2-40B4-BE49-F238E27FC236}">
                  <a16:creationId xmlns:a16="http://schemas.microsoft.com/office/drawing/2014/main" id="{D8E43B09-3BA3-4B3F-490C-552EE2110F2B}"/>
                </a:ext>
              </a:extLst>
            </p:cNvPr>
            <p:cNvGrpSpPr/>
            <p:nvPr/>
          </p:nvGrpSpPr>
          <p:grpSpPr>
            <a:xfrm>
              <a:off x="4251809" y="5604959"/>
              <a:ext cx="702691" cy="463459"/>
              <a:chOff x="4251809" y="5604959"/>
              <a:chExt cx="702691" cy="463459"/>
            </a:xfrm>
          </p:grpSpPr>
          <p:sp>
            <p:nvSpPr>
              <p:cNvPr id="704" name="ellipse_3111">
                <a:extLst>
                  <a:ext uri="{FF2B5EF4-FFF2-40B4-BE49-F238E27FC236}">
                    <a16:creationId xmlns:a16="http://schemas.microsoft.com/office/drawing/2014/main" id="{6B3F9BC7-E953-4CE4-F490-8BC00A5121F1}"/>
                  </a:ext>
                </a:extLst>
              </p:cNvPr>
              <p:cNvSpPr/>
              <p:nvPr/>
            </p:nvSpPr>
            <p:spPr>
              <a:xfrm>
                <a:off x="4362855" y="5697772"/>
                <a:ext cx="43194" cy="431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5" name="ellipse_3112">
                <a:extLst>
                  <a:ext uri="{FF2B5EF4-FFF2-40B4-BE49-F238E27FC236}">
                    <a16:creationId xmlns:a16="http://schemas.microsoft.com/office/drawing/2014/main" id="{D14AB99B-282F-877D-4CFE-CBB8F6930FCA}"/>
                  </a:ext>
                </a:extLst>
              </p:cNvPr>
              <p:cNvSpPr/>
              <p:nvPr/>
            </p:nvSpPr>
            <p:spPr>
              <a:xfrm>
                <a:off x="4254062" y="5750681"/>
                <a:ext cx="40460" cy="4046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6" name="ellipse_3113">
                <a:extLst>
                  <a:ext uri="{FF2B5EF4-FFF2-40B4-BE49-F238E27FC236}">
                    <a16:creationId xmlns:a16="http://schemas.microsoft.com/office/drawing/2014/main" id="{843BF727-3600-95E2-0935-C9FD071C01BC}"/>
                  </a:ext>
                </a:extLst>
              </p:cNvPr>
              <p:cNvSpPr/>
              <p:nvPr/>
            </p:nvSpPr>
            <p:spPr>
              <a:xfrm>
                <a:off x="4584744" y="6016753"/>
                <a:ext cx="51665" cy="516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7" name="ellipse_3114">
                <a:extLst>
                  <a:ext uri="{FF2B5EF4-FFF2-40B4-BE49-F238E27FC236}">
                    <a16:creationId xmlns:a16="http://schemas.microsoft.com/office/drawing/2014/main" id="{F92866F7-6CE9-5689-B51C-450F8F61545D}"/>
                  </a:ext>
                </a:extLst>
              </p:cNvPr>
              <p:cNvSpPr/>
              <p:nvPr/>
            </p:nvSpPr>
            <p:spPr>
              <a:xfrm>
                <a:off x="4730684" y="5898125"/>
                <a:ext cx="53618" cy="5361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8" name="ellipse_3115">
                <a:extLst>
                  <a:ext uri="{FF2B5EF4-FFF2-40B4-BE49-F238E27FC236}">
                    <a16:creationId xmlns:a16="http://schemas.microsoft.com/office/drawing/2014/main" id="{51A87B08-89E9-4CC2-986E-52A047FCE1E7}"/>
                  </a:ext>
                </a:extLst>
              </p:cNvPr>
              <p:cNvSpPr/>
              <p:nvPr/>
            </p:nvSpPr>
            <p:spPr>
              <a:xfrm>
                <a:off x="4311526" y="5822073"/>
                <a:ext cx="48720" cy="48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9" name="ellipse_3116">
                <a:extLst>
                  <a:ext uri="{FF2B5EF4-FFF2-40B4-BE49-F238E27FC236}">
                    <a16:creationId xmlns:a16="http://schemas.microsoft.com/office/drawing/2014/main" id="{A3758F4A-8D14-C486-FD98-2DEBA6E20BAF}"/>
                  </a:ext>
                </a:extLst>
              </p:cNvPr>
              <p:cNvSpPr/>
              <p:nvPr/>
            </p:nvSpPr>
            <p:spPr>
              <a:xfrm>
                <a:off x="4251809" y="5817323"/>
                <a:ext cx="40774" cy="407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0" name="ellipse_3117">
                <a:extLst>
                  <a:ext uri="{FF2B5EF4-FFF2-40B4-BE49-F238E27FC236}">
                    <a16:creationId xmlns:a16="http://schemas.microsoft.com/office/drawing/2014/main" id="{B35A6E55-C4D8-550E-3AA8-AB075FCDA59A}"/>
                  </a:ext>
                </a:extLst>
              </p:cNvPr>
              <p:cNvSpPr/>
              <p:nvPr/>
            </p:nvSpPr>
            <p:spPr>
              <a:xfrm>
                <a:off x="4350782" y="5771975"/>
                <a:ext cx="48903" cy="4890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1" name="ellipse_3118">
                <a:extLst>
                  <a:ext uri="{FF2B5EF4-FFF2-40B4-BE49-F238E27FC236}">
                    <a16:creationId xmlns:a16="http://schemas.microsoft.com/office/drawing/2014/main" id="{53669E6D-C307-935D-58CD-25D2A5126051}"/>
                  </a:ext>
                </a:extLst>
              </p:cNvPr>
              <p:cNvSpPr/>
              <p:nvPr/>
            </p:nvSpPr>
            <p:spPr>
              <a:xfrm>
                <a:off x="4378359" y="5716259"/>
                <a:ext cx="53942" cy="5394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2" name="ellipse_3119">
                <a:extLst>
                  <a:ext uri="{FF2B5EF4-FFF2-40B4-BE49-F238E27FC236}">
                    <a16:creationId xmlns:a16="http://schemas.microsoft.com/office/drawing/2014/main" id="{B6A03B30-A307-288B-9C37-509AFB0979E9}"/>
                  </a:ext>
                </a:extLst>
              </p:cNvPr>
              <p:cNvSpPr/>
              <p:nvPr/>
            </p:nvSpPr>
            <p:spPr>
              <a:xfrm>
                <a:off x="4475330" y="5970274"/>
                <a:ext cx="39922" cy="39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3" name="ellipse_3120">
                <a:extLst>
                  <a:ext uri="{FF2B5EF4-FFF2-40B4-BE49-F238E27FC236}">
                    <a16:creationId xmlns:a16="http://schemas.microsoft.com/office/drawing/2014/main" id="{F25518D1-1205-76BA-4B58-173F5627973D}"/>
                  </a:ext>
                </a:extLst>
              </p:cNvPr>
              <p:cNvSpPr/>
              <p:nvPr/>
            </p:nvSpPr>
            <p:spPr>
              <a:xfrm>
                <a:off x="4343602" y="5746762"/>
                <a:ext cx="35373" cy="3537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4" name="ellipse_3121">
                <a:extLst>
                  <a:ext uri="{FF2B5EF4-FFF2-40B4-BE49-F238E27FC236}">
                    <a16:creationId xmlns:a16="http://schemas.microsoft.com/office/drawing/2014/main" id="{AC781C12-A332-7119-CDF3-FDB19B406B5F}"/>
                  </a:ext>
                </a:extLst>
              </p:cNvPr>
              <p:cNvSpPr/>
              <p:nvPr/>
            </p:nvSpPr>
            <p:spPr>
              <a:xfrm>
                <a:off x="4542880" y="6021945"/>
                <a:ext cx="42386" cy="423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5" name="ellipse_3122">
                <a:extLst>
                  <a:ext uri="{FF2B5EF4-FFF2-40B4-BE49-F238E27FC236}">
                    <a16:creationId xmlns:a16="http://schemas.microsoft.com/office/drawing/2014/main" id="{51CAC2F5-53B5-4551-B543-FFAC757968AF}"/>
                  </a:ext>
                </a:extLst>
              </p:cNvPr>
              <p:cNvSpPr/>
              <p:nvPr/>
            </p:nvSpPr>
            <p:spPr>
              <a:xfrm>
                <a:off x="4415896" y="5687872"/>
                <a:ext cx="45929" cy="4592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6" name="ellipse_3123">
                <a:extLst>
                  <a:ext uri="{FF2B5EF4-FFF2-40B4-BE49-F238E27FC236}">
                    <a16:creationId xmlns:a16="http://schemas.microsoft.com/office/drawing/2014/main" id="{E05CE6B7-1AD8-678E-19D8-2F3FCD59B364}"/>
                  </a:ext>
                </a:extLst>
              </p:cNvPr>
              <p:cNvSpPr/>
              <p:nvPr/>
            </p:nvSpPr>
            <p:spPr>
              <a:xfrm>
                <a:off x="4326366" y="5782253"/>
                <a:ext cx="43224" cy="4322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7" name="ellipse_3124">
                <a:extLst>
                  <a:ext uri="{FF2B5EF4-FFF2-40B4-BE49-F238E27FC236}">
                    <a16:creationId xmlns:a16="http://schemas.microsoft.com/office/drawing/2014/main" id="{CD551019-1B1F-080B-356F-6D489C5CF4B1}"/>
                  </a:ext>
                </a:extLst>
              </p:cNvPr>
              <p:cNvSpPr/>
              <p:nvPr/>
            </p:nvSpPr>
            <p:spPr>
              <a:xfrm>
                <a:off x="4513181" y="5949412"/>
                <a:ext cx="47537" cy="4753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8" name="ellipse_3125">
                <a:extLst>
                  <a:ext uri="{FF2B5EF4-FFF2-40B4-BE49-F238E27FC236}">
                    <a16:creationId xmlns:a16="http://schemas.microsoft.com/office/drawing/2014/main" id="{62220CF3-B5FB-F310-C461-0226B0BF5F32}"/>
                  </a:ext>
                </a:extLst>
              </p:cNvPr>
              <p:cNvSpPr/>
              <p:nvPr/>
            </p:nvSpPr>
            <p:spPr>
              <a:xfrm>
                <a:off x="4560468" y="6001152"/>
                <a:ext cx="52141" cy="521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9" name="ellipse_3126">
                <a:extLst>
                  <a:ext uri="{FF2B5EF4-FFF2-40B4-BE49-F238E27FC236}">
                    <a16:creationId xmlns:a16="http://schemas.microsoft.com/office/drawing/2014/main" id="{C00556EA-276D-115E-B434-4742CE2DA646}"/>
                  </a:ext>
                </a:extLst>
              </p:cNvPr>
              <p:cNvSpPr/>
              <p:nvPr/>
            </p:nvSpPr>
            <p:spPr>
              <a:xfrm>
                <a:off x="4837273" y="5874703"/>
                <a:ext cx="46037" cy="460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0" name="ellipse_3127">
                <a:extLst>
                  <a:ext uri="{FF2B5EF4-FFF2-40B4-BE49-F238E27FC236}">
                    <a16:creationId xmlns:a16="http://schemas.microsoft.com/office/drawing/2014/main" id="{60CF8AA7-654D-AA0B-1299-7425B240C46C}"/>
                  </a:ext>
                </a:extLst>
              </p:cNvPr>
              <p:cNvSpPr/>
              <p:nvPr/>
            </p:nvSpPr>
            <p:spPr>
              <a:xfrm>
                <a:off x="4767228" y="5975183"/>
                <a:ext cx="44185" cy="4418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1" name="ellipse_3128">
                <a:extLst>
                  <a:ext uri="{FF2B5EF4-FFF2-40B4-BE49-F238E27FC236}">
                    <a16:creationId xmlns:a16="http://schemas.microsoft.com/office/drawing/2014/main" id="{E183BC20-8F57-4D9E-8118-FD36D4B8B8C9}"/>
                  </a:ext>
                </a:extLst>
              </p:cNvPr>
              <p:cNvSpPr/>
              <p:nvPr/>
            </p:nvSpPr>
            <p:spPr>
              <a:xfrm>
                <a:off x="4808629" y="5826107"/>
                <a:ext cx="37764" cy="3776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2" name="ellipse_3129">
                <a:extLst>
                  <a:ext uri="{FF2B5EF4-FFF2-40B4-BE49-F238E27FC236}">
                    <a16:creationId xmlns:a16="http://schemas.microsoft.com/office/drawing/2014/main" id="{E1118AD6-F707-0657-8BA0-E2626A0F5275}"/>
                  </a:ext>
                </a:extLst>
              </p:cNvPr>
              <p:cNvSpPr/>
              <p:nvPr/>
            </p:nvSpPr>
            <p:spPr>
              <a:xfrm>
                <a:off x="4364241" y="5926971"/>
                <a:ext cx="45776" cy="4577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3" name="ellipse_3130">
                <a:extLst>
                  <a:ext uri="{FF2B5EF4-FFF2-40B4-BE49-F238E27FC236}">
                    <a16:creationId xmlns:a16="http://schemas.microsoft.com/office/drawing/2014/main" id="{DCBFA75F-9F3B-C1FD-E0A1-C6DA511271DB}"/>
                  </a:ext>
                </a:extLst>
              </p:cNvPr>
              <p:cNvSpPr/>
              <p:nvPr/>
            </p:nvSpPr>
            <p:spPr>
              <a:xfrm>
                <a:off x="4694360" y="5927618"/>
                <a:ext cx="46623" cy="466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4" name="ellipse_3131">
                <a:extLst>
                  <a:ext uri="{FF2B5EF4-FFF2-40B4-BE49-F238E27FC236}">
                    <a16:creationId xmlns:a16="http://schemas.microsoft.com/office/drawing/2014/main" id="{1B9ED3FE-A9D4-A185-5777-7EE4928A98CB}"/>
                  </a:ext>
                </a:extLst>
              </p:cNvPr>
              <p:cNvSpPr/>
              <p:nvPr/>
            </p:nvSpPr>
            <p:spPr>
              <a:xfrm>
                <a:off x="4816164" y="5757658"/>
                <a:ext cx="48115" cy="481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5" name="ellipse_3132">
                <a:extLst>
                  <a:ext uri="{FF2B5EF4-FFF2-40B4-BE49-F238E27FC236}">
                    <a16:creationId xmlns:a16="http://schemas.microsoft.com/office/drawing/2014/main" id="{BAED7D1E-284D-CE0B-B4DB-B118FD619D1F}"/>
                  </a:ext>
                </a:extLst>
              </p:cNvPr>
              <p:cNvSpPr/>
              <p:nvPr/>
            </p:nvSpPr>
            <p:spPr>
              <a:xfrm>
                <a:off x="4496341" y="6016055"/>
                <a:ext cx="35569" cy="3556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6" name="ellipse_3133">
                <a:extLst>
                  <a:ext uri="{FF2B5EF4-FFF2-40B4-BE49-F238E27FC236}">
                    <a16:creationId xmlns:a16="http://schemas.microsoft.com/office/drawing/2014/main" id="{6662F9AE-F58B-BA3B-EBE5-831BC44E53E1}"/>
                  </a:ext>
                </a:extLst>
              </p:cNvPr>
              <p:cNvSpPr/>
              <p:nvPr/>
            </p:nvSpPr>
            <p:spPr>
              <a:xfrm>
                <a:off x="4786774" y="5747820"/>
                <a:ext cx="45568" cy="4556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7" name="ellipse_3134">
                <a:extLst>
                  <a:ext uri="{FF2B5EF4-FFF2-40B4-BE49-F238E27FC236}">
                    <a16:creationId xmlns:a16="http://schemas.microsoft.com/office/drawing/2014/main" id="{C0185A45-2912-5055-DBE0-466D7B9FFD52}"/>
                  </a:ext>
                </a:extLst>
              </p:cNvPr>
              <p:cNvSpPr/>
              <p:nvPr/>
            </p:nvSpPr>
            <p:spPr>
              <a:xfrm>
                <a:off x="4638700" y="5950146"/>
                <a:ext cx="52109" cy="5210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8" name="ellipse_3135">
                <a:extLst>
                  <a:ext uri="{FF2B5EF4-FFF2-40B4-BE49-F238E27FC236}">
                    <a16:creationId xmlns:a16="http://schemas.microsoft.com/office/drawing/2014/main" id="{666A5F8A-9CD5-9F78-89C8-AD037D18A218}"/>
                  </a:ext>
                </a:extLst>
              </p:cNvPr>
              <p:cNvSpPr/>
              <p:nvPr/>
            </p:nvSpPr>
            <p:spPr>
              <a:xfrm>
                <a:off x="4349735" y="5807537"/>
                <a:ext cx="36271" cy="3627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9" name="ellipse_3136">
                <a:extLst>
                  <a:ext uri="{FF2B5EF4-FFF2-40B4-BE49-F238E27FC236}">
                    <a16:creationId xmlns:a16="http://schemas.microsoft.com/office/drawing/2014/main" id="{5CE6A51F-CDE7-01DE-C631-27C9ED61B5F7}"/>
                  </a:ext>
                </a:extLst>
              </p:cNvPr>
              <p:cNvSpPr/>
              <p:nvPr/>
            </p:nvSpPr>
            <p:spPr>
              <a:xfrm>
                <a:off x="4578702" y="5947602"/>
                <a:ext cx="34493" cy="344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0" name="ellipse_3137">
                <a:extLst>
                  <a:ext uri="{FF2B5EF4-FFF2-40B4-BE49-F238E27FC236}">
                    <a16:creationId xmlns:a16="http://schemas.microsoft.com/office/drawing/2014/main" id="{575F719B-0BB2-5DBF-2CF0-54673A4B52C5}"/>
                  </a:ext>
                </a:extLst>
              </p:cNvPr>
              <p:cNvSpPr/>
              <p:nvPr/>
            </p:nvSpPr>
            <p:spPr>
              <a:xfrm>
                <a:off x="4464372" y="5692031"/>
                <a:ext cx="36230" cy="3623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1" name="ellipse_3138">
                <a:extLst>
                  <a:ext uri="{FF2B5EF4-FFF2-40B4-BE49-F238E27FC236}">
                    <a16:creationId xmlns:a16="http://schemas.microsoft.com/office/drawing/2014/main" id="{BC7B912C-01D3-D5B6-722D-8028385033CF}"/>
                  </a:ext>
                </a:extLst>
              </p:cNvPr>
              <p:cNvSpPr/>
              <p:nvPr/>
            </p:nvSpPr>
            <p:spPr>
              <a:xfrm>
                <a:off x="4619301" y="5637981"/>
                <a:ext cx="39572" cy="39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2" name="ellipse_3139">
                <a:extLst>
                  <a:ext uri="{FF2B5EF4-FFF2-40B4-BE49-F238E27FC236}">
                    <a16:creationId xmlns:a16="http://schemas.microsoft.com/office/drawing/2014/main" id="{4C1C17D4-A62B-DC90-10DA-7F5C36D7848C}"/>
                  </a:ext>
                </a:extLst>
              </p:cNvPr>
              <p:cNvSpPr/>
              <p:nvPr/>
            </p:nvSpPr>
            <p:spPr>
              <a:xfrm>
                <a:off x="4696119" y="5653563"/>
                <a:ext cx="34035" cy="3403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3" name="ellipse_3140">
                <a:extLst>
                  <a:ext uri="{FF2B5EF4-FFF2-40B4-BE49-F238E27FC236}">
                    <a16:creationId xmlns:a16="http://schemas.microsoft.com/office/drawing/2014/main" id="{3D32CD2A-5CF4-E449-6E7D-C2AF8926E5EC}"/>
                  </a:ext>
                </a:extLst>
              </p:cNvPr>
              <p:cNvSpPr/>
              <p:nvPr/>
            </p:nvSpPr>
            <p:spPr>
              <a:xfrm>
                <a:off x="4811179" y="5853695"/>
                <a:ext cx="46078" cy="4607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4" name="ellipse_3141">
                <a:extLst>
                  <a:ext uri="{FF2B5EF4-FFF2-40B4-BE49-F238E27FC236}">
                    <a16:creationId xmlns:a16="http://schemas.microsoft.com/office/drawing/2014/main" id="{C6AA7768-9B16-3C9C-8BBF-2D1D68D4B4F5}"/>
                  </a:ext>
                </a:extLst>
              </p:cNvPr>
              <p:cNvSpPr/>
              <p:nvPr/>
            </p:nvSpPr>
            <p:spPr>
              <a:xfrm>
                <a:off x="4824542" y="5769972"/>
                <a:ext cx="53249" cy="53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5" name="ellipse_3142">
                <a:extLst>
                  <a:ext uri="{FF2B5EF4-FFF2-40B4-BE49-F238E27FC236}">
                    <a16:creationId xmlns:a16="http://schemas.microsoft.com/office/drawing/2014/main" id="{F4DB9CC7-09F5-8423-9861-25A8EEDE68BE}"/>
                  </a:ext>
                </a:extLst>
              </p:cNvPr>
              <p:cNvSpPr/>
              <p:nvPr/>
            </p:nvSpPr>
            <p:spPr>
              <a:xfrm>
                <a:off x="4574454" y="5996396"/>
                <a:ext cx="35384" cy="3538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6" name="ellipse_3143">
                <a:extLst>
                  <a:ext uri="{FF2B5EF4-FFF2-40B4-BE49-F238E27FC236}">
                    <a16:creationId xmlns:a16="http://schemas.microsoft.com/office/drawing/2014/main" id="{68637161-DA81-A640-8C3D-9FF5A60734CE}"/>
                  </a:ext>
                </a:extLst>
              </p:cNvPr>
              <p:cNvSpPr/>
              <p:nvPr/>
            </p:nvSpPr>
            <p:spPr>
              <a:xfrm>
                <a:off x="4827644" y="5914219"/>
                <a:ext cx="49988" cy="499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7" name="ellipse_3144">
                <a:extLst>
                  <a:ext uri="{FF2B5EF4-FFF2-40B4-BE49-F238E27FC236}">
                    <a16:creationId xmlns:a16="http://schemas.microsoft.com/office/drawing/2014/main" id="{5C0A49F6-D467-9E89-3E5E-8772A0A93D22}"/>
                  </a:ext>
                </a:extLst>
              </p:cNvPr>
              <p:cNvSpPr/>
              <p:nvPr/>
            </p:nvSpPr>
            <p:spPr>
              <a:xfrm>
                <a:off x="4795129" y="5876776"/>
                <a:ext cx="32865" cy="32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8" name="ellipse_3145">
                <a:extLst>
                  <a:ext uri="{FF2B5EF4-FFF2-40B4-BE49-F238E27FC236}">
                    <a16:creationId xmlns:a16="http://schemas.microsoft.com/office/drawing/2014/main" id="{B7D054A7-F40E-0A0F-B297-69A0AFADA79D}"/>
                  </a:ext>
                </a:extLst>
              </p:cNvPr>
              <p:cNvSpPr/>
              <p:nvPr/>
            </p:nvSpPr>
            <p:spPr>
              <a:xfrm>
                <a:off x="4842496" y="5817715"/>
                <a:ext cx="39467" cy="3946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9" name="ellipse_3146">
                <a:extLst>
                  <a:ext uri="{FF2B5EF4-FFF2-40B4-BE49-F238E27FC236}">
                    <a16:creationId xmlns:a16="http://schemas.microsoft.com/office/drawing/2014/main" id="{ECCCB6A8-BC3D-C256-F8BF-6145197F3918}"/>
                  </a:ext>
                </a:extLst>
              </p:cNvPr>
              <p:cNvSpPr/>
              <p:nvPr/>
            </p:nvSpPr>
            <p:spPr>
              <a:xfrm>
                <a:off x="4482203" y="5622045"/>
                <a:ext cx="33614" cy="3361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0" name="ellipse_3147">
                <a:extLst>
                  <a:ext uri="{FF2B5EF4-FFF2-40B4-BE49-F238E27FC236}">
                    <a16:creationId xmlns:a16="http://schemas.microsoft.com/office/drawing/2014/main" id="{4D30203B-517F-8080-646E-2F91DA54B233}"/>
                  </a:ext>
                </a:extLst>
              </p:cNvPr>
              <p:cNvSpPr/>
              <p:nvPr/>
            </p:nvSpPr>
            <p:spPr>
              <a:xfrm>
                <a:off x="4293194" y="5706321"/>
                <a:ext cx="32662" cy="32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1" name="ellipse_3148">
                <a:extLst>
                  <a:ext uri="{FF2B5EF4-FFF2-40B4-BE49-F238E27FC236}">
                    <a16:creationId xmlns:a16="http://schemas.microsoft.com/office/drawing/2014/main" id="{63B2E5EA-F2C8-CE08-38A1-FA5D50125400}"/>
                  </a:ext>
                </a:extLst>
              </p:cNvPr>
              <p:cNvSpPr/>
              <p:nvPr/>
            </p:nvSpPr>
            <p:spPr>
              <a:xfrm>
                <a:off x="4330162" y="5914429"/>
                <a:ext cx="49267" cy="4926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2" name="ellipse_3149">
                <a:extLst>
                  <a:ext uri="{FF2B5EF4-FFF2-40B4-BE49-F238E27FC236}">
                    <a16:creationId xmlns:a16="http://schemas.microsoft.com/office/drawing/2014/main" id="{FC5DDB15-03B3-7B7A-AF3A-92E353FA5D59}"/>
                  </a:ext>
                </a:extLst>
              </p:cNvPr>
              <p:cNvSpPr/>
              <p:nvPr/>
            </p:nvSpPr>
            <p:spPr>
              <a:xfrm>
                <a:off x="4280067" y="5808389"/>
                <a:ext cx="46519" cy="4651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3" name="ellipse_3150">
                <a:extLst>
                  <a:ext uri="{FF2B5EF4-FFF2-40B4-BE49-F238E27FC236}">
                    <a16:creationId xmlns:a16="http://schemas.microsoft.com/office/drawing/2014/main" id="{D9E1E38B-3725-CDE3-21F1-F4E29DEA1E3C}"/>
                  </a:ext>
                </a:extLst>
              </p:cNvPr>
              <p:cNvSpPr/>
              <p:nvPr/>
            </p:nvSpPr>
            <p:spPr>
              <a:xfrm>
                <a:off x="4922072" y="5820714"/>
                <a:ext cx="32428" cy="32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4" name="ellipse_3151">
                <a:extLst>
                  <a:ext uri="{FF2B5EF4-FFF2-40B4-BE49-F238E27FC236}">
                    <a16:creationId xmlns:a16="http://schemas.microsoft.com/office/drawing/2014/main" id="{E86DAE20-C9F1-1EA9-D2A8-FCF35356E4B4}"/>
                  </a:ext>
                </a:extLst>
              </p:cNvPr>
              <p:cNvSpPr/>
              <p:nvPr/>
            </p:nvSpPr>
            <p:spPr>
              <a:xfrm>
                <a:off x="4619740" y="5674277"/>
                <a:ext cx="51902" cy="5190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5" name="ellipse_3152">
                <a:extLst>
                  <a:ext uri="{FF2B5EF4-FFF2-40B4-BE49-F238E27FC236}">
                    <a16:creationId xmlns:a16="http://schemas.microsoft.com/office/drawing/2014/main" id="{0721C492-4AF0-7272-DC4D-9527314348EB}"/>
                  </a:ext>
                </a:extLst>
              </p:cNvPr>
              <p:cNvSpPr/>
              <p:nvPr/>
            </p:nvSpPr>
            <p:spPr>
              <a:xfrm>
                <a:off x="4759279" y="5908135"/>
                <a:ext cx="32240" cy="322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6" name="ellipse_3153">
                <a:extLst>
                  <a:ext uri="{FF2B5EF4-FFF2-40B4-BE49-F238E27FC236}">
                    <a16:creationId xmlns:a16="http://schemas.microsoft.com/office/drawing/2014/main" id="{7C1FD8BE-95A5-C0DF-D869-7D56E27A500D}"/>
                  </a:ext>
                </a:extLst>
              </p:cNvPr>
              <p:cNvSpPr/>
              <p:nvPr/>
            </p:nvSpPr>
            <p:spPr>
              <a:xfrm>
                <a:off x="4732949" y="5945689"/>
                <a:ext cx="40700" cy="407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7" name="ellipse_3154">
                <a:extLst>
                  <a:ext uri="{FF2B5EF4-FFF2-40B4-BE49-F238E27FC236}">
                    <a16:creationId xmlns:a16="http://schemas.microsoft.com/office/drawing/2014/main" id="{3372B67F-5E2A-AD01-5642-1B0346188242}"/>
                  </a:ext>
                </a:extLst>
              </p:cNvPr>
              <p:cNvSpPr/>
              <p:nvPr/>
            </p:nvSpPr>
            <p:spPr>
              <a:xfrm>
                <a:off x="4743845" y="5963904"/>
                <a:ext cx="32597" cy="32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8" name="ellipse_3155">
                <a:extLst>
                  <a:ext uri="{FF2B5EF4-FFF2-40B4-BE49-F238E27FC236}">
                    <a16:creationId xmlns:a16="http://schemas.microsoft.com/office/drawing/2014/main" id="{050CFBF8-7B87-5CB1-A45F-28DE7C43F3AD}"/>
                  </a:ext>
                </a:extLst>
              </p:cNvPr>
              <p:cNvSpPr/>
              <p:nvPr/>
            </p:nvSpPr>
            <p:spPr>
              <a:xfrm>
                <a:off x="4570184" y="5631774"/>
                <a:ext cx="40245" cy="40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9" name="ellipse_3156">
                <a:extLst>
                  <a:ext uri="{FF2B5EF4-FFF2-40B4-BE49-F238E27FC236}">
                    <a16:creationId xmlns:a16="http://schemas.microsoft.com/office/drawing/2014/main" id="{1AB37449-4761-0576-5449-C0340F3A28A4}"/>
                  </a:ext>
                </a:extLst>
              </p:cNvPr>
              <p:cNvSpPr/>
              <p:nvPr/>
            </p:nvSpPr>
            <p:spPr>
              <a:xfrm>
                <a:off x="4752643" y="5910958"/>
                <a:ext cx="38199" cy="3819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0" name="ellipse_3157">
                <a:extLst>
                  <a:ext uri="{FF2B5EF4-FFF2-40B4-BE49-F238E27FC236}">
                    <a16:creationId xmlns:a16="http://schemas.microsoft.com/office/drawing/2014/main" id="{6B64F1E3-585D-85D9-0330-7ECA6AA05782}"/>
                  </a:ext>
                </a:extLst>
              </p:cNvPr>
              <p:cNvSpPr/>
              <p:nvPr/>
            </p:nvSpPr>
            <p:spPr>
              <a:xfrm>
                <a:off x="4647344" y="5968018"/>
                <a:ext cx="43659" cy="436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1" name="ellipse_3158">
                <a:extLst>
                  <a:ext uri="{FF2B5EF4-FFF2-40B4-BE49-F238E27FC236}">
                    <a16:creationId xmlns:a16="http://schemas.microsoft.com/office/drawing/2014/main" id="{94284967-E301-2D0D-3D44-A464EA9BF737}"/>
                  </a:ext>
                </a:extLst>
              </p:cNvPr>
              <p:cNvSpPr/>
              <p:nvPr/>
            </p:nvSpPr>
            <p:spPr>
              <a:xfrm>
                <a:off x="4542983" y="5948377"/>
                <a:ext cx="43376" cy="43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2" name="ellipse_3159">
                <a:extLst>
                  <a:ext uri="{FF2B5EF4-FFF2-40B4-BE49-F238E27FC236}">
                    <a16:creationId xmlns:a16="http://schemas.microsoft.com/office/drawing/2014/main" id="{AFCECEE1-FAF1-407F-55E2-FF6083FFA3D8}"/>
                  </a:ext>
                </a:extLst>
              </p:cNvPr>
              <p:cNvSpPr/>
              <p:nvPr/>
            </p:nvSpPr>
            <p:spPr>
              <a:xfrm>
                <a:off x="4303018" y="5853041"/>
                <a:ext cx="51967" cy="519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3" name="ellipse_3160">
                <a:extLst>
                  <a:ext uri="{FF2B5EF4-FFF2-40B4-BE49-F238E27FC236}">
                    <a16:creationId xmlns:a16="http://schemas.microsoft.com/office/drawing/2014/main" id="{C2FB9843-6183-BA68-B98C-01D8F7647A65}"/>
                  </a:ext>
                </a:extLst>
              </p:cNvPr>
              <p:cNvSpPr/>
              <p:nvPr/>
            </p:nvSpPr>
            <p:spPr>
              <a:xfrm>
                <a:off x="4703787" y="5688348"/>
                <a:ext cx="48718" cy="4871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4" name="ellipse_3161">
                <a:extLst>
                  <a:ext uri="{FF2B5EF4-FFF2-40B4-BE49-F238E27FC236}">
                    <a16:creationId xmlns:a16="http://schemas.microsoft.com/office/drawing/2014/main" id="{34EF6A58-16EC-904E-39DE-E3EEC0A4FE6D}"/>
                  </a:ext>
                </a:extLst>
              </p:cNvPr>
              <p:cNvSpPr/>
              <p:nvPr/>
            </p:nvSpPr>
            <p:spPr>
              <a:xfrm>
                <a:off x="4303604" y="5737757"/>
                <a:ext cx="41872" cy="41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5" name="ellipse_3162">
                <a:extLst>
                  <a:ext uri="{FF2B5EF4-FFF2-40B4-BE49-F238E27FC236}">
                    <a16:creationId xmlns:a16="http://schemas.microsoft.com/office/drawing/2014/main" id="{665F26CC-4CA5-0AC4-F7BF-8DE68D453239}"/>
                  </a:ext>
                </a:extLst>
              </p:cNvPr>
              <p:cNvSpPr/>
              <p:nvPr/>
            </p:nvSpPr>
            <p:spPr>
              <a:xfrm>
                <a:off x="4675918" y="5701264"/>
                <a:ext cx="44485" cy="444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6" name="ellipse_3163">
                <a:extLst>
                  <a:ext uri="{FF2B5EF4-FFF2-40B4-BE49-F238E27FC236}">
                    <a16:creationId xmlns:a16="http://schemas.microsoft.com/office/drawing/2014/main" id="{CDBF7065-F1B1-D93A-C96F-1AAD687F2977}"/>
                  </a:ext>
                </a:extLst>
              </p:cNvPr>
              <p:cNvSpPr/>
              <p:nvPr/>
            </p:nvSpPr>
            <p:spPr>
              <a:xfrm>
                <a:off x="4302443" y="5872605"/>
                <a:ext cx="37728" cy="3772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7" name="ellipse_3164">
                <a:extLst>
                  <a:ext uri="{FF2B5EF4-FFF2-40B4-BE49-F238E27FC236}">
                    <a16:creationId xmlns:a16="http://schemas.microsoft.com/office/drawing/2014/main" id="{E594D88D-E319-72B6-60F1-71142FC4E58F}"/>
                  </a:ext>
                </a:extLst>
              </p:cNvPr>
              <p:cNvSpPr/>
              <p:nvPr/>
            </p:nvSpPr>
            <p:spPr>
              <a:xfrm>
                <a:off x="4580943" y="5993816"/>
                <a:ext cx="32497" cy="324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8" name="ellipse_3165">
                <a:extLst>
                  <a:ext uri="{FF2B5EF4-FFF2-40B4-BE49-F238E27FC236}">
                    <a16:creationId xmlns:a16="http://schemas.microsoft.com/office/drawing/2014/main" id="{0E30EA61-BED9-D507-2255-52683DB8C2FE}"/>
                  </a:ext>
                </a:extLst>
              </p:cNvPr>
              <p:cNvSpPr/>
              <p:nvPr/>
            </p:nvSpPr>
            <p:spPr>
              <a:xfrm>
                <a:off x="4684525" y="5936268"/>
                <a:ext cx="35204" cy="352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9" name="ellipse_3166">
                <a:extLst>
                  <a:ext uri="{FF2B5EF4-FFF2-40B4-BE49-F238E27FC236}">
                    <a16:creationId xmlns:a16="http://schemas.microsoft.com/office/drawing/2014/main" id="{CC3CAB10-BC4F-FEE5-27ED-4A1A7B594A30}"/>
                  </a:ext>
                </a:extLst>
              </p:cNvPr>
              <p:cNvSpPr/>
              <p:nvPr/>
            </p:nvSpPr>
            <p:spPr>
              <a:xfrm>
                <a:off x="4520025" y="5683904"/>
                <a:ext cx="45153" cy="451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0" name="ellipse_3167">
                <a:extLst>
                  <a:ext uri="{FF2B5EF4-FFF2-40B4-BE49-F238E27FC236}">
                    <a16:creationId xmlns:a16="http://schemas.microsoft.com/office/drawing/2014/main" id="{1BA57274-BE2E-BA0A-079E-1E616AF8C34B}"/>
                  </a:ext>
                </a:extLst>
              </p:cNvPr>
              <p:cNvSpPr/>
              <p:nvPr/>
            </p:nvSpPr>
            <p:spPr>
              <a:xfrm>
                <a:off x="4620771" y="5631136"/>
                <a:ext cx="41654" cy="416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1" name="ellipse_3168">
                <a:extLst>
                  <a:ext uri="{FF2B5EF4-FFF2-40B4-BE49-F238E27FC236}">
                    <a16:creationId xmlns:a16="http://schemas.microsoft.com/office/drawing/2014/main" id="{1937DA15-B210-8730-B592-6D5F5CB0BFB2}"/>
                  </a:ext>
                </a:extLst>
              </p:cNvPr>
              <p:cNvSpPr/>
              <p:nvPr/>
            </p:nvSpPr>
            <p:spPr>
              <a:xfrm>
                <a:off x="4765501" y="5877700"/>
                <a:ext cx="45481" cy="4548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2" name="ellipse_3169">
                <a:extLst>
                  <a:ext uri="{FF2B5EF4-FFF2-40B4-BE49-F238E27FC236}">
                    <a16:creationId xmlns:a16="http://schemas.microsoft.com/office/drawing/2014/main" id="{C8C5E932-188B-E427-CE75-75BD1F8C12A1}"/>
                  </a:ext>
                </a:extLst>
              </p:cNvPr>
              <p:cNvSpPr/>
              <p:nvPr/>
            </p:nvSpPr>
            <p:spPr>
              <a:xfrm>
                <a:off x="4519199" y="5968230"/>
                <a:ext cx="50926" cy="5092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3" name="ellipse_3170">
                <a:extLst>
                  <a:ext uri="{FF2B5EF4-FFF2-40B4-BE49-F238E27FC236}">
                    <a16:creationId xmlns:a16="http://schemas.microsoft.com/office/drawing/2014/main" id="{61FD61B9-C939-EAD4-861C-C0B5EB4A4917}"/>
                  </a:ext>
                </a:extLst>
              </p:cNvPr>
              <p:cNvSpPr/>
              <p:nvPr/>
            </p:nvSpPr>
            <p:spPr>
              <a:xfrm>
                <a:off x="4554053" y="5682892"/>
                <a:ext cx="36938" cy="36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4" name="ellipse_3171">
                <a:extLst>
                  <a:ext uri="{FF2B5EF4-FFF2-40B4-BE49-F238E27FC236}">
                    <a16:creationId xmlns:a16="http://schemas.microsoft.com/office/drawing/2014/main" id="{033A54D1-4C5C-8D2C-1F24-E701CB84AB10}"/>
                  </a:ext>
                </a:extLst>
              </p:cNvPr>
              <p:cNvSpPr/>
              <p:nvPr/>
            </p:nvSpPr>
            <p:spPr>
              <a:xfrm>
                <a:off x="4390264" y="5749764"/>
                <a:ext cx="44541" cy="445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5" name="ellipse_3172">
                <a:extLst>
                  <a:ext uri="{FF2B5EF4-FFF2-40B4-BE49-F238E27FC236}">
                    <a16:creationId xmlns:a16="http://schemas.microsoft.com/office/drawing/2014/main" id="{9A51E185-29FB-F2AD-FCA2-4903C9D8DE94}"/>
                  </a:ext>
                </a:extLst>
              </p:cNvPr>
              <p:cNvSpPr/>
              <p:nvPr/>
            </p:nvSpPr>
            <p:spPr>
              <a:xfrm>
                <a:off x="4741663" y="5953659"/>
                <a:ext cx="36584" cy="365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6" name="ellipse_3173">
                <a:extLst>
                  <a:ext uri="{FF2B5EF4-FFF2-40B4-BE49-F238E27FC236}">
                    <a16:creationId xmlns:a16="http://schemas.microsoft.com/office/drawing/2014/main" id="{56CA333F-05BA-E66D-8225-4585E62C93ED}"/>
                  </a:ext>
                </a:extLst>
              </p:cNvPr>
              <p:cNvSpPr/>
              <p:nvPr/>
            </p:nvSpPr>
            <p:spPr>
              <a:xfrm>
                <a:off x="4376282" y="5861415"/>
                <a:ext cx="47001" cy="470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7" name="ellipse_3174">
                <a:extLst>
                  <a:ext uri="{FF2B5EF4-FFF2-40B4-BE49-F238E27FC236}">
                    <a16:creationId xmlns:a16="http://schemas.microsoft.com/office/drawing/2014/main" id="{FDE54098-BEEB-D9BB-0C9C-9319FA8E5C4E}"/>
                  </a:ext>
                </a:extLst>
              </p:cNvPr>
              <p:cNvSpPr/>
              <p:nvPr/>
            </p:nvSpPr>
            <p:spPr>
              <a:xfrm>
                <a:off x="4906166" y="5765347"/>
                <a:ext cx="42589" cy="425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8" name="ellipse_3175">
                <a:extLst>
                  <a:ext uri="{FF2B5EF4-FFF2-40B4-BE49-F238E27FC236}">
                    <a16:creationId xmlns:a16="http://schemas.microsoft.com/office/drawing/2014/main" id="{F46C4D6C-F066-7BAE-36F9-32CF5EE67ABF}"/>
                  </a:ext>
                </a:extLst>
              </p:cNvPr>
              <p:cNvSpPr/>
              <p:nvPr/>
            </p:nvSpPr>
            <p:spPr>
              <a:xfrm>
                <a:off x="4746967" y="5667445"/>
                <a:ext cx="33221" cy="332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9" name="ellipse_3176">
                <a:extLst>
                  <a:ext uri="{FF2B5EF4-FFF2-40B4-BE49-F238E27FC236}">
                    <a16:creationId xmlns:a16="http://schemas.microsoft.com/office/drawing/2014/main" id="{41F789AE-0065-E01A-BA42-4675CDB85734}"/>
                  </a:ext>
                </a:extLst>
              </p:cNvPr>
              <p:cNvSpPr/>
              <p:nvPr/>
            </p:nvSpPr>
            <p:spPr>
              <a:xfrm>
                <a:off x="4639435" y="5985774"/>
                <a:ext cx="47949" cy="479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0" name="ellipse_3177">
                <a:extLst>
                  <a:ext uri="{FF2B5EF4-FFF2-40B4-BE49-F238E27FC236}">
                    <a16:creationId xmlns:a16="http://schemas.microsoft.com/office/drawing/2014/main" id="{CC942FBA-F7F7-C0CE-F8D7-AD11AC42DEE2}"/>
                  </a:ext>
                </a:extLst>
              </p:cNvPr>
              <p:cNvSpPr/>
              <p:nvPr/>
            </p:nvSpPr>
            <p:spPr>
              <a:xfrm>
                <a:off x="4585890" y="5608315"/>
                <a:ext cx="44872" cy="44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1" name="ellipse_3178">
                <a:extLst>
                  <a:ext uri="{FF2B5EF4-FFF2-40B4-BE49-F238E27FC236}">
                    <a16:creationId xmlns:a16="http://schemas.microsoft.com/office/drawing/2014/main" id="{47135997-B995-B163-D7CA-DDD6DAA741D9}"/>
                  </a:ext>
                </a:extLst>
              </p:cNvPr>
              <p:cNvSpPr/>
              <p:nvPr/>
            </p:nvSpPr>
            <p:spPr>
              <a:xfrm>
                <a:off x="4285718" y="5915052"/>
                <a:ext cx="44261" cy="44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2" name="ellipse_3179">
                <a:extLst>
                  <a:ext uri="{FF2B5EF4-FFF2-40B4-BE49-F238E27FC236}">
                    <a16:creationId xmlns:a16="http://schemas.microsoft.com/office/drawing/2014/main" id="{6D4EDEB9-6F8D-A83A-2D5C-4381CD67FAEF}"/>
                  </a:ext>
                </a:extLst>
              </p:cNvPr>
              <p:cNvSpPr/>
              <p:nvPr/>
            </p:nvSpPr>
            <p:spPr>
              <a:xfrm>
                <a:off x="4848838" y="5808297"/>
                <a:ext cx="32891" cy="3289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3" name="ellipse_3180">
                <a:extLst>
                  <a:ext uri="{FF2B5EF4-FFF2-40B4-BE49-F238E27FC236}">
                    <a16:creationId xmlns:a16="http://schemas.microsoft.com/office/drawing/2014/main" id="{7F7ECDEE-0AA5-DD10-74E4-5865E6B75AD4}"/>
                  </a:ext>
                </a:extLst>
              </p:cNvPr>
              <p:cNvSpPr/>
              <p:nvPr/>
            </p:nvSpPr>
            <p:spPr>
              <a:xfrm>
                <a:off x="4862276" y="5922551"/>
                <a:ext cx="46756" cy="4675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4" name="ellipse_3181">
                <a:extLst>
                  <a:ext uri="{FF2B5EF4-FFF2-40B4-BE49-F238E27FC236}">
                    <a16:creationId xmlns:a16="http://schemas.microsoft.com/office/drawing/2014/main" id="{C14EBC05-9068-8205-EF45-B75949BC34BD}"/>
                  </a:ext>
                </a:extLst>
              </p:cNvPr>
              <p:cNvSpPr/>
              <p:nvPr/>
            </p:nvSpPr>
            <p:spPr>
              <a:xfrm>
                <a:off x="4626532" y="5604959"/>
                <a:ext cx="49755" cy="4975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5" name="ellipse_3182">
                <a:extLst>
                  <a:ext uri="{FF2B5EF4-FFF2-40B4-BE49-F238E27FC236}">
                    <a16:creationId xmlns:a16="http://schemas.microsoft.com/office/drawing/2014/main" id="{9E2B8933-5B38-19A8-9C58-5E5C4C6B7DD9}"/>
                  </a:ext>
                </a:extLst>
              </p:cNvPr>
              <p:cNvSpPr/>
              <p:nvPr/>
            </p:nvSpPr>
            <p:spPr>
              <a:xfrm>
                <a:off x="4412035" y="5697300"/>
                <a:ext cx="48163" cy="4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6" name="ellipse_3183">
                <a:extLst>
                  <a:ext uri="{FF2B5EF4-FFF2-40B4-BE49-F238E27FC236}">
                    <a16:creationId xmlns:a16="http://schemas.microsoft.com/office/drawing/2014/main" id="{D65DE8E4-8730-6C4A-7BD9-90B80645F653}"/>
                  </a:ext>
                </a:extLst>
              </p:cNvPr>
              <p:cNvSpPr/>
              <p:nvPr/>
            </p:nvSpPr>
            <p:spPr>
              <a:xfrm>
                <a:off x="4818754" y="5804046"/>
                <a:ext cx="39243" cy="3924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7" name="ellipse_3184">
                <a:extLst>
                  <a:ext uri="{FF2B5EF4-FFF2-40B4-BE49-F238E27FC236}">
                    <a16:creationId xmlns:a16="http://schemas.microsoft.com/office/drawing/2014/main" id="{3EABA923-B81B-83DC-FF25-A1223EC5B90F}"/>
                  </a:ext>
                </a:extLst>
              </p:cNvPr>
              <p:cNvSpPr/>
              <p:nvPr/>
            </p:nvSpPr>
            <p:spPr>
              <a:xfrm>
                <a:off x="4258472" y="5877618"/>
                <a:ext cx="39892" cy="3989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8" name="ellipse_3185">
                <a:extLst>
                  <a:ext uri="{FF2B5EF4-FFF2-40B4-BE49-F238E27FC236}">
                    <a16:creationId xmlns:a16="http://schemas.microsoft.com/office/drawing/2014/main" id="{76552AAF-95B4-4A95-931B-10FDE15BCF7C}"/>
                  </a:ext>
                </a:extLst>
              </p:cNvPr>
              <p:cNvSpPr/>
              <p:nvPr/>
            </p:nvSpPr>
            <p:spPr>
              <a:xfrm>
                <a:off x="4307946" y="5944467"/>
                <a:ext cx="49983" cy="49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9" name="ellipse_3186">
                <a:extLst>
                  <a:ext uri="{FF2B5EF4-FFF2-40B4-BE49-F238E27FC236}">
                    <a16:creationId xmlns:a16="http://schemas.microsoft.com/office/drawing/2014/main" id="{B23735C9-209E-D4FD-D6A0-CB6F43892CA9}"/>
                  </a:ext>
                </a:extLst>
              </p:cNvPr>
              <p:cNvSpPr/>
              <p:nvPr/>
            </p:nvSpPr>
            <p:spPr>
              <a:xfrm>
                <a:off x="4730281" y="5684151"/>
                <a:ext cx="47059" cy="47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0" name="ellipse_3187">
                <a:extLst>
                  <a:ext uri="{FF2B5EF4-FFF2-40B4-BE49-F238E27FC236}">
                    <a16:creationId xmlns:a16="http://schemas.microsoft.com/office/drawing/2014/main" id="{A782CBB0-3D31-498C-756C-DC2132FC9088}"/>
                  </a:ext>
                </a:extLst>
              </p:cNvPr>
              <p:cNvSpPr/>
              <p:nvPr/>
            </p:nvSpPr>
            <p:spPr>
              <a:xfrm>
                <a:off x="4648054" y="5613386"/>
                <a:ext cx="31827" cy="3182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1" name="ellipse_3188">
                <a:extLst>
                  <a:ext uri="{FF2B5EF4-FFF2-40B4-BE49-F238E27FC236}">
                    <a16:creationId xmlns:a16="http://schemas.microsoft.com/office/drawing/2014/main" id="{FF10B13E-FE90-7663-ADEA-70DFB8A3658B}"/>
                  </a:ext>
                </a:extLst>
              </p:cNvPr>
              <p:cNvSpPr/>
              <p:nvPr/>
            </p:nvSpPr>
            <p:spPr>
              <a:xfrm>
                <a:off x="4339228" y="5660392"/>
                <a:ext cx="44901" cy="4490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2" name="ellipse_3189">
                <a:extLst>
                  <a:ext uri="{FF2B5EF4-FFF2-40B4-BE49-F238E27FC236}">
                    <a16:creationId xmlns:a16="http://schemas.microsoft.com/office/drawing/2014/main" id="{B8064C2C-95F6-C42C-AB4F-9E52707B80EE}"/>
                  </a:ext>
                </a:extLst>
              </p:cNvPr>
              <p:cNvSpPr/>
              <p:nvPr/>
            </p:nvSpPr>
            <p:spPr>
              <a:xfrm>
                <a:off x="4354668" y="5801749"/>
                <a:ext cx="50572" cy="50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3" name="ellipse_3190">
                <a:extLst>
                  <a:ext uri="{FF2B5EF4-FFF2-40B4-BE49-F238E27FC236}">
                    <a16:creationId xmlns:a16="http://schemas.microsoft.com/office/drawing/2014/main" id="{950FC9AA-35B0-FFC1-4FCF-9E151FBDA882}"/>
                  </a:ext>
                </a:extLst>
              </p:cNvPr>
              <p:cNvSpPr/>
              <p:nvPr/>
            </p:nvSpPr>
            <p:spPr>
              <a:xfrm>
                <a:off x="4312921" y="5796559"/>
                <a:ext cx="40925" cy="40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4" name="ellipse_3191">
                <a:extLst>
                  <a:ext uri="{FF2B5EF4-FFF2-40B4-BE49-F238E27FC236}">
                    <a16:creationId xmlns:a16="http://schemas.microsoft.com/office/drawing/2014/main" id="{30E151DA-0AAA-0432-61CB-2931DB3B5532}"/>
                  </a:ext>
                </a:extLst>
              </p:cNvPr>
              <p:cNvSpPr/>
              <p:nvPr/>
            </p:nvSpPr>
            <p:spPr>
              <a:xfrm>
                <a:off x="4592726" y="5978423"/>
                <a:ext cx="35441" cy="3544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5" name="ellipse_3192">
                <a:extLst>
                  <a:ext uri="{FF2B5EF4-FFF2-40B4-BE49-F238E27FC236}">
                    <a16:creationId xmlns:a16="http://schemas.microsoft.com/office/drawing/2014/main" id="{0C678874-DFF1-85F2-D022-0EB6E44110D5}"/>
                  </a:ext>
                </a:extLst>
              </p:cNvPr>
              <p:cNvSpPr/>
              <p:nvPr/>
            </p:nvSpPr>
            <p:spPr>
              <a:xfrm>
                <a:off x="4400863" y="5963283"/>
                <a:ext cx="40231" cy="402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6" name="ellipse_3193">
                <a:extLst>
                  <a:ext uri="{FF2B5EF4-FFF2-40B4-BE49-F238E27FC236}">
                    <a16:creationId xmlns:a16="http://schemas.microsoft.com/office/drawing/2014/main" id="{BE9728D6-E99A-204B-F84A-DBEA4008DF37}"/>
                  </a:ext>
                </a:extLst>
              </p:cNvPr>
              <p:cNvSpPr/>
              <p:nvPr/>
            </p:nvSpPr>
            <p:spPr>
              <a:xfrm>
                <a:off x="4299166" y="5719874"/>
                <a:ext cx="41687" cy="4168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7" name="ellipse_3194">
                <a:extLst>
                  <a:ext uri="{FF2B5EF4-FFF2-40B4-BE49-F238E27FC236}">
                    <a16:creationId xmlns:a16="http://schemas.microsoft.com/office/drawing/2014/main" id="{68D01A61-F8BB-7FAC-7D38-2FF6A1337490}"/>
                  </a:ext>
                </a:extLst>
              </p:cNvPr>
              <p:cNvSpPr/>
              <p:nvPr/>
            </p:nvSpPr>
            <p:spPr>
              <a:xfrm>
                <a:off x="4574590" y="5664426"/>
                <a:ext cx="36432" cy="3643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8" name="ellipse_3195">
                <a:extLst>
                  <a:ext uri="{FF2B5EF4-FFF2-40B4-BE49-F238E27FC236}">
                    <a16:creationId xmlns:a16="http://schemas.microsoft.com/office/drawing/2014/main" id="{28B5EA91-968A-77BC-9D8B-D47D85089EFE}"/>
                  </a:ext>
                </a:extLst>
              </p:cNvPr>
              <p:cNvSpPr/>
              <p:nvPr/>
            </p:nvSpPr>
            <p:spPr>
              <a:xfrm>
                <a:off x="4714781" y="5706746"/>
                <a:ext cx="49809" cy="4980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grpSp>
            <p:nvGrpSpPr>
              <p:cNvPr id="789" name="d | All-atom ligand pose: editable 3D ball-and-stick"/>
              <p:cNvGrpSpPr/>
              <p:nvPr/>
            </p:nvGrpSpPr>
            <p:grpSpPr>
              <a:xfrm>
                <a:off x="4440000" y="5708000"/>
                <a:ext cx="397000" cy="245000"/>
                <a:chOff x="238125" y="495300"/>
                <a:chExt cx="2867025" cy="1609725"/>
              </a:xfrm>
            </p:grpSpPr>
            <p:sp>
              <p:nvSpPr>
                <p:cNvPr id="790" name="Pose bond 4-5">
                  <a:extLst>
                    <a:ext uri="{FF2B5EF4-FFF2-40B4-BE49-F238E27FC236}">
                      <a16:creationId xmlns:a16="http://schemas.microsoft.com/office/drawing/2014/main" id="{8A38DE90-BB44-447C-B025-8D3C336EE25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709112" y="764827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0" y="171450"/>
                      </a:moveTo>
                      <a:lnTo>
                        <a:pt x="657225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791" name="Pose bond highlight 4-5">
                  <a:extLst>
                    <a:ext uri="{FF2B5EF4-FFF2-40B4-BE49-F238E27FC236}">
                      <a16:creationId xmlns:a16="http://schemas.microsoft.com/office/drawing/2014/main" id="{11AD003C-BD23-4E88-B699-6EF290B6B00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703397" y="755302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0" y="171450"/>
                      </a:moveTo>
                      <a:lnTo>
                        <a:pt x="657225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792" name="Pose bond 5-12">
                  <a:extLst>
                    <a:ext uri="{FF2B5EF4-FFF2-40B4-BE49-F238E27FC236}">
                      <a16:creationId xmlns:a16="http://schemas.microsoft.com/office/drawing/2014/main" id="{6FD6BA47-8976-41B4-A65A-45598DADEC6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6337" y="541765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0" y="223062"/>
                      </a:moveTo>
                      <a:lnTo>
                        <a:pt x="138113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793" name="Pose bond highlight 5-12">
                  <a:extLst>
                    <a:ext uri="{FF2B5EF4-FFF2-40B4-BE49-F238E27FC236}">
                      <a16:creationId xmlns:a16="http://schemas.microsoft.com/office/drawing/2014/main" id="{C0DC52D9-D010-4D92-9F28-0DFD19973A5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0622" y="532240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0" y="223062"/>
                      </a:moveTo>
                      <a:lnTo>
                        <a:pt x="138113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794" name="Pose bond 4-11">
                  <a:extLst>
                    <a:ext uri="{FF2B5EF4-FFF2-40B4-BE49-F238E27FC236}">
                      <a16:creationId xmlns:a16="http://schemas.microsoft.com/office/drawing/2014/main" id="{D539C775-F588-450C-9C1E-5A303DB8315F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70999" y="779890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138113" y="156387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795" name="Pose bond highlight 4-11">
                  <a:extLst>
                    <a:ext uri="{FF2B5EF4-FFF2-40B4-BE49-F238E27FC236}">
                      <a16:creationId xmlns:a16="http://schemas.microsoft.com/office/drawing/2014/main" id="{74E8738E-75A4-4D1A-9EC7-3EC7E8EBBB0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65284" y="770365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138113" y="156387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796" name="Pose bond 5-0">
                  <a:extLst>
                    <a:ext uri="{FF2B5EF4-FFF2-40B4-BE49-F238E27FC236}">
                      <a16:creationId xmlns:a16="http://schemas.microsoft.com/office/drawing/2014/main" id="{9B0386A1-9605-473E-B632-06AA3CCA82D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6337" y="764827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0" y="0"/>
                      </a:moveTo>
                      <a:lnTo>
                        <a:pt x="510088" y="301973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797" name="Pose bond highlight 5-0">
                  <a:extLst>
                    <a:ext uri="{FF2B5EF4-FFF2-40B4-BE49-F238E27FC236}">
                      <a16:creationId xmlns:a16="http://schemas.microsoft.com/office/drawing/2014/main" id="{E5A25F7F-74C3-49BA-B65E-A734E876DE8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0622" y="755302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0" y="0"/>
                      </a:moveTo>
                      <a:lnTo>
                        <a:pt x="510088" y="301973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798" name="Pose bond 3-4">
                  <a:extLst>
                    <a:ext uri="{FF2B5EF4-FFF2-40B4-BE49-F238E27FC236}">
                      <a16:creationId xmlns:a16="http://schemas.microsoft.com/office/drawing/2014/main" id="{C94D90D0-939D-4133-932D-0737AAAE0FB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61975" y="936277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0" y="473423"/>
                      </a:moveTo>
                      <a:lnTo>
                        <a:pt x="147137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799" name="Pose bond highlight 3-4">
                  <a:extLst>
                    <a:ext uri="{FF2B5EF4-FFF2-40B4-BE49-F238E27FC236}">
                      <a16:creationId xmlns:a16="http://schemas.microsoft.com/office/drawing/2014/main" id="{39CBCA38-2D18-495E-A7A2-F40ABCACB88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56260" y="926752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0" y="473423"/>
                      </a:moveTo>
                      <a:lnTo>
                        <a:pt x="147137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0" name="Pose bond 3-10">
                  <a:extLst>
                    <a:ext uri="{FF2B5EF4-FFF2-40B4-BE49-F238E27FC236}">
                      <a16:creationId xmlns:a16="http://schemas.microsoft.com/office/drawing/2014/main" id="{7FDFEC57-1359-4E04-AB21-1CACA76FCA2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85750" y="1409700"/>
                  <a:ext cx="27622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76225" h="66675">
                      <a:moveTo>
                        <a:pt x="276225" y="0"/>
                      </a:moveTo>
                      <a:lnTo>
                        <a:pt x="0" y="66675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01" name="Pose bond highlight 3-10">
                  <a:extLst>
                    <a:ext uri="{FF2B5EF4-FFF2-40B4-BE49-F238E27FC236}">
                      <a16:creationId xmlns:a16="http://schemas.microsoft.com/office/drawing/2014/main" id="{F7CCB03B-71EB-4A5E-9A74-1E28FD4BD0A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80035" y="1400175"/>
                  <a:ext cx="27622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76225" h="66675">
                      <a:moveTo>
                        <a:pt x="276225" y="0"/>
                      </a:moveTo>
                      <a:lnTo>
                        <a:pt x="0" y="66675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02" name="Pose bond 0-1">
                  <a:extLst>
                    <a:ext uri="{FF2B5EF4-FFF2-40B4-BE49-F238E27FC236}">
                      <a16:creationId xmlns:a16="http://schemas.microsoft.com/office/drawing/2014/main" id="{07FED0E1-509B-43AB-8D9B-056C3684B49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9288" y="1066800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147137" y="0"/>
                      </a:moveTo>
                      <a:lnTo>
                        <a:pt x="0" y="473423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03" name="Pose bond highlight 0-1">
                  <a:extLst>
                    <a:ext uri="{FF2B5EF4-FFF2-40B4-BE49-F238E27FC236}">
                      <a16:creationId xmlns:a16="http://schemas.microsoft.com/office/drawing/2014/main" id="{2572F334-F26F-438B-9D32-1D893A78B57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3573" y="1057275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147137" y="0"/>
                      </a:moveTo>
                      <a:lnTo>
                        <a:pt x="0" y="473423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4" name="Pose bond 2-3">
                  <a:extLst>
                    <a:ext uri="{FF2B5EF4-FFF2-40B4-BE49-F238E27FC236}">
                      <a16:creationId xmlns:a16="http://schemas.microsoft.com/office/drawing/2014/main" id="{08CDD528-2E98-4529-8C69-DA649B71150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61975" y="1409700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510088" y="30197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05" name="Pose bond highlight 2-3">
                  <a:extLst>
                    <a:ext uri="{FF2B5EF4-FFF2-40B4-BE49-F238E27FC236}">
                      <a16:creationId xmlns:a16="http://schemas.microsoft.com/office/drawing/2014/main" id="{BFAAAB32-64E2-42E0-9B1C-8D7AFD50927A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56260" y="1400175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510088" y="30197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6" name="Pose bond 0-6">
                  <a:extLst>
                    <a:ext uri="{FF2B5EF4-FFF2-40B4-BE49-F238E27FC236}">
                      <a16:creationId xmlns:a16="http://schemas.microsoft.com/office/drawing/2014/main" id="{90317DB8-3FFD-4821-AB02-62504071039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76425" y="952500"/>
                  <a:ext cx="514350" cy="1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4350" h="114300">
                      <a:moveTo>
                        <a:pt x="0" y="114300"/>
                      </a:moveTo>
                      <a:lnTo>
                        <a:pt x="514350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07" name="Pose bond highlight 0-6">
                  <a:extLst>
                    <a:ext uri="{FF2B5EF4-FFF2-40B4-BE49-F238E27FC236}">
                      <a16:creationId xmlns:a16="http://schemas.microsoft.com/office/drawing/2014/main" id="{FFEFFD2B-5E6F-40A8-B1C7-ECCF0542739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70710" y="942975"/>
                  <a:ext cx="514350" cy="1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4350" h="114300">
                      <a:moveTo>
                        <a:pt x="0" y="114300"/>
                      </a:moveTo>
                      <a:lnTo>
                        <a:pt x="514350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8" name="Pose bond 6-13">
                  <a:extLst>
                    <a:ext uri="{FF2B5EF4-FFF2-40B4-BE49-F238E27FC236}">
                      <a16:creationId xmlns:a16="http://schemas.microsoft.com/office/drawing/2014/main" id="{8ADB79A8-18DA-48C8-911C-3F9DC25671E6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90775" y="638175"/>
                  <a:ext cx="66675" cy="3143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6675" h="314325">
                      <a:moveTo>
                        <a:pt x="0" y="314325"/>
                      </a:moveTo>
                      <a:lnTo>
                        <a:pt x="66675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09" name="Pose bond highlight 6-13">
                  <a:extLst>
                    <a:ext uri="{FF2B5EF4-FFF2-40B4-BE49-F238E27FC236}">
                      <a16:creationId xmlns:a16="http://schemas.microsoft.com/office/drawing/2014/main" id="{DC89D8D5-ADC1-4D86-88EB-B8D3EFE3DF9C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5060" y="628650"/>
                  <a:ext cx="66675" cy="3143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6675" h="314325">
                      <a:moveTo>
                        <a:pt x="0" y="314325"/>
                      </a:moveTo>
                      <a:lnTo>
                        <a:pt x="66675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10" name="Pose bond 1-2">
                  <a:extLst>
                    <a:ext uri="{FF2B5EF4-FFF2-40B4-BE49-F238E27FC236}">
                      <a16:creationId xmlns:a16="http://schemas.microsoft.com/office/drawing/2014/main" id="{2B8ABFEC-B936-40DF-B431-DFAE972CC72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072063" y="1540223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657225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11" name="Pose bond highlight 1-2">
                  <a:extLst>
                    <a:ext uri="{FF2B5EF4-FFF2-40B4-BE49-F238E27FC236}">
                      <a16:creationId xmlns:a16="http://schemas.microsoft.com/office/drawing/2014/main" id="{87538C92-40F3-4CDF-B4E2-5EEB180EAB4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066348" y="1530698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657225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12" name="Pose bond 1-8">
                  <a:extLst>
                    <a:ext uri="{FF2B5EF4-FFF2-40B4-BE49-F238E27FC236}">
                      <a16:creationId xmlns:a16="http://schemas.microsoft.com/office/drawing/2014/main" id="{EEE7675D-D610-44B8-BECA-3993E3B0587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9288" y="1540223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0" y="0"/>
                      </a:moveTo>
                      <a:lnTo>
                        <a:pt x="138113" y="156387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13" name="Pose bond highlight 1-8">
                  <a:extLst>
                    <a:ext uri="{FF2B5EF4-FFF2-40B4-BE49-F238E27FC236}">
                      <a16:creationId xmlns:a16="http://schemas.microsoft.com/office/drawing/2014/main" id="{916A076B-F5E6-416E-B19B-93BB018ECA1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3573" y="1530698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0" y="0"/>
                      </a:moveTo>
                      <a:lnTo>
                        <a:pt x="138113" y="156387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14" name="Pose bond 2-9">
                  <a:extLst>
                    <a:ext uri="{FF2B5EF4-FFF2-40B4-BE49-F238E27FC236}">
                      <a16:creationId xmlns:a16="http://schemas.microsoft.com/office/drawing/2014/main" id="{75DBE5D7-5895-44A9-8838-B4541D4B8F4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33951" y="1711673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138113" y="0"/>
                      </a:moveTo>
                      <a:lnTo>
                        <a:pt x="0" y="223062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15" name="Pose bond highlight 2-9">
                  <a:extLst>
                    <a:ext uri="{FF2B5EF4-FFF2-40B4-BE49-F238E27FC236}">
                      <a16:creationId xmlns:a16="http://schemas.microsoft.com/office/drawing/2014/main" id="{4CCBC897-6EC6-47B7-B275-CD23C5A394F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28236" y="1702148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138113" y="0"/>
                      </a:moveTo>
                      <a:lnTo>
                        <a:pt x="0" y="223062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16" name="Pose bond 6-7">
                  <a:extLst>
                    <a:ext uri="{FF2B5EF4-FFF2-40B4-BE49-F238E27FC236}">
                      <a16:creationId xmlns:a16="http://schemas.microsoft.com/office/drawing/2014/main" id="{AFC4AF3F-C69E-4FA4-9D86-AFF56BFC3D6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90775" y="952500"/>
                  <a:ext cx="323850" cy="4381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23850" h="438150">
                      <a:moveTo>
                        <a:pt x="0" y="0"/>
                      </a:moveTo>
                      <a:lnTo>
                        <a:pt x="323850" y="43815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17" name="Pose bond highlight 6-7">
                  <a:extLst>
                    <a:ext uri="{FF2B5EF4-FFF2-40B4-BE49-F238E27FC236}">
                      <a16:creationId xmlns:a16="http://schemas.microsoft.com/office/drawing/2014/main" id="{BB39A0E2-9CE8-4616-AE7D-CF11EEC8CCF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5060" y="942975"/>
                  <a:ext cx="323850" cy="4381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23850" h="438150">
                      <a:moveTo>
                        <a:pt x="0" y="0"/>
                      </a:moveTo>
                      <a:lnTo>
                        <a:pt x="323850" y="43815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18" name="Pose bond 6-14">
                  <a:extLst>
                    <a:ext uri="{FF2B5EF4-FFF2-40B4-BE49-F238E27FC236}">
                      <a16:creationId xmlns:a16="http://schemas.microsoft.com/office/drawing/2014/main" id="{B8612623-E6B8-4C32-9C86-6F7C6C586C8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90775" y="952500"/>
                  <a:ext cx="219075" cy="476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9075" h="47625">
                      <a:moveTo>
                        <a:pt x="0" y="0"/>
                      </a:moveTo>
                      <a:lnTo>
                        <a:pt x="219075" y="47625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19" name="Pose bond highlight 6-14">
                  <a:extLst>
                    <a:ext uri="{FF2B5EF4-FFF2-40B4-BE49-F238E27FC236}">
                      <a16:creationId xmlns:a16="http://schemas.microsoft.com/office/drawing/2014/main" id="{467314B5-05D1-4D8A-BAC6-5CF032144A6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5060" y="942975"/>
                  <a:ext cx="219075" cy="476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9075" h="47625">
                      <a:moveTo>
                        <a:pt x="0" y="0"/>
                      </a:moveTo>
                      <a:lnTo>
                        <a:pt x="219075" y="47625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20" name="Pose bond 7-15">
                  <a:extLst>
                    <a:ext uri="{FF2B5EF4-FFF2-40B4-BE49-F238E27FC236}">
                      <a16:creationId xmlns:a16="http://schemas.microsoft.com/office/drawing/2014/main" id="{54D66798-8173-4984-B9AE-E6992963C1A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714625" y="1362075"/>
                  <a:ext cx="295275" cy="285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95275" h="28575">
                      <a:moveTo>
                        <a:pt x="0" y="28575"/>
                      </a:moveTo>
                      <a:lnTo>
                        <a:pt x="295275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21" name="Pose bond highlight 7-15">
                  <a:extLst>
                    <a:ext uri="{FF2B5EF4-FFF2-40B4-BE49-F238E27FC236}">
                      <a16:creationId xmlns:a16="http://schemas.microsoft.com/office/drawing/2014/main" id="{3195AFB9-D1AF-440B-880F-523A89752210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708910" y="1352550"/>
                  <a:ext cx="295275" cy="285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95275" h="28575">
                      <a:moveTo>
                        <a:pt x="0" y="28575"/>
                      </a:moveTo>
                      <a:lnTo>
                        <a:pt x="295275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22" name="Pose atom 5 C">
                  <a:extLst>
                    <a:ext uri="{FF2B5EF4-FFF2-40B4-BE49-F238E27FC236}">
                      <a16:creationId xmlns:a16="http://schemas.microsoft.com/office/drawing/2014/main" id="{477F64BA-9B0E-473A-BAA8-6FFF80FC928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231456" y="629946"/>
                  <a:ext cx="269763" cy="269763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3" name="Pose atom highlight 5">
                  <a:extLst>
                    <a:ext uri="{FF2B5EF4-FFF2-40B4-BE49-F238E27FC236}">
                      <a16:creationId xmlns:a16="http://schemas.microsoft.com/office/drawing/2014/main" id="{3D07A637-EC1C-4751-B72B-97B1B1E46574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06989" y="697386"/>
                  <a:ext cx="70138" cy="43162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24" name="Pose atom 12 H">
                  <a:extLst>
                    <a:ext uri="{FF2B5EF4-FFF2-40B4-BE49-F238E27FC236}">
                      <a16:creationId xmlns:a16="http://schemas.microsoft.com/office/drawing/2014/main" id="{79E2615E-DCB3-4AF5-9F70-AA163D1A097C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435869" y="47318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5" name="Pose atom highlight 12">
                  <a:extLst>
                    <a:ext uri="{FF2B5EF4-FFF2-40B4-BE49-F238E27FC236}">
                      <a16:creationId xmlns:a16="http://schemas.microsoft.com/office/drawing/2014/main" id="{E87B6F6A-A353-4603-A9D1-C3EF6625D95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474274" y="50747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26" name="Pose atom 4 C">
                  <a:extLst>
                    <a:ext uri="{FF2B5EF4-FFF2-40B4-BE49-F238E27FC236}">
                      <a16:creationId xmlns:a16="http://schemas.microsoft.com/office/drawing/2014/main" id="{14BFFE13-30E7-473E-BBE9-066785E4E2F7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74231" y="801396"/>
                  <a:ext cx="269763" cy="269763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7" name="Pose atom highlight 4">
                  <a:extLst>
                    <a:ext uri="{FF2B5EF4-FFF2-40B4-BE49-F238E27FC236}">
                      <a16:creationId xmlns:a16="http://schemas.microsoft.com/office/drawing/2014/main" id="{C0DA5F21-9672-4488-ADF7-17AEBF6F5AFA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649764" y="868836"/>
                  <a:ext cx="70138" cy="43162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28" name="Pose atom 11 H">
                  <a:extLst>
                    <a:ext uri="{FF2B5EF4-FFF2-40B4-BE49-F238E27FC236}">
                      <a16:creationId xmlns:a16="http://schemas.microsoft.com/office/drawing/2014/main" id="{AF5F98FC-42EA-4687-8136-589E3766E6A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02419" y="711310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9" name="Pose atom highlight 11">
                  <a:extLst>
                    <a:ext uri="{FF2B5EF4-FFF2-40B4-BE49-F238E27FC236}">
                      <a16:creationId xmlns:a16="http://schemas.microsoft.com/office/drawing/2014/main" id="{FFF71695-8FBC-44E6-AED1-88FB78CD1D4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40824" y="745600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0" name="Pose atom 0 C">
                  <a:extLst>
                    <a:ext uri="{FF2B5EF4-FFF2-40B4-BE49-F238E27FC236}">
                      <a16:creationId xmlns:a16="http://schemas.microsoft.com/office/drawing/2014/main" id="{20E25998-3509-494D-954A-D7711CDB236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31645" y="922020"/>
                  <a:ext cx="289560" cy="289560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1" name="Pose atom highlight 0">
                  <a:extLst>
                    <a:ext uri="{FF2B5EF4-FFF2-40B4-BE49-F238E27FC236}">
                      <a16:creationId xmlns:a16="http://schemas.microsoft.com/office/drawing/2014/main" id="{A32297F1-1940-4A23-8CE7-E72F3B8E34C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12722" y="994410"/>
                  <a:ext cx="75286" cy="46330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2" name="Pose atom 3 C">
                  <a:extLst>
                    <a:ext uri="{FF2B5EF4-FFF2-40B4-BE49-F238E27FC236}">
                      <a16:creationId xmlns:a16="http://schemas.microsoft.com/office/drawing/2014/main" id="{4BDD8422-B9A0-4734-A35A-AAB530CCCEC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417195" y="1264920"/>
                  <a:ext cx="289560" cy="289560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3" name="Pose atom highlight 3">
                  <a:extLst>
                    <a:ext uri="{FF2B5EF4-FFF2-40B4-BE49-F238E27FC236}">
                      <a16:creationId xmlns:a16="http://schemas.microsoft.com/office/drawing/2014/main" id="{C5214085-2196-40BD-8711-6A4FD4D2F7F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498272" y="1337310"/>
                  <a:ext cx="75286" cy="46330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4" name="Pose atom 10 H">
                  <a:extLst>
                    <a:ext uri="{FF2B5EF4-FFF2-40B4-BE49-F238E27FC236}">
                      <a16:creationId xmlns:a16="http://schemas.microsoft.com/office/drawing/2014/main" id="{FB89C595-F669-4E2C-88D0-26363C3E32E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17170" y="140779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5" name="Pose atom highlight 10">
                  <a:extLst>
                    <a:ext uri="{FF2B5EF4-FFF2-40B4-BE49-F238E27FC236}">
                      <a16:creationId xmlns:a16="http://schemas.microsoft.com/office/drawing/2014/main" id="{37FA559A-6A5D-492E-88D7-7E438A2147EF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5575" y="144208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6" name="Pose atom 13 H">
                  <a:extLst>
                    <a:ext uri="{FF2B5EF4-FFF2-40B4-BE49-F238E27FC236}">
                      <a16:creationId xmlns:a16="http://schemas.microsoft.com/office/drawing/2014/main" id="{45DC5F82-74A4-4B1D-B2EE-1DC0509D58E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8870" y="56959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7" name="Pose atom highlight 13">
                  <a:extLst>
                    <a:ext uri="{FF2B5EF4-FFF2-40B4-BE49-F238E27FC236}">
                      <a16:creationId xmlns:a16="http://schemas.microsoft.com/office/drawing/2014/main" id="{4E3F7375-6B76-41D2-843E-F84D8776558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427275" y="60388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8" name="Pose atom 1 C">
                  <a:extLst>
                    <a:ext uri="{FF2B5EF4-FFF2-40B4-BE49-F238E27FC236}">
                      <a16:creationId xmlns:a16="http://schemas.microsoft.com/office/drawing/2014/main" id="{EA448BB7-3A92-45D5-B845-9D84E8EC8E0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574609" y="1385544"/>
                  <a:ext cx="309357" cy="309357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9" name="Pose atom highlight 1">
                  <a:extLst>
                    <a:ext uri="{FF2B5EF4-FFF2-40B4-BE49-F238E27FC236}">
                      <a16:creationId xmlns:a16="http://schemas.microsoft.com/office/drawing/2014/main" id="{5504D30C-331B-4A4C-B00C-15DA7D96CC4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661230" y="1462884"/>
                  <a:ext cx="80433" cy="49497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0" name="Pose atom 8 H">
                  <a:extLst>
                    <a:ext uri="{FF2B5EF4-FFF2-40B4-BE49-F238E27FC236}">
                      <a16:creationId xmlns:a16="http://schemas.microsoft.com/office/drawing/2014/main" id="{FC883166-C631-4073-BF39-B0F7F5027706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98821" y="1628030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1" name="Pose atom highlight 8">
                  <a:extLst>
                    <a:ext uri="{FF2B5EF4-FFF2-40B4-BE49-F238E27FC236}">
                      <a16:creationId xmlns:a16="http://schemas.microsoft.com/office/drawing/2014/main" id="{3BFCCA68-3B21-4559-9DB6-1123CA1C64E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37225" y="1662320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2" name="Pose atom 2 C">
                  <a:extLst>
                    <a:ext uri="{FF2B5EF4-FFF2-40B4-BE49-F238E27FC236}">
                      <a16:creationId xmlns:a16="http://schemas.microsoft.com/office/drawing/2014/main" id="{A8B7CF65-787D-4A46-B4D6-DCABECF1E48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17384" y="1556994"/>
                  <a:ext cx="309357" cy="309357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3" name="Pose atom highlight 2">
                  <a:extLst>
                    <a:ext uri="{FF2B5EF4-FFF2-40B4-BE49-F238E27FC236}">
                      <a16:creationId xmlns:a16="http://schemas.microsoft.com/office/drawing/2014/main" id="{725EA7B4-2124-43ED-AEA6-33470C2BD668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004005" y="1634334"/>
                  <a:ext cx="80433" cy="49497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4" name="Pose atom 9 H">
                  <a:extLst>
                    <a:ext uri="{FF2B5EF4-FFF2-40B4-BE49-F238E27FC236}">
                      <a16:creationId xmlns:a16="http://schemas.microsoft.com/office/drawing/2014/main" id="{1084323F-0F38-41FB-996B-39B06969992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865371" y="186615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5" name="Pose atom highlight 9">
                  <a:extLst>
                    <a:ext uri="{FF2B5EF4-FFF2-40B4-BE49-F238E27FC236}">
                      <a16:creationId xmlns:a16="http://schemas.microsoft.com/office/drawing/2014/main" id="{1932C849-88F2-400C-8C1D-5FA9B6C03AF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03775" y="190044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6" name="Pose atom 6 C">
                  <a:extLst>
                    <a:ext uri="{FF2B5EF4-FFF2-40B4-BE49-F238E27FC236}">
                      <a16:creationId xmlns:a16="http://schemas.microsoft.com/office/drawing/2014/main" id="{C529C5C0-80EF-4324-BFE5-A805F91EF6F4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232279" y="794004"/>
                  <a:ext cx="316992" cy="316992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7" name="Pose atom highlight 6">
                  <a:extLst>
                    <a:ext uri="{FF2B5EF4-FFF2-40B4-BE49-F238E27FC236}">
                      <a16:creationId xmlns:a16="http://schemas.microsoft.com/office/drawing/2014/main" id="{9671083C-6123-4732-AD7E-A712333A230A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21037" y="873252"/>
                  <a:ext cx="82418" cy="50719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8" name="Pose atom 7 O">
                  <a:extLst>
                    <a:ext uri="{FF2B5EF4-FFF2-40B4-BE49-F238E27FC236}">
                      <a16:creationId xmlns:a16="http://schemas.microsoft.com/office/drawing/2014/main" id="{256A2949-3324-4879-9D00-5D72B25C154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57463" y="1233488"/>
                  <a:ext cx="314325" cy="314325"/>
                </a:xfrm>
                <a:prstGeom prst="ellipse">
                  <a:avLst/>
                </a:prstGeom>
                <a:gradFill>
                  <a:gsLst>
                    <a:gs pos="0">
                      <a:srgbClr val="FFE2DB"/>
                    </a:gs>
                    <a:gs pos="48000">
                      <a:srgbClr val="E26B61"/>
                    </a:gs>
                    <a:gs pos="100000">
                      <a:srgbClr val="A73E40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9" name="Pose atom highlight 7">
                  <a:extLst>
                    <a:ext uri="{FF2B5EF4-FFF2-40B4-BE49-F238E27FC236}">
                      <a16:creationId xmlns:a16="http://schemas.microsoft.com/office/drawing/2014/main" id="{4FFC00DF-F10A-41AC-9DAD-8D67E182F48C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645474" y="1312069"/>
                  <a:ext cx="81725" cy="50292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50" name="Pose atom 15 H">
                  <a:extLst>
                    <a:ext uri="{FF2B5EF4-FFF2-40B4-BE49-F238E27FC236}">
                      <a16:creationId xmlns:a16="http://schemas.microsoft.com/office/drawing/2014/main" id="{6C343233-6FD3-4315-B08F-46DE89F18EB0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941320" y="129349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51" name="Pose atom highlight 15">
                  <a:extLst>
                    <a:ext uri="{FF2B5EF4-FFF2-40B4-BE49-F238E27FC236}">
                      <a16:creationId xmlns:a16="http://schemas.microsoft.com/office/drawing/2014/main" id="{902DBA90-F244-47A2-A476-F5176DCDFB8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979725" y="132778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52" name="Pose atom 14 H">
                  <a:extLst>
                    <a:ext uri="{FF2B5EF4-FFF2-40B4-BE49-F238E27FC236}">
                      <a16:creationId xmlns:a16="http://schemas.microsoft.com/office/drawing/2014/main" id="{59CEDEAF-58CD-4D18-A19F-5992C81C471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41270" y="93154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53" name="Pose atom highlight 14">
                  <a:extLst>
                    <a:ext uri="{FF2B5EF4-FFF2-40B4-BE49-F238E27FC236}">
                      <a16:creationId xmlns:a16="http://schemas.microsoft.com/office/drawing/2014/main" id="{5BDDF7BD-93EE-4802-A674-F9AF414174DF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79675" y="96583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</p:grpSp>
        </p:grpSp>
        <p:sp>
          <p:nvSpPr>
            <p:cNvPr id="854" name="Text | All-atom ligand pose">
              <a:extLst>
                <a:ext uri="{FF2B5EF4-FFF2-40B4-BE49-F238E27FC236}">
                  <a16:creationId xmlns:a16="http://schemas.microsoft.com/office/drawing/2014/main" id="{C3433040-7F83-3E28-0D31-ED8DC7B798C7}"/>
                </a:ext>
              </a:extLst>
            </p:cNvPr>
            <p:cNvSpPr txBox="1"/>
            <p:nvPr/>
          </p:nvSpPr>
          <p:spPr>
            <a:xfrm>
              <a:off x="4090568" y="6054255"/>
              <a:ext cx="1062854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All-atom ligand pose</a:t>
              </a:r>
              <a:endParaRPr lang="en-US" sz="500"/>
            </a:p>
          </p:txBody>
        </p:sp>
        <p:sp>
          <p:nvSpPr>
            <p:cNvPr id="855" name="Build inputs | shared junction">
              <a:extLst>
                <a:ext uri="{FF2B5EF4-FFF2-40B4-BE49-F238E27FC236}">
                  <a16:creationId xmlns:a16="http://schemas.microsoft.com/office/drawing/2014/main" id="{73DFF4C8-A425-E218-A3D9-39506CC69601}"/>
                </a:ext>
              </a:extLst>
            </p:cNvPr>
            <p:cNvSpPr/>
            <p:nvPr/>
          </p:nvSpPr>
          <p:spPr>
            <a:xfrm>
              <a:off x="1836000" y="5844600"/>
              <a:ext cx="151200" cy="36"/>
            </a:xfrm>
            <a:custGeom>
              <a:avLst/>
              <a:gdLst/>
              <a:ahLst/>
              <a:cxnLst/>
              <a:rect l="0" t="0" r="r" b="b"/>
              <a:pathLst>
                <a:path w="151200" h="36" fill="none">
                  <a:moveTo>
                    <a:pt x="0" y="0"/>
                  </a:moveTo>
                  <a:lnTo>
                    <a:pt x="15120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856" name="Build inputs → default PocketXMol | editable route">
              <a:extLst>
                <a:ext uri="{FF2B5EF4-FFF2-40B4-BE49-F238E27FC236}">
                  <a16:creationId xmlns:a16="http://schemas.microsoft.com/office/drawing/2014/main" id="{38345791-0B31-630E-0048-0F149F399FE9}"/>
                </a:ext>
              </a:extLst>
            </p:cNvPr>
            <p:cNvGrpSpPr/>
            <p:nvPr/>
          </p:nvGrpSpPr>
          <p:grpSpPr>
            <a:xfrm>
              <a:off x="1987200" y="5702400"/>
              <a:ext cx="154440" cy="142200"/>
              <a:chOff x="1987200" y="5702400"/>
              <a:chExt cx="154440" cy="142200"/>
            </a:xfrm>
          </p:grpSpPr>
          <p:sp>
            <p:nvSpPr>
              <p:cNvPr id="857" name="Build inputs → default PocketXMol">
                <a:extLst>
                  <a:ext uri="{FF2B5EF4-FFF2-40B4-BE49-F238E27FC236}">
                    <a16:creationId xmlns:a16="http://schemas.microsoft.com/office/drawing/2014/main" id="{32E3BA67-9864-EB92-A0C5-C5F6A434D643}"/>
                  </a:ext>
                </a:extLst>
              </p:cNvPr>
              <p:cNvSpPr/>
              <p:nvPr/>
            </p:nvSpPr>
            <p:spPr>
              <a:xfrm>
                <a:off x="1987200" y="5712480"/>
                <a:ext cx="128520" cy="13212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32120" fill="none">
                    <a:moveTo>
                      <a:pt x="0" y="132120"/>
                    </a:moveTo>
                    <a:lnTo>
                      <a:pt x="0" y="0"/>
                    </a:lnTo>
                    <a:lnTo>
                      <a:pt x="12852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858" name="Build inputs → default PocketXMol | arrowhead">
                <a:extLst>
                  <a:ext uri="{FF2B5EF4-FFF2-40B4-BE49-F238E27FC236}">
                    <a16:creationId xmlns:a16="http://schemas.microsoft.com/office/drawing/2014/main" id="{F16D78FB-5E83-DBF1-5C7A-8958337F1BF2}"/>
                  </a:ext>
                </a:extLst>
              </p:cNvPr>
              <p:cNvSpPr/>
              <p:nvPr/>
            </p:nvSpPr>
            <p:spPr>
              <a:xfrm>
                <a:off x="2115720" y="570240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grpSp>
          <p:nvGrpSpPr>
            <p:cNvPr id="859" name="Build inputs → docking tools | editable route">
              <a:extLst>
                <a:ext uri="{FF2B5EF4-FFF2-40B4-BE49-F238E27FC236}">
                  <a16:creationId xmlns:a16="http://schemas.microsoft.com/office/drawing/2014/main" id="{2B92978C-6FA8-57BB-24E7-6C977EBBD0DD}"/>
                </a:ext>
              </a:extLst>
            </p:cNvPr>
            <p:cNvGrpSpPr/>
            <p:nvPr/>
          </p:nvGrpSpPr>
          <p:grpSpPr>
            <a:xfrm>
              <a:off x="1987200" y="5844600"/>
              <a:ext cx="154440" cy="159120"/>
              <a:chOff x="1987200" y="5844600"/>
              <a:chExt cx="154440" cy="159120"/>
            </a:xfrm>
          </p:grpSpPr>
          <p:sp>
            <p:nvSpPr>
              <p:cNvPr id="860" name="Build inputs → docking tools">
                <a:extLst>
                  <a:ext uri="{FF2B5EF4-FFF2-40B4-BE49-F238E27FC236}">
                    <a16:creationId xmlns:a16="http://schemas.microsoft.com/office/drawing/2014/main" id="{B074E18C-347B-3625-07D2-309AD1124DB3}"/>
                  </a:ext>
                </a:extLst>
              </p:cNvPr>
              <p:cNvSpPr/>
              <p:nvPr/>
            </p:nvSpPr>
            <p:spPr>
              <a:xfrm>
                <a:off x="1987200" y="5844600"/>
                <a:ext cx="128520" cy="14904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49040" fill="none">
                    <a:moveTo>
                      <a:pt x="0" y="0"/>
                    </a:moveTo>
                    <a:lnTo>
                      <a:pt x="0" y="149040"/>
                    </a:lnTo>
                    <a:lnTo>
                      <a:pt x="128520" y="14904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861" name="Build inputs → docking tools | arrowhead">
                <a:extLst>
                  <a:ext uri="{FF2B5EF4-FFF2-40B4-BE49-F238E27FC236}">
                    <a16:creationId xmlns:a16="http://schemas.microsoft.com/office/drawing/2014/main" id="{F2217AC1-1E46-8CBD-40BB-61F9117E1955}"/>
                  </a:ext>
                </a:extLst>
              </p:cNvPr>
              <p:cNvSpPr/>
              <p:nvPr/>
            </p:nvSpPr>
            <p:spPr>
              <a:xfrm>
                <a:off x="2115720" y="598356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sp>
          <p:nvSpPr>
            <p:cNvPr id="862" name="Default PocketXMol → pose merge">
              <a:extLst>
                <a:ext uri="{FF2B5EF4-FFF2-40B4-BE49-F238E27FC236}">
                  <a16:creationId xmlns:a16="http://schemas.microsoft.com/office/drawing/2014/main" id="{41123AD6-656F-8D55-8757-E22307C3B19F}"/>
                </a:ext>
              </a:extLst>
            </p:cNvPr>
            <p:cNvSpPr/>
            <p:nvPr/>
          </p:nvSpPr>
          <p:spPr>
            <a:xfrm>
              <a:off x="3656160" y="5712480"/>
              <a:ext cx="145440" cy="137520"/>
            </a:xfrm>
            <a:custGeom>
              <a:avLst/>
              <a:gdLst/>
              <a:ahLst/>
              <a:cxnLst/>
              <a:rect l="0" t="0" r="r" b="b"/>
              <a:pathLst>
                <a:path w="145440" h="137520" fill="none">
                  <a:moveTo>
                    <a:pt x="0" y="0"/>
                  </a:moveTo>
                  <a:lnTo>
                    <a:pt x="145440" y="0"/>
                  </a:lnTo>
                  <a:lnTo>
                    <a:pt x="145440" y="13752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sp>
          <p:nvSpPr>
            <p:cNvPr id="863" name="Docking tools → pose merge">
              <a:extLst>
                <a:ext uri="{FF2B5EF4-FFF2-40B4-BE49-F238E27FC236}">
                  <a16:creationId xmlns:a16="http://schemas.microsoft.com/office/drawing/2014/main" id="{700477BB-BF35-CC3D-9766-A0ACCE58DB43}"/>
                </a:ext>
              </a:extLst>
            </p:cNvPr>
            <p:cNvSpPr/>
            <p:nvPr/>
          </p:nvSpPr>
          <p:spPr>
            <a:xfrm>
              <a:off x="3656160" y="5850000"/>
              <a:ext cx="145440" cy="143640"/>
            </a:xfrm>
            <a:custGeom>
              <a:avLst/>
              <a:gdLst/>
              <a:ahLst/>
              <a:cxnLst/>
              <a:rect l="0" t="0" r="r" b="b"/>
              <a:pathLst>
                <a:path w="145440" h="143640" fill="none">
                  <a:moveTo>
                    <a:pt x="0" y="143640"/>
                  </a:moveTo>
                  <a:lnTo>
                    <a:pt x="145440" y="143640"/>
                  </a:lnTo>
                  <a:lnTo>
                    <a:pt x="14544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864" name="Pose merge → all-atom pose | editable route">
              <a:extLst>
                <a:ext uri="{FF2B5EF4-FFF2-40B4-BE49-F238E27FC236}">
                  <a16:creationId xmlns:a16="http://schemas.microsoft.com/office/drawing/2014/main" id="{F0FAA171-8FB8-9942-AD90-88F17A3E3505}"/>
                </a:ext>
              </a:extLst>
            </p:cNvPr>
            <p:cNvGrpSpPr/>
            <p:nvPr/>
          </p:nvGrpSpPr>
          <p:grpSpPr>
            <a:xfrm>
              <a:off x="3801600" y="5839920"/>
              <a:ext cx="410400" cy="20160"/>
              <a:chOff x="3801600" y="5839920"/>
              <a:chExt cx="410400" cy="20160"/>
            </a:xfrm>
          </p:grpSpPr>
          <p:sp>
            <p:nvSpPr>
              <p:cNvPr id="865" name="Pose merge → all-atom pose">
                <a:extLst>
                  <a:ext uri="{FF2B5EF4-FFF2-40B4-BE49-F238E27FC236}">
                    <a16:creationId xmlns:a16="http://schemas.microsoft.com/office/drawing/2014/main" id="{33DDB719-EEB0-1D3E-7F08-3990E0712CCF}"/>
                  </a:ext>
                </a:extLst>
              </p:cNvPr>
              <p:cNvSpPr/>
              <p:nvPr/>
            </p:nvSpPr>
            <p:spPr>
              <a:xfrm>
                <a:off x="3801600" y="5850000"/>
                <a:ext cx="38448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384480" h="36" fill="none">
                    <a:moveTo>
                      <a:pt x="0" y="0"/>
                    </a:moveTo>
                    <a:lnTo>
                      <a:pt x="38448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866" name="Pose merge → all-atom pose | arrowhead">
                <a:extLst>
                  <a:ext uri="{FF2B5EF4-FFF2-40B4-BE49-F238E27FC236}">
                    <a16:creationId xmlns:a16="http://schemas.microsoft.com/office/drawing/2014/main" id="{7A6FD5D4-1B11-39BD-1FFD-1CEC39E41320}"/>
                  </a:ext>
                </a:extLst>
              </p:cNvPr>
              <p:cNvSpPr/>
              <p:nvPr/>
            </p:nvSpPr>
            <p:spPr>
              <a:xfrm>
                <a:off x="4186080" y="583992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</p:grpSp>
      <p:grpSp>
        <p:nvGrpSpPr>
          <p:cNvPr id="867" name="a | density cube M_exp | v4 editable"/>
          <p:cNvGrpSpPr/>
          <p:nvPr/>
        </p:nvGrpSpPr>
        <p:grpSpPr>
          <a:xfrm>
            <a:off x="1475540" y="496945"/>
            <a:ext cx="206784" cy="185747"/>
            <a:chOff x="160920" y="736200"/>
            <a:chExt cx="285840" cy="256320"/>
          </a:xfrm>
        </p:grpSpPr>
        <p:sp>
          <p:nvSpPr>
            <p:cNvPr id="868" name="asset_3411_0">
              <a:extLst>
                <a:ext uri="{FF2B5EF4-FFF2-40B4-BE49-F238E27FC236}">
                  <a16:creationId xmlns:a16="http://schemas.microsoft.com/office/drawing/2014/main" id="{5B0EC728-FC60-4C58-A31A-B10F3E2E0B02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3620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869" name="asset_3411_1">
              <a:extLst>
                <a:ext uri="{FF2B5EF4-FFF2-40B4-BE49-F238E27FC236}">
                  <a16:creationId xmlns:a16="http://schemas.microsoft.com/office/drawing/2014/main" id="{87FD5E1F-56E4-4026-8A63-DE49CAD29849}"/>
                </a:ext>
              </a:extLst>
            </p:cNvPr>
            <p:cNvSpPr>
              <a:spLocks noGrp="1"/>
            </p:cNvSpPr>
            <p:nvPr/>
          </p:nvSpPr>
          <p:spPr>
            <a:xfrm>
              <a:off x="392450" y="73620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870" name="asset_3411_2">
              <a:extLst>
                <a:ext uri="{FF2B5EF4-FFF2-40B4-BE49-F238E27FC236}">
                  <a16:creationId xmlns:a16="http://schemas.microsoft.com/office/drawing/2014/main" id="{808984AD-CAE7-4E8A-B93D-E734C039E4D0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7977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871" name="asset_3411_3">
              <a:extLst>
                <a:ext uri="{FF2B5EF4-FFF2-40B4-BE49-F238E27FC236}">
                  <a16:creationId xmlns:a16="http://schemas.microsoft.com/office/drawing/2014/main" id="{2B372807-9BA1-435E-879C-F4ED2D4414A5}"/>
                </a:ext>
              </a:extLst>
            </p:cNvPr>
            <p:cNvSpPr>
              <a:spLocks noGrp="1"/>
            </p:cNvSpPr>
            <p:nvPr/>
          </p:nvSpPr>
          <p:spPr>
            <a:xfrm>
              <a:off x="218803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2" name="asset_3411_4">
              <a:extLst>
                <a:ext uri="{FF2B5EF4-FFF2-40B4-BE49-F238E27FC236}">
                  <a16:creationId xmlns:a16="http://schemas.microsoft.com/office/drawing/2014/main" id="{A8B50796-8957-494E-A72E-0D5FB4AB5C38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83296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3" name="asset_3411_5">
              <a:extLst>
                <a:ext uri="{FF2B5EF4-FFF2-40B4-BE49-F238E27FC236}">
                  <a16:creationId xmlns:a16="http://schemas.microsoft.com/office/drawing/2014/main" id="{A7B8E183-345E-450C-8AEF-09298A15702B}"/>
                </a:ext>
              </a:extLst>
            </p:cNvPr>
            <p:cNvSpPr>
              <a:spLocks noGrp="1"/>
            </p:cNvSpPr>
            <p:nvPr/>
          </p:nvSpPr>
          <p:spPr>
            <a:xfrm>
              <a:off x="276685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4" name="asset_3411_6">
              <a:extLst>
                <a:ext uri="{FF2B5EF4-FFF2-40B4-BE49-F238E27FC236}">
                  <a16:creationId xmlns:a16="http://schemas.microsoft.com/office/drawing/2014/main" id="{FDDD10CF-4B22-436D-9DF5-F7186C213710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88614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5" name="asset_3411_7">
              <a:extLst>
                <a:ext uri="{FF2B5EF4-FFF2-40B4-BE49-F238E27FC236}">
                  <a16:creationId xmlns:a16="http://schemas.microsoft.com/office/drawing/2014/main" id="{113864F8-4058-4186-BBDE-78AC0A7A545C}"/>
                </a:ext>
              </a:extLst>
            </p:cNvPr>
            <p:cNvSpPr>
              <a:spLocks noGrp="1"/>
            </p:cNvSpPr>
            <p:nvPr/>
          </p:nvSpPr>
          <p:spPr>
            <a:xfrm>
              <a:off x="334568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6" name="asset_3411_8">
              <a:extLst>
                <a:ext uri="{FF2B5EF4-FFF2-40B4-BE49-F238E27FC236}">
                  <a16:creationId xmlns:a16="http://schemas.microsoft.com/office/drawing/2014/main" id="{3A039210-18AA-4906-932C-BA0FB4625B75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93933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7" name="asset_3411_9">
              <a:extLst>
                <a:ext uri="{FF2B5EF4-FFF2-40B4-BE49-F238E27FC236}">
                  <a16:creationId xmlns:a16="http://schemas.microsoft.com/office/drawing/2014/main" id="{B43D5F50-445C-44D0-A7B3-EA211D4B463C}"/>
                </a:ext>
              </a:extLst>
            </p:cNvPr>
            <p:cNvSpPr>
              <a:spLocks noGrp="1"/>
            </p:cNvSpPr>
            <p:nvPr/>
          </p:nvSpPr>
          <p:spPr>
            <a:xfrm>
              <a:off x="181410" y="80863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78" name="asset_3411_10">
              <a:extLst>
                <a:ext uri="{FF2B5EF4-FFF2-40B4-BE49-F238E27FC236}">
                  <a16:creationId xmlns:a16="http://schemas.microsoft.com/office/drawing/2014/main" id="{D11FF782-00F7-4806-8740-0AD788D49A4E}"/>
                </a:ext>
              </a:extLst>
            </p:cNvPr>
            <p:cNvSpPr>
              <a:spLocks noGrp="1"/>
            </p:cNvSpPr>
            <p:nvPr/>
          </p:nvSpPr>
          <p:spPr>
            <a:xfrm>
              <a:off x="230819" y="83723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79" name="asset_3411_11">
              <a:extLst>
                <a:ext uri="{FF2B5EF4-FFF2-40B4-BE49-F238E27FC236}">
                  <a16:creationId xmlns:a16="http://schemas.microsoft.com/office/drawing/2014/main" id="{91297F33-DB27-43A4-985D-EB428C8519F3}"/>
                </a:ext>
              </a:extLst>
            </p:cNvPr>
            <p:cNvSpPr>
              <a:spLocks noGrp="1"/>
            </p:cNvSpPr>
            <p:nvPr/>
          </p:nvSpPr>
          <p:spPr>
            <a:xfrm>
              <a:off x="273490" y="78412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0" name="asset_3411_12">
              <a:extLst>
                <a:ext uri="{FF2B5EF4-FFF2-40B4-BE49-F238E27FC236}">
                  <a16:creationId xmlns:a16="http://schemas.microsoft.com/office/drawing/2014/main" id="{C6FF995D-FF3F-41A7-88B5-A34BD84A7CB7}"/>
                </a:ext>
              </a:extLst>
            </p:cNvPr>
            <p:cNvSpPr>
              <a:spLocks noGrp="1"/>
            </p:cNvSpPr>
            <p:nvPr/>
          </p:nvSpPr>
          <p:spPr>
            <a:xfrm>
              <a:off x="226327" y="76983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1" name="asset_3411_13">
              <a:extLst>
                <a:ext uri="{FF2B5EF4-FFF2-40B4-BE49-F238E27FC236}">
                  <a16:creationId xmlns:a16="http://schemas.microsoft.com/office/drawing/2014/main" id="{9642C341-7712-42E6-8B36-D84B72EB4EB7}"/>
                </a:ext>
              </a:extLst>
            </p:cNvPr>
            <p:cNvSpPr>
              <a:spLocks noGrp="1"/>
            </p:cNvSpPr>
            <p:nvPr/>
          </p:nvSpPr>
          <p:spPr>
            <a:xfrm>
              <a:off x="217435" y="871149"/>
              <a:ext cx="35585" cy="323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2" name="asset_3411_14">
              <a:extLst>
                <a:ext uri="{FF2B5EF4-FFF2-40B4-BE49-F238E27FC236}">
                  <a16:creationId xmlns:a16="http://schemas.microsoft.com/office/drawing/2014/main" id="{93FAFE6B-8861-4588-99DF-1A26F77A4E11}"/>
                </a:ext>
              </a:extLst>
            </p:cNvPr>
            <p:cNvSpPr>
              <a:spLocks noGrp="1"/>
            </p:cNvSpPr>
            <p:nvPr/>
          </p:nvSpPr>
          <p:spPr>
            <a:xfrm>
              <a:off x="278604" y="874476"/>
              <a:ext cx="39179" cy="356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3" name="asset_3411_15">
              <a:extLst>
                <a:ext uri="{FF2B5EF4-FFF2-40B4-BE49-F238E27FC236}">
                  <a16:creationId xmlns:a16="http://schemas.microsoft.com/office/drawing/2014/main" id="{B8765109-E640-4AAB-B1CF-960C6911E48F}"/>
                </a:ext>
              </a:extLst>
            </p:cNvPr>
            <p:cNvSpPr>
              <a:spLocks noGrp="1"/>
            </p:cNvSpPr>
            <p:nvPr/>
          </p:nvSpPr>
          <p:spPr>
            <a:xfrm>
              <a:off x="297448" y="838028"/>
              <a:ext cx="40342" cy="366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4" name="asset_3411_16">
              <a:extLst>
                <a:ext uri="{FF2B5EF4-FFF2-40B4-BE49-F238E27FC236}">
                  <a16:creationId xmlns:a16="http://schemas.microsoft.com/office/drawing/2014/main" id="{681C782C-818C-4804-B9DE-75ACC170C8C1}"/>
                </a:ext>
              </a:extLst>
            </p:cNvPr>
            <p:cNvSpPr>
              <a:spLocks noGrp="1"/>
            </p:cNvSpPr>
            <p:nvPr/>
          </p:nvSpPr>
          <p:spPr>
            <a:xfrm>
              <a:off x="251401" y="774362"/>
              <a:ext cx="33480" cy="304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5" name="asset_3411_17">
              <a:extLst>
                <a:ext uri="{FF2B5EF4-FFF2-40B4-BE49-F238E27FC236}">
                  <a16:creationId xmlns:a16="http://schemas.microsoft.com/office/drawing/2014/main" id="{1A7B4525-4371-4D1E-9560-CD1BE3C5021A}"/>
                </a:ext>
              </a:extLst>
            </p:cNvPr>
            <p:cNvSpPr>
              <a:spLocks noGrp="1"/>
            </p:cNvSpPr>
            <p:nvPr/>
          </p:nvSpPr>
          <p:spPr>
            <a:xfrm>
              <a:off x="214094" y="825878"/>
              <a:ext cx="43700" cy="397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6" name="asset_3411_18">
              <a:extLst>
                <a:ext uri="{FF2B5EF4-FFF2-40B4-BE49-F238E27FC236}">
                  <a16:creationId xmlns:a16="http://schemas.microsoft.com/office/drawing/2014/main" id="{C6795469-0B96-4557-81DA-6FFFACE3BA9E}"/>
                </a:ext>
              </a:extLst>
            </p:cNvPr>
            <p:cNvSpPr>
              <a:spLocks noGrp="1"/>
            </p:cNvSpPr>
            <p:nvPr/>
          </p:nvSpPr>
          <p:spPr>
            <a:xfrm>
              <a:off x="263463" y="840680"/>
              <a:ext cx="54999" cy="500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7" name="asset_3411_19">
              <a:extLst>
                <a:ext uri="{FF2B5EF4-FFF2-40B4-BE49-F238E27FC236}">
                  <a16:creationId xmlns:a16="http://schemas.microsoft.com/office/drawing/2014/main" id="{F15F3FF6-4BE9-49CB-BA34-7D3DA345D893}"/>
                </a:ext>
              </a:extLst>
            </p:cNvPr>
            <p:cNvSpPr>
              <a:spLocks noGrp="1"/>
            </p:cNvSpPr>
            <p:nvPr/>
          </p:nvSpPr>
          <p:spPr>
            <a:xfrm>
              <a:off x="284053" y="825677"/>
              <a:ext cx="34004" cy="3092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8" name="asset_3411_20">
              <a:extLst>
                <a:ext uri="{FF2B5EF4-FFF2-40B4-BE49-F238E27FC236}">
                  <a16:creationId xmlns:a16="http://schemas.microsoft.com/office/drawing/2014/main" id="{91AEF815-CFF8-40F7-BA20-1673FAEE7D1D}"/>
                </a:ext>
              </a:extLst>
            </p:cNvPr>
            <p:cNvSpPr>
              <a:spLocks noGrp="1"/>
            </p:cNvSpPr>
            <p:nvPr/>
          </p:nvSpPr>
          <p:spPr>
            <a:xfrm>
              <a:off x="236698" y="800771"/>
              <a:ext cx="55708" cy="506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9" name="asset_3411_21">
              <a:extLst>
                <a:ext uri="{FF2B5EF4-FFF2-40B4-BE49-F238E27FC236}">
                  <a16:creationId xmlns:a16="http://schemas.microsoft.com/office/drawing/2014/main" id="{23FAA7A5-F38E-4858-AA52-3284823167F7}"/>
                </a:ext>
              </a:extLst>
            </p:cNvPr>
            <p:cNvSpPr>
              <a:spLocks noGrp="1"/>
            </p:cNvSpPr>
            <p:nvPr/>
          </p:nvSpPr>
          <p:spPr>
            <a:xfrm>
              <a:off x="197623" y="864321"/>
              <a:ext cx="35718" cy="324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0" name="asset_3411_22">
              <a:extLst>
                <a:ext uri="{FF2B5EF4-FFF2-40B4-BE49-F238E27FC236}">
                  <a16:creationId xmlns:a16="http://schemas.microsoft.com/office/drawing/2014/main" id="{AFA003E2-44C5-4BA4-9920-4C5E7260E04D}"/>
                </a:ext>
              </a:extLst>
            </p:cNvPr>
            <p:cNvSpPr>
              <a:spLocks noGrp="1"/>
            </p:cNvSpPr>
            <p:nvPr/>
          </p:nvSpPr>
          <p:spPr>
            <a:xfrm>
              <a:off x="289023" y="863118"/>
              <a:ext cx="57695" cy="524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1" name="asset_3411_23">
              <a:extLst>
                <a:ext uri="{FF2B5EF4-FFF2-40B4-BE49-F238E27FC236}">
                  <a16:creationId xmlns:a16="http://schemas.microsoft.com/office/drawing/2014/main" id="{0B26404F-10CA-424B-92C6-82D1627DF181}"/>
                </a:ext>
              </a:extLst>
            </p:cNvPr>
            <p:cNvSpPr>
              <a:spLocks noGrp="1"/>
            </p:cNvSpPr>
            <p:nvPr/>
          </p:nvSpPr>
          <p:spPr>
            <a:xfrm>
              <a:off x="338795" y="832408"/>
              <a:ext cx="31803" cy="289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2" name="asset_3411_24">
              <a:extLst>
                <a:ext uri="{FF2B5EF4-FFF2-40B4-BE49-F238E27FC236}">
                  <a16:creationId xmlns:a16="http://schemas.microsoft.com/office/drawing/2014/main" id="{517AD261-6B44-40F5-8A26-7932D5BF7E16}"/>
                </a:ext>
              </a:extLst>
            </p:cNvPr>
            <p:cNvSpPr>
              <a:spLocks noGrp="1"/>
            </p:cNvSpPr>
            <p:nvPr/>
          </p:nvSpPr>
          <p:spPr>
            <a:xfrm>
              <a:off x="261809" y="764845"/>
              <a:ext cx="52113" cy="473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3" name="asset_3411_25">
              <a:extLst>
                <a:ext uri="{FF2B5EF4-FFF2-40B4-BE49-F238E27FC236}">
                  <a16:creationId xmlns:a16="http://schemas.microsoft.com/office/drawing/2014/main" id="{8A8A6F5A-1C34-4FE8-905B-C88978C5AAF0}"/>
                </a:ext>
              </a:extLst>
            </p:cNvPr>
            <p:cNvSpPr>
              <a:spLocks noGrp="1"/>
            </p:cNvSpPr>
            <p:nvPr/>
          </p:nvSpPr>
          <p:spPr>
            <a:xfrm>
              <a:off x="206423" y="867644"/>
              <a:ext cx="37347" cy="339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4" name="asset_3411_26">
              <a:extLst>
                <a:ext uri="{FF2B5EF4-FFF2-40B4-BE49-F238E27FC236}">
                  <a16:creationId xmlns:a16="http://schemas.microsoft.com/office/drawing/2014/main" id="{6C7A06C3-DCF7-4619-B82E-BEE22B99C6BA}"/>
                </a:ext>
              </a:extLst>
            </p:cNvPr>
            <p:cNvSpPr>
              <a:spLocks noGrp="1"/>
            </p:cNvSpPr>
            <p:nvPr/>
          </p:nvSpPr>
          <p:spPr>
            <a:xfrm>
              <a:off x="298778" y="873990"/>
              <a:ext cx="31485" cy="286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5" name="asset_3411_27">
              <a:extLst>
                <a:ext uri="{FF2B5EF4-FFF2-40B4-BE49-F238E27FC236}">
                  <a16:creationId xmlns:a16="http://schemas.microsoft.com/office/drawing/2014/main" id="{5B4C5A3E-BBCD-48E9-AEEA-3FC207768B7F}"/>
                </a:ext>
              </a:extLst>
            </p:cNvPr>
            <p:cNvSpPr>
              <a:spLocks noGrp="1"/>
            </p:cNvSpPr>
            <p:nvPr/>
          </p:nvSpPr>
          <p:spPr>
            <a:xfrm>
              <a:off x="295904" y="833272"/>
              <a:ext cx="42969" cy="390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6" name="asset_3411_28">
              <a:extLst>
                <a:ext uri="{FF2B5EF4-FFF2-40B4-BE49-F238E27FC236}">
                  <a16:creationId xmlns:a16="http://schemas.microsoft.com/office/drawing/2014/main" id="{52E38570-D3A2-4631-930D-5CF53563DEED}"/>
                </a:ext>
              </a:extLst>
            </p:cNvPr>
            <p:cNvSpPr>
              <a:spLocks noGrp="1"/>
            </p:cNvSpPr>
            <p:nvPr/>
          </p:nvSpPr>
          <p:spPr>
            <a:xfrm>
              <a:off x="270638" y="811862"/>
              <a:ext cx="55265" cy="502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7" name="asset_3411_29">
              <a:extLst>
                <a:ext uri="{FF2B5EF4-FFF2-40B4-BE49-F238E27FC236}">
                  <a16:creationId xmlns:a16="http://schemas.microsoft.com/office/drawing/2014/main" id="{561D7331-3D0A-415F-B200-C312585E5468}"/>
                </a:ext>
              </a:extLst>
            </p:cNvPr>
            <p:cNvSpPr>
              <a:spLocks noGrp="1"/>
            </p:cNvSpPr>
            <p:nvPr/>
          </p:nvSpPr>
          <p:spPr>
            <a:xfrm>
              <a:off x="203308" y="867118"/>
              <a:ext cx="38292" cy="348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8" name="asset_3411_30">
              <a:extLst>
                <a:ext uri="{FF2B5EF4-FFF2-40B4-BE49-F238E27FC236}">
                  <a16:creationId xmlns:a16="http://schemas.microsoft.com/office/drawing/2014/main" id="{4E01E509-2839-4C0E-8B76-FD0DE55117B9}"/>
                </a:ext>
              </a:extLst>
            </p:cNvPr>
            <p:cNvSpPr>
              <a:spLocks noGrp="1"/>
            </p:cNvSpPr>
            <p:nvPr/>
          </p:nvSpPr>
          <p:spPr>
            <a:xfrm>
              <a:off x="306809" y="865521"/>
              <a:ext cx="41408" cy="3765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9" name="asset_3411_31">
              <a:extLst>
                <a:ext uri="{FF2B5EF4-FFF2-40B4-BE49-F238E27FC236}">
                  <a16:creationId xmlns:a16="http://schemas.microsoft.com/office/drawing/2014/main" id="{CF2D39F3-8326-4FE4-8D1E-4DE08DCF3608}"/>
                </a:ext>
              </a:extLst>
            </p:cNvPr>
            <p:cNvSpPr>
              <a:spLocks noGrp="1"/>
            </p:cNvSpPr>
            <p:nvPr/>
          </p:nvSpPr>
          <p:spPr>
            <a:xfrm>
              <a:off x="283189" y="838846"/>
              <a:ext cx="34946" cy="317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0" name="asset_3411_32">
              <a:extLst>
                <a:ext uri="{FF2B5EF4-FFF2-40B4-BE49-F238E27FC236}">
                  <a16:creationId xmlns:a16="http://schemas.microsoft.com/office/drawing/2014/main" id="{2A07883F-924F-4D9D-860E-61DEC5ED61ED}"/>
                </a:ext>
              </a:extLst>
            </p:cNvPr>
            <p:cNvSpPr>
              <a:spLocks noGrp="1"/>
            </p:cNvSpPr>
            <p:nvPr/>
          </p:nvSpPr>
          <p:spPr>
            <a:xfrm>
              <a:off x="240137" y="810691"/>
              <a:ext cx="41051" cy="373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1" name="asset_3411_33">
              <a:extLst>
                <a:ext uri="{FF2B5EF4-FFF2-40B4-BE49-F238E27FC236}">
                  <a16:creationId xmlns:a16="http://schemas.microsoft.com/office/drawing/2014/main" id="{326F2534-B889-4B3C-B691-AAA58C3BB24B}"/>
                </a:ext>
              </a:extLst>
            </p:cNvPr>
            <p:cNvSpPr>
              <a:spLocks noGrp="1"/>
            </p:cNvSpPr>
            <p:nvPr/>
          </p:nvSpPr>
          <p:spPr>
            <a:xfrm>
              <a:off x="241551" y="857776"/>
              <a:ext cx="34987" cy="318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2" name="asset_3411_34">
              <a:extLst>
                <a:ext uri="{FF2B5EF4-FFF2-40B4-BE49-F238E27FC236}">
                  <a16:creationId xmlns:a16="http://schemas.microsoft.com/office/drawing/2014/main" id="{4A2366E0-4FAE-4D94-9DEE-5048302867EA}"/>
                </a:ext>
              </a:extLst>
            </p:cNvPr>
            <p:cNvSpPr>
              <a:spLocks noGrp="1"/>
            </p:cNvSpPr>
            <p:nvPr/>
          </p:nvSpPr>
          <p:spPr>
            <a:xfrm>
              <a:off x="273896" y="895074"/>
              <a:ext cx="48428" cy="440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3" name="asset_3411_35">
              <a:extLst>
                <a:ext uri="{FF2B5EF4-FFF2-40B4-BE49-F238E27FC236}">
                  <a16:creationId xmlns:a16="http://schemas.microsoft.com/office/drawing/2014/main" id="{1007DE31-A589-4561-908D-1BC2445E135B}"/>
                </a:ext>
              </a:extLst>
            </p:cNvPr>
            <p:cNvSpPr>
              <a:spLocks noGrp="1"/>
            </p:cNvSpPr>
            <p:nvPr/>
          </p:nvSpPr>
          <p:spPr>
            <a:xfrm>
              <a:off x="307927" y="823349"/>
              <a:ext cx="54152" cy="492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4" name="asset_3411_36">
              <a:extLst>
                <a:ext uri="{FF2B5EF4-FFF2-40B4-BE49-F238E27FC236}">
                  <a16:creationId xmlns:a16="http://schemas.microsoft.com/office/drawing/2014/main" id="{154D8CC8-D747-4DDC-82EF-78B7267C3BA8}"/>
                </a:ext>
              </a:extLst>
            </p:cNvPr>
            <p:cNvSpPr>
              <a:spLocks noGrp="1"/>
            </p:cNvSpPr>
            <p:nvPr/>
          </p:nvSpPr>
          <p:spPr>
            <a:xfrm>
              <a:off x="278419" y="780385"/>
              <a:ext cx="56610" cy="514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5" name="asset_3411_37">
              <a:extLst>
                <a:ext uri="{FF2B5EF4-FFF2-40B4-BE49-F238E27FC236}">
                  <a16:creationId xmlns:a16="http://schemas.microsoft.com/office/drawing/2014/main" id="{6EB24BC6-E279-4ACB-8ADA-3347E92715EA}"/>
                </a:ext>
              </a:extLst>
            </p:cNvPr>
            <p:cNvSpPr>
              <a:spLocks noGrp="1"/>
            </p:cNvSpPr>
            <p:nvPr/>
          </p:nvSpPr>
          <p:spPr>
            <a:xfrm>
              <a:off x="191659" y="868034"/>
              <a:ext cx="38946" cy="354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6" name="asset_3411_38">
              <a:extLst>
                <a:ext uri="{FF2B5EF4-FFF2-40B4-BE49-F238E27FC236}">
                  <a16:creationId xmlns:a16="http://schemas.microsoft.com/office/drawing/2014/main" id="{67BC88F7-AFA6-47D1-8315-70F920A20C4A}"/>
                </a:ext>
              </a:extLst>
            </p:cNvPr>
            <p:cNvSpPr>
              <a:spLocks noGrp="1"/>
            </p:cNvSpPr>
            <p:nvPr/>
          </p:nvSpPr>
          <p:spPr>
            <a:xfrm>
              <a:off x="273013" y="852482"/>
              <a:ext cx="56603" cy="514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7" name="asset_3411_39">
              <a:extLst>
                <a:ext uri="{FF2B5EF4-FFF2-40B4-BE49-F238E27FC236}">
                  <a16:creationId xmlns:a16="http://schemas.microsoft.com/office/drawing/2014/main" id="{B98D5FB4-59FB-4946-9C2A-07B81FEA4351}"/>
                </a:ext>
              </a:extLst>
            </p:cNvPr>
            <p:cNvSpPr>
              <a:spLocks noGrp="1"/>
            </p:cNvSpPr>
            <p:nvPr/>
          </p:nvSpPr>
          <p:spPr>
            <a:xfrm>
              <a:off x="319623" y="840498"/>
              <a:ext cx="33366" cy="303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8" name="asset_3411_40">
              <a:extLst>
                <a:ext uri="{FF2B5EF4-FFF2-40B4-BE49-F238E27FC236}">
                  <a16:creationId xmlns:a16="http://schemas.microsoft.com/office/drawing/2014/main" id="{83420C1F-4D3F-4791-B752-627A462A399E}"/>
                </a:ext>
              </a:extLst>
            </p:cNvPr>
            <p:cNvSpPr>
              <a:spLocks noGrp="1"/>
            </p:cNvSpPr>
            <p:nvPr/>
          </p:nvSpPr>
          <p:spPr>
            <a:xfrm>
              <a:off x="242007" y="796151"/>
              <a:ext cx="50164" cy="456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9" name="asset_3411_41">
              <a:extLst>
                <a:ext uri="{FF2B5EF4-FFF2-40B4-BE49-F238E27FC236}">
                  <a16:creationId xmlns:a16="http://schemas.microsoft.com/office/drawing/2014/main" id="{9C9CA8AF-7487-42D9-B054-213909B8375A}"/>
                </a:ext>
              </a:extLst>
            </p:cNvPr>
            <p:cNvSpPr>
              <a:spLocks noGrp="1"/>
            </p:cNvSpPr>
            <p:nvPr/>
          </p:nvSpPr>
          <p:spPr>
            <a:xfrm>
              <a:off x="189029" y="846662"/>
              <a:ext cx="40170" cy="365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0" name="asset_3411_42">
              <a:extLst>
                <a:ext uri="{FF2B5EF4-FFF2-40B4-BE49-F238E27FC236}">
                  <a16:creationId xmlns:a16="http://schemas.microsoft.com/office/drawing/2014/main" id="{DAC0FD38-66B9-4B84-A151-CFA48DFCFD5C}"/>
                </a:ext>
              </a:extLst>
            </p:cNvPr>
            <p:cNvSpPr>
              <a:spLocks noGrp="1"/>
            </p:cNvSpPr>
            <p:nvPr/>
          </p:nvSpPr>
          <p:spPr>
            <a:xfrm>
              <a:off x="286935" y="843691"/>
              <a:ext cx="47831" cy="434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1" name="asset_3411_43">
              <a:extLst>
                <a:ext uri="{FF2B5EF4-FFF2-40B4-BE49-F238E27FC236}">
                  <a16:creationId xmlns:a16="http://schemas.microsoft.com/office/drawing/2014/main" id="{4E7D2088-6627-4B82-91E0-18280AE02F64}"/>
                </a:ext>
              </a:extLst>
            </p:cNvPr>
            <p:cNvSpPr>
              <a:spLocks noGrp="1"/>
            </p:cNvSpPr>
            <p:nvPr/>
          </p:nvSpPr>
          <p:spPr>
            <a:xfrm>
              <a:off x="281949" y="806735"/>
              <a:ext cx="33184" cy="3017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2" name="asset_3411_44">
              <a:extLst>
                <a:ext uri="{FF2B5EF4-FFF2-40B4-BE49-F238E27FC236}">
                  <a16:creationId xmlns:a16="http://schemas.microsoft.com/office/drawing/2014/main" id="{18DF35CC-FA69-407B-B756-D6E24F5CF716}"/>
                </a:ext>
              </a:extLst>
            </p:cNvPr>
            <p:cNvSpPr>
              <a:spLocks noGrp="1"/>
            </p:cNvSpPr>
            <p:nvPr/>
          </p:nvSpPr>
          <p:spPr>
            <a:xfrm>
              <a:off x="277649" y="807177"/>
              <a:ext cx="33960" cy="308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3" name="asset_3411_45">
              <a:extLst>
                <a:ext uri="{FF2B5EF4-FFF2-40B4-BE49-F238E27FC236}">
                  <a16:creationId xmlns:a16="http://schemas.microsoft.com/office/drawing/2014/main" id="{75CB1308-185E-4AD3-A1E7-5EBC09E504A6}"/>
                </a:ext>
              </a:extLst>
            </p:cNvPr>
            <p:cNvSpPr>
              <a:spLocks noGrp="1"/>
            </p:cNvSpPr>
            <p:nvPr/>
          </p:nvSpPr>
          <p:spPr>
            <a:xfrm>
              <a:off x="188553" y="862265"/>
              <a:ext cx="56605" cy="514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4" name="asset_3411_46">
              <a:extLst>
                <a:ext uri="{FF2B5EF4-FFF2-40B4-BE49-F238E27FC236}">
                  <a16:creationId xmlns:a16="http://schemas.microsoft.com/office/drawing/2014/main" id="{179296BF-344A-4148-A9D4-3E16BAAA6846}"/>
                </a:ext>
              </a:extLst>
            </p:cNvPr>
            <p:cNvSpPr>
              <a:spLocks noGrp="1"/>
            </p:cNvSpPr>
            <p:nvPr/>
          </p:nvSpPr>
          <p:spPr>
            <a:xfrm>
              <a:off x="233525" y="861391"/>
              <a:ext cx="55794" cy="507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5" name="asset_3411_47">
              <a:extLst>
                <a:ext uri="{FF2B5EF4-FFF2-40B4-BE49-F238E27FC236}">
                  <a16:creationId xmlns:a16="http://schemas.microsoft.com/office/drawing/2014/main" id="{88951690-A320-498A-86DB-5D662BE56B83}"/>
                </a:ext>
              </a:extLst>
            </p:cNvPr>
            <p:cNvSpPr>
              <a:spLocks noGrp="1"/>
            </p:cNvSpPr>
            <p:nvPr/>
          </p:nvSpPr>
          <p:spPr>
            <a:xfrm>
              <a:off x="305682" y="776200"/>
              <a:ext cx="54723" cy="497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6" name="asset_3411_48">
              <a:extLst>
                <a:ext uri="{FF2B5EF4-FFF2-40B4-BE49-F238E27FC236}">
                  <a16:creationId xmlns:a16="http://schemas.microsoft.com/office/drawing/2014/main" id="{7273DCD7-DEA0-4C25-B06F-94A2BF1A8847}"/>
                </a:ext>
              </a:extLst>
            </p:cNvPr>
            <p:cNvSpPr>
              <a:spLocks noGrp="1"/>
            </p:cNvSpPr>
            <p:nvPr/>
          </p:nvSpPr>
          <p:spPr>
            <a:xfrm>
              <a:off x="262074" y="832592"/>
              <a:ext cx="32482" cy="295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7" name="asset_3411_49">
              <a:extLst>
                <a:ext uri="{FF2B5EF4-FFF2-40B4-BE49-F238E27FC236}">
                  <a16:creationId xmlns:a16="http://schemas.microsoft.com/office/drawing/2014/main" id="{317CFA8E-23F1-4D86-982F-45C65C07CE57}"/>
                </a:ext>
              </a:extLst>
            </p:cNvPr>
            <p:cNvSpPr>
              <a:spLocks noGrp="1"/>
            </p:cNvSpPr>
            <p:nvPr/>
          </p:nvSpPr>
          <p:spPr>
            <a:xfrm>
              <a:off x="199581" y="859669"/>
              <a:ext cx="56969" cy="5180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8" name="asset_3411_50">
              <a:extLst>
                <a:ext uri="{FF2B5EF4-FFF2-40B4-BE49-F238E27FC236}">
                  <a16:creationId xmlns:a16="http://schemas.microsoft.com/office/drawing/2014/main" id="{A1304B97-20ED-4EF4-B820-4BBCF3EE2848}"/>
                </a:ext>
              </a:extLst>
            </p:cNvPr>
            <p:cNvSpPr>
              <a:spLocks noGrp="1"/>
            </p:cNvSpPr>
            <p:nvPr/>
          </p:nvSpPr>
          <p:spPr>
            <a:xfrm>
              <a:off x="290634" y="851962"/>
              <a:ext cx="36759" cy="334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9" name="asset_3411_51">
              <a:extLst>
                <a:ext uri="{FF2B5EF4-FFF2-40B4-BE49-F238E27FC236}">
                  <a16:creationId xmlns:a16="http://schemas.microsoft.com/office/drawing/2014/main" id="{4A016E84-0AC1-4FEB-B852-CC942A0C3AB5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7977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032">
              <a:solidFill>
                <a:srgbClr val="87ADD3"/>
              </a:solidFill>
            </a:ln>
          </p:spPr>
        </p:sp>
      </p:grpSp>
      <p:grpSp>
        <p:nvGrpSpPr>
          <p:cNvPr id="920" name="a | density cube M_sim | v4 editable"/>
          <p:cNvGrpSpPr/>
          <p:nvPr/>
        </p:nvGrpSpPr>
        <p:grpSpPr>
          <a:xfrm>
            <a:off x="1768581" y="496945"/>
            <a:ext cx="206784" cy="185747"/>
            <a:chOff x="571680" y="736200"/>
            <a:chExt cx="285840" cy="256320"/>
          </a:xfrm>
        </p:grpSpPr>
        <p:sp>
          <p:nvSpPr>
            <p:cNvPr id="921" name="asset_3412_0">
              <a:extLst>
                <a:ext uri="{FF2B5EF4-FFF2-40B4-BE49-F238E27FC236}">
                  <a16:creationId xmlns:a16="http://schemas.microsoft.com/office/drawing/2014/main" id="{86AFAA92-91E9-48AF-9226-329DCB2A3BA0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3620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922" name="asset_3412_1">
              <a:extLst>
                <a:ext uri="{FF2B5EF4-FFF2-40B4-BE49-F238E27FC236}">
                  <a16:creationId xmlns:a16="http://schemas.microsoft.com/office/drawing/2014/main" id="{3E26C1DF-4658-4AAB-906E-5516054E5B73}"/>
                </a:ext>
              </a:extLst>
            </p:cNvPr>
            <p:cNvSpPr>
              <a:spLocks noGrp="1"/>
            </p:cNvSpPr>
            <p:nvPr/>
          </p:nvSpPr>
          <p:spPr>
            <a:xfrm>
              <a:off x="803210" y="73620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23" name="asset_3412_2">
              <a:extLst>
                <a:ext uri="{FF2B5EF4-FFF2-40B4-BE49-F238E27FC236}">
                  <a16:creationId xmlns:a16="http://schemas.microsoft.com/office/drawing/2014/main" id="{A8C643F2-5526-4404-8469-581ABAD0304C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7977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24" name="asset_3412_3">
              <a:extLst>
                <a:ext uri="{FF2B5EF4-FFF2-40B4-BE49-F238E27FC236}">
                  <a16:creationId xmlns:a16="http://schemas.microsoft.com/office/drawing/2014/main" id="{4A98D6F7-8A0D-43C0-88DB-53B18B80B5FE}"/>
                </a:ext>
              </a:extLst>
            </p:cNvPr>
            <p:cNvSpPr>
              <a:spLocks noGrp="1"/>
            </p:cNvSpPr>
            <p:nvPr/>
          </p:nvSpPr>
          <p:spPr>
            <a:xfrm>
              <a:off x="629563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5" name="asset_3412_4">
              <a:extLst>
                <a:ext uri="{FF2B5EF4-FFF2-40B4-BE49-F238E27FC236}">
                  <a16:creationId xmlns:a16="http://schemas.microsoft.com/office/drawing/2014/main" id="{E4CD9C1E-D968-4B52-B5A1-E0BE815570BC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83296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6" name="asset_3412_5">
              <a:extLst>
                <a:ext uri="{FF2B5EF4-FFF2-40B4-BE49-F238E27FC236}">
                  <a16:creationId xmlns:a16="http://schemas.microsoft.com/office/drawing/2014/main" id="{CF8E0384-BFC7-4686-A4F8-CC36EE76AC6B}"/>
                </a:ext>
              </a:extLst>
            </p:cNvPr>
            <p:cNvSpPr>
              <a:spLocks noGrp="1"/>
            </p:cNvSpPr>
            <p:nvPr/>
          </p:nvSpPr>
          <p:spPr>
            <a:xfrm>
              <a:off x="687445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7" name="asset_3412_6">
              <a:extLst>
                <a:ext uri="{FF2B5EF4-FFF2-40B4-BE49-F238E27FC236}">
                  <a16:creationId xmlns:a16="http://schemas.microsoft.com/office/drawing/2014/main" id="{B970749C-73FB-4B47-AEFC-CB6AD53B3152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88614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8" name="asset_3412_7">
              <a:extLst>
                <a:ext uri="{FF2B5EF4-FFF2-40B4-BE49-F238E27FC236}">
                  <a16:creationId xmlns:a16="http://schemas.microsoft.com/office/drawing/2014/main" id="{BFAD42FE-9C88-4823-AD94-94CBDE5004B3}"/>
                </a:ext>
              </a:extLst>
            </p:cNvPr>
            <p:cNvSpPr>
              <a:spLocks noGrp="1"/>
            </p:cNvSpPr>
            <p:nvPr/>
          </p:nvSpPr>
          <p:spPr>
            <a:xfrm>
              <a:off x="745328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9" name="asset_3412_8">
              <a:extLst>
                <a:ext uri="{FF2B5EF4-FFF2-40B4-BE49-F238E27FC236}">
                  <a16:creationId xmlns:a16="http://schemas.microsoft.com/office/drawing/2014/main" id="{BCDC689C-2D9C-46AE-BA2F-029C092079B4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93933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30" name="asset_3412_9">
              <a:extLst>
                <a:ext uri="{FF2B5EF4-FFF2-40B4-BE49-F238E27FC236}">
                  <a16:creationId xmlns:a16="http://schemas.microsoft.com/office/drawing/2014/main" id="{D699C4C1-8D8C-42E5-847A-BD338AF18A91}"/>
                </a:ext>
              </a:extLst>
            </p:cNvPr>
            <p:cNvSpPr>
              <a:spLocks noGrp="1"/>
            </p:cNvSpPr>
            <p:nvPr/>
          </p:nvSpPr>
          <p:spPr>
            <a:xfrm>
              <a:off x="592170" y="80863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1" name="asset_3412_10">
              <a:extLst>
                <a:ext uri="{FF2B5EF4-FFF2-40B4-BE49-F238E27FC236}">
                  <a16:creationId xmlns:a16="http://schemas.microsoft.com/office/drawing/2014/main" id="{A67D4B44-0F8A-4ED5-A55C-6086AC4BBE69}"/>
                </a:ext>
              </a:extLst>
            </p:cNvPr>
            <p:cNvSpPr>
              <a:spLocks noGrp="1"/>
            </p:cNvSpPr>
            <p:nvPr/>
          </p:nvSpPr>
          <p:spPr>
            <a:xfrm>
              <a:off x="641579" y="83723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2" name="asset_3412_11">
              <a:extLst>
                <a:ext uri="{FF2B5EF4-FFF2-40B4-BE49-F238E27FC236}">
                  <a16:creationId xmlns:a16="http://schemas.microsoft.com/office/drawing/2014/main" id="{F925474B-9DC9-4793-836F-E7656F3C9AB3}"/>
                </a:ext>
              </a:extLst>
            </p:cNvPr>
            <p:cNvSpPr>
              <a:spLocks noGrp="1"/>
            </p:cNvSpPr>
            <p:nvPr/>
          </p:nvSpPr>
          <p:spPr>
            <a:xfrm>
              <a:off x="684250" y="78412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3" name="asset_3412_12">
              <a:extLst>
                <a:ext uri="{FF2B5EF4-FFF2-40B4-BE49-F238E27FC236}">
                  <a16:creationId xmlns:a16="http://schemas.microsoft.com/office/drawing/2014/main" id="{D9C7B936-255D-4407-ADB5-0472A6BDE35C}"/>
                </a:ext>
              </a:extLst>
            </p:cNvPr>
            <p:cNvSpPr>
              <a:spLocks noGrp="1"/>
            </p:cNvSpPr>
            <p:nvPr/>
          </p:nvSpPr>
          <p:spPr>
            <a:xfrm>
              <a:off x="637087" y="76983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4" name="asset_3412_13">
              <a:extLst>
                <a:ext uri="{FF2B5EF4-FFF2-40B4-BE49-F238E27FC236}">
                  <a16:creationId xmlns:a16="http://schemas.microsoft.com/office/drawing/2014/main" id="{1462606B-5933-4378-98D8-405FFD7D049A}"/>
                </a:ext>
              </a:extLst>
            </p:cNvPr>
            <p:cNvSpPr>
              <a:spLocks noGrp="1"/>
            </p:cNvSpPr>
            <p:nvPr/>
          </p:nvSpPr>
          <p:spPr>
            <a:xfrm>
              <a:off x="652907" y="816423"/>
              <a:ext cx="63214" cy="5748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5" name="asset_3412_14">
              <a:extLst>
                <a:ext uri="{FF2B5EF4-FFF2-40B4-BE49-F238E27FC236}">
                  <a16:creationId xmlns:a16="http://schemas.microsoft.com/office/drawing/2014/main" id="{9A5B65D7-2986-4411-A8F8-4B5253C495F5}"/>
                </a:ext>
              </a:extLst>
            </p:cNvPr>
            <p:cNvSpPr>
              <a:spLocks noGrp="1"/>
            </p:cNvSpPr>
            <p:nvPr/>
          </p:nvSpPr>
          <p:spPr>
            <a:xfrm>
              <a:off x="647190" y="875063"/>
              <a:ext cx="69847" cy="635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6" name="asset_3412_15">
              <a:extLst>
                <a:ext uri="{FF2B5EF4-FFF2-40B4-BE49-F238E27FC236}">
                  <a16:creationId xmlns:a16="http://schemas.microsoft.com/office/drawing/2014/main" id="{0F56588A-1064-4188-A199-BFFC23EAF27E}"/>
                </a:ext>
              </a:extLst>
            </p:cNvPr>
            <p:cNvSpPr>
              <a:spLocks noGrp="1"/>
            </p:cNvSpPr>
            <p:nvPr/>
          </p:nvSpPr>
          <p:spPr>
            <a:xfrm>
              <a:off x="700049" y="785517"/>
              <a:ext cx="49631" cy="451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7" name="asset_3412_16">
              <a:extLst>
                <a:ext uri="{FF2B5EF4-FFF2-40B4-BE49-F238E27FC236}">
                  <a16:creationId xmlns:a16="http://schemas.microsoft.com/office/drawing/2014/main" id="{12432FAC-7BD8-4678-A3B9-863B49C6058D}"/>
                </a:ext>
              </a:extLst>
            </p:cNvPr>
            <p:cNvSpPr>
              <a:spLocks noGrp="1"/>
            </p:cNvSpPr>
            <p:nvPr/>
          </p:nvSpPr>
          <p:spPr>
            <a:xfrm>
              <a:off x="668307" y="764705"/>
              <a:ext cx="50529" cy="459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8" name="asset_3412_17">
              <a:extLst>
                <a:ext uri="{FF2B5EF4-FFF2-40B4-BE49-F238E27FC236}">
                  <a16:creationId xmlns:a16="http://schemas.microsoft.com/office/drawing/2014/main" id="{BD5FCCF1-7733-4D14-AE1A-E4C985C7EE44}"/>
                </a:ext>
              </a:extLst>
            </p:cNvPr>
            <p:cNvSpPr>
              <a:spLocks noGrp="1"/>
            </p:cNvSpPr>
            <p:nvPr/>
          </p:nvSpPr>
          <p:spPr>
            <a:xfrm>
              <a:off x="598732" y="837647"/>
              <a:ext cx="46888" cy="426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9" name="asset_3412_18">
              <a:extLst>
                <a:ext uri="{FF2B5EF4-FFF2-40B4-BE49-F238E27FC236}">
                  <a16:creationId xmlns:a16="http://schemas.microsoft.com/office/drawing/2014/main" id="{6048EA91-8693-432F-AC15-C41215A9067F}"/>
                </a:ext>
              </a:extLst>
            </p:cNvPr>
            <p:cNvSpPr>
              <a:spLocks noGrp="1"/>
            </p:cNvSpPr>
            <p:nvPr/>
          </p:nvSpPr>
          <p:spPr>
            <a:xfrm>
              <a:off x="687984" y="869189"/>
              <a:ext cx="66275" cy="602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0" name="asset_3412_19">
              <a:extLst>
                <a:ext uri="{FF2B5EF4-FFF2-40B4-BE49-F238E27FC236}">
                  <a16:creationId xmlns:a16="http://schemas.microsoft.com/office/drawing/2014/main" id="{7210501F-D7C9-46D4-9154-F56363834A31}"/>
                </a:ext>
              </a:extLst>
            </p:cNvPr>
            <p:cNvSpPr>
              <a:spLocks noGrp="1"/>
            </p:cNvSpPr>
            <p:nvPr/>
          </p:nvSpPr>
          <p:spPr>
            <a:xfrm>
              <a:off x="716694" y="770836"/>
              <a:ext cx="57501" cy="522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1" name="asset_3412_20">
              <a:extLst>
                <a:ext uri="{FF2B5EF4-FFF2-40B4-BE49-F238E27FC236}">
                  <a16:creationId xmlns:a16="http://schemas.microsoft.com/office/drawing/2014/main" id="{C35CF444-9835-4E1A-8E32-DD5EE2BFF667}"/>
                </a:ext>
              </a:extLst>
            </p:cNvPr>
            <p:cNvSpPr>
              <a:spLocks noGrp="1"/>
            </p:cNvSpPr>
            <p:nvPr/>
          </p:nvSpPr>
          <p:spPr>
            <a:xfrm>
              <a:off x="636511" y="805030"/>
              <a:ext cx="45388" cy="412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2" name="asset_3412_21">
              <a:extLst>
                <a:ext uri="{FF2B5EF4-FFF2-40B4-BE49-F238E27FC236}">
                  <a16:creationId xmlns:a16="http://schemas.microsoft.com/office/drawing/2014/main" id="{537B45D2-8A8F-4895-9EF4-F71FCF8FC1C4}"/>
                </a:ext>
              </a:extLst>
            </p:cNvPr>
            <p:cNvSpPr>
              <a:spLocks noGrp="1"/>
            </p:cNvSpPr>
            <p:nvPr/>
          </p:nvSpPr>
          <p:spPr>
            <a:xfrm>
              <a:off x="638261" y="837680"/>
              <a:ext cx="63569" cy="578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3" name="asset_3412_22">
              <a:extLst>
                <a:ext uri="{FF2B5EF4-FFF2-40B4-BE49-F238E27FC236}">
                  <a16:creationId xmlns:a16="http://schemas.microsoft.com/office/drawing/2014/main" id="{01B29A90-8A29-498D-8C4C-B4C0C82BBF85}"/>
                </a:ext>
              </a:extLst>
            </p:cNvPr>
            <p:cNvSpPr>
              <a:spLocks noGrp="1"/>
            </p:cNvSpPr>
            <p:nvPr/>
          </p:nvSpPr>
          <p:spPr>
            <a:xfrm>
              <a:off x="674660" y="861103"/>
              <a:ext cx="45772" cy="416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4" name="asset_3412_23">
              <a:extLst>
                <a:ext uri="{FF2B5EF4-FFF2-40B4-BE49-F238E27FC236}">
                  <a16:creationId xmlns:a16="http://schemas.microsoft.com/office/drawing/2014/main" id="{CD5EE331-7CE5-418A-892D-0B1825AEECE0}"/>
                </a:ext>
              </a:extLst>
            </p:cNvPr>
            <p:cNvSpPr>
              <a:spLocks noGrp="1"/>
            </p:cNvSpPr>
            <p:nvPr/>
          </p:nvSpPr>
          <p:spPr>
            <a:xfrm>
              <a:off x="704143" y="827603"/>
              <a:ext cx="69469" cy="6317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5" name="asset_3412_24">
              <a:extLst>
                <a:ext uri="{FF2B5EF4-FFF2-40B4-BE49-F238E27FC236}">
                  <a16:creationId xmlns:a16="http://schemas.microsoft.com/office/drawing/2014/main" id="{5205D58F-B718-4E1C-9D22-F8497A330E27}"/>
                </a:ext>
              </a:extLst>
            </p:cNvPr>
            <p:cNvSpPr>
              <a:spLocks noGrp="1"/>
            </p:cNvSpPr>
            <p:nvPr/>
          </p:nvSpPr>
          <p:spPr>
            <a:xfrm>
              <a:off x="645683" y="777258"/>
              <a:ext cx="70277" cy="639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6" name="asset_3412_25">
              <a:extLst>
                <a:ext uri="{FF2B5EF4-FFF2-40B4-BE49-F238E27FC236}">
                  <a16:creationId xmlns:a16="http://schemas.microsoft.com/office/drawing/2014/main" id="{4EEF4E29-A6D2-4035-9956-3D95E964F2F7}"/>
                </a:ext>
              </a:extLst>
            </p:cNvPr>
            <p:cNvSpPr>
              <a:spLocks noGrp="1"/>
            </p:cNvSpPr>
            <p:nvPr/>
          </p:nvSpPr>
          <p:spPr>
            <a:xfrm>
              <a:off x="636623" y="808154"/>
              <a:ext cx="58960" cy="536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7" name="asset_3412_26">
              <a:extLst>
                <a:ext uri="{FF2B5EF4-FFF2-40B4-BE49-F238E27FC236}">
                  <a16:creationId xmlns:a16="http://schemas.microsoft.com/office/drawing/2014/main" id="{D66CB7A1-F059-4A22-82EB-96DD80182102}"/>
                </a:ext>
              </a:extLst>
            </p:cNvPr>
            <p:cNvSpPr>
              <a:spLocks noGrp="1"/>
            </p:cNvSpPr>
            <p:nvPr/>
          </p:nvSpPr>
          <p:spPr>
            <a:xfrm>
              <a:off x="667301" y="867371"/>
              <a:ext cx="53284" cy="4845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8" name="asset_3412_27">
              <a:extLst>
                <a:ext uri="{FF2B5EF4-FFF2-40B4-BE49-F238E27FC236}">
                  <a16:creationId xmlns:a16="http://schemas.microsoft.com/office/drawing/2014/main" id="{FC37D6D5-B570-4927-9885-E8A5F8FD0D77}"/>
                </a:ext>
              </a:extLst>
            </p:cNvPr>
            <p:cNvSpPr>
              <a:spLocks noGrp="1"/>
            </p:cNvSpPr>
            <p:nvPr/>
          </p:nvSpPr>
          <p:spPr>
            <a:xfrm>
              <a:off x="714320" y="800679"/>
              <a:ext cx="52198" cy="474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9" name="asset_3412_28">
              <a:extLst>
                <a:ext uri="{FF2B5EF4-FFF2-40B4-BE49-F238E27FC236}">
                  <a16:creationId xmlns:a16="http://schemas.microsoft.com/office/drawing/2014/main" id="{1FD0C4D3-F4DE-4269-B613-DE672FF97E40}"/>
                </a:ext>
              </a:extLst>
            </p:cNvPr>
            <p:cNvSpPr>
              <a:spLocks noGrp="1"/>
            </p:cNvSpPr>
            <p:nvPr/>
          </p:nvSpPr>
          <p:spPr>
            <a:xfrm>
              <a:off x="664541" y="787461"/>
              <a:ext cx="59784" cy="543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0" name="asset_3412_29">
              <a:extLst>
                <a:ext uri="{FF2B5EF4-FFF2-40B4-BE49-F238E27FC236}">
                  <a16:creationId xmlns:a16="http://schemas.microsoft.com/office/drawing/2014/main" id="{CF498178-8B93-4332-AEE4-F7CA96077D98}"/>
                </a:ext>
              </a:extLst>
            </p:cNvPr>
            <p:cNvSpPr>
              <a:spLocks noGrp="1"/>
            </p:cNvSpPr>
            <p:nvPr/>
          </p:nvSpPr>
          <p:spPr>
            <a:xfrm>
              <a:off x="576241" y="835825"/>
              <a:ext cx="69305" cy="6302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1" name="asset_3412_30">
              <a:extLst>
                <a:ext uri="{FF2B5EF4-FFF2-40B4-BE49-F238E27FC236}">
                  <a16:creationId xmlns:a16="http://schemas.microsoft.com/office/drawing/2014/main" id="{5225E879-79C5-47DD-A145-0BC833091673}"/>
                </a:ext>
              </a:extLst>
            </p:cNvPr>
            <p:cNvSpPr>
              <a:spLocks noGrp="1"/>
            </p:cNvSpPr>
            <p:nvPr/>
          </p:nvSpPr>
          <p:spPr>
            <a:xfrm>
              <a:off x="665124" y="849267"/>
              <a:ext cx="62193" cy="565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2" name="asset_3412_31">
              <a:extLst>
                <a:ext uri="{FF2B5EF4-FFF2-40B4-BE49-F238E27FC236}">
                  <a16:creationId xmlns:a16="http://schemas.microsoft.com/office/drawing/2014/main" id="{6479CD47-E9D5-4525-821F-CEF084607013}"/>
                </a:ext>
              </a:extLst>
            </p:cNvPr>
            <p:cNvSpPr>
              <a:spLocks noGrp="1"/>
            </p:cNvSpPr>
            <p:nvPr/>
          </p:nvSpPr>
          <p:spPr>
            <a:xfrm>
              <a:off x="715191" y="783556"/>
              <a:ext cx="45416" cy="413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3" name="asset_3412_32">
              <a:extLst>
                <a:ext uri="{FF2B5EF4-FFF2-40B4-BE49-F238E27FC236}">
                  <a16:creationId xmlns:a16="http://schemas.microsoft.com/office/drawing/2014/main" id="{310AD0E1-EC81-4D3C-A6BD-4BB6A13229E6}"/>
                </a:ext>
              </a:extLst>
            </p:cNvPr>
            <p:cNvSpPr>
              <a:spLocks noGrp="1"/>
            </p:cNvSpPr>
            <p:nvPr/>
          </p:nvSpPr>
          <p:spPr>
            <a:xfrm>
              <a:off x="643912" y="818051"/>
              <a:ext cx="55636" cy="505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4" name="asset_3412_33">
              <a:extLst>
                <a:ext uri="{FF2B5EF4-FFF2-40B4-BE49-F238E27FC236}">
                  <a16:creationId xmlns:a16="http://schemas.microsoft.com/office/drawing/2014/main" id="{ACBA6F3F-31A3-40BB-A78F-6EACA0DABA2B}"/>
                </a:ext>
              </a:extLst>
            </p:cNvPr>
            <p:cNvSpPr>
              <a:spLocks noGrp="1"/>
            </p:cNvSpPr>
            <p:nvPr/>
          </p:nvSpPr>
          <p:spPr>
            <a:xfrm>
              <a:off x="625304" y="849053"/>
              <a:ext cx="66884" cy="6082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5" name="asset_3412_34">
              <a:extLst>
                <a:ext uri="{FF2B5EF4-FFF2-40B4-BE49-F238E27FC236}">
                  <a16:creationId xmlns:a16="http://schemas.microsoft.com/office/drawing/2014/main" id="{9361712E-1C85-4C4D-A163-0F008BDFC6FD}"/>
                </a:ext>
              </a:extLst>
            </p:cNvPr>
            <p:cNvSpPr>
              <a:spLocks noGrp="1"/>
            </p:cNvSpPr>
            <p:nvPr/>
          </p:nvSpPr>
          <p:spPr>
            <a:xfrm>
              <a:off x="692647" y="892243"/>
              <a:ext cx="65438" cy="595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6" name="asset_3412_35">
              <a:extLst>
                <a:ext uri="{FF2B5EF4-FFF2-40B4-BE49-F238E27FC236}">
                  <a16:creationId xmlns:a16="http://schemas.microsoft.com/office/drawing/2014/main" id="{A0F45E33-3F7A-4F31-A06D-EFA466E0B322}"/>
                </a:ext>
              </a:extLst>
            </p:cNvPr>
            <p:cNvSpPr>
              <a:spLocks noGrp="1"/>
            </p:cNvSpPr>
            <p:nvPr/>
          </p:nvSpPr>
          <p:spPr>
            <a:xfrm>
              <a:off x="706491" y="838391"/>
              <a:ext cx="60698" cy="551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7" name="asset_3412_36">
              <a:extLst>
                <a:ext uri="{FF2B5EF4-FFF2-40B4-BE49-F238E27FC236}">
                  <a16:creationId xmlns:a16="http://schemas.microsoft.com/office/drawing/2014/main" id="{E545C6E9-A62D-4B34-B324-48C19B40E00A}"/>
                </a:ext>
              </a:extLst>
            </p:cNvPr>
            <p:cNvSpPr>
              <a:spLocks noGrp="1"/>
            </p:cNvSpPr>
            <p:nvPr/>
          </p:nvSpPr>
          <p:spPr>
            <a:xfrm>
              <a:off x="681883" y="811712"/>
              <a:ext cx="50698" cy="461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8" name="asset_3412_37">
              <a:extLst>
                <a:ext uri="{FF2B5EF4-FFF2-40B4-BE49-F238E27FC236}">
                  <a16:creationId xmlns:a16="http://schemas.microsoft.com/office/drawing/2014/main" id="{E3C7F907-F954-41E4-A34F-E04D93929CC5}"/>
                </a:ext>
              </a:extLst>
            </p:cNvPr>
            <p:cNvSpPr>
              <a:spLocks noGrp="1"/>
            </p:cNvSpPr>
            <p:nvPr/>
          </p:nvSpPr>
          <p:spPr>
            <a:xfrm>
              <a:off x="611001" y="846854"/>
              <a:ext cx="47559" cy="432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9" name="asset_3412_38">
              <a:extLst>
                <a:ext uri="{FF2B5EF4-FFF2-40B4-BE49-F238E27FC236}">
                  <a16:creationId xmlns:a16="http://schemas.microsoft.com/office/drawing/2014/main" id="{B78E3EAE-6C9E-48CE-A887-AF88FF3190A7}"/>
                </a:ext>
              </a:extLst>
            </p:cNvPr>
            <p:cNvSpPr>
              <a:spLocks noGrp="1"/>
            </p:cNvSpPr>
            <p:nvPr/>
          </p:nvSpPr>
          <p:spPr>
            <a:xfrm>
              <a:off x="684330" y="904706"/>
              <a:ext cx="51698" cy="470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0" name="asset_3412_39">
              <a:extLst>
                <a:ext uri="{FF2B5EF4-FFF2-40B4-BE49-F238E27FC236}">
                  <a16:creationId xmlns:a16="http://schemas.microsoft.com/office/drawing/2014/main" id="{7DA969D7-C5D7-486D-9AB8-BC9EF33D9B88}"/>
                </a:ext>
              </a:extLst>
            </p:cNvPr>
            <p:cNvSpPr>
              <a:spLocks noGrp="1"/>
            </p:cNvSpPr>
            <p:nvPr/>
          </p:nvSpPr>
          <p:spPr>
            <a:xfrm>
              <a:off x="683741" y="814489"/>
              <a:ext cx="62909" cy="572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1" name="asset_3412_40">
              <a:extLst>
                <a:ext uri="{FF2B5EF4-FFF2-40B4-BE49-F238E27FC236}">
                  <a16:creationId xmlns:a16="http://schemas.microsoft.com/office/drawing/2014/main" id="{545C7CB2-5E10-42A0-AE6D-7385490B44A4}"/>
                </a:ext>
              </a:extLst>
            </p:cNvPr>
            <p:cNvSpPr>
              <a:spLocks noGrp="1"/>
            </p:cNvSpPr>
            <p:nvPr/>
          </p:nvSpPr>
          <p:spPr>
            <a:xfrm>
              <a:off x="637639" y="761786"/>
              <a:ext cx="63135" cy="574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2" name="asset_3412_41">
              <a:extLst>
                <a:ext uri="{FF2B5EF4-FFF2-40B4-BE49-F238E27FC236}">
                  <a16:creationId xmlns:a16="http://schemas.microsoft.com/office/drawing/2014/main" id="{5E854554-5E3C-4588-B0ED-65FEBEDFDCE7}"/>
                </a:ext>
              </a:extLst>
            </p:cNvPr>
            <p:cNvSpPr>
              <a:spLocks noGrp="1"/>
            </p:cNvSpPr>
            <p:nvPr/>
          </p:nvSpPr>
          <p:spPr>
            <a:xfrm>
              <a:off x="617210" y="858848"/>
              <a:ext cx="63505" cy="577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3" name="asset_3412_42">
              <a:extLst>
                <a:ext uri="{FF2B5EF4-FFF2-40B4-BE49-F238E27FC236}">
                  <a16:creationId xmlns:a16="http://schemas.microsoft.com/office/drawing/2014/main" id="{88D26391-0484-4A0D-8947-10DDE3AFE1AE}"/>
                </a:ext>
              </a:extLst>
            </p:cNvPr>
            <p:cNvSpPr>
              <a:spLocks noGrp="1"/>
            </p:cNvSpPr>
            <p:nvPr/>
          </p:nvSpPr>
          <p:spPr>
            <a:xfrm>
              <a:off x="644378" y="873143"/>
              <a:ext cx="46459" cy="422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4" name="asset_3412_43">
              <a:extLst>
                <a:ext uri="{FF2B5EF4-FFF2-40B4-BE49-F238E27FC236}">
                  <a16:creationId xmlns:a16="http://schemas.microsoft.com/office/drawing/2014/main" id="{D296FDD4-23D2-45B7-9FF3-E27F787D660C}"/>
                </a:ext>
              </a:extLst>
            </p:cNvPr>
            <p:cNvSpPr>
              <a:spLocks noGrp="1"/>
            </p:cNvSpPr>
            <p:nvPr/>
          </p:nvSpPr>
          <p:spPr>
            <a:xfrm>
              <a:off x="713957" y="785065"/>
              <a:ext cx="64210" cy="583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5" name="asset_3412_44">
              <a:extLst>
                <a:ext uri="{FF2B5EF4-FFF2-40B4-BE49-F238E27FC236}">
                  <a16:creationId xmlns:a16="http://schemas.microsoft.com/office/drawing/2014/main" id="{EF19E3E1-E200-43A6-A171-5B9AE6307115}"/>
                </a:ext>
              </a:extLst>
            </p:cNvPr>
            <p:cNvSpPr>
              <a:spLocks noGrp="1"/>
            </p:cNvSpPr>
            <p:nvPr/>
          </p:nvSpPr>
          <p:spPr>
            <a:xfrm>
              <a:off x="627295" y="768401"/>
              <a:ext cx="71417" cy="649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6" name="asset_3412_45">
              <a:extLst>
                <a:ext uri="{FF2B5EF4-FFF2-40B4-BE49-F238E27FC236}">
                  <a16:creationId xmlns:a16="http://schemas.microsoft.com/office/drawing/2014/main" id="{64AC7D4B-9025-46AF-8A10-A47D4828F877}"/>
                </a:ext>
              </a:extLst>
            </p:cNvPr>
            <p:cNvSpPr>
              <a:spLocks noGrp="1"/>
            </p:cNvSpPr>
            <p:nvPr/>
          </p:nvSpPr>
          <p:spPr>
            <a:xfrm>
              <a:off x="662127" y="830807"/>
              <a:ext cx="45722" cy="4157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7" name="asset_3412_46">
              <a:extLst>
                <a:ext uri="{FF2B5EF4-FFF2-40B4-BE49-F238E27FC236}">
                  <a16:creationId xmlns:a16="http://schemas.microsoft.com/office/drawing/2014/main" id="{B32E27BE-3649-40E9-BC53-D6D176B565CE}"/>
                </a:ext>
              </a:extLst>
            </p:cNvPr>
            <p:cNvSpPr>
              <a:spLocks noGrp="1"/>
            </p:cNvSpPr>
            <p:nvPr/>
          </p:nvSpPr>
          <p:spPr>
            <a:xfrm>
              <a:off x="674690" y="890903"/>
              <a:ext cx="54138" cy="4923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8" name="asset_3412_47">
              <a:extLst>
                <a:ext uri="{FF2B5EF4-FFF2-40B4-BE49-F238E27FC236}">
                  <a16:creationId xmlns:a16="http://schemas.microsoft.com/office/drawing/2014/main" id="{79AD6BB7-7261-44B4-B8FC-2B10EE128DF9}"/>
                </a:ext>
              </a:extLst>
            </p:cNvPr>
            <p:cNvSpPr>
              <a:spLocks noGrp="1"/>
            </p:cNvSpPr>
            <p:nvPr/>
          </p:nvSpPr>
          <p:spPr>
            <a:xfrm>
              <a:off x="728838" y="783316"/>
              <a:ext cx="70817" cy="644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9" name="asset_3412_48">
              <a:extLst>
                <a:ext uri="{FF2B5EF4-FFF2-40B4-BE49-F238E27FC236}">
                  <a16:creationId xmlns:a16="http://schemas.microsoft.com/office/drawing/2014/main" id="{C4A517CB-22E7-46FF-B7CE-F77262ECF306}"/>
                </a:ext>
              </a:extLst>
            </p:cNvPr>
            <p:cNvSpPr>
              <a:spLocks noGrp="1"/>
            </p:cNvSpPr>
            <p:nvPr/>
          </p:nvSpPr>
          <p:spPr>
            <a:xfrm>
              <a:off x="645703" y="808300"/>
              <a:ext cx="67481" cy="613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70" name="asset_3412_49">
              <a:extLst>
                <a:ext uri="{FF2B5EF4-FFF2-40B4-BE49-F238E27FC236}">
                  <a16:creationId xmlns:a16="http://schemas.microsoft.com/office/drawing/2014/main" id="{8D3A1565-4090-4638-B9AE-985BC778A5DD}"/>
                </a:ext>
              </a:extLst>
            </p:cNvPr>
            <p:cNvSpPr>
              <a:spLocks noGrp="1"/>
            </p:cNvSpPr>
            <p:nvPr/>
          </p:nvSpPr>
          <p:spPr>
            <a:xfrm>
              <a:off x="594776" y="839283"/>
              <a:ext cx="49260" cy="447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71" name="asset_3412_50">
              <a:extLst>
                <a:ext uri="{FF2B5EF4-FFF2-40B4-BE49-F238E27FC236}">
                  <a16:creationId xmlns:a16="http://schemas.microsoft.com/office/drawing/2014/main" id="{978EB237-A986-4756-BB58-571E1E957CAF}"/>
                </a:ext>
              </a:extLst>
            </p:cNvPr>
            <p:cNvSpPr>
              <a:spLocks noGrp="1"/>
            </p:cNvSpPr>
            <p:nvPr/>
          </p:nvSpPr>
          <p:spPr>
            <a:xfrm>
              <a:off x="654900" y="864265"/>
              <a:ext cx="67622" cy="614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72" name="asset_3412_51">
              <a:extLst>
                <a:ext uri="{FF2B5EF4-FFF2-40B4-BE49-F238E27FC236}">
                  <a16:creationId xmlns:a16="http://schemas.microsoft.com/office/drawing/2014/main" id="{7351A4D0-5D28-499B-A47C-95178006B573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7977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032">
              <a:solidFill>
                <a:srgbClr val="87ADD3"/>
              </a:solidFill>
            </a:ln>
          </p:spPr>
        </p:sp>
      </p:grpSp>
      <p:grpSp>
        <p:nvGrpSpPr>
          <p:cNvPr id="973" name="a | density cube M_diff | v4 editable"/>
          <p:cNvGrpSpPr/>
          <p:nvPr/>
        </p:nvGrpSpPr>
        <p:grpSpPr>
          <a:xfrm>
            <a:off x="1475540" y="831996"/>
            <a:ext cx="206784" cy="185747"/>
            <a:chOff x="160920" y="1176120"/>
            <a:chExt cx="285840" cy="256320"/>
          </a:xfrm>
        </p:grpSpPr>
        <p:sp>
          <p:nvSpPr>
            <p:cNvPr id="974" name="asset_3413_0">
              <a:extLst>
                <a:ext uri="{FF2B5EF4-FFF2-40B4-BE49-F238E27FC236}">
                  <a16:creationId xmlns:a16="http://schemas.microsoft.com/office/drawing/2014/main" id="{96AF6377-EF2A-4F71-BD12-BAECE2166337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17612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975" name="asset_3413_1">
              <a:extLst>
                <a:ext uri="{FF2B5EF4-FFF2-40B4-BE49-F238E27FC236}">
                  <a16:creationId xmlns:a16="http://schemas.microsoft.com/office/drawing/2014/main" id="{2DD5CEBF-F20D-4AD5-A6DD-D474845D2E78}"/>
                </a:ext>
              </a:extLst>
            </p:cNvPr>
            <p:cNvSpPr>
              <a:spLocks noGrp="1"/>
            </p:cNvSpPr>
            <p:nvPr/>
          </p:nvSpPr>
          <p:spPr>
            <a:xfrm>
              <a:off x="392450" y="117612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76" name="asset_3413_2">
              <a:extLst>
                <a:ext uri="{FF2B5EF4-FFF2-40B4-BE49-F238E27FC236}">
                  <a16:creationId xmlns:a16="http://schemas.microsoft.com/office/drawing/2014/main" id="{DE71FA0F-2768-41D1-9C61-20D86FB6F904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1969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77" name="asset_3413_3">
              <a:extLst>
                <a:ext uri="{FF2B5EF4-FFF2-40B4-BE49-F238E27FC236}">
                  <a16:creationId xmlns:a16="http://schemas.microsoft.com/office/drawing/2014/main" id="{7F684624-DE3A-4FF6-A73D-37C445214E83}"/>
                </a:ext>
              </a:extLst>
            </p:cNvPr>
            <p:cNvSpPr>
              <a:spLocks noGrp="1"/>
            </p:cNvSpPr>
            <p:nvPr/>
          </p:nvSpPr>
          <p:spPr>
            <a:xfrm>
              <a:off x="218803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78" name="asset_3413_4">
              <a:extLst>
                <a:ext uri="{FF2B5EF4-FFF2-40B4-BE49-F238E27FC236}">
                  <a16:creationId xmlns:a16="http://schemas.microsoft.com/office/drawing/2014/main" id="{4AAA1139-87AE-4CFB-BFFB-B62CD7CF29BA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7288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79" name="asset_3413_5">
              <a:extLst>
                <a:ext uri="{FF2B5EF4-FFF2-40B4-BE49-F238E27FC236}">
                  <a16:creationId xmlns:a16="http://schemas.microsoft.com/office/drawing/2014/main" id="{67D24C1C-B50F-4C5E-A90A-9B2A56F9A39C}"/>
                </a:ext>
              </a:extLst>
            </p:cNvPr>
            <p:cNvSpPr>
              <a:spLocks noGrp="1"/>
            </p:cNvSpPr>
            <p:nvPr/>
          </p:nvSpPr>
          <p:spPr>
            <a:xfrm>
              <a:off x="276685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0" name="asset_3413_6">
              <a:extLst>
                <a:ext uri="{FF2B5EF4-FFF2-40B4-BE49-F238E27FC236}">
                  <a16:creationId xmlns:a16="http://schemas.microsoft.com/office/drawing/2014/main" id="{DECE3536-2EF3-4C9D-8AC7-B33FF5992C43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32606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1" name="asset_3413_7">
              <a:extLst>
                <a:ext uri="{FF2B5EF4-FFF2-40B4-BE49-F238E27FC236}">
                  <a16:creationId xmlns:a16="http://schemas.microsoft.com/office/drawing/2014/main" id="{A92CB793-5553-4348-873B-7675EF567C36}"/>
                </a:ext>
              </a:extLst>
            </p:cNvPr>
            <p:cNvSpPr>
              <a:spLocks noGrp="1"/>
            </p:cNvSpPr>
            <p:nvPr/>
          </p:nvSpPr>
          <p:spPr>
            <a:xfrm>
              <a:off x="334568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2" name="asset_3413_8">
              <a:extLst>
                <a:ext uri="{FF2B5EF4-FFF2-40B4-BE49-F238E27FC236}">
                  <a16:creationId xmlns:a16="http://schemas.microsoft.com/office/drawing/2014/main" id="{D2B04B1D-09B6-48F5-A36F-3F5A06CC447D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37925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3" name="asset_3413_9">
              <a:extLst>
                <a:ext uri="{FF2B5EF4-FFF2-40B4-BE49-F238E27FC236}">
                  <a16:creationId xmlns:a16="http://schemas.microsoft.com/office/drawing/2014/main" id="{8DF44446-12A1-462E-8F3F-3B80853D0AAB}"/>
                </a:ext>
              </a:extLst>
            </p:cNvPr>
            <p:cNvSpPr>
              <a:spLocks noGrp="1"/>
            </p:cNvSpPr>
            <p:nvPr/>
          </p:nvSpPr>
          <p:spPr>
            <a:xfrm>
              <a:off x="181410" y="124855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4" name="asset_3413_10">
              <a:extLst>
                <a:ext uri="{FF2B5EF4-FFF2-40B4-BE49-F238E27FC236}">
                  <a16:creationId xmlns:a16="http://schemas.microsoft.com/office/drawing/2014/main" id="{4F0BD022-5188-411F-B95B-322F583F3798}"/>
                </a:ext>
              </a:extLst>
            </p:cNvPr>
            <p:cNvSpPr>
              <a:spLocks noGrp="1"/>
            </p:cNvSpPr>
            <p:nvPr/>
          </p:nvSpPr>
          <p:spPr>
            <a:xfrm>
              <a:off x="230819" y="127715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5" name="asset_3413_11">
              <a:extLst>
                <a:ext uri="{FF2B5EF4-FFF2-40B4-BE49-F238E27FC236}">
                  <a16:creationId xmlns:a16="http://schemas.microsoft.com/office/drawing/2014/main" id="{0F247497-D37D-43FD-AE5A-810E9FFCC67B}"/>
                </a:ext>
              </a:extLst>
            </p:cNvPr>
            <p:cNvSpPr>
              <a:spLocks noGrp="1"/>
            </p:cNvSpPr>
            <p:nvPr/>
          </p:nvSpPr>
          <p:spPr>
            <a:xfrm>
              <a:off x="273490" y="122404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6" name="asset_3413_12">
              <a:extLst>
                <a:ext uri="{FF2B5EF4-FFF2-40B4-BE49-F238E27FC236}">
                  <a16:creationId xmlns:a16="http://schemas.microsoft.com/office/drawing/2014/main" id="{F65A6389-FBB4-415F-9979-67939D96B227}"/>
                </a:ext>
              </a:extLst>
            </p:cNvPr>
            <p:cNvSpPr>
              <a:spLocks noGrp="1"/>
            </p:cNvSpPr>
            <p:nvPr/>
          </p:nvSpPr>
          <p:spPr>
            <a:xfrm>
              <a:off x="226327" y="120975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7" name="asset_3413_13">
              <a:extLst>
                <a:ext uri="{FF2B5EF4-FFF2-40B4-BE49-F238E27FC236}">
                  <a16:creationId xmlns:a16="http://schemas.microsoft.com/office/drawing/2014/main" id="{740B05DB-45E1-4234-AEE0-1B4B35D70C20}"/>
                </a:ext>
              </a:extLst>
            </p:cNvPr>
            <p:cNvSpPr>
              <a:spLocks noGrp="1"/>
            </p:cNvSpPr>
            <p:nvPr/>
          </p:nvSpPr>
          <p:spPr>
            <a:xfrm>
              <a:off x="207275" y="1300939"/>
              <a:ext cx="47150" cy="4287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8" name="asset_3413_14">
              <a:extLst>
                <a:ext uri="{FF2B5EF4-FFF2-40B4-BE49-F238E27FC236}">
                  <a16:creationId xmlns:a16="http://schemas.microsoft.com/office/drawing/2014/main" id="{8BC20217-2C17-4622-812E-3CFE6816177C}"/>
                </a:ext>
              </a:extLst>
            </p:cNvPr>
            <p:cNvSpPr>
              <a:spLocks noGrp="1"/>
            </p:cNvSpPr>
            <p:nvPr/>
          </p:nvSpPr>
          <p:spPr>
            <a:xfrm>
              <a:off x="249679" y="1317917"/>
              <a:ext cx="47375" cy="430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9" name="asset_3413_15">
              <a:extLst>
                <a:ext uri="{FF2B5EF4-FFF2-40B4-BE49-F238E27FC236}">
                  <a16:creationId xmlns:a16="http://schemas.microsoft.com/office/drawing/2014/main" id="{CDDB59BD-30F3-4896-B509-D7D8701698E8}"/>
                </a:ext>
              </a:extLst>
            </p:cNvPr>
            <p:cNvSpPr>
              <a:spLocks noGrp="1"/>
            </p:cNvSpPr>
            <p:nvPr/>
          </p:nvSpPr>
          <p:spPr>
            <a:xfrm>
              <a:off x="324273" y="1227294"/>
              <a:ext cx="38104" cy="3465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0" name="asset_3413_16">
              <a:extLst>
                <a:ext uri="{FF2B5EF4-FFF2-40B4-BE49-F238E27FC236}">
                  <a16:creationId xmlns:a16="http://schemas.microsoft.com/office/drawing/2014/main" id="{57054316-E387-47F0-AB89-326BB3EEA95F}"/>
                </a:ext>
              </a:extLst>
            </p:cNvPr>
            <p:cNvSpPr>
              <a:spLocks noGrp="1"/>
            </p:cNvSpPr>
            <p:nvPr/>
          </p:nvSpPr>
          <p:spPr>
            <a:xfrm>
              <a:off x="225774" y="1232818"/>
              <a:ext cx="35291" cy="320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1" name="asset_3413_17">
              <a:extLst>
                <a:ext uri="{FF2B5EF4-FFF2-40B4-BE49-F238E27FC236}">
                  <a16:creationId xmlns:a16="http://schemas.microsoft.com/office/drawing/2014/main" id="{6C030053-39ED-41B2-9891-40C9E9F025F0}"/>
                </a:ext>
              </a:extLst>
            </p:cNvPr>
            <p:cNvSpPr>
              <a:spLocks noGrp="1"/>
            </p:cNvSpPr>
            <p:nvPr/>
          </p:nvSpPr>
          <p:spPr>
            <a:xfrm>
              <a:off x="197942" y="1264452"/>
              <a:ext cx="55295" cy="5028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2" name="asset_3413_18">
              <a:extLst>
                <a:ext uri="{FF2B5EF4-FFF2-40B4-BE49-F238E27FC236}">
                  <a16:creationId xmlns:a16="http://schemas.microsoft.com/office/drawing/2014/main" id="{2B0479E9-9746-4647-AB5F-66C08D087E63}"/>
                </a:ext>
              </a:extLst>
            </p:cNvPr>
            <p:cNvSpPr>
              <a:spLocks noGrp="1"/>
            </p:cNvSpPr>
            <p:nvPr/>
          </p:nvSpPr>
          <p:spPr>
            <a:xfrm>
              <a:off x="284717" y="1316404"/>
              <a:ext cx="48465" cy="440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3" name="asset_3413_19">
              <a:extLst>
                <a:ext uri="{FF2B5EF4-FFF2-40B4-BE49-F238E27FC236}">
                  <a16:creationId xmlns:a16="http://schemas.microsoft.com/office/drawing/2014/main" id="{80016479-7B0F-4BD2-BE1E-D4C04AB79BBC}"/>
                </a:ext>
              </a:extLst>
            </p:cNvPr>
            <p:cNvSpPr>
              <a:spLocks noGrp="1"/>
            </p:cNvSpPr>
            <p:nvPr/>
          </p:nvSpPr>
          <p:spPr>
            <a:xfrm>
              <a:off x="281796" y="1274922"/>
              <a:ext cx="44753" cy="406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4" name="asset_3413_20">
              <a:extLst>
                <a:ext uri="{FF2B5EF4-FFF2-40B4-BE49-F238E27FC236}">
                  <a16:creationId xmlns:a16="http://schemas.microsoft.com/office/drawing/2014/main" id="{B6C19396-8EC4-4D18-BDB2-54E507B4B695}"/>
                </a:ext>
              </a:extLst>
            </p:cNvPr>
            <p:cNvSpPr>
              <a:spLocks noGrp="1"/>
            </p:cNvSpPr>
            <p:nvPr/>
          </p:nvSpPr>
          <p:spPr>
            <a:xfrm>
              <a:off x="267072" y="1264740"/>
              <a:ext cx="46202" cy="4201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5" name="asset_3413_21">
              <a:extLst>
                <a:ext uri="{FF2B5EF4-FFF2-40B4-BE49-F238E27FC236}">
                  <a16:creationId xmlns:a16="http://schemas.microsoft.com/office/drawing/2014/main" id="{EA3E067B-C177-40E9-B868-96DA72FA2462}"/>
                </a:ext>
              </a:extLst>
            </p:cNvPr>
            <p:cNvSpPr>
              <a:spLocks noGrp="1"/>
            </p:cNvSpPr>
            <p:nvPr/>
          </p:nvSpPr>
          <p:spPr>
            <a:xfrm>
              <a:off x="226551" y="1251177"/>
              <a:ext cx="47193" cy="429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6" name="asset_3413_22">
              <a:extLst>
                <a:ext uri="{FF2B5EF4-FFF2-40B4-BE49-F238E27FC236}">
                  <a16:creationId xmlns:a16="http://schemas.microsoft.com/office/drawing/2014/main" id="{62CD4B73-490C-49C8-972F-5D2A7F89EAA4}"/>
                </a:ext>
              </a:extLst>
            </p:cNvPr>
            <p:cNvSpPr>
              <a:spLocks noGrp="1"/>
            </p:cNvSpPr>
            <p:nvPr/>
          </p:nvSpPr>
          <p:spPr>
            <a:xfrm>
              <a:off x="284906" y="1314282"/>
              <a:ext cx="39074" cy="3553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7" name="asset_3413_23">
              <a:extLst>
                <a:ext uri="{FF2B5EF4-FFF2-40B4-BE49-F238E27FC236}">
                  <a16:creationId xmlns:a16="http://schemas.microsoft.com/office/drawing/2014/main" id="{CC83CBBB-BB9A-4E3A-B648-0D7B0D173AA8}"/>
                </a:ext>
              </a:extLst>
            </p:cNvPr>
            <p:cNvSpPr>
              <a:spLocks noGrp="1"/>
            </p:cNvSpPr>
            <p:nvPr/>
          </p:nvSpPr>
          <p:spPr>
            <a:xfrm>
              <a:off x="305192" y="1231356"/>
              <a:ext cx="50532" cy="459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8" name="asset_3413_24">
              <a:extLst>
                <a:ext uri="{FF2B5EF4-FFF2-40B4-BE49-F238E27FC236}">
                  <a16:creationId xmlns:a16="http://schemas.microsoft.com/office/drawing/2014/main" id="{1C862F0E-B8D6-47EB-A5C9-26FB0F5C95FB}"/>
                </a:ext>
              </a:extLst>
            </p:cNvPr>
            <p:cNvSpPr>
              <a:spLocks noGrp="1"/>
            </p:cNvSpPr>
            <p:nvPr/>
          </p:nvSpPr>
          <p:spPr>
            <a:xfrm>
              <a:off x="246983" y="1227076"/>
              <a:ext cx="44091" cy="400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9" name="asset_3413_25">
              <a:extLst>
                <a:ext uri="{FF2B5EF4-FFF2-40B4-BE49-F238E27FC236}">
                  <a16:creationId xmlns:a16="http://schemas.microsoft.com/office/drawing/2014/main" id="{2B634127-E2CA-4885-8C68-FD9DFA3D2B9B}"/>
                </a:ext>
              </a:extLst>
            </p:cNvPr>
            <p:cNvSpPr>
              <a:spLocks noGrp="1"/>
            </p:cNvSpPr>
            <p:nvPr/>
          </p:nvSpPr>
          <p:spPr>
            <a:xfrm>
              <a:off x="209337" y="1281095"/>
              <a:ext cx="46893" cy="426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0" name="asset_3413_26">
              <a:extLst>
                <a:ext uri="{FF2B5EF4-FFF2-40B4-BE49-F238E27FC236}">
                  <a16:creationId xmlns:a16="http://schemas.microsoft.com/office/drawing/2014/main" id="{B737EFA1-45BC-497D-9D83-EA27D4907370}"/>
                </a:ext>
              </a:extLst>
            </p:cNvPr>
            <p:cNvSpPr>
              <a:spLocks noGrp="1"/>
            </p:cNvSpPr>
            <p:nvPr/>
          </p:nvSpPr>
          <p:spPr>
            <a:xfrm>
              <a:off x="238293" y="1310201"/>
              <a:ext cx="52593" cy="4782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1" name="asset_3413_27">
              <a:extLst>
                <a:ext uri="{FF2B5EF4-FFF2-40B4-BE49-F238E27FC236}">
                  <a16:creationId xmlns:a16="http://schemas.microsoft.com/office/drawing/2014/main" id="{AABD8F56-3222-4408-954B-44AD5B7530F3}"/>
                </a:ext>
              </a:extLst>
            </p:cNvPr>
            <p:cNvSpPr>
              <a:spLocks noGrp="1"/>
            </p:cNvSpPr>
            <p:nvPr/>
          </p:nvSpPr>
          <p:spPr>
            <a:xfrm>
              <a:off x="321398" y="1269254"/>
              <a:ext cx="57856" cy="526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2" name="asset_3413_28">
              <a:extLst>
                <a:ext uri="{FF2B5EF4-FFF2-40B4-BE49-F238E27FC236}">
                  <a16:creationId xmlns:a16="http://schemas.microsoft.com/office/drawing/2014/main" id="{FE43E1AD-24F7-4F43-936C-3CBD5FA219F7}"/>
                </a:ext>
              </a:extLst>
            </p:cNvPr>
            <p:cNvSpPr>
              <a:spLocks noGrp="1"/>
            </p:cNvSpPr>
            <p:nvPr/>
          </p:nvSpPr>
          <p:spPr>
            <a:xfrm>
              <a:off x="253444" y="1258758"/>
              <a:ext cx="45030" cy="409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3" name="asset_3413_29">
              <a:extLst>
                <a:ext uri="{FF2B5EF4-FFF2-40B4-BE49-F238E27FC236}">
                  <a16:creationId xmlns:a16="http://schemas.microsoft.com/office/drawing/2014/main" id="{7854089A-65CC-4E4B-A30C-1294301F41E4}"/>
                </a:ext>
              </a:extLst>
            </p:cNvPr>
            <p:cNvSpPr>
              <a:spLocks noGrp="1"/>
            </p:cNvSpPr>
            <p:nvPr/>
          </p:nvSpPr>
          <p:spPr>
            <a:xfrm>
              <a:off x="219427" y="1238101"/>
              <a:ext cx="52062" cy="4734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4" name="asset_3413_30">
              <a:extLst>
                <a:ext uri="{FF2B5EF4-FFF2-40B4-BE49-F238E27FC236}">
                  <a16:creationId xmlns:a16="http://schemas.microsoft.com/office/drawing/2014/main" id="{DC5C5D5D-CA84-41BD-80D2-0BF0D2D20513}"/>
                </a:ext>
              </a:extLst>
            </p:cNvPr>
            <p:cNvSpPr>
              <a:spLocks noGrp="1"/>
            </p:cNvSpPr>
            <p:nvPr/>
          </p:nvSpPr>
          <p:spPr>
            <a:xfrm>
              <a:off x="229959" y="1318350"/>
              <a:ext cx="35062" cy="3188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5" name="asset_3413_31">
              <a:extLst>
                <a:ext uri="{FF2B5EF4-FFF2-40B4-BE49-F238E27FC236}">
                  <a16:creationId xmlns:a16="http://schemas.microsoft.com/office/drawing/2014/main" id="{A7BE6731-3A2B-4624-80C3-F63921C30278}"/>
                </a:ext>
              </a:extLst>
            </p:cNvPr>
            <p:cNvSpPr>
              <a:spLocks noGrp="1"/>
            </p:cNvSpPr>
            <p:nvPr/>
          </p:nvSpPr>
          <p:spPr>
            <a:xfrm>
              <a:off x="336804" y="1263402"/>
              <a:ext cx="37332" cy="339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6" name="asset_3413_32">
              <a:extLst>
                <a:ext uri="{FF2B5EF4-FFF2-40B4-BE49-F238E27FC236}">
                  <a16:creationId xmlns:a16="http://schemas.microsoft.com/office/drawing/2014/main" id="{AFCF401B-3D66-49BA-ABDE-541239617AA5}"/>
                </a:ext>
              </a:extLst>
            </p:cNvPr>
            <p:cNvSpPr>
              <a:spLocks noGrp="1"/>
            </p:cNvSpPr>
            <p:nvPr/>
          </p:nvSpPr>
          <p:spPr>
            <a:xfrm>
              <a:off x="227834" y="1215344"/>
              <a:ext cx="48136" cy="437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7" name="asset_3413_33">
              <a:extLst>
                <a:ext uri="{FF2B5EF4-FFF2-40B4-BE49-F238E27FC236}">
                  <a16:creationId xmlns:a16="http://schemas.microsoft.com/office/drawing/2014/main" id="{92D301C1-D4D0-49D9-ABED-3FB030ED0E6F}"/>
                </a:ext>
              </a:extLst>
            </p:cNvPr>
            <p:cNvSpPr>
              <a:spLocks noGrp="1"/>
            </p:cNvSpPr>
            <p:nvPr/>
          </p:nvSpPr>
          <p:spPr>
            <a:xfrm>
              <a:off x="228960" y="1264047"/>
              <a:ext cx="55232" cy="5022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8" name="asset_3413_34">
              <a:extLst>
                <a:ext uri="{FF2B5EF4-FFF2-40B4-BE49-F238E27FC236}">
                  <a16:creationId xmlns:a16="http://schemas.microsoft.com/office/drawing/2014/main" id="{DF015140-279E-42F9-B115-F352F2801A81}"/>
                </a:ext>
              </a:extLst>
            </p:cNvPr>
            <p:cNvSpPr>
              <a:spLocks noGrp="1"/>
            </p:cNvSpPr>
            <p:nvPr/>
          </p:nvSpPr>
          <p:spPr>
            <a:xfrm>
              <a:off x="277925" y="1317864"/>
              <a:ext cx="54288" cy="493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9" name="asset_3413_35">
              <a:extLst>
                <a:ext uri="{FF2B5EF4-FFF2-40B4-BE49-F238E27FC236}">
                  <a16:creationId xmlns:a16="http://schemas.microsoft.com/office/drawing/2014/main" id="{EC6011CF-0B37-489D-B1D0-3E82EF45E38A}"/>
                </a:ext>
              </a:extLst>
            </p:cNvPr>
            <p:cNvSpPr>
              <a:spLocks noGrp="1"/>
            </p:cNvSpPr>
            <p:nvPr/>
          </p:nvSpPr>
          <p:spPr>
            <a:xfrm>
              <a:off x="307909" y="1244515"/>
              <a:ext cx="45762" cy="4161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0" name="asset_3413_36">
              <a:extLst>
                <a:ext uri="{FF2B5EF4-FFF2-40B4-BE49-F238E27FC236}">
                  <a16:creationId xmlns:a16="http://schemas.microsoft.com/office/drawing/2014/main" id="{E228F00E-AAEB-4762-B721-362A7ED68F12}"/>
                </a:ext>
              </a:extLst>
            </p:cNvPr>
            <p:cNvSpPr>
              <a:spLocks noGrp="1"/>
            </p:cNvSpPr>
            <p:nvPr/>
          </p:nvSpPr>
          <p:spPr>
            <a:xfrm>
              <a:off x="279466" y="1264065"/>
              <a:ext cx="34731" cy="315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1" name="asset_3413_37">
              <a:extLst>
                <a:ext uri="{FF2B5EF4-FFF2-40B4-BE49-F238E27FC236}">
                  <a16:creationId xmlns:a16="http://schemas.microsoft.com/office/drawing/2014/main" id="{56D2E88C-77C6-4C65-AD82-60595AB343D4}"/>
                </a:ext>
              </a:extLst>
            </p:cNvPr>
            <p:cNvSpPr>
              <a:spLocks noGrp="1"/>
            </p:cNvSpPr>
            <p:nvPr/>
          </p:nvSpPr>
          <p:spPr>
            <a:xfrm>
              <a:off x="224671" y="1263858"/>
              <a:ext cx="39472" cy="358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2" name="asset_3413_38">
              <a:extLst>
                <a:ext uri="{FF2B5EF4-FFF2-40B4-BE49-F238E27FC236}">
                  <a16:creationId xmlns:a16="http://schemas.microsoft.com/office/drawing/2014/main" id="{F61DF0E4-6C52-48CE-B6F6-AA03069E7D99}"/>
                </a:ext>
              </a:extLst>
            </p:cNvPr>
            <p:cNvSpPr>
              <a:spLocks noGrp="1"/>
            </p:cNvSpPr>
            <p:nvPr/>
          </p:nvSpPr>
          <p:spPr>
            <a:xfrm>
              <a:off x="260503" y="1277190"/>
              <a:ext cx="56525" cy="5140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3" name="asset_3413_39">
              <a:extLst>
                <a:ext uri="{FF2B5EF4-FFF2-40B4-BE49-F238E27FC236}">
                  <a16:creationId xmlns:a16="http://schemas.microsoft.com/office/drawing/2014/main" id="{06D52969-FDE8-457D-9CCC-F594D4095625}"/>
                </a:ext>
              </a:extLst>
            </p:cNvPr>
            <p:cNvSpPr>
              <a:spLocks noGrp="1"/>
            </p:cNvSpPr>
            <p:nvPr/>
          </p:nvSpPr>
          <p:spPr>
            <a:xfrm>
              <a:off x="279530" y="1219117"/>
              <a:ext cx="49716" cy="4521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4" name="asset_3413_40">
              <a:extLst>
                <a:ext uri="{FF2B5EF4-FFF2-40B4-BE49-F238E27FC236}">
                  <a16:creationId xmlns:a16="http://schemas.microsoft.com/office/drawing/2014/main" id="{03BB2723-84F7-40DD-B621-535E923BAB74}"/>
                </a:ext>
              </a:extLst>
            </p:cNvPr>
            <p:cNvSpPr>
              <a:spLocks noGrp="1"/>
            </p:cNvSpPr>
            <p:nvPr/>
          </p:nvSpPr>
          <p:spPr>
            <a:xfrm>
              <a:off x="261526" y="1246033"/>
              <a:ext cx="40383" cy="3672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5" name="asset_3413_41">
              <a:extLst>
                <a:ext uri="{FF2B5EF4-FFF2-40B4-BE49-F238E27FC236}">
                  <a16:creationId xmlns:a16="http://schemas.microsoft.com/office/drawing/2014/main" id="{C1CDB97A-B0F0-440A-AE2F-8BAA25DD7496}"/>
                </a:ext>
              </a:extLst>
            </p:cNvPr>
            <p:cNvSpPr>
              <a:spLocks noGrp="1"/>
            </p:cNvSpPr>
            <p:nvPr/>
          </p:nvSpPr>
          <p:spPr>
            <a:xfrm>
              <a:off x="237551" y="1272828"/>
              <a:ext cx="39056" cy="355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6" name="asset_3413_42">
              <a:extLst>
                <a:ext uri="{FF2B5EF4-FFF2-40B4-BE49-F238E27FC236}">
                  <a16:creationId xmlns:a16="http://schemas.microsoft.com/office/drawing/2014/main" id="{817B9DD0-9DE1-4A6B-A94B-EFCA0FFE83BD}"/>
                </a:ext>
              </a:extLst>
            </p:cNvPr>
            <p:cNvSpPr>
              <a:spLocks noGrp="1"/>
            </p:cNvSpPr>
            <p:nvPr/>
          </p:nvSpPr>
          <p:spPr>
            <a:xfrm>
              <a:off x="261167" y="1337746"/>
              <a:ext cx="47847" cy="435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7" name="asset_3413_43">
              <a:extLst>
                <a:ext uri="{FF2B5EF4-FFF2-40B4-BE49-F238E27FC236}">
                  <a16:creationId xmlns:a16="http://schemas.microsoft.com/office/drawing/2014/main" id="{7226DCF4-10D9-446B-8040-8BC838958EE7}"/>
                </a:ext>
              </a:extLst>
            </p:cNvPr>
            <p:cNvSpPr>
              <a:spLocks noGrp="1"/>
            </p:cNvSpPr>
            <p:nvPr/>
          </p:nvSpPr>
          <p:spPr>
            <a:xfrm>
              <a:off x="323515" y="1223085"/>
              <a:ext cx="33680" cy="306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8" name="asset_3413_44">
              <a:extLst>
                <a:ext uri="{FF2B5EF4-FFF2-40B4-BE49-F238E27FC236}">
                  <a16:creationId xmlns:a16="http://schemas.microsoft.com/office/drawing/2014/main" id="{567BD552-BACB-452F-BF23-0955FF8C29A0}"/>
                </a:ext>
              </a:extLst>
            </p:cNvPr>
            <p:cNvSpPr>
              <a:spLocks noGrp="1"/>
            </p:cNvSpPr>
            <p:nvPr/>
          </p:nvSpPr>
          <p:spPr>
            <a:xfrm>
              <a:off x="249249" y="1220053"/>
              <a:ext cx="34950" cy="317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9" name="asset_3413_45">
              <a:extLst>
                <a:ext uri="{FF2B5EF4-FFF2-40B4-BE49-F238E27FC236}">
                  <a16:creationId xmlns:a16="http://schemas.microsoft.com/office/drawing/2014/main" id="{CCC6960C-7A6B-4EAB-9AFB-7050002D2926}"/>
                </a:ext>
              </a:extLst>
            </p:cNvPr>
            <p:cNvSpPr>
              <a:spLocks noGrp="1"/>
            </p:cNvSpPr>
            <p:nvPr/>
          </p:nvSpPr>
          <p:spPr>
            <a:xfrm>
              <a:off x="244019" y="1297552"/>
              <a:ext cx="38978" cy="354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0" name="asset_3413_46">
              <a:extLst>
                <a:ext uri="{FF2B5EF4-FFF2-40B4-BE49-F238E27FC236}">
                  <a16:creationId xmlns:a16="http://schemas.microsoft.com/office/drawing/2014/main" id="{B81D4F7C-111F-4018-9256-ED1DA1F9943B}"/>
                </a:ext>
              </a:extLst>
            </p:cNvPr>
            <p:cNvSpPr>
              <a:spLocks noGrp="1"/>
            </p:cNvSpPr>
            <p:nvPr/>
          </p:nvSpPr>
          <p:spPr>
            <a:xfrm>
              <a:off x="298347" y="1306680"/>
              <a:ext cx="47957" cy="436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1" name="asset_3413_47">
              <a:extLst>
                <a:ext uri="{FF2B5EF4-FFF2-40B4-BE49-F238E27FC236}">
                  <a16:creationId xmlns:a16="http://schemas.microsoft.com/office/drawing/2014/main" id="{C29ED04F-9904-45FB-A5FA-0040EA7DBF30}"/>
                </a:ext>
              </a:extLst>
            </p:cNvPr>
            <p:cNvSpPr>
              <a:spLocks noGrp="1"/>
            </p:cNvSpPr>
            <p:nvPr/>
          </p:nvSpPr>
          <p:spPr>
            <a:xfrm>
              <a:off x="304954" y="1280878"/>
              <a:ext cx="35290" cy="320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2" name="asset_3413_48">
              <a:extLst>
                <a:ext uri="{FF2B5EF4-FFF2-40B4-BE49-F238E27FC236}">
                  <a16:creationId xmlns:a16="http://schemas.microsoft.com/office/drawing/2014/main" id="{1FE050AB-AB03-45C6-80A9-E40EE2BAACE7}"/>
                </a:ext>
              </a:extLst>
            </p:cNvPr>
            <p:cNvSpPr>
              <a:spLocks noGrp="1"/>
            </p:cNvSpPr>
            <p:nvPr/>
          </p:nvSpPr>
          <p:spPr>
            <a:xfrm>
              <a:off x="224818" y="1222447"/>
              <a:ext cx="53204" cy="483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3" name="asset_3413_49">
              <a:extLst>
                <a:ext uri="{FF2B5EF4-FFF2-40B4-BE49-F238E27FC236}">
                  <a16:creationId xmlns:a16="http://schemas.microsoft.com/office/drawing/2014/main" id="{8F35C778-4129-448D-987F-47845CA93ADD}"/>
                </a:ext>
              </a:extLst>
            </p:cNvPr>
            <p:cNvSpPr>
              <a:spLocks noGrp="1"/>
            </p:cNvSpPr>
            <p:nvPr/>
          </p:nvSpPr>
          <p:spPr>
            <a:xfrm>
              <a:off x="210135" y="1259740"/>
              <a:ext cx="32927" cy="299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4" name="asset_3413_50">
              <a:extLst>
                <a:ext uri="{FF2B5EF4-FFF2-40B4-BE49-F238E27FC236}">
                  <a16:creationId xmlns:a16="http://schemas.microsoft.com/office/drawing/2014/main" id="{255254BA-4F41-4406-ACD2-12247E025875}"/>
                </a:ext>
              </a:extLst>
            </p:cNvPr>
            <p:cNvSpPr>
              <a:spLocks noGrp="1"/>
            </p:cNvSpPr>
            <p:nvPr/>
          </p:nvSpPr>
          <p:spPr>
            <a:xfrm>
              <a:off x="229140" y="1309742"/>
              <a:ext cx="33276" cy="302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5" name="asset_3413_51">
              <a:extLst>
                <a:ext uri="{FF2B5EF4-FFF2-40B4-BE49-F238E27FC236}">
                  <a16:creationId xmlns:a16="http://schemas.microsoft.com/office/drawing/2014/main" id="{F35543E0-FD67-46D2-ADCA-935F934B61B1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1969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032">
              <a:solidFill>
                <a:srgbClr val="87ADD3"/>
              </a:solidFill>
            </a:ln>
          </p:spPr>
        </p:sp>
      </p:grpSp>
      <p:grpSp>
        <p:nvGrpSpPr>
          <p:cNvPr id="1026" name="a | density cube M_diff+ | v4 editable"/>
          <p:cNvGrpSpPr/>
          <p:nvPr/>
        </p:nvGrpSpPr>
        <p:grpSpPr>
          <a:xfrm>
            <a:off x="1768581" y="831996"/>
            <a:ext cx="206784" cy="185747"/>
            <a:chOff x="571680" y="1176120"/>
            <a:chExt cx="285840" cy="256320"/>
          </a:xfrm>
        </p:grpSpPr>
        <p:sp>
          <p:nvSpPr>
            <p:cNvPr id="1027" name="asset_3414_0">
              <a:extLst>
                <a:ext uri="{FF2B5EF4-FFF2-40B4-BE49-F238E27FC236}">
                  <a16:creationId xmlns:a16="http://schemas.microsoft.com/office/drawing/2014/main" id="{0B1C736D-2ECC-4FF6-BAD3-A6982D2BC563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17612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1028" name="asset_3414_1">
              <a:extLst>
                <a:ext uri="{FF2B5EF4-FFF2-40B4-BE49-F238E27FC236}">
                  <a16:creationId xmlns:a16="http://schemas.microsoft.com/office/drawing/2014/main" id="{937C63FC-43F7-4666-9595-D84081727E04}"/>
                </a:ext>
              </a:extLst>
            </p:cNvPr>
            <p:cNvSpPr>
              <a:spLocks noGrp="1"/>
            </p:cNvSpPr>
            <p:nvPr/>
          </p:nvSpPr>
          <p:spPr>
            <a:xfrm>
              <a:off x="803210" y="117612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1029" name="asset_3414_2">
              <a:extLst>
                <a:ext uri="{FF2B5EF4-FFF2-40B4-BE49-F238E27FC236}">
                  <a16:creationId xmlns:a16="http://schemas.microsoft.com/office/drawing/2014/main" id="{5785940C-F9E4-4269-96C9-5077EB45E45F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1969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1030" name="asset_3414_3">
              <a:extLst>
                <a:ext uri="{FF2B5EF4-FFF2-40B4-BE49-F238E27FC236}">
                  <a16:creationId xmlns:a16="http://schemas.microsoft.com/office/drawing/2014/main" id="{80C086DD-FDCF-435F-AB33-DD14E6F7126A}"/>
                </a:ext>
              </a:extLst>
            </p:cNvPr>
            <p:cNvSpPr>
              <a:spLocks noGrp="1"/>
            </p:cNvSpPr>
            <p:nvPr/>
          </p:nvSpPr>
          <p:spPr>
            <a:xfrm>
              <a:off x="629563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1" name="asset_3414_4">
              <a:extLst>
                <a:ext uri="{FF2B5EF4-FFF2-40B4-BE49-F238E27FC236}">
                  <a16:creationId xmlns:a16="http://schemas.microsoft.com/office/drawing/2014/main" id="{BA402833-278F-4B3A-B975-0B00DFCBFB5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7288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2" name="asset_3414_5">
              <a:extLst>
                <a:ext uri="{FF2B5EF4-FFF2-40B4-BE49-F238E27FC236}">
                  <a16:creationId xmlns:a16="http://schemas.microsoft.com/office/drawing/2014/main" id="{53E5450D-1CC6-47D8-8CC4-DE681D934DFB}"/>
                </a:ext>
              </a:extLst>
            </p:cNvPr>
            <p:cNvSpPr>
              <a:spLocks noGrp="1"/>
            </p:cNvSpPr>
            <p:nvPr/>
          </p:nvSpPr>
          <p:spPr>
            <a:xfrm>
              <a:off x="687445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3" name="asset_3414_6">
              <a:extLst>
                <a:ext uri="{FF2B5EF4-FFF2-40B4-BE49-F238E27FC236}">
                  <a16:creationId xmlns:a16="http://schemas.microsoft.com/office/drawing/2014/main" id="{84D8B9B0-BF12-412D-9DC1-76D461823309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32606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4" name="asset_3414_7">
              <a:extLst>
                <a:ext uri="{FF2B5EF4-FFF2-40B4-BE49-F238E27FC236}">
                  <a16:creationId xmlns:a16="http://schemas.microsoft.com/office/drawing/2014/main" id="{F5E87C95-4FAA-4CC4-B06C-2C1B13222B8D}"/>
                </a:ext>
              </a:extLst>
            </p:cNvPr>
            <p:cNvSpPr>
              <a:spLocks noGrp="1"/>
            </p:cNvSpPr>
            <p:nvPr/>
          </p:nvSpPr>
          <p:spPr>
            <a:xfrm>
              <a:off x="745328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5" name="asset_3414_8">
              <a:extLst>
                <a:ext uri="{FF2B5EF4-FFF2-40B4-BE49-F238E27FC236}">
                  <a16:creationId xmlns:a16="http://schemas.microsoft.com/office/drawing/2014/main" id="{D08479BC-AC81-4222-AD60-10DBEF7A6E9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37925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6" name="asset_3414_9">
              <a:extLst>
                <a:ext uri="{FF2B5EF4-FFF2-40B4-BE49-F238E27FC236}">
                  <a16:creationId xmlns:a16="http://schemas.microsoft.com/office/drawing/2014/main" id="{9D1314A8-F0C1-4248-AC24-68B954199852}"/>
                </a:ext>
              </a:extLst>
            </p:cNvPr>
            <p:cNvSpPr>
              <a:spLocks noGrp="1"/>
            </p:cNvSpPr>
            <p:nvPr/>
          </p:nvSpPr>
          <p:spPr>
            <a:xfrm>
              <a:off x="616875" y="1258769"/>
              <a:ext cx="112292" cy="10211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0B9AB">
                    <a:alpha val="66000"/>
                  </a:srgbClr>
                </a:gs>
                <a:gs pos="100000">
                  <a:srgbClr val="80B9AB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37" name="asset_3414_10">
              <a:extLst>
                <a:ext uri="{FF2B5EF4-FFF2-40B4-BE49-F238E27FC236}">
                  <a16:creationId xmlns:a16="http://schemas.microsoft.com/office/drawing/2014/main" id="{FBD57600-7CEB-4CDD-B521-28A30AEDE2F9}"/>
                </a:ext>
              </a:extLst>
            </p:cNvPr>
            <p:cNvSpPr>
              <a:spLocks noGrp="1"/>
            </p:cNvSpPr>
            <p:nvPr/>
          </p:nvSpPr>
          <p:spPr>
            <a:xfrm>
              <a:off x="684250" y="1238345"/>
              <a:ext cx="85342" cy="77610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0B9AB">
                    <a:alpha val="66000"/>
                  </a:srgbClr>
                </a:gs>
                <a:gs pos="100000">
                  <a:srgbClr val="80B9AB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38" name="asset_3414_11">
              <a:extLst>
                <a:ext uri="{FF2B5EF4-FFF2-40B4-BE49-F238E27FC236}">
                  <a16:creationId xmlns:a16="http://schemas.microsoft.com/office/drawing/2014/main" id="{06A81D27-2E50-407A-B9C6-83571CA9EC3D}"/>
                </a:ext>
              </a:extLst>
            </p:cNvPr>
            <p:cNvSpPr>
              <a:spLocks noGrp="1"/>
            </p:cNvSpPr>
            <p:nvPr/>
          </p:nvSpPr>
          <p:spPr>
            <a:xfrm>
              <a:off x="678946" y="1299635"/>
              <a:ext cx="53300" cy="484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39" name="asset_3414_12">
              <a:extLst>
                <a:ext uri="{FF2B5EF4-FFF2-40B4-BE49-F238E27FC236}">
                  <a16:creationId xmlns:a16="http://schemas.microsoft.com/office/drawing/2014/main" id="{809A5CEF-FA0A-42B3-90E8-473862C093B2}"/>
                </a:ext>
              </a:extLst>
            </p:cNvPr>
            <p:cNvSpPr>
              <a:spLocks noGrp="1"/>
            </p:cNvSpPr>
            <p:nvPr/>
          </p:nvSpPr>
          <p:spPr>
            <a:xfrm>
              <a:off x="700621" y="1238569"/>
              <a:ext cx="55136" cy="5014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0" name="asset_3414_13">
              <a:extLst>
                <a:ext uri="{FF2B5EF4-FFF2-40B4-BE49-F238E27FC236}">
                  <a16:creationId xmlns:a16="http://schemas.microsoft.com/office/drawing/2014/main" id="{0C482ECC-BBAB-4A4B-8A34-95C337092651}"/>
                </a:ext>
              </a:extLst>
            </p:cNvPr>
            <p:cNvSpPr>
              <a:spLocks noGrp="1"/>
            </p:cNvSpPr>
            <p:nvPr/>
          </p:nvSpPr>
          <p:spPr>
            <a:xfrm>
              <a:off x="662074" y="1316337"/>
              <a:ext cx="54027" cy="491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1" name="asset_3414_14">
              <a:extLst>
                <a:ext uri="{FF2B5EF4-FFF2-40B4-BE49-F238E27FC236}">
                  <a16:creationId xmlns:a16="http://schemas.microsoft.com/office/drawing/2014/main" id="{4E7EE424-3E1B-4E93-B011-39A4207D8743}"/>
                </a:ext>
              </a:extLst>
            </p:cNvPr>
            <p:cNvSpPr>
              <a:spLocks noGrp="1"/>
            </p:cNvSpPr>
            <p:nvPr/>
          </p:nvSpPr>
          <p:spPr>
            <a:xfrm>
              <a:off x="737584" y="1261375"/>
              <a:ext cx="39022" cy="354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2" name="asset_3414_15">
              <a:extLst>
                <a:ext uri="{FF2B5EF4-FFF2-40B4-BE49-F238E27FC236}">
                  <a16:creationId xmlns:a16="http://schemas.microsoft.com/office/drawing/2014/main" id="{81DAD5AA-6CFF-4628-999B-466589AE1FC4}"/>
                </a:ext>
              </a:extLst>
            </p:cNvPr>
            <p:cNvSpPr>
              <a:spLocks noGrp="1"/>
            </p:cNvSpPr>
            <p:nvPr/>
          </p:nvSpPr>
          <p:spPr>
            <a:xfrm>
              <a:off x="656636" y="1308255"/>
              <a:ext cx="50230" cy="4567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3" name="asset_3414_16">
              <a:extLst>
                <a:ext uri="{FF2B5EF4-FFF2-40B4-BE49-F238E27FC236}">
                  <a16:creationId xmlns:a16="http://schemas.microsoft.com/office/drawing/2014/main" id="{1B877CEC-535D-474C-B379-02C04636DC12}"/>
                </a:ext>
              </a:extLst>
            </p:cNvPr>
            <p:cNvSpPr>
              <a:spLocks noGrp="1"/>
            </p:cNvSpPr>
            <p:nvPr/>
          </p:nvSpPr>
          <p:spPr>
            <a:xfrm>
              <a:off x="716677" y="1230022"/>
              <a:ext cx="52846" cy="480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4" name="asset_3414_17">
              <a:extLst>
                <a:ext uri="{FF2B5EF4-FFF2-40B4-BE49-F238E27FC236}">
                  <a16:creationId xmlns:a16="http://schemas.microsoft.com/office/drawing/2014/main" id="{8128A240-90A3-46BF-A78C-C76D0051DE52}"/>
                </a:ext>
              </a:extLst>
            </p:cNvPr>
            <p:cNvSpPr>
              <a:spLocks noGrp="1"/>
            </p:cNvSpPr>
            <p:nvPr/>
          </p:nvSpPr>
          <p:spPr>
            <a:xfrm>
              <a:off x="622107" y="1288759"/>
              <a:ext cx="53269" cy="484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5" name="asset_3414_18">
              <a:extLst>
                <a:ext uri="{FF2B5EF4-FFF2-40B4-BE49-F238E27FC236}">
                  <a16:creationId xmlns:a16="http://schemas.microsoft.com/office/drawing/2014/main" id="{122B2273-9058-4ABE-B3A8-51E42B5ED5D7}"/>
                </a:ext>
              </a:extLst>
            </p:cNvPr>
            <p:cNvSpPr>
              <a:spLocks noGrp="1"/>
            </p:cNvSpPr>
            <p:nvPr/>
          </p:nvSpPr>
          <p:spPr>
            <a:xfrm>
              <a:off x="685531" y="1258088"/>
              <a:ext cx="57722" cy="524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6" name="asset_3414_19">
              <a:extLst>
                <a:ext uri="{FF2B5EF4-FFF2-40B4-BE49-F238E27FC236}">
                  <a16:creationId xmlns:a16="http://schemas.microsoft.com/office/drawing/2014/main" id="{E425EAEA-7675-414A-A10F-CBE40A030BA6}"/>
                </a:ext>
              </a:extLst>
            </p:cNvPr>
            <p:cNvSpPr>
              <a:spLocks noGrp="1"/>
            </p:cNvSpPr>
            <p:nvPr/>
          </p:nvSpPr>
          <p:spPr>
            <a:xfrm>
              <a:off x="634616" y="1285206"/>
              <a:ext cx="35782" cy="325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7" name="asset_3414_20">
              <a:extLst>
                <a:ext uri="{FF2B5EF4-FFF2-40B4-BE49-F238E27FC236}">
                  <a16:creationId xmlns:a16="http://schemas.microsoft.com/office/drawing/2014/main" id="{2684F19C-499A-4C22-A888-11B52D688E2A}"/>
                </a:ext>
              </a:extLst>
            </p:cNvPr>
            <p:cNvSpPr>
              <a:spLocks noGrp="1"/>
            </p:cNvSpPr>
            <p:nvPr/>
          </p:nvSpPr>
          <p:spPr>
            <a:xfrm>
              <a:off x="703132" y="1235535"/>
              <a:ext cx="50484" cy="459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8" name="asset_3414_21">
              <a:extLst>
                <a:ext uri="{FF2B5EF4-FFF2-40B4-BE49-F238E27FC236}">
                  <a16:creationId xmlns:a16="http://schemas.microsoft.com/office/drawing/2014/main" id="{64FCBEBD-D0A5-457E-BC62-8AC6B45991E0}"/>
                </a:ext>
              </a:extLst>
            </p:cNvPr>
            <p:cNvSpPr>
              <a:spLocks noGrp="1"/>
            </p:cNvSpPr>
            <p:nvPr/>
          </p:nvSpPr>
          <p:spPr>
            <a:xfrm>
              <a:off x="666247" y="1263146"/>
              <a:ext cx="46316" cy="421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9" name="asset_3414_22">
              <a:extLst>
                <a:ext uri="{FF2B5EF4-FFF2-40B4-BE49-F238E27FC236}">
                  <a16:creationId xmlns:a16="http://schemas.microsoft.com/office/drawing/2014/main" id="{1C090870-6508-4320-B574-C8B0F9A29602}"/>
                </a:ext>
              </a:extLst>
            </p:cNvPr>
            <p:cNvSpPr>
              <a:spLocks noGrp="1"/>
            </p:cNvSpPr>
            <p:nvPr/>
          </p:nvSpPr>
          <p:spPr>
            <a:xfrm>
              <a:off x="689187" y="1226321"/>
              <a:ext cx="52069" cy="473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0" name="asset_3414_23">
              <a:extLst>
                <a:ext uri="{FF2B5EF4-FFF2-40B4-BE49-F238E27FC236}">
                  <a16:creationId xmlns:a16="http://schemas.microsoft.com/office/drawing/2014/main" id="{D4A273CD-A67B-4AB4-8C24-44D617B03ADB}"/>
                </a:ext>
              </a:extLst>
            </p:cNvPr>
            <p:cNvSpPr>
              <a:spLocks noGrp="1"/>
            </p:cNvSpPr>
            <p:nvPr/>
          </p:nvSpPr>
          <p:spPr>
            <a:xfrm>
              <a:off x="676298" y="1262293"/>
              <a:ext cx="35211" cy="320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1" name="asset_3414_24">
              <a:extLst>
                <a:ext uri="{FF2B5EF4-FFF2-40B4-BE49-F238E27FC236}">
                  <a16:creationId xmlns:a16="http://schemas.microsoft.com/office/drawing/2014/main" id="{64CEB8A3-E33F-4E98-BF1A-44F2D75F553F}"/>
                </a:ext>
              </a:extLst>
            </p:cNvPr>
            <p:cNvSpPr>
              <a:spLocks noGrp="1"/>
            </p:cNvSpPr>
            <p:nvPr/>
          </p:nvSpPr>
          <p:spPr>
            <a:xfrm>
              <a:off x="710574" y="1241974"/>
              <a:ext cx="51181" cy="465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2" name="asset_3414_25">
              <a:extLst>
                <a:ext uri="{FF2B5EF4-FFF2-40B4-BE49-F238E27FC236}">
                  <a16:creationId xmlns:a16="http://schemas.microsoft.com/office/drawing/2014/main" id="{5386ECE5-8A1C-404C-B478-E19B36FBEAC7}"/>
                </a:ext>
              </a:extLst>
            </p:cNvPr>
            <p:cNvSpPr>
              <a:spLocks noGrp="1"/>
            </p:cNvSpPr>
            <p:nvPr/>
          </p:nvSpPr>
          <p:spPr>
            <a:xfrm>
              <a:off x="619016" y="1306465"/>
              <a:ext cx="39781" cy="3617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3" name="asset_3414_26">
              <a:extLst>
                <a:ext uri="{FF2B5EF4-FFF2-40B4-BE49-F238E27FC236}">
                  <a16:creationId xmlns:a16="http://schemas.microsoft.com/office/drawing/2014/main" id="{F460EC0E-6F95-49C0-A583-FDA95C52C1FD}"/>
                </a:ext>
              </a:extLst>
            </p:cNvPr>
            <p:cNvSpPr>
              <a:spLocks noGrp="1"/>
            </p:cNvSpPr>
            <p:nvPr/>
          </p:nvSpPr>
          <p:spPr>
            <a:xfrm>
              <a:off x="706703" y="1270194"/>
              <a:ext cx="56453" cy="513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4" name="asset_3414_27">
              <a:extLst>
                <a:ext uri="{FF2B5EF4-FFF2-40B4-BE49-F238E27FC236}">
                  <a16:creationId xmlns:a16="http://schemas.microsoft.com/office/drawing/2014/main" id="{4784AB20-9599-4491-A24C-F7E26224CAF7}"/>
                </a:ext>
              </a:extLst>
            </p:cNvPr>
            <p:cNvSpPr>
              <a:spLocks noGrp="1"/>
            </p:cNvSpPr>
            <p:nvPr/>
          </p:nvSpPr>
          <p:spPr>
            <a:xfrm>
              <a:off x="627026" y="1309936"/>
              <a:ext cx="50049" cy="455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5" name="asset_3414_28">
              <a:extLst>
                <a:ext uri="{FF2B5EF4-FFF2-40B4-BE49-F238E27FC236}">
                  <a16:creationId xmlns:a16="http://schemas.microsoft.com/office/drawing/2014/main" id="{B0141F24-EF7E-475F-8F17-4AAC2F76A97C}"/>
                </a:ext>
              </a:extLst>
            </p:cNvPr>
            <p:cNvSpPr>
              <a:spLocks noGrp="1"/>
            </p:cNvSpPr>
            <p:nvPr/>
          </p:nvSpPr>
          <p:spPr>
            <a:xfrm>
              <a:off x="674741" y="1262956"/>
              <a:ext cx="41261" cy="3752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6" name="asset_3414_29">
              <a:extLst>
                <a:ext uri="{FF2B5EF4-FFF2-40B4-BE49-F238E27FC236}">
                  <a16:creationId xmlns:a16="http://schemas.microsoft.com/office/drawing/2014/main" id="{4C5F5EFD-4C17-4423-B012-93E75D5453F4}"/>
                </a:ext>
              </a:extLst>
            </p:cNvPr>
            <p:cNvSpPr>
              <a:spLocks noGrp="1"/>
            </p:cNvSpPr>
            <p:nvPr/>
          </p:nvSpPr>
          <p:spPr>
            <a:xfrm>
              <a:off x="636012" y="1288141"/>
              <a:ext cx="36386" cy="330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7" name="asset_3414_30">
              <a:extLst>
                <a:ext uri="{FF2B5EF4-FFF2-40B4-BE49-F238E27FC236}">
                  <a16:creationId xmlns:a16="http://schemas.microsoft.com/office/drawing/2014/main" id="{E2F57756-70E7-4B2F-BDED-B0D54716DD7F}"/>
                </a:ext>
              </a:extLst>
            </p:cNvPr>
            <p:cNvSpPr>
              <a:spLocks noGrp="1"/>
            </p:cNvSpPr>
            <p:nvPr/>
          </p:nvSpPr>
          <p:spPr>
            <a:xfrm>
              <a:off x="688535" y="1252755"/>
              <a:ext cx="51756" cy="470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8" name="asset_3414_31">
              <a:extLst>
                <a:ext uri="{FF2B5EF4-FFF2-40B4-BE49-F238E27FC236}">
                  <a16:creationId xmlns:a16="http://schemas.microsoft.com/office/drawing/2014/main" id="{8B97F052-B900-4708-9C33-AB607138C8AA}"/>
                </a:ext>
              </a:extLst>
            </p:cNvPr>
            <p:cNvSpPr>
              <a:spLocks noGrp="1"/>
            </p:cNvSpPr>
            <p:nvPr/>
          </p:nvSpPr>
          <p:spPr>
            <a:xfrm>
              <a:off x="634940" y="1309328"/>
              <a:ext cx="44426" cy="404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9" name="asset_3414_32">
              <a:extLst>
                <a:ext uri="{FF2B5EF4-FFF2-40B4-BE49-F238E27FC236}">
                  <a16:creationId xmlns:a16="http://schemas.microsoft.com/office/drawing/2014/main" id="{F2837722-431E-4068-AE8F-A39C840C724E}"/>
                </a:ext>
              </a:extLst>
            </p:cNvPr>
            <p:cNvSpPr>
              <a:spLocks noGrp="1"/>
            </p:cNvSpPr>
            <p:nvPr/>
          </p:nvSpPr>
          <p:spPr>
            <a:xfrm>
              <a:off x="680434" y="1233643"/>
              <a:ext cx="57438" cy="522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0" name="asset_3414_33">
              <a:extLst>
                <a:ext uri="{FF2B5EF4-FFF2-40B4-BE49-F238E27FC236}">
                  <a16:creationId xmlns:a16="http://schemas.microsoft.com/office/drawing/2014/main" id="{9BC3D3D1-6449-4767-A341-1B6348606030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324386"/>
              <a:ext cx="47829" cy="434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1" name="asset_3414_34">
              <a:extLst>
                <a:ext uri="{FF2B5EF4-FFF2-40B4-BE49-F238E27FC236}">
                  <a16:creationId xmlns:a16="http://schemas.microsoft.com/office/drawing/2014/main" id="{07E297E9-4FFE-4371-81E6-DAFC09FCB519}"/>
                </a:ext>
              </a:extLst>
            </p:cNvPr>
            <p:cNvSpPr>
              <a:spLocks noGrp="1"/>
            </p:cNvSpPr>
            <p:nvPr/>
          </p:nvSpPr>
          <p:spPr>
            <a:xfrm>
              <a:off x="688662" y="1241315"/>
              <a:ext cx="32402" cy="294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2" name="asset_3414_35">
              <a:extLst>
                <a:ext uri="{FF2B5EF4-FFF2-40B4-BE49-F238E27FC236}">
                  <a16:creationId xmlns:a16="http://schemas.microsoft.com/office/drawing/2014/main" id="{88D10FFB-7A60-403A-B35B-F1BD46C1B107}"/>
                </a:ext>
              </a:extLst>
            </p:cNvPr>
            <p:cNvSpPr>
              <a:spLocks noGrp="1"/>
            </p:cNvSpPr>
            <p:nvPr/>
          </p:nvSpPr>
          <p:spPr>
            <a:xfrm>
              <a:off x="648667" y="1308715"/>
              <a:ext cx="50913" cy="4630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3" name="asset_3414_36">
              <a:extLst>
                <a:ext uri="{FF2B5EF4-FFF2-40B4-BE49-F238E27FC236}">
                  <a16:creationId xmlns:a16="http://schemas.microsoft.com/office/drawing/2014/main" id="{7DE917BC-B1BA-46E4-8DD6-E69FF173F5AE}"/>
                </a:ext>
              </a:extLst>
            </p:cNvPr>
            <p:cNvSpPr>
              <a:spLocks noGrp="1"/>
            </p:cNvSpPr>
            <p:nvPr/>
          </p:nvSpPr>
          <p:spPr>
            <a:xfrm>
              <a:off x="687101" y="1240408"/>
              <a:ext cx="45173" cy="410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4" name="asset_3414_37">
              <a:extLst>
                <a:ext uri="{FF2B5EF4-FFF2-40B4-BE49-F238E27FC236}">
                  <a16:creationId xmlns:a16="http://schemas.microsoft.com/office/drawing/2014/main" id="{DE41F767-04AD-4FDC-8627-0D49489DBB3B}"/>
                </a:ext>
              </a:extLst>
            </p:cNvPr>
            <p:cNvSpPr>
              <a:spLocks noGrp="1"/>
            </p:cNvSpPr>
            <p:nvPr/>
          </p:nvSpPr>
          <p:spPr>
            <a:xfrm>
              <a:off x="676719" y="1270681"/>
              <a:ext cx="50933" cy="463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5" name="asset_3414_38">
              <a:extLst>
                <a:ext uri="{FF2B5EF4-FFF2-40B4-BE49-F238E27FC236}">
                  <a16:creationId xmlns:a16="http://schemas.microsoft.com/office/drawing/2014/main" id="{1EE5BCC9-6CF9-46C2-8C12-19163950CEE6}"/>
                </a:ext>
              </a:extLst>
            </p:cNvPr>
            <p:cNvSpPr>
              <a:spLocks noGrp="1"/>
            </p:cNvSpPr>
            <p:nvPr/>
          </p:nvSpPr>
          <p:spPr>
            <a:xfrm>
              <a:off x="723506" y="1279525"/>
              <a:ext cx="44591" cy="405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6" name="asset_3414_39">
              <a:extLst>
                <a:ext uri="{FF2B5EF4-FFF2-40B4-BE49-F238E27FC236}">
                  <a16:creationId xmlns:a16="http://schemas.microsoft.com/office/drawing/2014/main" id="{056EA8C4-A1AC-4628-9891-2468A722D09E}"/>
                </a:ext>
              </a:extLst>
            </p:cNvPr>
            <p:cNvSpPr>
              <a:spLocks noGrp="1"/>
            </p:cNvSpPr>
            <p:nvPr/>
          </p:nvSpPr>
          <p:spPr>
            <a:xfrm>
              <a:off x="635195" y="1260047"/>
              <a:ext cx="38357" cy="348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7" name="asset_3414_40">
              <a:extLst>
                <a:ext uri="{FF2B5EF4-FFF2-40B4-BE49-F238E27FC236}">
                  <a16:creationId xmlns:a16="http://schemas.microsoft.com/office/drawing/2014/main" id="{17594FFA-9A42-4770-92A6-4D14A035CA84}"/>
                </a:ext>
              </a:extLst>
            </p:cNvPr>
            <p:cNvSpPr>
              <a:spLocks noGrp="1"/>
            </p:cNvSpPr>
            <p:nvPr/>
          </p:nvSpPr>
          <p:spPr>
            <a:xfrm>
              <a:off x="685263" y="1261814"/>
              <a:ext cx="31619" cy="287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8" name="asset_3414_41">
              <a:extLst>
                <a:ext uri="{FF2B5EF4-FFF2-40B4-BE49-F238E27FC236}">
                  <a16:creationId xmlns:a16="http://schemas.microsoft.com/office/drawing/2014/main" id="{8276C0C2-C7BB-450F-86C5-B9D37ED5AB5C}"/>
                </a:ext>
              </a:extLst>
            </p:cNvPr>
            <p:cNvSpPr>
              <a:spLocks noGrp="1"/>
            </p:cNvSpPr>
            <p:nvPr/>
          </p:nvSpPr>
          <p:spPr>
            <a:xfrm>
              <a:off x="660523" y="1252251"/>
              <a:ext cx="45000" cy="409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9" name="asset_3414_42">
              <a:extLst>
                <a:ext uri="{FF2B5EF4-FFF2-40B4-BE49-F238E27FC236}">
                  <a16:creationId xmlns:a16="http://schemas.microsoft.com/office/drawing/2014/main" id="{A55BB714-2884-463A-9598-4F70B5A9959E}"/>
                </a:ext>
              </a:extLst>
            </p:cNvPr>
            <p:cNvSpPr>
              <a:spLocks noGrp="1"/>
            </p:cNvSpPr>
            <p:nvPr/>
          </p:nvSpPr>
          <p:spPr>
            <a:xfrm>
              <a:off x="719742" y="1250776"/>
              <a:ext cx="35274" cy="320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0" name="asset_3414_43">
              <a:extLst>
                <a:ext uri="{FF2B5EF4-FFF2-40B4-BE49-F238E27FC236}">
                  <a16:creationId xmlns:a16="http://schemas.microsoft.com/office/drawing/2014/main" id="{1577A076-E83F-4AE6-A429-4064DFBF3F2C}"/>
                </a:ext>
              </a:extLst>
            </p:cNvPr>
            <p:cNvSpPr>
              <a:spLocks noGrp="1"/>
            </p:cNvSpPr>
            <p:nvPr/>
          </p:nvSpPr>
          <p:spPr>
            <a:xfrm>
              <a:off x="624669" y="1254992"/>
              <a:ext cx="53358" cy="4852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1" name="asset_3414_44">
              <a:extLst>
                <a:ext uri="{FF2B5EF4-FFF2-40B4-BE49-F238E27FC236}">
                  <a16:creationId xmlns:a16="http://schemas.microsoft.com/office/drawing/2014/main" id="{54565839-792C-499C-ADBC-0B0D78F3DCCD}"/>
                </a:ext>
              </a:extLst>
            </p:cNvPr>
            <p:cNvSpPr>
              <a:spLocks noGrp="1"/>
            </p:cNvSpPr>
            <p:nvPr/>
          </p:nvSpPr>
          <p:spPr>
            <a:xfrm>
              <a:off x="727377" y="1252247"/>
              <a:ext cx="38355" cy="348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2" name="asset_3414_45">
              <a:extLst>
                <a:ext uri="{FF2B5EF4-FFF2-40B4-BE49-F238E27FC236}">
                  <a16:creationId xmlns:a16="http://schemas.microsoft.com/office/drawing/2014/main" id="{6A2D75D1-E2EF-4258-9784-BDA27760D4D9}"/>
                </a:ext>
              </a:extLst>
            </p:cNvPr>
            <p:cNvSpPr>
              <a:spLocks noGrp="1"/>
            </p:cNvSpPr>
            <p:nvPr/>
          </p:nvSpPr>
          <p:spPr>
            <a:xfrm>
              <a:off x="653070" y="1275686"/>
              <a:ext cx="51588" cy="469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3" name="asset_3414_46">
              <a:extLst>
                <a:ext uri="{FF2B5EF4-FFF2-40B4-BE49-F238E27FC236}">
                  <a16:creationId xmlns:a16="http://schemas.microsoft.com/office/drawing/2014/main" id="{97F8D23C-3534-42F5-B014-9B650223E4F0}"/>
                </a:ext>
              </a:extLst>
            </p:cNvPr>
            <p:cNvSpPr>
              <a:spLocks noGrp="1"/>
            </p:cNvSpPr>
            <p:nvPr/>
          </p:nvSpPr>
          <p:spPr>
            <a:xfrm>
              <a:off x="730286" y="1275274"/>
              <a:ext cx="31926" cy="290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4" name="asset_3414_47">
              <a:extLst>
                <a:ext uri="{FF2B5EF4-FFF2-40B4-BE49-F238E27FC236}">
                  <a16:creationId xmlns:a16="http://schemas.microsoft.com/office/drawing/2014/main" id="{CD3EC0C3-A769-4B52-86EB-0D88AC932FC2}"/>
                </a:ext>
              </a:extLst>
            </p:cNvPr>
            <p:cNvSpPr>
              <a:spLocks noGrp="1"/>
            </p:cNvSpPr>
            <p:nvPr/>
          </p:nvSpPr>
          <p:spPr>
            <a:xfrm>
              <a:off x="666294" y="1264679"/>
              <a:ext cx="48789" cy="443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5" name="asset_3414_48">
              <a:extLst>
                <a:ext uri="{FF2B5EF4-FFF2-40B4-BE49-F238E27FC236}">
                  <a16:creationId xmlns:a16="http://schemas.microsoft.com/office/drawing/2014/main" id="{1D74C523-9C10-49CD-B66D-61B22AE36B7D}"/>
                </a:ext>
              </a:extLst>
            </p:cNvPr>
            <p:cNvSpPr>
              <a:spLocks noGrp="1"/>
            </p:cNvSpPr>
            <p:nvPr/>
          </p:nvSpPr>
          <p:spPr>
            <a:xfrm>
              <a:off x="693567" y="1244208"/>
              <a:ext cx="55201" cy="501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6" name="asset_3414_49">
              <a:extLst>
                <a:ext uri="{FF2B5EF4-FFF2-40B4-BE49-F238E27FC236}">
                  <a16:creationId xmlns:a16="http://schemas.microsoft.com/office/drawing/2014/main" id="{F5FCFBDF-DCE9-4A66-9D9C-4938A49D6EC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1969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391">
              <a:solidFill>
                <a:srgbClr val="8AB3D9"/>
              </a:solidFill>
            </a:ln>
          </p:spPr>
        </p:sp>
      </p:grpSp>
      <p:grpSp>
        <p:nvGrpSpPr>
          <p:cNvPr id="1077" name="a | Raw distribution">
            <a:extLst>
              <a:ext uri="{FF2B5EF4-FFF2-40B4-BE49-F238E27FC236}">
                <a16:creationId xmlns:a16="http://schemas.microsoft.com/office/drawing/2014/main" id="{1AE5A644-F695-2A8F-9C56-628B233FF041}"/>
              </a:ext>
            </a:extLst>
          </p:cNvPr>
          <p:cNvGrpSpPr/>
          <p:nvPr/>
        </p:nvGrpSpPr>
        <p:grpSpPr>
          <a:xfrm>
            <a:off x="1476870" y="1592780"/>
            <a:ext cx="201031" cy="116005"/>
            <a:chOff x="165240" y="2224800"/>
            <a:chExt cx="280800" cy="162036"/>
          </a:xfrm>
        </p:grpSpPr>
        <p:sp>
          <p:nvSpPr>
            <p:cNvPr id="1078" name="part_3415_0">
              <a:extLst>
                <a:ext uri="{FF2B5EF4-FFF2-40B4-BE49-F238E27FC236}">
                  <a16:creationId xmlns:a16="http://schemas.microsoft.com/office/drawing/2014/main" id="{72FB2CC3-0E40-CD97-0E9F-6D5B0730CDAD}"/>
                </a:ext>
              </a:extLst>
            </p:cNvPr>
            <p:cNvSpPr>
              <a:spLocks/>
            </p:cNvSpPr>
            <p:nvPr/>
          </p:nvSpPr>
          <p:spPr>
            <a:xfrm>
              <a:off x="174240" y="2224800"/>
              <a:ext cx="262800" cy="162000"/>
            </a:xfrm>
            <a:custGeom>
              <a:avLst/>
              <a:gdLst/>
              <a:ahLst/>
              <a:cxnLst/>
              <a:rect l="0" t="0" r="0" b="0"/>
              <a:pathLst>
                <a:path w="262800" h="162000">
                  <a:moveTo>
                    <a:pt x="0" y="162000"/>
                  </a:moveTo>
                  <a:lnTo>
                    <a:pt x="0" y="161032"/>
                  </a:lnTo>
                  <a:lnTo>
                    <a:pt x="4106" y="160673"/>
                  </a:lnTo>
                  <a:lnTo>
                    <a:pt x="8213" y="160200"/>
                  </a:lnTo>
                  <a:lnTo>
                    <a:pt x="12319" y="159583"/>
                  </a:lnTo>
                  <a:lnTo>
                    <a:pt x="16425" y="158786"/>
                  </a:lnTo>
                  <a:lnTo>
                    <a:pt x="20531" y="157768"/>
                  </a:lnTo>
                  <a:lnTo>
                    <a:pt x="24638" y="156484"/>
                  </a:lnTo>
                  <a:lnTo>
                    <a:pt x="28744" y="154882"/>
                  </a:lnTo>
                  <a:lnTo>
                    <a:pt x="32850" y="152906"/>
                  </a:lnTo>
                  <a:lnTo>
                    <a:pt x="36956" y="150497"/>
                  </a:lnTo>
                  <a:lnTo>
                    <a:pt x="41063" y="147595"/>
                  </a:lnTo>
                  <a:lnTo>
                    <a:pt x="45169" y="144139"/>
                  </a:lnTo>
                  <a:lnTo>
                    <a:pt x="49275" y="140076"/>
                  </a:lnTo>
                  <a:lnTo>
                    <a:pt x="53381" y="135355"/>
                  </a:lnTo>
                  <a:lnTo>
                    <a:pt x="57488" y="129940"/>
                  </a:lnTo>
                  <a:lnTo>
                    <a:pt x="61594" y="123809"/>
                  </a:lnTo>
                  <a:lnTo>
                    <a:pt x="65700" y="116958"/>
                  </a:lnTo>
                  <a:lnTo>
                    <a:pt x="69806" y="109406"/>
                  </a:lnTo>
                  <a:lnTo>
                    <a:pt x="73913" y="101200"/>
                  </a:lnTo>
                  <a:lnTo>
                    <a:pt x="78019" y="92412"/>
                  </a:lnTo>
                  <a:lnTo>
                    <a:pt x="82125" y="83146"/>
                  </a:lnTo>
                  <a:lnTo>
                    <a:pt x="86231" y="73536"/>
                  </a:lnTo>
                  <a:lnTo>
                    <a:pt x="90338" y="63742"/>
                  </a:lnTo>
                  <a:lnTo>
                    <a:pt x="94444" y="53950"/>
                  </a:lnTo>
                  <a:lnTo>
                    <a:pt x="98550" y="44364"/>
                  </a:lnTo>
                  <a:lnTo>
                    <a:pt x="102656" y="35202"/>
                  </a:lnTo>
                  <a:lnTo>
                    <a:pt x="106763" y="26686"/>
                  </a:lnTo>
                  <a:lnTo>
                    <a:pt x="110869" y="19036"/>
                  </a:lnTo>
                  <a:lnTo>
                    <a:pt x="114975" y="12455"/>
                  </a:lnTo>
                  <a:lnTo>
                    <a:pt x="119081" y="7128"/>
                  </a:lnTo>
                  <a:lnTo>
                    <a:pt x="123188" y="3208"/>
                  </a:lnTo>
                  <a:lnTo>
                    <a:pt x="127294" y="808"/>
                  </a:lnTo>
                  <a:lnTo>
                    <a:pt x="131400" y="0"/>
                  </a:lnTo>
                  <a:lnTo>
                    <a:pt x="135506" y="808"/>
                  </a:lnTo>
                  <a:lnTo>
                    <a:pt x="139613" y="3208"/>
                  </a:lnTo>
                  <a:lnTo>
                    <a:pt x="143719" y="7128"/>
                  </a:lnTo>
                  <a:lnTo>
                    <a:pt x="147825" y="12455"/>
                  </a:lnTo>
                  <a:lnTo>
                    <a:pt x="151931" y="19036"/>
                  </a:lnTo>
                  <a:lnTo>
                    <a:pt x="156038" y="26686"/>
                  </a:lnTo>
                  <a:lnTo>
                    <a:pt x="160144" y="35202"/>
                  </a:lnTo>
                  <a:lnTo>
                    <a:pt x="164250" y="44364"/>
                  </a:lnTo>
                  <a:lnTo>
                    <a:pt x="168356" y="53950"/>
                  </a:lnTo>
                  <a:lnTo>
                    <a:pt x="172463" y="63742"/>
                  </a:lnTo>
                  <a:lnTo>
                    <a:pt x="176569" y="73536"/>
                  </a:lnTo>
                  <a:lnTo>
                    <a:pt x="180675" y="83146"/>
                  </a:lnTo>
                  <a:lnTo>
                    <a:pt x="184781" y="92412"/>
                  </a:lnTo>
                  <a:lnTo>
                    <a:pt x="188888" y="101200"/>
                  </a:lnTo>
                  <a:lnTo>
                    <a:pt x="192994" y="109406"/>
                  </a:lnTo>
                  <a:lnTo>
                    <a:pt x="197100" y="116958"/>
                  </a:lnTo>
                  <a:lnTo>
                    <a:pt x="201206" y="123809"/>
                  </a:lnTo>
                  <a:lnTo>
                    <a:pt x="205313" y="129940"/>
                  </a:lnTo>
                  <a:lnTo>
                    <a:pt x="209419" y="135355"/>
                  </a:lnTo>
                  <a:lnTo>
                    <a:pt x="213525" y="140076"/>
                  </a:lnTo>
                  <a:lnTo>
                    <a:pt x="217631" y="144139"/>
                  </a:lnTo>
                  <a:lnTo>
                    <a:pt x="221738" y="147595"/>
                  </a:lnTo>
                  <a:lnTo>
                    <a:pt x="225844" y="150497"/>
                  </a:lnTo>
                  <a:lnTo>
                    <a:pt x="229950" y="152906"/>
                  </a:lnTo>
                  <a:lnTo>
                    <a:pt x="234056" y="154882"/>
                  </a:lnTo>
                  <a:lnTo>
                    <a:pt x="238163" y="156484"/>
                  </a:lnTo>
                  <a:lnTo>
                    <a:pt x="242269" y="157768"/>
                  </a:lnTo>
                  <a:lnTo>
                    <a:pt x="246375" y="158786"/>
                  </a:lnTo>
                  <a:lnTo>
                    <a:pt x="250481" y="159583"/>
                  </a:lnTo>
                  <a:lnTo>
                    <a:pt x="254588" y="160200"/>
                  </a:lnTo>
                  <a:lnTo>
                    <a:pt x="258694" y="160673"/>
                  </a:lnTo>
                  <a:lnTo>
                    <a:pt x="262800" y="161032"/>
                  </a:lnTo>
                  <a:lnTo>
                    <a:pt x="262800" y="162000"/>
                  </a:lnTo>
                  <a:close/>
                </a:path>
              </a:pathLst>
            </a:custGeom>
            <a:solidFill>
              <a:srgbClr val="DCE8FA">
                <a:alpha val="80000"/>
              </a:srgbClr>
            </a:solidFill>
            <a:ln w="0">
              <a:noFill/>
            </a:ln>
          </p:spPr>
        </p:sp>
        <p:sp>
          <p:nvSpPr>
            <p:cNvPr id="1079" name="part_3415_1">
              <a:extLst>
                <a:ext uri="{FF2B5EF4-FFF2-40B4-BE49-F238E27FC236}">
                  <a16:creationId xmlns:a16="http://schemas.microsoft.com/office/drawing/2014/main" id="{119F2FBA-CDFB-8696-18C3-F6D4EB563784}"/>
                </a:ext>
              </a:extLst>
            </p:cNvPr>
            <p:cNvSpPr>
              <a:spLocks/>
            </p:cNvSpPr>
            <p:nvPr/>
          </p:nvSpPr>
          <p:spPr>
            <a:xfrm>
              <a:off x="174240" y="2224800"/>
              <a:ext cx="262800" cy="161032"/>
            </a:xfrm>
            <a:custGeom>
              <a:avLst/>
              <a:gdLst/>
              <a:ahLst/>
              <a:cxnLst/>
              <a:rect l="0" t="0" r="0" b="0"/>
              <a:pathLst>
                <a:path w="262800" h="161032">
                  <a:moveTo>
                    <a:pt x="0" y="161032"/>
                  </a:moveTo>
                  <a:lnTo>
                    <a:pt x="4106" y="160673"/>
                  </a:lnTo>
                  <a:lnTo>
                    <a:pt x="8213" y="160200"/>
                  </a:lnTo>
                  <a:lnTo>
                    <a:pt x="12319" y="159583"/>
                  </a:lnTo>
                  <a:lnTo>
                    <a:pt x="16425" y="158786"/>
                  </a:lnTo>
                  <a:lnTo>
                    <a:pt x="20531" y="157768"/>
                  </a:lnTo>
                  <a:lnTo>
                    <a:pt x="24638" y="156484"/>
                  </a:lnTo>
                  <a:lnTo>
                    <a:pt x="28744" y="154882"/>
                  </a:lnTo>
                  <a:lnTo>
                    <a:pt x="32850" y="152906"/>
                  </a:lnTo>
                  <a:lnTo>
                    <a:pt x="36956" y="150497"/>
                  </a:lnTo>
                  <a:lnTo>
                    <a:pt x="41063" y="147595"/>
                  </a:lnTo>
                  <a:lnTo>
                    <a:pt x="45169" y="144139"/>
                  </a:lnTo>
                  <a:lnTo>
                    <a:pt x="49275" y="140076"/>
                  </a:lnTo>
                  <a:lnTo>
                    <a:pt x="53381" y="135355"/>
                  </a:lnTo>
                  <a:lnTo>
                    <a:pt x="57488" y="129940"/>
                  </a:lnTo>
                  <a:lnTo>
                    <a:pt x="61594" y="123809"/>
                  </a:lnTo>
                  <a:lnTo>
                    <a:pt x="65700" y="116958"/>
                  </a:lnTo>
                  <a:lnTo>
                    <a:pt x="69806" y="109406"/>
                  </a:lnTo>
                  <a:lnTo>
                    <a:pt x="73913" y="101200"/>
                  </a:lnTo>
                  <a:lnTo>
                    <a:pt x="78019" y="92412"/>
                  </a:lnTo>
                  <a:lnTo>
                    <a:pt x="82125" y="83146"/>
                  </a:lnTo>
                  <a:lnTo>
                    <a:pt x="86231" y="73536"/>
                  </a:lnTo>
                  <a:lnTo>
                    <a:pt x="90338" y="63742"/>
                  </a:lnTo>
                  <a:lnTo>
                    <a:pt x="94444" y="53950"/>
                  </a:lnTo>
                  <a:lnTo>
                    <a:pt x="98550" y="44364"/>
                  </a:lnTo>
                  <a:lnTo>
                    <a:pt x="102656" y="35202"/>
                  </a:lnTo>
                  <a:lnTo>
                    <a:pt x="106763" y="26686"/>
                  </a:lnTo>
                  <a:lnTo>
                    <a:pt x="110869" y="19036"/>
                  </a:lnTo>
                  <a:lnTo>
                    <a:pt x="114975" y="12455"/>
                  </a:lnTo>
                  <a:lnTo>
                    <a:pt x="119081" y="7128"/>
                  </a:lnTo>
                  <a:lnTo>
                    <a:pt x="123188" y="3208"/>
                  </a:lnTo>
                  <a:lnTo>
                    <a:pt x="127294" y="808"/>
                  </a:lnTo>
                  <a:lnTo>
                    <a:pt x="131400" y="0"/>
                  </a:lnTo>
                  <a:lnTo>
                    <a:pt x="135506" y="808"/>
                  </a:lnTo>
                  <a:lnTo>
                    <a:pt x="139613" y="3208"/>
                  </a:lnTo>
                  <a:lnTo>
                    <a:pt x="143719" y="7128"/>
                  </a:lnTo>
                  <a:lnTo>
                    <a:pt x="147825" y="12455"/>
                  </a:lnTo>
                  <a:lnTo>
                    <a:pt x="151931" y="19036"/>
                  </a:lnTo>
                  <a:lnTo>
                    <a:pt x="156038" y="26686"/>
                  </a:lnTo>
                  <a:lnTo>
                    <a:pt x="160144" y="35202"/>
                  </a:lnTo>
                  <a:lnTo>
                    <a:pt x="164250" y="44364"/>
                  </a:lnTo>
                  <a:lnTo>
                    <a:pt x="168356" y="53950"/>
                  </a:lnTo>
                  <a:lnTo>
                    <a:pt x="172463" y="63742"/>
                  </a:lnTo>
                  <a:lnTo>
                    <a:pt x="176569" y="73536"/>
                  </a:lnTo>
                  <a:lnTo>
                    <a:pt x="180675" y="83146"/>
                  </a:lnTo>
                  <a:lnTo>
                    <a:pt x="184781" y="92412"/>
                  </a:lnTo>
                  <a:lnTo>
                    <a:pt x="188888" y="101200"/>
                  </a:lnTo>
                  <a:lnTo>
                    <a:pt x="192994" y="109406"/>
                  </a:lnTo>
                  <a:lnTo>
                    <a:pt x="197100" y="116958"/>
                  </a:lnTo>
                  <a:lnTo>
                    <a:pt x="201206" y="123809"/>
                  </a:lnTo>
                  <a:lnTo>
                    <a:pt x="205313" y="129940"/>
                  </a:lnTo>
                  <a:lnTo>
                    <a:pt x="209419" y="135355"/>
                  </a:lnTo>
                  <a:lnTo>
                    <a:pt x="213525" y="140076"/>
                  </a:lnTo>
                  <a:lnTo>
                    <a:pt x="217631" y="144139"/>
                  </a:lnTo>
                  <a:lnTo>
                    <a:pt x="221738" y="147595"/>
                  </a:lnTo>
                  <a:lnTo>
                    <a:pt x="225844" y="150497"/>
                  </a:lnTo>
                  <a:lnTo>
                    <a:pt x="229950" y="152906"/>
                  </a:lnTo>
                  <a:lnTo>
                    <a:pt x="234056" y="154882"/>
                  </a:lnTo>
                  <a:lnTo>
                    <a:pt x="238163" y="156484"/>
                  </a:lnTo>
                  <a:lnTo>
                    <a:pt x="242269" y="157768"/>
                  </a:lnTo>
                  <a:lnTo>
                    <a:pt x="246375" y="158786"/>
                  </a:lnTo>
                  <a:lnTo>
                    <a:pt x="250481" y="159583"/>
                  </a:lnTo>
                  <a:lnTo>
                    <a:pt x="254588" y="160200"/>
                  </a:lnTo>
                  <a:lnTo>
                    <a:pt x="258694" y="160673"/>
                  </a:lnTo>
                  <a:lnTo>
                    <a:pt x="262800" y="161032"/>
                  </a:lnTo>
                </a:path>
              </a:pathLst>
            </a:custGeom>
            <a:noFill/>
            <a:ln w="4320">
              <a:solidFill>
                <a:srgbClr val="9AB9E3"/>
              </a:solidFill>
            </a:ln>
          </p:spPr>
        </p:sp>
        <p:sp>
          <p:nvSpPr>
            <p:cNvPr id="1080" name="part_3415_2">
              <a:extLst>
                <a:ext uri="{FF2B5EF4-FFF2-40B4-BE49-F238E27FC236}">
                  <a16:creationId xmlns:a16="http://schemas.microsoft.com/office/drawing/2014/main" id="{C1335999-DFEC-C78A-AE0E-8BC0C2566750}"/>
                </a:ext>
              </a:extLst>
            </p:cNvPr>
            <p:cNvSpPr>
              <a:spLocks/>
            </p:cNvSpPr>
            <p:nvPr/>
          </p:nvSpPr>
          <p:spPr>
            <a:xfrm>
              <a:off x="165240" y="2386800"/>
              <a:ext cx="280800" cy="36"/>
            </a:xfrm>
            <a:custGeom>
              <a:avLst/>
              <a:gdLst/>
              <a:ahLst/>
              <a:cxnLst/>
              <a:rect l="0" t="0" r="0" b="0"/>
              <a:pathLst>
                <a:path w="280800" h="36">
                  <a:moveTo>
                    <a:pt x="0" y="0"/>
                  </a:moveTo>
                  <a:lnTo>
                    <a:pt x="280800" y="0"/>
                  </a:lnTo>
                </a:path>
              </a:pathLst>
            </a:custGeom>
            <a:noFill/>
            <a:ln w="3600">
              <a:solidFill>
                <a:srgbClr val="C4D2DF"/>
              </a:solidFill>
            </a:ln>
          </p:spPr>
        </p:sp>
      </p:grpSp>
      <p:grpSp>
        <p:nvGrpSpPr>
          <p:cNvPr id="1081" name="a | Z-score histogram">
            <a:extLst>
              <a:ext uri="{FF2B5EF4-FFF2-40B4-BE49-F238E27FC236}">
                <a16:creationId xmlns:a16="http://schemas.microsoft.com/office/drawing/2014/main" id="{3EDCF536-E705-00EF-29AD-AE208B67E7E3}"/>
              </a:ext>
            </a:extLst>
          </p:cNvPr>
          <p:cNvGrpSpPr/>
          <p:nvPr/>
        </p:nvGrpSpPr>
        <p:grpSpPr>
          <a:xfrm>
            <a:off x="1762437" y="1569346"/>
            <a:ext cx="219072" cy="134388"/>
            <a:chOff x="564120" y="2192067"/>
            <a:chExt cx="306000" cy="187713"/>
          </a:xfrm>
        </p:grpSpPr>
        <p:sp>
          <p:nvSpPr>
            <p:cNvPr id="1082" name="hist_3416_0">
              <a:extLst>
                <a:ext uri="{FF2B5EF4-FFF2-40B4-BE49-F238E27FC236}">
                  <a16:creationId xmlns:a16="http://schemas.microsoft.com/office/drawing/2014/main" id="{4030C466-D414-7509-97F9-1ABD0D2CF5F8}"/>
                </a:ext>
              </a:extLst>
            </p:cNvPr>
            <p:cNvSpPr>
              <a:spLocks/>
            </p:cNvSpPr>
            <p:nvPr/>
          </p:nvSpPr>
          <p:spPr>
            <a:xfrm>
              <a:off x="571320" y="2375668"/>
              <a:ext cx="8460" cy="213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3" name="hist_3416_1">
              <a:extLst>
                <a:ext uri="{FF2B5EF4-FFF2-40B4-BE49-F238E27FC236}">
                  <a16:creationId xmlns:a16="http://schemas.microsoft.com/office/drawing/2014/main" id="{96B4A17B-48FB-1460-8C15-641A3A76423F}"/>
                </a:ext>
              </a:extLst>
            </p:cNvPr>
            <p:cNvSpPr>
              <a:spLocks/>
            </p:cNvSpPr>
            <p:nvPr/>
          </p:nvSpPr>
          <p:spPr>
            <a:xfrm>
              <a:off x="582120" y="2373576"/>
              <a:ext cx="8460" cy="422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4" name="hist_3416_2">
              <a:extLst>
                <a:ext uri="{FF2B5EF4-FFF2-40B4-BE49-F238E27FC236}">
                  <a16:creationId xmlns:a16="http://schemas.microsoft.com/office/drawing/2014/main" id="{5CF0458F-7E8B-5CA6-AC04-C32A88F3D20B}"/>
                </a:ext>
              </a:extLst>
            </p:cNvPr>
            <p:cNvSpPr>
              <a:spLocks/>
            </p:cNvSpPr>
            <p:nvPr/>
          </p:nvSpPr>
          <p:spPr>
            <a:xfrm>
              <a:off x="592920" y="2370486"/>
              <a:ext cx="8460" cy="731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5" name="hist_3416_3">
              <a:extLst>
                <a:ext uri="{FF2B5EF4-FFF2-40B4-BE49-F238E27FC236}">
                  <a16:creationId xmlns:a16="http://schemas.microsoft.com/office/drawing/2014/main" id="{87ED907D-908B-DDFA-5A47-4EFCF1E95E10}"/>
                </a:ext>
              </a:extLst>
            </p:cNvPr>
            <p:cNvSpPr>
              <a:spLocks/>
            </p:cNvSpPr>
            <p:nvPr/>
          </p:nvSpPr>
          <p:spPr>
            <a:xfrm>
              <a:off x="603720" y="2364234"/>
              <a:ext cx="8460" cy="1356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6" name="hist_3416_4">
              <a:extLst>
                <a:ext uri="{FF2B5EF4-FFF2-40B4-BE49-F238E27FC236}">
                  <a16:creationId xmlns:a16="http://schemas.microsoft.com/office/drawing/2014/main" id="{3C3F9E5A-AF48-F3E3-1C5E-B463767690F1}"/>
                </a:ext>
              </a:extLst>
            </p:cNvPr>
            <p:cNvSpPr>
              <a:spLocks/>
            </p:cNvSpPr>
            <p:nvPr/>
          </p:nvSpPr>
          <p:spPr>
            <a:xfrm>
              <a:off x="614520" y="2356127"/>
              <a:ext cx="8460" cy="2167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7" name="hist_3416_5">
              <a:extLst>
                <a:ext uri="{FF2B5EF4-FFF2-40B4-BE49-F238E27FC236}">
                  <a16:creationId xmlns:a16="http://schemas.microsoft.com/office/drawing/2014/main" id="{2A3D02E9-1641-1E05-0FB3-1B4307782B0A}"/>
                </a:ext>
              </a:extLst>
            </p:cNvPr>
            <p:cNvSpPr>
              <a:spLocks/>
            </p:cNvSpPr>
            <p:nvPr/>
          </p:nvSpPr>
          <p:spPr>
            <a:xfrm>
              <a:off x="625320" y="2344270"/>
              <a:ext cx="8460" cy="3353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8" name="hist_3416_6">
              <a:extLst>
                <a:ext uri="{FF2B5EF4-FFF2-40B4-BE49-F238E27FC236}">
                  <a16:creationId xmlns:a16="http://schemas.microsoft.com/office/drawing/2014/main" id="{E94528C8-4A61-D852-58AC-1324BBA89D39}"/>
                </a:ext>
              </a:extLst>
            </p:cNvPr>
            <p:cNvSpPr>
              <a:spLocks/>
            </p:cNvSpPr>
            <p:nvPr/>
          </p:nvSpPr>
          <p:spPr>
            <a:xfrm>
              <a:off x="636120" y="2325290"/>
              <a:ext cx="8460" cy="5251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9" name="hist_3416_7">
              <a:extLst>
                <a:ext uri="{FF2B5EF4-FFF2-40B4-BE49-F238E27FC236}">
                  <a16:creationId xmlns:a16="http://schemas.microsoft.com/office/drawing/2014/main" id="{ED62097F-B2D3-CD58-5AAD-A8C0271C2415}"/>
                </a:ext>
              </a:extLst>
            </p:cNvPr>
            <p:cNvSpPr>
              <a:spLocks/>
            </p:cNvSpPr>
            <p:nvPr/>
          </p:nvSpPr>
          <p:spPr>
            <a:xfrm>
              <a:off x="646920" y="2308412"/>
              <a:ext cx="8460" cy="6938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0" name="hist_3416_8">
              <a:extLst>
                <a:ext uri="{FF2B5EF4-FFF2-40B4-BE49-F238E27FC236}">
                  <a16:creationId xmlns:a16="http://schemas.microsoft.com/office/drawing/2014/main" id="{EB0310AD-F272-6164-EF0A-C7E837B0832B}"/>
                </a:ext>
              </a:extLst>
            </p:cNvPr>
            <p:cNvSpPr>
              <a:spLocks/>
            </p:cNvSpPr>
            <p:nvPr/>
          </p:nvSpPr>
          <p:spPr>
            <a:xfrm>
              <a:off x="657720" y="2280881"/>
              <a:ext cx="8460" cy="9691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1" name="hist_3416_9">
              <a:extLst>
                <a:ext uri="{FF2B5EF4-FFF2-40B4-BE49-F238E27FC236}">
                  <a16:creationId xmlns:a16="http://schemas.microsoft.com/office/drawing/2014/main" id="{5F4BE237-3D19-8A3D-5199-8EC5605526DE}"/>
                </a:ext>
              </a:extLst>
            </p:cNvPr>
            <p:cNvSpPr>
              <a:spLocks/>
            </p:cNvSpPr>
            <p:nvPr/>
          </p:nvSpPr>
          <p:spPr>
            <a:xfrm>
              <a:off x="668520" y="2254700"/>
              <a:ext cx="8460" cy="12310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2" name="hist_3416_10">
              <a:extLst>
                <a:ext uri="{FF2B5EF4-FFF2-40B4-BE49-F238E27FC236}">
                  <a16:creationId xmlns:a16="http://schemas.microsoft.com/office/drawing/2014/main" id="{02F4386D-7FC3-097D-2930-FD4C354235D9}"/>
                </a:ext>
              </a:extLst>
            </p:cNvPr>
            <p:cNvSpPr>
              <a:spLocks/>
            </p:cNvSpPr>
            <p:nvPr/>
          </p:nvSpPr>
          <p:spPr>
            <a:xfrm>
              <a:off x="679320" y="2236272"/>
              <a:ext cx="8460" cy="14152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3" name="hist_3416_11">
              <a:extLst>
                <a:ext uri="{FF2B5EF4-FFF2-40B4-BE49-F238E27FC236}">
                  <a16:creationId xmlns:a16="http://schemas.microsoft.com/office/drawing/2014/main" id="{81CC68AE-A52A-0096-CDFE-4DAB47E6FC03}"/>
                </a:ext>
              </a:extLst>
            </p:cNvPr>
            <p:cNvSpPr>
              <a:spLocks/>
            </p:cNvSpPr>
            <p:nvPr/>
          </p:nvSpPr>
          <p:spPr>
            <a:xfrm>
              <a:off x="690120" y="2205424"/>
              <a:ext cx="8460" cy="17237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4" name="hist_3416_12">
              <a:extLst>
                <a:ext uri="{FF2B5EF4-FFF2-40B4-BE49-F238E27FC236}">
                  <a16:creationId xmlns:a16="http://schemas.microsoft.com/office/drawing/2014/main" id="{90F744C2-8E30-D440-14D8-CC7EA8C8C97D}"/>
                </a:ext>
              </a:extLst>
            </p:cNvPr>
            <p:cNvSpPr>
              <a:spLocks/>
            </p:cNvSpPr>
            <p:nvPr/>
          </p:nvSpPr>
          <p:spPr>
            <a:xfrm>
              <a:off x="700920" y="2200406"/>
              <a:ext cx="8460" cy="17739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5" name="hist_3416_13">
              <a:extLst>
                <a:ext uri="{FF2B5EF4-FFF2-40B4-BE49-F238E27FC236}">
                  <a16:creationId xmlns:a16="http://schemas.microsoft.com/office/drawing/2014/main" id="{44B7A5B4-1CB1-DE4F-1775-86DBE3A08440}"/>
                </a:ext>
              </a:extLst>
            </p:cNvPr>
            <p:cNvSpPr>
              <a:spLocks/>
            </p:cNvSpPr>
            <p:nvPr/>
          </p:nvSpPr>
          <p:spPr>
            <a:xfrm>
              <a:off x="711720" y="2193790"/>
              <a:ext cx="8460" cy="18401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6" name="hist_3416_14">
              <a:extLst>
                <a:ext uri="{FF2B5EF4-FFF2-40B4-BE49-F238E27FC236}">
                  <a16:creationId xmlns:a16="http://schemas.microsoft.com/office/drawing/2014/main" id="{F680B50B-B0E0-D844-FE15-8731898350E1}"/>
                </a:ext>
              </a:extLst>
            </p:cNvPr>
            <p:cNvSpPr>
              <a:spLocks/>
            </p:cNvSpPr>
            <p:nvPr/>
          </p:nvSpPr>
          <p:spPr>
            <a:xfrm>
              <a:off x="722520" y="2192067"/>
              <a:ext cx="8460" cy="18573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7" name="hist_3416_15">
              <a:extLst>
                <a:ext uri="{FF2B5EF4-FFF2-40B4-BE49-F238E27FC236}">
                  <a16:creationId xmlns:a16="http://schemas.microsoft.com/office/drawing/2014/main" id="{4975B77F-0BE7-0BFE-8A2C-F317EFFC63D6}"/>
                </a:ext>
              </a:extLst>
            </p:cNvPr>
            <p:cNvSpPr>
              <a:spLocks/>
            </p:cNvSpPr>
            <p:nvPr/>
          </p:nvSpPr>
          <p:spPr>
            <a:xfrm>
              <a:off x="733320" y="2216786"/>
              <a:ext cx="8460" cy="16101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8" name="hist_3416_16">
              <a:extLst>
                <a:ext uri="{FF2B5EF4-FFF2-40B4-BE49-F238E27FC236}">
                  <a16:creationId xmlns:a16="http://schemas.microsoft.com/office/drawing/2014/main" id="{1AE5C90F-7190-3E10-6337-498A44DE958F}"/>
                </a:ext>
              </a:extLst>
            </p:cNvPr>
            <p:cNvSpPr>
              <a:spLocks/>
            </p:cNvSpPr>
            <p:nvPr/>
          </p:nvSpPr>
          <p:spPr>
            <a:xfrm>
              <a:off x="744120" y="2228341"/>
              <a:ext cx="8460" cy="14945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9" name="hist_3416_17">
              <a:extLst>
                <a:ext uri="{FF2B5EF4-FFF2-40B4-BE49-F238E27FC236}">
                  <a16:creationId xmlns:a16="http://schemas.microsoft.com/office/drawing/2014/main" id="{A65D00E3-A3F3-0D0C-0027-3D344B6074BE}"/>
                </a:ext>
              </a:extLst>
            </p:cNvPr>
            <p:cNvSpPr>
              <a:spLocks/>
            </p:cNvSpPr>
            <p:nvPr/>
          </p:nvSpPr>
          <p:spPr>
            <a:xfrm>
              <a:off x="754920" y="2256148"/>
              <a:ext cx="8460" cy="12165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0" name="hist_3416_18">
              <a:extLst>
                <a:ext uri="{FF2B5EF4-FFF2-40B4-BE49-F238E27FC236}">
                  <a16:creationId xmlns:a16="http://schemas.microsoft.com/office/drawing/2014/main" id="{07677EEE-A09A-2D04-B94C-D8BAC5FE5117}"/>
                </a:ext>
              </a:extLst>
            </p:cNvPr>
            <p:cNvSpPr>
              <a:spLocks/>
            </p:cNvSpPr>
            <p:nvPr/>
          </p:nvSpPr>
          <p:spPr>
            <a:xfrm>
              <a:off x="765720" y="2284395"/>
              <a:ext cx="8460" cy="93405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1" name="hist_3416_19">
              <a:extLst>
                <a:ext uri="{FF2B5EF4-FFF2-40B4-BE49-F238E27FC236}">
                  <a16:creationId xmlns:a16="http://schemas.microsoft.com/office/drawing/2014/main" id="{B2F3007B-17C4-E817-DA26-94CB7FACE346}"/>
                </a:ext>
              </a:extLst>
            </p:cNvPr>
            <p:cNvSpPr>
              <a:spLocks/>
            </p:cNvSpPr>
            <p:nvPr/>
          </p:nvSpPr>
          <p:spPr>
            <a:xfrm>
              <a:off x="776520" y="2303684"/>
              <a:ext cx="8460" cy="7411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2" name="hist_3416_20">
              <a:extLst>
                <a:ext uri="{FF2B5EF4-FFF2-40B4-BE49-F238E27FC236}">
                  <a16:creationId xmlns:a16="http://schemas.microsoft.com/office/drawing/2014/main" id="{278470FB-35EB-E2CF-79C8-4442A9DAB4E9}"/>
                </a:ext>
              </a:extLst>
            </p:cNvPr>
            <p:cNvSpPr>
              <a:spLocks/>
            </p:cNvSpPr>
            <p:nvPr/>
          </p:nvSpPr>
          <p:spPr>
            <a:xfrm>
              <a:off x="787320" y="2328373"/>
              <a:ext cx="8460" cy="49427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3" name="hist_3416_21">
              <a:extLst>
                <a:ext uri="{FF2B5EF4-FFF2-40B4-BE49-F238E27FC236}">
                  <a16:creationId xmlns:a16="http://schemas.microsoft.com/office/drawing/2014/main" id="{F2243E48-547C-BBAF-8497-10B14C2AEE4D}"/>
                </a:ext>
              </a:extLst>
            </p:cNvPr>
            <p:cNvSpPr>
              <a:spLocks/>
            </p:cNvSpPr>
            <p:nvPr/>
          </p:nvSpPr>
          <p:spPr>
            <a:xfrm>
              <a:off x="798120" y="2343468"/>
              <a:ext cx="8460" cy="3433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4" name="hist_3416_22">
              <a:extLst>
                <a:ext uri="{FF2B5EF4-FFF2-40B4-BE49-F238E27FC236}">
                  <a16:creationId xmlns:a16="http://schemas.microsoft.com/office/drawing/2014/main" id="{22C4D85C-F5C2-B64A-D373-524013FD035A}"/>
                </a:ext>
              </a:extLst>
            </p:cNvPr>
            <p:cNvSpPr>
              <a:spLocks/>
            </p:cNvSpPr>
            <p:nvPr/>
          </p:nvSpPr>
          <p:spPr>
            <a:xfrm>
              <a:off x="808920" y="2355558"/>
              <a:ext cx="8460" cy="2224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5" name="hist_3416_23">
              <a:extLst>
                <a:ext uri="{FF2B5EF4-FFF2-40B4-BE49-F238E27FC236}">
                  <a16:creationId xmlns:a16="http://schemas.microsoft.com/office/drawing/2014/main" id="{8477E417-DCC2-AA60-74DC-9D50177BE794}"/>
                </a:ext>
              </a:extLst>
            </p:cNvPr>
            <p:cNvSpPr>
              <a:spLocks/>
            </p:cNvSpPr>
            <p:nvPr/>
          </p:nvSpPr>
          <p:spPr>
            <a:xfrm>
              <a:off x="819720" y="2365051"/>
              <a:ext cx="8460" cy="1274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6" name="hist_3416_24">
              <a:extLst>
                <a:ext uri="{FF2B5EF4-FFF2-40B4-BE49-F238E27FC236}">
                  <a16:creationId xmlns:a16="http://schemas.microsoft.com/office/drawing/2014/main" id="{9C31D0E3-FE7B-ED87-2C1B-827DBCF52F55}"/>
                </a:ext>
              </a:extLst>
            </p:cNvPr>
            <p:cNvSpPr>
              <a:spLocks/>
            </p:cNvSpPr>
            <p:nvPr/>
          </p:nvSpPr>
          <p:spPr>
            <a:xfrm>
              <a:off x="830520" y="2369992"/>
              <a:ext cx="8460" cy="780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7" name="hist_3416_25">
              <a:extLst>
                <a:ext uri="{FF2B5EF4-FFF2-40B4-BE49-F238E27FC236}">
                  <a16:creationId xmlns:a16="http://schemas.microsoft.com/office/drawing/2014/main" id="{1530FE5C-2B0F-1A43-3A85-D3EC11527C49}"/>
                </a:ext>
              </a:extLst>
            </p:cNvPr>
            <p:cNvSpPr>
              <a:spLocks/>
            </p:cNvSpPr>
            <p:nvPr/>
          </p:nvSpPr>
          <p:spPr>
            <a:xfrm>
              <a:off x="841320" y="2373717"/>
              <a:ext cx="8460" cy="408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8" name="hist_3416_26">
              <a:extLst>
                <a:ext uri="{FF2B5EF4-FFF2-40B4-BE49-F238E27FC236}">
                  <a16:creationId xmlns:a16="http://schemas.microsoft.com/office/drawing/2014/main" id="{199AC096-2765-E411-4F93-913DA02288EE}"/>
                </a:ext>
              </a:extLst>
            </p:cNvPr>
            <p:cNvSpPr>
              <a:spLocks/>
            </p:cNvSpPr>
            <p:nvPr/>
          </p:nvSpPr>
          <p:spPr>
            <a:xfrm>
              <a:off x="852120" y="2375700"/>
              <a:ext cx="8460" cy="210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9" name="hist_3416_baseline">
              <a:extLst>
                <a:ext uri="{FF2B5EF4-FFF2-40B4-BE49-F238E27FC236}">
                  <a16:creationId xmlns:a16="http://schemas.microsoft.com/office/drawing/2014/main" id="{517C25B0-6538-8FF1-7110-8BCC753B849A}"/>
                </a:ext>
              </a:extLst>
            </p:cNvPr>
            <p:cNvSpPr>
              <a:spLocks/>
            </p:cNvSpPr>
            <p:nvPr/>
          </p:nvSpPr>
          <p:spPr>
            <a:xfrm>
              <a:off x="564120" y="2377800"/>
              <a:ext cx="306000" cy="1980"/>
            </a:xfrm>
            <a:prstGeom prst="rect">
              <a:avLst/>
            </a:prstGeom>
            <a:solidFill>
              <a:srgbClr val="D7E1EF"/>
            </a:solidFill>
            <a:ln w="0">
              <a:noFill/>
            </a:ln>
          </p:spPr>
        </p:sp>
      </p:grpSp>
      <p:grpSp>
        <p:nvGrpSpPr>
          <p:cNvPr id="1110" name="a | spatial view identity | v4 editable"/>
          <p:cNvGrpSpPr/>
          <p:nvPr/>
        </p:nvGrpSpPr>
        <p:grpSpPr>
          <a:xfrm>
            <a:off x="1501222" y="2047430"/>
            <a:ext cx="155421" cy="122657"/>
            <a:chOff x="177480" y="2844360"/>
            <a:chExt cx="249480" cy="196920"/>
          </a:xfrm>
        </p:grpSpPr>
        <p:sp>
          <p:nvSpPr>
            <p:cNvPr id="1111" name="asset_3417_0">
              <a:extLst>
                <a:ext uri="{FF2B5EF4-FFF2-40B4-BE49-F238E27FC236}">
                  <a16:creationId xmlns:a16="http://schemas.microsoft.com/office/drawing/2014/main" id="{F8EA0275-6243-4257-A4E6-DA521049B493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4436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112" name="asset_3417_1">
              <a:extLst>
                <a:ext uri="{FF2B5EF4-FFF2-40B4-BE49-F238E27FC236}">
                  <a16:creationId xmlns:a16="http://schemas.microsoft.com/office/drawing/2014/main" id="{06F4AEAC-07D4-46AB-B61A-E413CFBCA6C8}"/>
                </a:ext>
              </a:extLst>
            </p:cNvPr>
            <p:cNvSpPr>
              <a:spLocks noGrp="1"/>
            </p:cNvSpPr>
            <p:nvPr/>
          </p:nvSpPr>
          <p:spPr>
            <a:xfrm>
              <a:off x="379559" y="284436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13" name="asset_3417_2">
              <a:extLst>
                <a:ext uri="{FF2B5EF4-FFF2-40B4-BE49-F238E27FC236}">
                  <a16:creationId xmlns:a16="http://schemas.microsoft.com/office/drawing/2014/main" id="{7FD378F4-228E-40C0-8B8A-11134CFB9955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7783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14" name="asset_3417_3">
              <a:extLst>
                <a:ext uri="{FF2B5EF4-FFF2-40B4-BE49-F238E27FC236}">
                  <a16:creationId xmlns:a16="http://schemas.microsoft.com/office/drawing/2014/main" id="{9A57B3B3-4213-4B60-84FC-AB37D67BA4FE}"/>
                </a:ext>
              </a:extLst>
            </p:cNvPr>
            <p:cNvSpPr>
              <a:spLocks noGrp="1"/>
            </p:cNvSpPr>
            <p:nvPr/>
          </p:nvSpPr>
          <p:spPr>
            <a:xfrm>
              <a:off x="228000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5" name="asset_3417_4">
              <a:extLst>
                <a:ext uri="{FF2B5EF4-FFF2-40B4-BE49-F238E27FC236}">
                  <a16:creationId xmlns:a16="http://schemas.microsoft.com/office/drawing/2014/main" id="{7873941F-2C0F-4743-A778-B1D9045DE22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91869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6" name="asset_3417_5">
              <a:extLst>
                <a:ext uri="{FF2B5EF4-FFF2-40B4-BE49-F238E27FC236}">
                  <a16:creationId xmlns:a16="http://schemas.microsoft.com/office/drawing/2014/main" id="{1D4219C1-45BA-4A71-8378-AABBD04923B0}"/>
                </a:ext>
              </a:extLst>
            </p:cNvPr>
            <p:cNvSpPr>
              <a:spLocks noGrp="1"/>
            </p:cNvSpPr>
            <p:nvPr/>
          </p:nvSpPr>
          <p:spPr>
            <a:xfrm>
              <a:off x="27851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7" name="asset_3417_6">
              <a:extLst>
                <a:ext uri="{FF2B5EF4-FFF2-40B4-BE49-F238E27FC236}">
                  <a16:creationId xmlns:a16="http://schemas.microsoft.com/office/drawing/2014/main" id="{958EC969-20E2-4107-B370-E1616A2910B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95955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8" name="asset_3417_7">
              <a:extLst>
                <a:ext uri="{FF2B5EF4-FFF2-40B4-BE49-F238E27FC236}">
                  <a16:creationId xmlns:a16="http://schemas.microsoft.com/office/drawing/2014/main" id="{C505E721-5B73-43C5-A6EC-AD958AF778C0}"/>
                </a:ext>
              </a:extLst>
            </p:cNvPr>
            <p:cNvSpPr>
              <a:spLocks noGrp="1"/>
            </p:cNvSpPr>
            <p:nvPr/>
          </p:nvSpPr>
          <p:spPr>
            <a:xfrm>
              <a:off x="32903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9" name="asset_3417_8">
              <a:extLst>
                <a:ext uri="{FF2B5EF4-FFF2-40B4-BE49-F238E27FC236}">
                  <a16:creationId xmlns:a16="http://schemas.microsoft.com/office/drawing/2014/main" id="{A156AE7F-D866-478C-A244-8184212F78A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00041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20" name="asset_3417_9">
              <a:extLst>
                <a:ext uri="{FF2B5EF4-FFF2-40B4-BE49-F238E27FC236}">
                  <a16:creationId xmlns:a16="http://schemas.microsoft.com/office/drawing/2014/main" id="{F5098036-F4AB-4BE5-8EBD-0262B6C7FDA9}"/>
                </a:ext>
              </a:extLst>
            </p:cNvPr>
            <p:cNvSpPr>
              <a:spLocks noGrp="1"/>
            </p:cNvSpPr>
            <p:nvPr/>
          </p:nvSpPr>
          <p:spPr>
            <a:xfrm>
              <a:off x="195364" y="2900010"/>
              <a:ext cx="94088" cy="75315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1" name="asset_3417_10">
              <a:extLst>
                <a:ext uri="{FF2B5EF4-FFF2-40B4-BE49-F238E27FC236}">
                  <a16:creationId xmlns:a16="http://schemas.microsoft.com/office/drawing/2014/main" id="{F3818BD3-92F1-4A5B-AE5E-0ED17D52A3AA}"/>
                </a:ext>
              </a:extLst>
            </p:cNvPr>
            <p:cNvSpPr>
              <a:spLocks noGrp="1"/>
            </p:cNvSpPr>
            <p:nvPr/>
          </p:nvSpPr>
          <p:spPr>
            <a:xfrm>
              <a:off x="238488" y="2921977"/>
              <a:ext cx="101929" cy="81591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2" name="asset_3417_11">
              <a:extLst>
                <a:ext uri="{FF2B5EF4-FFF2-40B4-BE49-F238E27FC236}">
                  <a16:creationId xmlns:a16="http://schemas.microsoft.com/office/drawing/2014/main" id="{C6F97C6F-9FB7-453C-BD73-7B098BBA21C6}"/>
                </a:ext>
              </a:extLst>
            </p:cNvPr>
            <p:cNvSpPr>
              <a:spLocks noGrp="1"/>
            </p:cNvSpPr>
            <p:nvPr/>
          </p:nvSpPr>
          <p:spPr>
            <a:xfrm>
              <a:off x="275731" y="2881182"/>
              <a:ext cx="90168" cy="72177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3" name="asset_3417_12">
              <a:extLst>
                <a:ext uri="{FF2B5EF4-FFF2-40B4-BE49-F238E27FC236}">
                  <a16:creationId xmlns:a16="http://schemas.microsoft.com/office/drawing/2014/main" id="{F5F8D280-4B17-4964-8A05-15D6C5AA1C91}"/>
                </a:ext>
              </a:extLst>
            </p:cNvPr>
            <p:cNvSpPr>
              <a:spLocks noGrp="1"/>
            </p:cNvSpPr>
            <p:nvPr/>
          </p:nvSpPr>
          <p:spPr>
            <a:xfrm>
              <a:off x="234567" y="2870198"/>
              <a:ext cx="86247" cy="69039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4" name="asset_3417_13">
              <a:extLst>
                <a:ext uri="{FF2B5EF4-FFF2-40B4-BE49-F238E27FC236}">
                  <a16:creationId xmlns:a16="http://schemas.microsoft.com/office/drawing/2014/main" id="{D1D7FB95-5DCC-4775-B79A-A10E2B2461D3}"/>
                </a:ext>
              </a:extLst>
            </p:cNvPr>
            <p:cNvSpPr>
              <a:spLocks noGrp="1"/>
            </p:cNvSpPr>
            <p:nvPr/>
          </p:nvSpPr>
          <p:spPr>
            <a:xfrm>
              <a:off x="225065" y="2931796"/>
              <a:ext cx="34464" cy="275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5" name="asset_3417_14">
              <a:extLst>
                <a:ext uri="{FF2B5EF4-FFF2-40B4-BE49-F238E27FC236}">
                  <a16:creationId xmlns:a16="http://schemas.microsoft.com/office/drawing/2014/main" id="{D1FC626F-A21C-4FBC-906E-E7040A91AD6C}"/>
                </a:ext>
              </a:extLst>
            </p:cNvPr>
            <p:cNvSpPr>
              <a:spLocks noGrp="1"/>
            </p:cNvSpPr>
            <p:nvPr/>
          </p:nvSpPr>
          <p:spPr>
            <a:xfrm>
              <a:off x="265308" y="2949180"/>
              <a:ext cx="41898" cy="335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6" name="asset_3417_15">
              <a:extLst>
                <a:ext uri="{FF2B5EF4-FFF2-40B4-BE49-F238E27FC236}">
                  <a16:creationId xmlns:a16="http://schemas.microsoft.com/office/drawing/2014/main" id="{46D204D4-15C1-4D8E-A5C9-46AA01AF06E9}"/>
                </a:ext>
              </a:extLst>
            </p:cNvPr>
            <p:cNvSpPr>
              <a:spLocks noGrp="1"/>
            </p:cNvSpPr>
            <p:nvPr/>
          </p:nvSpPr>
          <p:spPr>
            <a:xfrm>
              <a:off x="326852" y="2899736"/>
              <a:ext cx="28163" cy="225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7" name="asset_3417_16">
              <a:extLst>
                <a:ext uri="{FF2B5EF4-FFF2-40B4-BE49-F238E27FC236}">
                  <a16:creationId xmlns:a16="http://schemas.microsoft.com/office/drawing/2014/main" id="{623CDAAD-E4C5-4BF4-B5E0-8A3EC027CB66}"/>
                </a:ext>
              </a:extLst>
            </p:cNvPr>
            <p:cNvSpPr>
              <a:spLocks noGrp="1"/>
            </p:cNvSpPr>
            <p:nvPr/>
          </p:nvSpPr>
          <p:spPr>
            <a:xfrm>
              <a:off x="254036" y="2869358"/>
              <a:ext cx="46088" cy="368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8" name="asset_3417_17">
              <a:extLst>
                <a:ext uri="{FF2B5EF4-FFF2-40B4-BE49-F238E27FC236}">
                  <a16:creationId xmlns:a16="http://schemas.microsoft.com/office/drawing/2014/main" id="{37172E69-18B2-4562-A9D3-D40A3B64FC02}"/>
                </a:ext>
              </a:extLst>
            </p:cNvPr>
            <p:cNvSpPr>
              <a:spLocks noGrp="1"/>
            </p:cNvSpPr>
            <p:nvPr/>
          </p:nvSpPr>
          <p:spPr>
            <a:xfrm>
              <a:off x="218918" y="2927922"/>
              <a:ext cx="29520" cy="236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9" name="asset_3417_18">
              <a:extLst>
                <a:ext uri="{FF2B5EF4-FFF2-40B4-BE49-F238E27FC236}">
                  <a16:creationId xmlns:a16="http://schemas.microsoft.com/office/drawing/2014/main" id="{D13923FC-5B11-4065-A3FE-AAA9007D0154}"/>
                </a:ext>
              </a:extLst>
            </p:cNvPr>
            <p:cNvSpPr>
              <a:spLocks noGrp="1"/>
            </p:cNvSpPr>
            <p:nvPr/>
          </p:nvSpPr>
          <p:spPr>
            <a:xfrm>
              <a:off x="264878" y="2956506"/>
              <a:ext cx="27939" cy="223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0" name="asset_3417_19">
              <a:extLst>
                <a:ext uri="{FF2B5EF4-FFF2-40B4-BE49-F238E27FC236}">
                  <a16:creationId xmlns:a16="http://schemas.microsoft.com/office/drawing/2014/main" id="{9EFE3A03-60B9-41C3-A687-4264FCDDBDEA}"/>
                </a:ext>
              </a:extLst>
            </p:cNvPr>
            <p:cNvSpPr>
              <a:spLocks noGrp="1"/>
            </p:cNvSpPr>
            <p:nvPr/>
          </p:nvSpPr>
          <p:spPr>
            <a:xfrm>
              <a:off x="285462" y="2880916"/>
              <a:ext cx="36943" cy="2957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1" name="asset_3417_20">
              <a:extLst>
                <a:ext uri="{FF2B5EF4-FFF2-40B4-BE49-F238E27FC236}">
                  <a16:creationId xmlns:a16="http://schemas.microsoft.com/office/drawing/2014/main" id="{9795B320-E056-48B9-B974-E1571FAA2B75}"/>
                </a:ext>
              </a:extLst>
            </p:cNvPr>
            <p:cNvSpPr>
              <a:spLocks noGrp="1"/>
            </p:cNvSpPr>
            <p:nvPr/>
          </p:nvSpPr>
          <p:spPr>
            <a:xfrm>
              <a:off x="253090" y="2904475"/>
              <a:ext cx="39597" cy="316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2" name="asset_3417_21">
              <a:extLst>
                <a:ext uri="{FF2B5EF4-FFF2-40B4-BE49-F238E27FC236}">
                  <a16:creationId xmlns:a16="http://schemas.microsoft.com/office/drawing/2014/main" id="{26C66C6D-3A3A-404A-91D5-D79BC83392CD}"/>
                </a:ext>
              </a:extLst>
            </p:cNvPr>
            <p:cNvSpPr>
              <a:spLocks noGrp="1"/>
            </p:cNvSpPr>
            <p:nvPr/>
          </p:nvSpPr>
          <p:spPr>
            <a:xfrm>
              <a:off x="183982" y="2918993"/>
              <a:ext cx="48168" cy="385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3" name="asset_3417_22">
              <a:extLst>
                <a:ext uri="{FF2B5EF4-FFF2-40B4-BE49-F238E27FC236}">
                  <a16:creationId xmlns:a16="http://schemas.microsoft.com/office/drawing/2014/main" id="{6C4C09C0-8025-41CC-B55D-C17D18D777CB}"/>
                </a:ext>
              </a:extLst>
            </p:cNvPr>
            <p:cNvSpPr>
              <a:spLocks noGrp="1"/>
            </p:cNvSpPr>
            <p:nvPr/>
          </p:nvSpPr>
          <p:spPr>
            <a:xfrm>
              <a:off x="279696" y="2930393"/>
              <a:ext cx="43712" cy="349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4" name="asset_3417_23">
              <a:extLst>
                <a:ext uri="{FF2B5EF4-FFF2-40B4-BE49-F238E27FC236}">
                  <a16:creationId xmlns:a16="http://schemas.microsoft.com/office/drawing/2014/main" id="{C0775EE0-BDB7-4295-87F9-C13FAE882049}"/>
                </a:ext>
              </a:extLst>
            </p:cNvPr>
            <p:cNvSpPr>
              <a:spLocks noGrp="1"/>
            </p:cNvSpPr>
            <p:nvPr/>
          </p:nvSpPr>
          <p:spPr>
            <a:xfrm>
              <a:off x="325491" y="2885669"/>
              <a:ext cx="28540" cy="228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5" name="asset_3417_24">
              <a:extLst>
                <a:ext uri="{FF2B5EF4-FFF2-40B4-BE49-F238E27FC236}">
                  <a16:creationId xmlns:a16="http://schemas.microsoft.com/office/drawing/2014/main" id="{E5A09964-028D-481F-A1A6-112CA2148C61}"/>
                </a:ext>
              </a:extLst>
            </p:cNvPr>
            <p:cNvSpPr>
              <a:spLocks noGrp="1"/>
            </p:cNvSpPr>
            <p:nvPr/>
          </p:nvSpPr>
          <p:spPr>
            <a:xfrm>
              <a:off x="269409" y="2914286"/>
              <a:ext cx="28759" cy="230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6" name="asset_3417_25">
              <a:extLst>
                <a:ext uri="{FF2B5EF4-FFF2-40B4-BE49-F238E27FC236}">
                  <a16:creationId xmlns:a16="http://schemas.microsoft.com/office/drawing/2014/main" id="{B8B33EAE-C0C2-4276-A6C0-64471603C280}"/>
                </a:ext>
              </a:extLst>
            </p:cNvPr>
            <p:cNvSpPr>
              <a:spLocks noGrp="1"/>
            </p:cNvSpPr>
            <p:nvPr/>
          </p:nvSpPr>
          <p:spPr>
            <a:xfrm>
              <a:off x="246744" y="2932114"/>
              <a:ext cx="46628" cy="373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7" name="asset_3417_26">
              <a:extLst>
                <a:ext uri="{FF2B5EF4-FFF2-40B4-BE49-F238E27FC236}">
                  <a16:creationId xmlns:a16="http://schemas.microsoft.com/office/drawing/2014/main" id="{76CBF597-C86F-40DB-9E85-1A7DDD96E4FF}"/>
                </a:ext>
              </a:extLst>
            </p:cNvPr>
            <p:cNvSpPr>
              <a:spLocks noGrp="1"/>
            </p:cNvSpPr>
            <p:nvPr/>
          </p:nvSpPr>
          <p:spPr>
            <a:xfrm>
              <a:off x="243162" y="2956403"/>
              <a:ext cx="31730" cy="253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8" name="asset_3417_27">
              <a:extLst>
                <a:ext uri="{FF2B5EF4-FFF2-40B4-BE49-F238E27FC236}">
                  <a16:creationId xmlns:a16="http://schemas.microsoft.com/office/drawing/2014/main" id="{4FD5DE33-228B-46B3-BC4A-4F0797A94F07}"/>
                </a:ext>
              </a:extLst>
            </p:cNvPr>
            <p:cNvSpPr>
              <a:spLocks noGrp="1"/>
            </p:cNvSpPr>
            <p:nvPr/>
          </p:nvSpPr>
          <p:spPr>
            <a:xfrm>
              <a:off x="286384" y="2892752"/>
              <a:ext cx="42201" cy="337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9" name="asset_3417_28">
              <a:extLst>
                <a:ext uri="{FF2B5EF4-FFF2-40B4-BE49-F238E27FC236}">
                  <a16:creationId xmlns:a16="http://schemas.microsoft.com/office/drawing/2014/main" id="{330D23C0-ABD9-4AAA-9515-C4C12CC07C5E}"/>
                </a:ext>
              </a:extLst>
            </p:cNvPr>
            <p:cNvSpPr>
              <a:spLocks noGrp="1"/>
            </p:cNvSpPr>
            <p:nvPr/>
          </p:nvSpPr>
          <p:spPr>
            <a:xfrm>
              <a:off x="244617" y="2907890"/>
              <a:ext cx="32192" cy="2576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0" name="asset_3417_29">
              <a:extLst>
                <a:ext uri="{FF2B5EF4-FFF2-40B4-BE49-F238E27FC236}">
                  <a16:creationId xmlns:a16="http://schemas.microsoft.com/office/drawing/2014/main" id="{3B90CBDA-2031-4065-BE9E-E05C410F2B8D}"/>
                </a:ext>
              </a:extLst>
            </p:cNvPr>
            <p:cNvSpPr>
              <a:spLocks noGrp="1"/>
            </p:cNvSpPr>
            <p:nvPr/>
          </p:nvSpPr>
          <p:spPr>
            <a:xfrm>
              <a:off x="249735" y="2916629"/>
              <a:ext cx="30013" cy="240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1" name="asset_3417_30">
              <a:extLst>
                <a:ext uri="{FF2B5EF4-FFF2-40B4-BE49-F238E27FC236}">
                  <a16:creationId xmlns:a16="http://schemas.microsoft.com/office/drawing/2014/main" id="{C7313995-667D-4739-935D-9E967B1DA3A7}"/>
                </a:ext>
              </a:extLst>
            </p:cNvPr>
            <p:cNvSpPr>
              <a:spLocks noGrp="1"/>
            </p:cNvSpPr>
            <p:nvPr/>
          </p:nvSpPr>
          <p:spPr>
            <a:xfrm>
              <a:off x="267530" y="2949783"/>
              <a:ext cx="36773" cy="2943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2" name="asset_3417_31">
              <a:extLst>
                <a:ext uri="{FF2B5EF4-FFF2-40B4-BE49-F238E27FC236}">
                  <a16:creationId xmlns:a16="http://schemas.microsoft.com/office/drawing/2014/main" id="{A16152CA-7DA1-40B0-B109-5F6CE481FB03}"/>
                </a:ext>
              </a:extLst>
            </p:cNvPr>
            <p:cNvSpPr>
              <a:spLocks noGrp="1"/>
            </p:cNvSpPr>
            <p:nvPr/>
          </p:nvSpPr>
          <p:spPr>
            <a:xfrm>
              <a:off x="293188" y="2909686"/>
              <a:ext cx="28412" cy="227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3" name="asset_3417_32">
              <a:extLst>
                <a:ext uri="{FF2B5EF4-FFF2-40B4-BE49-F238E27FC236}">
                  <a16:creationId xmlns:a16="http://schemas.microsoft.com/office/drawing/2014/main" id="{F628CF2B-A0EB-4966-A4D8-9CEACD095F4E}"/>
                </a:ext>
              </a:extLst>
            </p:cNvPr>
            <p:cNvSpPr>
              <a:spLocks noGrp="1"/>
            </p:cNvSpPr>
            <p:nvPr/>
          </p:nvSpPr>
          <p:spPr>
            <a:xfrm>
              <a:off x="277212" y="2897223"/>
              <a:ext cx="38614" cy="309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4" name="asset_3417_33">
              <a:extLst>
                <a:ext uri="{FF2B5EF4-FFF2-40B4-BE49-F238E27FC236}">
                  <a16:creationId xmlns:a16="http://schemas.microsoft.com/office/drawing/2014/main" id="{463DB8AD-42B4-47E5-A8A1-9407E9E297C0}"/>
                </a:ext>
              </a:extLst>
            </p:cNvPr>
            <p:cNvSpPr>
              <a:spLocks noGrp="1"/>
            </p:cNvSpPr>
            <p:nvPr/>
          </p:nvSpPr>
          <p:spPr>
            <a:xfrm>
              <a:off x="217770" y="2902541"/>
              <a:ext cx="39971" cy="319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5" name="asset_3417_34">
              <a:extLst>
                <a:ext uri="{FF2B5EF4-FFF2-40B4-BE49-F238E27FC236}">
                  <a16:creationId xmlns:a16="http://schemas.microsoft.com/office/drawing/2014/main" id="{253D67CF-8761-4498-A99D-00370A583A28}"/>
                </a:ext>
              </a:extLst>
            </p:cNvPr>
            <p:cNvSpPr>
              <a:spLocks noGrp="1"/>
            </p:cNvSpPr>
            <p:nvPr/>
          </p:nvSpPr>
          <p:spPr>
            <a:xfrm>
              <a:off x="273593" y="2945236"/>
              <a:ext cx="30684" cy="245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6" name="asset_3417_35">
              <a:extLst>
                <a:ext uri="{FF2B5EF4-FFF2-40B4-BE49-F238E27FC236}">
                  <a16:creationId xmlns:a16="http://schemas.microsoft.com/office/drawing/2014/main" id="{79432C51-42E9-4CD0-AD53-6077CCDC748A}"/>
                </a:ext>
              </a:extLst>
            </p:cNvPr>
            <p:cNvSpPr>
              <a:spLocks noGrp="1"/>
            </p:cNvSpPr>
            <p:nvPr/>
          </p:nvSpPr>
          <p:spPr>
            <a:xfrm>
              <a:off x="313946" y="2909905"/>
              <a:ext cx="34371" cy="2751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7" name="asset_3417_36">
              <a:extLst>
                <a:ext uri="{FF2B5EF4-FFF2-40B4-BE49-F238E27FC236}">
                  <a16:creationId xmlns:a16="http://schemas.microsoft.com/office/drawing/2014/main" id="{65D98ED4-F717-49D3-8EAF-2DB39B6C9CB3}"/>
                </a:ext>
              </a:extLst>
            </p:cNvPr>
            <p:cNvSpPr>
              <a:spLocks noGrp="1"/>
            </p:cNvSpPr>
            <p:nvPr/>
          </p:nvSpPr>
          <p:spPr>
            <a:xfrm>
              <a:off x="281624" y="2877229"/>
              <a:ext cx="30066" cy="240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8" name="asset_3417_37">
              <a:extLst>
                <a:ext uri="{FF2B5EF4-FFF2-40B4-BE49-F238E27FC236}">
                  <a16:creationId xmlns:a16="http://schemas.microsoft.com/office/drawing/2014/main" id="{93694F2E-7ECC-49CA-AA52-9D20E731E17A}"/>
                </a:ext>
              </a:extLst>
            </p:cNvPr>
            <p:cNvSpPr>
              <a:spLocks noGrp="1"/>
            </p:cNvSpPr>
            <p:nvPr/>
          </p:nvSpPr>
          <p:spPr>
            <a:xfrm>
              <a:off x="219867" y="2932620"/>
              <a:ext cx="39531" cy="316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9" name="asset_3417_38">
              <a:extLst>
                <a:ext uri="{FF2B5EF4-FFF2-40B4-BE49-F238E27FC236}">
                  <a16:creationId xmlns:a16="http://schemas.microsoft.com/office/drawing/2014/main" id="{7F1CE204-DED1-43DA-8D77-71E7ED93AD17}"/>
                </a:ext>
              </a:extLst>
            </p:cNvPr>
            <p:cNvSpPr>
              <a:spLocks noGrp="1"/>
            </p:cNvSpPr>
            <p:nvPr/>
          </p:nvSpPr>
          <p:spPr>
            <a:xfrm>
              <a:off x="261039" y="2939789"/>
              <a:ext cx="27717" cy="221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0" name="asset_3417_39">
              <a:extLst>
                <a:ext uri="{FF2B5EF4-FFF2-40B4-BE49-F238E27FC236}">
                  <a16:creationId xmlns:a16="http://schemas.microsoft.com/office/drawing/2014/main" id="{E02D7686-4915-476D-8048-29E1006E6DC0}"/>
                </a:ext>
              </a:extLst>
            </p:cNvPr>
            <p:cNvSpPr>
              <a:spLocks noGrp="1"/>
            </p:cNvSpPr>
            <p:nvPr/>
          </p:nvSpPr>
          <p:spPr>
            <a:xfrm>
              <a:off x="304816" y="2921616"/>
              <a:ext cx="37303" cy="2986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1" name="asset_3417_40">
              <a:extLst>
                <a:ext uri="{FF2B5EF4-FFF2-40B4-BE49-F238E27FC236}">
                  <a16:creationId xmlns:a16="http://schemas.microsoft.com/office/drawing/2014/main" id="{CC7726EC-CF32-4AD3-85C1-58028E865D5B}"/>
                </a:ext>
              </a:extLst>
            </p:cNvPr>
            <p:cNvSpPr>
              <a:spLocks noGrp="1"/>
            </p:cNvSpPr>
            <p:nvPr/>
          </p:nvSpPr>
          <p:spPr>
            <a:xfrm>
              <a:off x="261198" y="2885302"/>
              <a:ext cx="45597" cy="364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2" name="asset_3417_41">
              <a:extLst>
                <a:ext uri="{FF2B5EF4-FFF2-40B4-BE49-F238E27FC236}">
                  <a16:creationId xmlns:a16="http://schemas.microsoft.com/office/drawing/2014/main" id="{917EB9C0-2BB7-4736-9BE5-4D04226F492F}"/>
                </a:ext>
              </a:extLst>
            </p:cNvPr>
            <p:cNvSpPr>
              <a:spLocks noGrp="1"/>
            </p:cNvSpPr>
            <p:nvPr/>
          </p:nvSpPr>
          <p:spPr>
            <a:xfrm>
              <a:off x="187142" y="2914438"/>
              <a:ext cx="50559" cy="4047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3" name="asset_3417_42">
              <a:extLst>
                <a:ext uri="{FF2B5EF4-FFF2-40B4-BE49-F238E27FC236}">
                  <a16:creationId xmlns:a16="http://schemas.microsoft.com/office/drawing/2014/main" id="{A9A608DF-9822-477E-A675-965B08B3111B}"/>
                </a:ext>
              </a:extLst>
            </p:cNvPr>
            <p:cNvSpPr>
              <a:spLocks noGrp="1"/>
            </p:cNvSpPr>
            <p:nvPr/>
          </p:nvSpPr>
          <p:spPr>
            <a:xfrm>
              <a:off x="272802" y="2923001"/>
              <a:ext cx="50517" cy="4043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4" name="asset_3417_43">
              <a:extLst>
                <a:ext uri="{FF2B5EF4-FFF2-40B4-BE49-F238E27FC236}">
                  <a16:creationId xmlns:a16="http://schemas.microsoft.com/office/drawing/2014/main" id="{F2B98CD6-4958-495A-A7CD-2468B6F819BC}"/>
                </a:ext>
              </a:extLst>
            </p:cNvPr>
            <p:cNvSpPr>
              <a:spLocks noGrp="1"/>
            </p:cNvSpPr>
            <p:nvPr/>
          </p:nvSpPr>
          <p:spPr>
            <a:xfrm>
              <a:off x="316199" y="2921039"/>
              <a:ext cx="42693" cy="3417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5" name="asset_3417_44">
              <a:extLst>
                <a:ext uri="{FF2B5EF4-FFF2-40B4-BE49-F238E27FC236}">
                  <a16:creationId xmlns:a16="http://schemas.microsoft.com/office/drawing/2014/main" id="{FAA62AEC-D768-4AD1-9894-3E1B379AE534}"/>
                </a:ext>
              </a:extLst>
            </p:cNvPr>
            <p:cNvSpPr>
              <a:spLocks noGrp="1"/>
            </p:cNvSpPr>
            <p:nvPr/>
          </p:nvSpPr>
          <p:spPr>
            <a:xfrm>
              <a:off x="245539" y="2861266"/>
              <a:ext cx="48333" cy="386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6" name="asset_3417_45">
              <a:extLst>
                <a:ext uri="{FF2B5EF4-FFF2-40B4-BE49-F238E27FC236}">
                  <a16:creationId xmlns:a16="http://schemas.microsoft.com/office/drawing/2014/main" id="{5ACB760F-ABE8-4A06-90F7-E9F41165A5BC}"/>
                </a:ext>
              </a:extLst>
            </p:cNvPr>
            <p:cNvSpPr>
              <a:spLocks noGrp="1"/>
            </p:cNvSpPr>
            <p:nvPr/>
          </p:nvSpPr>
          <p:spPr>
            <a:xfrm>
              <a:off x="226065" y="2940719"/>
              <a:ext cx="34790" cy="278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7" name="asset_3417_46">
              <a:extLst>
                <a:ext uri="{FF2B5EF4-FFF2-40B4-BE49-F238E27FC236}">
                  <a16:creationId xmlns:a16="http://schemas.microsoft.com/office/drawing/2014/main" id="{0ED15E6F-BFD0-4D94-9857-8001C4C48356}"/>
                </a:ext>
              </a:extLst>
            </p:cNvPr>
            <p:cNvSpPr>
              <a:spLocks noGrp="1"/>
            </p:cNvSpPr>
            <p:nvPr/>
          </p:nvSpPr>
          <p:spPr>
            <a:xfrm>
              <a:off x="270430" y="2943918"/>
              <a:ext cx="30138" cy="241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8" name="asset_3417_47">
              <a:extLst>
                <a:ext uri="{FF2B5EF4-FFF2-40B4-BE49-F238E27FC236}">
                  <a16:creationId xmlns:a16="http://schemas.microsoft.com/office/drawing/2014/main" id="{4608D8E8-2C70-4129-9E92-7FC8C4AEC4B7}"/>
                </a:ext>
              </a:extLst>
            </p:cNvPr>
            <p:cNvSpPr>
              <a:spLocks noGrp="1"/>
            </p:cNvSpPr>
            <p:nvPr/>
          </p:nvSpPr>
          <p:spPr>
            <a:xfrm>
              <a:off x="291854" y="2887990"/>
              <a:ext cx="35434" cy="283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9" name="asset_3417_48">
              <a:extLst>
                <a:ext uri="{FF2B5EF4-FFF2-40B4-BE49-F238E27FC236}">
                  <a16:creationId xmlns:a16="http://schemas.microsoft.com/office/drawing/2014/main" id="{35BB892E-99A6-455E-BB2C-F0DC12AA337E}"/>
                </a:ext>
              </a:extLst>
            </p:cNvPr>
            <p:cNvSpPr>
              <a:spLocks noGrp="1"/>
            </p:cNvSpPr>
            <p:nvPr/>
          </p:nvSpPr>
          <p:spPr>
            <a:xfrm>
              <a:off x="250383" y="2905634"/>
              <a:ext cx="46906" cy="375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60" name="asset_3417_49">
              <a:extLst>
                <a:ext uri="{FF2B5EF4-FFF2-40B4-BE49-F238E27FC236}">
                  <a16:creationId xmlns:a16="http://schemas.microsoft.com/office/drawing/2014/main" id="{EC04477A-721F-4080-94D3-FFDF8FA96A7B}"/>
                </a:ext>
              </a:extLst>
            </p:cNvPr>
            <p:cNvSpPr>
              <a:spLocks noGrp="1"/>
            </p:cNvSpPr>
            <p:nvPr/>
          </p:nvSpPr>
          <p:spPr>
            <a:xfrm>
              <a:off x="220416" y="2918481"/>
              <a:ext cx="50258" cy="402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61" name="asset_3417_50">
              <a:extLst>
                <a:ext uri="{FF2B5EF4-FFF2-40B4-BE49-F238E27FC236}">
                  <a16:creationId xmlns:a16="http://schemas.microsoft.com/office/drawing/2014/main" id="{AE9FF471-4EDA-4FD9-9D23-74F90235F9DA}"/>
                </a:ext>
              </a:extLst>
            </p:cNvPr>
            <p:cNvSpPr>
              <a:spLocks noGrp="1"/>
            </p:cNvSpPr>
            <p:nvPr/>
          </p:nvSpPr>
          <p:spPr>
            <a:xfrm>
              <a:off x="273463" y="2954633"/>
              <a:ext cx="35219" cy="281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62" name="asset_3417_51">
              <a:extLst>
                <a:ext uri="{FF2B5EF4-FFF2-40B4-BE49-F238E27FC236}">
                  <a16:creationId xmlns:a16="http://schemas.microsoft.com/office/drawing/2014/main" id="{53574E21-57F4-432E-9FDE-271336442C1B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7783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1785">
              <a:solidFill>
                <a:srgbClr val="87ADD3"/>
              </a:solidFill>
            </a:ln>
          </p:spPr>
        </p:sp>
      </p:grpSp>
      <p:grpSp>
        <p:nvGrpSpPr>
          <p:cNvPr id="1163" name="a | spatial view gaussian x2 | v4 editable"/>
          <p:cNvGrpSpPr/>
          <p:nvPr/>
        </p:nvGrpSpPr>
        <p:grpSpPr>
          <a:xfrm>
            <a:off x="1794262" y="2047430"/>
            <a:ext cx="155421" cy="122657"/>
            <a:chOff x="584640" y="2844360"/>
            <a:chExt cx="249480" cy="196920"/>
          </a:xfrm>
        </p:grpSpPr>
        <p:sp>
          <p:nvSpPr>
            <p:cNvPr id="1164" name="asset_3418_0">
              <a:extLst>
                <a:ext uri="{FF2B5EF4-FFF2-40B4-BE49-F238E27FC236}">
                  <a16:creationId xmlns:a16="http://schemas.microsoft.com/office/drawing/2014/main" id="{EDE30850-39E3-4FA4-B684-1627CC57489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4436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165" name="asset_3418_1">
              <a:extLst>
                <a:ext uri="{FF2B5EF4-FFF2-40B4-BE49-F238E27FC236}">
                  <a16:creationId xmlns:a16="http://schemas.microsoft.com/office/drawing/2014/main" id="{8A272B75-2376-471F-B25C-EFC1BD04D5A2}"/>
                </a:ext>
              </a:extLst>
            </p:cNvPr>
            <p:cNvSpPr>
              <a:spLocks noGrp="1"/>
            </p:cNvSpPr>
            <p:nvPr/>
          </p:nvSpPr>
          <p:spPr>
            <a:xfrm>
              <a:off x="786719" y="284436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66" name="asset_3418_2">
              <a:extLst>
                <a:ext uri="{FF2B5EF4-FFF2-40B4-BE49-F238E27FC236}">
                  <a16:creationId xmlns:a16="http://schemas.microsoft.com/office/drawing/2014/main" id="{9C3FF693-1365-41DE-908C-3F5ADEBFD71B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7783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67" name="asset_3418_3">
              <a:extLst>
                <a:ext uri="{FF2B5EF4-FFF2-40B4-BE49-F238E27FC236}">
                  <a16:creationId xmlns:a16="http://schemas.microsoft.com/office/drawing/2014/main" id="{44818CBB-1D27-4A25-9EC5-4968FA06C39E}"/>
                </a:ext>
              </a:extLst>
            </p:cNvPr>
            <p:cNvSpPr>
              <a:spLocks noGrp="1"/>
            </p:cNvSpPr>
            <p:nvPr/>
          </p:nvSpPr>
          <p:spPr>
            <a:xfrm>
              <a:off x="635160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68" name="asset_3418_4">
              <a:extLst>
                <a:ext uri="{FF2B5EF4-FFF2-40B4-BE49-F238E27FC236}">
                  <a16:creationId xmlns:a16="http://schemas.microsoft.com/office/drawing/2014/main" id="{7812F35D-F7FA-4819-AD6A-61F2BA6EB99A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91869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69" name="asset_3418_5">
              <a:extLst>
                <a:ext uri="{FF2B5EF4-FFF2-40B4-BE49-F238E27FC236}">
                  <a16:creationId xmlns:a16="http://schemas.microsoft.com/office/drawing/2014/main" id="{F8F722F2-B695-4DB8-86CF-08BD6DB261E0}"/>
                </a:ext>
              </a:extLst>
            </p:cNvPr>
            <p:cNvSpPr>
              <a:spLocks noGrp="1"/>
            </p:cNvSpPr>
            <p:nvPr/>
          </p:nvSpPr>
          <p:spPr>
            <a:xfrm>
              <a:off x="68567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0" name="asset_3418_6">
              <a:extLst>
                <a:ext uri="{FF2B5EF4-FFF2-40B4-BE49-F238E27FC236}">
                  <a16:creationId xmlns:a16="http://schemas.microsoft.com/office/drawing/2014/main" id="{15DC715D-903E-4A7B-A4F3-6000240E2A48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95955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1" name="asset_3418_7">
              <a:extLst>
                <a:ext uri="{FF2B5EF4-FFF2-40B4-BE49-F238E27FC236}">
                  <a16:creationId xmlns:a16="http://schemas.microsoft.com/office/drawing/2014/main" id="{0BD4CF47-AEA2-45DF-8E85-CD1BA830D219}"/>
                </a:ext>
              </a:extLst>
            </p:cNvPr>
            <p:cNvSpPr>
              <a:spLocks noGrp="1"/>
            </p:cNvSpPr>
            <p:nvPr/>
          </p:nvSpPr>
          <p:spPr>
            <a:xfrm>
              <a:off x="73619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2" name="asset_3418_8">
              <a:extLst>
                <a:ext uri="{FF2B5EF4-FFF2-40B4-BE49-F238E27FC236}">
                  <a16:creationId xmlns:a16="http://schemas.microsoft.com/office/drawing/2014/main" id="{19FDF1EF-5259-4769-81AE-9C7DB426087A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00041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3" name="asset_3418_9">
              <a:extLst>
                <a:ext uri="{FF2B5EF4-FFF2-40B4-BE49-F238E27FC236}">
                  <a16:creationId xmlns:a16="http://schemas.microsoft.com/office/drawing/2014/main" id="{B5736FE8-398D-4D2A-B8D0-91AF3CF61F07}"/>
                </a:ext>
              </a:extLst>
            </p:cNvPr>
            <p:cNvSpPr>
              <a:spLocks noGrp="1"/>
            </p:cNvSpPr>
            <p:nvPr/>
          </p:nvSpPr>
          <p:spPr>
            <a:xfrm>
              <a:off x="602524" y="2900010"/>
              <a:ext cx="94088" cy="75315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4" name="asset_3418_10">
              <a:extLst>
                <a:ext uri="{FF2B5EF4-FFF2-40B4-BE49-F238E27FC236}">
                  <a16:creationId xmlns:a16="http://schemas.microsoft.com/office/drawing/2014/main" id="{23654043-708E-4F2A-B958-9366B90D83B9}"/>
                </a:ext>
              </a:extLst>
            </p:cNvPr>
            <p:cNvSpPr>
              <a:spLocks noGrp="1"/>
            </p:cNvSpPr>
            <p:nvPr/>
          </p:nvSpPr>
          <p:spPr>
            <a:xfrm>
              <a:off x="645648" y="2921977"/>
              <a:ext cx="101929" cy="81591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5" name="asset_3418_11">
              <a:extLst>
                <a:ext uri="{FF2B5EF4-FFF2-40B4-BE49-F238E27FC236}">
                  <a16:creationId xmlns:a16="http://schemas.microsoft.com/office/drawing/2014/main" id="{54274FB7-B93A-4025-8539-0487C3827503}"/>
                </a:ext>
              </a:extLst>
            </p:cNvPr>
            <p:cNvSpPr>
              <a:spLocks noGrp="1"/>
            </p:cNvSpPr>
            <p:nvPr/>
          </p:nvSpPr>
          <p:spPr>
            <a:xfrm>
              <a:off x="682891" y="2881182"/>
              <a:ext cx="90168" cy="72177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6" name="asset_3418_12">
              <a:extLst>
                <a:ext uri="{FF2B5EF4-FFF2-40B4-BE49-F238E27FC236}">
                  <a16:creationId xmlns:a16="http://schemas.microsoft.com/office/drawing/2014/main" id="{7423643C-E680-454E-86C5-3F030CFF2647}"/>
                </a:ext>
              </a:extLst>
            </p:cNvPr>
            <p:cNvSpPr>
              <a:spLocks noGrp="1"/>
            </p:cNvSpPr>
            <p:nvPr/>
          </p:nvSpPr>
          <p:spPr>
            <a:xfrm>
              <a:off x="641727" y="2870198"/>
              <a:ext cx="86247" cy="69039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7" name="asset_3418_13">
              <a:extLst>
                <a:ext uri="{FF2B5EF4-FFF2-40B4-BE49-F238E27FC236}">
                  <a16:creationId xmlns:a16="http://schemas.microsoft.com/office/drawing/2014/main" id="{6FF1B954-700A-40D4-84E8-C75CB6E9BB88}"/>
                </a:ext>
              </a:extLst>
            </p:cNvPr>
            <p:cNvSpPr>
              <a:spLocks noGrp="1"/>
            </p:cNvSpPr>
            <p:nvPr/>
          </p:nvSpPr>
          <p:spPr>
            <a:xfrm>
              <a:off x="640370" y="2938957"/>
              <a:ext cx="48156" cy="385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8" name="asset_3418_14">
              <a:extLst>
                <a:ext uri="{FF2B5EF4-FFF2-40B4-BE49-F238E27FC236}">
                  <a16:creationId xmlns:a16="http://schemas.microsoft.com/office/drawing/2014/main" id="{3415DBED-A3C9-4BB2-8842-9E95F770094C}"/>
                </a:ext>
              </a:extLst>
            </p:cNvPr>
            <p:cNvSpPr>
              <a:spLocks noGrp="1"/>
            </p:cNvSpPr>
            <p:nvPr/>
          </p:nvSpPr>
          <p:spPr>
            <a:xfrm>
              <a:off x="704551" y="2952771"/>
              <a:ext cx="46004" cy="368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9" name="asset_3418_15">
              <a:extLst>
                <a:ext uri="{FF2B5EF4-FFF2-40B4-BE49-F238E27FC236}">
                  <a16:creationId xmlns:a16="http://schemas.microsoft.com/office/drawing/2014/main" id="{24A7EC66-3170-4980-B547-D7F35A78374E}"/>
                </a:ext>
              </a:extLst>
            </p:cNvPr>
            <p:cNvSpPr>
              <a:spLocks noGrp="1"/>
            </p:cNvSpPr>
            <p:nvPr/>
          </p:nvSpPr>
          <p:spPr>
            <a:xfrm>
              <a:off x="712894" y="2870877"/>
              <a:ext cx="56480" cy="452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0" name="asset_3418_16">
              <a:extLst>
                <a:ext uri="{FF2B5EF4-FFF2-40B4-BE49-F238E27FC236}">
                  <a16:creationId xmlns:a16="http://schemas.microsoft.com/office/drawing/2014/main" id="{78F1286C-711D-4B62-B721-4A9754ABBAA4}"/>
                </a:ext>
              </a:extLst>
            </p:cNvPr>
            <p:cNvSpPr>
              <a:spLocks noGrp="1"/>
            </p:cNvSpPr>
            <p:nvPr/>
          </p:nvSpPr>
          <p:spPr>
            <a:xfrm>
              <a:off x="660258" y="2884020"/>
              <a:ext cx="43415" cy="3475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1" name="asset_3418_17">
              <a:extLst>
                <a:ext uri="{FF2B5EF4-FFF2-40B4-BE49-F238E27FC236}">
                  <a16:creationId xmlns:a16="http://schemas.microsoft.com/office/drawing/2014/main" id="{9DB2C952-197D-493E-9257-D3FD618E8B4F}"/>
                </a:ext>
              </a:extLst>
            </p:cNvPr>
            <p:cNvSpPr>
              <a:spLocks noGrp="1"/>
            </p:cNvSpPr>
            <p:nvPr/>
          </p:nvSpPr>
          <p:spPr>
            <a:xfrm>
              <a:off x="646252" y="2915072"/>
              <a:ext cx="40567" cy="3247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2" name="asset_3418_18">
              <a:extLst>
                <a:ext uri="{FF2B5EF4-FFF2-40B4-BE49-F238E27FC236}">
                  <a16:creationId xmlns:a16="http://schemas.microsoft.com/office/drawing/2014/main" id="{0307960D-54E1-4EE8-91E8-696DB6F36BD1}"/>
                </a:ext>
              </a:extLst>
            </p:cNvPr>
            <p:cNvSpPr>
              <a:spLocks noGrp="1"/>
            </p:cNvSpPr>
            <p:nvPr/>
          </p:nvSpPr>
          <p:spPr>
            <a:xfrm>
              <a:off x="650938" y="2925609"/>
              <a:ext cx="53537" cy="4285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3" name="asset_3418_19">
              <a:extLst>
                <a:ext uri="{FF2B5EF4-FFF2-40B4-BE49-F238E27FC236}">
                  <a16:creationId xmlns:a16="http://schemas.microsoft.com/office/drawing/2014/main" id="{C9C5CCC1-BEF3-4FE9-8813-2936CBF5396A}"/>
                </a:ext>
              </a:extLst>
            </p:cNvPr>
            <p:cNvSpPr>
              <a:spLocks noGrp="1"/>
            </p:cNvSpPr>
            <p:nvPr/>
          </p:nvSpPr>
          <p:spPr>
            <a:xfrm>
              <a:off x="687793" y="2908008"/>
              <a:ext cx="53103" cy="4250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4" name="asset_3418_20">
              <a:extLst>
                <a:ext uri="{FF2B5EF4-FFF2-40B4-BE49-F238E27FC236}">
                  <a16:creationId xmlns:a16="http://schemas.microsoft.com/office/drawing/2014/main" id="{6A41E64E-40E4-4F42-802B-899BDE82CD75}"/>
                </a:ext>
              </a:extLst>
            </p:cNvPr>
            <p:cNvSpPr>
              <a:spLocks noGrp="1"/>
            </p:cNvSpPr>
            <p:nvPr/>
          </p:nvSpPr>
          <p:spPr>
            <a:xfrm>
              <a:off x="644334" y="2877187"/>
              <a:ext cx="61827" cy="494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5" name="asset_3418_21">
              <a:extLst>
                <a:ext uri="{FF2B5EF4-FFF2-40B4-BE49-F238E27FC236}">
                  <a16:creationId xmlns:a16="http://schemas.microsoft.com/office/drawing/2014/main" id="{57E6000E-1573-4B3F-8BF1-674E0DEB950F}"/>
                </a:ext>
              </a:extLst>
            </p:cNvPr>
            <p:cNvSpPr>
              <a:spLocks noGrp="1"/>
            </p:cNvSpPr>
            <p:nvPr/>
          </p:nvSpPr>
          <p:spPr>
            <a:xfrm>
              <a:off x="627496" y="2922037"/>
              <a:ext cx="54012" cy="4323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6" name="asset_3418_22">
              <a:extLst>
                <a:ext uri="{FF2B5EF4-FFF2-40B4-BE49-F238E27FC236}">
                  <a16:creationId xmlns:a16="http://schemas.microsoft.com/office/drawing/2014/main" id="{E8B27CE8-B114-4A5A-9351-932160EDEA33}"/>
                </a:ext>
              </a:extLst>
            </p:cNvPr>
            <p:cNvSpPr>
              <a:spLocks noGrp="1"/>
            </p:cNvSpPr>
            <p:nvPr/>
          </p:nvSpPr>
          <p:spPr>
            <a:xfrm>
              <a:off x="656031" y="2948387"/>
              <a:ext cx="60272" cy="482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7" name="asset_3418_23">
              <a:extLst>
                <a:ext uri="{FF2B5EF4-FFF2-40B4-BE49-F238E27FC236}">
                  <a16:creationId xmlns:a16="http://schemas.microsoft.com/office/drawing/2014/main" id="{D8549EB0-8A46-4EFD-9016-5A395C177FC0}"/>
                </a:ext>
              </a:extLst>
            </p:cNvPr>
            <p:cNvSpPr>
              <a:spLocks noGrp="1"/>
            </p:cNvSpPr>
            <p:nvPr/>
          </p:nvSpPr>
          <p:spPr>
            <a:xfrm>
              <a:off x="673856" y="2885344"/>
              <a:ext cx="54756" cy="438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8" name="asset_3418_24">
              <a:extLst>
                <a:ext uri="{FF2B5EF4-FFF2-40B4-BE49-F238E27FC236}">
                  <a16:creationId xmlns:a16="http://schemas.microsoft.com/office/drawing/2014/main" id="{53AC7175-BD2D-4738-8BFE-7490CAC20AD0}"/>
                </a:ext>
              </a:extLst>
            </p:cNvPr>
            <p:cNvSpPr>
              <a:spLocks noGrp="1"/>
            </p:cNvSpPr>
            <p:nvPr/>
          </p:nvSpPr>
          <p:spPr>
            <a:xfrm>
              <a:off x="665714" y="2862703"/>
              <a:ext cx="56521" cy="452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9" name="asset_3418_25">
              <a:extLst>
                <a:ext uri="{FF2B5EF4-FFF2-40B4-BE49-F238E27FC236}">
                  <a16:creationId xmlns:a16="http://schemas.microsoft.com/office/drawing/2014/main" id="{728894B9-7453-484A-9C57-592102037781}"/>
                </a:ext>
              </a:extLst>
            </p:cNvPr>
            <p:cNvSpPr>
              <a:spLocks noGrp="1"/>
            </p:cNvSpPr>
            <p:nvPr/>
          </p:nvSpPr>
          <p:spPr>
            <a:xfrm>
              <a:off x="655617" y="2930002"/>
              <a:ext cx="41066" cy="3287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0" name="asset_3418_26">
              <a:extLst>
                <a:ext uri="{FF2B5EF4-FFF2-40B4-BE49-F238E27FC236}">
                  <a16:creationId xmlns:a16="http://schemas.microsoft.com/office/drawing/2014/main" id="{7B05ABAD-8F18-4A94-A307-461BD9FE073B}"/>
                </a:ext>
              </a:extLst>
            </p:cNvPr>
            <p:cNvSpPr>
              <a:spLocks noGrp="1"/>
            </p:cNvSpPr>
            <p:nvPr/>
          </p:nvSpPr>
          <p:spPr>
            <a:xfrm>
              <a:off x="697176" y="2925495"/>
              <a:ext cx="43005" cy="344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1" name="asset_3418_27">
              <a:extLst>
                <a:ext uri="{FF2B5EF4-FFF2-40B4-BE49-F238E27FC236}">
                  <a16:creationId xmlns:a16="http://schemas.microsoft.com/office/drawing/2014/main" id="{D9F699C7-F728-40A7-B5CB-18E66DEC3F04}"/>
                </a:ext>
              </a:extLst>
            </p:cNvPr>
            <p:cNvSpPr>
              <a:spLocks noGrp="1"/>
            </p:cNvSpPr>
            <p:nvPr/>
          </p:nvSpPr>
          <p:spPr>
            <a:xfrm>
              <a:off x="712816" y="2875150"/>
              <a:ext cx="57550" cy="460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2" name="asset_3418_28">
              <a:extLst>
                <a:ext uri="{FF2B5EF4-FFF2-40B4-BE49-F238E27FC236}">
                  <a16:creationId xmlns:a16="http://schemas.microsoft.com/office/drawing/2014/main" id="{68F4CB04-9833-42C7-A9ED-DDC2A536E690}"/>
                </a:ext>
              </a:extLst>
            </p:cNvPr>
            <p:cNvSpPr>
              <a:spLocks noGrp="1"/>
            </p:cNvSpPr>
            <p:nvPr/>
          </p:nvSpPr>
          <p:spPr>
            <a:xfrm>
              <a:off x="639783" y="2878703"/>
              <a:ext cx="62710" cy="501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3" name="asset_3418_29">
              <a:extLst>
                <a:ext uri="{FF2B5EF4-FFF2-40B4-BE49-F238E27FC236}">
                  <a16:creationId xmlns:a16="http://schemas.microsoft.com/office/drawing/2014/main" id="{C97BE2A5-529F-49D6-A956-FB4B1DD96FEC}"/>
                </a:ext>
              </a:extLst>
            </p:cNvPr>
            <p:cNvSpPr>
              <a:spLocks noGrp="1"/>
            </p:cNvSpPr>
            <p:nvPr/>
          </p:nvSpPr>
          <p:spPr>
            <a:xfrm>
              <a:off x="610735" y="2938325"/>
              <a:ext cx="57804" cy="462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4" name="asset_3418_30">
              <a:extLst>
                <a:ext uri="{FF2B5EF4-FFF2-40B4-BE49-F238E27FC236}">
                  <a16:creationId xmlns:a16="http://schemas.microsoft.com/office/drawing/2014/main" id="{E52E40DB-8FE3-48AE-A0E6-634B347B61BC}"/>
                </a:ext>
              </a:extLst>
            </p:cNvPr>
            <p:cNvSpPr>
              <a:spLocks noGrp="1"/>
            </p:cNvSpPr>
            <p:nvPr/>
          </p:nvSpPr>
          <p:spPr>
            <a:xfrm>
              <a:off x="699451" y="2922547"/>
              <a:ext cx="60007" cy="480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5" name="asset_3418_31">
              <a:extLst>
                <a:ext uri="{FF2B5EF4-FFF2-40B4-BE49-F238E27FC236}">
                  <a16:creationId xmlns:a16="http://schemas.microsoft.com/office/drawing/2014/main" id="{C23E4A93-DAD2-4FEE-B51B-525C7B68CCD7}"/>
                </a:ext>
              </a:extLst>
            </p:cNvPr>
            <p:cNvSpPr>
              <a:spLocks noGrp="1"/>
            </p:cNvSpPr>
            <p:nvPr/>
          </p:nvSpPr>
          <p:spPr>
            <a:xfrm>
              <a:off x="689175" y="2882675"/>
              <a:ext cx="52750" cy="422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6" name="asset_3418_32">
              <a:extLst>
                <a:ext uri="{FF2B5EF4-FFF2-40B4-BE49-F238E27FC236}">
                  <a16:creationId xmlns:a16="http://schemas.microsoft.com/office/drawing/2014/main" id="{7024B648-10B3-4FC5-BFE4-FA4E241E2376}"/>
                </a:ext>
              </a:extLst>
            </p:cNvPr>
            <p:cNvSpPr>
              <a:spLocks noGrp="1"/>
            </p:cNvSpPr>
            <p:nvPr/>
          </p:nvSpPr>
          <p:spPr>
            <a:xfrm>
              <a:off x="691933" y="2881580"/>
              <a:ext cx="41548" cy="332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7" name="asset_3418_33">
              <a:extLst>
                <a:ext uri="{FF2B5EF4-FFF2-40B4-BE49-F238E27FC236}">
                  <a16:creationId xmlns:a16="http://schemas.microsoft.com/office/drawing/2014/main" id="{C4BB59F4-FAEA-4669-A283-5A8D5FD61843}"/>
                </a:ext>
              </a:extLst>
            </p:cNvPr>
            <p:cNvSpPr>
              <a:spLocks noGrp="1"/>
            </p:cNvSpPr>
            <p:nvPr/>
          </p:nvSpPr>
          <p:spPr>
            <a:xfrm>
              <a:off x="609692" y="2939987"/>
              <a:ext cx="42168" cy="337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8" name="asset_3418_34">
              <a:extLst>
                <a:ext uri="{FF2B5EF4-FFF2-40B4-BE49-F238E27FC236}">
                  <a16:creationId xmlns:a16="http://schemas.microsoft.com/office/drawing/2014/main" id="{68FAB1E0-DA61-4B8F-AAEE-256F1AC9302A}"/>
                </a:ext>
              </a:extLst>
            </p:cNvPr>
            <p:cNvSpPr>
              <a:spLocks noGrp="1"/>
            </p:cNvSpPr>
            <p:nvPr/>
          </p:nvSpPr>
          <p:spPr>
            <a:xfrm>
              <a:off x="658301" y="2932943"/>
              <a:ext cx="54677" cy="437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9" name="asset_3418_35">
              <a:extLst>
                <a:ext uri="{FF2B5EF4-FFF2-40B4-BE49-F238E27FC236}">
                  <a16:creationId xmlns:a16="http://schemas.microsoft.com/office/drawing/2014/main" id="{14335B2E-6EA7-4099-A44E-0FCA8891366E}"/>
                </a:ext>
              </a:extLst>
            </p:cNvPr>
            <p:cNvSpPr>
              <a:spLocks noGrp="1"/>
            </p:cNvSpPr>
            <p:nvPr/>
          </p:nvSpPr>
          <p:spPr>
            <a:xfrm>
              <a:off x="723151" y="2883327"/>
              <a:ext cx="43124" cy="3452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0" name="asset_3418_36">
              <a:extLst>
                <a:ext uri="{FF2B5EF4-FFF2-40B4-BE49-F238E27FC236}">
                  <a16:creationId xmlns:a16="http://schemas.microsoft.com/office/drawing/2014/main" id="{A8DFD640-E423-484E-9CA1-42D746AE0FD0}"/>
                </a:ext>
              </a:extLst>
            </p:cNvPr>
            <p:cNvSpPr>
              <a:spLocks noGrp="1"/>
            </p:cNvSpPr>
            <p:nvPr/>
          </p:nvSpPr>
          <p:spPr>
            <a:xfrm>
              <a:off x="689172" y="2888555"/>
              <a:ext cx="55046" cy="4406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1" name="asset_3418_37">
              <a:extLst>
                <a:ext uri="{FF2B5EF4-FFF2-40B4-BE49-F238E27FC236}">
                  <a16:creationId xmlns:a16="http://schemas.microsoft.com/office/drawing/2014/main" id="{7F1A8931-64BF-424B-8E02-15575E9244CA}"/>
                </a:ext>
              </a:extLst>
            </p:cNvPr>
            <p:cNvSpPr>
              <a:spLocks noGrp="1"/>
            </p:cNvSpPr>
            <p:nvPr/>
          </p:nvSpPr>
          <p:spPr>
            <a:xfrm>
              <a:off x="624996" y="2893501"/>
              <a:ext cx="42492" cy="340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2" name="asset_3418_38">
              <a:extLst>
                <a:ext uri="{FF2B5EF4-FFF2-40B4-BE49-F238E27FC236}">
                  <a16:creationId xmlns:a16="http://schemas.microsoft.com/office/drawing/2014/main" id="{C38791FD-DF34-4451-8100-ABBF8F0DCB5C}"/>
                </a:ext>
              </a:extLst>
            </p:cNvPr>
            <p:cNvSpPr>
              <a:spLocks noGrp="1"/>
            </p:cNvSpPr>
            <p:nvPr/>
          </p:nvSpPr>
          <p:spPr>
            <a:xfrm>
              <a:off x="692747" y="2919924"/>
              <a:ext cx="59456" cy="475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3" name="asset_3418_39">
              <a:extLst>
                <a:ext uri="{FF2B5EF4-FFF2-40B4-BE49-F238E27FC236}">
                  <a16:creationId xmlns:a16="http://schemas.microsoft.com/office/drawing/2014/main" id="{F80C371B-9B40-4B05-AF8B-21D4E1E58F9B}"/>
                </a:ext>
              </a:extLst>
            </p:cNvPr>
            <p:cNvSpPr>
              <a:spLocks noGrp="1"/>
            </p:cNvSpPr>
            <p:nvPr/>
          </p:nvSpPr>
          <p:spPr>
            <a:xfrm>
              <a:off x="677417" y="2876792"/>
              <a:ext cx="58680" cy="4697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4" name="asset_3418_40">
              <a:extLst>
                <a:ext uri="{FF2B5EF4-FFF2-40B4-BE49-F238E27FC236}">
                  <a16:creationId xmlns:a16="http://schemas.microsoft.com/office/drawing/2014/main" id="{0627EDB1-79CF-4DB6-B184-C435C87C1E67}"/>
                </a:ext>
              </a:extLst>
            </p:cNvPr>
            <p:cNvSpPr>
              <a:spLocks noGrp="1"/>
            </p:cNvSpPr>
            <p:nvPr/>
          </p:nvSpPr>
          <p:spPr>
            <a:xfrm>
              <a:off x="674520" y="2870917"/>
              <a:ext cx="54548" cy="436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5" name="asset_3418_41">
              <a:extLst>
                <a:ext uri="{FF2B5EF4-FFF2-40B4-BE49-F238E27FC236}">
                  <a16:creationId xmlns:a16="http://schemas.microsoft.com/office/drawing/2014/main" id="{F67C74B8-CAFB-4408-8687-157009400184}"/>
                </a:ext>
              </a:extLst>
            </p:cNvPr>
            <p:cNvSpPr>
              <a:spLocks noGrp="1"/>
            </p:cNvSpPr>
            <p:nvPr/>
          </p:nvSpPr>
          <p:spPr>
            <a:xfrm>
              <a:off x="645963" y="2929439"/>
              <a:ext cx="60782" cy="486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6" name="asset_3418_42">
              <a:extLst>
                <a:ext uri="{FF2B5EF4-FFF2-40B4-BE49-F238E27FC236}">
                  <a16:creationId xmlns:a16="http://schemas.microsoft.com/office/drawing/2014/main" id="{0574429D-923D-4FA3-8907-4E32A8F06235}"/>
                </a:ext>
              </a:extLst>
            </p:cNvPr>
            <p:cNvSpPr>
              <a:spLocks noGrp="1"/>
            </p:cNvSpPr>
            <p:nvPr/>
          </p:nvSpPr>
          <p:spPr>
            <a:xfrm>
              <a:off x="659127" y="2946068"/>
              <a:ext cx="51347" cy="4110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7" name="asset_3418_43">
              <a:extLst>
                <a:ext uri="{FF2B5EF4-FFF2-40B4-BE49-F238E27FC236}">
                  <a16:creationId xmlns:a16="http://schemas.microsoft.com/office/drawing/2014/main" id="{40BF695D-3C59-4A33-BE27-6B7B2C94C4C8}"/>
                </a:ext>
              </a:extLst>
            </p:cNvPr>
            <p:cNvSpPr>
              <a:spLocks noGrp="1"/>
            </p:cNvSpPr>
            <p:nvPr/>
          </p:nvSpPr>
          <p:spPr>
            <a:xfrm>
              <a:off x="693233" y="2909245"/>
              <a:ext cx="44980" cy="360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8" name="asset_3418_44">
              <a:extLst>
                <a:ext uri="{FF2B5EF4-FFF2-40B4-BE49-F238E27FC236}">
                  <a16:creationId xmlns:a16="http://schemas.microsoft.com/office/drawing/2014/main" id="{22EC7748-D7B8-42CE-B3B5-97C57AC62A6F}"/>
                </a:ext>
              </a:extLst>
            </p:cNvPr>
            <p:cNvSpPr>
              <a:spLocks noGrp="1"/>
            </p:cNvSpPr>
            <p:nvPr/>
          </p:nvSpPr>
          <p:spPr>
            <a:xfrm>
              <a:off x="645345" y="2880834"/>
              <a:ext cx="54224" cy="434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9" name="asset_3418_45">
              <a:extLst>
                <a:ext uri="{FF2B5EF4-FFF2-40B4-BE49-F238E27FC236}">
                  <a16:creationId xmlns:a16="http://schemas.microsoft.com/office/drawing/2014/main" id="{6465B83D-6CE9-4B21-AA53-471F8499E173}"/>
                </a:ext>
              </a:extLst>
            </p:cNvPr>
            <p:cNvSpPr>
              <a:spLocks noGrp="1"/>
            </p:cNvSpPr>
            <p:nvPr/>
          </p:nvSpPr>
          <p:spPr>
            <a:xfrm>
              <a:off x="617197" y="2897439"/>
              <a:ext cx="45510" cy="364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0" name="asset_3418_46">
              <a:extLst>
                <a:ext uri="{FF2B5EF4-FFF2-40B4-BE49-F238E27FC236}">
                  <a16:creationId xmlns:a16="http://schemas.microsoft.com/office/drawing/2014/main" id="{BA52981F-8755-45AE-9AB1-32E59CD76E09}"/>
                </a:ext>
              </a:extLst>
            </p:cNvPr>
            <p:cNvSpPr>
              <a:spLocks noGrp="1"/>
            </p:cNvSpPr>
            <p:nvPr/>
          </p:nvSpPr>
          <p:spPr>
            <a:xfrm>
              <a:off x="703530" y="2944793"/>
              <a:ext cx="57009" cy="456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1" name="asset_3418_47">
              <a:extLst>
                <a:ext uri="{FF2B5EF4-FFF2-40B4-BE49-F238E27FC236}">
                  <a16:creationId xmlns:a16="http://schemas.microsoft.com/office/drawing/2014/main" id="{72E0DAA6-4F44-4EEA-B264-3A6155374C97}"/>
                </a:ext>
              </a:extLst>
            </p:cNvPr>
            <p:cNvSpPr>
              <a:spLocks noGrp="1"/>
            </p:cNvSpPr>
            <p:nvPr/>
          </p:nvSpPr>
          <p:spPr>
            <a:xfrm>
              <a:off x="725277" y="2920297"/>
              <a:ext cx="44123" cy="353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2" name="asset_3418_48">
              <a:extLst>
                <a:ext uri="{FF2B5EF4-FFF2-40B4-BE49-F238E27FC236}">
                  <a16:creationId xmlns:a16="http://schemas.microsoft.com/office/drawing/2014/main" id="{1032DE87-8C16-461E-9903-402F5793491A}"/>
                </a:ext>
              </a:extLst>
            </p:cNvPr>
            <p:cNvSpPr>
              <a:spLocks noGrp="1"/>
            </p:cNvSpPr>
            <p:nvPr/>
          </p:nvSpPr>
          <p:spPr>
            <a:xfrm>
              <a:off x="663007" y="2876276"/>
              <a:ext cx="55578" cy="444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3" name="asset_3418_49">
              <a:extLst>
                <a:ext uri="{FF2B5EF4-FFF2-40B4-BE49-F238E27FC236}">
                  <a16:creationId xmlns:a16="http://schemas.microsoft.com/office/drawing/2014/main" id="{2632D4F1-D5BD-404B-AB2A-BD707183F834}"/>
                </a:ext>
              </a:extLst>
            </p:cNvPr>
            <p:cNvSpPr>
              <a:spLocks noGrp="1"/>
            </p:cNvSpPr>
            <p:nvPr/>
          </p:nvSpPr>
          <p:spPr>
            <a:xfrm>
              <a:off x="610023" y="2904869"/>
              <a:ext cx="57087" cy="456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4" name="asset_3418_50">
              <a:extLst>
                <a:ext uri="{FF2B5EF4-FFF2-40B4-BE49-F238E27FC236}">
                  <a16:creationId xmlns:a16="http://schemas.microsoft.com/office/drawing/2014/main" id="{235C36F9-6FB2-4B0B-A7D6-D0B89026885D}"/>
                </a:ext>
              </a:extLst>
            </p:cNvPr>
            <p:cNvSpPr>
              <a:spLocks noGrp="1"/>
            </p:cNvSpPr>
            <p:nvPr/>
          </p:nvSpPr>
          <p:spPr>
            <a:xfrm>
              <a:off x="639514" y="2941879"/>
              <a:ext cx="52791" cy="422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5" name="asset_3418_51">
              <a:extLst>
                <a:ext uri="{FF2B5EF4-FFF2-40B4-BE49-F238E27FC236}">
                  <a16:creationId xmlns:a16="http://schemas.microsoft.com/office/drawing/2014/main" id="{2C82AA31-73C9-4519-8A9B-2220E28E204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7783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1785">
              <a:solidFill>
                <a:srgbClr val="87ADD3"/>
              </a:solidFill>
            </a:ln>
          </p:spPr>
        </p:sp>
      </p:grpSp>
      <p:grpSp>
        <p:nvGrpSpPr>
          <p:cNvPr id="1216" name="a | spatial view dog x2 | v4 editable"/>
          <p:cNvGrpSpPr/>
          <p:nvPr/>
        </p:nvGrpSpPr>
        <p:grpSpPr>
          <a:xfrm>
            <a:off x="1501222" y="2333512"/>
            <a:ext cx="155421" cy="122657"/>
            <a:chOff x="177480" y="3241800"/>
            <a:chExt cx="249480" cy="196920"/>
          </a:xfrm>
        </p:grpSpPr>
        <p:sp>
          <p:nvSpPr>
            <p:cNvPr id="1217" name="asset_3419_0">
              <a:extLst>
                <a:ext uri="{FF2B5EF4-FFF2-40B4-BE49-F238E27FC236}">
                  <a16:creationId xmlns:a16="http://schemas.microsoft.com/office/drawing/2014/main" id="{746693EA-BB73-4B3D-BB22-995B684A8E0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4180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218" name="asset_3419_1">
              <a:extLst>
                <a:ext uri="{FF2B5EF4-FFF2-40B4-BE49-F238E27FC236}">
                  <a16:creationId xmlns:a16="http://schemas.microsoft.com/office/drawing/2014/main" id="{D0390F61-86FB-492A-B934-5BA7E33F4E06}"/>
                </a:ext>
              </a:extLst>
            </p:cNvPr>
            <p:cNvSpPr>
              <a:spLocks noGrp="1"/>
            </p:cNvSpPr>
            <p:nvPr/>
          </p:nvSpPr>
          <p:spPr>
            <a:xfrm>
              <a:off x="379559" y="324180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19" name="asset_3419_2">
              <a:extLst>
                <a:ext uri="{FF2B5EF4-FFF2-40B4-BE49-F238E27FC236}">
                  <a16:creationId xmlns:a16="http://schemas.microsoft.com/office/drawing/2014/main" id="{63E5FB0C-8C6C-410D-BBB7-A93C1FA20AD8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7527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20" name="asset_3419_3">
              <a:extLst>
                <a:ext uri="{FF2B5EF4-FFF2-40B4-BE49-F238E27FC236}">
                  <a16:creationId xmlns:a16="http://schemas.microsoft.com/office/drawing/2014/main" id="{96950FFE-4A33-4D88-A80B-43ADA4CFB163}"/>
                </a:ext>
              </a:extLst>
            </p:cNvPr>
            <p:cNvSpPr>
              <a:spLocks noGrp="1"/>
            </p:cNvSpPr>
            <p:nvPr/>
          </p:nvSpPr>
          <p:spPr>
            <a:xfrm>
              <a:off x="228000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1" name="asset_3419_4">
              <a:extLst>
                <a:ext uri="{FF2B5EF4-FFF2-40B4-BE49-F238E27FC236}">
                  <a16:creationId xmlns:a16="http://schemas.microsoft.com/office/drawing/2014/main" id="{FEE28440-463A-4E6E-BB08-D7B04B22DF73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1613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2" name="asset_3419_5">
              <a:extLst>
                <a:ext uri="{FF2B5EF4-FFF2-40B4-BE49-F238E27FC236}">
                  <a16:creationId xmlns:a16="http://schemas.microsoft.com/office/drawing/2014/main" id="{70FB939D-CC5A-4837-9BB6-BB9702E003B3}"/>
                </a:ext>
              </a:extLst>
            </p:cNvPr>
            <p:cNvSpPr>
              <a:spLocks noGrp="1"/>
            </p:cNvSpPr>
            <p:nvPr/>
          </p:nvSpPr>
          <p:spPr>
            <a:xfrm>
              <a:off x="27851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3" name="asset_3419_6">
              <a:extLst>
                <a:ext uri="{FF2B5EF4-FFF2-40B4-BE49-F238E27FC236}">
                  <a16:creationId xmlns:a16="http://schemas.microsoft.com/office/drawing/2014/main" id="{DF70B3E3-1BDA-4D98-8BF9-D245F57F4DF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5699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4" name="asset_3419_7">
              <a:extLst>
                <a:ext uri="{FF2B5EF4-FFF2-40B4-BE49-F238E27FC236}">
                  <a16:creationId xmlns:a16="http://schemas.microsoft.com/office/drawing/2014/main" id="{E2BFE340-34A7-42E4-AED2-F0E915747680}"/>
                </a:ext>
              </a:extLst>
            </p:cNvPr>
            <p:cNvSpPr>
              <a:spLocks noGrp="1"/>
            </p:cNvSpPr>
            <p:nvPr/>
          </p:nvSpPr>
          <p:spPr>
            <a:xfrm>
              <a:off x="32903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5" name="asset_3419_8">
              <a:extLst>
                <a:ext uri="{FF2B5EF4-FFF2-40B4-BE49-F238E27FC236}">
                  <a16:creationId xmlns:a16="http://schemas.microsoft.com/office/drawing/2014/main" id="{C4FE8518-1A43-48D8-8371-EE0AF0F70311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9785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6" name="asset_3419_9">
              <a:extLst>
                <a:ext uri="{FF2B5EF4-FFF2-40B4-BE49-F238E27FC236}">
                  <a16:creationId xmlns:a16="http://schemas.microsoft.com/office/drawing/2014/main" id="{2FD49D77-CD99-4F4D-91C1-2116EB8AA60D}"/>
                </a:ext>
              </a:extLst>
            </p:cNvPr>
            <p:cNvSpPr>
              <a:spLocks noGrp="1"/>
            </p:cNvSpPr>
            <p:nvPr/>
          </p:nvSpPr>
          <p:spPr>
            <a:xfrm>
              <a:off x="209085" y="3310003"/>
              <a:ext cx="78407" cy="62762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6A8D9">
                    <a:alpha val="66000"/>
                  </a:srgbClr>
                </a:gs>
                <a:gs pos="100000">
                  <a:srgbClr val="86A8D9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27" name="asset_3419_10">
              <a:extLst>
                <a:ext uri="{FF2B5EF4-FFF2-40B4-BE49-F238E27FC236}">
                  <a16:creationId xmlns:a16="http://schemas.microsoft.com/office/drawing/2014/main" id="{6AF7C569-F001-44ED-B5FF-D969062B6D79}"/>
                </a:ext>
              </a:extLst>
            </p:cNvPr>
            <p:cNvSpPr>
              <a:spLocks noGrp="1"/>
            </p:cNvSpPr>
            <p:nvPr/>
          </p:nvSpPr>
          <p:spPr>
            <a:xfrm>
              <a:off x="279651" y="3284898"/>
              <a:ext cx="70566" cy="56486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6A8D9">
                    <a:alpha val="66000"/>
                  </a:srgbClr>
                </a:gs>
                <a:gs pos="100000">
                  <a:srgbClr val="86A8D9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28" name="asset_3419_11">
              <a:extLst>
                <a:ext uri="{FF2B5EF4-FFF2-40B4-BE49-F238E27FC236}">
                  <a16:creationId xmlns:a16="http://schemas.microsoft.com/office/drawing/2014/main" id="{80F085E8-C51F-4FA2-AE86-C8FED9CADD52}"/>
                </a:ext>
              </a:extLst>
            </p:cNvPr>
            <p:cNvSpPr>
              <a:spLocks noGrp="1"/>
            </p:cNvSpPr>
            <p:nvPr/>
          </p:nvSpPr>
          <p:spPr>
            <a:xfrm>
              <a:off x="241923" y="3340673"/>
              <a:ext cx="47641" cy="3813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29" name="asset_3419_12">
              <a:extLst>
                <a:ext uri="{FF2B5EF4-FFF2-40B4-BE49-F238E27FC236}">
                  <a16:creationId xmlns:a16="http://schemas.microsoft.com/office/drawing/2014/main" id="{CE1E376E-8B7F-40D6-B527-64C282C83F92}"/>
                </a:ext>
              </a:extLst>
            </p:cNvPr>
            <p:cNvSpPr>
              <a:spLocks noGrp="1"/>
            </p:cNvSpPr>
            <p:nvPr/>
          </p:nvSpPr>
          <p:spPr>
            <a:xfrm>
              <a:off x="303331" y="3308488"/>
              <a:ext cx="47516" cy="3803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0" name="asset_3419_13">
              <a:extLst>
                <a:ext uri="{FF2B5EF4-FFF2-40B4-BE49-F238E27FC236}">
                  <a16:creationId xmlns:a16="http://schemas.microsoft.com/office/drawing/2014/main" id="{66B637FD-4CCF-44E1-B885-780E4671237C}"/>
                </a:ext>
              </a:extLst>
            </p:cNvPr>
            <p:cNvSpPr>
              <a:spLocks noGrp="1"/>
            </p:cNvSpPr>
            <p:nvPr/>
          </p:nvSpPr>
          <p:spPr>
            <a:xfrm>
              <a:off x="242175" y="3326284"/>
              <a:ext cx="35224" cy="281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1" name="asset_3419_14">
              <a:extLst>
                <a:ext uri="{FF2B5EF4-FFF2-40B4-BE49-F238E27FC236}">
                  <a16:creationId xmlns:a16="http://schemas.microsoft.com/office/drawing/2014/main" id="{AFEC96C6-81F9-47CB-99F2-B73D4EF6A070}"/>
                </a:ext>
              </a:extLst>
            </p:cNvPr>
            <p:cNvSpPr>
              <a:spLocks noGrp="1"/>
            </p:cNvSpPr>
            <p:nvPr/>
          </p:nvSpPr>
          <p:spPr>
            <a:xfrm>
              <a:off x="311032" y="3283806"/>
              <a:ext cx="45989" cy="3681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2" name="asset_3419_15">
              <a:extLst>
                <a:ext uri="{FF2B5EF4-FFF2-40B4-BE49-F238E27FC236}">
                  <a16:creationId xmlns:a16="http://schemas.microsoft.com/office/drawing/2014/main" id="{8E9DCA16-9B81-4C15-953A-9671E01E116A}"/>
                </a:ext>
              </a:extLst>
            </p:cNvPr>
            <p:cNvSpPr>
              <a:spLocks noGrp="1"/>
            </p:cNvSpPr>
            <p:nvPr/>
          </p:nvSpPr>
          <p:spPr>
            <a:xfrm>
              <a:off x="202672" y="3333436"/>
              <a:ext cx="47241" cy="378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3" name="asset_3419_16">
              <a:extLst>
                <a:ext uri="{FF2B5EF4-FFF2-40B4-BE49-F238E27FC236}">
                  <a16:creationId xmlns:a16="http://schemas.microsoft.com/office/drawing/2014/main" id="{DB08204D-F697-4B38-8CAD-AF992960BF57}"/>
                </a:ext>
              </a:extLst>
            </p:cNvPr>
            <p:cNvSpPr>
              <a:spLocks noGrp="1"/>
            </p:cNvSpPr>
            <p:nvPr/>
          </p:nvSpPr>
          <p:spPr>
            <a:xfrm>
              <a:off x="304573" y="3306993"/>
              <a:ext cx="47769" cy="382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4" name="asset_3419_17">
              <a:extLst>
                <a:ext uri="{FF2B5EF4-FFF2-40B4-BE49-F238E27FC236}">
                  <a16:creationId xmlns:a16="http://schemas.microsoft.com/office/drawing/2014/main" id="{8B874592-0071-4EF6-AF5B-CB6BD062D5F5}"/>
                </a:ext>
              </a:extLst>
            </p:cNvPr>
            <p:cNvSpPr>
              <a:spLocks noGrp="1"/>
            </p:cNvSpPr>
            <p:nvPr/>
          </p:nvSpPr>
          <p:spPr>
            <a:xfrm>
              <a:off x="217249" y="3310530"/>
              <a:ext cx="49893" cy="399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5" name="asset_3419_18">
              <a:extLst>
                <a:ext uri="{FF2B5EF4-FFF2-40B4-BE49-F238E27FC236}">
                  <a16:creationId xmlns:a16="http://schemas.microsoft.com/office/drawing/2014/main" id="{ADEC17A4-4FD0-41D2-857B-42EB14C19299}"/>
                </a:ext>
              </a:extLst>
            </p:cNvPr>
            <p:cNvSpPr>
              <a:spLocks noGrp="1"/>
            </p:cNvSpPr>
            <p:nvPr/>
          </p:nvSpPr>
          <p:spPr>
            <a:xfrm>
              <a:off x="308183" y="3284460"/>
              <a:ext cx="35565" cy="2846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6" name="asset_3419_19">
              <a:extLst>
                <a:ext uri="{FF2B5EF4-FFF2-40B4-BE49-F238E27FC236}">
                  <a16:creationId xmlns:a16="http://schemas.microsoft.com/office/drawing/2014/main" id="{BBFD9A57-57B6-4217-8450-6199F35669FC}"/>
                </a:ext>
              </a:extLst>
            </p:cNvPr>
            <p:cNvSpPr>
              <a:spLocks noGrp="1"/>
            </p:cNvSpPr>
            <p:nvPr/>
          </p:nvSpPr>
          <p:spPr>
            <a:xfrm>
              <a:off x="245848" y="3307836"/>
              <a:ext cx="50742" cy="406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7" name="asset_3419_20">
              <a:extLst>
                <a:ext uri="{FF2B5EF4-FFF2-40B4-BE49-F238E27FC236}">
                  <a16:creationId xmlns:a16="http://schemas.microsoft.com/office/drawing/2014/main" id="{C9C34416-6B56-426A-A262-51D1B48289A4}"/>
                </a:ext>
              </a:extLst>
            </p:cNvPr>
            <p:cNvSpPr>
              <a:spLocks noGrp="1"/>
            </p:cNvSpPr>
            <p:nvPr/>
          </p:nvSpPr>
          <p:spPr>
            <a:xfrm>
              <a:off x="311298" y="3309246"/>
              <a:ext cx="28032" cy="224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8" name="asset_3419_21">
              <a:extLst>
                <a:ext uri="{FF2B5EF4-FFF2-40B4-BE49-F238E27FC236}">
                  <a16:creationId xmlns:a16="http://schemas.microsoft.com/office/drawing/2014/main" id="{743F4B5F-5725-43BD-A097-13433B7AF94C}"/>
                </a:ext>
              </a:extLst>
            </p:cNvPr>
            <p:cNvSpPr>
              <a:spLocks noGrp="1"/>
            </p:cNvSpPr>
            <p:nvPr/>
          </p:nvSpPr>
          <p:spPr>
            <a:xfrm>
              <a:off x="228651" y="3315668"/>
              <a:ext cx="29969" cy="239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9" name="asset_3419_22">
              <a:extLst>
                <a:ext uri="{FF2B5EF4-FFF2-40B4-BE49-F238E27FC236}">
                  <a16:creationId xmlns:a16="http://schemas.microsoft.com/office/drawing/2014/main" id="{9EC194BE-5A33-4EBD-9EBE-56F2518A0839}"/>
                </a:ext>
              </a:extLst>
            </p:cNvPr>
            <p:cNvSpPr>
              <a:spLocks noGrp="1"/>
            </p:cNvSpPr>
            <p:nvPr/>
          </p:nvSpPr>
          <p:spPr>
            <a:xfrm>
              <a:off x="279715" y="3281728"/>
              <a:ext cx="38686" cy="309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0" name="asset_3419_23">
              <a:extLst>
                <a:ext uri="{FF2B5EF4-FFF2-40B4-BE49-F238E27FC236}">
                  <a16:creationId xmlns:a16="http://schemas.microsoft.com/office/drawing/2014/main" id="{B68FCEA6-65C2-4682-9063-27A9459508CB}"/>
                </a:ext>
              </a:extLst>
            </p:cNvPr>
            <p:cNvSpPr>
              <a:spLocks noGrp="1"/>
            </p:cNvSpPr>
            <p:nvPr/>
          </p:nvSpPr>
          <p:spPr>
            <a:xfrm>
              <a:off x="222408" y="3329464"/>
              <a:ext cx="36387" cy="2912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1" name="asset_3419_24">
              <a:extLst>
                <a:ext uri="{FF2B5EF4-FFF2-40B4-BE49-F238E27FC236}">
                  <a16:creationId xmlns:a16="http://schemas.microsoft.com/office/drawing/2014/main" id="{DC8263F0-CF30-4205-94C6-51633A51E1AF}"/>
                </a:ext>
              </a:extLst>
            </p:cNvPr>
            <p:cNvSpPr>
              <a:spLocks noGrp="1"/>
            </p:cNvSpPr>
            <p:nvPr/>
          </p:nvSpPr>
          <p:spPr>
            <a:xfrm>
              <a:off x="287470" y="3286956"/>
              <a:ext cx="29679" cy="2375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2" name="asset_3419_25">
              <a:extLst>
                <a:ext uri="{FF2B5EF4-FFF2-40B4-BE49-F238E27FC236}">
                  <a16:creationId xmlns:a16="http://schemas.microsoft.com/office/drawing/2014/main" id="{EB74AB11-9238-4E12-AF59-DBD33722CA0E}"/>
                </a:ext>
              </a:extLst>
            </p:cNvPr>
            <p:cNvSpPr>
              <a:spLocks noGrp="1"/>
            </p:cNvSpPr>
            <p:nvPr/>
          </p:nvSpPr>
          <p:spPr>
            <a:xfrm>
              <a:off x="256524" y="3335578"/>
              <a:ext cx="27648" cy="221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3" name="asset_3419_26">
              <a:extLst>
                <a:ext uri="{FF2B5EF4-FFF2-40B4-BE49-F238E27FC236}">
                  <a16:creationId xmlns:a16="http://schemas.microsoft.com/office/drawing/2014/main" id="{31A8C5AE-DF5C-42BE-82FE-405FEAFF78F1}"/>
                </a:ext>
              </a:extLst>
            </p:cNvPr>
            <p:cNvSpPr>
              <a:spLocks noGrp="1"/>
            </p:cNvSpPr>
            <p:nvPr/>
          </p:nvSpPr>
          <p:spPr>
            <a:xfrm>
              <a:off x="305829" y="3314234"/>
              <a:ext cx="34218" cy="273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4" name="asset_3419_27">
              <a:extLst>
                <a:ext uri="{FF2B5EF4-FFF2-40B4-BE49-F238E27FC236}">
                  <a16:creationId xmlns:a16="http://schemas.microsoft.com/office/drawing/2014/main" id="{81BA1F3D-3A21-497D-B8E6-52152AE4B7F0}"/>
                </a:ext>
              </a:extLst>
            </p:cNvPr>
            <p:cNvSpPr>
              <a:spLocks noGrp="1"/>
            </p:cNvSpPr>
            <p:nvPr/>
          </p:nvSpPr>
          <p:spPr>
            <a:xfrm>
              <a:off x="223719" y="3339173"/>
              <a:ext cx="48031" cy="384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5" name="asset_3419_28">
              <a:extLst>
                <a:ext uri="{FF2B5EF4-FFF2-40B4-BE49-F238E27FC236}">
                  <a16:creationId xmlns:a16="http://schemas.microsoft.com/office/drawing/2014/main" id="{DECE060C-294A-41BD-96B8-36BF23A39263}"/>
                </a:ext>
              </a:extLst>
            </p:cNvPr>
            <p:cNvSpPr>
              <a:spLocks noGrp="1"/>
            </p:cNvSpPr>
            <p:nvPr/>
          </p:nvSpPr>
          <p:spPr>
            <a:xfrm>
              <a:off x="311839" y="3306302"/>
              <a:ext cx="41899" cy="335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6" name="asset_3419_29">
              <a:extLst>
                <a:ext uri="{FF2B5EF4-FFF2-40B4-BE49-F238E27FC236}">
                  <a16:creationId xmlns:a16="http://schemas.microsoft.com/office/drawing/2014/main" id="{0C28A1F5-FDA7-41D3-A62D-7B970C0C2E1A}"/>
                </a:ext>
              </a:extLst>
            </p:cNvPr>
            <p:cNvSpPr>
              <a:spLocks noGrp="1"/>
            </p:cNvSpPr>
            <p:nvPr/>
          </p:nvSpPr>
          <p:spPr>
            <a:xfrm>
              <a:off x="216626" y="3327809"/>
              <a:ext cx="48019" cy="384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7" name="asset_3419_30">
              <a:extLst>
                <a:ext uri="{FF2B5EF4-FFF2-40B4-BE49-F238E27FC236}">
                  <a16:creationId xmlns:a16="http://schemas.microsoft.com/office/drawing/2014/main" id="{C9CD6603-F5AF-4AA5-BE1B-83D5069EDFB3}"/>
                </a:ext>
              </a:extLst>
            </p:cNvPr>
            <p:cNvSpPr>
              <a:spLocks noGrp="1"/>
            </p:cNvSpPr>
            <p:nvPr/>
          </p:nvSpPr>
          <p:spPr>
            <a:xfrm>
              <a:off x="281210" y="3313076"/>
              <a:ext cx="44806" cy="358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8" name="asset_3419_31">
              <a:extLst>
                <a:ext uri="{FF2B5EF4-FFF2-40B4-BE49-F238E27FC236}">
                  <a16:creationId xmlns:a16="http://schemas.microsoft.com/office/drawing/2014/main" id="{99A99315-4FF1-42C4-8062-950F1B1EB9BD}"/>
                </a:ext>
              </a:extLst>
            </p:cNvPr>
            <p:cNvSpPr>
              <a:spLocks noGrp="1"/>
            </p:cNvSpPr>
            <p:nvPr/>
          </p:nvSpPr>
          <p:spPr>
            <a:xfrm>
              <a:off x="239528" y="3338633"/>
              <a:ext cx="39791" cy="3185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9" name="asset_3419_32">
              <a:extLst>
                <a:ext uri="{FF2B5EF4-FFF2-40B4-BE49-F238E27FC236}">
                  <a16:creationId xmlns:a16="http://schemas.microsoft.com/office/drawing/2014/main" id="{F355CFB1-BBD3-45AA-A1A4-FC931A7AAA07}"/>
                </a:ext>
              </a:extLst>
            </p:cNvPr>
            <p:cNvSpPr>
              <a:spLocks noGrp="1"/>
            </p:cNvSpPr>
            <p:nvPr/>
          </p:nvSpPr>
          <p:spPr>
            <a:xfrm>
              <a:off x="289504" y="3293472"/>
              <a:ext cx="31455" cy="2517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0" name="asset_3419_33">
              <a:extLst>
                <a:ext uri="{FF2B5EF4-FFF2-40B4-BE49-F238E27FC236}">
                  <a16:creationId xmlns:a16="http://schemas.microsoft.com/office/drawing/2014/main" id="{B3894E0F-7FEF-477F-A87C-0C2C50EC70AE}"/>
                </a:ext>
              </a:extLst>
            </p:cNvPr>
            <p:cNvSpPr>
              <a:spLocks noGrp="1"/>
            </p:cNvSpPr>
            <p:nvPr/>
          </p:nvSpPr>
          <p:spPr>
            <a:xfrm>
              <a:off x="203611" y="3314914"/>
              <a:ext cx="43216" cy="345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1" name="asset_3419_34">
              <a:extLst>
                <a:ext uri="{FF2B5EF4-FFF2-40B4-BE49-F238E27FC236}">
                  <a16:creationId xmlns:a16="http://schemas.microsoft.com/office/drawing/2014/main" id="{1F58FB18-2B89-44CE-B8ED-691D95657609}"/>
                </a:ext>
              </a:extLst>
            </p:cNvPr>
            <p:cNvSpPr>
              <a:spLocks noGrp="1"/>
            </p:cNvSpPr>
            <p:nvPr/>
          </p:nvSpPr>
          <p:spPr>
            <a:xfrm>
              <a:off x="289174" y="3312109"/>
              <a:ext cx="32270" cy="258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2" name="asset_3419_35">
              <a:extLst>
                <a:ext uri="{FF2B5EF4-FFF2-40B4-BE49-F238E27FC236}">
                  <a16:creationId xmlns:a16="http://schemas.microsoft.com/office/drawing/2014/main" id="{4C348268-068D-4464-8B15-5F53DBD50101}"/>
                </a:ext>
              </a:extLst>
            </p:cNvPr>
            <p:cNvSpPr>
              <a:spLocks noGrp="1"/>
            </p:cNvSpPr>
            <p:nvPr/>
          </p:nvSpPr>
          <p:spPr>
            <a:xfrm>
              <a:off x="201533" y="3331153"/>
              <a:ext cx="37250" cy="298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3" name="asset_3419_36">
              <a:extLst>
                <a:ext uri="{FF2B5EF4-FFF2-40B4-BE49-F238E27FC236}">
                  <a16:creationId xmlns:a16="http://schemas.microsoft.com/office/drawing/2014/main" id="{AC28643D-3042-44F2-81D1-82C01F0BCA88}"/>
                </a:ext>
              </a:extLst>
            </p:cNvPr>
            <p:cNvSpPr>
              <a:spLocks noGrp="1"/>
            </p:cNvSpPr>
            <p:nvPr/>
          </p:nvSpPr>
          <p:spPr>
            <a:xfrm>
              <a:off x="292252" y="3285755"/>
              <a:ext cx="36976" cy="295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4" name="asset_3419_37">
              <a:extLst>
                <a:ext uri="{FF2B5EF4-FFF2-40B4-BE49-F238E27FC236}">
                  <a16:creationId xmlns:a16="http://schemas.microsoft.com/office/drawing/2014/main" id="{ED2ED251-9B8A-4524-970F-38F6279FA254}"/>
                </a:ext>
              </a:extLst>
            </p:cNvPr>
            <p:cNvSpPr>
              <a:spLocks noGrp="1"/>
            </p:cNvSpPr>
            <p:nvPr/>
          </p:nvSpPr>
          <p:spPr>
            <a:xfrm>
              <a:off x="229489" y="3339846"/>
              <a:ext cx="29623" cy="237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5" name="asset_3419_38">
              <a:extLst>
                <a:ext uri="{FF2B5EF4-FFF2-40B4-BE49-F238E27FC236}">
                  <a16:creationId xmlns:a16="http://schemas.microsoft.com/office/drawing/2014/main" id="{E34310F5-BE6A-45B0-88A6-E5ABE9CF825B}"/>
                </a:ext>
              </a:extLst>
            </p:cNvPr>
            <p:cNvSpPr>
              <a:spLocks noGrp="1"/>
            </p:cNvSpPr>
            <p:nvPr/>
          </p:nvSpPr>
          <p:spPr>
            <a:xfrm>
              <a:off x="312083" y="3292108"/>
              <a:ext cx="27874" cy="223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6" name="asset_3419_39">
              <a:extLst>
                <a:ext uri="{FF2B5EF4-FFF2-40B4-BE49-F238E27FC236}">
                  <a16:creationId xmlns:a16="http://schemas.microsoft.com/office/drawing/2014/main" id="{CB658C1A-F838-4A51-8CA3-7A5215DAFCFB}"/>
                </a:ext>
              </a:extLst>
            </p:cNvPr>
            <p:cNvSpPr>
              <a:spLocks noGrp="1"/>
            </p:cNvSpPr>
            <p:nvPr/>
          </p:nvSpPr>
          <p:spPr>
            <a:xfrm>
              <a:off x="220674" y="3328367"/>
              <a:ext cx="47389" cy="379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7" name="asset_3419_40">
              <a:extLst>
                <a:ext uri="{FF2B5EF4-FFF2-40B4-BE49-F238E27FC236}">
                  <a16:creationId xmlns:a16="http://schemas.microsoft.com/office/drawing/2014/main" id="{6BBB95B4-E822-4DF6-93CF-34BDC6C58B4A}"/>
                </a:ext>
              </a:extLst>
            </p:cNvPr>
            <p:cNvSpPr>
              <a:spLocks noGrp="1"/>
            </p:cNvSpPr>
            <p:nvPr/>
          </p:nvSpPr>
          <p:spPr>
            <a:xfrm>
              <a:off x="285073" y="3306802"/>
              <a:ext cx="46606" cy="3730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8" name="asset_3419_41">
              <a:extLst>
                <a:ext uri="{FF2B5EF4-FFF2-40B4-BE49-F238E27FC236}">
                  <a16:creationId xmlns:a16="http://schemas.microsoft.com/office/drawing/2014/main" id="{F88ACF5E-847D-4FF2-B406-F147CEA72BC2}"/>
                </a:ext>
              </a:extLst>
            </p:cNvPr>
            <p:cNvSpPr>
              <a:spLocks noGrp="1"/>
            </p:cNvSpPr>
            <p:nvPr/>
          </p:nvSpPr>
          <p:spPr>
            <a:xfrm>
              <a:off x="198099" y="3328845"/>
              <a:ext cx="45504" cy="364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9" name="asset_3419_42">
              <a:extLst>
                <a:ext uri="{FF2B5EF4-FFF2-40B4-BE49-F238E27FC236}">
                  <a16:creationId xmlns:a16="http://schemas.microsoft.com/office/drawing/2014/main" id="{318045A0-D500-4287-B53B-10E9948BBD81}"/>
                </a:ext>
              </a:extLst>
            </p:cNvPr>
            <p:cNvSpPr>
              <a:spLocks noGrp="1"/>
            </p:cNvSpPr>
            <p:nvPr/>
          </p:nvSpPr>
          <p:spPr>
            <a:xfrm>
              <a:off x="312846" y="3310740"/>
              <a:ext cx="42839" cy="342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0" name="asset_3419_43">
              <a:extLst>
                <a:ext uri="{FF2B5EF4-FFF2-40B4-BE49-F238E27FC236}">
                  <a16:creationId xmlns:a16="http://schemas.microsoft.com/office/drawing/2014/main" id="{D7FF2EAB-1CB0-41B7-AD59-0E106F61E05B}"/>
                </a:ext>
              </a:extLst>
            </p:cNvPr>
            <p:cNvSpPr>
              <a:spLocks noGrp="1"/>
            </p:cNvSpPr>
            <p:nvPr/>
          </p:nvSpPr>
          <p:spPr>
            <a:xfrm>
              <a:off x="243288" y="3322010"/>
              <a:ext cx="49122" cy="393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1" name="asset_3419_44">
              <a:extLst>
                <a:ext uri="{FF2B5EF4-FFF2-40B4-BE49-F238E27FC236}">
                  <a16:creationId xmlns:a16="http://schemas.microsoft.com/office/drawing/2014/main" id="{2BBE1DCF-7062-4732-826E-42E23849697E}"/>
                </a:ext>
              </a:extLst>
            </p:cNvPr>
            <p:cNvSpPr>
              <a:spLocks noGrp="1"/>
            </p:cNvSpPr>
            <p:nvPr/>
          </p:nvSpPr>
          <p:spPr>
            <a:xfrm>
              <a:off x="314407" y="3296790"/>
              <a:ext cx="42351" cy="339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2" name="asset_3419_45">
              <a:extLst>
                <a:ext uri="{FF2B5EF4-FFF2-40B4-BE49-F238E27FC236}">
                  <a16:creationId xmlns:a16="http://schemas.microsoft.com/office/drawing/2014/main" id="{C8FE71C2-A573-4FB2-9077-8E17BDADECD6}"/>
                </a:ext>
              </a:extLst>
            </p:cNvPr>
            <p:cNvSpPr>
              <a:spLocks noGrp="1"/>
            </p:cNvSpPr>
            <p:nvPr/>
          </p:nvSpPr>
          <p:spPr>
            <a:xfrm>
              <a:off x="225643" y="3336653"/>
              <a:ext cx="48657" cy="389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3" name="asset_3419_46">
              <a:extLst>
                <a:ext uri="{FF2B5EF4-FFF2-40B4-BE49-F238E27FC236}">
                  <a16:creationId xmlns:a16="http://schemas.microsoft.com/office/drawing/2014/main" id="{BCF1904A-9648-4261-86CF-B4A3CC773F57}"/>
                </a:ext>
              </a:extLst>
            </p:cNvPr>
            <p:cNvSpPr>
              <a:spLocks noGrp="1"/>
            </p:cNvSpPr>
            <p:nvPr/>
          </p:nvSpPr>
          <p:spPr>
            <a:xfrm>
              <a:off x="277958" y="3296525"/>
              <a:ext cx="39519" cy="316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4" name="asset_3419_47">
              <a:extLst>
                <a:ext uri="{FF2B5EF4-FFF2-40B4-BE49-F238E27FC236}">
                  <a16:creationId xmlns:a16="http://schemas.microsoft.com/office/drawing/2014/main" id="{A3C92328-309D-4E52-9DDB-F5B3A126F720}"/>
                </a:ext>
              </a:extLst>
            </p:cNvPr>
            <p:cNvSpPr>
              <a:spLocks noGrp="1"/>
            </p:cNvSpPr>
            <p:nvPr/>
          </p:nvSpPr>
          <p:spPr>
            <a:xfrm>
              <a:off x="224008" y="3331268"/>
              <a:ext cx="49365" cy="395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5" name="asset_3419_48">
              <a:extLst>
                <a:ext uri="{FF2B5EF4-FFF2-40B4-BE49-F238E27FC236}">
                  <a16:creationId xmlns:a16="http://schemas.microsoft.com/office/drawing/2014/main" id="{13875825-74FD-4171-A9BF-25AEFA581748}"/>
                </a:ext>
              </a:extLst>
            </p:cNvPr>
            <p:cNvSpPr>
              <a:spLocks noGrp="1"/>
            </p:cNvSpPr>
            <p:nvPr/>
          </p:nvSpPr>
          <p:spPr>
            <a:xfrm>
              <a:off x="312203" y="3286789"/>
              <a:ext cx="35817" cy="2867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6" name="asset_3419_49">
              <a:extLst>
                <a:ext uri="{FF2B5EF4-FFF2-40B4-BE49-F238E27FC236}">
                  <a16:creationId xmlns:a16="http://schemas.microsoft.com/office/drawing/2014/main" id="{45913E88-8BF1-4ABB-ADDC-1D6B6304DC5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7527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2100">
              <a:solidFill>
                <a:srgbClr val="8AB3D9"/>
              </a:solidFill>
            </a:ln>
          </p:spPr>
        </p:sp>
      </p:grpSp>
      <p:grpSp>
        <p:nvGrpSpPr>
          <p:cNvPr id="1267" name="a | spatial view receptor suppression x2 | v4 editable"/>
          <p:cNvGrpSpPr/>
          <p:nvPr/>
        </p:nvGrpSpPr>
        <p:grpSpPr>
          <a:xfrm>
            <a:off x="1794262" y="2333512"/>
            <a:ext cx="155421" cy="122657"/>
            <a:chOff x="584640" y="3241800"/>
            <a:chExt cx="249480" cy="196920"/>
          </a:xfrm>
        </p:grpSpPr>
        <p:sp>
          <p:nvSpPr>
            <p:cNvPr id="1268" name="asset_3420_0">
              <a:extLst>
                <a:ext uri="{FF2B5EF4-FFF2-40B4-BE49-F238E27FC236}">
                  <a16:creationId xmlns:a16="http://schemas.microsoft.com/office/drawing/2014/main" id="{11E24C19-4E6B-439B-A1B1-80CC339E5B8C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4180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269" name="asset_3420_1">
              <a:extLst>
                <a:ext uri="{FF2B5EF4-FFF2-40B4-BE49-F238E27FC236}">
                  <a16:creationId xmlns:a16="http://schemas.microsoft.com/office/drawing/2014/main" id="{B50E79DA-41F6-45C9-A4AE-D0F37EFF2872}"/>
                </a:ext>
              </a:extLst>
            </p:cNvPr>
            <p:cNvSpPr>
              <a:spLocks noGrp="1"/>
            </p:cNvSpPr>
            <p:nvPr/>
          </p:nvSpPr>
          <p:spPr>
            <a:xfrm>
              <a:off x="786719" y="324180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70" name="asset_3420_2">
              <a:extLst>
                <a:ext uri="{FF2B5EF4-FFF2-40B4-BE49-F238E27FC236}">
                  <a16:creationId xmlns:a16="http://schemas.microsoft.com/office/drawing/2014/main" id="{89A2DE71-EF0A-4B04-BA0F-EA745AA443D8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7527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71" name="asset_3420_3">
              <a:extLst>
                <a:ext uri="{FF2B5EF4-FFF2-40B4-BE49-F238E27FC236}">
                  <a16:creationId xmlns:a16="http://schemas.microsoft.com/office/drawing/2014/main" id="{A4CA4408-F942-4AE1-9AC7-BED1C70C9811}"/>
                </a:ext>
              </a:extLst>
            </p:cNvPr>
            <p:cNvSpPr>
              <a:spLocks noGrp="1"/>
            </p:cNvSpPr>
            <p:nvPr/>
          </p:nvSpPr>
          <p:spPr>
            <a:xfrm>
              <a:off x="635160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2" name="asset_3420_4">
              <a:extLst>
                <a:ext uri="{FF2B5EF4-FFF2-40B4-BE49-F238E27FC236}">
                  <a16:creationId xmlns:a16="http://schemas.microsoft.com/office/drawing/2014/main" id="{28CC5993-3375-4176-A25F-D7B5E05BD5B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1613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3" name="asset_3420_5">
              <a:extLst>
                <a:ext uri="{FF2B5EF4-FFF2-40B4-BE49-F238E27FC236}">
                  <a16:creationId xmlns:a16="http://schemas.microsoft.com/office/drawing/2014/main" id="{31D3A39F-A4CF-4BDA-8288-68C45E4548DD}"/>
                </a:ext>
              </a:extLst>
            </p:cNvPr>
            <p:cNvSpPr>
              <a:spLocks noGrp="1"/>
            </p:cNvSpPr>
            <p:nvPr/>
          </p:nvSpPr>
          <p:spPr>
            <a:xfrm>
              <a:off x="68567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4" name="asset_3420_6">
              <a:extLst>
                <a:ext uri="{FF2B5EF4-FFF2-40B4-BE49-F238E27FC236}">
                  <a16:creationId xmlns:a16="http://schemas.microsoft.com/office/drawing/2014/main" id="{3339C51E-B9A4-4539-8B1C-FFAF967A8456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5699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5" name="asset_3420_7">
              <a:extLst>
                <a:ext uri="{FF2B5EF4-FFF2-40B4-BE49-F238E27FC236}">
                  <a16:creationId xmlns:a16="http://schemas.microsoft.com/office/drawing/2014/main" id="{A622E2FC-2515-47C8-A782-437951FF1509}"/>
                </a:ext>
              </a:extLst>
            </p:cNvPr>
            <p:cNvSpPr>
              <a:spLocks noGrp="1"/>
            </p:cNvSpPr>
            <p:nvPr/>
          </p:nvSpPr>
          <p:spPr>
            <a:xfrm>
              <a:off x="73619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6" name="asset_3420_8">
              <a:extLst>
                <a:ext uri="{FF2B5EF4-FFF2-40B4-BE49-F238E27FC236}">
                  <a16:creationId xmlns:a16="http://schemas.microsoft.com/office/drawing/2014/main" id="{9F1A92B1-1413-4520-83F6-E1F4DAFBBE42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9785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7" name="asset_3420_9">
              <a:extLst>
                <a:ext uri="{FF2B5EF4-FFF2-40B4-BE49-F238E27FC236}">
                  <a16:creationId xmlns:a16="http://schemas.microsoft.com/office/drawing/2014/main" id="{A5D77FA2-8E0A-4ED9-A21F-B511FA6328D1}"/>
                </a:ext>
              </a:extLst>
            </p:cNvPr>
            <p:cNvSpPr>
              <a:spLocks noGrp="1"/>
            </p:cNvSpPr>
            <p:nvPr/>
          </p:nvSpPr>
          <p:spPr>
            <a:xfrm>
              <a:off x="624086" y="3305296"/>
              <a:ext cx="98008" cy="7845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B9B0">
                    <a:alpha val="66000"/>
                  </a:srgbClr>
                </a:gs>
                <a:gs pos="100000">
                  <a:srgbClr val="8CB9B0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78" name="asset_3420_10">
              <a:extLst>
                <a:ext uri="{FF2B5EF4-FFF2-40B4-BE49-F238E27FC236}">
                  <a16:creationId xmlns:a16="http://schemas.microsoft.com/office/drawing/2014/main" id="{469B0848-929A-4D4D-A53A-6762AE0290B3}"/>
                </a:ext>
              </a:extLst>
            </p:cNvPr>
            <p:cNvSpPr>
              <a:spLocks noGrp="1"/>
            </p:cNvSpPr>
            <p:nvPr/>
          </p:nvSpPr>
          <p:spPr>
            <a:xfrm>
              <a:off x="682891" y="3289605"/>
              <a:ext cx="74486" cy="5962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B9B0">
                    <a:alpha val="66000"/>
                  </a:srgbClr>
                </a:gs>
                <a:gs pos="100000">
                  <a:srgbClr val="8CB9B0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79" name="asset_3420_11">
              <a:extLst>
                <a:ext uri="{FF2B5EF4-FFF2-40B4-BE49-F238E27FC236}">
                  <a16:creationId xmlns:a16="http://schemas.microsoft.com/office/drawing/2014/main" id="{BDD49862-923C-4D3B-96E3-E1B8E4FBA028}"/>
                </a:ext>
              </a:extLst>
            </p:cNvPr>
            <p:cNvSpPr>
              <a:spLocks noGrp="1"/>
            </p:cNvSpPr>
            <p:nvPr/>
          </p:nvSpPr>
          <p:spPr>
            <a:xfrm>
              <a:off x="670266" y="3303139"/>
              <a:ext cx="47746" cy="382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0" name="asset_3420_12">
              <a:extLst>
                <a:ext uri="{FF2B5EF4-FFF2-40B4-BE49-F238E27FC236}">
                  <a16:creationId xmlns:a16="http://schemas.microsoft.com/office/drawing/2014/main" id="{8128719A-0A87-46F5-BC80-396B7B81430E}"/>
                </a:ext>
              </a:extLst>
            </p:cNvPr>
            <p:cNvSpPr>
              <a:spLocks noGrp="1"/>
            </p:cNvSpPr>
            <p:nvPr/>
          </p:nvSpPr>
          <p:spPr>
            <a:xfrm>
              <a:off x="711451" y="3294014"/>
              <a:ext cx="37849" cy="302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1" name="asset_3420_13">
              <a:extLst>
                <a:ext uri="{FF2B5EF4-FFF2-40B4-BE49-F238E27FC236}">
                  <a16:creationId xmlns:a16="http://schemas.microsoft.com/office/drawing/2014/main" id="{364C07F5-9466-4B00-8015-B571515F4691}"/>
                </a:ext>
              </a:extLst>
            </p:cNvPr>
            <p:cNvSpPr>
              <a:spLocks noGrp="1"/>
            </p:cNvSpPr>
            <p:nvPr/>
          </p:nvSpPr>
          <p:spPr>
            <a:xfrm>
              <a:off x="672118" y="3323666"/>
              <a:ext cx="30799" cy="246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2" name="asset_3420_14">
              <a:extLst>
                <a:ext uri="{FF2B5EF4-FFF2-40B4-BE49-F238E27FC236}">
                  <a16:creationId xmlns:a16="http://schemas.microsoft.com/office/drawing/2014/main" id="{82D8FE83-A19F-4B3F-8FAD-F4098D8DBD66}"/>
                </a:ext>
              </a:extLst>
            </p:cNvPr>
            <p:cNvSpPr>
              <a:spLocks noGrp="1"/>
            </p:cNvSpPr>
            <p:nvPr/>
          </p:nvSpPr>
          <p:spPr>
            <a:xfrm>
              <a:off x="720590" y="3310972"/>
              <a:ext cx="43510" cy="348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3" name="asset_3420_15">
              <a:extLst>
                <a:ext uri="{FF2B5EF4-FFF2-40B4-BE49-F238E27FC236}">
                  <a16:creationId xmlns:a16="http://schemas.microsoft.com/office/drawing/2014/main" id="{E82D0C1E-6666-4130-A74E-85C7DF4797E9}"/>
                </a:ext>
              </a:extLst>
            </p:cNvPr>
            <p:cNvSpPr>
              <a:spLocks noGrp="1"/>
            </p:cNvSpPr>
            <p:nvPr/>
          </p:nvSpPr>
          <p:spPr>
            <a:xfrm>
              <a:off x="624742" y="3333552"/>
              <a:ext cx="37669" cy="3015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4" name="asset_3420_16">
              <a:extLst>
                <a:ext uri="{FF2B5EF4-FFF2-40B4-BE49-F238E27FC236}">
                  <a16:creationId xmlns:a16="http://schemas.microsoft.com/office/drawing/2014/main" id="{92D2CC00-B323-4F14-8D9D-E84CF45C8778}"/>
                </a:ext>
              </a:extLst>
            </p:cNvPr>
            <p:cNvSpPr>
              <a:spLocks noGrp="1"/>
            </p:cNvSpPr>
            <p:nvPr/>
          </p:nvSpPr>
          <p:spPr>
            <a:xfrm>
              <a:off x="715448" y="3289209"/>
              <a:ext cx="37688" cy="301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5" name="asset_3420_17">
              <a:extLst>
                <a:ext uri="{FF2B5EF4-FFF2-40B4-BE49-F238E27FC236}">
                  <a16:creationId xmlns:a16="http://schemas.microsoft.com/office/drawing/2014/main" id="{CD22A31E-3673-4F4D-B295-08C6AA3BC0D8}"/>
                </a:ext>
              </a:extLst>
            </p:cNvPr>
            <p:cNvSpPr>
              <a:spLocks noGrp="1"/>
            </p:cNvSpPr>
            <p:nvPr/>
          </p:nvSpPr>
          <p:spPr>
            <a:xfrm>
              <a:off x="646162" y="3350828"/>
              <a:ext cx="46763" cy="374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6" name="asset_3420_18">
              <a:extLst>
                <a:ext uri="{FF2B5EF4-FFF2-40B4-BE49-F238E27FC236}">
                  <a16:creationId xmlns:a16="http://schemas.microsoft.com/office/drawing/2014/main" id="{AD31653D-C011-4EC8-AF16-F64BF67D39D7}"/>
                </a:ext>
              </a:extLst>
            </p:cNvPr>
            <p:cNvSpPr>
              <a:spLocks noGrp="1"/>
            </p:cNvSpPr>
            <p:nvPr/>
          </p:nvSpPr>
          <p:spPr>
            <a:xfrm>
              <a:off x="702343" y="3308266"/>
              <a:ext cx="49843" cy="398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7" name="asset_3420_19">
              <a:extLst>
                <a:ext uri="{FF2B5EF4-FFF2-40B4-BE49-F238E27FC236}">
                  <a16:creationId xmlns:a16="http://schemas.microsoft.com/office/drawing/2014/main" id="{EFC97D9B-EF35-4C56-94C1-A9B8EC1D2EDF}"/>
                </a:ext>
              </a:extLst>
            </p:cNvPr>
            <p:cNvSpPr>
              <a:spLocks noGrp="1"/>
            </p:cNvSpPr>
            <p:nvPr/>
          </p:nvSpPr>
          <p:spPr>
            <a:xfrm>
              <a:off x="652039" y="3320722"/>
              <a:ext cx="44389" cy="355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8" name="asset_3420_20">
              <a:extLst>
                <a:ext uri="{FF2B5EF4-FFF2-40B4-BE49-F238E27FC236}">
                  <a16:creationId xmlns:a16="http://schemas.microsoft.com/office/drawing/2014/main" id="{292EF993-93E7-4CF4-AB76-C89BB24D69E4}"/>
                </a:ext>
              </a:extLst>
            </p:cNvPr>
            <p:cNvSpPr>
              <a:spLocks noGrp="1"/>
            </p:cNvSpPr>
            <p:nvPr/>
          </p:nvSpPr>
          <p:spPr>
            <a:xfrm>
              <a:off x="679298" y="3310384"/>
              <a:ext cx="31594" cy="252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9" name="asset_3420_21">
              <a:extLst>
                <a:ext uri="{FF2B5EF4-FFF2-40B4-BE49-F238E27FC236}">
                  <a16:creationId xmlns:a16="http://schemas.microsoft.com/office/drawing/2014/main" id="{6C332C1B-6308-4B21-BB7D-E7ED4BB8F9B4}"/>
                </a:ext>
              </a:extLst>
            </p:cNvPr>
            <p:cNvSpPr>
              <a:spLocks noGrp="1"/>
            </p:cNvSpPr>
            <p:nvPr/>
          </p:nvSpPr>
          <p:spPr>
            <a:xfrm>
              <a:off x="685995" y="3319433"/>
              <a:ext cx="42444" cy="339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0" name="asset_3420_22">
              <a:extLst>
                <a:ext uri="{FF2B5EF4-FFF2-40B4-BE49-F238E27FC236}">
                  <a16:creationId xmlns:a16="http://schemas.microsoft.com/office/drawing/2014/main" id="{28F705BA-13F4-4BE9-A9A5-ADAE622662E7}"/>
                </a:ext>
              </a:extLst>
            </p:cNvPr>
            <p:cNvSpPr>
              <a:spLocks noGrp="1"/>
            </p:cNvSpPr>
            <p:nvPr/>
          </p:nvSpPr>
          <p:spPr>
            <a:xfrm>
              <a:off x="690038" y="3284972"/>
              <a:ext cx="35409" cy="283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1" name="asset_3420_23">
              <a:extLst>
                <a:ext uri="{FF2B5EF4-FFF2-40B4-BE49-F238E27FC236}">
                  <a16:creationId xmlns:a16="http://schemas.microsoft.com/office/drawing/2014/main" id="{68A75A15-8FE0-470E-89B4-1EAB27B330BC}"/>
                </a:ext>
              </a:extLst>
            </p:cNvPr>
            <p:cNvSpPr>
              <a:spLocks noGrp="1"/>
            </p:cNvSpPr>
            <p:nvPr/>
          </p:nvSpPr>
          <p:spPr>
            <a:xfrm>
              <a:off x="666699" y="3337181"/>
              <a:ext cx="49507" cy="396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2" name="asset_3420_24">
              <a:extLst>
                <a:ext uri="{FF2B5EF4-FFF2-40B4-BE49-F238E27FC236}">
                  <a16:creationId xmlns:a16="http://schemas.microsoft.com/office/drawing/2014/main" id="{D00B1058-A9EE-4901-A6BA-D72BE4BA4A29}"/>
                </a:ext>
              </a:extLst>
            </p:cNvPr>
            <p:cNvSpPr>
              <a:spLocks noGrp="1"/>
            </p:cNvSpPr>
            <p:nvPr/>
          </p:nvSpPr>
          <p:spPr>
            <a:xfrm>
              <a:off x="682973" y="3309820"/>
              <a:ext cx="35630" cy="285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3" name="asset_3420_25">
              <a:extLst>
                <a:ext uri="{FF2B5EF4-FFF2-40B4-BE49-F238E27FC236}">
                  <a16:creationId xmlns:a16="http://schemas.microsoft.com/office/drawing/2014/main" id="{9053C6CF-8909-41E0-AA21-F8F6E1D3BDD9}"/>
                </a:ext>
              </a:extLst>
            </p:cNvPr>
            <p:cNvSpPr>
              <a:spLocks noGrp="1"/>
            </p:cNvSpPr>
            <p:nvPr/>
          </p:nvSpPr>
          <p:spPr>
            <a:xfrm>
              <a:off x="653113" y="3330235"/>
              <a:ext cx="45929" cy="3676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4" name="asset_3420_26">
              <a:extLst>
                <a:ext uri="{FF2B5EF4-FFF2-40B4-BE49-F238E27FC236}">
                  <a16:creationId xmlns:a16="http://schemas.microsoft.com/office/drawing/2014/main" id="{33BC6A56-1C0E-440F-8735-08C35531BE28}"/>
                </a:ext>
              </a:extLst>
            </p:cNvPr>
            <p:cNvSpPr>
              <a:spLocks noGrp="1"/>
            </p:cNvSpPr>
            <p:nvPr/>
          </p:nvSpPr>
          <p:spPr>
            <a:xfrm>
              <a:off x="696444" y="3297262"/>
              <a:ext cx="36326" cy="290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5" name="asset_3420_27">
              <a:extLst>
                <a:ext uri="{FF2B5EF4-FFF2-40B4-BE49-F238E27FC236}">
                  <a16:creationId xmlns:a16="http://schemas.microsoft.com/office/drawing/2014/main" id="{D29C1E14-CFAA-4263-8DFC-B8FE8BE039D7}"/>
                </a:ext>
              </a:extLst>
            </p:cNvPr>
            <p:cNvSpPr>
              <a:spLocks noGrp="1"/>
            </p:cNvSpPr>
            <p:nvPr/>
          </p:nvSpPr>
          <p:spPr>
            <a:xfrm>
              <a:off x="639530" y="3342615"/>
              <a:ext cx="41193" cy="329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6" name="asset_3420_28">
              <a:extLst>
                <a:ext uri="{FF2B5EF4-FFF2-40B4-BE49-F238E27FC236}">
                  <a16:creationId xmlns:a16="http://schemas.microsoft.com/office/drawing/2014/main" id="{1D38E4FE-6C39-4C42-9B5B-EF389B4C7A82}"/>
                </a:ext>
              </a:extLst>
            </p:cNvPr>
            <p:cNvSpPr>
              <a:spLocks noGrp="1"/>
            </p:cNvSpPr>
            <p:nvPr/>
          </p:nvSpPr>
          <p:spPr>
            <a:xfrm>
              <a:off x="705748" y="3306110"/>
              <a:ext cx="48165" cy="3855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7" name="asset_3420_29">
              <a:extLst>
                <a:ext uri="{FF2B5EF4-FFF2-40B4-BE49-F238E27FC236}">
                  <a16:creationId xmlns:a16="http://schemas.microsoft.com/office/drawing/2014/main" id="{9D84099E-BBCE-4E17-A85A-E9C333DCA9A0}"/>
                </a:ext>
              </a:extLst>
            </p:cNvPr>
            <p:cNvSpPr>
              <a:spLocks noGrp="1"/>
            </p:cNvSpPr>
            <p:nvPr/>
          </p:nvSpPr>
          <p:spPr>
            <a:xfrm>
              <a:off x="650868" y="3310880"/>
              <a:ext cx="37770" cy="302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8" name="asset_3420_30">
              <a:extLst>
                <a:ext uri="{FF2B5EF4-FFF2-40B4-BE49-F238E27FC236}">
                  <a16:creationId xmlns:a16="http://schemas.microsoft.com/office/drawing/2014/main" id="{C05C4DFD-984F-41D0-96A6-7DB3E3F7D03A}"/>
                </a:ext>
              </a:extLst>
            </p:cNvPr>
            <p:cNvSpPr>
              <a:spLocks noGrp="1"/>
            </p:cNvSpPr>
            <p:nvPr/>
          </p:nvSpPr>
          <p:spPr>
            <a:xfrm>
              <a:off x="711827" y="3300475"/>
              <a:ext cx="41716" cy="333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9" name="asset_3420_31">
              <a:extLst>
                <a:ext uri="{FF2B5EF4-FFF2-40B4-BE49-F238E27FC236}">
                  <a16:creationId xmlns:a16="http://schemas.microsoft.com/office/drawing/2014/main" id="{0E314579-CD89-46E7-ACDC-A9CB434A8A7C}"/>
                </a:ext>
              </a:extLst>
            </p:cNvPr>
            <p:cNvSpPr>
              <a:spLocks noGrp="1"/>
            </p:cNvSpPr>
            <p:nvPr/>
          </p:nvSpPr>
          <p:spPr>
            <a:xfrm>
              <a:off x="644549" y="3299489"/>
              <a:ext cx="44112" cy="353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0" name="asset_3420_32">
              <a:extLst>
                <a:ext uri="{FF2B5EF4-FFF2-40B4-BE49-F238E27FC236}">
                  <a16:creationId xmlns:a16="http://schemas.microsoft.com/office/drawing/2014/main" id="{3D1B9B2F-0606-49D7-96AA-D51CC90AAF94}"/>
                </a:ext>
              </a:extLst>
            </p:cNvPr>
            <p:cNvSpPr>
              <a:spLocks noGrp="1"/>
            </p:cNvSpPr>
            <p:nvPr/>
          </p:nvSpPr>
          <p:spPr>
            <a:xfrm>
              <a:off x="724933" y="3301907"/>
              <a:ext cx="40658" cy="325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1" name="asset_3420_33">
              <a:extLst>
                <a:ext uri="{FF2B5EF4-FFF2-40B4-BE49-F238E27FC236}">
                  <a16:creationId xmlns:a16="http://schemas.microsoft.com/office/drawing/2014/main" id="{69069EC4-8F17-4406-9D89-684D38FC5683}"/>
                </a:ext>
              </a:extLst>
            </p:cNvPr>
            <p:cNvSpPr>
              <a:spLocks noGrp="1"/>
            </p:cNvSpPr>
            <p:nvPr/>
          </p:nvSpPr>
          <p:spPr>
            <a:xfrm>
              <a:off x="650852" y="3354191"/>
              <a:ext cx="36781" cy="294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2" name="asset_3420_34">
              <a:extLst>
                <a:ext uri="{FF2B5EF4-FFF2-40B4-BE49-F238E27FC236}">
                  <a16:creationId xmlns:a16="http://schemas.microsoft.com/office/drawing/2014/main" id="{F5D5CB78-1525-4CEB-B504-66828D797D97}"/>
                </a:ext>
              </a:extLst>
            </p:cNvPr>
            <p:cNvSpPr>
              <a:spLocks noGrp="1"/>
            </p:cNvSpPr>
            <p:nvPr/>
          </p:nvSpPr>
          <p:spPr>
            <a:xfrm>
              <a:off x="692643" y="3302842"/>
              <a:ext cx="36191" cy="289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3" name="asset_3420_35">
              <a:extLst>
                <a:ext uri="{FF2B5EF4-FFF2-40B4-BE49-F238E27FC236}">
                  <a16:creationId xmlns:a16="http://schemas.microsoft.com/office/drawing/2014/main" id="{9C90E2D4-8546-4558-879E-0C4386923A0B}"/>
                </a:ext>
              </a:extLst>
            </p:cNvPr>
            <p:cNvSpPr>
              <a:spLocks noGrp="1"/>
            </p:cNvSpPr>
            <p:nvPr/>
          </p:nvSpPr>
          <p:spPr>
            <a:xfrm>
              <a:off x="640852" y="3347251"/>
              <a:ext cx="33861" cy="271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4" name="asset_3420_36">
              <a:extLst>
                <a:ext uri="{FF2B5EF4-FFF2-40B4-BE49-F238E27FC236}">
                  <a16:creationId xmlns:a16="http://schemas.microsoft.com/office/drawing/2014/main" id="{690F6F74-8736-412C-8FDE-A011EB6EE271}"/>
                </a:ext>
              </a:extLst>
            </p:cNvPr>
            <p:cNvSpPr>
              <a:spLocks noGrp="1"/>
            </p:cNvSpPr>
            <p:nvPr/>
          </p:nvSpPr>
          <p:spPr>
            <a:xfrm>
              <a:off x="693936" y="3311614"/>
              <a:ext cx="43306" cy="346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5" name="asset_3420_37">
              <a:extLst>
                <a:ext uri="{FF2B5EF4-FFF2-40B4-BE49-F238E27FC236}">
                  <a16:creationId xmlns:a16="http://schemas.microsoft.com/office/drawing/2014/main" id="{7616FEB5-82B9-40B4-883D-BACA837932F5}"/>
                </a:ext>
              </a:extLst>
            </p:cNvPr>
            <p:cNvSpPr>
              <a:spLocks noGrp="1"/>
            </p:cNvSpPr>
            <p:nvPr/>
          </p:nvSpPr>
          <p:spPr>
            <a:xfrm>
              <a:off x="644536" y="3349974"/>
              <a:ext cx="28278" cy="2263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6" name="asset_3420_38">
              <a:extLst>
                <a:ext uri="{FF2B5EF4-FFF2-40B4-BE49-F238E27FC236}">
                  <a16:creationId xmlns:a16="http://schemas.microsoft.com/office/drawing/2014/main" id="{31083F90-1B11-45E3-B3F2-047BA9864F6C}"/>
                </a:ext>
              </a:extLst>
            </p:cNvPr>
            <p:cNvSpPr>
              <a:spLocks noGrp="1"/>
            </p:cNvSpPr>
            <p:nvPr/>
          </p:nvSpPr>
          <p:spPr>
            <a:xfrm>
              <a:off x="705840" y="3319145"/>
              <a:ext cx="29686" cy="2376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7" name="asset_3420_39">
              <a:extLst>
                <a:ext uri="{FF2B5EF4-FFF2-40B4-BE49-F238E27FC236}">
                  <a16:creationId xmlns:a16="http://schemas.microsoft.com/office/drawing/2014/main" id="{E065BC61-296B-45CD-B80F-CEE25FF47D9A}"/>
                </a:ext>
              </a:extLst>
            </p:cNvPr>
            <p:cNvSpPr>
              <a:spLocks noGrp="1"/>
            </p:cNvSpPr>
            <p:nvPr/>
          </p:nvSpPr>
          <p:spPr>
            <a:xfrm>
              <a:off x="645822" y="3341687"/>
              <a:ext cx="47244" cy="378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8" name="asset_3420_40">
              <a:extLst>
                <a:ext uri="{FF2B5EF4-FFF2-40B4-BE49-F238E27FC236}">
                  <a16:creationId xmlns:a16="http://schemas.microsoft.com/office/drawing/2014/main" id="{12E2975B-BAB3-43A6-9EF7-A7626BADD215}"/>
                </a:ext>
              </a:extLst>
            </p:cNvPr>
            <p:cNvSpPr>
              <a:spLocks noGrp="1"/>
            </p:cNvSpPr>
            <p:nvPr/>
          </p:nvSpPr>
          <p:spPr>
            <a:xfrm>
              <a:off x="720381" y="3301274"/>
              <a:ext cx="41422" cy="3315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9" name="asset_3420_41">
              <a:extLst>
                <a:ext uri="{FF2B5EF4-FFF2-40B4-BE49-F238E27FC236}">
                  <a16:creationId xmlns:a16="http://schemas.microsoft.com/office/drawing/2014/main" id="{E19CABB6-ED67-472A-91EB-F1ABAD22D19C}"/>
                </a:ext>
              </a:extLst>
            </p:cNvPr>
            <p:cNvSpPr>
              <a:spLocks noGrp="1"/>
            </p:cNvSpPr>
            <p:nvPr/>
          </p:nvSpPr>
          <p:spPr>
            <a:xfrm>
              <a:off x="636944" y="3328503"/>
              <a:ext cx="48996" cy="3922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0" name="asset_3420_42">
              <a:extLst>
                <a:ext uri="{FF2B5EF4-FFF2-40B4-BE49-F238E27FC236}">
                  <a16:creationId xmlns:a16="http://schemas.microsoft.com/office/drawing/2014/main" id="{1906A64D-2121-46AC-A25A-38889678E41E}"/>
                </a:ext>
              </a:extLst>
            </p:cNvPr>
            <p:cNvSpPr>
              <a:spLocks noGrp="1"/>
            </p:cNvSpPr>
            <p:nvPr/>
          </p:nvSpPr>
          <p:spPr>
            <a:xfrm>
              <a:off x="692669" y="3297447"/>
              <a:ext cx="40452" cy="323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1" name="asset_3420_43">
              <a:extLst>
                <a:ext uri="{FF2B5EF4-FFF2-40B4-BE49-F238E27FC236}">
                  <a16:creationId xmlns:a16="http://schemas.microsoft.com/office/drawing/2014/main" id="{0FB0525E-786A-45F9-B471-0F54DE92F0FF}"/>
                </a:ext>
              </a:extLst>
            </p:cNvPr>
            <p:cNvSpPr>
              <a:spLocks noGrp="1"/>
            </p:cNvSpPr>
            <p:nvPr/>
          </p:nvSpPr>
          <p:spPr>
            <a:xfrm>
              <a:off x="688808" y="3344319"/>
              <a:ext cx="29315" cy="234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2" name="asset_3420_44">
              <a:extLst>
                <a:ext uri="{FF2B5EF4-FFF2-40B4-BE49-F238E27FC236}">
                  <a16:creationId xmlns:a16="http://schemas.microsoft.com/office/drawing/2014/main" id="{5A20BBEF-FC1F-4FAF-AFCE-8C4720AAE698}"/>
                </a:ext>
              </a:extLst>
            </p:cNvPr>
            <p:cNvSpPr>
              <a:spLocks noGrp="1"/>
            </p:cNvSpPr>
            <p:nvPr/>
          </p:nvSpPr>
          <p:spPr>
            <a:xfrm>
              <a:off x="706023" y="3290714"/>
              <a:ext cx="39437" cy="315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3" name="asset_3420_45">
              <a:extLst>
                <a:ext uri="{FF2B5EF4-FFF2-40B4-BE49-F238E27FC236}">
                  <a16:creationId xmlns:a16="http://schemas.microsoft.com/office/drawing/2014/main" id="{781A6E54-69BD-40FE-9502-0A30CA2F6117}"/>
                </a:ext>
              </a:extLst>
            </p:cNvPr>
            <p:cNvSpPr>
              <a:spLocks noGrp="1"/>
            </p:cNvSpPr>
            <p:nvPr/>
          </p:nvSpPr>
          <p:spPr>
            <a:xfrm>
              <a:off x="675510" y="3347917"/>
              <a:ext cx="43155" cy="3454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4" name="asset_3420_46">
              <a:extLst>
                <a:ext uri="{FF2B5EF4-FFF2-40B4-BE49-F238E27FC236}">
                  <a16:creationId xmlns:a16="http://schemas.microsoft.com/office/drawing/2014/main" id="{E79C1EB1-D632-46A1-8CAD-4515F2C584AF}"/>
                </a:ext>
              </a:extLst>
            </p:cNvPr>
            <p:cNvSpPr>
              <a:spLocks noGrp="1"/>
            </p:cNvSpPr>
            <p:nvPr/>
          </p:nvSpPr>
          <p:spPr>
            <a:xfrm>
              <a:off x="704669" y="3281389"/>
              <a:ext cx="49958" cy="399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5" name="asset_3420_47">
              <a:extLst>
                <a:ext uri="{FF2B5EF4-FFF2-40B4-BE49-F238E27FC236}">
                  <a16:creationId xmlns:a16="http://schemas.microsoft.com/office/drawing/2014/main" id="{46421164-8CA8-4E3E-BE64-257D370CD573}"/>
                </a:ext>
              </a:extLst>
            </p:cNvPr>
            <p:cNvSpPr>
              <a:spLocks noGrp="1"/>
            </p:cNvSpPr>
            <p:nvPr/>
          </p:nvSpPr>
          <p:spPr>
            <a:xfrm>
              <a:off x="624570" y="3333124"/>
              <a:ext cx="46055" cy="368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6" name="asset_3420_48">
              <a:extLst>
                <a:ext uri="{FF2B5EF4-FFF2-40B4-BE49-F238E27FC236}">
                  <a16:creationId xmlns:a16="http://schemas.microsoft.com/office/drawing/2014/main" id="{BC1BB576-D4CA-4CCC-8E60-69AE59B61D64}"/>
                </a:ext>
              </a:extLst>
            </p:cNvPr>
            <p:cNvSpPr>
              <a:spLocks noGrp="1"/>
            </p:cNvSpPr>
            <p:nvPr/>
          </p:nvSpPr>
          <p:spPr>
            <a:xfrm>
              <a:off x="716832" y="3311717"/>
              <a:ext cx="43699" cy="349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7" name="asset_3420_49">
              <a:extLst>
                <a:ext uri="{FF2B5EF4-FFF2-40B4-BE49-F238E27FC236}">
                  <a16:creationId xmlns:a16="http://schemas.microsoft.com/office/drawing/2014/main" id="{351617DE-CD9B-45AA-BBFB-A6A70ABD89A9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7527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2100">
              <a:solidFill>
                <a:srgbClr val="8AB3D9"/>
              </a:solidFill>
            </a:ln>
          </p:spPr>
        </p:sp>
      </p:grpSp>
      <p:pic>
        <p:nvPicPr>
          <p:cNvPr id="1318" name="a | 56-channel tensor stack" descr="Synthetic voxel-grid density schematic">
            <a:extLst>
              <a:ext uri="{FF2B5EF4-FFF2-40B4-BE49-F238E27FC236}">
                <a16:creationId xmlns:a16="http://schemas.microsoft.com/office/drawing/2014/main" id="{7287F061-8D15-65D6-4058-DB8AC064F98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546335" y="2762108"/>
            <a:ext cx="343801" cy="237886"/>
          </a:xfrm>
          <a:prstGeom prst="rect">
            <a:avLst/>
          </a:prstGeom>
        </p:spPr>
      </p:pic>
      <p:grpSp>
        <p:nvGrpSpPr>
          <p:cNvPr id="1319" name="a | receptor atom cloud">
            <a:extLst>
              <a:ext uri="{FF2B5EF4-FFF2-40B4-BE49-F238E27FC236}">
                <a16:creationId xmlns:a16="http://schemas.microsoft.com/office/drawing/2014/main" id="{F74A3FCC-BD72-26D1-B6AE-B9FEF9BC2A6B}"/>
              </a:ext>
            </a:extLst>
          </p:cNvPr>
          <p:cNvGrpSpPr/>
          <p:nvPr/>
        </p:nvGrpSpPr>
        <p:grpSpPr>
          <a:xfrm>
            <a:off x="1480189" y="3442117"/>
            <a:ext cx="164024" cy="174466"/>
            <a:chOff x="169875" y="4807960"/>
            <a:chExt cx="229109" cy="243694"/>
          </a:xfrm>
        </p:grpSpPr>
        <p:sp>
          <p:nvSpPr>
            <p:cNvPr id="1320" name="asset_3422_0">
              <a:extLst>
                <a:ext uri="{FF2B5EF4-FFF2-40B4-BE49-F238E27FC236}">
                  <a16:creationId xmlns:a16="http://schemas.microsoft.com/office/drawing/2014/main" id="{ACF2FD45-5812-759F-5A96-387C77A814BB}"/>
                </a:ext>
              </a:extLst>
            </p:cNvPr>
            <p:cNvSpPr>
              <a:spLocks noGrp="1"/>
            </p:cNvSpPr>
            <p:nvPr/>
          </p:nvSpPr>
          <p:spPr>
            <a:xfrm>
              <a:off x="231052" y="4952240"/>
              <a:ext cx="50740" cy="5074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1" name="asset_3422_1">
              <a:extLst>
                <a:ext uri="{FF2B5EF4-FFF2-40B4-BE49-F238E27FC236}">
                  <a16:creationId xmlns:a16="http://schemas.microsoft.com/office/drawing/2014/main" id="{55079865-42D3-C677-C2BF-1713FCCC1437}"/>
                </a:ext>
              </a:extLst>
            </p:cNvPr>
            <p:cNvSpPr>
              <a:spLocks noGrp="1"/>
            </p:cNvSpPr>
            <p:nvPr/>
          </p:nvSpPr>
          <p:spPr>
            <a:xfrm>
              <a:off x="241961" y="4961881"/>
              <a:ext cx="16490" cy="96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2" name="asset_3422_2">
              <a:extLst>
                <a:ext uri="{FF2B5EF4-FFF2-40B4-BE49-F238E27FC236}">
                  <a16:creationId xmlns:a16="http://schemas.microsoft.com/office/drawing/2014/main" id="{7171C0AD-7D89-E1AD-C713-AEF7B9481C73}"/>
                </a:ext>
              </a:extLst>
            </p:cNvPr>
            <p:cNvSpPr>
              <a:spLocks noGrp="1"/>
            </p:cNvSpPr>
            <p:nvPr/>
          </p:nvSpPr>
          <p:spPr>
            <a:xfrm>
              <a:off x="257492" y="4890552"/>
              <a:ext cx="45016" cy="4501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3" name="asset_3422_3">
              <a:extLst>
                <a:ext uri="{FF2B5EF4-FFF2-40B4-BE49-F238E27FC236}">
                  <a16:creationId xmlns:a16="http://schemas.microsoft.com/office/drawing/2014/main" id="{8E5F53DA-EBD1-CB8F-E41F-F6FD7C9405F3}"/>
                </a:ext>
              </a:extLst>
            </p:cNvPr>
            <p:cNvSpPr>
              <a:spLocks noGrp="1"/>
            </p:cNvSpPr>
            <p:nvPr/>
          </p:nvSpPr>
          <p:spPr>
            <a:xfrm>
              <a:off x="267171" y="4899105"/>
              <a:ext cx="14630" cy="85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4" name="asset_3422_4">
              <a:extLst>
                <a:ext uri="{FF2B5EF4-FFF2-40B4-BE49-F238E27FC236}">
                  <a16:creationId xmlns:a16="http://schemas.microsoft.com/office/drawing/2014/main" id="{6E3017C2-1F82-0DEC-BA19-262A2880D659}"/>
                </a:ext>
              </a:extLst>
            </p:cNvPr>
            <p:cNvSpPr>
              <a:spLocks noGrp="1"/>
            </p:cNvSpPr>
            <p:nvPr/>
          </p:nvSpPr>
          <p:spPr>
            <a:xfrm>
              <a:off x="341683" y="4917382"/>
              <a:ext cx="49251" cy="4925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5" name="asset_3422_5">
              <a:extLst>
                <a:ext uri="{FF2B5EF4-FFF2-40B4-BE49-F238E27FC236}">
                  <a16:creationId xmlns:a16="http://schemas.microsoft.com/office/drawing/2014/main" id="{AD0B7A36-4B45-D76D-5300-517F0705ED41}"/>
                </a:ext>
              </a:extLst>
            </p:cNvPr>
            <p:cNvSpPr>
              <a:spLocks noGrp="1"/>
            </p:cNvSpPr>
            <p:nvPr/>
          </p:nvSpPr>
          <p:spPr>
            <a:xfrm>
              <a:off x="352272" y="4926740"/>
              <a:ext cx="16007" cy="93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6" name="asset_3422_6">
              <a:extLst>
                <a:ext uri="{FF2B5EF4-FFF2-40B4-BE49-F238E27FC236}">
                  <a16:creationId xmlns:a16="http://schemas.microsoft.com/office/drawing/2014/main" id="{4C4F4414-17C2-BBB3-9157-86F02F10A4A9}"/>
                </a:ext>
              </a:extLst>
            </p:cNvPr>
            <p:cNvSpPr>
              <a:spLocks noGrp="1"/>
            </p:cNvSpPr>
            <p:nvPr/>
          </p:nvSpPr>
          <p:spPr>
            <a:xfrm>
              <a:off x="271855" y="4975772"/>
              <a:ext cx="36195" cy="3619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7" name="asset_3422_7">
              <a:extLst>
                <a:ext uri="{FF2B5EF4-FFF2-40B4-BE49-F238E27FC236}">
                  <a16:creationId xmlns:a16="http://schemas.microsoft.com/office/drawing/2014/main" id="{1956429C-A303-4B13-0AED-D3A467174BFF}"/>
                </a:ext>
              </a:extLst>
            </p:cNvPr>
            <p:cNvSpPr>
              <a:spLocks noGrp="1"/>
            </p:cNvSpPr>
            <p:nvPr/>
          </p:nvSpPr>
          <p:spPr>
            <a:xfrm>
              <a:off x="279637" y="4982649"/>
              <a:ext cx="11764" cy="68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8" name="asset_3422_8">
              <a:extLst>
                <a:ext uri="{FF2B5EF4-FFF2-40B4-BE49-F238E27FC236}">
                  <a16:creationId xmlns:a16="http://schemas.microsoft.com/office/drawing/2014/main" id="{9B80EDB8-6E96-A11A-06EB-183694AC7664}"/>
                </a:ext>
              </a:extLst>
            </p:cNvPr>
            <p:cNvSpPr>
              <a:spLocks noGrp="1"/>
            </p:cNvSpPr>
            <p:nvPr/>
          </p:nvSpPr>
          <p:spPr>
            <a:xfrm>
              <a:off x="189829" y="4978084"/>
              <a:ext cx="46368" cy="4636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9" name="asset_3422_9">
              <a:extLst>
                <a:ext uri="{FF2B5EF4-FFF2-40B4-BE49-F238E27FC236}">
                  <a16:creationId xmlns:a16="http://schemas.microsoft.com/office/drawing/2014/main" id="{CF523F68-234C-05FF-1627-D79E0B1D337C}"/>
                </a:ext>
              </a:extLst>
            </p:cNvPr>
            <p:cNvSpPr>
              <a:spLocks noGrp="1"/>
            </p:cNvSpPr>
            <p:nvPr/>
          </p:nvSpPr>
          <p:spPr>
            <a:xfrm>
              <a:off x="199798" y="4986894"/>
              <a:ext cx="15070" cy="881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0" name="asset_3422_10">
              <a:extLst>
                <a:ext uri="{FF2B5EF4-FFF2-40B4-BE49-F238E27FC236}">
                  <a16:creationId xmlns:a16="http://schemas.microsoft.com/office/drawing/2014/main" id="{4A9D88E9-2993-19D5-B015-B833DECC7F1A}"/>
                </a:ext>
              </a:extLst>
            </p:cNvPr>
            <p:cNvSpPr>
              <a:spLocks noGrp="1"/>
            </p:cNvSpPr>
            <p:nvPr/>
          </p:nvSpPr>
          <p:spPr>
            <a:xfrm>
              <a:off x="225545" y="5013901"/>
              <a:ext cx="33003" cy="33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1" name="asset_3422_11">
              <a:extLst>
                <a:ext uri="{FF2B5EF4-FFF2-40B4-BE49-F238E27FC236}">
                  <a16:creationId xmlns:a16="http://schemas.microsoft.com/office/drawing/2014/main" id="{601983D3-9E52-1E47-7E7A-B07040CD24BC}"/>
                </a:ext>
              </a:extLst>
            </p:cNvPr>
            <p:cNvSpPr>
              <a:spLocks noGrp="1"/>
            </p:cNvSpPr>
            <p:nvPr/>
          </p:nvSpPr>
          <p:spPr>
            <a:xfrm>
              <a:off x="232640" y="5020172"/>
              <a:ext cx="10726" cy="627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2" name="asset_3422_12">
              <a:extLst>
                <a:ext uri="{FF2B5EF4-FFF2-40B4-BE49-F238E27FC236}">
                  <a16:creationId xmlns:a16="http://schemas.microsoft.com/office/drawing/2014/main" id="{EF9FD7CA-4CDE-2761-80DE-677269A8603B}"/>
                </a:ext>
              </a:extLst>
            </p:cNvPr>
            <p:cNvSpPr>
              <a:spLocks noGrp="1"/>
            </p:cNvSpPr>
            <p:nvPr/>
          </p:nvSpPr>
          <p:spPr>
            <a:xfrm>
              <a:off x="202899" y="4919795"/>
              <a:ext cx="44462" cy="444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3" name="asset_3422_13">
              <a:extLst>
                <a:ext uri="{FF2B5EF4-FFF2-40B4-BE49-F238E27FC236}">
                  <a16:creationId xmlns:a16="http://schemas.microsoft.com/office/drawing/2014/main" id="{52453685-3009-67E9-3DB3-28761AFCA070}"/>
                </a:ext>
              </a:extLst>
            </p:cNvPr>
            <p:cNvSpPr>
              <a:spLocks noGrp="1"/>
            </p:cNvSpPr>
            <p:nvPr/>
          </p:nvSpPr>
          <p:spPr>
            <a:xfrm>
              <a:off x="212458" y="4928243"/>
              <a:ext cx="14450" cy="84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4" name="asset_3422_14">
              <a:extLst>
                <a:ext uri="{FF2B5EF4-FFF2-40B4-BE49-F238E27FC236}">
                  <a16:creationId xmlns:a16="http://schemas.microsoft.com/office/drawing/2014/main" id="{69A697E6-D023-D641-916D-7C3C9B643472}"/>
                </a:ext>
              </a:extLst>
            </p:cNvPr>
            <p:cNvSpPr>
              <a:spLocks noGrp="1"/>
            </p:cNvSpPr>
            <p:nvPr/>
          </p:nvSpPr>
          <p:spPr>
            <a:xfrm>
              <a:off x="248117" y="4866798"/>
              <a:ext cx="41123" cy="411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5" name="asset_3422_15">
              <a:extLst>
                <a:ext uri="{FF2B5EF4-FFF2-40B4-BE49-F238E27FC236}">
                  <a16:creationId xmlns:a16="http://schemas.microsoft.com/office/drawing/2014/main" id="{AC97809E-7277-F83F-A74A-9B9AEF8F58F2}"/>
                </a:ext>
              </a:extLst>
            </p:cNvPr>
            <p:cNvSpPr>
              <a:spLocks noGrp="1"/>
            </p:cNvSpPr>
            <p:nvPr/>
          </p:nvSpPr>
          <p:spPr>
            <a:xfrm>
              <a:off x="256958" y="4874611"/>
              <a:ext cx="13365" cy="78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6" name="asset_3422_16">
              <a:extLst>
                <a:ext uri="{FF2B5EF4-FFF2-40B4-BE49-F238E27FC236}">
                  <a16:creationId xmlns:a16="http://schemas.microsoft.com/office/drawing/2014/main" id="{9C87B84D-E780-917F-4BCF-48D4EB2B2E77}"/>
                </a:ext>
              </a:extLst>
            </p:cNvPr>
            <p:cNvSpPr>
              <a:spLocks noGrp="1"/>
            </p:cNvSpPr>
            <p:nvPr/>
          </p:nvSpPr>
          <p:spPr>
            <a:xfrm>
              <a:off x="297907" y="4941502"/>
              <a:ext cx="42220" cy="422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7" name="asset_3422_17">
              <a:extLst>
                <a:ext uri="{FF2B5EF4-FFF2-40B4-BE49-F238E27FC236}">
                  <a16:creationId xmlns:a16="http://schemas.microsoft.com/office/drawing/2014/main" id="{1530846F-3332-6F3B-D169-176F7D0C4BD5}"/>
                </a:ext>
              </a:extLst>
            </p:cNvPr>
            <p:cNvSpPr>
              <a:spLocks noGrp="1"/>
            </p:cNvSpPr>
            <p:nvPr/>
          </p:nvSpPr>
          <p:spPr>
            <a:xfrm>
              <a:off x="306984" y="4949524"/>
              <a:ext cx="13721" cy="80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8" name="asset_3422_18">
              <a:extLst>
                <a:ext uri="{FF2B5EF4-FFF2-40B4-BE49-F238E27FC236}">
                  <a16:creationId xmlns:a16="http://schemas.microsoft.com/office/drawing/2014/main" id="{A49C83E0-A2EE-E231-658B-E200EA71D872}"/>
                </a:ext>
              </a:extLst>
            </p:cNvPr>
            <p:cNvSpPr>
              <a:spLocks noGrp="1"/>
            </p:cNvSpPr>
            <p:nvPr/>
          </p:nvSpPr>
          <p:spPr>
            <a:xfrm>
              <a:off x="197886" y="4901933"/>
              <a:ext cx="33418" cy="334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9" name="asset_3422_19">
              <a:extLst>
                <a:ext uri="{FF2B5EF4-FFF2-40B4-BE49-F238E27FC236}">
                  <a16:creationId xmlns:a16="http://schemas.microsoft.com/office/drawing/2014/main" id="{E9CEF760-F2C3-F390-1668-963AC8B62D79}"/>
                </a:ext>
              </a:extLst>
            </p:cNvPr>
            <p:cNvSpPr>
              <a:spLocks noGrp="1"/>
            </p:cNvSpPr>
            <p:nvPr/>
          </p:nvSpPr>
          <p:spPr>
            <a:xfrm>
              <a:off x="205071" y="4908282"/>
              <a:ext cx="10861" cy="63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0" name="asset_3422_20">
              <a:extLst>
                <a:ext uri="{FF2B5EF4-FFF2-40B4-BE49-F238E27FC236}">
                  <a16:creationId xmlns:a16="http://schemas.microsoft.com/office/drawing/2014/main" id="{7056093D-7C44-73BB-4545-31AFF856C4FD}"/>
                </a:ext>
              </a:extLst>
            </p:cNvPr>
            <p:cNvSpPr>
              <a:spLocks noGrp="1"/>
            </p:cNvSpPr>
            <p:nvPr/>
          </p:nvSpPr>
          <p:spPr>
            <a:xfrm>
              <a:off x="245477" y="4933298"/>
              <a:ext cx="48764" cy="487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1" name="asset_3422_21">
              <a:extLst>
                <a:ext uri="{FF2B5EF4-FFF2-40B4-BE49-F238E27FC236}">
                  <a16:creationId xmlns:a16="http://schemas.microsoft.com/office/drawing/2014/main" id="{1B196C74-08E0-74C2-1772-357BA72C4EBA}"/>
                </a:ext>
              </a:extLst>
            </p:cNvPr>
            <p:cNvSpPr>
              <a:spLocks noGrp="1"/>
            </p:cNvSpPr>
            <p:nvPr/>
          </p:nvSpPr>
          <p:spPr>
            <a:xfrm>
              <a:off x="255962" y="4942563"/>
              <a:ext cx="15848" cy="92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2" name="asset_3422_22">
              <a:extLst>
                <a:ext uri="{FF2B5EF4-FFF2-40B4-BE49-F238E27FC236}">
                  <a16:creationId xmlns:a16="http://schemas.microsoft.com/office/drawing/2014/main" id="{AEDCAA44-5091-3DBD-591B-7F3EFA6F12B2}"/>
                </a:ext>
              </a:extLst>
            </p:cNvPr>
            <p:cNvSpPr>
              <a:spLocks noGrp="1"/>
            </p:cNvSpPr>
            <p:nvPr/>
          </p:nvSpPr>
          <p:spPr>
            <a:xfrm>
              <a:off x="264633" y="4948569"/>
              <a:ext cx="40342" cy="4034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3" name="asset_3422_23">
              <a:extLst>
                <a:ext uri="{FF2B5EF4-FFF2-40B4-BE49-F238E27FC236}">
                  <a16:creationId xmlns:a16="http://schemas.microsoft.com/office/drawing/2014/main" id="{B36C2AA8-52A3-BB47-A1EB-B3880C36DAE1}"/>
                </a:ext>
              </a:extLst>
            </p:cNvPr>
            <p:cNvSpPr>
              <a:spLocks noGrp="1"/>
            </p:cNvSpPr>
            <p:nvPr/>
          </p:nvSpPr>
          <p:spPr>
            <a:xfrm>
              <a:off x="273306" y="4956234"/>
              <a:ext cx="13111" cy="76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4" name="asset_3422_24">
              <a:extLst>
                <a:ext uri="{FF2B5EF4-FFF2-40B4-BE49-F238E27FC236}">
                  <a16:creationId xmlns:a16="http://schemas.microsoft.com/office/drawing/2014/main" id="{AD021490-DF7A-6A66-BE06-26F597627320}"/>
                </a:ext>
              </a:extLst>
            </p:cNvPr>
            <p:cNvSpPr>
              <a:spLocks noGrp="1"/>
            </p:cNvSpPr>
            <p:nvPr/>
          </p:nvSpPr>
          <p:spPr>
            <a:xfrm>
              <a:off x="230598" y="4889071"/>
              <a:ext cx="32512" cy="3251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5" name="asset_3422_25">
              <a:extLst>
                <a:ext uri="{FF2B5EF4-FFF2-40B4-BE49-F238E27FC236}">
                  <a16:creationId xmlns:a16="http://schemas.microsoft.com/office/drawing/2014/main" id="{A4588BE7-F1A9-807B-DB52-8B51C8E5F39F}"/>
                </a:ext>
              </a:extLst>
            </p:cNvPr>
            <p:cNvSpPr>
              <a:spLocks noGrp="1"/>
            </p:cNvSpPr>
            <p:nvPr/>
          </p:nvSpPr>
          <p:spPr>
            <a:xfrm>
              <a:off x="237588" y="4895249"/>
              <a:ext cx="10566" cy="61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6" name="asset_3422_26">
              <a:extLst>
                <a:ext uri="{FF2B5EF4-FFF2-40B4-BE49-F238E27FC236}">
                  <a16:creationId xmlns:a16="http://schemas.microsoft.com/office/drawing/2014/main" id="{EF525F55-E473-BB6A-4B12-1708738A451D}"/>
                </a:ext>
              </a:extLst>
            </p:cNvPr>
            <p:cNvSpPr>
              <a:spLocks noGrp="1"/>
            </p:cNvSpPr>
            <p:nvPr/>
          </p:nvSpPr>
          <p:spPr>
            <a:xfrm>
              <a:off x="301686" y="4928199"/>
              <a:ext cx="31620" cy="316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7" name="asset_3422_27">
              <a:extLst>
                <a:ext uri="{FF2B5EF4-FFF2-40B4-BE49-F238E27FC236}">
                  <a16:creationId xmlns:a16="http://schemas.microsoft.com/office/drawing/2014/main" id="{FAC073C9-7858-2063-3FC1-55A9F1287394}"/>
                </a:ext>
              </a:extLst>
            </p:cNvPr>
            <p:cNvSpPr>
              <a:spLocks noGrp="1"/>
            </p:cNvSpPr>
            <p:nvPr/>
          </p:nvSpPr>
          <p:spPr>
            <a:xfrm>
              <a:off x="308484" y="4934207"/>
              <a:ext cx="10277" cy="600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8" name="asset_3422_28">
              <a:extLst>
                <a:ext uri="{FF2B5EF4-FFF2-40B4-BE49-F238E27FC236}">
                  <a16:creationId xmlns:a16="http://schemas.microsoft.com/office/drawing/2014/main" id="{2C9CF4D3-A22B-A72B-EF6A-DE97D5B26228}"/>
                </a:ext>
              </a:extLst>
            </p:cNvPr>
            <p:cNvSpPr>
              <a:spLocks noGrp="1"/>
            </p:cNvSpPr>
            <p:nvPr/>
          </p:nvSpPr>
          <p:spPr>
            <a:xfrm>
              <a:off x="188764" y="4922985"/>
              <a:ext cx="37593" cy="375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9" name="asset_3422_29">
              <a:extLst>
                <a:ext uri="{FF2B5EF4-FFF2-40B4-BE49-F238E27FC236}">
                  <a16:creationId xmlns:a16="http://schemas.microsoft.com/office/drawing/2014/main" id="{4339CC24-1181-B2DA-F380-C865CE6EB33D}"/>
                </a:ext>
              </a:extLst>
            </p:cNvPr>
            <p:cNvSpPr>
              <a:spLocks noGrp="1"/>
            </p:cNvSpPr>
            <p:nvPr/>
          </p:nvSpPr>
          <p:spPr>
            <a:xfrm>
              <a:off x="196847" y="4930127"/>
              <a:ext cx="12218" cy="714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0" name="asset_3422_30">
              <a:extLst>
                <a:ext uri="{FF2B5EF4-FFF2-40B4-BE49-F238E27FC236}">
                  <a16:creationId xmlns:a16="http://schemas.microsoft.com/office/drawing/2014/main" id="{077C978E-F309-5BAE-79A0-936D9EF27E43}"/>
                </a:ext>
              </a:extLst>
            </p:cNvPr>
            <p:cNvSpPr>
              <a:spLocks noGrp="1"/>
            </p:cNvSpPr>
            <p:nvPr/>
          </p:nvSpPr>
          <p:spPr>
            <a:xfrm>
              <a:off x="218174" y="4997359"/>
              <a:ext cx="31164" cy="311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1" name="asset_3422_31">
              <a:extLst>
                <a:ext uri="{FF2B5EF4-FFF2-40B4-BE49-F238E27FC236}">
                  <a16:creationId xmlns:a16="http://schemas.microsoft.com/office/drawing/2014/main" id="{40CD83CF-5A4F-5ADA-6D37-6DC86BFF1EAE}"/>
                </a:ext>
              </a:extLst>
            </p:cNvPr>
            <p:cNvSpPr>
              <a:spLocks noGrp="1"/>
            </p:cNvSpPr>
            <p:nvPr/>
          </p:nvSpPr>
          <p:spPr>
            <a:xfrm>
              <a:off x="224874" y="5003280"/>
              <a:ext cx="10128" cy="59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2" name="asset_3422_32">
              <a:extLst>
                <a:ext uri="{FF2B5EF4-FFF2-40B4-BE49-F238E27FC236}">
                  <a16:creationId xmlns:a16="http://schemas.microsoft.com/office/drawing/2014/main" id="{D1D86BA7-21BC-C658-7ABC-7E2800F635DF}"/>
                </a:ext>
              </a:extLst>
            </p:cNvPr>
            <p:cNvSpPr>
              <a:spLocks noGrp="1"/>
            </p:cNvSpPr>
            <p:nvPr/>
          </p:nvSpPr>
          <p:spPr>
            <a:xfrm>
              <a:off x="291333" y="4860690"/>
              <a:ext cx="35713" cy="35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3" name="asset_3422_33">
              <a:extLst>
                <a:ext uri="{FF2B5EF4-FFF2-40B4-BE49-F238E27FC236}">
                  <a16:creationId xmlns:a16="http://schemas.microsoft.com/office/drawing/2014/main" id="{3D56089D-89CA-E8F6-BD24-E31FF0B1673B}"/>
                </a:ext>
              </a:extLst>
            </p:cNvPr>
            <p:cNvSpPr>
              <a:spLocks noGrp="1"/>
            </p:cNvSpPr>
            <p:nvPr/>
          </p:nvSpPr>
          <p:spPr>
            <a:xfrm>
              <a:off x="299012" y="4867475"/>
              <a:ext cx="11607" cy="678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4" name="asset_3422_34">
              <a:extLst>
                <a:ext uri="{FF2B5EF4-FFF2-40B4-BE49-F238E27FC236}">
                  <a16:creationId xmlns:a16="http://schemas.microsoft.com/office/drawing/2014/main" id="{13269EEF-EE14-C014-7BBC-90B612509955}"/>
                </a:ext>
              </a:extLst>
            </p:cNvPr>
            <p:cNvSpPr>
              <a:spLocks noGrp="1"/>
            </p:cNvSpPr>
            <p:nvPr/>
          </p:nvSpPr>
          <p:spPr>
            <a:xfrm>
              <a:off x="190779" y="4973792"/>
              <a:ext cx="35794" cy="3579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5" name="asset_3422_35">
              <a:extLst>
                <a:ext uri="{FF2B5EF4-FFF2-40B4-BE49-F238E27FC236}">
                  <a16:creationId xmlns:a16="http://schemas.microsoft.com/office/drawing/2014/main" id="{660BB2F7-E70F-8FBC-9FB6-39F09B45A36D}"/>
                </a:ext>
              </a:extLst>
            </p:cNvPr>
            <p:cNvSpPr>
              <a:spLocks noGrp="1"/>
            </p:cNvSpPr>
            <p:nvPr/>
          </p:nvSpPr>
          <p:spPr>
            <a:xfrm>
              <a:off x="198475" y="4980593"/>
              <a:ext cx="11633" cy="680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6" name="asset_3422_36">
              <a:extLst>
                <a:ext uri="{FF2B5EF4-FFF2-40B4-BE49-F238E27FC236}">
                  <a16:creationId xmlns:a16="http://schemas.microsoft.com/office/drawing/2014/main" id="{5C2E263D-6E8A-DF33-5BAB-35F5A2C5F251}"/>
                </a:ext>
              </a:extLst>
            </p:cNvPr>
            <p:cNvSpPr>
              <a:spLocks noGrp="1"/>
            </p:cNvSpPr>
            <p:nvPr/>
          </p:nvSpPr>
          <p:spPr>
            <a:xfrm>
              <a:off x="225392" y="4818090"/>
              <a:ext cx="40954" cy="4095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7" name="asset_3422_37">
              <a:extLst>
                <a:ext uri="{FF2B5EF4-FFF2-40B4-BE49-F238E27FC236}">
                  <a16:creationId xmlns:a16="http://schemas.microsoft.com/office/drawing/2014/main" id="{A870849F-ECC8-5872-6923-6C13804AE340}"/>
                </a:ext>
              </a:extLst>
            </p:cNvPr>
            <p:cNvSpPr>
              <a:spLocks noGrp="1"/>
            </p:cNvSpPr>
            <p:nvPr/>
          </p:nvSpPr>
          <p:spPr>
            <a:xfrm>
              <a:off x="234197" y="4825872"/>
              <a:ext cx="13310" cy="778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8" name="asset_3422_38">
              <a:extLst>
                <a:ext uri="{FF2B5EF4-FFF2-40B4-BE49-F238E27FC236}">
                  <a16:creationId xmlns:a16="http://schemas.microsoft.com/office/drawing/2014/main" id="{AAFC3371-F314-0C8A-2D26-93DB33BF9511}"/>
                </a:ext>
              </a:extLst>
            </p:cNvPr>
            <p:cNvSpPr>
              <a:spLocks noGrp="1"/>
            </p:cNvSpPr>
            <p:nvPr/>
          </p:nvSpPr>
          <p:spPr>
            <a:xfrm>
              <a:off x="202785" y="4934968"/>
              <a:ext cx="44618" cy="446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9" name="asset_3422_39">
              <a:extLst>
                <a:ext uri="{FF2B5EF4-FFF2-40B4-BE49-F238E27FC236}">
                  <a16:creationId xmlns:a16="http://schemas.microsoft.com/office/drawing/2014/main" id="{BD72A813-458E-DB8C-209B-ED44600E60CB}"/>
                </a:ext>
              </a:extLst>
            </p:cNvPr>
            <p:cNvSpPr>
              <a:spLocks noGrp="1"/>
            </p:cNvSpPr>
            <p:nvPr/>
          </p:nvSpPr>
          <p:spPr>
            <a:xfrm>
              <a:off x="212377" y="4943445"/>
              <a:ext cx="14501" cy="84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0" name="asset_3422_40">
              <a:extLst>
                <a:ext uri="{FF2B5EF4-FFF2-40B4-BE49-F238E27FC236}">
                  <a16:creationId xmlns:a16="http://schemas.microsoft.com/office/drawing/2014/main" id="{5274F46A-89A9-E068-374C-E1DCAFE1E6F7}"/>
                </a:ext>
              </a:extLst>
            </p:cNvPr>
            <p:cNvSpPr>
              <a:spLocks noGrp="1"/>
            </p:cNvSpPr>
            <p:nvPr/>
          </p:nvSpPr>
          <p:spPr>
            <a:xfrm>
              <a:off x="338599" y="4889037"/>
              <a:ext cx="31138" cy="3113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1" name="asset_3422_41">
              <a:extLst>
                <a:ext uri="{FF2B5EF4-FFF2-40B4-BE49-F238E27FC236}">
                  <a16:creationId xmlns:a16="http://schemas.microsoft.com/office/drawing/2014/main" id="{167DD92E-7EB5-65B3-3589-E51172090FEC}"/>
                </a:ext>
              </a:extLst>
            </p:cNvPr>
            <p:cNvSpPr>
              <a:spLocks noGrp="1"/>
            </p:cNvSpPr>
            <p:nvPr/>
          </p:nvSpPr>
          <p:spPr>
            <a:xfrm>
              <a:off x="345294" y="4894953"/>
              <a:ext cx="10120" cy="591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2" name="asset_3422_42">
              <a:extLst>
                <a:ext uri="{FF2B5EF4-FFF2-40B4-BE49-F238E27FC236}">
                  <a16:creationId xmlns:a16="http://schemas.microsoft.com/office/drawing/2014/main" id="{BF83F7AA-47B4-3838-E342-7B1C73E00473}"/>
                </a:ext>
              </a:extLst>
            </p:cNvPr>
            <p:cNvSpPr>
              <a:spLocks noGrp="1"/>
            </p:cNvSpPr>
            <p:nvPr/>
          </p:nvSpPr>
          <p:spPr>
            <a:xfrm>
              <a:off x="320967" y="4999928"/>
              <a:ext cx="43221" cy="4322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3" name="asset_3422_43">
              <a:extLst>
                <a:ext uri="{FF2B5EF4-FFF2-40B4-BE49-F238E27FC236}">
                  <a16:creationId xmlns:a16="http://schemas.microsoft.com/office/drawing/2014/main" id="{B56296FE-EF96-50A6-278B-9F12F8099985}"/>
                </a:ext>
              </a:extLst>
            </p:cNvPr>
            <p:cNvSpPr>
              <a:spLocks noGrp="1"/>
            </p:cNvSpPr>
            <p:nvPr/>
          </p:nvSpPr>
          <p:spPr>
            <a:xfrm>
              <a:off x="330259" y="5008140"/>
              <a:ext cx="14047" cy="821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4" name="asset_3422_44">
              <a:extLst>
                <a:ext uri="{FF2B5EF4-FFF2-40B4-BE49-F238E27FC236}">
                  <a16:creationId xmlns:a16="http://schemas.microsoft.com/office/drawing/2014/main" id="{DEF89A4A-63B2-98BA-BC0D-71B77242DF0C}"/>
                </a:ext>
              </a:extLst>
            </p:cNvPr>
            <p:cNvSpPr>
              <a:spLocks noGrp="1"/>
            </p:cNvSpPr>
            <p:nvPr/>
          </p:nvSpPr>
          <p:spPr>
            <a:xfrm>
              <a:off x="350970" y="4966161"/>
              <a:ext cx="35562" cy="355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5" name="asset_3422_45">
              <a:extLst>
                <a:ext uri="{FF2B5EF4-FFF2-40B4-BE49-F238E27FC236}">
                  <a16:creationId xmlns:a16="http://schemas.microsoft.com/office/drawing/2014/main" id="{1DB842C2-D35C-AE28-25B6-490A9A6DEE3F}"/>
                </a:ext>
              </a:extLst>
            </p:cNvPr>
            <p:cNvSpPr>
              <a:spLocks noGrp="1"/>
            </p:cNvSpPr>
            <p:nvPr/>
          </p:nvSpPr>
          <p:spPr>
            <a:xfrm>
              <a:off x="358616" y="4972917"/>
              <a:ext cx="11558" cy="67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6" name="asset_3422_46">
              <a:extLst>
                <a:ext uri="{FF2B5EF4-FFF2-40B4-BE49-F238E27FC236}">
                  <a16:creationId xmlns:a16="http://schemas.microsoft.com/office/drawing/2014/main" id="{02C81F11-43A1-A876-3305-0436CF283F37}"/>
                </a:ext>
              </a:extLst>
            </p:cNvPr>
            <p:cNvSpPr>
              <a:spLocks noGrp="1"/>
            </p:cNvSpPr>
            <p:nvPr/>
          </p:nvSpPr>
          <p:spPr>
            <a:xfrm>
              <a:off x="218758" y="4839345"/>
              <a:ext cx="38113" cy="381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7" name="asset_3422_47">
              <a:extLst>
                <a:ext uri="{FF2B5EF4-FFF2-40B4-BE49-F238E27FC236}">
                  <a16:creationId xmlns:a16="http://schemas.microsoft.com/office/drawing/2014/main" id="{5F933E82-BE9C-FA10-0B49-D2CCD29071ED}"/>
                </a:ext>
              </a:extLst>
            </p:cNvPr>
            <p:cNvSpPr>
              <a:spLocks noGrp="1"/>
            </p:cNvSpPr>
            <p:nvPr/>
          </p:nvSpPr>
          <p:spPr>
            <a:xfrm>
              <a:off x="226952" y="4846587"/>
              <a:ext cx="12387" cy="72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8" name="asset_3422_48">
              <a:extLst>
                <a:ext uri="{FF2B5EF4-FFF2-40B4-BE49-F238E27FC236}">
                  <a16:creationId xmlns:a16="http://schemas.microsoft.com/office/drawing/2014/main" id="{3A41F4F8-1186-49C7-1DD1-0B4B311B7DB0}"/>
                </a:ext>
              </a:extLst>
            </p:cNvPr>
            <p:cNvSpPr>
              <a:spLocks noGrp="1"/>
            </p:cNvSpPr>
            <p:nvPr/>
          </p:nvSpPr>
          <p:spPr>
            <a:xfrm>
              <a:off x="341389" y="4932820"/>
              <a:ext cx="34691" cy="3469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9" name="asset_3422_49">
              <a:extLst>
                <a:ext uri="{FF2B5EF4-FFF2-40B4-BE49-F238E27FC236}">
                  <a16:creationId xmlns:a16="http://schemas.microsoft.com/office/drawing/2014/main" id="{A35A991F-81FF-0E7A-D00D-848EA888A991}"/>
                </a:ext>
              </a:extLst>
            </p:cNvPr>
            <p:cNvSpPr>
              <a:spLocks noGrp="1"/>
            </p:cNvSpPr>
            <p:nvPr/>
          </p:nvSpPr>
          <p:spPr>
            <a:xfrm>
              <a:off x="348848" y="4939412"/>
              <a:ext cx="11275" cy="659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0" name="asset_3422_50">
              <a:extLst>
                <a:ext uri="{FF2B5EF4-FFF2-40B4-BE49-F238E27FC236}">
                  <a16:creationId xmlns:a16="http://schemas.microsoft.com/office/drawing/2014/main" id="{E7F36E5B-E5D5-072B-8145-CE94A2DF7776}"/>
                </a:ext>
              </a:extLst>
            </p:cNvPr>
            <p:cNvSpPr>
              <a:spLocks noGrp="1"/>
            </p:cNvSpPr>
            <p:nvPr/>
          </p:nvSpPr>
          <p:spPr>
            <a:xfrm>
              <a:off x="216428" y="4994121"/>
              <a:ext cx="37106" cy="3710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1" name="asset_3422_51">
              <a:extLst>
                <a:ext uri="{FF2B5EF4-FFF2-40B4-BE49-F238E27FC236}">
                  <a16:creationId xmlns:a16="http://schemas.microsoft.com/office/drawing/2014/main" id="{6935ED76-18CA-F8C7-5728-A29FCAB7A6FC}"/>
                </a:ext>
              </a:extLst>
            </p:cNvPr>
            <p:cNvSpPr>
              <a:spLocks noGrp="1"/>
            </p:cNvSpPr>
            <p:nvPr/>
          </p:nvSpPr>
          <p:spPr>
            <a:xfrm>
              <a:off x="224406" y="5001171"/>
              <a:ext cx="12060" cy="70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2" name="asset_3422_52">
              <a:extLst>
                <a:ext uri="{FF2B5EF4-FFF2-40B4-BE49-F238E27FC236}">
                  <a16:creationId xmlns:a16="http://schemas.microsoft.com/office/drawing/2014/main" id="{908C31DA-A30E-3EBF-E34D-A9003764C1AD}"/>
                </a:ext>
              </a:extLst>
            </p:cNvPr>
            <p:cNvSpPr>
              <a:spLocks noGrp="1"/>
            </p:cNvSpPr>
            <p:nvPr/>
          </p:nvSpPr>
          <p:spPr>
            <a:xfrm>
              <a:off x="264136" y="4989684"/>
              <a:ext cx="38739" cy="3873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3" name="asset_3422_53">
              <a:extLst>
                <a:ext uri="{FF2B5EF4-FFF2-40B4-BE49-F238E27FC236}">
                  <a16:creationId xmlns:a16="http://schemas.microsoft.com/office/drawing/2014/main" id="{63ED6A96-12A1-6581-9622-A2140ECF37D3}"/>
                </a:ext>
              </a:extLst>
            </p:cNvPr>
            <p:cNvSpPr>
              <a:spLocks noGrp="1"/>
            </p:cNvSpPr>
            <p:nvPr/>
          </p:nvSpPr>
          <p:spPr>
            <a:xfrm>
              <a:off x="272465" y="4997045"/>
              <a:ext cx="12590" cy="736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4" name="asset_3422_54">
              <a:extLst>
                <a:ext uri="{FF2B5EF4-FFF2-40B4-BE49-F238E27FC236}">
                  <a16:creationId xmlns:a16="http://schemas.microsoft.com/office/drawing/2014/main" id="{28B28C08-BAD7-DC13-B457-18E0200352EB}"/>
                </a:ext>
              </a:extLst>
            </p:cNvPr>
            <p:cNvSpPr>
              <a:spLocks noGrp="1"/>
            </p:cNvSpPr>
            <p:nvPr/>
          </p:nvSpPr>
          <p:spPr>
            <a:xfrm>
              <a:off x="259170" y="4848057"/>
              <a:ext cx="31787" cy="3178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5" name="asset_3422_55">
              <a:extLst>
                <a:ext uri="{FF2B5EF4-FFF2-40B4-BE49-F238E27FC236}">
                  <a16:creationId xmlns:a16="http://schemas.microsoft.com/office/drawing/2014/main" id="{1F364F2A-41E2-D13E-4466-4E0ABCDE78ED}"/>
                </a:ext>
              </a:extLst>
            </p:cNvPr>
            <p:cNvSpPr>
              <a:spLocks noGrp="1"/>
            </p:cNvSpPr>
            <p:nvPr/>
          </p:nvSpPr>
          <p:spPr>
            <a:xfrm>
              <a:off x="266004" y="4854097"/>
              <a:ext cx="10331" cy="603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6" name="asset_3422_56">
              <a:extLst>
                <a:ext uri="{FF2B5EF4-FFF2-40B4-BE49-F238E27FC236}">
                  <a16:creationId xmlns:a16="http://schemas.microsoft.com/office/drawing/2014/main" id="{17717E4A-319D-BE88-6C5C-C557B085689F}"/>
                </a:ext>
              </a:extLst>
            </p:cNvPr>
            <p:cNvSpPr>
              <a:spLocks noGrp="1"/>
            </p:cNvSpPr>
            <p:nvPr/>
          </p:nvSpPr>
          <p:spPr>
            <a:xfrm>
              <a:off x="339932" y="4846499"/>
              <a:ext cx="35333" cy="353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7" name="asset_3422_57">
              <a:extLst>
                <a:ext uri="{FF2B5EF4-FFF2-40B4-BE49-F238E27FC236}">
                  <a16:creationId xmlns:a16="http://schemas.microsoft.com/office/drawing/2014/main" id="{075D2F07-7E73-BF79-BBB7-9CC012B997E9}"/>
                </a:ext>
              </a:extLst>
            </p:cNvPr>
            <p:cNvSpPr>
              <a:spLocks noGrp="1"/>
            </p:cNvSpPr>
            <p:nvPr/>
          </p:nvSpPr>
          <p:spPr>
            <a:xfrm>
              <a:off x="347528" y="4853212"/>
              <a:ext cx="11483" cy="67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8" name="asset_3422_58">
              <a:extLst>
                <a:ext uri="{FF2B5EF4-FFF2-40B4-BE49-F238E27FC236}">
                  <a16:creationId xmlns:a16="http://schemas.microsoft.com/office/drawing/2014/main" id="{55A01054-349F-1A16-EDF9-A43768EBC870}"/>
                </a:ext>
              </a:extLst>
            </p:cNvPr>
            <p:cNvSpPr>
              <a:spLocks noGrp="1"/>
            </p:cNvSpPr>
            <p:nvPr/>
          </p:nvSpPr>
          <p:spPr>
            <a:xfrm>
              <a:off x="247737" y="4821086"/>
              <a:ext cx="41986" cy="4198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9" name="asset_3422_59">
              <a:extLst>
                <a:ext uri="{FF2B5EF4-FFF2-40B4-BE49-F238E27FC236}">
                  <a16:creationId xmlns:a16="http://schemas.microsoft.com/office/drawing/2014/main" id="{C1A5AEF5-98EA-3100-B831-1ABBCDF10C88}"/>
                </a:ext>
              </a:extLst>
            </p:cNvPr>
            <p:cNvSpPr>
              <a:spLocks noGrp="1"/>
            </p:cNvSpPr>
            <p:nvPr/>
          </p:nvSpPr>
          <p:spPr>
            <a:xfrm>
              <a:off x="256763" y="4829063"/>
              <a:ext cx="13645" cy="79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0" name="asset_3422_60">
              <a:extLst>
                <a:ext uri="{FF2B5EF4-FFF2-40B4-BE49-F238E27FC236}">
                  <a16:creationId xmlns:a16="http://schemas.microsoft.com/office/drawing/2014/main" id="{50839469-254F-A0C1-6B70-615D1531864D}"/>
                </a:ext>
              </a:extLst>
            </p:cNvPr>
            <p:cNvSpPr>
              <a:spLocks noGrp="1"/>
            </p:cNvSpPr>
            <p:nvPr/>
          </p:nvSpPr>
          <p:spPr>
            <a:xfrm>
              <a:off x="352013" y="4951727"/>
              <a:ext cx="41933" cy="419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1" name="asset_3422_61">
              <a:extLst>
                <a:ext uri="{FF2B5EF4-FFF2-40B4-BE49-F238E27FC236}">
                  <a16:creationId xmlns:a16="http://schemas.microsoft.com/office/drawing/2014/main" id="{20946B5C-8E8E-B01A-E522-C1C94B55A006}"/>
                </a:ext>
              </a:extLst>
            </p:cNvPr>
            <p:cNvSpPr>
              <a:spLocks noGrp="1"/>
            </p:cNvSpPr>
            <p:nvPr/>
          </p:nvSpPr>
          <p:spPr>
            <a:xfrm>
              <a:off x="361028" y="4959695"/>
              <a:ext cx="13628" cy="796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2" name="asset_3422_62">
              <a:extLst>
                <a:ext uri="{FF2B5EF4-FFF2-40B4-BE49-F238E27FC236}">
                  <a16:creationId xmlns:a16="http://schemas.microsoft.com/office/drawing/2014/main" id="{C261760A-C396-4C69-4FB2-570363B76D2B}"/>
                </a:ext>
              </a:extLst>
            </p:cNvPr>
            <p:cNvSpPr>
              <a:spLocks noGrp="1"/>
            </p:cNvSpPr>
            <p:nvPr/>
          </p:nvSpPr>
          <p:spPr>
            <a:xfrm>
              <a:off x="280588" y="4991959"/>
              <a:ext cx="33271" cy="3327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3" name="asset_3422_63">
              <a:extLst>
                <a:ext uri="{FF2B5EF4-FFF2-40B4-BE49-F238E27FC236}">
                  <a16:creationId xmlns:a16="http://schemas.microsoft.com/office/drawing/2014/main" id="{95D4AECC-4C0E-4869-BD24-C98A4D27DBF3}"/>
                </a:ext>
              </a:extLst>
            </p:cNvPr>
            <p:cNvSpPr>
              <a:spLocks noGrp="1"/>
            </p:cNvSpPr>
            <p:nvPr/>
          </p:nvSpPr>
          <p:spPr>
            <a:xfrm>
              <a:off x="287741" y="4998280"/>
              <a:ext cx="10813" cy="63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4" name="asset_3422_64">
              <a:extLst>
                <a:ext uri="{FF2B5EF4-FFF2-40B4-BE49-F238E27FC236}">
                  <a16:creationId xmlns:a16="http://schemas.microsoft.com/office/drawing/2014/main" id="{EF4314FD-3B81-AC6B-4EF1-6B0247A76615}"/>
                </a:ext>
              </a:extLst>
            </p:cNvPr>
            <p:cNvSpPr>
              <a:spLocks noGrp="1"/>
            </p:cNvSpPr>
            <p:nvPr/>
          </p:nvSpPr>
          <p:spPr>
            <a:xfrm>
              <a:off x="335774" y="4884877"/>
              <a:ext cx="37623" cy="376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5" name="asset_3422_65">
              <a:extLst>
                <a:ext uri="{FF2B5EF4-FFF2-40B4-BE49-F238E27FC236}">
                  <a16:creationId xmlns:a16="http://schemas.microsoft.com/office/drawing/2014/main" id="{59BE31B4-42C6-EC42-43BD-50A0A5581CB9}"/>
                </a:ext>
              </a:extLst>
            </p:cNvPr>
            <p:cNvSpPr>
              <a:spLocks noGrp="1"/>
            </p:cNvSpPr>
            <p:nvPr/>
          </p:nvSpPr>
          <p:spPr>
            <a:xfrm>
              <a:off x="343862" y="4892025"/>
              <a:ext cx="12227" cy="71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6" name="asset_3422_66">
              <a:extLst>
                <a:ext uri="{FF2B5EF4-FFF2-40B4-BE49-F238E27FC236}">
                  <a16:creationId xmlns:a16="http://schemas.microsoft.com/office/drawing/2014/main" id="{942AD861-633D-D5A0-43DA-97DAC7D17CE9}"/>
                </a:ext>
              </a:extLst>
            </p:cNvPr>
            <p:cNvSpPr>
              <a:spLocks noGrp="1"/>
            </p:cNvSpPr>
            <p:nvPr/>
          </p:nvSpPr>
          <p:spPr>
            <a:xfrm>
              <a:off x="328939" y="4981497"/>
              <a:ext cx="33522" cy="3352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7" name="asset_3422_67">
              <a:extLst>
                <a:ext uri="{FF2B5EF4-FFF2-40B4-BE49-F238E27FC236}">
                  <a16:creationId xmlns:a16="http://schemas.microsoft.com/office/drawing/2014/main" id="{41FF9A94-22D8-EC1B-5A83-3CE6CC60C904}"/>
                </a:ext>
              </a:extLst>
            </p:cNvPr>
            <p:cNvSpPr>
              <a:spLocks noGrp="1"/>
            </p:cNvSpPr>
            <p:nvPr/>
          </p:nvSpPr>
          <p:spPr>
            <a:xfrm>
              <a:off x="336146" y="4987866"/>
              <a:ext cx="10895" cy="63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8" name="asset_3422_68">
              <a:extLst>
                <a:ext uri="{FF2B5EF4-FFF2-40B4-BE49-F238E27FC236}">
                  <a16:creationId xmlns:a16="http://schemas.microsoft.com/office/drawing/2014/main" id="{97DEADC4-375C-4C05-3156-678B0C8226E5}"/>
                </a:ext>
              </a:extLst>
            </p:cNvPr>
            <p:cNvSpPr>
              <a:spLocks noGrp="1"/>
            </p:cNvSpPr>
            <p:nvPr/>
          </p:nvSpPr>
          <p:spPr>
            <a:xfrm>
              <a:off x="252204" y="4955574"/>
              <a:ext cx="31928" cy="3192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9" name="asset_3422_69">
              <a:extLst>
                <a:ext uri="{FF2B5EF4-FFF2-40B4-BE49-F238E27FC236}">
                  <a16:creationId xmlns:a16="http://schemas.microsoft.com/office/drawing/2014/main" id="{9D49C6DC-5879-9CD6-D171-8FA8EBCF7BF1}"/>
                </a:ext>
              </a:extLst>
            </p:cNvPr>
            <p:cNvSpPr>
              <a:spLocks noGrp="1"/>
            </p:cNvSpPr>
            <p:nvPr/>
          </p:nvSpPr>
          <p:spPr>
            <a:xfrm>
              <a:off x="259069" y="4961640"/>
              <a:ext cx="10376" cy="606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0" name="asset_3422_70">
              <a:extLst>
                <a:ext uri="{FF2B5EF4-FFF2-40B4-BE49-F238E27FC236}">
                  <a16:creationId xmlns:a16="http://schemas.microsoft.com/office/drawing/2014/main" id="{41234642-59FA-8F6F-B9E1-FC86F49F0371}"/>
                </a:ext>
              </a:extLst>
            </p:cNvPr>
            <p:cNvSpPr>
              <a:spLocks noGrp="1"/>
            </p:cNvSpPr>
            <p:nvPr/>
          </p:nvSpPr>
          <p:spPr>
            <a:xfrm>
              <a:off x="351225" y="4959284"/>
              <a:ext cx="35375" cy="3537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1" name="asset_3422_71">
              <a:extLst>
                <a:ext uri="{FF2B5EF4-FFF2-40B4-BE49-F238E27FC236}">
                  <a16:creationId xmlns:a16="http://schemas.microsoft.com/office/drawing/2014/main" id="{65231BD1-B4C3-F85A-F7E1-C5BFA0E5968F}"/>
                </a:ext>
              </a:extLst>
            </p:cNvPr>
            <p:cNvSpPr>
              <a:spLocks noGrp="1"/>
            </p:cNvSpPr>
            <p:nvPr/>
          </p:nvSpPr>
          <p:spPr>
            <a:xfrm>
              <a:off x="358831" y="4966005"/>
              <a:ext cx="11497" cy="67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2" name="asset_3422_72">
              <a:extLst>
                <a:ext uri="{FF2B5EF4-FFF2-40B4-BE49-F238E27FC236}">
                  <a16:creationId xmlns:a16="http://schemas.microsoft.com/office/drawing/2014/main" id="{97DAE6CE-6796-2E2A-1467-FEE328A8099A}"/>
                </a:ext>
              </a:extLst>
            </p:cNvPr>
            <p:cNvSpPr>
              <a:spLocks noGrp="1"/>
            </p:cNvSpPr>
            <p:nvPr/>
          </p:nvSpPr>
          <p:spPr>
            <a:xfrm>
              <a:off x="283858" y="4807960"/>
              <a:ext cx="50708" cy="5070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3" name="asset_3422_73">
              <a:extLst>
                <a:ext uri="{FF2B5EF4-FFF2-40B4-BE49-F238E27FC236}">
                  <a16:creationId xmlns:a16="http://schemas.microsoft.com/office/drawing/2014/main" id="{5B8B712B-0248-552D-1402-1CD77914548B}"/>
                </a:ext>
              </a:extLst>
            </p:cNvPr>
            <p:cNvSpPr>
              <a:spLocks noGrp="1"/>
            </p:cNvSpPr>
            <p:nvPr/>
          </p:nvSpPr>
          <p:spPr>
            <a:xfrm>
              <a:off x="294760" y="4817594"/>
              <a:ext cx="16480" cy="96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4" name="asset_3422_74">
              <a:extLst>
                <a:ext uri="{FF2B5EF4-FFF2-40B4-BE49-F238E27FC236}">
                  <a16:creationId xmlns:a16="http://schemas.microsoft.com/office/drawing/2014/main" id="{2646C4E3-91A5-CA61-A5CC-09F4F0188022}"/>
                </a:ext>
              </a:extLst>
            </p:cNvPr>
            <p:cNvSpPr>
              <a:spLocks noGrp="1"/>
            </p:cNvSpPr>
            <p:nvPr/>
          </p:nvSpPr>
          <p:spPr>
            <a:xfrm>
              <a:off x="227957" y="4916303"/>
              <a:ext cx="43904" cy="439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5" name="asset_3422_75">
              <a:extLst>
                <a:ext uri="{FF2B5EF4-FFF2-40B4-BE49-F238E27FC236}">
                  <a16:creationId xmlns:a16="http://schemas.microsoft.com/office/drawing/2014/main" id="{4EF13AFC-1814-3AC3-4BE8-2920BF2E8FD5}"/>
                </a:ext>
              </a:extLst>
            </p:cNvPr>
            <p:cNvSpPr>
              <a:spLocks noGrp="1"/>
            </p:cNvSpPr>
            <p:nvPr/>
          </p:nvSpPr>
          <p:spPr>
            <a:xfrm>
              <a:off x="237396" y="4924644"/>
              <a:ext cx="14269" cy="834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6" name="asset_3422_76">
              <a:extLst>
                <a:ext uri="{FF2B5EF4-FFF2-40B4-BE49-F238E27FC236}">
                  <a16:creationId xmlns:a16="http://schemas.microsoft.com/office/drawing/2014/main" id="{205E869B-12A8-7301-607A-E7F6C15CE78B}"/>
                </a:ext>
              </a:extLst>
            </p:cNvPr>
            <p:cNvSpPr>
              <a:spLocks noGrp="1"/>
            </p:cNvSpPr>
            <p:nvPr/>
          </p:nvSpPr>
          <p:spPr>
            <a:xfrm>
              <a:off x="308000" y="4902881"/>
              <a:ext cx="50802" cy="5080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7" name="asset_3422_77">
              <a:extLst>
                <a:ext uri="{FF2B5EF4-FFF2-40B4-BE49-F238E27FC236}">
                  <a16:creationId xmlns:a16="http://schemas.microsoft.com/office/drawing/2014/main" id="{E0410E34-BBBC-DC69-6AED-677F08626CFB}"/>
                </a:ext>
              </a:extLst>
            </p:cNvPr>
            <p:cNvSpPr>
              <a:spLocks noGrp="1"/>
            </p:cNvSpPr>
            <p:nvPr/>
          </p:nvSpPr>
          <p:spPr>
            <a:xfrm>
              <a:off x="318923" y="4912533"/>
              <a:ext cx="16511" cy="965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8" name="asset_3422_78">
              <a:extLst>
                <a:ext uri="{FF2B5EF4-FFF2-40B4-BE49-F238E27FC236}">
                  <a16:creationId xmlns:a16="http://schemas.microsoft.com/office/drawing/2014/main" id="{1D955330-36B3-BC61-BE93-DA48B3F01DD3}"/>
                </a:ext>
              </a:extLst>
            </p:cNvPr>
            <p:cNvSpPr>
              <a:spLocks noGrp="1"/>
            </p:cNvSpPr>
            <p:nvPr/>
          </p:nvSpPr>
          <p:spPr>
            <a:xfrm>
              <a:off x="221278" y="4892246"/>
              <a:ext cx="31003" cy="31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9" name="asset_3422_79">
              <a:extLst>
                <a:ext uri="{FF2B5EF4-FFF2-40B4-BE49-F238E27FC236}">
                  <a16:creationId xmlns:a16="http://schemas.microsoft.com/office/drawing/2014/main" id="{D3534057-214E-054A-0678-B5B0364CFC21}"/>
                </a:ext>
              </a:extLst>
            </p:cNvPr>
            <p:cNvSpPr>
              <a:spLocks noGrp="1"/>
            </p:cNvSpPr>
            <p:nvPr/>
          </p:nvSpPr>
          <p:spPr>
            <a:xfrm>
              <a:off x="227943" y="4898137"/>
              <a:ext cx="10076" cy="589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0" name="asset_3422_80">
              <a:extLst>
                <a:ext uri="{FF2B5EF4-FFF2-40B4-BE49-F238E27FC236}">
                  <a16:creationId xmlns:a16="http://schemas.microsoft.com/office/drawing/2014/main" id="{26C05388-4DEE-2F66-8912-EA6C907FE5F6}"/>
                </a:ext>
              </a:extLst>
            </p:cNvPr>
            <p:cNvSpPr>
              <a:spLocks noGrp="1"/>
            </p:cNvSpPr>
            <p:nvPr/>
          </p:nvSpPr>
          <p:spPr>
            <a:xfrm>
              <a:off x="245288" y="4946120"/>
              <a:ext cx="42319" cy="4231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1" name="asset_3422_81">
              <a:extLst>
                <a:ext uri="{FF2B5EF4-FFF2-40B4-BE49-F238E27FC236}">
                  <a16:creationId xmlns:a16="http://schemas.microsoft.com/office/drawing/2014/main" id="{58FCBAFA-8804-8857-A6EE-1A97E8649505}"/>
                </a:ext>
              </a:extLst>
            </p:cNvPr>
            <p:cNvSpPr>
              <a:spLocks noGrp="1"/>
            </p:cNvSpPr>
            <p:nvPr/>
          </p:nvSpPr>
          <p:spPr>
            <a:xfrm>
              <a:off x="254387" y="4954160"/>
              <a:ext cx="13754" cy="80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2" name="asset_3422_82">
              <a:extLst>
                <a:ext uri="{FF2B5EF4-FFF2-40B4-BE49-F238E27FC236}">
                  <a16:creationId xmlns:a16="http://schemas.microsoft.com/office/drawing/2014/main" id="{B4AF2FBF-3BB0-1A56-3EDA-C9C35BC1CC2C}"/>
                </a:ext>
              </a:extLst>
            </p:cNvPr>
            <p:cNvSpPr>
              <a:spLocks noGrp="1"/>
            </p:cNvSpPr>
            <p:nvPr/>
          </p:nvSpPr>
          <p:spPr>
            <a:xfrm>
              <a:off x="295710" y="4881024"/>
              <a:ext cx="31860" cy="3186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3" name="asset_3422_83">
              <a:extLst>
                <a:ext uri="{FF2B5EF4-FFF2-40B4-BE49-F238E27FC236}">
                  <a16:creationId xmlns:a16="http://schemas.microsoft.com/office/drawing/2014/main" id="{BAB91C6D-DEF3-947D-F491-016EFDE83DAD}"/>
                </a:ext>
              </a:extLst>
            </p:cNvPr>
            <p:cNvSpPr>
              <a:spLocks noGrp="1"/>
            </p:cNvSpPr>
            <p:nvPr/>
          </p:nvSpPr>
          <p:spPr>
            <a:xfrm>
              <a:off x="302560" y="4887077"/>
              <a:ext cx="10354" cy="60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4" name="asset_3422_84">
              <a:extLst>
                <a:ext uri="{FF2B5EF4-FFF2-40B4-BE49-F238E27FC236}">
                  <a16:creationId xmlns:a16="http://schemas.microsoft.com/office/drawing/2014/main" id="{FF158B71-E1A3-CD3B-5D23-8EA31DEE4AD5}"/>
                </a:ext>
              </a:extLst>
            </p:cNvPr>
            <p:cNvSpPr>
              <a:spLocks noGrp="1"/>
            </p:cNvSpPr>
            <p:nvPr/>
          </p:nvSpPr>
          <p:spPr>
            <a:xfrm>
              <a:off x="220856" y="4873218"/>
              <a:ext cx="35097" cy="3509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5" name="asset_3422_85">
              <a:extLst>
                <a:ext uri="{FF2B5EF4-FFF2-40B4-BE49-F238E27FC236}">
                  <a16:creationId xmlns:a16="http://schemas.microsoft.com/office/drawing/2014/main" id="{0DFCE3CB-9380-9080-62CE-E600E22BD765}"/>
                </a:ext>
              </a:extLst>
            </p:cNvPr>
            <p:cNvSpPr>
              <a:spLocks noGrp="1"/>
            </p:cNvSpPr>
            <p:nvPr/>
          </p:nvSpPr>
          <p:spPr>
            <a:xfrm>
              <a:off x="228402" y="4879887"/>
              <a:ext cx="11407" cy="66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6" name="asset_3422_86">
              <a:extLst>
                <a:ext uri="{FF2B5EF4-FFF2-40B4-BE49-F238E27FC236}">
                  <a16:creationId xmlns:a16="http://schemas.microsoft.com/office/drawing/2014/main" id="{5257BCC6-6B37-38B5-750A-B9FB1D37D4CF}"/>
                </a:ext>
              </a:extLst>
            </p:cNvPr>
            <p:cNvSpPr>
              <a:spLocks noGrp="1"/>
            </p:cNvSpPr>
            <p:nvPr/>
          </p:nvSpPr>
          <p:spPr>
            <a:xfrm>
              <a:off x="196153" y="4954990"/>
              <a:ext cx="38214" cy="3821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7" name="asset_3422_87">
              <a:extLst>
                <a:ext uri="{FF2B5EF4-FFF2-40B4-BE49-F238E27FC236}">
                  <a16:creationId xmlns:a16="http://schemas.microsoft.com/office/drawing/2014/main" id="{C9B4B7F3-7C3E-4BA4-BD2B-D0D02B4B9EFA}"/>
                </a:ext>
              </a:extLst>
            </p:cNvPr>
            <p:cNvSpPr>
              <a:spLocks noGrp="1"/>
            </p:cNvSpPr>
            <p:nvPr/>
          </p:nvSpPr>
          <p:spPr>
            <a:xfrm>
              <a:off x="204369" y="4962251"/>
              <a:ext cx="12420" cy="726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8" name="asset_3422_88">
              <a:extLst>
                <a:ext uri="{FF2B5EF4-FFF2-40B4-BE49-F238E27FC236}">
                  <a16:creationId xmlns:a16="http://schemas.microsoft.com/office/drawing/2014/main" id="{9C47EB2E-2202-16D6-FA41-E794D3D49ABC}"/>
                </a:ext>
              </a:extLst>
            </p:cNvPr>
            <p:cNvSpPr>
              <a:spLocks noGrp="1"/>
            </p:cNvSpPr>
            <p:nvPr/>
          </p:nvSpPr>
          <p:spPr>
            <a:xfrm>
              <a:off x="311634" y="4857039"/>
              <a:ext cx="32924" cy="329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9" name="asset_3422_89">
              <a:extLst>
                <a:ext uri="{FF2B5EF4-FFF2-40B4-BE49-F238E27FC236}">
                  <a16:creationId xmlns:a16="http://schemas.microsoft.com/office/drawing/2014/main" id="{3D7A6E9E-92C0-ED2C-9FAB-28497D2F2124}"/>
                </a:ext>
              </a:extLst>
            </p:cNvPr>
            <p:cNvSpPr>
              <a:spLocks noGrp="1"/>
            </p:cNvSpPr>
            <p:nvPr/>
          </p:nvSpPr>
          <p:spPr>
            <a:xfrm>
              <a:off x="318713" y="4863294"/>
              <a:ext cx="10700" cy="625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0" name="asset_3422_90">
              <a:extLst>
                <a:ext uri="{FF2B5EF4-FFF2-40B4-BE49-F238E27FC236}">
                  <a16:creationId xmlns:a16="http://schemas.microsoft.com/office/drawing/2014/main" id="{06F5C2D0-D556-FCF2-A437-9F7F71693FF5}"/>
                </a:ext>
              </a:extLst>
            </p:cNvPr>
            <p:cNvSpPr>
              <a:spLocks noGrp="1"/>
            </p:cNvSpPr>
            <p:nvPr/>
          </p:nvSpPr>
          <p:spPr>
            <a:xfrm>
              <a:off x="222322" y="4929964"/>
              <a:ext cx="42100" cy="4210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1" name="asset_3422_91">
              <a:extLst>
                <a:ext uri="{FF2B5EF4-FFF2-40B4-BE49-F238E27FC236}">
                  <a16:creationId xmlns:a16="http://schemas.microsoft.com/office/drawing/2014/main" id="{36C49975-94FE-2741-4CEA-A47ADC9B588E}"/>
                </a:ext>
              </a:extLst>
            </p:cNvPr>
            <p:cNvSpPr>
              <a:spLocks noGrp="1"/>
            </p:cNvSpPr>
            <p:nvPr/>
          </p:nvSpPr>
          <p:spPr>
            <a:xfrm>
              <a:off x="231373" y="4937963"/>
              <a:ext cx="13683" cy="799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2" name="asset_3422_92">
              <a:extLst>
                <a:ext uri="{FF2B5EF4-FFF2-40B4-BE49-F238E27FC236}">
                  <a16:creationId xmlns:a16="http://schemas.microsoft.com/office/drawing/2014/main" id="{08518CB7-5FC9-399E-7522-87750B3BD07E}"/>
                </a:ext>
              </a:extLst>
            </p:cNvPr>
            <p:cNvSpPr>
              <a:spLocks noGrp="1"/>
            </p:cNvSpPr>
            <p:nvPr/>
          </p:nvSpPr>
          <p:spPr>
            <a:xfrm>
              <a:off x="290257" y="4968623"/>
              <a:ext cx="44062" cy="440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3" name="asset_3422_93">
              <a:extLst>
                <a:ext uri="{FF2B5EF4-FFF2-40B4-BE49-F238E27FC236}">
                  <a16:creationId xmlns:a16="http://schemas.microsoft.com/office/drawing/2014/main" id="{9F7909F0-C743-5248-E9D0-3EAB7BED8322}"/>
                </a:ext>
              </a:extLst>
            </p:cNvPr>
            <p:cNvSpPr>
              <a:spLocks noGrp="1"/>
            </p:cNvSpPr>
            <p:nvPr/>
          </p:nvSpPr>
          <p:spPr>
            <a:xfrm>
              <a:off x="299730" y="4976995"/>
              <a:ext cx="14320" cy="837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4" name="asset_3422_94">
              <a:extLst>
                <a:ext uri="{FF2B5EF4-FFF2-40B4-BE49-F238E27FC236}">
                  <a16:creationId xmlns:a16="http://schemas.microsoft.com/office/drawing/2014/main" id="{CC657E90-9303-E3F4-A56D-D23BBA806602}"/>
                </a:ext>
              </a:extLst>
            </p:cNvPr>
            <p:cNvSpPr>
              <a:spLocks noGrp="1"/>
            </p:cNvSpPr>
            <p:nvPr/>
          </p:nvSpPr>
          <p:spPr>
            <a:xfrm>
              <a:off x="278874" y="4994845"/>
              <a:ext cx="47350" cy="4735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5" name="asset_3422_95">
              <a:extLst>
                <a:ext uri="{FF2B5EF4-FFF2-40B4-BE49-F238E27FC236}">
                  <a16:creationId xmlns:a16="http://schemas.microsoft.com/office/drawing/2014/main" id="{2EE0A96B-A2A7-ADF9-A755-732FC6BCD648}"/>
                </a:ext>
              </a:extLst>
            </p:cNvPr>
            <p:cNvSpPr>
              <a:spLocks noGrp="1"/>
            </p:cNvSpPr>
            <p:nvPr/>
          </p:nvSpPr>
          <p:spPr>
            <a:xfrm>
              <a:off x="289054" y="5003841"/>
              <a:ext cx="15389" cy="89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6" name="asset_3422_96">
              <a:extLst>
                <a:ext uri="{FF2B5EF4-FFF2-40B4-BE49-F238E27FC236}">
                  <a16:creationId xmlns:a16="http://schemas.microsoft.com/office/drawing/2014/main" id="{47FFD0DE-B302-69C4-5EAD-3F3D18DDE18A}"/>
                </a:ext>
              </a:extLst>
            </p:cNvPr>
            <p:cNvSpPr>
              <a:spLocks noGrp="1"/>
            </p:cNvSpPr>
            <p:nvPr/>
          </p:nvSpPr>
          <p:spPr>
            <a:xfrm>
              <a:off x="339177" y="4942783"/>
              <a:ext cx="35427" cy="3542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7" name="asset_3422_97">
              <a:extLst>
                <a:ext uri="{FF2B5EF4-FFF2-40B4-BE49-F238E27FC236}">
                  <a16:creationId xmlns:a16="http://schemas.microsoft.com/office/drawing/2014/main" id="{370AA74C-C27E-E32F-89A5-8D03D4E5EE05}"/>
                </a:ext>
              </a:extLst>
            </p:cNvPr>
            <p:cNvSpPr>
              <a:spLocks noGrp="1"/>
            </p:cNvSpPr>
            <p:nvPr/>
          </p:nvSpPr>
          <p:spPr>
            <a:xfrm>
              <a:off x="346794" y="4949514"/>
              <a:ext cx="11514" cy="673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8" name="asset_3422_98">
              <a:extLst>
                <a:ext uri="{FF2B5EF4-FFF2-40B4-BE49-F238E27FC236}">
                  <a16:creationId xmlns:a16="http://schemas.microsoft.com/office/drawing/2014/main" id="{B3EFF36E-0DA8-B002-B991-18C5DE41D9D0}"/>
                </a:ext>
              </a:extLst>
            </p:cNvPr>
            <p:cNvSpPr>
              <a:spLocks noGrp="1"/>
            </p:cNvSpPr>
            <p:nvPr/>
          </p:nvSpPr>
          <p:spPr>
            <a:xfrm>
              <a:off x="181300" y="4897328"/>
              <a:ext cx="39596" cy="3959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9" name="asset_3422_99">
              <a:extLst>
                <a:ext uri="{FF2B5EF4-FFF2-40B4-BE49-F238E27FC236}">
                  <a16:creationId xmlns:a16="http://schemas.microsoft.com/office/drawing/2014/main" id="{B1669691-1A41-509E-4F31-50992DB8107C}"/>
                </a:ext>
              </a:extLst>
            </p:cNvPr>
            <p:cNvSpPr>
              <a:spLocks noGrp="1"/>
            </p:cNvSpPr>
            <p:nvPr/>
          </p:nvSpPr>
          <p:spPr>
            <a:xfrm>
              <a:off x="189813" y="4904851"/>
              <a:ext cx="12869" cy="752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0" name="asset_3422_100">
              <a:extLst>
                <a:ext uri="{FF2B5EF4-FFF2-40B4-BE49-F238E27FC236}">
                  <a16:creationId xmlns:a16="http://schemas.microsoft.com/office/drawing/2014/main" id="{341090B1-00B5-3753-37FA-2A7644BEB276}"/>
                </a:ext>
              </a:extLst>
            </p:cNvPr>
            <p:cNvSpPr>
              <a:spLocks noGrp="1"/>
            </p:cNvSpPr>
            <p:nvPr/>
          </p:nvSpPr>
          <p:spPr>
            <a:xfrm>
              <a:off x="270474" y="4941710"/>
              <a:ext cx="45030" cy="4503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1" name="asset_3422_101">
              <a:extLst>
                <a:ext uri="{FF2B5EF4-FFF2-40B4-BE49-F238E27FC236}">
                  <a16:creationId xmlns:a16="http://schemas.microsoft.com/office/drawing/2014/main" id="{904C0278-BF26-562A-D2D8-9E8E1AB94294}"/>
                </a:ext>
              </a:extLst>
            </p:cNvPr>
            <p:cNvSpPr>
              <a:spLocks noGrp="1"/>
            </p:cNvSpPr>
            <p:nvPr/>
          </p:nvSpPr>
          <p:spPr>
            <a:xfrm>
              <a:off x="280155" y="4950266"/>
              <a:ext cx="14635" cy="855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2" name="asset_3422_102">
              <a:extLst>
                <a:ext uri="{FF2B5EF4-FFF2-40B4-BE49-F238E27FC236}">
                  <a16:creationId xmlns:a16="http://schemas.microsoft.com/office/drawing/2014/main" id="{A183616A-83E1-61E2-F17A-4558792A3353}"/>
                </a:ext>
              </a:extLst>
            </p:cNvPr>
            <p:cNvSpPr>
              <a:spLocks noGrp="1"/>
            </p:cNvSpPr>
            <p:nvPr/>
          </p:nvSpPr>
          <p:spPr>
            <a:xfrm>
              <a:off x="353860" y="4863561"/>
              <a:ext cx="45124" cy="451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3" name="asset_3422_103">
              <a:extLst>
                <a:ext uri="{FF2B5EF4-FFF2-40B4-BE49-F238E27FC236}">
                  <a16:creationId xmlns:a16="http://schemas.microsoft.com/office/drawing/2014/main" id="{B1757740-7328-68D5-C6BB-5029280D9C21}"/>
                </a:ext>
              </a:extLst>
            </p:cNvPr>
            <p:cNvSpPr>
              <a:spLocks noGrp="1"/>
            </p:cNvSpPr>
            <p:nvPr/>
          </p:nvSpPr>
          <p:spPr>
            <a:xfrm>
              <a:off x="363561" y="4872135"/>
              <a:ext cx="14665" cy="8574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4" name="asset_3422_104">
              <a:extLst>
                <a:ext uri="{FF2B5EF4-FFF2-40B4-BE49-F238E27FC236}">
                  <a16:creationId xmlns:a16="http://schemas.microsoft.com/office/drawing/2014/main" id="{17139438-B9D0-8999-40E9-519F976B3739}"/>
                </a:ext>
              </a:extLst>
            </p:cNvPr>
            <p:cNvSpPr>
              <a:spLocks noGrp="1"/>
            </p:cNvSpPr>
            <p:nvPr/>
          </p:nvSpPr>
          <p:spPr>
            <a:xfrm>
              <a:off x="292608" y="4856843"/>
              <a:ext cx="47953" cy="4795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5" name="asset_3422_105">
              <a:extLst>
                <a:ext uri="{FF2B5EF4-FFF2-40B4-BE49-F238E27FC236}">
                  <a16:creationId xmlns:a16="http://schemas.microsoft.com/office/drawing/2014/main" id="{66C56846-18F0-44B1-2DBF-73E579B41289}"/>
                </a:ext>
              </a:extLst>
            </p:cNvPr>
            <p:cNvSpPr>
              <a:spLocks noGrp="1"/>
            </p:cNvSpPr>
            <p:nvPr/>
          </p:nvSpPr>
          <p:spPr>
            <a:xfrm>
              <a:off x="302918" y="4865954"/>
              <a:ext cx="15585" cy="911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6" name="asset_3422_106">
              <a:extLst>
                <a:ext uri="{FF2B5EF4-FFF2-40B4-BE49-F238E27FC236}">
                  <a16:creationId xmlns:a16="http://schemas.microsoft.com/office/drawing/2014/main" id="{5251878A-2A30-6938-EAA1-58E9A2E07FD6}"/>
                </a:ext>
              </a:extLst>
            </p:cNvPr>
            <p:cNvSpPr>
              <a:spLocks noGrp="1"/>
            </p:cNvSpPr>
            <p:nvPr/>
          </p:nvSpPr>
          <p:spPr>
            <a:xfrm>
              <a:off x="325107" y="5005898"/>
              <a:ext cx="40713" cy="40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7" name="asset_3422_107">
              <a:extLst>
                <a:ext uri="{FF2B5EF4-FFF2-40B4-BE49-F238E27FC236}">
                  <a16:creationId xmlns:a16="http://schemas.microsoft.com/office/drawing/2014/main" id="{4121F3E1-15A7-EC84-2E47-67DCF58B138A}"/>
                </a:ext>
              </a:extLst>
            </p:cNvPr>
            <p:cNvSpPr>
              <a:spLocks noGrp="1"/>
            </p:cNvSpPr>
            <p:nvPr/>
          </p:nvSpPr>
          <p:spPr>
            <a:xfrm>
              <a:off x="333860" y="5013633"/>
              <a:ext cx="13232" cy="77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8" name="asset_3422_108">
              <a:extLst>
                <a:ext uri="{FF2B5EF4-FFF2-40B4-BE49-F238E27FC236}">
                  <a16:creationId xmlns:a16="http://schemas.microsoft.com/office/drawing/2014/main" id="{89E11EA1-FC3E-A9C5-FE82-C6BA831B80EB}"/>
                </a:ext>
              </a:extLst>
            </p:cNvPr>
            <p:cNvSpPr>
              <a:spLocks noGrp="1"/>
            </p:cNvSpPr>
            <p:nvPr/>
          </p:nvSpPr>
          <p:spPr>
            <a:xfrm>
              <a:off x="229166" y="5002250"/>
              <a:ext cx="49404" cy="494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9" name="asset_3422_109">
              <a:extLst>
                <a:ext uri="{FF2B5EF4-FFF2-40B4-BE49-F238E27FC236}">
                  <a16:creationId xmlns:a16="http://schemas.microsoft.com/office/drawing/2014/main" id="{72122DDE-B111-36DE-40F5-7227E1EB89EF}"/>
                </a:ext>
              </a:extLst>
            </p:cNvPr>
            <p:cNvSpPr>
              <a:spLocks noGrp="1"/>
            </p:cNvSpPr>
            <p:nvPr/>
          </p:nvSpPr>
          <p:spPr>
            <a:xfrm>
              <a:off x="239788" y="5011637"/>
              <a:ext cx="16056" cy="938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0" name="asset_3422_110">
              <a:extLst>
                <a:ext uri="{FF2B5EF4-FFF2-40B4-BE49-F238E27FC236}">
                  <a16:creationId xmlns:a16="http://schemas.microsoft.com/office/drawing/2014/main" id="{F10CC179-131C-8312-5089-1877AAC82D33}"/>
                </a:ext>
              </a:extLst>
            </p:cNvPr>
            <p:cNvSpPr>
              <a:spLocks noGrp="1"/>
            </p:cNvSpPr>
            <p:nvPr/>
          </p:nvSpPr>
          <p:spPr>
            <a:xfrm>
              <a:off x="310153" y="4825306"/>
              <a:ext cx="38398" cy="3839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1" name="asset_3422_111">
              <a:extLst>
                <a:ext uri="{FF2B5EF4-FFF2-40B4-BE49-F238E27FC236}">
                  <a16:creationId xmlns:a16="http://schemas.microsoft.com/office/drawing/2014/main" id="{CD66646E-7538-6968-F086-E41C8F4365A5}"/>
                </a:ext>
              </a:extLst>
            </p:cNvPr>
            <p:cNvSpPr>
              <a:spLocks noGrp="1"/>
            </p:cNvSpPr>
            <p:nvPr/>
          </p:nvSpPr>
          <p:spPr>
            <a:xfrm>
              <a:off x="318409" y="4832601"/>
              <a:ext cx="12479" cy="72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2" name="asset_3422_112">
              <a:extLst>
                <a:ext uri="{FF2B5EF4-FFF2-40B4-BE49-F238E27FC236}">
                  <a16:creationId xmlns:a16="http://schemas.microsoft.com/office/drawing/2014/main" id="{A0FF7DBA-C800-BE39-7C34-0D8FE4DFCEC8}"/>
                </a:ext>
              </a:extLst>
            </p:cNvPr>
            <p:cNvSpPr>
              <a:spLocks noGrp="1"/>
            </p:cNvSpPr>
            <p:nvPr/>
          </p:nvSpPr>
          <p:spPr>
            <a:xfrm>
              <a:off x="169875" y="4921315"/>
              <a:ext cx="31880" cy="3188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3" name="asset_3422_113">
              <a:extLst>
                <a:ext uri="{FF2B5EF4-FFF2-40B4-BE49-F238E27FC236}">
                  <a16:creationId xmlns:a16="http://schemas.microsoft.com/office/drawing/2014/main" id="{69EA3A95-C469-4FB7-A7A3-51BA1BA52674}"/>
                </a:ext>
              </a:extLst>
            </p:cNvPr>
            <p:cNvSpPr>
              <a:spLocks noGrp="1"/>
            </p:cNvSpPr>
            <p:nvPr/>
          </p:nvSpPr>
          <p:spPr>
            <a:xfrm>
              <a:off x="176729" y="4927373"/>
              <a:ext cx="10361" cy="60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4" name="asset_3422_114">
              <a:extLst>
                <a:ext uri="{FF2B5EF4-FFF2-40B4-BE49-F238E27FC236}">
                  <a16:creationId xmlns:a16="http://schemas.microsoft.com/office/drawing/2014/main" id="{B488EF24-D24B-0F80-9C97-41656C2E08D1}"/>
                </a:ext>
              </a:extLst>
            </p:cNvPr>
            <p:cNvSpPr>
              <a:spLocks noGrp="1"/>
            </p:cNvSpPr>
            <p:nvPr/>
          </p:nvSpPr>
          <p:spPr>
            <a:xfrm>
              <a:off x="337382" y="4943216"/>
              <a:ext cx="45411" cy="4541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5" name="asset_3422_115">
              <a:extLst>
                <a:ext uri="{FF2B5EF4-FFF2-40B4-BE49-F238E27FC236}">
                  <a16:creationId xmlns:a16="http://schemas.microsoft.com/office/drawing/2014/main" id="{1BB10544-2009-4D25-779F-2347CF5A0575}"/>
                </a:ext>
              </a:extLst>
            </p:cNvPr>
            <p:cNvSpPr>
              <a:spLocks noGrp="1"/>
            </p:cNvSpPr>
            <p:nvPr/>
          </p:nvSpPr>
          <p:spPr>
            <a:xfrm>
              <a:off x="347146" y="4951844"/>
              <a:ext cx="14759" cy="862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6" name="asset_3422_116">
              <a:extLst>
                <a:ext uri="{FF2B5EF4-FFF2-40B4-BE49-F238E27FC236}">
                  <a16:creationId xmlns:a16="http://schemas.microsoft.com/office/drawing/2014/main" id="{4ABC882C-9958-036D-219A-7B89CCE8022E}"/>
                </a:ext>
              </a:extLst>
            </p:cNvPr>
            <p:cNvSpPr>
              <a:spLocks noGrp="1"/>
            </p:cNvSpPr>
            <p:nvPr/>
          </p:nvSpPr>
          <p:spPr>
            <a:xfrm>
              <a:off x="286766" y="4989439"/>
              <a:ext cx="37293" cy="372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7" name="asset_3422_117">
              <a:extLst>
                <a:ext uri="{FF2B5EF4-FFF2-40B4-BE49-F238E27FC236}">
                  <a16:creationId xmlns:a16="http://schemas.microsoft.com/office/drawing/2014/main" id="{188AADE0-E8D9-1102-D383-90A9F03B0923}"/>
                </a:ext>
              </a:extLst>
            </p:cNvPr>
            <p:cNvSpPr>
              <a:spLocks noGrp="1"/>
            </p:cNvSpPr>
            <p:nvPr/>
          </p:nvSpPr>
          <p:spPr>
            <a:xfrm>
              <a:off x="294784" y="4996525"/>
              <a:ext cx="12120" cy="708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8" name="asset_3422_118">
              <a:extLst>
                <a:ext uri="{FF2B5EF4-FFF2-40B4-BE49-F238E27FC236}">
                  <a16:creationId xmlns:a16="http://schemas.microsoft.com/office/drawing/2014/main" id="{5BB24AEF-FD38-074D-FF60-74BD7A7752D4}"/>
                </a:ext>
              </a:extLst>
            </p:cNvPr>
            <p:cNvSpPr>
              <a:spLocks noGrp="1"/>
            </p:cNvSpPr>
            <p:nvPr/>
          </p:nvSpPr>
          <p:spPr>
            <a:xfrm>
              <a:off x="348022" y="4844260"/>
              <a:ext cx="48957" cy="4895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9" name="asset_3422_119">
              <a:extLst>
                <a:ext uri="{FF2B5EF4-FFF2-40B4-BE49-F238E27FC236}">
                  <a16:creationId xmlns:a16="http://schemas.microsoft.com/office/drawing/2014/main" id="{7B40CFA6-D75A-3539-4FC2-D7FA9720FB2C}"/>
                </a:ext>
              </a:extLst>
            </p:cNvPr>
            <p:cNvSpPr>
              <a:spLocks noGrp="1"/>
            </p:cNvSpPr>
            <p:nvPr/>
          </p:nvSpPr>
          <p:spPr>
            <a:xfrm>
              <a:off x="358547" y="4853562"/>
              <a:ext cx="15911" cy="930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40" name="asset_3422_120">
              <a:extLst>
                <a:ext uri="{FF2B5EF4-FFF2-40B4-BE49-F238E27FC236}">
                  <a16:creationId xmlns:a16="http://schemas.microsoft.com/office/drawing/2014/main" id="{1737C6D6-FE64-854E-7920-429B04C822E8}"/>
                </a:ext>
              </a:extLst>
            </p:cNvPr>
            <p:cNvSpPr>
              <a:spLocks noGrp="1"/>
            </p:cNvSpPr>
            <p:nvPr/>
          </p:nvSpPr>
          <p:spPr>
            <a:xfrm>
              <a:off x="214854" y="4846950"/>
              <a:ext cx="50307" cy="5030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41" name="asset_3422_121">
              <a:extLst>
                <a:ext uri="{FF2B5EF4-FFF2-40B4-BE49-F238E27FC236}">
                  <a16:creationId xmlns:a16="http://schemas.microsoft.com/office/drawing/2014/main" id="{A0D3BF6E-7FB5-E935-C1AD-9FCE1647343B}"/>
                </a:ext>
              </a:extLst>
            </p:cNvPr>
            <p:cNvSpPr>
              <a:spLocks noGrp="1"/>
            </p:cNvSpPr>
            <p:nvPr/>
          </p:nvSpPr>
          <p:spPr>
            <a:xfrm>
              <a:off x="225670" y="4856508"/>
              <a:ext cx="16350" cy="95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42" name="asset_3422_122">
              <a:extLst>
                <a:ext uri="{FF2B5EF4-FFF2-40B4-BE49-F238E27FC236}">
                  <a16:creationId xmlns:a16="http://schemas.microsoft.com/office/drawing/2014/main" id="{9D54F9EC-B99D-0823-576F-7840F5063CF8}"/>
                </a:ext>
              </a:extLst>
            </p:cNvPr>
            <p:cNvSpPr>
              <a:spLocks noGrp="1"/>
            </p:cNvSpPr>
            <p:nvPr/>
          </p:nvSpPr>
          <p:spPr>
            <a:xfrm>
              <a:off x="238599" y="5005575"/>
              <a:ext cx="36118" cy="361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43" name="asset_3422_123">
              <a:extLst>
                <a:ext uri="{FF2B5EF4-FFF2-40B4-BE49-F238E27FC236}">
                  <a16:creationId xmlns:a16="http://schemas.microsoft.com/office/drawing/2014/main" id="{A964C3FE-D6E0-043B-1863-C1FB6ED3833F}"/>
                </a:ext>
              </a:extLst>
            </p:cNvPr>
            <p:cNvSpPr>
              <a:spLocks noGrp="1"/>
            </p:cNvSpPr>
            <p:nvPr/>
          </p:nvSpPr>
          <p:spPr>
            <a:xfrm>
              <a:off x="246364" y="5012438"/>
              <a:ext cx="11738" cy="686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</p:grpSp>
      <p:pic>
        <p:nvPicPr>
          <p:cNvPr id="1444" name="a | 50D atom feature bar" descr="bar.png">
            <a:extLst>
              <a:ext uri="{FF2B5EF4-FFF2-40B4-BE49-F238E27FC236}">
                <a16:creationId xmlns:a16="http://schemas.microsoft.com/office/drawing/2014/main" id="{314C068A-4F2C-BCB3-7662-1A20D5E7397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84247" y="3501830"/>
            <a:ext cx="204607" cy="54091"/>
          </a:xfrm>
          <a:prstGeom prst="rect">
            <a:avLst/>
          </a:prstGeom>
        </p:spPr>
      </p:pic>
      <p:sp>
        <p:nvSpPr>
          <p:cNvPr id="1445" name="b | panel background">
            <a:extLst>
              <a:ext uri="{FF2B5EF4-FFF2-40B4-BE49-F238E27FC236}">
                <a16:creationId xmlns:a16="http://schemas.microsoft.com/office/drawing/2014/main" id="{02BF5837-B54E-E4C2-2130-483E762B554F}"/>
              </a:ext>
            </a:extLst>
          </p:cNvPr>
          <p:cNvSpPr>
            <a:spLocks noGrp="1"/>
          </p:cNvSpPr>
          <p:nvPr/>
        </p:nvSpPr>
        <p:spPr>
          <a:xfrm>
            <a:off x="2111300" y="56569"/>
            <a:ext cx="2963267" cy="1599224"/>
          </a:xfrm>
          <a:prstGeom prst="roundRect">
            <a:avLst>
              <a:gd name="adj" fmla="val 1737"/>
            </a:avLst>
          </a:prstGeom>
          <a:solidFill>
            <a:srgbClr val="F4F8FC"/>
          </a:solidFill>
          <a:ln w="5174">
            <a:solidFill>
              <a:srgbClr val="BCD3E4"/>
            </a:solidFill>
            <a:prstDash val="solid"/>
          </a:ln>
        </p:spPr>
        <p:txBody>
          <a:bodyPr/>
          <a:lstStyle/>
          <a:p>
            <a:endParaRPr lang="zh-CN" altLang="en-US" sz="1289" dirty="0"/>
          </a:p>
        </p:txBody>
      </p:sp>
      <p:pic>
        <p:nvPicPr>
          <p:cNvPr id="1446" name="图片 12">
            <a:extLst>
              <a:ext uri="{FF2B5EF4-FFF2-40B4-BE49-F238E27FC236}">
                <a16:creationId xmlns:a16="http://schemas.microsoft.com/office/drawing/2014/main" id="{2F7DA45D-AE9E-3B07-4724-68D6D69C2ED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2923374" y="526649"/>
            <a:ext cx="1398292" cy="274055"/>
          </a:xfrm>
          <a:prstGeom prst="rect">
            <a:avLst/>
          </a:prstGeom>
        </p:spPr>
      </p:pic>
      <p:sp>
        <p:nvSpPr>
          <p:cNvPr id="1447" name="b | panel label">
            <a:extLst>
              <a:ext uri="{FF2B5EF4-FFF2-40B4-BE49-F238E27FC236}">
                <a16:creationId xmlns:a16="http://schemas.microsoft.com/office/drawing/2014/main" id="{11E5D961-222A-6581-566E-DF20C6614C66}"/>
              </a:ext>
            </a:extLst>
          </p:cNvPr>
          <p:cNvSpPr>
            <a:spLocks noGrp="1"/>
          </p:cNvSpPr>
          <p:nvPr/>
        </p:nvSpPr>
        <p:spPr>
          <a:xfrm>
            <a:off x="2151536" y="66886"/>
            <a:ext cx="88898" cy="1111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8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700" b="1" dirty="0">
                <a:solidFill>
                  <a:srgbClr val="1930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448" name="b | title">
            <a:extLst>
              <a:ext uri="{FF2B5EF4-FFF2-40B4-BE49-F238E27FC236}">
                <a16:creationId xmlns:a16="http://schemas.microsoft.com/office/drawing/2014/main" id="{1A0FB519-4490-A7C0-E4F7-E6765B554A8D}"/>
              </a:ext>
            </a:extLst>
          </p:cNvPr>
          <p:cNvSpPr>
            <a:spLocks noGrp="1"/>
          </p:cNvSpPr>
          <p:nvPr/>
        </p:nvSpPr>
        <p:spPr>
          <a:xfrm>
            <a:off x="2257102" y="68905"/>
            <a:ext cx="2148369" cy="1018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6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627" b="1" dirty="0">
                <a:solidFill>
                  <a:srgbClr val="193044"/>
                </a:solidFill>
                <a:latin typeface="Arial"/>
                <a:ea typeface="Arial"/>
                <a:cs typeface="Arial"/>
              </a:rPr>
              <a:t>Find: locate ligand regions</a:t>
            </a:r>
          </a:p>
        </p:txBody>
      </p:sp>
      <p:sp>
        <p:nvSpPr>
          <p:cNvPr id="1449" name="b | density input frame">
            <a:extLst>
              <a:ext uri="{FF2B5EF4-FFF2-40B4-BE49-F238E27FC236}">
                <a16:creationId xmlns:a16="http://schemas.microsoft.com/office/drawing/2014/main" id="{7F3C1719-57FD-D4DE-E2C0-80F67E525277}"/>
              </a:ext>
            </a:extLst>
          </p:cNvPr>
          <p:cNvSpPr>
            <a:spLocks noGrp="1"/>
          </p:cNvSpPr>
          <p:nvPr/>
        </p:nvSpPr>
        <p:spPr>
          <a:xfrm>
            <a:off x="2155240" y="306126"/>
            <a:ext cx="416709" cy="453735"/>
          </a:xfrm>
          <a:prstGeom prst="roundRect">
            <a:avLst>
              <a:gd name="adj" fmla="val 3556"/>
            </a:avLst>
          </a:prstGeom>
          <a:noFill/>
          <a:ln w="4010">
            <a:solidFill>
              <a:srgbClr val="B9D1E7"/>
            </a:solidFill>
            <a:prstDash val="solid"/>
          </a:ln>
        </p:spPr>
      </p:sp>
      <p:sp>
        <p:nvSpPr>
          <p:cNvPr id="1450" name="b | receptor input frame">
            <a:extLst>
              <a:ext uri="{FF2B5EF4-FFF2-40B4-BE49-F238E27FC236}">
                <a16:creationId xmlns:a16="http://schemas.microsoft.com/office/drawing/2014/main" id="{FE17CE43-2BDC-2758-133A-0C5952E473E2}"/>
              </a:ext>
            </a:extLst>
          </p:cNvPr>
          <p:cNvSpPr>
            <a:spLocks noGrp="1"/>
          </p:cNvSpPr>
          <p:nvPr/>
        </p:nvSpPr>
        <p:spPr>
          <a:xfrm>
            <a:off x="2155240" y="846648"/>
            <a:ext cx="416709" cy="329652"/>
          </a:xfrm>
          <a:prstGeom prst="roundRect">
            <a:avLst>
              <a:gd name="adj" fmla="val 4494"/>
            </a:avLst>
          </a:prstGeom>
          <a:noFill/>
          <a:ln w="4010">
            <a:solidFill>
              <a:srgbClr val="C8BEDB"/>
            </a:solidFill>
            <a:prstDash val="solid"/>
          </a:ln>
        </p:spPr>
      </p:sp>
      <p:sp>
        <p:nvSpPr>
          <p:cNvPr id="1451" name="b | pseudo input frame">
            <a:extLst>
              <a:ext uri="{FF2B5EF4-FFF2-40B4-BE49-F238E27FC236}">
                <a16:creationId xmlns:a16="http://schemas.microsoft.com/office/drawing/2014/main" id="{11F363B5-679E-A2C5-22C5-75C61774C768}"/>
              </a:ext>
            </a:extLst>
          </p:cNvPr>
          <p:cNvSpPr>
            <a:spLocks noGrp="1"/>
          </p:cNvSpPr>
          <p:nvPr/>
        </p:nvSpPr>
        <p:spPr>
          <a:xfrm>
            <a:off x="2155240" y="1236000"/>
            <a:ext cx="416709" cy="329652"/>
          </a:xfrm>
          <a:prstGeom prst="roundRect">
            <a:avLst>
              <a:gd name="adj" fmla="val 6202"/>
            </a:avLst>
          </a:prstGeom>
          <a:noFill/>
          <a:ln w="4010">
            <a:solidFill>
              <a:srgbClr val="DEC6A0"/>
            </a:solidFill>
            <a:prstDash val="solid"/>
          </a:ln>
        </p:spPr>
      </p:sp>
      <p:sp>
        <p:nvSpPr>
          <p:cNvPr id="1452" name="b | ligand probability frame">
            <a:extLst>
              <a:ext uri="{FF2B5EF4-FFF2-40B4-BE49-F238E27FC236}">
                <a16:creationId xmlns:a16="http://schemas.microsoft.com/office/drawing/2014/main" id="{B61AB487-C051-D435-090E-1CA0411E47DB}"/>
              </a:ext>
            </a:extLst>
          </p:cNvPr>
          <p:cNvSpPr>
            <a:spLocks noGrp="1"/>
          </p:cNvSpPr>
          <p:nvPr/>
        </p:nvSpPr>
        <p:spPr>
          <a:xfrm>
            <a:off x="4423992" y="302422"/>
            <a:ext cx="601914" cy="459291"/>
          </a:xfrm>
          <a:prstGeom prst="roundRect">
            <a:avLst>
              <a:gd name="adj" fmla="val 3226"/>
            </a:avLst>
          </a:prstGeom>
          <a:noFill/>
          <a:ln w="4398">
            <a:solidFill>
              <a:srgbClr val="AFC9DF"/>
            </a:solidFill>
            <a:prstDash val="solid"/>
          </a:ln>
        </p:spPr>
      </p:sp>
      <p:sp>
        <p:nvSpPr>
          <p:cNvPr id="1453" name="b | cues frame">
            <a:extLst>
              <a:ext uri="{FF2B5EF4-FFF2-40B4-BE49-F238E27FC236}">
                <a16:creationId xmlns:a16="http://schemas.microsoft.com/office/drawing/2014/main" id="{B0EA5805-BAD3-1160-7239-471F7FD99AB9}"/>
              </a:ext>
            </a:extLst>
          </p:cNvPr>
          <p:cNvSpPr>
            <a:spLocks noGrp="1"/>
          </p:cNvSpPr>
          <p:nvPr/>
        </p:nvSpPr>
        <p:spPr>
          <a:xfrm>
            <a:off x="4423992" y="802457"/>
            <a:ext cx="601914" cy="303725"/>
          </a:xfrm>
          <a:prstGeom prst="roundRect">
            <a:avLst>
              <a:gd name="adj" fmla="val 4878"/>
            </a:avLst>
          </a:prstGeom>
          <a:noFill/>
          <a:ln w="4139">
            <a:solidFill>
              <a:srgbClr val="AFC9DF"/>
            </a:solidFill>
            <a:prstDash val="dash"/>
          </a:ln>
        </p:spPr>
      </p:sp>
      <p:sp>
        <p:nvSpPr>
          <p:cNvPr id="1454" name="b | atom probability frame">
            <a:extLst>
              <a:ext uri="{FF2B5EF4-FFF2-40B4-BE49-F238E27FC236}">
                <a16:creationId xmlns:a16="http://schemas.microsoft.com/office/drawing/2014/main" id="{F56E138D-2892-2908-5907-D8185F1E0079}"/>
              </a:ext>
            </a:extLst>
          </p:cNvPr>
          <p:cNvSpPr>
            <a:spLocks noGrp="1"/>
          </p:cNvSpPr>
          <p:nvPr/>
        </p:nvSpPr>
        <p:spPr>
          <a:xfrm>
            <a:off x="4423992" y="1146925"/>
            <a:ext cx="601914" cy="412992"/>
          </a:xfrm>
          <a:prstGeom prst="roundRect">
            <a:avLst>
              <a:gd name="adj" fmla="val 3587"/>
            </a:avLst>
          </a:prstGeom>
          <a:noFill/>
          <a:ln w="4398">
            <a:solidFill>
              <a:srgbClr val="C2B8D4"/>
            </a:solidFill>
            <a:prstDash val="solid"/>
          </a:ln>
        </p:spPr>
      </p:sp>
      <p:sp>
        <p:nvSpPr>
          <p:cNvPr id="1455" name="b | point pathway frame">
            <a:extLst>
              <a:ext uri="{FF2B5EF4-FFF2-40B4-BE49-F238E27FC236}">
                <a16:creationId xmlns:a16="http://schemas.microsoft.com/office/drawing/2014/main" id="{3264C251-F6FC-248A-E5E8-F7A4D926DF64}"/>
              </a:ext>
            </a:extLst>
          </p:cNvPr>
          <p:cNvSpPr>
            <a:spLocks noGrp="1"/>
          </p:cNvSpPr>
          <p:nvPr/>
        </p:nvSpPr>
        <p:spPr>
          <a:xfrm>
            <a:off x="2896056" y="1112667"/>
            <a:ext cx="1474225" cy="465769"/>
          </a:xfrm>
          <a:prstGeom prst="roundRect">
            <a:avLst>
              <a:gd name="adj" fmla="val 4202"/>
            </a:avLst>
          </a:prstGeom>
          <a:solidFill>
            <a:srgbClr val="F7F6FC"/>
          </a:solidFill>
          <a:ln w="4398">
            <a:solidFill>
              <a:srgbClr val="C6BCDA"/>
            </a:solidFill>
            <a:prstDash val="solid"/>
          </a:ln>
        </p:spPr>
      </p:sp>
      <p:sp>
        <p:nvSpPr>
          <p:cNvPr id="1456" name="Density bank">
            <a:extLst>
              <a:ext uri="{FF2B5EF4-FFF2-40B4-BE49-F238E27FC236}">
                <a16:creationId xmlns:a16="http://schemas.microsoft.com/office/drawing/2014/main" id="{A63D619D-FEAE-DAF5-B9B2-B34000771536}"/>
              </a:ext>
            </a:extLst>
          </p:cNvPr>
          <p:cNvSpPr>
            <a:spLocks noGrp="1"/>
          </p:cNvSpPr>
          <p:nvPr/>
        </p:nvSpPr>
        <p:spPr>
          <a:xfrm>
            <a:off x="2181169" y="320942"/>
            <a:ext cx="368557" cy="740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611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37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Density bank</a:t>
            </a:r>
          </a:p>
        </p:txBody>
      </p:sp>
      <p:grpSp>
        <p:nvGrpSpPr>
          <p:cNvPr id="1457" name="b | 56-channel density input cube | v4 editable"/>
          <p:cNvGrpSpPr/>
          <p:nvPr/>
        </p:nvGrpSpPr>
        <p:grpSpPr>
          <a:xfrm>
            <a:off x="2190000" y="428621"/>
            <a:ext cx="342000" cy="280759"/>
            <a:chOff x="1166040" y="530640"/>
            <a:chExt cx="440280" cy="361440"/>
          </a:xfrm>
        </p:grpSpPr>
        <p:sp>
          <p:nvSpPr>
            <p:cNvPr id="1458" name="asset_1581_0">
              <a:extLst>
                <a:ext uri="{FF2B5EF4-FFF2-40B4-BE49-F238E27FC236}">
                  <a16:creationId xmlns:a16="http://schemas.microsoft.com/office/drawing/2014/main" id="{3205C013-9DEC-48D4-B03E-BF08D4423450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30640"/>
              <a:ext cx="440280" cy="61445"/>
            </a:xfrm>
            <a:custGeom>
              <a:avLst/>
              <a:gdLst/>
              <a:ahLst/>
              <a:cxnLst/>
              <a:rect l="0" t="0" r="0" b="0"/>
              <a:pathLst>
                <a:path w="440280" h="61445">
                  <a:moveTo>
                    <a:pt x="0" y="61445"/>
                  </a:moveTo>
                  <a:lnTo>
                    <a:pt x="83653" y="0"/>
                  </a:lnTo>
                  <a:lnTo>
                    <a:pt x="440280" y="0"/>
                  </a:lnTo>
                  <a:lnTo>
                    <a:pt x="356627" y="61445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782">
              <a:solidFill>
                <a:srgbClr val="87ADD3"/>
              </a:solidFill>
            </a:ln>
          </p:spPr>
        </p:sp>
        <p:sp>
          <p:nvSpPr>
            <p:cNvPr id="1459" name="asset_1581_1">
              <a:extLst>
                <a:ext uri="{FF2B5EF4-FFF2-40B4-BE49-F238E27FC236}">
                  <a16:creationId xmlns:a16="http://schemas.microsoft.com/office/drawing/2014/main" id="{4EA5EB99-0F7C-4A7C-86F0-02C0F10C5825}"/>
                </a:ext>
              </a:extLst>
            </p:cNvPr>
            <p:cNvSpPr>
              <a:spLocks noGrp="1"/>
            </p:cNvSpPr>
            <p:nvPr/>
          </p:nvSpPr>
          <p:spPr>
            <a:xfrm>
              <a:off x="1522667" y="530640"/>
              <a:ext cx="83653" cy="361440"/>
            </a:xfrm>
            <a:custGeom>
              <a:avLst/>
              <a:gdLst/>
              <a:ahLst/>
              <a:cxnLst/>
              <a:rect l="0" t="0" r="0" b="0"/>
              <a:pathLst>
                <a:path w="83653" h="361440">
                  <a:moveTo>
                    <a:pt x="0" y="61445"/>
                  </a:moveTo>
                  <a:lnTo>
                    <a:pt x="83653" y="0"/>
                  </a:lnTo>
                  <a:lnTo>
                    <a:pt x="83653" y="299995"/>
                  </a:lnTo>
                  <a:lnTo>
                    <a:pt x="0" y="36144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782">
              <a:solidFill>
                <a:srgbClr val="87ADD3"/>
              </a:solidFill>
            </a:ln>
          </p:spPr>
        </p:sp>
        <p:sp>
          <p:nvSpPr>
            <p:cNvPr id="1460" name="asset_1581_2">
              <a:extLst>
                <a:ext uri="{FF2B5EF4-FFF2-40B4-BE49-F238E27FC236}">
                  <a16:creationId xmlns:a16="http://schemas.microsoft.com/office/drawing/2014/main" id="{C83C781F-4163-4F45-A576-FF381D6B7124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92085"/>
              <a:ext cx="356627" cy="299995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782">
              <a:solidFill>
                <a:srgbClr val="87ADD3"/>
              </a:solidFill>
            </a:ln>
          </p:spPr>
        </p:sp>
        <p:sp>
          <p:nvSpPr>
            <p:cNvPr id="1461" name="asset_1581_3">
              <a:extLst>
                <a:ext uri="{FF2B5EF4-FFF2-40B4-BE49-F238E27FC236}">
                  <a16:creationId xmlns:a16="http://schemas.microsoft.com/office/drawing/2014/main" id="{4814FF20-AF82-4EF2-9BB9-2297FCECF2A5}"/>
                </a:ext>
              </a:extLst>
            </p:cNvPr>
            <p:cNvSpPr>
              <a:spLocks noGrp="1"/>
            </p:cNvSpPr>
            <p:nvPr/>
          </p:nvSpPr>
          <p:spPr>
            <a:xfrm>
              <a:off x="1255197" y="592085"/>
              <a:ext cx="4" cy="299995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2" name="asset_1581_4">
              <a:extLst>
                <a:ext uri="{FF2B5EF4-FFF2-40B4-BE49-F238E27FC236}">
                  <a16:creationId xmlns:a16="http://schemas.microsoft.com/office/drawing/2014/main" id="{C8D2FDE4-E7E6-4930-A42E-B2B020E5E6FE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667084"/>
              <a:ext cx="356627" cy="4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3" name="asset_1581_5">
              <a:extLst>
                <a:ext uri="{FF2B5EF4-FFF2-40B4-BE49-F238E27FC236}">
                  <a16:creationId xmlns:a16="http://schemas.microsoft.com/office/drawing/2014/main" id="{815570DD-5E1B-4A48-A88B-AB9342DB5FB9}"/>
                </a:ext>
              </a:extLst>
            </p:cNvPr>
            <p:cNvSpPr>
              <a:spLocks noGrp="1"/>
            </p:cNvSpPr>
            <p:nvPr/>
          </p:nvSpPr>
          <p:spPr>
            <a:xfrm>
              <a:off x="1344353" y="592085"/>
              <a:ext cx="4" cy="299995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4" name="asset_1581_6">
              <a:extLst>
                <a:ext uri="{FF2B5EF4-FFF2-40B4-BE49-F238E27FC236}">
                  <a16:creationId xmlns:a16="http://schemas.microsoft.com/office/drawing/2014/main" id="{C23B0A45-5F83-4490-8AE3-9C0F30E2FB98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742082"/>
              <a:ext cx="356627" cy="4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5" name="asset_1581_7">
              <a:extLst>
                <a:ext uri="{FF2B5EF4-FFF2-40B4-BE49-F238E27FC236}">
                  <a16:creationId xmlns:a16="http://schemas.microsoft.com/office/drawing/2014/main" id="{54E6855F-E094-4217-B1D4-A57893976318}"/>
                </a:ext>
              </a:extLst>
            </p:cNvPr>
            <p:cNvSpPr>
              <a:spLocks noGrp="1"/>
            </p:cNvSpPr>
            <p:nvPr/>
          </p:nvSpPr>
          <p:spPr>
            <a:xfrm>
              <a:off x="1433510" y="592085"/>
              <a:ext cx="4" cy="299995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6" name="asset_1581_8">
              <a:extLst>
                <a:ext uri="{FF2B5EF4-FFF2-40B4-BE49-F238E27FC236}">
                  <a16:creationId xmlns:a16="http://schemas.microsoft.com/office/drawing/2014/main" id="{CC675C05-33DA-4598-BE5F-E5E4CE603F60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817081"/>
              <a:ext cx="356627" cy="4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7" name="asset_1581_9">
              <a:extLst>
                <a:ext uri="{FF2B5EF4-FFF2-40B4-BE49-F238E27FC236}">
                  <a16:creationId xmlns:a16="http://schemas.microsoft.com/office/drawing/2014/main" id="{AE9F7C31-36A5-472F-8764-7B217BC69915}"/>
                </a:ext>
              </a:extLst>
            </p:cNvPr>
            <p:cNvSpPr>
              <a:spLocks noGrp="1"/>
            </p:cNvSpPr>
            <p:nvPr/>
          </p:nvSpPr>
          <p:spPr>
            <a:xfrm>
              <a:off x="1197601" y="632784"/>
              <a:ext cx="166045" cy="13823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68" name="asset_1581_10">
              <a:extLst>
                <a:ext uri="{FF2B5EF4-FFF2-40B4-BE49-F238E27FC236}">
                  <a16:creationId xmlns:a16="http://schemas.microsoft.com/office/drawing/2014/main" id="{B2B81824-5500-4EDD-B86C-BFD330C7B44E}"/>
                </a:ext>
              </a:extLst>
            </p:cNvPr>
            <p:cNvSpPr>
              <a:spLocks noGrp="1"/>
            </p:cNvSpPr>
            <p:nvPr/>
          </p:nvSpPr>
          <p:spPr>
            <a:xfrm>
              <a:off x="1273706" y="673104"/>
              <a:ext cx="179883" cy="14975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69" name="asset_1581_11">
              <a:extLst>
                <a:ext uri="{FF2B5EF4-FFF2-40B4-BE49-F238E27FC236}">
                  <a16:creationId xmlns:a16="http://schemas.microsoft.com/office/drawing/2014/main" id="{1D48FAA2-8A1A-4C33-B539-827801F7314D}"/>
                </a:ext>
              </a:extLst>
            </p:cNvPr>
            <p:cNvSpPr>
              <a:spLocks noGrp="1"/>
            </p:cNvSpPr>
            <p:nvPr/>
          </p:nvSpPr>
          <p:spPr>
            <a:xfrm>
              <a:off x="1339432" y="598225"/>
              <a:ext cx="159127" cy="13247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0" name="asset_1581_12">
              <a:extLst>
                <a:ext uri="{FF2B5EF4-FFF2-40B4-BE49-F238E27FC236}">
                  <a16:creationId xmlns:a16="http://schemas.microsoft.com/office/drawing/2014/main" id="{660B5A44-38E9-4890-BCD6-36653AEE837A}"/>
                </a:ext>
              </a:extLst>
            </p:cNvPr>
            <p:cNvSpPr>
              <a:spLocks noGrp="1"/>
            </p:cNvSpPr>
            <p:nvPr/>
          </p:nvSpPr>
          <p:spPr>
            <a:xfrm>
              <a:off x="1266787" y="578065"/>
              <a:ext cx="152208" cy="12671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1" name="asset_1581_13">
              <a:extLst>
                <a:ext uri="{FF2B5EF4-FFF2-40B4-BE49-F238E27FC236}">
                  <a16:creationId xmlns:a16="http://schemas.microsoft.com/office/drawing/2014/main" id="{A54C3BC1-A76A-42BF-A775-045933A231E0}"/>
                </a:ext>
              </a:extLst>
            </p:cNvPr>
            <p:cNvSpPr>
              <a:spLocks noGrp="1"/>
            </p:cNvSpPr>
            <p:nvPr/>
          </p:nvSpPr>
          <p:spPr>
            <a:xfrm>
              <a:off x="1267782" y="628001"/>
              <a:ext cx="89810" cy="7476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2" name="asset_1581_14">
              <a:extLst>
                <a:ext uri="{FF2B5EF4-FFF2-40B4-BE49-F238E27FC236}">
                  <a16:creationId xmlns:a16="http://schemas.microsoft.com/office/drawing/2014/main" id="{944F3B14-0DD0-4984-A86E-55658AF6431E}"/>
                </a:ext>
              </a:extLst>
            </p:cNvPr>
            <p:cNvSpPr>
              <a:spLocks noGrp="1"/>
            </p:cNvSpPr>
            <p:nvPr/>
          </p:nvSpPr>
          <p:spPr>
            <a:xfrm>
              <a:off x="1308490" y="708756"/>
              <a:ext cx="85440" cy="711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3" name="asset_1581_15">
              <a:extLst>
                <a:ext uri="{FF2B5EF4-FFF2-40B4-BE49-F238E27FC236}">
                  <a16:creationId xmlns:a16="http://schemas.microsoft.com/office/drawing/2014/main" id="{1C484209-71E8-4F3C-BCB5-E545D61C95A7}"/>
                </a:ext>
              </a:extLst>
            </p:cNvPr>
            <p:cNvSpPr>
              <a:spLocks noGrp="1"/>
            </p:cNvSpPr>
            <p:nvPr/>
          </p:nvSpPr>
          <p:spPr>
            <a:xfrm>
              <a:off x="1329273" y="646628"/>
              <a:ext cx="68879" cy="573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4" name="asset_1581_16">
              <a:extLst>
                <a:ext uri="{FF2B5EF4-FFF2-40B4-BE49-F238E27FC236}">
                  <a16:creationId xmlns:a16="http://schemas.microsoft.com/office/drawing/2014/main" id="{EE253FFA-FAA9-4637-9B05-9F975F05475E}"/>
                </a:ext>
              </a:extLst>
            </p:cNvPr>
            <p:cNvSpPr>
              <a:spLocks noGrp="1"/>
            </p:cNvSpPr>
            <p:nvPr/>
          </p:nvSpPr>
          <p:spPr>
            <a:xfrm>
              <a:off x="1303611" y="590001"/>
              <a:ext cx="89020" cy="741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5" name="asset_1581_17">
              <a:extLst>
                <a:ext uri="{FF2B5EF4-FFF2-40B4-BE49-F238E27FC236}">
                  <a16:creationId xmlns:a16="http://schemas.microsoft.com/office/drawing/2014/main" id="{E9F94C94-F491-4F79-AFFE-AFE6DB01D3E0}"/>
                </a:ext>
              </a:extLst>
            </p:cNvPr>
            <p:cNvSpPr>
              <a:spLocks noGrp="1"/>
            </p:cNvSpPr>
            <p:nvPr/>
          </p:nvSpPr>
          <p:spPr>
            <a:xfrm>
              <a:off x="1254986" y="668492"/>
              <a:ext cx="87304" cy="726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6" name="asset_1581_18">
              <a:extLst>
                <a:ext uri="{FF2B5EF4-FFF2-40B4-BE49-F238E27FC236}">
                  <a16:creationId xmlns:a16="http://schemas.microsoft.com/office/drawing/2014/main" id="{CF287EE7-CBD1-419B-B412-5114F8EE522C}"/>
                </a:ext>
              </a:extLst>
            </p:cNvPr>
            <p:cNvSpPr>
              <a:spLocks noGrp="1"/>
            </p:cNvSpPr>
            <p:nvPr/>
          </p:nvSpPr>
          <p:spPr>
            <a:xfrm>
              <a:off x="1366193" y="686325"/>
              <a:ext cx="64869" cy="540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7" name="asset_1581_19">
              <a:extLst>
                <a:ext uri="{FF2B5EF4-FFF2-40B4-BE49-F238E27FC236}">
                  <a16:creationId xmlns:a16="http://schemas.microsoft.com/office/drawing/2014/main" id="{3934C044-1AEB-40CD-8435-76A96DC8F529}"/>
                </a:ext>
              </a:extLst>
            </p:cNvPr>
            <p:cNvSpPr>
              <a:spLocks noGrp="1"/>
            </p:cNvSpPr>
            <p:nvPr/>
          </p:nvSpPr>
          <p:spPr>
            <a:xfrm>
              <a:off x="1403693" y="656125"/>
              <a:ext cx="79255" cy="659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8" name="asset_1581_20">
              <a:extLst>
                <a:ext uri="{FF2B5EF4-FFF2-40B4-BE49-F238E27FC236}">
                  <a16:creationId xmlns:a16="http://schemas.microsoft.com/office/drawing/2014/main" id="{B947AA40-95EB-4B42-8E17-68B5000BEFD0}"/>
                </a:ext>
              </a:extLst>
            </p:cNvPr>
            <p:cNvSpPr>
              <a:spLocks noGrp="1"/>
            </p:cNvSpPr>
            <p:nvPr/>
          </p:nvSpPr>
          <p:spPr>
            <a:xfrm>
              <a:off x="1354563" y="601883"/>
              <a:ext cx="65444" cy="544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9" name="asset_1581_21">
              <a:extLst>
                <a:ext uri="{FF2B5EF4-FFF2-40B4-BE49-F238E27FC236}">
                  <a16:creationId xmlns:a16="http://schemas.microsoft.com/office/drawing/2014/main" id="{88DA60A4-9D2E-45B3-91D3-4CCAC622D763}"/>
                </a:ext>
              </a:extLst>
            </p:cNvPr>
            <p:cNvSpPr>
              <a:spLocks noGrp="1"/>
            </p:cNvSpPr>
            <p:nvPr/>
          </p:nvSpPr>
          <p:spPr>
            <a:xfrm>
              <a:off x="1195102" y="652037"/>
              <a:ext cx="77351" cy="643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0" name="asset_1581_22">
              <a:extLst>
                <a:ext uri="{FF2B5EF4-FFF2-40B4-BE49-F238E27FC236}">
                  <a16:creationId xmlns:a16="http://schemas.microsoft.com/office/drawing/2014/main" id="{07A18488-8880-4572-A74B-89AE9F6756E0}"/>
                </a:ext>
              </a:extLst>
            </p:cNvPr>
            <p:cNvSpPr>
              <a:spLocks noGrp="1"/>
            </p:cNvSpPr>
            <p:nvPr/>
          </p:nvSpPr>
          <p:spPr>
            <a:xfrm>
              <a:off x="1384387" y="701587"/>
              <a:ext cx="79465" cy="6615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1" name="asset_1581_23">
              <a:extLst>
                <a:ext uri="{FF2B5EF4-FFF2-40B4-BE49-F238E27FC236}">
                  <a16:creationId xmlns:a16="http://schemas.microsoft.com/office/drawing/2014/main" id="{6F869924-C87C-4542-AF02-358EE88B5C3E}"/>
                </a:ext>
              </a:extLst>
            </p:cNvPr>
            <p:cNvSpPr>
              <a:spLocks noGrp="1"/>
            </p:cNvSpPr>
            <p:nvPr/>
          </p:nvSpPr>
          <p:spPr>
            <a:xfrm>
              <a:off x="1356467" y="604314"/>
              <a:ext cx="78434" cy="652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2" name="asset_1581_24">
              <a:extLst>
                <a:ext uri="{FF2B5EF4-FFF2-40B4-BE49-F238E27FC236}">
                  <a16:creationId xmlns:a16="http://schemas.microsoft.com/office/drawing/2014/main" id="{D4A359B9-4BC4-4F2F-9C3B-A736D78E428B}"/>
                </a:ext>
              </a:extLst>
            </p:cNvPr>
            <p:cNvSpPr>
              <a:spLocks noGrp="1"/>
            </p:cNvSpPr>
            <p:nvPr/>
          </p:nvSpPr>
          <p:spPr>
            <a:xfrm>
              <a:off x="1331768" y="602204"/>
              <a:ext cx="55523" cy="462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3" name="asset_1581_25">
              <a:extLst>
                <a:ext uri="{FF2B5EF4-FFF2-40B4-BE49-F238E27FC236}">
                  <a16:creationId xmlns:a16="http://schemas.microsoft.com/office/drawing/2014/main" id="{AA9DAE7B-C072-4D9C-9114-D41D267A99B9}"/>
                </a:ext>
              </a:extLst>
            </p:cNvPr>
            <p:cNvSpPr>
              <a:spLocks noGrp="1"/>
            </p:cNvSpPr>
            <p:nvPr/>
          </p:nvSpPr>
          <p:spPr>
            <a:xfrm>
              <a:off x="1265035" y="648588"/>
              <a:ext cx="78317" cy="652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4" name="asset_1581_26">
              <a:extLst>
                <a:ext uri="{FF2B5EF4-FFF2-40B4-BE49-F238E27FC236}">
                  <a16:creationId xmlns:a16="http://schemas.microsoft.com/office/drawing/2014/main" id="{5C0E4635-69D9-4CCB-8AF4-005FB40620D6}"/>
                </a:ext>
              </a:extLst>
            </p:cNvPr>
            <p:cNvSpPr>
              <a:spLocks noGrp="1"/>
            </p:cNvSpPr>
            <p:nvPr/>
          </p:nvSpPr>
          <p:spPr>
            <a:xfrm>
              <a:off x="1271877" y="738553"/>
              <a:ext cx="78927" cy="657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5" name="asset_1581_27">
              <a:extLst>
                <a:ext uri="{FF2B5EF4-FFF2-40B4-BE49-F238E27FC236}">
                  <a16:creationId xmlns:a16="http://schemas.microsoft.com/office/drawing/2014/main" id="{4AFD1DA4-8614-485B-8FC4-D6C868BE1E55}"/>
                </a:ext>
              </a:extLst>
            </p:cNvPr>
            <p:cNvSpPr>
              <a:spLocks noGrp="1"/>
            </p:cNvSpPr>
            <p:nvPr/>
          </p:nvSpPr>
          <p:spPr>
            <a:xfrm>
              <a:off x="1346286" y="645828"/>
              <a:ext cx="81581" cy="679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6" name="asset_1581_28">
              <a:extLst>
                <a:ext uri="{FF2B5EF4-FFF2-40B4-BE49-F238E27FC236}">
                  <a16:creationId xmlns:a16="http://schemas.microsoft.com/office/drawing/2014/main" id="{435FC0BA-F446-4627-A792-A7D26955FFA3}"/>
                </a:ext>
              </a:extLst>
            </p:cNvPr>
            <p:cNvSpPr>
              <a:spLocks noGrp="1"/>
            </p:cNvSpPr>
            <p:nvPr/>
          </p:nvSpPr>
          <p:spPr>
            <a:xfrm>
              <a:off x="1275855" y="598815"/>
              <a:ext cx="59505" cy="495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7" name="asset_1581_29">
              <a:extLst>
                <a:ext uri="{FF2B5EF4-FFF2-40B4-BE49-F238E27FC236}">
                  <a16:creationId xmlns:a16="http://schemas.microsoft.com/office/drawing/2014/main" id="{2705A797-7EE2-495B-B909-1340C299D43A}"/>
                </a:ext>
              </a:extLst>
            </p:cNvPr>
            <p:cNvSpPr>
              <a:spLocks noGrp="1"/>
            </p:cNvSpPr>
            <p:nvPr/>
          </p:nvSpPr>
          <p:spPr>
            <a:xfrm>
              <a:off x="1298797" y="658112"/>
              <a:ext cx="81860" cy="681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8" name="asset_1581_30">
              <a:extLst>
                <a:ext uri="{FF2B5EF4-FFF2-40B4-BE49-F238E27FC236}">
                  <a16:creationId xmlns:a16="http://schemas.microsoft.com/office/drawing/2014/main" id="{68ED42AE-36D2-41B0-81A5-F19F3765BD34}"/>
                </a:ext>
              </a:extLst>
            </p:cNvPr>
            <p:cNvSpPr>
              <a:spLocks noGrp="1"/>
            </p:cNvSpPr>
            <p:nvPr/>
          </p:nvSpPr>
          <p:spPr>
            <a:xfrm>
              <a:off x="1307873" y="672119"/>
              <a:ext cx="67974" cy="565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9" name="asset_1581_31">
              <a:extLst>
                <a:ext uri="{FF2B5EF4-FFF2-40B4-BE49-F238E27FC236}">
                  <a16:creationId xmlns:a16="http://schemas.microsoft.com/office/drawing/2014/main" id="{570CA1DB-AE1A-46F9-874E-5C63A0584C84}"/>
                </a:ext>
              </a:extLst>
            </p:cNvPr>
            <p:cNvSpPr>
              <a:spLocks noGrp="1"/>
            </p:cNvSpPr>
            <p:nvPr/>
          </p:nvSpPr>
          <p:spPr>
            <a:xfrm>
              <a:off x="1380715" y="596498"/>
              <a:ext cx="50330" cy="419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0" name="asset_1581_32">
              <a:extLst>
                <a:ext uri="{FF2B5EF4-FFF2-40B4-BE49-F238E27FC236}">
                  <a16:creationId xmlns:a16="http://schemas.microsoft.com/office/drawing/2014/main" id="{7DAC0771-FFD9-4D18-831E-141093886668}"/>
                </a:ext>
              </a:extLst>
            </p:cNvPr>
            <p:cNvSpPr>
              <a:spLocks noGrp="1"/>
            </p:cNvSpPr>
            <p:nvPr/>
          </p:nvSpPr>
          <p:spPr>
            <a:xfrm>
              <a:off x="1272577" y="634689"/>
              <a:ext cx="73845" cy="614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1" name="asset_1581_33">
              <a:extLst>
                <a:ext uri="{FF2B5EF4-FFF2-40B4-BE49-F238E27FC236}">
                  <a16:creationId xmlns:a16="http://schemas.microsoft.com/office/drawing/2014/main" id="{B3171AA5-06B2-4F18-AD43-E15FA653F86B}"/>
                </a:ext>
              </a:extLst>
            </p:cNvPr>
            <p:cNvSpPr>
              <a:spLocks noGrp="1"/>
            </p:cNvSpPr>
            <p:nvPr/>
          </p:nvSpPr>
          <p:spPr>
            <a:xfrm>
              <a:off x="1212340" y="692783"/>
              <a:ext cx="65414" cy="5445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2" name="asset_1581_34">
              <a:extLst>
                <a:ext uri="{FF2B5EF4-FFF2-40B4-BE49-F238E27FC236}">
                  <a16:creationId xmlns:a16="http://schemas.microsoft.com/office/drawing/2014/main" id="{B30B9448-10C3-4A24-B25F-BA92A232A741}"/>
                </a:ext>
              </a:extLst>
            </p:cNvPr>
            <p:cNvSpPr>
              <a:spLocks noGrp="1"/>
            </p:cNvSpPr>
            <p:nvPr/>
          </p:nvSpPr>
          <p:spPr>
            <a:xfrm>
              <a:off x="1322656" y="736905"/>
              <a:ext cx="50345" cy="419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3" name="asset_1581_35">
              <a:extLst>
                <a:ext uri="{FF2B5EF4-FFF2-40B4-BE49-F238E27FC236}">
                  <a16:creationId xmlns:a16="http://schemas.microsoft.com/office/drawing/2014/main" id="{15807BA9-6FC6-4791-B349-AE30B87C86A4}"/>
                </a:ext>
              </a:extLst>
            </p:cNvPr>
            <p:cNvSpPr>
              <a:spLocks noGrp="1"/>
            </p:cNvSpPr>
            <p:nvPr/>
          </p:nvSpPr>
          <p:spPr>
            <a:xfrm>
              <a:off x="1367542" y="615447"/>
              <a:ext cx="89009" cy="7410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4" name="asset_1581_36">
              <a:extLst>
                <a:ext uri="{FF2B5EF4-FFF2-40B4-BE49-F238E27FC236}">
                  <a16:creationId xmlns:a16="http://schemas.microsoft.com/office/drawing/2014/main" id="{B8028308-95DD-4FE0-8578-82EC16EAB52D}"/>
                </a:ext>
              </a:extLst>
            </p:cNvPr>
            <p:cNvSpPr>
              <a:spLocks noGrp="1"/>
            </p:cNvSpPr>
            <p:nvPr/>
          </p:nvSpPr>
          <p:spPr>
            <a:xfrm>
              <a:off x="1296881" y="621880"/>
              <a:ext cx="66929" cy="557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5" name="asset_1581_37">
              <a:extLst>
                <a:ext uri="{FF2B5EF4-FFF2-40B4-BE49-F238E27FC236}">
                  <a16:creationId xmlns:a16="http://schemas.microsoft.com/office/drawing/2014/main" id="{DE1D7B0A-8FB6-41EA-A480-4EAF7F961838}"/>
                </a:ext>
              </a:extLst>
            </p:cNvPr>
            <p:cNvSpPr>
              <a:spLocks noGrp="1"/>
            </p:cNvSpPr>
            <p:nvPr/>
          </p:nvSpPr>
          <p:spPr>
            <a:xfrm>
              <a:off x="1277458" y="665345"/>
              <a:ext cx="68439" cy="569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6" name="asset_1581_38">
              <a:extLst>
                <a:ext uri="{FF2B5EF4-FFF2-40B4-BE49-F238E27FC236}">
                  <a16:creationId xmlns:a16="http://schemas.microsoft.com/office/drawing/2014/main" id="{5610F228-B690-4146-935C-E1CD6E2A8D08}"/>
                </a:ext>
              </a:extLst>
            </p:cNvPr>
            <p:cNvSpPr>
              <a:spLocks noGrp="1"/>
            </p:cNvSpPr>
            <p:nvPr/>
          </p:nvSpPr>
          <p:spPr>
            <a:xfrm>
              <a:off x="1356515" y="745086"/>
              <a:ext cx="71762" cy="597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7" name="asset_1581_39">
              <a:extLst>
                <a:ext uri="{FF2B5EF4-FFF2-40B4-BE49-F238E27FC236}">
                  <a16:creationId xmlns:a16="http://schemas.microsoft.com/office/drawing/2014/main" id="{FD6B0E2F-3BAB-4DAC-9F76-FBC230B82B49}"/>
                </a:ext>
              </a:extLst>
            </p:cNvPr>
            <p:cNvSpPr>
              <a:spLocks noGrp="1"/>
            </p:cNvSpPr>
            <p:nvPr/>
          </p:nvSpPr>
          <p:spPr>
            <a:xfrm>
              <a:off x="1386650" y="585659"/>
              <a:ext cx="88123" cy="7336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8" name="asset_1581_40">
              <a:extLst>
                <a:ext uri="{FF2B5EF4-FFF2-40B4-BE49-F238E27FC236}">
                  <a16:creationId xmlns:a16="http://schemas.microsoft.com/office/drawing/2014/main" id="{5A168792-540D-45E8-B808-1DD71F0B1A81}"/>
                </a:ext>
              </a:extLst>
            </p:cNvPr>
            <p:cNvSpPr>
              <a:spLocks noGrp="1"/>
            </p:cNvSpPr>
            <p:nvPr/>
          </p:nvSpPr>
          <p:spPr>
            <a:xfrm>
              <a:off x="1280729" y="604385"/>
              <a:ext cx="58619" cy="4880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9" name="asset_1581_41">
              <a:extLst>
                <a:ext uri="{FF2B5EF4-FFF2-40B4-BE49-F238E27FC236}">
                  <a16:creationId xmlns:a16="http://schemas.microsoft.com/office/drawing/2014/main" id="{847FD70E-5A8B-4114-A01D-F2EF50F4423E}"/>
                </a:ext>
              </a:extLst>
            </p:cNvPr>
            <p:cNvSpPr>
              <a:spLocks noGrp="1"/>
            </p:cNvSpPr>
            <p:nvPr/>
          </p:nvSpPr>
          <p:spPr>
            <a:xfrm>
              <a:off x="1252552" y="707551"/>
              <a:ext cx="67155" cy="559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0" name="asset_1581_42">
              <a:extLst>
                <a:ext uri="{FF2B5EF4-FFF2-40B4-BE49-F238E27FC236}">
                  <a16:creationId xmlns:a16="http://schemas.microsoft.com/office/drawing/2014/main" id="{B8465718-2209-4785-8D6C-FEFD5ED88B50}"/>
                </a:ext>
              </a:extLst>
            </p:cNvPr>
            <p:cNvSpPr>
              <a:spLocks noGrp="1"/>
            </p:cNvSpPr>
            <p:nvPr/>
          </p:nvSpPr>
          <p:spPr>
            <a:xfrm>
              <a:off x="1294512" y="681051"/>
              <a:ext cx="62827" cy="523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1" name="asset_1581_43">
              <a:extLst>
                <a:ext uri="{FF2B5EF4-FFF2-40B4-BE49-F238E27FC236}">
                  <a16:creationId xmlns:a16="http://schemas.microsoft.com/office/drawing/2014/main" id="{CF9D731D-DAD3-42C6-A1D4-17669C521916}"/>
                </a:ext>
              </a:extLst>
            </p:cNvPr>
            <p:cNvSpPr>
              <a:spLocks noGrp="1"/>
            </p:cNvSpPr>
            <p:nvPr/>
          </p:nvSpPr>
          <p:spPr>
            <a:xfrm>
              <a:off x="1396532" y="648285"/>
              <a:ext cx="49406" cy="411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2" name="asset_1581_44">
              <a:extLst>
                <a:ext uri="{FF2B5EF4-FFF2-40B4-BE49-F238E27FC236}">
                  <a16:creationId xmlns:a16="http://schemas.microsoft.com/office/drawing/2014/main" id="{26272332-EDB6-4712-B694-B8364E118BAB}"/>
                </a:ext>
              </a:extLst>
            </p:cNvPr>
            <p:cNvSpPr>
              <a:spLocks noGrp="1"/>
            </p:cNvSpPr>
            <p:nvPr/>
          </p:nvSpPr>
          <p:spPr>
            <a:xfrm>
              <a:off x="1284646" y="570918"/>
              <a:ext cx="72058" cy="599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3" name="asset_1581_45">
              <a:extLst>
                <a:ext uri="{FF2B5EF4-FFF2-40B4-BE49-F238E27FC236}">
                  <a16:creationId xmlns:a16="http://schemas.microsoft.com/office/drawing/2014/main" id="{C32BD334-D78F-4BEA-8822-055E65717176}"/>
                </a:ext>
              </a:extLst>
            </p:cNvPr>
            <p:cNvSpPr>
              <a:spLocks noGrp="1"/>
            </p:cNvSpPr>
            <p:nvPr/>
          </p:nvSpPr>
          <p:spPr>
            <a:xfrm>
              <a:off x="1301463" y="668973"/>
              <a:ext cx="57033" cy="4748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4" name="asset_1581_46">
              <a:extLst>
                <a:ext uri="{FF2B5EF4-FFF2-40B4-BE49-F238E27FC236}">
                  <a16:creationId xmlns:a16="http://schemas.microsoft.com/office/drawing/2014/main" id="{767C0757-1EE1-4F32-B866-0F460338FCCC}"/>
                </a:ext>
              </a:extLst>
            </p:cNvPr>
            <p:cNvSpPr>
              <a:spLocks noGrp="1"/>
            </p:cNvSpPr>
            <p:nvPr/>
          </p:nvSpPr>
          <p:spPr>
            <a:xfrm>
              <a:off x="1314200" y="715321"/>
              <a:ext cx="64969" cy="540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5" name="asset_1581_47">
              <a:extLst>
                <a:ext uri="{FF2B5EF4-FFF2-40B4-BE49-F238E27FC236}">
                  <a16:creationId xmlns:a16="http://schemas.microsoft.com/office/drawing/2014/main" id="{80494F87-B1E7-47F1-A0ED-34B1F248D749}"/>
                </a:ext>
              </a:extLst>
            </p:cNvPr>
            <p:cNvSpPr>
              <a:spLocks noGrp="1"/>
            </p:cNvSpPr>
            <p:nvPr/>
          </p:nvSpPr>
          <p:spPr>
            <a:xfrm>
              <a:off x="1337030" y="644689"/>
              <a:ext cx="54017" cy="4497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6" name="asset_1581_48">
              <a:extLst>
                <a:ext uri="{FF2B5EF4-FFF2-40B4-BE49-F238E27FC236}">
                  <a16:creationId xmlns:a16="http://schemas.microsoft.com/office/drawing/2014/main" id="{4CFA04E2-554C-4D33-A89E-58E94823C882}"/>
                </a:ext>
              </a:extLst>
            </p:cNvPr>
            <p:cNvSpPr>
              <a:spLocks noGrp="1"/>
            </p:cNvSpPr>
            <p:nvPr/>
          </p:nvSpPr>
          <p:spPr>
            <a:xfrm>
              <a:off x="1342926" y="612101"/>
              <a:ext cx="68657" cy="5715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7" name="asset_1581_49">
              <a:extLst>
                <a:ext uri="{FF2B5EF4-FFF2-40B4-BE49-F238E27FC236}">
                  <a16:creationId xmlns:a16="http://schemas.microsoft.com/office/drawing/2014/main" id="{6F10174C-29BC-4AF4-BBC1-4D20CFA0EF2A}"/>
                </a:ext>
              </a:extLst>
            </p:cNvPr>
            <p:cNvSpPr>
              <a:spLocks noGrp="1"/>
            </p:cNvSpPr>
            <p:nvPr/>
          </p:nvSpPr>
          <p:spPr>
            <a:xfrm>
              <a:off x="1241398" y="686021"/>
              <a:ext cx="57012" cy="474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8" name="asset_1581_50">
              <a:extLst>
                <a:ext uri="{FF2B5EF4-FFF2-40B4-BE49-F238E27FC236}">
                  <a16:creationId xmlns:a16="http://schemas.microsoft.com/office/drawing/2014/main" id="{E8F36DE9-E1F8-409F-9720-5A2344F983DE}"/>
                </a:ext>
              </a:extLst>
            </p:cNvPr>
            <p:cNvSpPr>
              <a:spLocks noGrp="1"/>
            </p:cNvSpPr>
            <p:nvPr/>
          </p:nvSpPr>
          <p:spPr>
            <a:xfrm>
              <a:off x="1358871" y="742809"/>
              <a:ext cx="63056" cy="524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9" name="asset_1581_51">
              <a:extLst>
                <a:ext uri="{FF2B5EF4-FFF2-40B4-BE49-F238E27FC236}">
                  <a16:creationId xmlns:a16="http://schemas.microsoft.com/office/drawing/2014/main" id="{BEDF2D03-4738-43DD-8C34-6D4A9302BC28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92085"/>
              <a:ext cx="356627" cy="299995"/>
            </a:xfrm>
            <a:custGeom>
              <a:avLst/>
              <a:gdLst/>
              <a:ahLst/>
              <a:cxnLst/>
              <a:rect l="0" t="0" r="0" b="0"/>
              <a:pathLst>
                <a:path w="356627" h="299995">
                  <a:moveTo>
                    <a:pt x="0" y="0"/>
                  </a:moveTo>
                  <a:lnTo>
                    <a:pt x="356627" y="0"/>
                  </a:lnTo>
                  <a:lnTo>
                    <a:pt x="356627" y="299995"/>
                  </a:lnTo>
                  <a:lnTo>
                    <a:pt x="0" y="299995"/>
                  </a:lnTo>
                  <a:close/>
                </a:path>
              </a:pathLst>
            </a:custGeom>
            <a:noFill/>
            <a:ln w="2377">
              <a:solidFill>
                <a:srgbClr val="87ADD3"/>
              </a:solidFill>
            </a:ln>
          </p:spPr>
        </p:sp>
      </p:grpSp>
      <p:sp>
        <p:nvSpPr>
          <p:cNvPr id="1510" name="Receptor atoms">
            <a:extLst>
              <a:ext uri="{FF2B5EF4-FFF2-40B4-BE49-F238E27FC236}">
                <a16:creationId xmlns:a16="http://schemas.microsoft.com/office/drawing/2014/main" id="{5D7544A2-240E-DDA9-1AB9-E12149F271ED}"/>
              </a:ext>
            </a:extLst>
          </p:cNvPr>
          <p:cNvSpPr>
            <a:spLocks noGrp="1"/>
          </p:cNvSpPr>
          <p:nvPr/>
        </p:nvSpPr>
        <p:spPr>
          <a:xfrm>
            <a:off x="2177465" y="863315"/>
            <a:ext cx="372260" cy="666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23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Receptor atoms</a:t>
            </a:r>
          </a:p>
        </p:txBody>
      </p:sp>
      <p:pic>
        <p:nvPicPr>
          <p:cNvPr id="1511" name="图片 25">
            <a:extLst>
              <a:ext uri="{FF2B5EF4-FFF2-40B4-BE49-F238E27FC236}">
                <a16:creationId xmlns:a16="http://schemas.microsoft.com/office/drawing/2014/main" id="{03B67142-EE20-4DDE-6193-04475769B47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2210184" y="939246"/>
            <a:ext cx="308673" cy="185198"/>
          </a:xfrm>
          <a:prstGeom prst="rect">
            <a:avLst/>
          </a:prstGeom>
        </p:spPr>
      </p:pic>
      <p:sp>
        <p:nvSpPr>
          <p:cNvPr id="1512" name="Atom encoding">
            <a:extLst>
              <a:ext uri="{FF2B5EF4-FFF2-40B4-BE49-F238E27FC236}">
                <a16:creationId xmlns:a16="http://schemas.microsoft.com/office/drawing/2014/main" id="{C4A641D4-251A-BEDD-2DAE-30A29083273E}"/>
              </a:ext>
            </a:extLst>
          </p:cNvPr>
          <p:cNvSpPr>
            <a:spLocks noGrp="1"/>
          </p:cNvSpPr>
          <p:nvPr/>
        </p:nvSpPr>
        <p:spPr>
          <a:xfrm>
            <a:off x="2554995" y="914499"/>
            <a:ext cx="307123" cy="15653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50" b="0">
                <a:solidFill>
                  <a:srgbClr val="776399"/>
                </a:solidFill>
                <a:latin typeface="Arial"/>
                <a:ea typeface="Arial"/>
                <a:cs typeface="Arial"/>
              </a:defRPr>
            </a:pPr>
            <a:r>
              <a:rPr lang="en-US" sz="394" dirty="0">
                <a:solidFill>
                  <a:srgbClr val="776399"/>
                </a:solidFill>
                <a:latin typeface="Arial"/>
                <a:ea typeface="Arial"/>
                <a:cs typeface="Arial"/>
              </a:rPr>
              <a:t>Embedding</a:t>
            </a:r>
          </a:p>
          <a:p>
            <a:pPr algn="ctr">
              <a:defRPr sz="550" b="0">
                <a:solidFill>
                  <a:srgbClr val="776399"/>
                </a:solidFill>
                <a:latin typeface="Arial"/>
                <a:ea typeface="Arial"/>
                <a:cs typeface="Arial"/>
              </a:defRPr>
            </a:pPr>
            <a:r>
              <a:rPr lang="en-US" sz="394" dirty="0">
                <a:solidFill>
                  <a:srgbClr val="776399"/>
                </a:solidFill>
                <a:latin typeface="Arial"/>
                <a:ea typeface="Arial"/>
                <a:cs typeface="Arial"/>
              </a:rPr>
              <a:t> head</a:t>
            </a:r>
            <a:endParaRPr sz="394" dirty="0">
              <a:solidFill>
                <a:srgbClr val="77639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3" name="Pseudo atoms">
            <a:extLst>
              <a:ext uri="{FF2B5EF4-FFF2-40B4-BE49-F238E27FC236}">
                <a16:creationId xmlns:a16="http://schemas.microsoft.com/office/drawing/2014/main" id="{64588B34-94ED-1FB7-03A9-8B77EC477C8B}"/>
              </a:ext>
            </a:extLst>
          </p:cNvPr>
          <p:cNvSpPr>
            <a:spLocks noGrp="1"/>
          </p:cNvSpPr>
          <p:nvPr/>
        </p:nvSpPr>
        <p:spPr>
          <a:xfrm>
            <a:off x="2177465" y="1252667"/>
            <a:ext cx="372260" cy="666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23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23" b="1" dirty="0">
                <a:solidFill>
                  <a:srgbClr val="193044"/>
                </a:solidFill>
                <a:latin typeface="Arial"/>
                <a:ea typeface="Arial"/>
                <a:cs typeface="Arial"/>
              </a:rPr>
              <a:t>Pseudo atoms</a:t>
            </a:r>
          </a:p>
        </p:txBody>
      </p:sp>
      <p:sp>
        <p:nvSpPr>
          <p:cNvPr id="1514" name="3D voxel U-Net">
            <a:extLst>
              <a:ext uri="{FF2B5EF4-FFF2-40B4-BE49-F238E27FC236}">
                <a16:creationId xmlns:a16="http://schemas.microsoft.com/office/drawing/2014/main" id="{9D0744D6-BEFB-82C6-87A4-995256EE6073}"/>
              </a:ext>
            </a:extLst>
          </p:cNvPr>
          <p:cNvSpPr>
            <a:spLocks noGrp="1"/>
          </p:cNvSpPr>
          <p:nvPr/>
        </p:nvSpPr>
        <p:spPr>
          <a:xfrm>
            <a:off x="3120154" y="250567"/>
            <a:ext cx="1009363" cy="8148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713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3D voxel U-Net</a:t>
            </a:r>
          </a:p>
        </p:txBody>
      </p:sp>
      <p:sp>
        <p:nvSpPr>
          <p:cNvPr id="1515" name="Density bank to voxel input">
            <a:extLst>
              <a:ext uri="{FF2B5EF4-FFF2-40B4-BE49-F238E27FC236}">
                <a16:creationId xmlns:a16="http://schemas.microsoft.com/office/drawing/2014/main" id="{45E08DBF-96A0-EB74-147C-C015FAC3C54A}"/>
              </a:ext>
            </a:extLst>
          </p:cNvPr>
          <p:cNvSpPr>
            <a:spLocks noGrp="1"/>
          </p:cNvSpPr>
          <p:nvPr/>
        </p:nvSpPr>
        <p:spPr>
          <a:xfrm>
            <a:off x="2571949" y="657267"/>
            <a:ext cx="346332" cy="92"/>
          </a:xfrm>
          <a:custGeom>
            <a:avLst/>
            <a:gdLst/>
            <a:ahLst/>
            <a:cxnLst/>
            <a:rect l="0" t="0" r="0" b="0"/>
            <a:pathLst>
              <a:path w="1781175" h="476">
                <a:moveTo>
                  <a:pt x="0" y="0"/>
                </a:moveTo>
                <a:lnTo>
                  <a:pt x="1781175" y="0"/>
                </a:lnTo>
              </a:path>
            </a:pathLst>
          </a:custGeom>
          <a:noFill/>
          <a:ln w="7243">
            <a:solidFill>
              <a:srgbClr val="388BBE"/>
            </a:solidFill>
            <a:prstDash val="solid"/>
          </a:ln>
        </p:spPr>
      </p:sp>
      <p:sp>
        <p:nvSpPr>
          <p:cNvPr id="1516" name="Density bank to voxel input | arrowhead">
            <a:extLst>
              <a:ext uri="{FF2B5EF4-FFF2-40B4-BE49-F238E27FC236}">
                <a16:creationId xmlns:a16="http://schemas.microsoft.com/office/drawing/2014/main" id="{0CB6E354-CB56-56C0-95D5-76D44CC90AF4}"/>
              </a:ext>
            </a:extLst>
          </p:cNvPr>
          <p:cNvSpPr>
            <a:spLocks noGrp="1"/>
          </p:cNvSpPr>
          <p:nvPr/>
        </p:nvSpPr>
        <p:spPr>
          <a:xfrm>
            <a:off x="2904285" y="649089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517" name="Atom encoding shared trunk">
            <a:extLst>
              <a:ext uri="{FF2B5EF4-FFF2-40B4-BE49-F238E27FC236}">
                <a16:creationId xmlns:a16="http://schemas.microsoft.com/office/drawing/2014/main" id="{DA042B81-6DAF-8419-93D3-99F57AAF64C1}"/>
              </a:ext>
            </a:extLst>
          </p:cNvPr>
          <p:cNvSpPr>
            <a:spLocks noGrp="1"/>
          </p:cNvSpPr>
          <p:nvPr/>
        </p:nvSpPr>
        <p:spPr>
          <a:xfrm>
            <a:off x="2571949" y="995552"/>
            <a:ext cx="272250" cy="92"/>
          </a:xfrm>
          <a:custGeom>
            <a:avLst/>
            <a:gdLst/>
            <a:ahLst/>
            <a:cxnLst/>
            <a:rect l="0" t="0" r="0" b="0"/>
            <a:pathLst>
              <a:path w="1400175" h="476">
                <a:moveTo>
                  <a:pt x="0" y="0"/>
                </a:moveTo>
                <a:lnTo>
                  <a:pt x="1400175" y="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518" name="Atom encoding to voxel input">
            <a:extLst>
              <a:ext uri="{FF2B5EF4-FFF2-40B4-BE49-F238E27FC236}">
                <a16:creationId xmlns:a16="http://schemas.microsoft.com/office/drawing/2014/main" id="{7CDE9097-E599-90F4-6A05-29F540F04056}"/>
              </a:ext>
            </a:extLst>
          </p:cNvPr>
          <p:cNvSpPr>
            <a:spLocks noGrp="1"/>
          </p:cNvSpPr>
          <p:nvPr/>
        </p:nvSpPr>
        <p:spPr>
          <a:xfrm>
            <a:off x="2844200" y="699014"/>
            <a:ext cx="74081" cy="370396"/>
          </a:xfrm>
          <a:custGeom>
            <a:avLst/>
            <a:gdLst/>
            <a:ahLst/>
            <a:cxnLst/>
            <a:rect l="0" t="0" r="0" b="0"/>
            <a:pathLst>
              <a:path w="381000" h="1905000">
                <a:moveTo>
                  <a:pt x="0" y="1905000"/>
                </a:moveTo>
                <a:lnTo>
                  <a:pt x="0" y="0"/>
                </a:lnTo>
                <a:lnTo>
                  <a:pt x="381000" y="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519" name="Atom encoding to voxel input | arrowhead">
            <a:extLst>
              <a:ext uri="{FF2B5EF4-FFF2-40B4-BE49-F238E27FC236}">
                <a16:creationId xmlns:a16="http://schemas.microsoft.com/office/drawing/2014/main" id="{9B971C50-EB92-8C86-2442-5981E30A5431}"/>
              </a:ext>
            </a:extLst>
          </p:cNvPr>
          <p:cNvSpPr>
            <a:spLocks noGrp="1"/>
          </p:cNvSpPr>
          <p:nvPr/>
        </p:nvSpPr>
        <p:spPr>
          <a:xfrm>
            <a:off x="2902011" y="69045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20" name="Atom encoding to point input">
            <a:extLst>
              <a:ext uri="{FF2B5EF4-FFF2-40B4-BE49-F238E27FC236}">
                <a16:creationId xmlns:a16="http://schemas.microsoft.com/office/drawing/2014/main" id="{48B20397-B0DA-43BE-26BA-BEEA22910267}"/>
              </a:ext>
            </a:extLst>
          </p:cNvPr>
          <p:cNvSpPr>
            <a:spLocks noGrp="1"/>
          </p:cNvSpPr>
          <p:nvPr/>
        </p:nvSpPr>
        <p:spPr>
          <a:xfrm>
            <a:off x="2844199" y="1046120"/>
            <a:ext cx="66674" cy="200014"/>
          </a:xfrm>
          <a:custGeom>
            <a:avLst/>
            <a:gdLst/>
            <a:ahLst/>
            <a:cxnLst/>
            <a:rect l="0" t="0" r="0" b="0"/>
            <a:pathLst>
              <a:path w="342900" h="1028700">
                <a:moveTo>
                  <a:pt x="0" y="0"/>
                </a:moveTo>
                <a:lnTo>
                  <a:pt x="0" y="1028700"/>
                </a:lnTo>
                <a:lnTo>
                  <a:pt x="342900" y="102870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521" name="Pseudo atoms to point input | arrowhead">
            <a:extLst>
              <a:ext uri="{FF2B5EF4-FFF2-40B4-BE49-F238E27FC236}">
                <a16:creationId xmlns:a16="http://schemas.microsoft.com/office/drawing/2014/main" id="{0A3342A2-0DC0-FA3F-DE1B-1F81197EB5A9}"/>
              </a:ext>
            </a:extLst>
          </p:cNvPr>
          <p:cNvSpPr>
            <a:spLocks noGrp="1"/>
          </p:cNvSpPr>
          <p:nvPr/>
        </p:nvSpPr>
        <p:spPr>
          <a:xfrm>
            <a:off x="2891427" y="1278320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C78A2B"/>
          </a:solidFill>
          <a:ln w="0">
            <a:noFill/>
          </a:ln>
        </p:spPr>
      </p:sp>
      <p:sp>
        <p:nvSpPr>
          <p:cNvPr id="1522" name="U-Net forward">
            <a:extLst>
              <a:ext uri="{FF2B5EF4-FFF2-40B4-BE49-F238E27FC236}">
                <a16:creationId xmlns:a16="http://schemas.microsoft.com/office/drawing/2014/main" id="{7611D78E-9268-F5AF-70FB-0BD35A3C2875}"/>
              </a:ext>
            </a:extLst>
          </p:cNvPr>
          <p:cNvSpPr>
            <a:spLocks noGrp="1"/>
          </p:cNvSpPr>
          <p:nvPr/>
        </p:nvSpPr>
        <p:spPr>
          <a:xfrm>
            <a:off x="3066445" y="768792"/>
            <a:ext cx="16668" cy="92"/>
          </a:xfrm>
          <a:custGeom>
            <a:avLst/>
            <a:gdLst/>
            <a:ahLst/>
            <a:cxnLst/>
            <a:rect l="0" t="0" r="0" b="0"/>
            <a:pathLst>
              <a:path w="85725" h="476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3" name="U-Net forward | arrowhead">
            <a:extLst>
              <a:ext uri="{FF2B5EF4-FFF2-40B4-BE49-F238E27FC236}">
                <a16:creationId xmlns:a16="http://schemas.microsoft.com/office/drawing/2014/main" id="{270930B1-BF1A-621B-AA98-758996368094}"/>
              </a:ext>
            </a:extLst>
          </p:cNvPr>
          <p:cNvSpPr>
            <a:spLocks noGrp="1"/>
          </p:cNvSpPr>
          <p:nvPr/>
        </p:nvSpPr>
        <p:spPr>
          <a:xfrm>
            <a:off x="3072279" y="764025"/>
            <a:ext cx="10835" cy="9534"/>
          </a:xfrm>
          <a:custGeom>
            <a:avLst/>
            <a:gdLst/>
            <a:ahLst/>
            <a:cxnLst/>
            <a:rect l="0" t="0" r="0" b="0"/>
            <a:pathLst>
              <a:path w="55721" h="49035">
                <a:moveTo>
                  <a:pt x="55721" y="24517"/>
                </a:moveTo>
                <a:lnTo>
                  <a:pt x="0" y="0"/>
                </a:lnTo>
                <a:lnTo>
                  <a:pt x="0" y="49035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24" name="U-Net forward">
            <a:extLst>
              <a:ext uri="{FF2B5EF4-FFF2-40B4-BE49-F238E27FC236}">
                <a16:creationId xmlns:a16="http://schemas.microsoft.com/office/drawing/2014/main" id="{773CA041-C2B2-0258-10F9-D933556745E3}"/>
              </a:ext>
            </a:extLst>
          </p:cNvPr>
          <p:cNvSpPr>
            <a:spLocks noGrp="1"/>
          </p:cNvSpPr>
          <p:nvPr/>
        </p:nvSpPr>
        <p:spPr>
          <a:xfrm>
            <a:off x="3184975" y="768792"/>
            <a:ext cx="16668" cy="92"/>
          </a:xfrm>
          <a:custGeom>
            <a:avLst/>
            <a:gdLst/>
            <a:ahLst/>
            <a:cxnLst/>
            <a:rect l="0" t="0" r="0" b="0"/>
            <a:pathLst>
              <a:path w="85725" h="476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5" name="U-Net forward | arrowhead">
            <a:extLst>
              <a:ext uri="{FF2B5EF4-FFF2-40B4-BE49-F238E27FC236}">
                <a16:creationId xmlns:a16="http://schemas.microsoft.com/office/drawing/2014/main" id="{D09C7F23-52B5-57DF-EC53-71B545166F99}"/>
              </a:ext>
            </a:extLst>
          </p:cNvPr>
          <p:cNvSpPr>
            <a:spLocks noGrp="1"/>
          </p:cNvSpPr>
          <p:nvPr/>
        </p:nvSpPr>
        <p:spPr>
          <a:xfrm>
            <a:off x="3190809" y="764025"/>
            <a:ext cx="10835" cy="9534"/>
          </a:xfrm>
          <a:custGeom>
            <a:avLst/>
            <a:gdLst/>
            <a:ahLst/>
            <a:cxnLst/>
            <a:rect l="0" t="0" r="0" b="0"/>
            <a:pathLst>
              <a:path w="55721" h="49035">
                <a:moveTo>
                  <a:pt x="55721" y="24517"/>
                </a:moveTo>
                <a:lnTo>
                  <a:pt x="0" y="0"/>
                </a:lnTo>
                <a:lnTo>
                  <a:pt x="0" y="49035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26" name="U-Net forward">
            <a:extLst>
              <a:ext uri="{FF2B5EF4-FFF2-40B4-BE49-F238E27FC236}">
                <a16:creationId xmlns:a16="http://schemas.microsoft.com/office/drawing/2014/main" id="{464A525D-E7AA-9576-D5CE-D8CDF6EBA24B}"/>
              </a:ext>
            </a:extLst>
          </p:cNvPr>
          <p:cNvSpPr>
            <a:spLocks noGrp="1"/>
          </p:cNvSpPr>
          <p:nvPr/>
        </p:nvSpPr>
        <p:spPr>
          <a:xfrm>
            <a:off x="3333139" y="768792"/>
            <a:ext cx="12965" cy="92"/>
          </a:xfrm>
          <a:custGeom>
            <a:avLst/>
            <a:gdLst/>
            <a:ahLst/>
            <a:cxnLst/>
            <a:rect l="0" t="0" r="0" b="0"/>
            <a:pathLst>
              <a:path w="66675" h="476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7" name="U-Net forward | arrowhead">
            <a:extLst>
              <a:ext uri="{FF2B5EF4-FFF2-40B4-BE49-F238E27FC236}">
                <a16:creationId xmlns:a16="http://schemas.microsoft.com/office/drawing/2014/main" id="{7BB17DBA-6110-691E-9D84-D991AC364EDD}"/>
              </a:ext>
            </a:extLst>
          </p:cNvPr>
          <p:cNvSpPr>
            <a:spLocks noGrp="1"/>
          </p:cNvSpPr>
          <p:nvPr/>
        </p:nvSpPr>
        <p:spPr>
          <a:xfrm>
            <a:off x="3337677" y="765084"/>
            <a:ext cx="8427" cy="7416"/>
          </a:xfrm>
          <a:custGeom>
            <a:avLst/>
            <a:gdLst/>
            <a:ahLst/>
            <a:cxnLst/>
            <a:rect l="0" t="0" r="0" b="0"/>
            <a:pathLst>
              <a:path w="43339" h="38138">
                <a:moveTo>
                  <a:pt x="43339" y="19069"/>
                </a:moveTo>
                <a:lnTo>
                  <a:pt x="0" y="0"/>
                </a:lnTo>
                <a:lnTo>
                  <a:pt x="0" y="3813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28" name="U-Net forward">
            <a:extLst>
              <a:ext uri="{FF2B5EF4-FFF2-40B4-BE49-F238E27FC236}">
                <a16:creationId xmlns:a16="http://schemas.microsoft.com/office/drawing/2014/main" id="{FFB7CE73-540D-F440-1BA9-86A3E5E714A1}"/>
              </a:ext>
            </a:extLst>
          </p:cNvPr>
          <p:cNvSpPr>
            <a:spLocks noGrp="1"/>
          </p:cNvSpPr>
          <p:nvPr/>
        </p:nvSpPr>
        <p:spPr>
          <a:xfrm>
            <a:off x="3451670" y="768792"/>
            <a:ext cx="12965" cy="92"/>
          </a:xfrm>
          <a:custGeom>
            <a:avLst/>
            <a:gdLst/>
            <a:ahLst/>
            <a:cxnLst/>
            <a:rect l="0" t="0" r="0" b="0"/>
            <a:pathLst>
              <a:path w="66675" h="476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9" name="U-Net forward | arrowhead">
            <a:extLst>
              <a:ext uri="{FF2B5EF4-FFF2-40B4-BE49-F238E27FC236}">
                <a16:creationId xmlns:a16="http://schemas.microsoft.com/office/drawing/2014/main" id="{01C9ED8D-A4DF-2F15-3B12-1F711A73A0AC}"/>
              </a:ext>
            </a:extLst>
          </p:cNvPr>
          <p:cNvSpPr>
            <a:spLocks noGrp="1"/>
          </p:cNvSpPr>
          <p:nvPr/>
        </p:nvSpPr>
        <p:spPr>
          <a:xfrm>
            <a:off x="3456207" y="765084"/>
            <a:ext cx="8427" cy="7416"/>
          </a:xfrm>
          <a:custGeom>
            <a:avLst/>
            <a:gdLst/>
            <a:ahLst/>
            <a:cxnLst/>
            <a:rect l="0" t="0" r="0" b="0"/>
            <a:pathLst>
              <a:path w="43339" h="38138">
                <a:moveTo>
                  <a:pt x="43339" y="19069"/>
                </a:moveTo>
                <a:lnTo>
                  <a:pt x="0" y="0"/>
                </a:lnTo>
                <a:lnTo>
                  <a:pt x="0" y="3813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0" name="U-Net forward">
            <a:extLst>
              <a:ext uri="{FF2B5EF4-FFF2-40B4-BE49-F238E27FC236}">
                <a16:creationId xmlns:a16="http://schemas.microsoft.com/office/drawing/2014/main" id="{75F72920-8BC3-A484-4EAE-095566A22179}"/>
              </a:ext>
            </a:extLst>
          </p:cNvPr>
          <p:cNvSpPr>
            <a:spLocks noGrp="1"/>
          </p:cNvSpPr>
          <p:nvPr/>
        </p:nvSpPr>
        <p:spPr>
          <a:xfrm>
            <a:off x="3557235" y="768792"/>
            <a:ext cx="14817" cy="92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1" name="U-Net forward | arrowhead">
            <a:extLst>
              <a:ext uri="{FF2B5EF4-FFF2-40B4-BE49-F238E27FC236}">
                <a16:creationId xmlns:a16="http://schemas.microsoft.com/office/drawing/2014/main" id="{CFED499F-1457-D329-76CB-A9E4F8D11B03}"/>
              </a:ext>
            </a:extLst>
          </p:cNvPr>
          <p:cNvSpPr>
            <a:spLocks noGrp="1"/>
          </p:cNvSpPr>
          <p:nvPr/>
        </p:nvSpPr>
        <p:spPr>
          <a:xfrm>
            <a:off x="3562421" y="764555"/>
            <a:ext cx="9631" cy="8474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2" name="U-Net forward">
            <a:extLst>
              <a:ext uri="{FF2B5EF4-FFF2-40B4-BE49-F238E27FC236}">
                <a16:creationId xmlns:a16="http://schemas.microsoft.com/office/drawing/2014/main" id="{7D943315-1DFF-021B-05A8-B660042A1F1D}"/>
              </a:ext>
            </a:extLst>
          </p:cNvPr>
          <p:cNvSpPr>
            <a:spLocks noGrp="1"/>
          </p:cNvSpPr>
          <p:nvPr/>
        </p:nvSpPr>
        <p:spPr>
          <a:xfrm>
            <a:off x="3673914" y="768792"/>
            <a:ext cx="14817" cy="92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3" name="U-Net forward | arrowhead">
            <a:extLst>
              <a:ext uri="{FF2B5EF4-FFF2-40B4-BE49-F238E27FC236}">
                <a16:creationId xmlns:a16="http://schemas.microsoft.com/office/drawing/2014/main" id="{EC062492-B1E0-0945-F706-784DEDB3474E}"/>
              </a:ext>
            </a:extLst>
          </p:cNvPr>
          <p:cNvSpPr>
            <a:spLocks noGrp="1"/>
          </p:cNvSpPr>
          <p:nvPr/>
        </p:nvSpPr>
        <p:spPr>
          <a:xfrm>
            <a:off x="3679100" y="764555"/>
            <a:ext cx="9631" cy="8474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4" name="U-Net forward">
            <a:extLst>
              <a:ext uri="{FF2B5EF4-FFF2-40B4-BE49-F238E27FC236}">
                <a16:creationId xmlns:a16="http://schemas.microsoft.com/office/drawing/2014/main" id="{8261DEF9-A4DB-4B87-744B-5F0A48CEF3AF}"/>
              </a:ext>
            </a:extLst>
          </p:cNvPr>
          <p:cNvSpPr>
            <a:spLocks noGrp="1"/>
          </p:cNvSpPr>
          <p:nvPr/>
        </p:nvSpPr>
        <p:spPr>
          <a:xfrm>
            <a:off x="3786888" y="768792"/>
            <a:ext cx="11113" cy="92"/>
          </a:xfrm>
          <a:custGeom>
            <a:avLst/>
            <a:gdLst/>
            <a:ahLst/>
            <a:cxnLst/>
            <a:rect l="0" t="0" r="0" b="0"/>
            <a:pathLst>
              <a:path w="57150" h="476">
                <a:moveTo>
                  <a:pt x="0" y="0"/>
                </a:moveTo>
                <a:lnTo>
                  <a:pt x="5715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5" name="U-Net forward | arrowhead">
            <a:extLst>
              <a:ext uri="{FF2B5EF4-FFF2-40B4-BE49-F238E27FC236}">
                <a16:creationId xmlns:a16="http://schemas.microsoft.com/office/drawing/2014/main" id="{7E1EBBAF-AEE2-37B8-8DBE-54560A42C6AC}"/>
              </a:ext>
            </a:extLst>
          </p:cNvPr>
          <p:cNvSpPr>
            <a:spLocks noGrp="1"/>
          </p:cNvSpPr>
          <p:nvPr/>
        </p:nvSpPr>
        <p:spPr>
          <a:xfrm>
            <a:off x="3789667" y="765125"/>
            <a:ext cx="8334" cy="7334"/>
          </a:xfrm>
          <a:custGeom>
            <a:avLst/>
            <a:gdLst/>
            <a:ahLst/>
            <a:cxnLst/>
            <a:rect l="0" t="0" r="0" b="0"/>
            <a:pathLst>
              <a:path w="42863" h="37719">
                <a:moveTo>
                  <a:pt x="42863" y="18860"/>
                </a:moveTo>
                <a:lnTo>
                  <a:pt x="0" y="0"/>
                </a:lnTo>
                <a:lnTo>
                  <a:pt x="0" y="37719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6" name="U-Net forward">
            <a:extLst>
              <a:ext uri="{FF2B5EF4-FFF2-40B4-BE49-F238E27FC236}">
                <a16:creationId xmlns:a16="http://schemas.microsoft.com/office/drawing/2014/main" id="{9096B61B-84F7-8577-8679-59C65AB15457}"/>
              </a:ext>
            </a:extLst>
          </p:cNvPr>
          <p:cNvSpPr>
            <a:spLocks noGrp="1"/>
          </p:cNvSpPr>
          <p:nvPr/>
        </p:nvSpPr>
        <p:spPr>
          <a:xfrm>
            <a:off x="3903567" y="768792"/>
            <a:ext cx="11113" cy="92"/>
          </a:xfrm>
          <a:custGeom>
            <a:avLst/>
            <a:gdLst/>
            <a:ahLst/>
            <a:cxnLst/>
            <a:rect l="0" t="0" r="0" b="0"/>
            <a:pathLst>
              <a:path w="57150" h="476">
                <a:moveTo>
                  <a:pt x="0" y="0"/>
                </a:moveTo>
                <a:lnTo>
                  <a:pt x="5715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7" name="U-Net forward | arrowhead">
            <a:extLst>
              <a:ext uri="{FF2B5EF4-FFF2-40B4-BE49-F238E27FC236}">
                <a16:creationId xmlns:a16="http://schemas.microsoft.com/office/drawing/2014/main" id="{BFB2C954-D1FD-06A0-4F3E-CF96F96DA463}"/>
              </a:ext>
            </a:extLst>
          </p:cNvPr>
          <p:cNvSpPr>
            <a:spLocks noGrp="1"/>
          </p:cNvSpPr>
          <p:nvPr/>
        </p:nvSpPr>
        <p:spPr>
          <a:xfrm>
            <a:off x="3906346" y="765125"/>
            <a:ext cx="8334" cy="7334"/>
          </a:xfrm>
          <a:custGeom>
            <a:avLst/>
            <a:gdLst/>
            <a:ahLst/>
            <a:cxnLst/>
            <a:rect l="0" t="0" r="0" b="0"/>
            <a:pathLst>
              <a:path w="42863" h="37719">
                <a:moveTo>
                  <a:pt x="42863" y="18860"/>
                </a:moveTo>
                <a:lnTo>
                  <a:pt x="0" y="0"/>
                </a:lnTo>
                <a:lnTo>
                  <a:pt x="0" y="37719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8" name="U-Net forward">
            <a:extLst>
              <a:ext uri="{FF2B5EF4-FFF2-40B4-BE49-F238E27FC236}">
                <a16:creationId xmlns:a16="http://schemas.microsoft.com/office/drawing/2014/main" id="{C1BE5FF1-F9CD-1967-580B-236B78166D90}"/>
              </a:ext>
            </a:extLst>
          </p:cNvPr>
          <p:cNvSpPr>
            <a:spLocks noGrp="1"/>
          </p:cNvSpPr>
          <p:nvPr/>
        </p:nvSpPr>
        <p:spPr>
          <a:xfrm>
            <a:off x="4048027" y="768792"/>
            <a:ext cx="14817" cy="92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9" name="U-Net forward | arrowhead">
            <a:extLst>
              <a:ext uri="{FF2B5EF4-FFF2-40B4-BE49-F238E27FC236}">
                <a16:creationId xmlns:a16="http://schemas.microsoft.com/office/drawing/2014/main" id="{C60DF523-572C-DEB3-8FEE-034453786CA8}"/>
              </a:ext>
            </a:extLst>
          </p:cNvPr>
          <p:cNvSpPr>
            <a:spLocks noGrp="1"/>
          </p:cNvSpPr>
          <p:nvPr/>
        </p:nvSpPr>
        <p:spPr>
          <a:xfrm>
            <a:off x="4053212" y="764555"/>
            <a:ext cx="9631" cy="8474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40" name="U-Net forward">
            <a:extLst>
              <a:ext uri="{FF2B5EF4-FFF2-40B4-BE49-F238E27FC236}">
                <a16:creationId xmlns:a16="http://schemas.microsoft.com/office/drawing/2014/main" id="{9DE6FC83-28F8-434F-18B4-E17854E44748}"/>
              </a:ext>
            </a:extLst>
          </p:cNvPr>
          <p:cNvSpPr>
            <a:spLocks noGrp="1"/>
          </p:cNvSpPr>
          <p:nvPr/>
        </p:nvSpPr>
        <p:spPr>
          <a:xfrm>
            <a:off x="4159150" y="768792"/>
            <a:ext cx="24076" cy="92"/>
          </a:xfrm>
          <a:custGeom>
            <a:avLst/>
            <a:gdLst/>
            <a:ahLst/>
            <a:cxnLst/>
            <a:rect l="0" t="0" r="0" b="0"/>
            <a:pathLst>
              <a:path w="123825" h="476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41" name="U-Net forward | arrowhead">
            <a:extLst>
              <a:ext uri="{FF2B5EF4-FFF2-40B4-BE49-F238E27FC236}">
                <a16:creationId xmlns:a16="http://schemas.microsoft.com/office/drawing/2014/main" id="{E54137A6-4214-96DF-FD65-670C91FFA5B9}"/>
              </a:ext>
            </a:extLst>
          </p:cNvPr>
          <p:cNvSpPr>
            <a:spLocks noGrp="1"/>
          </p:cNvSpPr>
          <p:nvPr/>
        </p:nvSpPr>
        <p:spPr>
          <a:xfrm>
            <a:off x="4167576" y="761906"/>
            <a:ext cx="15650" cy="13771"/>
          </a:xfrm>
          <a:custGeom>
            <a:avLst/>
            <a:gdLst/>
            <a:ahLst/>
            <a:cxnLst/>
            <a:rect l="0" t="0" r="0" b="0"/>
            <a:pathLst>
              <a:path w="80486" h="70828">
                <a:moveTo>
                  <a:pt x="80486" y="35414"/>
                </a:moveTo>
                <a:lnTo>
                  <a:pt x="0" y="0"/>
                </a:lnTo>
                <a:lnTo>
                  <a:pt x="0" y="7082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42" name="U-Net skip 1">
            <a:extLst>
              <a:ext uri="{FF2B5EF4-FFF2-40B4-BE49-F238E27FC236}">
                <a16:creationId xmlns:a16="http://schemas.microsoft.com/office/drawing/2014/main" id="{AD552ABD-E0E2-815D-6A83-7AD770480241}"/>
              </a:ext>
            </a:extLst>
          </p:cNvPr>
          <p:cNvSpPr>
            <a:spLocks noGrp="1"/>
          </p:cNvSpPr>
          <p:nvPr/>
        </p:nvSpPr>
        <p:spPr>
          <a:xfrm>
            <a:off x="2997919" y="427180"/>
            <a:ext cx="1257537" cy="101858"/>
          </a:xfrm>
          <a:custGeom>
            <a:avLst/>
            <a:gdLst/>
            <a:ahLst/>
            <a:cxnLst/>
            <a:rect l="0" t="0" r="0" b="0"/>
            <a:pathLst>
              <a:path w="6467475" h="438150">
                <a:moveTo>
                  <a:pt x="0" y="438150"/>
                </a:moveTo>
                <a:lnTo>
                  <a:pt x="0" y="0"/>
                </a:lnTo>
                <a:lnTo>
                  <a:pt x="6467475" y="0"/>
                </a:lnTo>
                <a:lnTo>
                  <a:pt x="6467475" y="438150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3" name="U-Net skip 1 | arrowhead">
            <a:extLst>
              <a:ext uri="{FF2B5EF4-FFF2-40B4-BE49-F238E27FC236}">
                <a16:creationId xmlns:a16="http://schemas.microsoft.com/office/drawing/2014/main" id="{E7B8FA34-F47F-DCAD-84B6-74D8B71F6275}"/>
              </a:ext>
            </a:extLst>
          </p:cNvPr>
          <p:cNvSpPr>
            <a:spLocks noGrp="1"/>
          </p:cNvSpPr>
          <p:nvPr/>
        </p:nvSpPr>
        <p:spPr>
          <a:xfrm>
            <a:off x="4247279" y="508836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5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44" name="U-Net skip 2">
            <a:extLst>
              <a:ext uri="{FF2B5EF4-FFF2-40B4-BE49-F238E27FC236}">
                <a16:creationId xmlns:a16="http://schemas.microsoft.com/office/drawing/2014/main" id="{95BB343C-1C80-6070-10F4-B7E5EF6062F5}"/>
              </a:ext>
            </a:extLst>
          </p:cNvPr>
          <p:cNvSpPr>
            <a:spLocks noGrp="1"/>
          </p:cNvSpPr>
          <p:nvPr/>
        </p:nvSpPr>
        <p:spPr>
          <a:xfrm>
            <a:off x="3134970" y="457966"/>
            <a:ext cx="976026" cy="101046"/>
          </a:xfrm>
          <a:custGeom>
            <a:avLst/>
            <a:gdLst/>
            <a:ahLst/>
            <a:cxnLst/>
            <a:rect l="0" t="0" r="0" b="0"/>
            <a:pathLst>
              <a:path w="5019675" h="447675">
                <a:moveTo>
                  <a:pt x="0" y="447675"/>
                </a:moveTo>
                <a:lnTo>
                  <a:pt x="0" y="0"/>
                </a:lnTo>
                <a:lnTo>
                  <a:pt x="5019675" y="0"/>
                </a:lnTo>
                <a:lnTo>
                  <a:pt x="5019675" y="447675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5" name="U-Net skip 2 | arrowhead">
            <a:extLst>
              <a:ext uri="{FF2B5EF4-FFF2-40B4-BE49-F238E27FC236}">
                <a16:creationId xmlns:a16="http://schemas.microsoft.com/office/drawing/2014/main" id="{D84B5D4D-A7EA-B33C-43CD-D33B51D4FA9E}"/>
              </a:ext>
            </a:extLst>
          </p:cNvPr>
          <p:cNvSpPr>
            <a:spLocks noGrp="1"/>
          </p:cNvSpPr>
          <p:nvPr/>
        </p:nvSpPr>
        <p:spPr>
          <a:xfrm>
            <a:off x="4102440" y="555135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5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46" name="U-Net skip 3">
            <a:extLst>
              <a:ext uri="{FF2B5EF4-FFF2-40B4-BE49-F238E27FC236}">
                <a16:creationId xmlns:a16="http://schemas.microsoft.com/office/drawing/2014/main" id="{2D3B2364-4969-FDFD-AC5A-83105465B6C2}"/>
              </a:ext>
            </a:extLst>
          </p:cNvPr>
          <p:cNvSpPr>
            <a:spLocks noGrp="1"/>
          </p:cNvSpPr>
          <p:nvPr/>
        </p:nvSpPr>
        <p:spPr>
          <a:xfrm>
            <a:off x="3268317" y="490609"/>
            <a:ext cx="717378" cy="112354"/>
          </a:xfrm>
          <a:custGeom>
            <a:avLst/>
            <a:gdLst/>
            <a:ahLst/>
            <a:cxnLst/>
            <a:rect l="0" t="0" r="0" b="0"/>
            <a:pathLst>
              <a:path w="3667125" h="419100">
                <a:moveTo>
                  <a:pt x="0" y="419100"/>
                </a:moveTo>
                <a:lnTo>
                  <a:pt x="0" y="0"/>
                </a:lnTo>
                <a:lnTo>
                  <a:pt x="3667125" y="0"/>
                </a:lnTo>
                <a:lnTo>
                  <a:pt x="3667125" y="419100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7" name="U-Net skip 3 | arrowhead">
            <a:extLst>
              <a:ext uri="{FF2B5EF4-FFF2-40B4-BE49-F238E27FC236}">
                <a16:creationId xmlns:a16="http://schemas.microsoft.com/office/drawing/2014/main" id="{6D635E38-CB4E-A992-ABBF-5D055F9693AE}"/>
              </a:ext>
            </a:extLst>
          </p:cNvPr>
          <p:cNvSpPr>
            <a:spLocks noGrp="1"/>
          </p:cNvSpPr>
          <p:nvPr/>
        </p:nvSpPr>
        <p:spPr>
          <a:xfrm>
            <a:off x="3976964" y="592175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48" name="U-Net skip 4">
            <a:extLst>
              <a:ext uri="{FF2B5EF4-FFF2-40B4-BE49-F238E27FC236}">
                <a16:creationId xmlns:a16="http://schemas.microsoft.com/office/drawing/2014/main" id="{BA2C6548-BBC3-B71B-E60A-3A2EA5FF0977}"/>
              </a:ext>
            </a:extLst>
          </p:cNvPr>
          <p:cNvSpPr>
            <a:spLocks noGrp="1"/>
          </p:cNvSpPr>
          <p:nvPr/>
        </p:nvSpPr>
        <p:spPr>
          <a:xfrm>
            <a:off x="3399812" y="523778"/>
            <a:ext cx="450046" cy="145254"/>
          </a:xfrm>
          <a:custGeom>
            <a:avLst/>
            <a:gdLst/>
            <a:ahLst/>
            <a:cxnLst/>
            <a:rect l="0" t="0" r="0" b="0"/>
            <a:pathLst>
              <a:path w="2314575" h="504825">
                <a:moveTo>
                  <a:pt x="0" y="504825"/>
                </a:moveTo>
                <a:lnTo>
                  <a:pt x="0" y="0"/>
                </a:lnTo>
                <a:lnTo>
                  <a:pt x="2314575" y="0"/>
                </a:lnTo>
                <a:lnTo>
                  <a:pt x="2314575" y="504825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9" name="U-Net skip 4 | arrowhead">
            <a:extLst>
              <a:ext uri="{FF2B5EF4-FFF2-40B4-BE49-F238E27FC236}">
                <a16:creationId xmlns:a16="http://schemas.microsoft.com/office/drawing/2014/main" id="{01B6D0C1-FD5C-8FB7-2E1A-F879D49E6750}"/>
              </a:ext>
            </a:extLst>
          </p:cNvPr>
          <p:cNvSpPr>
            <a:spLocks noGrp="1"/>
          </p:cNvSpPr>
          <p:nvPr/>
        </p:nvSpPr>
        <p:spPr>
          <a:xfrm>
            <a:off x="3841302" y="660951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50" name="Skip connections">
            <a:extLst>
              <a:ext uri="{FF2B5EF4-FFF2-40B4-BE49-F238E27FC236}">
                <a16:creationId xmlns:a16="http://schemas.microsoft.com/office/drawing/2014/main" id="{2B09B6C9-B0D1-3A19-7995-EA0E25A48C3F}"/>
              </a:ext>
            </a:extLst>
          </p:cNvPr>
          <p:cNvSpPr>
            <a:spLocks noGrp="1"/>
          </p:cNvSpPr>
          <p:nvPr/>
        </p:nvSpPr>
        <p:spPr>
          <a:xfrm>
            <a:off x="3322472" y="349024"/>
            <a:ext cx="592653" cy="6296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617F9F"/>
                </a:solidFill>
                <a:latin typeface="Arial"/>
                <a:ea typeface="Arial"/>
                <a:cs typeface="Arial"/>
              </a:defRPr>
            </a:pPr>
            <a:r>
              <a:rPr sz="364" dirty="0">
                <a:solidFill>
                  <a:srgbClr val="617F9F"/>
                </a:solidFill>
                <a:latin typeface="Arial"/>
                <a:ea typeface="Arial"/>
                <a:cs typeface="Arial"/>
              </a:rPr>
              <a:t>Skip connections</a:t>
            </a:r>
          </a:p>
        </p:txBody>
      </p:sp>
      <p:sp>
        <p:nvSpPr>
          <p:cNvPr id="1551" name="Encoder">
            <a:extLst>
              <a:ext uri="{FF2B5EF4-FFF2-40B4-BE49-F238E27FC236}">
                <a16:creationId xmlns:a16="http://schemas.microsoft.com/office/drawing/2014/main" id="{299C2F67-A7DE-87F9-2EF4-DF6C176C1359}"/>
              </a:ext>
            </a:extLst>
          </p:cNvPr>
          <p:cNvSpPr>
            <a:spLocks noGrp="1"/>
          </p:cNvSpPr>
          <p:nvPr/>
        </p:nvSpPr>
        <p:spPr>
          <a:xfrm>
            <a:off x="2959721" y="800705"/>
            <a:ext cx="431525" cy="759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507CAB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507CAB"/>
                </a:solidFill>
                <a:latin typeface="Arial"/>
                <a:ea typeface="Arial"/>
                <a:cs typeface="Arial"/>
              </a:rPr>
              <a:t>Encoder</a:t>
            </a:r>
          </a:p>
        </p:txBody>
      </p:sp>
      <p:sp>
        <p:nvSpPr>
          <p:cNvPr id="1552" name="Bottleneck">
            <a:extLst>
              <a:ext uri="{FF2B5EF4-FFF2-40B4-BE49-F238E27FC236}">
                <a16:creationId xmlns:a16="http://schemas.microsoft.com/office/drawing/2014/main" id="{950E82E8-8259-B728-51CB-C945479A2E07}"/>
              </a:ext>
            </a:extLst>
          </p:cNvPr>
          <p:cNvSpPr>
            <a:spLocks noGrp="1"/>
          </p:cNvSpPr>
          <p:nvPr/>
        </p:nvSpPr>
        <p:spPr>
          <a:xfrm>
            <a:off x="3453522" y="791599"/>
            <a:ext cx="338924" cy="759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8C72AC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8C72AC"/>
                </a:solidFill>
                <a:latin typeface="Arial"/>
                <a:ea typeface="Arial"/>
                <a:cs typeface="Arial"/>
              </a:rPr>
              <a:t>Bottleneck</a:t>
            </a:r>
          </a:p>
        </p:txBody>
      </p:sp>
      <p:sp>
        <p:nvSpPr>
          <p:cNvPr id="1553" name="Decoder">
            <a:extLst>
              <a:ext uri="{FF2B5EF4-FFF2-40B4-BE49-F238E27FC236}">
                <a16:creationId xmlns:a16="http://schemas.microsoft.com/office/drawing/2014/main" id="{B76259FB-1513-7C07-340C-DB6B45E72088}"/>
              </a:ext>
            </a:extLst>
          </p:cNvPr>
          <p:cNvSpPr>
            <a:spLocks noGrp="1"/>
          </p:cNvSpPr>
          <p:nvPr/>
        </p:nvSpPr>
        <p:spPr>
          <a:xfrm>
            <a:off x="3876230" y="797038"/>
            <a:ext cx="411153" cy="759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4F8E84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4F8E84"/>
                </a:solidFill>
                <a:latin typeface="Arial"/>
                <a:ea typeface="Arial"/>
                <a:cs typeface="Arial"/>
              </a:rPr>
              <a:t>Decoder</a:t>
            </a:r>
          </a:p>
        </p:txBody>
      </p:sp>
      <p:sp>
        <p:nvSpPr>
          <p:cNvPr id="1554" name="Voxel-to-point fusion">
            <a:extLst>
              <a:ext uri="{FF2B5EF4-FFF2-40B4-BE49-F238E27FC236}">
                <a16:creationId xmlns:a16="http://schemas.microsoft.com/office/drawing/2014/main" id="{BE1E1F3A-60EB-1A55-D87C-54C2BACBA4CF}"/>
              </a:ext>
            </a:extLst>
          </p:cNvPr>
          <p:cNvSpPr>
            <a:spLocks noGrp="1"/>
          </p:cNvSpPr>
          <p:nvPr/>
        </p:nvSpPr>
        <p:spPr>
          <a:xfrm>
            <a:off x="3313416" y="875863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555" name="Voxel-to-point fusion | arrowhead">
            <a:extLst>
              <a:ext uri="{FF2B5EF4-FFF2-40B4-BE49-F238E27FC236}">
                <a16:creationId xmlns:a16="http://schemas.microsoft.com/office/drawing/2014/main" id="{499892AD-7BFD-F77B-07D4-AE34BAC7B430}"/>
              </a:ext>
            </a:extLst>
          </p:cNvPr>
          <p:cNvSpPr>
            <a:spLocks noGrp="1"/>
          </p:cNvSpPr>
          <p:nvPr/>
        </p:nvSpPr>
        <p:spPr>
          <a:xfrm>
            <a:off x="3304373" y="1167231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556" name="Voxel-to-point fusion">
            <a:extLst>
              <a:ext uri="{FF2B5EF4-FFF2-40B4-BE49-F238E27FC236}">
                <a16:creationId xmlns:a16="http://schemas.microsoft.com/office/drawing/2014/main" id="{5309417F-8CA5-0B08-F277-05DF890119A6}"/>
              </a:ext>
            </a:extLst>
          </p:cNvPr>
          <p:cNvSpPr>
            <a:spLocks noGrp="1"/>
          </p:cNvSpPr>
          <p:nvPr/>
        </p:nvSpPr>
        <p:spPr>
          <a:xfrm>
            <a:off x="3183123" y="927668"/>
            <a:ext cx="865366" cy="13704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388BBE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388BBE"/>
                </a:solidFill>
                <a:latin typeface="Arial"/>
                <a:ea typeface="Arial"/>
                <a:cs typeface="Arial"/>
              </a:rPr>
              <a:t>Voxel-to-point fusion</a:t>
            </a:r>
          </a:p>
        </p:txBody>
      </p:sp>
      <p:sp>
        <p:nvSpPr>
          <p:cNvPr id="1557" name="b | refined point stage">
            <a:extLst>
              <a:ext uri="{FF2B5EF4-FFF2-40B4-BE49-F238E27FC236}">
                <a16:creationId xmlns:a16="http://schemas.microsoft.com/office/drawing/2014/main" id="{E55B4B73-F3BC-2FE1-D809-C85935104050}"/>
              </a:ext>
            </a:extLst>
          </p:cNvPr>
          <p:cNvSpPr>
            <a:spLocks noGrp="1"/>
          </p:cNvSpPr>
          <p:nvPr/>
        </p:nvSpPr>
        <p:spPr>
          <a:xfrm>
            <a:off x="2920133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58" name="b | refined point stage">
            <a:extLst>
              <a:ext uri="{FF2B5EF4-FFF2-40B4-BE49-F238E27FC236}">
                <a16:creationId xmlns:a16="http://schemas.microsoft.com/office/drawing/2014/main" id="{A0A6F2C9-B73E-15D5-63F7-D68D3F715458}"/>
              </a:ext>
            </a:extLst>
          </p:cNvPr>
          <p:cNvSpPr>
            <a:spLocks noGrp="1"/>
          </p:cNvSpPr>
          <p:nvPr/>
        </p:nvSpPr>
        <p:spPr>
          <a:xfrm>
            <a:off x="3223868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59" name="b | refined point stage">
            <a:extLst>
              <a:ext uri="{FF2B5EF4-FFF2-40B4-BE49-F238E27FC236}">
                <a16:creationId xmlns:a16="http://schemas.microsoft.com/office/drawing/2014/main" id="{8139EA1E-C6F4-E621-FB9C-9E8F58649FE5}"/>
              </a:ext>
            </a:extLst>
          </p:cNvPr>
          <p:cNvSpPr>
            <a:spLocks noGrp="1"/>
          </p:cNvSpPr>
          <p:nvPr/>
        </p:nvSpPr>
        <p:spPr>
          <a:xfrm>
            <a:off x="3527603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60" name="b | refined point stage">
            <a:extLst>
              <a:ext uri="{FF2B5EF4-FFF2-40B4-BE49-F238E27FC236}">
                <a16:creationId xmlns:a16="http://schemas.microsoft.com/office/drawing/2014/main" id="{5917C98C-391A-46FD-7364-624A734B8047}"/>
              </a:ext>
            </a:extLst>
          </p:cNvPr>
          <p:cNvSpPr>
            <a:spLocks noGrp="1"/>
          </p:cNvSpPr>
          <p:nvPr/>
        </p:nvSpPr>
        <p:spPr>
          <a:xfrm>
            <a:off x="3831338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61" name="b | refined point stage">
            <a:extLst>
              <a:ext uri="{FF2B5EF4-FFF2-40B4-BE49-F238E27FC236}">
                <a16:creationId xmlns:a16="http://schemas.microsoft.com/office/drawing/2014/main" id="{967EF3AB-149C-A44F-2B56-C729D3172EE7}"/>
              </a:ext>
            </a:extLst>
          </p:cNvPr>
          <p:cNvSpPr>
            <a:spLocks noGrp="1"/>
          </p:cNvSpPr>
          <p:nvPr/>
        </p:nvSpPr>
        <p:spPr>
          <a:xfrm>
            <a:off x="4135073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  <p:txBody>
          <a:bodyPr/>
          <a:lstStyle/>
          <a:p>
            <a:endParaRPr lang="zh-CN" altLang="en-US" sz="1289" dirty="0"/>
          </a:p>
        </p:txBody>
      </p:sp>
      <p:sp>
        <p:nvSpPr>
          <p:cNvPr id="1562" name="Point pathway forward">
            <a:extLst>
              <a:ext uri="{FF2B5EF4-FFF2-40B4-BE49-F238E27FC236}">
                <a16:creationId xmlns:a16="http://schemas.microsoft.com/office/drawing/2014/main" id="{A5784651-2F7C-015A-5CD5-DA1136A57365}"/>
              </a:ext>
            </a:extLst>
          </p:cNvPr>
          <p:cNvSpPr>
            <a:spLocks noGrp="1"/>
          </p:cNvSpPr>
          <p:nvPr/>
        </p:nvSpPr>
        <p:spPr>
          <a:xfrm>
            <a:off x="3123858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3" name="Point pathway forward | arrowhead">
            <a:extLst>
              <a:ext uri="{FF2B5EF4-FFF2-40B4-BE49-F238E27FC236}">
                <a16:creationId xmlns:a16="http://schemas.microsoft.com/office/drawing/2014/main" id="{8A8CAC6B-B84C-021F-EE3C-07253A7A5BF3}"/>
              </a:ext>
            </a:extLst>
          </p:cNvPr>
          <p:cNvSpPr>
            <a:spLocks noGrp="1"/>
          </p:cNvSpPr>
          <p:nvPr/>
        </p:nvSpPr>
        <p:spPr>
          <a:xfrm>
            <a:off x="3191458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64" name="Point pathway forward">
            <a:extLst>
              <a:ext uri="{FF2B5EF4-FFF2-40B4-BE49-F238E27FC236}">
                <a16:creationId xmlns:a16="http://schemas.microsoft.com/office/drawing/2014/main" id="{2086DACA-F211-0516-83ED-EAF40E78A93E}"/>
              </a:ext>
            </a:extLst>
          </p:cNvPr>
          <p:cNvSpPr>
            <a:spLocks noGrp="1"/>
          </p:cNvSpPr>
          <p:nvPr/>
        </p:nvSpPr>
        <p:spPr>
          <a:xfrm>
            <a:off x="3427593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5" name="Point pathway forward | arrowhead">
            <a:extLst>
              <a:ext uri="{FF2B5EF4-FFF2-40B4-BE49-F238E27FC236}">
                <a16:creationId xmlns:a16="http://schemas.microsoft.com/office/drawing/2014/main" id="{68848876-B942-EEB8-2919-3245FBD72825}"/>
              </a:ext>
            </a:extLst>
          </p:cNvPr>
          <p:cNvSpPr>
            <a:spLocks noGrp="1"/>
          </p:cNvSpPr>
          <p:nvPr/>
        </p:nvSpPr>
        <p:spPr>
          <a:xfrm>
            <a:off x="3495193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66" name="Point pathway forward">
            <a:extLst>
              <a:ext uri="{FF2B5EF4-FFF2-40B4-BE49-F238E27FC236}">
                <a16:creationId xmlns:a16="http://schemas.microsoft.com/office/drawing/2014/main" id="{517B7A95-56CA-6722-2034-A58159BBABF4}"/>
              </a:ext>
            </a:extLst>
          </p:cNvPr>
          <p:cNvSpPr>
            <a:spLocks noGrp="1"/>
          </p:cNvSpPr>
          <p:nvPr/>
        </p:nvSpPr>
        <p:spPr>
          <a:xfrm>
            <a:off x="3731327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7" name="Point pathway forward | arrowhead">
            <a:extLst>
              <a:ext uri="{FF2B5EF4-FFF2-40B4-BE49-F238E27FC236}">
                <a16:creationId xmlns:a16="http://schemas.microsoft.com/office/drawing/2014/main" id="{1F9B8113-BD39-3048-DC67-8BC6A2FBE701}"/>
              </a:ext>
            </a:extLst>
          </p:cNvPr>
          <p:cNvSpPr>
            <a:spLocks noGrp="1"/>
          </p:cNvSpPr>
          <p:nvPr/>
        </p:nvSpPr>
        <p:spPr>
          <a:xfrm>
            <a:off x="3798928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68" name="Point pathway forward">
            <a:extLst>
              <a:ext uri="{FF2B5EF4-FFF2-40B4-BE49-F238E27FC236}">
                <a16:creationId xmlns:a16="http://schemas.microsoft.com/office/drawing/2014/main" id="{1109744A-46DE-5186-2FB6-5238163A3E79}"/>
              </a:ext>
            </a:extLst>
          </p:cNvPr>
          <p:cNvSpPr>
            <a:spLocks noGrp="1"/>
          </p:cNvSpPr>
          <p:nvPr/>
        </p:nvSpPr>
        <p:spPr>
          <a:xfrm>
            <a:off x="4035062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9" name="Point pathway forward | arrowhead">
            <a:extLst>
              <a:ext uri="{FF2B5EF4-FFF2-40B4-BE49-F238E27FC236}">
                <a16:creationId xmlns:a16="http://schemas.microsoft.com/office/drawing/2014/main" id="{04CF95D7-587B-A305-EC6B-C95DE4453B36}"/>
              </a:ext>
            </a:extLst>
          </p:cNvPr>
          <p:cNvSpPr>
            <a:spLocks noGrp="1"/>
          </p:cNvSpPr>
          <p:nvPr/>
        </p:nvSpPr>
        <p:spPr>
          <a:xfrm>
            <a:off x="4102662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70" name="Point recycling rounded return">
            <a:extLst>
              <a:ext uri="{FF2B5EF4-FFF2-40B4-BE49-F238E27FC236}">
                <a16:creationId xmlns:a16="http://schemas.microsoft.com/office/drawing/2014/main" id="{F141F842-8A45-7DB7-B3CD-5C2078764727}"/>
              </a:ext>
            </a:extLst>
          </p:cNvPr>
          <p:cNvSpPr>
            <a:spLocks noGrp="1"/>
          </p:cNvSpPr>
          <p:nvPr/>
        </p:nvSpPr>
        <p:spPr>
          <a:xfrm>
            <a:off x="3016439" y="1359902"/>
            <a:ext cx="1214940" cy="105563"/>
          </a:xfrm>
          <a:custGeom>
            <a:avLst/>
            <a:gdLst/>
            <a:ahLst/>
            <a:cxnLst/>
            <a:rect l="0" t="0" r="0" b="0"/>
            <a:pathLst>
              <a:path w="6248400" h="542925">
                <a:moveTo>
                  <a:pt x="6248400" y="0"/>
                </a:moveTo>
                <a:lnTo>
                  <a:pt x="6248400" y="314325"/>
                </a:lnTo>
                <a:lnTo>
                  <a:pt x="6247148" y="338220"/>
                </a:lnTo>
                <a:lnTo>
                  <a:pt x="6243405" y="361854"/>
                </a:lnTo>
                <a:lnTo>
                  <a:pt x="6237212" y="384966"/>
                </a:lnTo>
                <a:lnTo>
                  <a:pt x="6228636" y="407305"/>
                </a:lnTo>
                <a:lnTo>
                  <a:pt x="6217773" y="428625"/>
                </a:lnTo>
                <a:lnTo>
                  <a:pt x="6204741" y="448693"/>
                </a:lnTo>
                <a:lnTo>
                  <a:pt x="6189683" y="467288"/>
                </a:lnTo>
                <a:lnTo>
                  <a:pt x="6172763" y="484208"/>
                </a:lnTo>
                <a:lnTo>
                  <a:pt x="6154168" y="499266"/>
                </a:lnTo>
                <a:lnTo>
                  <a:pt x="6134100" y="512298"/>
                </a:lnTo>
                <a:lnTo>
                  <a:pt x="6112780" y="523161"/>
                </a:lnTo>
                <a:lnTo>
                  <a:pt x="6090441" y="531737"/>
                </a:lnTo>
                <a:lnTo>
                  <a:pt x="6067329" y="537930"/>
                </a:lnTo>
                <a:lnTo>
                  <a:pt x="6043695" y="541673"/>
                </a:lnTo>
                <a:lnTo>
                  <a:pt x="6019800" y="542925"/>
                </a:lnTo>
                <a:lnTo>
                  <a:pt x="228600" y="542925"/>
                </a:lnTo>
                <a:lnTo>
                  <a:pt x="204705" y="541673"/>
                </a:lnTo>
                <a:lnTo>
                  <a:pt x="181071" y="537930"/>
                </a:lnTo>
                <a:lnTo>
                  <a:pt x="157959" y="531737"/>
                </a:lnTo>
                <a:lnTo>
                  <a:pt x="135620" y="523161"/>
                </a:lnTo>
                <a:lnTo>
                  <a:pt x="114300" y="512298"/>
                </a:lnTo>
                <a:lnTo>
                  <a:pt x="94232" y="499266"/>
                </a:lnTo>
                <a:lnTo>
                  <a:pt x="75637" y="484208"/>
                </a:lnTo>
                <a:lnTo>
                  <a:pt x="58717" y="467288"/>
                </a:lnTo>
                <a:lnTo>
                  <a:pt x="43659" y="448693"/>
                </a:lnTo>
                <a:lnTo>
                  <a:pt x="30627" y="428625"/>
                </a:lnTo>
                <a:lnTo>
                  <a:pt x="19764" y="407305"/>
                </a:lnTo>
                <a:lnTo>
                  <a:pt x="11188" y="384966"/>
                </a:lnTo>
                <a:lnTo>
                  <a:pt x="4995" y="361854"/>
                </a:lnTo>
                <a:lnTo>
                  <a:pt x="1252" y="338220"/>
                </a:lnTo>
                <a:lnTo>
                  <a:pt x="0" y="314325"/>
                </a:lnTo>
                <a:lnTo>
                  <a:pt x="0" y="0"/>
                </a:lnTo>
              </a:path>
            </a:pathLst>
          </a:custGeom>
          <a:noFill/>
          <a:ln w="7761">
            <a:solidFill>
              <a:srgbClr val="6B94B8"/>
            </a:solidFill>
            <a:prstDash val="solid"/>
          </a:ln>
        </p:spPr>
      </p:sp>
      <p:sp>
        <p:nvSpPr>
          <p:cNvPr id="1571" name="Point recycling rounded return | arrowhead">
            <a:extLst>
              <a:ext uri="{FF2B5EF4-FFF2-40B4-BE49-F238E27FC236}">
                <a16:creationId xmlns:a16="http://schemas.microsoft.com/office/drawing/2014/main" id="{5DEC4188-1754-0CB5-9AD4-91EE68720798}"/>
              </a:ext>
            </a:extLst>
          </p:cNvPr>
          <p:cNvSpPr>
            <a:spLocks noGrp="1"/>
          </p:cNvSpPr>
          <p:nvPr/>
        </p:nvSpPr>
        <p:spPr>
          <a:xfrm>
            <a:off x="3007883" y="1359902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0"/>
                </a:moveTo>
                <a:lnTo>
                  <a:pt x="0" y="100013"/>
                </a:lnTo>
                <a:lnTo>
                  <a:pt x="88011" y="100013"/>
                </a:lnTo>
                <a:close/>
              </a:path>
            </a:pathLst>
          </a:custGeom>
          <a:solidFill>
            <a:srgbClr val="6B94B8"/>
          </a:solidFill>
          <a:ln w="0">
            <a:noFill/>
          </a:ln>
        </p:spPr>
      </p:sp>
      <p:sp>
        <p:nvSpPr>
          <p:cNvPr id="1572" name="Recycle">
            <a:extLst>
              <a:ext uri="{FF2B5EF4-FFF2-40B4-BE49-F238E27FC236}">
                <a16:creationId xmlns:a16="http://schemas.microsoft.com/office/drawing/2014/main" id="{5DDA785A-E893-2768-BFEA-5E3D10103A25}"/>
              </a:ext>
            </a:extLst>
          </p:cNvPr>
          <p:cNvSpPr>
            <a:spLocks noGrp="1"/>
          </p:cNvSpPr>
          <p:nvPr/>
        </p:nvSpPr>
        <p:spPr>
          <a:xfrm>
            <a:off x="3466486" y="1385830"/>
            <a:ext cx="314847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4E769C"/>
                </a:solidFill>
                <a:latin typeface="Arial"/>
                <a:ea typeface="Arial"/>
                <a:cs typeface="Arial"/>
              </a:defRPr>
            </a:pPr>
            <a:r>
              <a:rPr sz="423" i="1">
                <a:solidFill>
                  <a:srgbClr val="4E769C"/>
                </a:solidFill>
                <a:latin typeface="Segoe UI"/>
                <a:ea typeface="Segoe UI"/>
                <a:cs typeface="Segoe UI"/>
              </a:rPr>
              <a:t>Recycle</a:t>
            </a:r>
          </a:p>
        </p:txBody>
      </p:sp>
      <p:sp>
        <p:nvSpPr>
          <p:cNvPr id="1573" name="Point Transformer V3">
            <a:extLst>
              <a:ext uri="{FF2B5EF4-FFF2-40B4-BE49-F238E27FC236}">
                <a16:creationId xmlns:a16="http://schemas.microsoft.com/office/drawing/2014/main" id="{9C229B53-2310-3BBE-B80C-8418F3E56817}"/>
              </a:ext>
            </a:extLst>
          </p:cNvPr>
          <p:cNvSpPr>
            <a:spLocks noGrp="1"/>
          </p:cNvSpPr>
          <p:nvPr/>
        </p:nvSpPr>
        <p:spPr>
          <a:xfrm>
            <a:off x="3007180" y="1498801"/>
            <a:ext cx="1235312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652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67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Point Transformer V3</a:t>
            </a:r>
          </a:p>
        </p:txBody>
      </p:sp>
      <p:sp>
        <p:nvSpPr>
          <p:cNvPr id="1574" name="Voxel pathway to ligand-area probability">
            <a:extLst>
              <a:ext uri="{FF2B5EF4-FFF2-40B4-BE49-F238E27FC236}">
                <a16:creationId xmlns:a16="http://schemas.microsoft.com/office/drawing/2014/main" id="{D0453500-5D20-9075-AC83-53BAE7836991}"/>
              </a:ext>
            </a:extLst>
          </p:cNvPr>
          <p:cNvSpPr>
            <a:spLocks noGrp="1"/>
          </p:cNvSpPr>
          <p:nvPr/>
        </p:nvSpPr>
        <p:spPr>
          <a:xfrm>
            <a:off x="4329537" y="615407"/>
            <a:ext cx="94454" cy="92"/>
          </a:xfrm>
          <a:custGeom>
            <a:avLst/>
            <a:gdLst/>
            <a:ahLst/>
            <a:cxnLst/>
            <a:rect l="0" t="0" r="0" b="0"/>
            <a:pathLst>
              <a:path w="485775" h="476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/>
          <a:ln w="7502">
            <a:solidFill>
              <a:srgbClr val="388BBE"/>
            </a:solidFill>
            <a:prstDash val="solid"/>
          </a:ln>
        </p:spPr>
      </p:sp>
      <p:sp>
        <p:nvSpPr>
          <p:cNvPr id="1575" name="Voxel pathway to ligand-area probability | arrowhead">
            <a:extLst>
              <a:ext uri="{FF2B5EF4-FFF2-40B4-BE49-F238E27FC236}">
                <a16:creationId xmlns:a16="http://schemas.microsoft.com/office/drawing/2014/main" id="{31B7DEAC-191C-5141-A148-178A012222C6}"/>
              </a:ext>
            </a:extLst>
          </p:cNvPr>
          <p:cNvSpPr>
            <a:spLocks noGrp="1"/>
          </p:cNvSpPr>
          <p:nvPr/>
        </p:nvSpPr>
        <p:spPr>
          <a:xfrm>
            <a:off x="4404545" y="606851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576" name="Point pathway to atom binding probability">
            <a:extLst>
              <a:ext uri="{FF2B5EF4-FFF2-40B4-BE49-F238E27FC236}">
                <a16:creationId xmlns:a16="http://schemas.microsoft.com/office/drawing/2014/main" id="{86FA6A24-595A-1A3E-A431-A91DE831A4B8}"/>
              </a:ext>
            </a:extLst>
          </p:cNvPr>
          <p:cNvSpPr>
            <a:spLocks noGrp="1"/>
          </p:cNvSpPr>
          <p:nvPr/>
        </p:nvSpPr>
        <p:spPr>
          <a:xfrm>
            <a:off x="4342502" y="1267304"/>
            <a:ext cx="81490" cy="92"/>
          </a:xfrm>
          <a:custGeom>
            <a:avLst/>
            <a:gdLst/>
            <a:ahLst/>
            <a:cxnLst/>
            <a:rect l="0" t="0" r="0" b="0"/>
            <a:pathLst>
              <a:path w="419100" h="476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/>
          <a:ln w="7502">
            <a:solidFill>
              <a:srgbClr val="8C77B3"/>
            </a:solidFill>
            <a:prstDash val="solid"/>
          </a:ln>
        </p:spPr>
      </p:sp>
      <p:sp>
        <p:nvSpPr>
          <p:cNvPr id="1577" name="Point pathway to atom binding probability | arrowhead">
            <a:extLst>
              <a:ext uri="{FF2B5EF4-FFF2-40B4-BE49-F238E27FC236}">
                <a16:creationId xmlns:a16="http://schemas.microsoft.com/office/drawing/2014/main" id="{1D3BEB45-F38A-A727-7D8A-1AD77E7A3952}"/>
              </a:ext>
            </a:extLst>
          </p:cNvPr>
          <p:cNvSpPr>
            <a:spLocks noGrp="1"/>
          </p:cNvSpPr>
          <p:nvPr/>
        </p:nvSpPr>
        <p:spPr>
          <a:xfrm>
            <a:off x="4404545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78" name="Ligand-area probability">
            <a:extLst>
              <a:ext uri="{FF2B5EF4-FFF2-40B4-BE49-F238E27FC236}">
                <a16:creationId xmlns:a16="http://schemas.microsoft.com/office/drawing/2014/main" id="{46599E5C-9E07-10FE-27B5-35D57B7D6FE4}"/>
              </a:ext>
            </a:extLst>
          </p:cNvPr>
          <p:cNvSpPr>
            <a:spLocks noGrp="1"/>
          </p:cNvSpPr>
          <p:nvPr/>
        </p:nvSpPr>
        <p:spPr>
          <a:xfrm>
            <a:off x="4464737" y="320942"/>
            <a:ext cx="520423" cy="11482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Ligand-region</a:t>
            </a:r>
          </a:p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probability</a:t>
            </a:r>
          </a:p>
        </p:txBody>
      </p:sp>
      <p:grpSp>
        <p:nvGrpSpPr>
          <p:cNvPr id="1579" name="b | Ligand-area probability cube | v4 editable"/>
          <p:cNvGrpSpPr/>
          <p:nvPr/>
        </p:nvGrpSpPr>
        <p:grpSpPr>
          <a:xfrm>
            <a:off x="4490442" y="459000"/>
            <a:ext cx="334115" cy="263000"/>
            <a:chOff x="4043880" y="489960"/>
            <a:chExt cx="571680" cy="450000"/>
          </a:xfrm>
        </p:grpSpPr>
        <p:sp>
          <p:nvSpPr>
            <p:cNvPr id="1580" name="asset_2027_0">
              <a:extLst>
                <a:ext uri="{FF2B5EF4-FFF2-40B4-BE49-F238E27FC236}">
                  <a16:creationId xmlns:a16="http://schemas.microsoft.com/office/drawing/2014/main" id="{8E79CF82-FECD-4D00-AB68-C2266EE3EBE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41">
              <a:solidFill>
                <a:srgbClr val="87ADD3"/>
              </a:solidFill>
            </a:ln>
          </p:spPr>
        </p:sp>
        <p:sp>
          <p:nvSpPr>
            <p:cNvPr id="1581" name="asset_2027_1">
              <a:extLst>
                <a:ext uri="{FF2B5EF4-FFF2-40B4-BE49-F238E27FC236}">
                  <a16:creationId xmlns:a16="http://schemas.microsoft.com/office/drawing/2014/main" id="{E446BF4D-A2D0-496C-B38C-B55BBAF933D7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41">
              <a:solidFill>
                <a:srgbClr val="87ADD3"/>
              </a:solidFill>
            </a:ln>
          </p:spPr>
        </p:sp>
        <p:sp>
          <p:nvSpPr>
            <p:cNvPr id="1582" name="asset_2027_2">
              <a:extLst>
                <a:ext uri="{FF2B5EF4-FFF2-40B4-BE49-F238E27FC236}">
                  <a16:creationId xmlns:a16="http://schemas.microsoft.com/office/drawing/2014/main" id="{626787CB-A188-4A03-A26D-D0FCE8934E5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41">
              <a:solidFill>
                <a:srgbClr val="87ADD3"/>
              </a:solidFill>
            </a:ln>
          </p:spPr>
        </p:sp>
        <p:sp>
          <p:nvSpPr>
            <p:cNvPr id="1583" name="asset_2027_3">
              <a:extLst>
                <a:ext uri="{FF2B5EF4-FFF2-40B4-BE49-F238E27FC236}">
                  <a16:creationId xmlns:a16="http://schemas.microsoft.com/office/drawing/2014/main" id="{3F137EB4-FF78-4209-90D6-2A8A13DE644F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4" name="asset_2027_4">
              <a:extLst>
                <a:ext uri="{FF2B5EF4-FFF2-40B4-BE49-F238E27FC236}">
                  <a16:creationId xmlns:a16="http://schemas.microsoft.com/office/drawing/2014/main" id="{9F951526-25DB-40E6-9DC1-B23B253533F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5" name="asset_2027_5">
              <a:extLst>
                <a:ext uri="{FF2B5EF4-FFF2-40B4-BE49-F238E27FC236}">
                  <a16:creationId xmlns:a16="http://schemas.microsoft.com/office/drawing/2014/main" id="{837FF1A3-137E-4D28-823C-000E5C57B683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6" name="asset_2027_6">
              <a:extLst>
                <a:ext uri="{FF2B5EF4-FFF2-40B4-BE49-F238E27FC236}">
                  <a16:creationId xmlns:a16="http://schemas.microsoft.com/office/drawing/2014/main" id="{AFE4A50A-6F82-4E63-8DB4-8D3C7C96603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7" name="asset_2027_7">
              <a:extLst>
                <a:ext uri="{FF2B5EF4-FFF2-40B4-BE49-F238E27FC236}">
                  <a16:creationId xmlns:a16="http://schemas.microsoft.com/office/drawing/2014/main" id="{299F691F-376F-40D0-AD4D-4C95D359315B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8" name="asset_2027_8">
              <a:extLst>
                <a:ext uri="{FF2B5EF4-FFF2-40B4-BE49-F238E27FC236}">
                  <a16:creationId xmlns:a16="http://schemas.microsoft.com/office/drawing/2014/main" id="{E80AF0E3-F6FB-4A8B-A36F-8831B2AAC55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9" name="asset_2027_9">
              <a:extLst>
                <a:ext uri="{FF2B5EF4-FFF2-40B4-BE49-F238E27FC236}">
                  <a16:creationId xmlns:a16="http://schemas.microsoft.com/office/drawing/2014/main" id="{34405941-63EA-46AA-946F-D6856B6416DA}"/>
                </a:ext>
              </a:extLst>
            </p:cNvPr>
            <p:cNvSpPr>
              <a:spLocks noGrp="1"/>
            </p:cNvSpPr>
            <p:nvPr/>
          </p:nvSpPr>
          <p:spPr>
            <a:xfrm>
              <a:off x="4084861" y="617132"/>
              <a:ext cx="215601" cy="172109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0" name="asset_2027_10">
              <a:extLst>
                <a:ext uri="{FF2B5EF4-FFF2-40B4-BE49-F238E27FC236}">
                  <a16:creationId xmlns:a16="http://schemas.microsoft.com/office/drawing/2014/main" id="{4E3119D4-E48B-4F84-A71E-8556AF9CADD2}"/>
                </a:ext>
              </a:extLst>
            </p:cNvPr>
            <p:cNvSpPr>
              <a:spLocks noGrp="1"/>
            </p:cNvSpPr>
            <p:nvPr/>
          </p:nvSpPr>
          <p:spPr>
            <a:xfrm>
              <a:off x="4183678" y="667330"/>
              <a:ext cx="233568" cy="186451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1" name="asset_2027_11">
              <a:extLst>
                <a:ext uri="{FF2B5EF4-FFF2-40B4-BE49-F238E27FC236}">
                  <a16:creationId xmlns:a16="http://schemas.microsoft.com/office/drawing/2014/main" id="{ADC0132E-476D-467C-9C2F-6C3273DDA927}"/>
                </a:ext>
              </a:extLst>
            </p:cNvPr>
            <p:cNvSpPr>
              <a:spLocks noGrp="1"/>
            </p:cNvSpPr>
            <p:nvPr/>
          </p:nvSpPr>
          <p:spPr>
            <a:xfrm>
              <a:off x="4269020" y="574105"/>
              <a:ext cx="206618" cy="16493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2" name="asset_2027_12">
              <a:extLst>
                <a:ext uri="{FF2B5EF4-FFF2-40B4-BE49-F238E27FC236}">
                  <a16:creationId xmlns:a16="http://schemas.microsoft.com/office/drawing/2014/main" id="{7245DCBA-40B5-4896-A0B6-69F047D40D11}"/>
                </a:ext>
              </a:extLst>
            </p:cNvPr>
            <p:cNvSpPr>
              <a:spLocks noGrp="1"/>
            </p:cNvSpPr>
            <p:nvPr/>
          </p:nvSpPr>
          <p:spPr>
            <a:xfrm>
              <a:off x="4174695" y="549005"/>
              <a:ext cx="197634" cy="157766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3" name="asset_2027_13">
              <a:extLst>
                <a:ext uri="{FF2B5EF4-FFF2-40B4-BE49-F238E27FC236}">
                  <a16:creationId xmlns:a16="http://schemas.microsoft.com/office/drawing/2014/main" id="{D1AC94DD-CA80-42AC-B0FF-2AB7EAB03A11}"/>
                </a:ext>
              </a:extLst>
            </p:cNvPr>
            <p:cNvSpPr>
              <a:spLocks noGrp="1"/>
            </p:cNvSpPr>
            <p:nvPr/>
          </p:nvSpPr>
          <p:spPr>
            <a:xfrm>
              <a:off x="4195034" y="653113"/>
              <a:ext cx="64474" cy="514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4" name="asset_2027_14">
              <a:extLst>
                <a:ext uri="{FF2B5EF4-FFF2-40B4-BE49-F238E27FC236}">
                  <a16:creationId xmlns:a16="http://schemas.microsoft.com/office/drawing/2014/main" id="{A3978DBD-AB1B-4A62-99A3-BA8E981F98E7}"/>
                </a:ext>
              </a:extLst>
            </p:cNvPr>
            <p:cNvSpPr>
              <a:spLocks noGrp="1"/>
            </p:cNvSpPr>
            <p:nvPr/>
          </p:nvSpPr>
          <p:spPr>
            <a:xfrm>
              <a:off x="4258141" y="665850"/>
              <a:ext cx="91626" cy="731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5" name="asset_2027_15">
              <a:extLst>
                <a:ext uri="{FF2B5EF4-FFF2-40B4-BE49-F238E27FC236}">
                  <a16:creationId xmlns:a16="http://schemas.microsoft.com/office/drawing/2014/main" id="{688BB42A-2690-464A-876F-9DDF54F92102}"/>
                </a:ext>
              </a:extLst>
            </p:cNvPr>
            <p:cNvSpPr>
              <a:spLocks noGrp="1"/>
            </p:cNvSpPr>
            <p:nvPr/>
          </p:nvSpPr>
          <p:spPr>
            <a:xfrm>
              <a:off x="4348055" y="621224"/>
              <a:ext cx="65375" cy="521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6" name="asset_2027_16">
              <a:extLst>
                <a:ext uri="{FF2B5EF4-FFF2-40B4-BE49-F238E27FC236}">
                  <a16:creationId xmlns:a16="http://schemas.microsoft.com/office/drawing/2014/main" id="{361B14F3-926B-4209-9774-7EAD2B13E9EF}"/>
                </a:ext>
              </a:extLst>
            </p:cNvPr>
            <p:cNvSpPr>
              <a:spLocks noGrp="1"/>
            </p:cNvSpPr>
            <p:nvPr/>
          </p:nvSpPr>
          <p:spPr>
            <a:xfrm>
              <a:off x="4168048" y="571175"/>
              <a:ext cx="90914" cy="725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7" name="asset_2027_17">
              <a:extLst>
                <a:ext uri="{FF2B5EF4-FFF2-40B4-BE49-F238E27FC236}">
                  <a16:creationId xmlns:a16="http://schemas.microsoft.com/office/drawing/2014/main" id="{66E73D46-F7D5-4249-BCC8-A80566549CFC}"/>
                </a:ext>
              </a:extLst>
            </p:cNvPr>
            <p:cNvSpPr>
              <a:spLocks noGrp="1"/>
            </p:cNvSpPr>
            <p:nvPr/>
          </p:nvSpPr>
          <p:spPr>
            <a:xfrm>
              <a:off x="4139689" y="653199"/>
              <a:ext cx="75101" cy="599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8" name="asset_2027_18">
              <a:extLst>
                <a:ext uri="{FF2B5EF4-FFF2-40B4-BE49-F238E27FC236}">
                  <a16:creationId xmlns:a16="http://schemas.microsoft.com/office/drawing/2014/main" id="{60DAB196-3FDD-49BF-8D6E-67037AE1C8E3}"/>
                </a:ext>
              </a:extLst>
            </p:cNvPr>
            <p:cNvSpPr>
              <a:spLocks noGrp="1"/>
            </p:cNvSpPr>
            <p:nvPr/>
          </p:nvSpPr>
          <p:spPr>
            <a:xfrm>
              <a:off x="4267337" y="678651"/>
              <a:ext cx="81363" cy="649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9" name="asset_2027_19">
              <a:extLst>
                <a:ext uri="{FF2B5EF4-FFF2-40B4-BE49-F238E27FC236}">
                  <a16:creationId xmlns:a16="http://schemas.microsoft.com/office/drawing/2014/main" id="{4C138FF3-2B02-4767-956B-9F501C36EBA0}"/>
                </a:ext>
              </a:extLst>
            </p:cNvPr>
            <p:cNvSpPr>
              <a:spLocks noGrp="1"/>
            </p:cNvSpPr>
            <p:nvPr/>
          </p:nvSpPr>
          <p:spPr>
            <a:xfrm>
              <a:off x="4391745" y="612898"/>
              <a:ext cx="69400" cy="5540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0" name="asset_2027_20">
              <a:extLst>
                <a:ext uri="{FF2B5EF4-FFF2-40B4-BE49-F238E27FC236}">
                  <a16:creationId xmlns:a16="http://schemas.microsoft.com/office/drawing/2014/main" id="{1A1E79AC-17AD-43DA-9021-7A448741C36C}"/>
                </a:ext>
              </a:extLst>
            </p:cNvPr>
            <p:cNvSpPr>
              <a:spLocks noGrp="1"/>
            </p:cNvSpPr>
            <p:nvPr/>
          </p:nvSpPr>
          <p:spPr>
            <a:xfrm>
              <a:off x="4273822" y="611161"/>
              <a:ext cx="105790" cy="844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1" name="asset_2027_21">
              <a:extLst>
                <a:ext uri="{FF2B5EF4-FFF2-40B4-BE49-F238E27FC236}">
                  <a16:creationId xmlns:a16="http://schemas.microsoft.com/office/drawing/2014/main" id="{67E612D4-3E6A-4231-BE3B-0E6ECA8F7EB4}"/>
                </a:ext>
              </a:extLst>
            </p:cNvPr>
            <p:cNvSpPr>
              <a:spLocks noGrp="1"/>
            </p:cNvSpPr>
            <p:nvPr/>
          </p:nvSpPr>
          <p:spPr>
            <a:xfrm>
              <a:off x="4079727" y="646303"/>
              <a:ext cx="109942" cy="877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2" name="asset_2027_22">
              <a:extLst>
                <a:ext uri="{FF2B5EF4-FFF2-40B4-BE49-F238E27FC236}">
                  <a16:creationId xmlns:a16="http://schemas.microsoft.com/office/drawing/2014/main" id="{144523C5-0416-4230-96CB-1EAF1BAD0779}"/>
                </a:ext>
              </a:extLst>
            </p:cNvPr>
            <p:cNvSpPr>
              <a:spLocks noGrp="1"/>
            </p:cNvSpPr>
            <p:nvPr/>
          </p:nvSpPr>
          <p:spPr>
            <a:xfrm>
              <a:off x="4236492" y="714962"/>
              <a:ext cx="84609" cy="6754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3" name="asset_2027_23">
              <a:extLst>
                <a:ext uri="{FF2B5EF4-FFF2-40B4-BE49-F238E27FC236}">
                  <a16:creationId xmlns:a16="http://schemas.microsoft.com/office/drawing/2014/main" id="{C35832E6-9C22-410B-89DF-65A3C9FECA47}"/>
                </a:ext>
              </a:extLst>
            </p:cNvPr>
            <p:cNvSpPr>
              <a:spLocks noGrp="1"/>
            </p:cNvSpPr>
            <p:nvPr/>
          </p:nvSpPr>
          <p:spPr>
            <a:xfrm>
              <a:off x="4326191" y="626834"/>
              <a:ext cx="75016" cy="598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4" name="asset_2027_24">
              <a:extLst>
                <a:ext uri="{FF2B5EF4-FFF2-40B4-BE49-F238E27FC236}">
                  <a16:creationId xmlns:a16="http://schemas.microsoft.com/office/drawing/2014/main" id="{DA42F372-F74C-49BF-8BFF-8264CCE324BC}"/>
                </a:ext>
              </a:extLst>
            </p:cNvPr>
            <p:cNvSpPr>
              <a:spLocks noGrp="1"/>
            </p:cNvSpPr>
            <p:nvPr/>
          </p:nvSpPr>
          <p:spPr>
            <a:xfrm>
              <a:off x="4191230" y="582183"/>
              <a:ext cx="88744" cy="708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5" name="asset_2027_25">
              <a:extLst>
                <a:ext uri="{FF2B5EF4-FFF2-40B4-BE49-F238E27FC236}">
                  <a16:creationId xmlns:a16="http://schemas.microsoft.com/office/drawing/2014/main" id="{1C82A8F9-2B7C-41FA-868F-35115471245A}"/>
                </a:ext>
              </a:extLst>
            </p:cNvPr>
            <p:cNvSpPr>
              <a:spLocks noGrp="1"/>
            </p:cNvSpPr>
            <p:nvPr/>
          </p:nvSpPr>
          <p:spPr>
            <a:xfrm>
              <a:off x="4122858" y="684972"/>
              <a:ext cx="86331" cy="689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6" name="asset_2027_26">
              <a:extLst>
                <a:ext uri="{FF2B5EF4-FFF2-40B4-BE49-F238E27FC236}">
                  <a16:creationId xmlns:a16="http://schemas.microsoft.com/office/drawing/2014/main" id="{1FBF9B24-5307-46E3-9E88-626CD784980E}"/>
                </a:ext>
              </a:extLst>
            </p:cNvPr>
            <p:cNvSpPr>
              <a:spLocks noGrp="1"/>
            </p:cNvSpPr>
            <p:nvPr/>
          </p:nvSpPr>
          <p:spPr>
            <a:xfrm>
              <a:off x="4263971" y="749193"/>
              <a:ext cx="94340" cy="753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7" name="asset_2027_27">
              <a:extLst>
                <a:ext uri="{FF2B5EF4-FFF2-40B4-BE49-F238E27FC236}">
                  <a16:creationId xmlns:a16="http://schemas.microsoft.com/office/drawing/2014/main" id="{DF200888-1FB7-4595-88B3-13C42D5C625F}"/>
                </a:ext>
              </a:extLst>
            </p:cNvPr>
            <p:cNvSpPr>
              <a:spLocks noGrp="1"/>
            </p:cNvSpPr>
            <p:nvPr/>
          </p:nvSpPr>
          <p:spPr>
            <a:xfrm>
              <a:off x="4328927" y="671282"/>
              <a:ext cx="73906" cy="589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8" name="asset_2027_28">
              <a:extLst>
                <a:ext uri="{FF2B5EF4-FFF2-40B4-BE49-F238E27FC236}">
                  <a16:creationId xmlns:a16="http://schemas.microsoft.com/office/drawing/2014/main" id="{826D53F6-F0E2-4DFF-B647-A55BD5ABE7D5}"/>
                </a:ext>
              </a:extLst>
            </p:cNvPr>
            <p:cNvSpPr>
              <a:spLocks noGrp="1"/>
            </p:cNvSpPr>
            <p:nvPr/>
          </p:nvSpPr>
          <p:spPr>
            <a:xfrm>
              <a:off x="4191714" y="625737"/>
              <a:ext cx="79574" cy="635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9" name="asset_2027_29">
              <a:extLst>
                <a:ext uri="{FF2B5EF4-FFF2-40B4-BE49-F238E27FC236}">
                  <a16:creationId xmlns:a16="http://schemas.microsoft.com/office/drawing/2014/main" id="{FA89C153-5459-451F-BF9C-1062D1B17B3E}"/>
                </a:ext>
              </a:extLst>
            </p:cNvPr>
            <p:cNvSpPr>
              <a:spLocks noGrp="1"/>
            </p:cNvSpPr>
            <p:nvPr/>
          </p:nvSpPr>
          <p:spPr>
            <a:xfrm>
              <a:off x="4165324" y="712808"/>
              <a:ext cx="87906" cy="7017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0" name="asset_2027_30">
              <a:extLst>
                <a:ext uri="{FF2B5EF4-FFF2-40B4-BE49-F238E27FC236}">
                  <a16:creationId xmlns:a16="http://schemas.microsoft.com/office/drawing/2014/main" id="{EFE35B6A-8884-40CA-89ED-7B60AE28B9B8}"/>
                </a:ext>
              </a:extLst>
            </p:cNvPr>
            <p:cNvSpPr>
              <a:spLocks noGrp="1"/>
            </p:cNvSpPr>
            <p:nvPr/>
          </p:nvSpPr>
          <p:spPr>
            <a:xfrm>
              <a:off x="4306197" y="742925"/>
              <a:ext cx="82957" cy="662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1" name="asset_2027_31">
              <a:extLst>
                <a:ext uri="{FF2B5EF4-FFF2-40B4-BE49-F238E27FC236}">
                  <a16:creationId xmlns:a16="http://schemas.microsoft.com/office/drawing/2014/main" id="{F66F1E84-B351-4917-A693-D8513B8B7034}"/>
                </a:ext>
              </a:extLst>
            </p:cNvPr>
            <p:cNvSpPr>
              <a:spLocks noGrp="1"/>
            </p:cNvSpPr>
            <p:nvPr/>
          </p:nvSpPr>
          <p:spPr>
            <a:xfrm>
              <a:off x="4316951" y="684022"/>
              <a:ext cx="63942" cy="510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2" name="asset_2027_32">
              <a:extLst>
                <a:ext uri="{FF2B5EF4-FFF2-40B4-BE49-F238E27FC236}">
                  <a16:creationId xmlns:a16="http://schemas.microsoft.com/office/drawing/2014/main" id="{99D54062-A6F7-4DD1-8E9E-42ACD355CAAD}"/>
                </a:ext>
              </a:extLst>
            </p:cNvPr>
            <p:cNvSpPr>
              <a:spLocks noGrp="1"/>
            </p:cNvSpPr>
            <p:nvPr/>
          </p:nvSpPr>
          <p:spPr>
            <a:xfrm>
              <a:off x="4219749" y="640722"/>
              <a:ext cx="76653" cy="611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3" name="asset_2027_33">
              <a:extLst>
                <a:ext uri="{FF2B5EF4-FFF2-40B4-BE49-F238E27FC236}">
                  <a16:creationId xmlns:a16="http://schemas.microsoft.com/office/drawing/2014/main" id="{E78FE44C-E947-4F2C-B2EE-5123430CAFBF}"/>
                </a:ext>
              </a:extLst>
            </p:cNvPr>
            <p:cNvSpPr>
              <a:spLocks noGrp="1"/>
            </p:cNvSpPr>
            <p:nvPr/>
          </p:nvSpPr>
          <p:spPr>
            <a:xfrm>
              <a:off x="4079240" y="689413"/>
              <a:ext cx="112660" cy="8993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4" name="asset_2027_34">
              <a:extLst>
                <a:ext uri="{FF2B5EF4-FFF2-40B4-BE49-F238E27FC236}">
                  <a16:creationId xmlns:a16="http://schemas.microsoft.com/office/drawing/2014/main" id="{1C1925E8-0217-4DDA-8B70-FBB79493D4C8}"/>
                </a:ext>
              </a:extLst>
            </p:cNvPr>
            <p:cNvSpPr>
              <a:spLocks noGrp="1"/>
            </p:cNvSpPr>
            <p:nvPr/>
          </p:nvSpPr>
          <p:spPr>
            <a:xfrm>
              <a:off x="4287443" y="729475"/>
              <a:ext cx="116098" cy="926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5" name="asset_2027_35">
              <a:extLst>
                <a:ext uri="{FF2B5EF4-FFF2-40B4-BE49-F238E27FC236}">
                  <a16:creationId xmlns:a16="http://schemas.microsoft.com/office/drawing/2014/main" id="{7B1065D1-6E9E-4B4B-A57B-38F7033F8756}"/>
                </a:ext>
              </a:extLst>
            </p:cNvPr>
            <p:cNvSpPr>
              <a:spLocks noGrp="1"/>
            </p:cNvSpPr>
            <p:nvPr/>
          </p:nvSpPr>
          <p:spPr>
            <a:xfrm>
              <a:off x="4353400" y="652668"/>
              <a:ext cx="107604" cy="858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6" name="asset_2027_36">
              <a:extLst>
                <a:ext uri="{FF2B5EF4-FFF2-40B4-BE49-F238E27FC236}">
                  <a16:creationId xmlns:a16="http://schemas.microsoft.com/office/drawing/2014/main" id="{031C8BB0-D0D4-4850-9E24-9DD349BAEC2B}"/>
                </a:ext>
              </a:extLst>
            </p:cNvPr>
            <p:cNvSpPr>
              <a:spLocks noGrp="1"/>
            </p:cNvSpPr>
            <p:nvPr/>
          </p:nvSpPr>
          <p:spPr>
            <a:xfrm>
              <a:off x="4223635" y="557958"/>
              <a:ext cx="109609" cy="874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7" name="asset_2027_37">
              <a:extLst>
                <a:ext uri="{FF2B5EF4-FFF2-40B4-BE49-F238E27FC236}">
                  <a16:creationId xmlns:a16="http://schemas.microsoft.com/office/drawing/2014/main" id="{E06DF51A-A98F-424D-A5F6-95603CC128D3}"/>
                </a:ext>
              </a:extLst>
            </p:cNvPr>
            <p:cNvSpPr>
              <a:spLocks noGrp="1"/>
            </p:cNvSpPr>
            <p:nvPr/>
          </p:nvSpPr>
          <p:spPr>
            <a:xfrm>
              <a:off x="4179249" y="649750"/>
              <a:ext cx="106334" cy="848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8" name="asset_2027_38">
              <a:extLst>
                <a:ext uri="{FF2B5EF4-FFF2-40B4-BE49-F238E27FC236}">
                  <a16:creationId xmlns:a16="http://schemas.microsoft.com/office/drawing/2014/main" id="{79012AB9-04C9-4C5B-9542-11B93745F898}"/>
                </a:ext>
              </a:extLst>
            </p:cNvPr>
            <p:cNvSpPr>
              <a:spLocks noGrp="1"/>
            </p:cNvSpPr>
            <p:nvPr/>
          </p:nvSpPr>
          <p:spPr>
            <a:xfrm>
              <a:off x="4228499" y="667856"/>
              <a:ext cx="105197" cy="839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9" name="asset_2027_39">
              <a:extLst>
                <a:ext uri="{FF2B5EF4-FFF2-40B4-BE49-F238E27FC236}">
                  <a16:creationId xmlns:a16="http://schemas.microsoft.com/office/drawing/2014/main" id="{C1D186F1-5504-4ED9-827A-EB669B14FD96}"/>
                </a:ext>
              </a:extLst>
            </p:cNvPr>
            <p:cNvSpPr>
              <a:spLocks noGrp="1"/>
            </p:cNvSpPr>
            <p:nvPr/>
          </p:nvSpPr>
          <p:spPr>
            <a:xfrm>
              <a:off x="4241306" y="621458"/>
              <a:ext cx="114436" cy="913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0" name="asset_2027_40">
              <a:extLst>
                <a:ext uri="{FF2B5EF4-FFF2-40B4-BE49-F238E27FC236}">
                  <a16:creationId xmlns:a16="http://schemas.microsoft.com/office/drawing/2014/main" id="{1A8BCF88-2C3B-4AAF-A348-7356448B79E8}"/>
                </a:ext>
              </a:extLst>
            </p:cNvPr>
            <p:cNvSpPr>
              <a:spLocks noGrp="1"/>
            </p:cNvSpPr>
            <p:nvPr/>
          </p:nvSpPr>
          <p:spPr>
            <a:xfrm>
              <a:off x="4180454" y="586994"/>
              <a:ext cx="74974" cy="598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1" name="asset_2027_41">
              <a:extLst>
                <a:ext uri="{FF2B5EF4-FFF2-40B4-BE49-F238E27FC236}">
                  <a16:creationId xmlns:a16="http://schemas.microsoft.com/office/drawing/2014/main" id="{6B6D00EE-D856-41A2-B092-27CEC1D19C0C}"/>
                </a:ext>
              </a:extLst>
            </p:cNvPr>
            <p:cNvSpPr>
              <a:spLocks noGrp="1"/>
            </p:cNvSpPr>
            <p:nvPr/>
          </p:nvSpPr>
          <p:spPr>
            <a:xfrm>
              <a:off x="4138019" y="635475"/>
              <a:ext cx="64716" cy="516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2" name="asset_2027_42">
              <a:extLst>
                <a:ext uri="{FF2B5EF4-FFF2-40B4-BE49-F238E27FC236}">
                  <a16:creationId xmlns:a16="http://schemas.microsoft.com/office/drawing/2014/main" id="{FD5D9615-FDEC-47C1-8E2F-27690D31EA42}"/>
                </a:ext>
              </a:extLst>
            </p:cNvPr>
            <p:cNvSpPr>
              <a:spLocks noGrp="1"/>
            </p:cNvSpPr>
            <p:nvPr/>
          </p:nvSpPr>
          <p:spPr>
            <a:xfrm>
              <a:off x="4216931" y="737024"/>
              <a:ext cx="97423" cy="777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3" name="asset_2027_43">
              <a:extLst>
                <a:ext uri="{FF2B5EF4-FFF2-40B4-BE49-F238E27FC236}">
                  <a16:creationId xmlns:a16="http://schemas.microsoft.com/office/drawing/2014/main" id="{03ACF71B-9F98-49D2-8E5E-0D53A083AC20}"/>
                </a:ext>
              </a:extLst>
            </p:cNvPr>
            <p:cNvSpPr>
              <a:spLocks noGrp="1"/>
            </p:cNvSpPr>
            <p:nvPr/>
          </p:nvSpPr>
          <p:spPr>
            <a:xfrm>
              <a:off x="4317133" y="564618"/>
              <a:ext cx="108008" cy="8622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4" name="asset_2027_44">
              <a:extLst>
                <a:ext uri="{FF2B5EF4-FFF2-40B4-BE49-F238E27FC236}">
                  <a16:creationId xmlns:a16="http://schemas.microsoft.com/office/drawing/2014/main" id="{724CFBDA-F7E3-4C52-A69B-62485EDF81F1}"/>
                </a:ext>
              </a:extLst>
            </p:cNvPr>
            <p:cNvSpPr>
              <a:spLocks noGrp="1"/>
            </p:cNvSpPr>
            <p:nvPr/>
          </p:nvSpPr>
          <p:spPr>
            <a:xfrm>
              <a:off x="4193257" y="633037"/>
              <a:ext cx="105416" cy="841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5" name="asset_2027_45">
              <a:extLst>
                <a:ext uri="{FF2B5EF4-FFF2-40B4-BE49-F238E27FC236}">
                  <a16:creationId xmlns:a16="http://schemas.microsoft.com/office/drawing/2014/main" id="{FCAA0437-0AB5-4B5C-9D61-8D532428BE63}"/>
                </a:ext>
              </a:extLst>
            </p:cNvPr>
            <p:cNvSpPr>
              <a:spLocks noGrp="1"/>
            </p:cNvSpPr>
            <p:nvPr/>
          </p:nvSpPr>
          <p:spPr>
            <a:xfrm>
              <a:off x="4155603" y="656380"/>
              <a:ext cx="109670" cy="875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6" name="asset_2027_46">
              <a:extLst>
                <a:ext uri="{FF2B5EF4-FFF2-40B4-BE49-F238E27FC236}">
                  <a16:creationId xmlns:a16="http://schemas.microsoft.com/office/drawing/2014/main" id="{560E5AF9-9BEE-43A1-8ED6-D936E75C34DE}"/>
                </a:ext>
              </a:extLst>
            </p:cNvPr>
            <p:cNvSpPr>
              <a:spLocks noGrp="1"/>
            </p:cNvSpPr>
            <p:nvPr/>
          </p:nvSpPr>
          <p:spPr>
            <a:xfrm>
              <a:off x="4309729" y="755020"/>
              <a:ext cx="74665" cy="5960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7" name="asset_2027_47">
              <a:extLst>
                <a:ext uri="{FF2B5EF4-FFF2-40B4-BE49-F238E27FC236}">
                  <a16:creationId xmlns:a16="http://schemas.microsoft.com/office/drawing/2014/main" id="{0B464A76-1B1F-4D22-820E-0D794E7B2B77}"/>
                </a:ext>
              </a:extLst>
            </p:cNvPr>
            <p:cNvSpPr>
              <a:spLocks noGrp="1"/>
            </p:cNvSpPr>
            <p:nvPr/>
          </p:nvSpPr>
          <p:spPr>
            <a:xfrm>
              <a:off x="4370973" y="641458"/>
              <a:ext cx="80485" cy="642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8" name="asset_2027_48">
              <a:extLst>
                <a:ext uri="{FF2B5EF4-FFF2-40B4-BE49-F238E27FC236}">
                  <a16:creationId xmlns:a16="http://schemas.microsoft.com/office/drawing/2014/main" id="{CF938A00-1880-4525-A4C7-304301BFED96}"/>
                </a:ext>
              </a:extLst>
            </p:cNvPr>
            <p:cNvSpPr>
              <a:spLocks noGrp="1"/>
            </p:cNvSpPr>
            <p:nvPr/>
          </p:nvSpPr>
          <p:spPr>
            <a:xfrm>
              <a:off x="4211550" y="563563"/>
              <a:ext cx="100623" cy="803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9" name="asset_2027_49">
              <a:extLst>
                <a:ext uri="{FF2B5EF4-FFF2-40B4-BE49-F238E27FC236}">
                  <a16:creationId xmlns:a16="http://schemas.microsoft.com/office/drawing/2014/main" id="{119ADBD8-A970-4D99-A982-9C8EA3F8074F}"/>
                </a:ext>
              </a:extLst>
            </p:cNvPr>
            <p:cNvSpPr>
              <a:spLocks noGrp="1"/>
            </p:cNvSpPr>
            <p:nvPr/>
          </p:nvSpPr>
          <p:spPr>
            <a:xfrm>
              <a:off x="4074324" y="667639"/>
              <a:ext cx="79905" cy="6378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30" name="asset_2027_50">
              <a:extLst>
                <a:ext uri="{FF2B5EF4-FFF2-40B4-BE49-F238E27FC236}">
                  <a16:creationId xmlns:a16="http://schemas.microsoft.com/office/drawing/2014/main" id="{C3BC6789-B85C-463C-A9F0-6F1AAA0D33FE}"/>
                </a:ext>
              </a:extLst>
            </p:cNvPr>
            <p:cNvSpPr>
              <a:spLocks noGrp="1"/>
            </p:cNvSpPr>
            <p:nvPr/>
          </p:nvSpPr>
          <p:spPr>
            <a:xfrm>
              <a:off x="4311133" y="726504"/>
              <a:ext cx="79349" cy="633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31" name="asset_2027_51">
              <a:extLst>
                <a:ext uri="{FF2B5EF4-FFF2-40B4-BE49-F238E27FC236}">
                  <a16:creationId xmlns:a16="http://schemas.microsoft.com/office/drawing/2014/main" id="{CE4DD89B-764C-4055-87DA-1ACA2DC83E40}"/>
                </a:ext>
              </a:extLst>
            </p:cNvPr>
            <p:cNvSpPr>
              <a:spLocks noGrp="1"/>
            </p:cNvSpPr>
            <p:nvPr/>
          </p:nvSpPr>
          <p:spPr>
            <a:xfrm>
              <a:off x="4150384" y="671040"/>
              <a:ext cx="101873" cy="82170"/>
            </a:xfrm>
            <a:prstGeom prst="ellipse">
              <a:avLst/>
            </a:prstGeom>
            <a:gradFill>
              <a:gsLst>
                <a:gs pos="0">
                  <a:srgbClr val="FFF19B"/>
                </a:gs>
                <a:gs pos="28000">
                  <a:srgbClr val="FFB448">
                    <a:alpha val="90000"/>
                  </a:srgbClr>
                </a:gs>
                <a:gs pos="57000">
                  <a:srgbClr val="ED645D">
                    <a:alpha val="80000"/>
                  </a:srgbClr>
                </a:gs>
                <a:gs pos="100000">
                  <a:srgbClr val="DE5665">
                    <a:alpha val="0"/>
                  </a:srgbClr>
                </a:gs>
              </a:gsLst>
              <a:path path="shape"/>
            </a:gradFill>
            <a:ln w="1788">
              <a:noFill/>
            </a:ln>
            <a:effectLst>
              <a:softEdge rad="7200"/>
            </a:effectLst>
          </p:spPr>
        </p:sp>
        <p:sp>
          <p:nvSpPr>
            <p:cNvPr id="1632" name="asset_2027_52">
              <a:extLst>
                <a:ext uri="{FF2B5EF4-FFF2-40B4-BE49-F238E27FC236}">
                  <a16:creationId xmlns:a16="http://schemas.microsoft.com/office/drawing/2014/main" id="{C84C1206-2200-4D85-B478-81F3D96C2BD6}"/>
                </a:ext>
              </a:extLst>
            </p:cNvPr>
            <p:cNvSpPr>
              <a:spLocks noGrp="1"/>
            </p:cNvSpPr>
            <p:nvPr/>
          </p:nvSpPr>
          <p:spPr>
            <a:xfrm>
              <a:off x="4300879" y="784958"/>
              <a:ext cx="87982" cy="70965"/>
            </a:xfrm>
            <a:prstGeom prst="ellipse">
              <a:avLst/>
            </a:prstGeom>
            <a:gradFill>
              <a:gsLst>
                <a:gs pos="0">
                  <a:srgbClr val="FFF19B"/>
                </a:gs>
                <a:gs pos="28000">
                  <a:srgbClr val="FFB448">
                    <a:alpha val="90000"/>
                  </a:srgbClr>
                </a:gs>
                <a:gs pos="57000">
                  <a:srgbClr val="ED645D">
                    <a:alpha val="80000"/>
                  </a:srgbClr>
                </a:gs>
                <a:gs pos="100000">
                  <a:srgbClr val="DE5665">
                    <a:alpha val="0"/>
                  </a:srgbClr>
                </a:gs>
              </a:gsLst>
              <a:path path="shape"/>
            </a:gradFill>
            <a:ln w="1788">
              <a:noFill/>
            </a:ln>
            <a:effectLst>
              <a:softEdge rad="7200"/>
            </a:effectLst>
          </p:spPr>
        </p:sp>
        <p:sp>
          <p:nvSpPr>
            <p:cNvPr id="1633" name="asset_2027_53">
              <a:extLst>
                <a:ext uri="{FF2B5EF4-FFF2-40B4-BE49-F238E27FC236}">
                  <a16:creationId xmlns:a16="http://schemas.microsoft.com/office/drawing/2014/main" id="{104AC922-CCC5-4BEB-8EFB-FE92A2E0B9AD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1788">
              <a:solidFill>
                <a:srgbClr val="87ADD3"/>
              </a:solidFill>
            </a:ln>
          </p:spPr>
        </p:sp>
      </p:grpSp>
      <p:sp>
        <p:nvSpPr>
          <p:cNvPr id="1634" name="Cues to Match">
            <a:extLst>
              <a:ext uri="{FF2B5EF4-FFF2-40B4-BE49-F238E27FC236}">
                <a16:creationId xmlns:a16="http://schemas.microsoft.com/office/drawing/2014/main" id="{A46FBCA6-9F66-EE76-B7C9-EAEB8C765FFB}"/>
              </a:ext>
            </a:extLst>
          </p:cNvPr>
          <p:cNvSpPr>
            <a:spLocks noGrp="1"/>
          </p:cNvSpPr>
          <p:nvPr/>
        </p:nvSpPr>
        <p:spPr>
          <a:xfrm>
            <a:off x="4464737" y="820977"/>
            <a:ext cx="520423" cy="666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Cues to Match</a:t>
            </a:r>
          </a:p>
        </p:txBody>
      </p:sp>
      <p:sp>
        <p:nvSpPr>
          <p:cNvPr id="1635" name="Blob">
            <a:extLst>
              <a:ext uri="{FF2B5EF4-FFF2-40B4-BE49-F238E27FC236}">
                <a16:creationId xmlns:a16="http://schemas.microsoft.com/office/drawing/2014/main" id="{C984FFB6-0157-13F6-B346-927155FE3003}"/>
              </a:ext>
            </a:extLst>
          </p:cNvPr>
          <p:cNvSpPr>
            <a:spLocks noGrp="1"/>
          </p:cNvSpPr>
          <p:nvPr/>
        </p:nvSpPr>
        <p:spPr>
          <a:xfrm>
            <a:off x="4467000" y="1020000"/>
            <a:ext cx="204000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193044"/>
                </a:solidFill>
                <a:latin typeface="Arial"/>
                <a:ea typeface="Arial"/>
                <a:cs typeface="Arial"/>
              </a:rPr>
              <a:t>Blob</a:t>
            </a:r>
          </a:p>
        </p:txBody>
      </p:sp>
      <p:sp>
        <p:nvSpPr>
          <p:cNvPr id="1636" name="Pseudo atoms cue">
            <a:extLst>
              <a:ext uri="{FF2B5EF4-FFF2-40B4-BE49-F238E27FC236}">
                <a16:creationId xmlns:a16="http://schemas.microsoft.com/office/drawing/2014/main" id="{C7D21ADD-C1C6-6F77-8384-CD0F811E345A}"/>
              </a:ext>
            </a:extLst>
          </p:cNvPr>
          <p:cNvSpPr>
            <a:spLocks noGrp="1"/>
          </p:cNvSpPr>
          <p:nvPr/>
        </p:nvSpPr>
        <p:spPr>
          <a:xfrm>
            <a:off x="4722500" y="1020000"/>
            <a:ext cx="270000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193044"/>
                </a:solidFill>
                <a:latin typeface="Arial"/>
                <a:ea typeface="Arial"/>
                <a:cs typeface="Arial"/>
              </a:rPr>
              <a:t>Pseudo atoms</a:t>
            </a:r>
          </a:p>
        </p:txBody>
      </p:sp>
      <p:sp>
        <p:nvSpPr>
          <p:cNvPr id="1637" name="Atom binding probability">
            <a:extLst>
              <a:ext uri="{FF2B5EF4-FFF2-40B4-BE49-F238E27FC236}">
                <a16:creationId xmlns:a16="http://schemas.microsoft.com/office/drawing/2014/main" id="{498779F8-0A99-B1EC-651E-6D2DD93E51F5}"/>
              </a:ext>
            </a:extLst>
          </p:cNvPr>
          <p:cNvSpPr>
            <a:spLocks noGrp="1"/>
          </p:cNvSpPr>
          <p:nvPr/>
        </p:nvSpPr>
        <p:spPr>
          <a:xfrm>
            <a:off x="4464737" y="1167297"/>
            <a:ext cx="520423" cy="11482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Atom binding</a:t>
            </a:r>
          </a:p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probability</a:t>
            </a:r>
          </a:p>
        </p:txBody>
      </p:sp>
      <p:sp>
        <p:nvSpPr>
          <p:cNvPr id="1638" name="Probability scale">
            <a:extLst>
              <a:ext uri="{FF2B5EF4-FFF2-40B4-BE49-F238E27FC236}">
                <a16:creationId xmlns:a16="http://schemas.microsoft.com/office/drawing/2014/main" id="{95B887C2-207A-BE0B-527F-6A6C16005E39}"/>
              </a:ext>
            </a:extLst>
          </p:cNvPr>
          <p:cNvSpPr>
            <a:spLocks noGrp="1"/>
          </p:cNvSpPr>
          <p:nvPr/>
        </p:nvSpPr>
        <p:spPr>
          <a:xfrm>
            <a:off x="4862926" y="489472"/>
            <a:ext cx="18520" cy="179642"/>
          </a:xfrm>
          <a:prstGeom prst="rect">
            <a:avLst/>
          </a:prstGeom>
          <a:gradFill>
            <a:gsLst>
              <a:gs pos="0">
                <a:srgbClr val="D54C69"/>
              </a:gs>
              <a:gs pos="50000">
                <a:srgbClr val="FCFCFE"/>
              </a:gs>
              <a:gs pos="100000">
                <a:srgbClr val="3481B4"/>
              </a:gs>
            </a:gsLst>
            <a:lin ang="5400000"/>
          </a:gradFill>
          <a:ln w="0">
            <a:noFill/>
          </a:ln>
        </p:spPr>
      </p:sp>
      <p:sp>
        <p:nvSpPr>
          <p:cNvPr id="1639" name="High">
            <a:extLst>
              <a:ext uri="{FF2B5EF4-FFF2-40B4-BE49-F238E27FC236}">
                <a16:creationId xmlns:a16="http://schemas.microsoft.com/office/drawing/2014/main" id="{2BEBAA7B-8D04-20B0-84C7-F5A713DDE497}"/>
              </a:ext>
            </a:extLst>
          </p:cNvPr>
          <p:cNvSpPr>
            <a:spLocks noGrp="1"/>
          </p:cNvSpPr>
          <p:nvPr/>
        </p:nvSpPr>
        <p:spPr>
          <a:xfrm>
            <a:off x="4899967" y="476508"/>
            <a:ext cx="105566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640" name="Low">
            <a:extLst>
              <a:ext uri="{FF2B5EF4-FFF2-40B4-BE49-F238E27FC236}">
                <a16:creationId xmlns:a16="http://schemas.microsoft.com/office/drawing/2014/main" id="{5005B897-48F5-7EA3-88AB-4A93BB37564D}"/>
              </a:ext>
            </a:extLst>
          </p:cNvPr>
          <p:cNvSpPr>
            <a:spLocks noGrp="1"/>
          </p:cNvSpPr>
          <p:nvPr/>
        </p:nvSpPr>
        <p:spPr>
          <a:xfrm>
            <a:off x="4899966" y="628371"/>
            <a:ext cx="103715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Low</a:t>
            </a:r>
          </a:p>
        </p:txBody>
      </p:sp>
      <p:sp>
        <p:nvSpPr>
          <p:cNvPr id="1641" name="Probability scale">
            <a:extLst>
              <a:ext uri="{FF2B5EF4-FFF2-40B4-BE49-F238E27FC236}">
                <a16:creationId xmlns:a16="http://schemas.microsoft.com/office/drawing/2014/main" id="{0112C579-36F6-6864-EAC6-BA99D1305608}"/>
              </a:ext>
            </a:extLst>
          </p:cNvPr>
          <p:cNvSpPr>
            <a:spLocks noGrp="1"/>
          </p:cNvSpPr>
          <p:nvPr/>
        </p:nvSpPr>
        <p:spPr>
          <a:xfrm>
            <a:off x="4862926" y="1326568"/>
            <a:ext cx="18520" cy="179642"/>
          </a:xfrm>
          <a:prstGeom prst="rect">
            <a:avLst/>
          </a:prstGeom>
          <a:gradFill>
            <a:gsLst>
              <a:gs pos="0">
                <a:srgbClr val="D54C69"/>
              </a:gs>
              <a:gs pos="50000">
                <a:srgbClr val="FCFCFE"/>
              </a:gs>
              <a:gs pos="100000">
                <a:srgbClr val="3481B4"/>
              </a:gs>
            </a:gsLst>
            <a:lin ang="5400000"/>
          </a:gradFill>
          <a:ln w="0">
            <a:noFill/>
          </a:ln>
        </p:spPr>
      </p:sp>
      <p:sp>
        <p:nvSpPr>
          <p:cNvPr id="1642" name="High">
            <a:extLst>
              <a:ext uri="{FF2B5EF4-FFF2-40B4-BE49-F238E27FC236}">
                <a16:creationId xmlns:a16="http://schemas.microsoft.com/office/drawing/2014/main" id="{BCA0213E-3EB7-17B9-6A44-96B27FB3CD03}"/>
              </a:ext>
            </a:extLst>
          </p:cNvPr>
          <p:cNvSpPr>
            <a:spLocks noGrp="1"/>
          </p:cNvSpPr>
          <p:nvPr/>
        </p:nvSpPr>
        <p:spPr>
          <a:xfrm>
            <a:off x="4899967" y="1313604"/>
            <a:ext cx="105566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643" name="Low">
            <a:extLst>
              <a:ext uri="{FF2B5EF4-FFF2-40B4-BE49-F238E27FC236}">
                <a16:creationId xmlns:a16="http://schemas.microsoft.com/office/drawing/2014/main" id="{2314D53B-604F-16C3-2C81-8E8C6C6961B9}"/>
              </a:ext>
            </a:extLst>
          </p:cNvPr>
          <p:cNvSpPr>
            <a:spLocks noGrp="1"/>
          </p:cNvSpPr>
          <p:nvPr/>
        </p:nvSpPr>
        <p:spPr>
          <a:xfrm>
            <a:off x="4899966" y="1465466"/>
            <a:ext cx="103715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Low</a:t>
            </a:r>
          </a:p>
        </p:txBody>
      </p:sp>
      <p:grpSp>
        <p:nvGrpSpPr>
          <p:cNvPr id="1644" name="b | PTV3 stage 1">
            <a:extLst>
              <a:ext uri="{FF2B5EF4-FFF2-40B4-BE49-F238E27FC236}">
                <a16:creationId xmlns:a16="http://schemas.microsoft.com/office/drawing/2014/main" id="{C1676FA9-E2CE-FBE1-C182-8854FD639BCB}"/>
              </a:ext>
            </a:extLst>
          </p:cNvPr>
          <p:cNvGrpSpPr/>
          <p:nvPr/>
        </p:nvGrpSpPr>
        <p:grpSpPr>
          <a:xfrm>
            <a:off x="2920133" y="1191372"/>
            <a:ext cx="192613" cy="151863"/>
            <a:chOff x="1837958" y="1438830"/>
            <a:chExt cx="279225" cy="243090"/>
          </a:xfrm>
        </p:grpSpPr>
        <p:sp>
          <p:nvSpPr>
            <p:cNvPr id="1645" name="ellipse_1845">
              <a:extLst>
                <a:ext uri="{FF2B5EF4-FFF2-40B4-BE49-F238E27FC236}">
                  <a16:creationId xmlns:a16="http://schemas.microsoft.com/office/drawing/2014/main" id="{6E764F25-DBA9-554E-C4CE-2FD02327DB99}"/>
                </a:ext>
              </a:extLst>
            </p:cNvPr>
            <p:cNvSpPr/>
            <p:nvPr/>
          </p:nvSpPr>
          <p:spPr>
            <a:xfrm>
              <a:off x="1913865" y="155124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6" name="ellipse_1846">
              <a:extLst>
                <a:ext uri="{FF2B5EF4-FFF2-40B4-BE49-F238E27FC236}">
                  <a16:creationId xmlns:a16="http://schemas.microsoft.com/office/drawing/2014/main" id="{197B7050-3D76-A2AB-BD38-1764B1343A22}"/>
                </a:ext>
              </a:extLst>
            </p:cNvPr>
            <p:cNvSpPr/>
            <p:nvPr/>
          </p:nvSpPr>
          <p:spPr>
            <a:xfrm>
              <a:off x="2018743" y="157053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7" name="ellipse_1847">
              <a:extLst>
                <a:ext uri="{FF2B5EF4-FFF2-40B4-BE49-F238E27FC236}">
                  <a16:creationId xmlns:a16="http://schemas.microsoft.com/office/drawing/2014/main" id="{81DD4F70-0917-A1BE-79E6-62615F75B8CC}"/>
                </a:ext>
              </a:extLst>
            </p:cNvPr>
            <p:cNvSpPr/>
            <p:nvPr/>
          </p:nvSpPr>
          <p:spPr>
            <a:xfrm>
              <a:off x="1903691" y="146458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8" name="ellipse_1848">
              <a:extLst>
                <a:ext uri="{FF2B5EF4-FFF2-40B4-BE49-F238E27FC236}">
                  <a16:creationId xmlns:a16="http://schemas.microsoft.com/office/drawing/2014/main" id="{D952897A-5895-C7BE-F43A-95CAB4B2A795}"/>
                </a:ext>
              </a:extLst>
            </p:cNvPr>
            <p:cNvSpPr/>
            <p:nvPr/>
          </p:nvSpPr>
          <p:spPr>
            <a:xfrm>
              <a:off x="1969603" y="149258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9" name="ellipse_1849">
              <a:extLst>
                <a:ext uri="{FF2B5EF4-FFF2-40B4-BE49-F238E27FC236}">
                  <a16:creationId xmlns:a16="http://schemas.microsoft.com/office/drawing/2014/main" id="{A963D769-952A-7D3A-3F80-8699A441E634}"/>
                </a:ext>
              </a:extLst>
            </p:cNvPr>
            <p:cNvSpPr/>
            <p:nvPr/>
          </p:nvSpPr>
          <p:spPr>
            <a:xfrm>
              <a:off x="1983888" y="146333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0" name="ellipse_1850">
              <a:extLst>
                <a:ext uri="{FF2B5EF4-FFF2-40B4-BE49-F238E27FC236}">
                  <a16:creationId xmlns:a16="http://schemas.microsoft.com/office/drawing/2014/main" id="{57152106-03AD-F124-8014-3B98F56CFEC2}"/>
                </a:ext>
              </a:extLst>
            </p:cNvPr>
            <p:cNvSpPr/>
            <p:nvPr/>
          </p:nvSpPr>
          <p:spPr>
            <a:xfrm>
              <a:off x="2028487" y="1524139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1" name="ellipse_1851">
              <a:extLst>
                <a:ext uri="{FF2B5EF4-FFF2-40B4-BE49-F238E27FC236}">
                  <a16:creationId xmlns:a16="http://schemas.microsoft.com/office/drawing/2014/main" id="{CE30E060-453E-DE2F-D1A5-53744423F89F}"/>
                </a:ext>
              </a:extLst>
            </p:cNvPr>
            <p:cNvSpPr/>
            <p:nvPr/>
          </p:nvSpPr>
          <p:spPr>
            <a:xfrm>
              <a:off x="1926343" y="1575448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2" name="ellipse_1852">
              <a:extLst>
                <a:ext uri="{FF2B5EF4-FFF2-40B4-BE49-F238E27FC236}">
                  <a16:creationId xmlns:a16="http://schemas.microsoft.com/office/drawing/2014/main" id="{BCD21C73-A23D-DC08-C217-5024F875B013}"/>
                </a:ext>
              </a:extLst>
            </p:cNvPr>
            <p:cNvSpPr/>
            <p:nvPr/>
          </p:nvSpPr>
          <p:spPr>
            <a:xfrm>
              <a:off x="2049637" y="149404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3" name="ellipse_1853">
              <a:extLst>
                <a:ext uri="{FF2B5EF4-FFF2-40B4-BE49-F238E27FC236}">
                  <a16:creationId xmlns:a16="http://schemas.microsoft.com/office/drawing/2014/main" id="{B2668D05-AB99-45E2-3A48-0AE3CC708E79}"/>
                </a:ext>
              </a:extLst>
            </p:cNvPr>
            <p:cNvSpPr/>
            <p:nvPr/>
          </p:nvSpPr>
          <p:spPr>
            <a:xfrm>
              <a:off x="1974089" y="162258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4" name="ellipse_1854">
              <a:extLst>
                <a:ext uri="{FF2B5EF4-FFF2-40B4-BE49-F238E27FC236}">
                  <a16:creationId xmlns:a16="http://schemas.microsoft.com/office/drawing/2014/main" id="{C3FC532B-0C18-4686-B3F9-ECB23E3C8E5B}"/>
                </a:ext>
              </a:extLst>
            </p:cNvPr>
            <p:cNvSpPr/>
            <p:nvPr/>
          </p:nvSpPr>
          <p:spPr>
            <a:xfrm>
              <a:off x="1919318" y="148506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5" name="Pseudo atom | small solid diamond">
              <a:extLst>
                <a:ext uri="{FF2B5EF4-FFF2-40B4-BE49-F238E27FC236}">
                  <a16:creationId xmlns:a16="http://schemas.microsoft.com/office/drawing/2014/main" id="{D47F9E70-6E4F-13F4-8384-DCC1953ED3AB}"/>
                </a:ext>
              </a:extLst>
            </p:cNvPr>
            <p:cNvSpPr/>
            <p:nvPr/>
          </p:nvSpPr>
          <p:spPr>
            <a:xfrm>
              <a:off x="1936117" y="1496523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6" name="Pseudo atom | small solid diamond">
              <a:extLst>
                <a:ext uri="{FF2B5EF4-FFF2-40B4-BE49-F238E27FC236}">
                  <a16:creationId xmlns:a16="http://schemas.microsoft.com/office/drawing/2014/main" id="{40A95EC5-07C8-CBE3-8B5E-76D354B0F803}"/>
                </a:ext>
              </a:extLst>
            </p:cNvPr>
            <p:cNvSpPr/>
            <p:nvPr/>
          </p:nvSpPr>
          <p:spPr>
            <a:xfrm>
              <a:off x="2009328" y="1534365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7" name="Pseudo atom | small solid diamond">
              <a:extLst>
                <a:ext uri="{FF2B5EF4-FFF2-40B4-BE49-F238E27FC236}">
                  <a16:creationId xmlns:a16="http://schemas.microsoft.com/office/drawing/2014/main" id="{C55498F9-6468-6DFB-4A0D-F610CB9A5706}"/>
                </a:ext>
              </a:extLst>
            </p:cNvPr>
            <p:cNvSpPr/>
            <p:nvPr/>
          </p:nvSpPr>
          <p:spPr>
            <a:xfrm>
              <a:off x="2067998" y="1557129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8" name="Pseudo atom | small solid diamond">
              <a:extLst>
                <a:ext uri="{FF2B5EF4-FFF2-40B4-BE49-F238E27FC236}">
                  <a16:creationId xmlns:a16="http://schemas.microsoft.com/office/drawing/2014/main" id="{0248D6CC-526B-E1EC-3CB1-D1883E4B1B2D}"/>
                </a:ext>
              </a:extLst>
            </p:cNvPr>
            <p:cNvSpPr/>
            <p:nvPr/>
          </p:nvSpPr>
          <p:spPr>
            <a:xfrm>
              <a:off x="1932440" y="1602598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9" name="Pseudo atom | small solid diamond">
              <a:extLst>
                <a:ext uri="{FF2B5EF4-FFF2-40B4-BE49-F238E27FC236}">
                  <a16:creationId xmlns:a16="http://schemas.microsoft.com/office/drawing/2014/main" id="{FA4E3C3B-8000-8401-0A8B-FABB928F4EE1}"/>
                </a:ext>
              </a:extLst>
            </p:cNvPr>
            <p:cNvSpPr/>
            <p:nvPr/>
          </p:nvSpPr>
          <p:spPr>
            <a:xfrm>
              <a:off x="2064662" y="1552465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60" name="b | PTV3 stage 2">
            <a:extLst>
              <a:ext uri="{FF2B5EF4-FFF2-40B4-BE49-F238E27FC236}">
                <a16:creationId xmlns:a16="http://schemas.microsoft.com/office/drawing/2014/main" id="{23A1EA82-E394-5DFA-6214-4AC3E743A029}"/>
              </a:ext>
            </a:extLst>
          </p:cNvPr>
          <p:cNvGrpSpPr/>
          <p:nvPr/>
        </p:nvGrpSpPr>
        <p:grpSpPr>
          <a:xfrm>
            <a:off x="3223868" y="1191372"/>
            <a:ext cx="192613" cy="151863"/>
            <a:chOff x="2276505" y="1465110"/>
            <a:chExt cx="243090" cy="190530"/>
          </a:xfrm>
        </p:grpSpPr>
        <p:sp>
          <p:nvSpPr>
            <p:cNvPr id="1661" name="ellipse_1861">
              <a:extLst>
                <a:ext uri="{FF2B5EF4-FFF2-40B4-BE49-F238E27FC236}">
                  <a16:creationId xmlns:a16="http://schemas.microsoft.com/office/drawing/2014/main" id="{B37A0A4A-E74F-5F9F-BAC3-F3FF01CBC46F}"/>
                </a:ext>
              </a:extLst>
            </p:cNvPr>
            <p:cNvSpPr/>
            <p:nvPr/>
          </p:nvSpPr>
          <p:spPr>
            <a:xfrm>
              <a:off x="2447720" y="147978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2" name="ellipse_1862">
              <a:extLst>
                <a:ext uri="{FF2B5EF4-FFF2-40B4-BE49-F238E27FC236}">
                  <a16:creationId xmlns:a16="http://schemas.microsoft.com/office/drawing/2014/main" id="{083301EA-AB1C-7899-FCE1-2BDF36418D76}"/>
                </a:ext>
              </a:extLst>
            </p:cNvPr>
            <p:cNvSpPr/>
            <p:nvPr/>
          </p:nvSpPr>
          <p:spPr>
            <a:xfrm>
              <a:off x="2338639" y="1494948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3" name="ellipse_1863">
              <a:extLst>
                <a:ext uri="{FF2B5EF4-FFF2-40B4-BE49-F238E27FC236}">
                  <a16:creationId xmlns:a16="http://schemas.microsoft.com/office/drawing/2014/main" id="{F8403B38-B817-0FE9-48D0-4A1ECA4A3BA7}"/>
                </a:ext>
              </a:extLst>
            </p:cNvPr>
            <p:cNvSpPr/>
            <p:nvPr/>
          </p:nvSpPr>
          <p:spPr>
            <a:xfrm>
              <a:off x="2425728" y="152261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4" name="ellipse_1864">
              <a:extLst>
                <a:ext uri="{FF2B5EF4-FFF2-40B4-BE49-F238E27FC236}">
                  <a16:creationId xmlns:a16="http://schemas.microsoft.com/office/drawing/2014/main" id="{4869A9CB-0815-B038-134E-8053AF841AE3}"/>
                </a:ext>
              </a:extLst>
            </p:cNvPr>
            <p:cNvSpPr/>
            <p:nvPr/>
          </p:nvSpPr>
          <p:spPr>
            <a:xfrm>
              <a:off x="2400135" y="1486158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5" name="ellipse_1865">
              <a:extLst>
                <a:ext uri="{FF2B5EF4-FFF2-40B4-BE49-F238E27FC236}">
                  <a16:creationId xmlns:a16="http://schemas.microsoft.com/office/drawing/2014/main" id="{7FB3C033-ABDB-5C38-781B-5597EA5C77B2}"/>
                </a:ext>
              </a:extLst>
            </p:cNvPr>
            <p:cNvSpPr/>
            <p:nvPr/>
          </p:nvSpPr>
          <p:spPr>
            <a:xfrm>
              <a:off x="2349408" y="1613290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6" name="ellipse_1866">
              <a:extLst>
                <a:ext uri="{FF2B5EF4-FFF2-40B4-BE49-F238E27FC236}">
                  <a16:creationId xmlns:a16="http://schemas.microsoft.com/office/drawing/2014/main" id="{B90E425D-0867-8CFC-E647-C3FE3AF07CC6}"/>
                </a:ext>
              </a:extLst>
            </p:cNvPr>
            <p:cNvSpPr/>
            <p:nvPr/>
          </p:nvSpPr>
          <p:spPr>
            <a:xfrm>
              <a:off x="2460264" y="1527944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7" name="ellipse_1867">
              <a:extLst>
                <a:ext uri="{FF2B5EF4-FFF2-40B4-BE49-F238E27FC236}">
                  <a16:creationId xmlns:a16="http://schemas.microsoft.com/office/drawing/2014/main" id="{5604C167-9769-BBCA-D178-2F3C8E783802}"/>
                </a:ext>
              </a:extLst>
            </p:cNvPr>
            <p:cNvSpPr/>
            <p:nvPr/>
          </p:nvSpPr>
          <p:spPr>
            <a:xfrm>
              <a:off x="2419949" y="154267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8" name="ellipse_1868">
              <a:extLst>
                <a:ext uri="{FF2B5EF4-FFF2-40B4-BE49-F238E27FC236}">
                  <a16:creationId xmlns:a16="http://schemas.microsoft.com/office/drawing/2014/main" id="{39A43F83-145B-C2C0-84E9-D50DD7699877}"/>
                </a:ext>
              </a:extLst>
            </p:cNvPr>
            <p:cNvSpPr/>
            <p:nvPr/>
          </p:nvSpPr>
          <p:spPr>
            <a:xfrm>
              <a:off x="2388499" y="155825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9" name="Pseudo atom | small solid diamond">
              <a:extLst>
                <a:ext uri="{FF2B5EF4-FFF2-40B4-BE49-F238E27FC236}">
                  <a16:creationId xmlns:a16="http://schemas.microsoft.com/office/drawing/2014/main" id="{C820E601-BB4E-7C30-63CB-0FC71FC4C14D}"/>
                </a:ext>
              </a:extLst>
            </p:cNvPr>
            <p:cNvSpPr/>
            <p:nvPr/>
          </p:nvSpPr>
          <p:spPr>
            <a:xfrm>
              <a:off x="2441335" y="1556110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0" name="Pseudo atom | small solid diamond">
              <a:extLst>
                <a:ext uri="{FF2B5EF4-FFF2-40B4-BE49-F238E27FC236}">
                  <a16:creationId xmlns:a16="http://schemas.microsoft.com/office/drawing/2014/main" id="{FD16D9BB-ECB4-FAA1-E243-91C1AC6B6860}"/>
                </a:ext>
              </a:extLst>
            </p:cNvPr>
            <p:cNvSpPr/>
            <p:nvPr/>
          </p:nvSpPr>
          <p:spPr>
            <a:xfrm>
              <a:off x="2444088" y="1505517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1" name="Pseudo atom | small solid diamond">
              <a:extLst>
                <a:ext uri="{FF2B5EF4-FFF2-40B4-BE49-F238E27FC236}">
                  <a16:creationId xmlns:a16="http://schemas.microsoft.com/office/drawing/2014/main" id="{F149C5F6-56E3-A04F-21A0-3C229CAF5E15}"/>
                </a:ext>
              </a:extLst>
            </p:cNvPr>
            <p:cNvSpPr/>
            <p:nvPr/>
          </p:nvSpPr>
          <p:spPr>
            <a:xfrm>
              <a:off x="2476774" y="1497781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2" name="Pseudo atom | small solid diamond">
              <a:extLst>
                <a:ext uri="{FF2B5EF4-FFF2-40B4-BE49-F238E27FC236}">
                  <a16:creationId xmlns:a16="http://schemas.microsoft.com/office/drawing/2014/main" id="{77CEDCA4-F08A-788B-C9CF-76180514982B}"/>
                </a:ext>
              </a:extLst>
            </p:cNvPr>
            <p:cNvSpPr/>
            <p:nvPr/>
          </p:nvSpPr>
          <p:spPr>
            <a:xfrm>
              <a:off x="2439608" y="1561702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3" name="Pseudo atom | small solid diamond">
              <a:extLst>
                <a:ext uri="{FF2B5EF4-FFF2-40B4-BE49-F238E27FC236}">
                  <a16:creationId xmlns:a16="http://schemas.microsoft.com/office/drawing/2014/main" id="{57A19B96-D93C-651B-A20F-2726C4535687}"/>
                </a:ext>
              </a:extLst>
            </p:cNvPr>
            <p:cNvSpPr/>
            <p:nvPr/>
          </p:nvSpPr>
          <p:spPr>
            <a:xfrm>
              <a:off x="2309778" y="1549378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74" name="b | PTV3 stage 3">
            <a:extLst>
              <a:ext uri="{FF2B5EF4-FFF2-40B4-BE49-F238E27FC236}">
                <a16:creationId xmlns:a16="http://schemas.microsoft.com/office/drawing/2014/main" id="{9D4E07F7-A1B3-6D94-9D3B-C87A009EFC9E}"/>
              </a:ext>
            </a:extLst>
          </p:cNvPr>
          <p:cNvGrpSpPr/>
          <p:nvPr/>
        </p:nvGrpSpPr>
        <p:grpSpPr>
          <a:xfrm>
            <a:off x="3527603" y="1191372"/>
            <a:ext cx="192613" cy="151863"/>
            <a:chOff x="2703555" y="1491390"/>
            <a:chExt cx="190530" cy="137970"/>
          </a:xfrm>
        </p:grpSpPr>
        <p:sp>
          <p:nvSpPr>
            <p:cNvPr id="1675" name="ellipse_1875">
              <a:extLst>
                <a:ext uri="{FF2B5EF4-FFF2-40B4-BE49-F238E27FC236}">
                  <a16:creationId xmlns:a16="http://schemas.microsoft.com/office/drawing/2014/main" id="{C2EBAE14-9677-3CC3-2EFF-3B8B5AC3E674}"/>
                </a:ext>
              </a:extLst>
            </p:cNvPr>
            <p:cNvSpPr/>
            <p:nvPr/>
          </p:nvSpPr>
          <p:spPr>
            <a:xfrm>
              <a:off x="2789079" y="1532307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6" name="ellipse_1876">
              <a:extLst>
                <a:ext uri="{FF2B5EF4-FFF2-40B4-BE49-F238E27FC236}">
                  <a16:creationId xmlns:a16="http://schemas.microsoft.com/office/drawing/2014/main" id="{2FEF0058-7009-8E93-CFA0-25D0C93585CB}"/>
                </a:ext>
              </a:extLst>
            </p:cNvPr>
            <p:cNvSpPr/>
            <p:nvPr/>
          </p:nvSpPr>
          <p:spPr>
            <a:xfrm>
              <a:off x="2757487" y="1601916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7" name="ellipse_1877">
              <a:extLst>
                <a:ext uri="{FF2B5EF4-FFF2-40B4-BE49-F238E27FC236}">
                  <a16:creationId xmlns:a16="http://schemas.microsoft.com/office/drawing/2014/main" id="{F309FE41-9380-9A20-1E9E-0129102A2DFC}"/>
                </a:ext>
              </a:extLst>
            </p:cNvPr>
            <p:cNvSpPr/>
            <p:nvPr/>
          </p:nvSpPr>
          <p:spPr>
            <a:xfrm>
              <a:off x="2750624" y="1504602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8" name="ellipse_1878">
              <a:extLst>
                <a:ext uri="{FF2B5EF4-FFF2-40B4-BE49-F238E27FC236}">
                  <a16:creationId xmlns:a16="http://schemas.microsoft.com/office/drawing/2014/main" id="{B469328C-6613-AD48-066F-F45135B95DD5}"/>
                </a:ext>
              </a:extLst>
            </p:cNvPr>
            <p:cNvSpPr/>
            <p:nvPr/>
          </p:nvSpPr>
          <p:spPr>
            <a:xfrm>
              <a:off x="2840127" y="1518774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9" name="ellipse_1879">
              <a:extLst>
                <a:ext uri="{FF2B5EF4-FFF2-40B4-BE49-F238E27FC236}">
                  <a16:creationId xmlns:a16="http://schemas.microsoft.com/office/drawing/2014/main" id="{4021B8FF-12FE-5E1D-2EE3-B6B8BF2B4042}"/>
                </a:ext>
              </a:extLst>
            </p:cNvPr>
            <p:cNvSpPr/>
            <p:nvPr/>
          </p:nvSpPr>
          <p:spPr>
            <a:xfrm>
              <a:off x="2838529" y="1575175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0" name="Pseudo atom | small solid diamond">
              <a:extLst>
                <a:ext uri="{FF2B5EF4-FFF2-40B4-BE49-F238E27FC236}">
                  <a16:creationId xmlns:a16="http://schemas.microsoft.com/office/drawing/2014/main" id="{31A67893-603B-350D-3159-5447E6DABFC4}"/>
                </a:ext>
              </a:extLst>
            </p:cNvPr>
            <p:cNvSpPr/>
            <p:nvPr/>
          </p:nvSpPr>
          <p:spPr>
            <a:xfrm>
              <a:off x="2732391" y="1513767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1" name="Pseudo atom | small solid diamond">
              <a:extLst>
                <a:ext uri="{FF2B5EF4-FFF2-40B4-BE49-F238E27FC236}">
                  <a16:creationId xmlns:a16="http://schemas.microsoft.com/office/drawing/2014/main" id="{13D427F8-351E-54EB-34A4-216EA0B8B747}"/>
                </a:ext>
              </a:extLst>
            </p:cNvPr>
            <p:cNvSpPr/>
            <p:nvPr/>
          </p:nvSpPr>
          <p:spPr>
            <a:xfrm>
              <a:off x="2786505" y="1580800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2" name="Pseudo atom | small solid diamond">
              <a:extLst>
                <a:ext uri="{FF2B5EF4-FFF2-40B4-BE49-F238E27FC236}">
                  <a16:creationId xmlns:a16="http://schemas.microsoft.com/office/drawing/2014/main" id="{C2EE35F7-35A5-2044-B1C6-8481D2A5BB7C}"/>
                </a:ext>
              </a:extLst>
            </p:cNvPr>
            <p:cNvSpPr/>
            <p:nvPr/>
          </p:nvSpPr>
          <p:spPr>
            <a:xfrm>
              <a:off x="2737720" y="1521626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3" name="Pseudo atom | small solid diamond">
              <a:extLst>
                <a:ext uri="{FF2B5EF4-FFF2-40B4-BE49-F238E27FC236}">
                  <a16:creationId xmlns:a16="http://schemas.microsoft.com/office/drawing/2014/main" id="{42574D19-CAE6-7297-BB38-A12C136A5088}"/>
                </a:ext>
              </a:extLst>
            </p:cNvPr>
            <p:cNvSpPr/>
            <p:nvPr/>
          </p:nvSpPr>
          <p:spPr>
            <a:xfrm>
              <a:off x="2832745" y="1536936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4" name="Pseudo atom | small solid diamond">
              <a:extLst>
                <a:ext uri="{FF2B5EF4-FFF2-40B4-BE49-F238E27FC236}">
                  <a16:creationId xmlns:a16="http://schemas.microsoft.com/office/drawing/2014/main" id="{BF0A4DD9-CF3C-E4B4-D387-9F9EB8427226}"/>
                </a:ext>
              </a:extLst>
            </p:cNvPr>
            <p:cNvSpPr/>
            <p:nvPr/>
          </p:nvSpPr>
          <p:spPr>
            <a:xfrm>
              <a:off x="2837638" y="1514943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85" name="b | PTV3 stage 4">
            <a:extLst>
              <a:ext uri="{FF2B5EF4-FFF2-40B4-BE49-F238E27FC236}">
                <a16:creationId xmlns:a16="http://schemas.microsoft.com/office/drawing/2014/main" id="{4E625ACB-7730-EABD-CA7E-31410DC3EA27}"/>
              </a:ext>
            </a:extLst>
          </p:cNvPr>
          <p:cNvGrpSpPr/>
          <p:nvPr/>
        </p:nvGrpSpPr>
        <p:grpSpPr>
          <a:xfrm>
            <a:off x="3831338" y="1191372"/>
            <a:ext cx="192613" cy="151863"/>
            <a:chOff x="3097755" y="1465110"/>
            <a:chExt cx="243090" cy="190530"/>
          </a:xfrm>
        </p:grpSpPr>
        <p:sp>
          <p:nvSpPr>
            <p:cNvPr id="1686" name="ellipse_1886">
              <a:extLst>
                <a:ext uri="{FF2B5EF4-FFF2-40B4-BE49-F238E27FC236}">
                  <a16:creationId xmlns:a16="http://schemas.microsoft.com/office/drawing/2014/main" id="{DEBDD630-39CB-4945-69A7-C45ECCCB414A}"/>
                </a:ext>
              </a:extLst>
            </p:cNvPr>
            <p:cNvSpPr/>
            <p:nvPr/>
          </p:nvSpPr>
          <p:spPr>
            <a:xfrm>
              <a:off x="3279141" y="1552259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7" name="ellipse_1887">
              <a:extLst>
                <a:ext uri="{FF2B5EF4-FFF2-40B4-BE49-F238E27FC236}">
                  <a16:creationId xmlns:a16="http://schemas.microsoft.com/office/drawing/2014/main" id="{59BC77A0-9969-AC6F-6915-C0B51253D787}"/>
                </a:ext>
              </a:extLst>
            </p:cNvPr>
            <p:cNvSpPr/>
            <p:nvPr/>
          </p:nvSpPr>
          <p:spPr>
            <a:xfrm>
              <a:off x="3239930" y="157319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8" name="ellipse_1888">
              <a:extLst>
                <a:ext uri="{FF2B5EF4-FFF2-40B4-BE49-F238E27FC236}">
                  <a16:creationId xmlns:a16="http://schemas.microsoft.com/office/drawing/2014/main" id="{A8042CFE-DABB-883F-C190-FD15F1C91EFF}"/>
                </a:ext>
              </a:extLst>
            </p:cNvPr>
            <p:cNvSpPr/>
            <p:nvPr/>
          </p:nvSpPr>
          <p:spPr>
            <a:xfrm>
              <a:off x="3219861" y="155279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9" name="ellipse_1889">
              <a:extLst>
                <a:ext uri="{FF2B5EF4-FFF2-40B4-BE49-F238E27FC236}">
                  <a16:creationId xmlns:a16="http://schemas.microsoft.com/office/drawing/2014/main" id="{017434A9-431C-0625-D9E0-828875C1F2EF}"/>
                </a:ext>
              </a:extLst>
            </p:cNvPr>
            <p:cNvSpPr/>
            <p:nvPr/>
          </p:nvSpPr>
          <p:spPr>
            <a:xfrm>
              <a:off x="3118969" y="158435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0" name="ellipse_1890">
              <a:extLst>
                <a:ext uri="{FF2B5EF4-FFF2-40B4-BE49-F238E27FC236}">
                  <a16:creationId xmlns:a16="http://schemas.microsoft.com/office/drawing/2014/main" id="{1F5E9B61-38E1-5584-6A50-23987A9B7F59}"/>
                </a:ext>
              </a:extLst>
            </p:cNvPr>
            <p:cNvSpPr/>
            <p:nvPr/>
          </p:nvSpPr>
          <p:spPr>
            <a:xfrm>
              <a:off x="3292564" y="158854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1" name="ellipse_1891">
              <a:extLst>
                <a:ext uri="{FF2B5EF4-FFF2-40B4-BE49-F238E27FC236}">
                  <a16:creationId xmlns:a16="http://schemas.microsoft.com/office/drawing/2014/main" id="{38C39B4A-C03C-0EF8-548B-0DE9A9149171}"/>
                </a:ext>
              </a:extLst>
            </p:cNvPr>
            <p:cNvSpPr/>
            <p:nvPr/>
          </p:nvSpPr>
          <p:spPr>
            <a:xfrm>
              <a:off x="3210805" y="1614479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2" name="ellipse_1892">
              <a:extLst>
                <a:ext uri="{FF2B5EF4-FFF2-40B4-BE49-F238E27FC236}">
                  <a16:creationId xmlns:a16="http://schemas.microsoft.com/office/drawing/2014/main" id="{D43FF6D2-A629-F11C-E0AD-13723D83D57E}"/>
                </a:ext>
              </a:extLst>
            </p:cNvPr>
            <p:cNvSpPr/>
            <p:nvPr/>
          </p:nvSpPr>
          <p:spPr>
            <a:xfrm>
              <a:off x="3229188" y="161658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3" name="ellipse_1893">
              <a:extLst>
                <a:ext uri="{FF2B5EF4-FFF2-40B4-BE49-F238E27FC236}">
                  <a16:creationId xmlns:a16="http://schemas.microsoft.com/office/drawing/2014/main" id="{831CC9BA-B03C-7279-23E0-EA17BC41F284}"/>
                </a:ext>
              </a:extLst>
            </p:cNvPr>
            <p:cNvSpPr/>
            <p:nvPr/>
          </p:nvSpPr>
          <p:spPr>
            <a:xfrm>
              <a:off x="3260194" y="1481644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4" name="Pseudo atom | small solid diamond">
              <a:extLst>
                <a:ext uri="{FF2B5EF4-FFF2-40B4-BE49-F238E27FC236}">
                  <a16:creationId xmlns:a16="http://schemas.microsoft.com/office/drawing/2014/main" id="{23898752-E7C0-52EA-C7E0-063556BD910C}"/>
                </a:ext>
              </a:extLst>
            </p:cNvPr>
            <p:cNvSpPr/>
            <p:nvPr/>
          </p:nvSpPr>
          <p:spPr>
            <a:xfrm>
              <a:off x="3148094" y="1611532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5" name="Pseudo atom | small solid diamond">
              <a:extLst>
                <a:ext uri="{FF2B5EF4-FFF2-40B4-BE49-F238E27FC236}">
                  <a16:creationId xmlns:a16="http://schemas.microsoft.com/office/drawing/2014/main" id="{6D5015BF-5484-B8E6-B0E2-02407DF2F178}"/>
                </a:ext>
              </a:extLst>
            </p:cNvPr>
            <p:cNvSpPr/>
            <p:nvPr/>
          </p:nvSpPr>
          <p:spPr>
            <a:xfrm>
              <a:off x="3138576" y="1510364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6" name="Pseudo atom | small solid diamond">
              <a:extLst>
                <a:ext uri="{FF2B5EF4-FFF2-40B4-BE49-F238E27FC236}">
                  <a16:creationId xmlns:a16="http://schemas.microsoft.com/office/drawing/2014/main" id="{2726F865-88D0-A4CF-0993-9AA0E0C36A47}"/>
                </a:ext>
              </a:extLst>
            </p:cNvPr>
            <p:cNvSpPr/>
            <p:nvPr/>
          </p:nvSpPr>
          <p:spPr>
            <a:xfrm>
              <a:off x="3167444" y="1532517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7" name="Pseudo atom | small solid diamond">
              <a:extLst>
                <a:ext uri="{FF2B5EF4-FFF2-40B4-BE49-F238E27FC236}">
                  <a16:creationId xmlns:a16="http://schemas.microsoft.com/office/drawing/2014/main" id="{DECB651C-331E-DA33-2FA6-8298C9E48C8D}"/>
                </a:ext>
              </a:extLst>
            </p:cNvPr>
            <p:cNvSpPr/>
            <p:nvPr/>
          </p:nvSpPr>
          <p:spPr>
            <a:xfrm>
              <a:off x="3192186" y="1545481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8" name="Pseudo atom | small solid diamond">
              <a:extLst>
                <a:ext uri="{FF2B5EF4-FFF2-40B4-BE49-F238E27FC236}">
                  <a16:creationId xmlns:a16="http://schemas.microsoft.com/office/drawing/2014/main" id="{84133FDC-C3B3-8510-5D8C-B98696EC3BCE}"/>
                </a:ext>
              </a:extLst>
            </p:cNvPr>
            <p:cNvSpPr/>
            <p:nvPr/>
          </p:nvSpPr>
          <p:spPr>
            <a:xfrm>
              <a:off x="3219021" y="1555020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99" name="b | PTV3 stage 5">
            <a:extLst>
              <a:ext uri="{FF2B5EF4-FFF2-40B4-BE49-F238E27FC236}">
                <a16:creationId xmlns:a16="http://schemas.microsoft.com/office/drawing/2014/main" id="{BA8DF252-2B5F-29DA-4136-E9858897891C}"/>
              </a:ext>
            </a:extLst>
          </p:cNvPr>
          <p:cNvGrpSpPr/>
          <p:nvPr/>
        </p:nvGrpSpPr>
        <p:grpSpPr>
          <a:xfrm>
            <a:off x="4135073" y="1191372"/>
            <a:ext cx="192613" cy="151863"/>
            <a:chOff x="3473888" y="1438830"/>
            <a:chExt cx="279225" cy="243090"/>
          </a:xfrm>
        </p:grpSpPr>
        <p:sp>
          <p:nvSpPr>
            <p:cNvPr id="1700" name="ellipse_1900">
              <a:extLst>
                <a:ext uri="{FF2B5EF4-FFF2-40B4-BE49-F238E27FC236}">
                  <a16:creationId xmlns:a16="http://schemas.microsoft.com/office/drawing/2014/main" id="{1A40232D-4A98-E958-9D43-C2005E585A2F}"/>
                </a:ext>
              </a:extLst>
            </p:cNvPr>
            <p:cNvSpPr/>
            <p:nvPr/>
          </p:nvSpPr>
          <p:spPr>
            <a:xfrm>
              <a:off x="3541505" y="1483896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1" name="ellipse_1901">
              <a:extLst>
                <a:ext uri="{FF2B5EF4-FFF2-40B4-BE49-F238E27FC236}">
                  <a16:creationId xmlns:a16="http://schemas.microsoft.com/office/drawing/2014/main" id="{5F7139B2-9C53-F883-B610-E2D0FCA1C3EF}"/>
                </a:ext>
              </a:extLst>
            </p:cNvPr>
            <p:cNvSpPr/>
            <p:nvPr/>
          </p:nvSpPr>
          <p:spPr>
            <a:xfrm>
              <a:off x="3634685" y="1579452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2" name="ellipse_1902">
              <a:extLst>
                <a:ext uri="{FF2B5EF4-FFF2-40B4-BE49-F238E27FC236}">
                  <a16:creationId xmlns:a16="http://schemas.microsoft.com/office/drawing/2014/main" id="{DF5325C2-D24A-E8C1-AFC4-A1D6FCE146CF}"/>
                </a:ext>
              </a:extLst>
            </p:cNvPr>
            <p:cNvSpPr/>
            <p:nvPr/>
          </p:nvSpPr>
          <p:spPr>
            <a:xfrm>
              <a:off x="3690250" y="1591533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3" name="ellipse_1903">
              <a:extLst>
                <a:ext uri="{FF2B5EF4-FFF2-40B4-BE49-F238E27FC236}">
                  <a16:creationId xmlns:a16="http://schemas.microsoft.com/office/drawing/2014/main" id="{CCB15768-37EE-E144-F5BD-50E1F0D6A00B}"/>
                </a:ext>
              </a:extLst>
            </p:cNvPr>
            <p:cNvSpPr/>
            <p:nvPr/>
          </p:nvSpPr>
          <p:spPr>
            <a:xfrm>
              <a:off x="3688948" y="162675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4" name="ellipse_1904">
              <a:extLst>
                <a:ext uri="{FF2B5EF4-FFF2-40B4-BE49-F238E27FC236}">
                  <a16:creationId xmlns:a16="http://schemas.microsoft.com/office/drawing/2014/main" id="{3C6FC5A4-3EEC-DFF4-C7AC-4BEF9B715E73}"/>
                </a:ext>
              </a:extLst>
            </p:cNvPr>
            <p:cNvSpPr/>
            <p:nvPr/>
          </p:nvSpPr>
          <p:spPr>
            <a:xfrm>
              <a:off x="3676533" y="145861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5" name="ellipse_1905">
              <a:extLst>
                <a:ext uri="{FF2B5EF4-FFF2-40B4-BE49-F238E27FC236}">
                  <a16:creationId xmlns:a16="http://schemas.microsoft.com/office/drawing/2014/main" id="{A7DBCE17-E9CD-22D1-5C2E-ABD09A4F3ADB}"/>
                </a:ext>
              </a:extLst>
            </p:cNvPr>
            <p:cNvSpPr/>
            <p:nvPr/>
          </p:nvSpPr>
          <p:spPr>
            <a:xfrm>
              <a:off x="3582836" y="160440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6" name="ellipse_1906">
              <a:extLst>
                <a:ext uri="{FF2B5EF4-FFF2-40B4-BE49-F238E27FC236}">
                  <a16:creationId xmlns:a16="http://schemas.microsoft.com/office/drawing/2014/main" id="{09B08BB9-FF7D-78AF-132C-E1E6E3B32ACC}"/>
                </a:ext>
              </a:extLst>
            </p:cNvPr>
            <p:cNvSpPr/>
            <p:nvPr/>
          </p:nvSpPr>
          <p:spPr>
            <a:xfrm>
              <a:off x="3502117" y="148135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7" name="ellipse_1907">
              <a:extLst>
                <a:ext uri="{FF2B5EF4-FFF2-40B4-BE49-F238E27FC236}">
                  <a16:creationId xmlns:a16="http://schemas.microsoft.com/office/drawing/2014/main" id="{9065E74D-C006-BE02-81E5-504C0667EEC4}"/>
                </a:ext>
              </a:extLst>
            </p:cNvPr>
            <p:cNvSpPr/>
            <p:nvPr/>
          </p:nvSpPr>
          <p:spPr>
            <a:xfrm>
              <a:off x="3701184" y="1635112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8" name="ellipse_1908">
              <a:extLst>
                <a:ext uri="{FF2B5EF4-FFF2-40B4-BE49-F238E27FC236}">
                  <a16:creationId xmlns:a16="http://schemas.microsoft.com/office/drawing/2014/main" id="{3E7CCF9B-D08E-7B45-FD81-449880C15D5E}"/>
                </a:ext>
              </a:extLst>
            </p:cNvPr>
            <p:cNvSpPr/>
            <p:nvPr/>
          </p:nvSpPr>
          <p:spPr>
            <a:xfrm>
              <a:off x="3667161" y="160804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9" name="ellipse_1909">
              <a:extLst>
                <a:ext uri="{FF2B5EF4-FFF2-40B4-BE49-F238E27FC236}">
                  <a16:creationId xmlns:a16="http://schemas.microsoft.com/office/drawing/2014/main" id="{7381DA4A-DE28-CFB2-088D-D48CA57D0EB3}"/>
                </a:ext>
              </a:extLst>
            </p:cNvPr>
            <p:cNvSpPr/>
            <p:nvPr/>
          </p:nvSpPr>
          <p:spPr>
            <a:xfrm>
              <a:off x="3580356" y="1576358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0" name="Pseudo atom | small solid diamond">
              <a:extLst>
                <a:ext uri="{FF2B5EF4-FFF2-40B4-BE49-F238E27FC236}">
                  <a16:creationId xmlns:a16="http://schemas.microsoft.com/office/drawing/2014/main" id="{949C5E2A-BF77-9AA9-712C-E406280813B7}"/>
                </a:ext>
              </a:extLst>
            </p:cNvPr>
            <p:cNvSpPr/>
            <p:nvPr/>
          </p:nvSpPr>
          <p:spPr>
            <a:xfrm>
              <a:off x="3677032" y="1640896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1" name="Pseudo atom | small solid diamond">
              <a:extLst>
                <a:ext uri="{FF2B5EF4-FFF2-40B4-BE49-F238E27FC236}">
                  <a16:creationId xmlns:a16="http://schemas.microsoft.com/office/drawing/2014/main" id="{F5BCF5DC-78BC-4F02-7E0F-69A7F9F4C77A}"/>
                </a:ext>
              </a:extLst>
            </p:cNvPr>
            <p:cNvSpPr/>
            <p:nvPr/>
          </p:nvSpPr>
          <p:spPr>
            <a:xfrm>
              <a:off x="3542290" y="1523790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2" name="Pseudo atom | small solid diamond">
              <a:extLst>
                <a:ext uri="{FF2B5EF4-FFF2-40B4-BE49-F238E27FC236}">
                  <a16:creationId xmlns:a16="http://schemas.microsoft.com/office/drawing/2014/main" id="{0F1395F3-C26D-9DE3-ECE5-1CAE76A69008}"/>
                </a:ext>
              </a:extLst>
            </p:cNvPr>
            <p:cNvSpPr/>
            <p:nvPr/>
          </p:nvSpPr>
          <p:spPr>
            <a:xfrm>
              <a:off x="3590254" y="1492059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3" name="Pseudo atom | small solid diamond">
              <a:extLst>
                <a:ext uri="{FF2B5EF4-FFF2-40B4-BE49-F238E27FC236}">
                  <a16:creationId xmlns:a16="http://schemas.microsoft.com/office/drawing/2014/main" id="{84838EC1-3B57-65F1-56C4-2649AFCB1DB2}"/>
                </a:ext>
              </a:extLst>
            </p:cNvPr>
            <p:cNvSpPr/>
            <p:nvPr/>
          </p:nvSpPr>
          <p:spPr>
            <a:xfrm>
              <a:off x="3710724" y="1626781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4" name="Pseudo atom | small solid diamond">
              <a:extLst>
                <a:ext uri="{FF2B5EF4-FFF2-40B4-BE49-F238E27FC236}">
                  <a16:creationId xmlns:a16="http://schemas.microsoft.com/office/drawing/2014/main" id="{F1909A85-7A2F-877A-0CFB-9DBF849A270C}"/>
                </a:ext>
              </a:extLst>
            </p:cNvPr>
            <p:cNvSpPr/>
            <p:nvPr/>
          </p:nvSpPr>
          <p:spPr>
            <a:xfrm>
              <a:off x="3552701" y="1475941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15" name="b | Receptor embedding feature bar">
            <a:extLst>
              <a:ext uri="{FF2B5EF4-FFF2-40B4-BE49-F238E27FC236}">
                <a16:creationId xmlns:a16="http://schemas.microsoft.com/office/drawing/2014/main" id="{68E2A5AD-1ABF-61B1-2543-17C21A3A42F6}"/>
              </a:ext>
            </a:extLst>
          </p:cNvPr>
          <p:cNvGrpSpPr/>
          <p:nvPr/>
        </p:nvGrpSpPr>
        <p:grpSpPr>
          <a:xfrm>
            <a:off x="2242286" y="1142965"/>
            <a:ext cx="242618" cy="14816"/>
            <a:chOff x="1258155" y="1540665"/>
            <a:chExt cx="325215" cy="42705"/>
          </a:xfrm>
        </p:grpSpPr>
        <p:sp>
          <p:nvSpPr>
            <p:cNvPr id="1716" name="feature_1">
              <a:extLst>
                <a:ext uri="{FF2B5EF4-FFF2-40B4-BE49-F238E27FC236}">
                  <a16:creationId xmlns:a16="http://schemas.microsoft.com/office/drawing/2014/main" id="{E21EE4CE-67B1-F3FB-B39E-9572172B5C7E}"/>
                </a:ext>
              </a:extLst>
            </p:cNvPr>
            <p:cNvSpPr/>
            <p:nvPr/>
          </p:nvSpPr>
          <p:spPr>
            <a:xfrm>
              <a:off x="1258155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7" name="feature_2">
              <a:extLst>
                <a:ext uri="{FF2B5EF4-FFF2-40B4-BE49-F238E27FC236}">
                  <a16:creationId xmlns:a16="http://schemas.microsoft.com/office/drawing/2014/main" id="{9A1987D2-173C-478F-29E3-CF6C33E174AE}"/>
                </a:ext>
              </a:extLst>
            </p:cNvPr>
            <p:cNvSpPr/>
            <p:nvPr/>
          </p:nvSpPr>
          <p:spPr>
            <a:xfrm>
              <a:off x="1305084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8" name="feature_3">
              <a:extLst>
                <a:ext uri="{FF2B5EF4-FFF2-40B4-BE49-F238E27FC236}">
                  <a16:creationId xmlns:a16="http://schemas.microsoft.com/office/drawing/2014/main" id="{B944528F-2EBB-88B7-073D-355EBDFB26A3}"/>
                </a:ext>
              </a:extLst>
            </p:cNvPr>
            <p:cNvSpPr/>
            <p:nvPr/>
          </p:nvSpPr>
          <p:spPr>
            <a:xfrm>
              <a:off x="1352012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9" name="feature_4">
              <a:extLst>
                <a:ext uri="{FF2B5EF4-FFF2-40B4-BE49-F238E27FC236}">
                  <a16:creationId xmlns:a16="http://schemas.microsoft.com/office/drawing/2014/main" id="{8123CED1-0BEF-B7E1-95B4-73B9FEE4DED2}"/>
                </a:ext>
              </a:extLst>
            </p:cNvPr>
            <p:cNvSpPr/>
            <p:nvPr/>
          </p:nvSpPr>
          <p:spPr>
            <a:xfrm>
              <a:off x="1398941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0" name="feature_5">
              <a:extLst>
                <a:ext uri="{FF2B5EF4-FFF2-40B4-BE49-F238E27FC236}">
                  <a16:creationId xmlns:a16="http://schemas.microsoft.com/office/drawing/2014/main" id="{508ACE6D-A37F-1FE8-271D-07551B6A4546}"/>
                </a:ext>
              </a:extLst>
            </p:cNvPr>
            <p:cNvSpPr/>
            <p:nvPr/>
          </p:nvSpPr>
          <p:spPr>
            <a:xfrm>
              <a:off x="1445869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1" name="feature_6">
              <a:extLst>
                <a:ext uri="{FF2B5EF4-FFF2-40B4-BE49-F238E27FC236}">
                  <a16:creationId xmlns:a16="http://schemas.microsoft.com/office/drawing/2014/main" id="{8843B37E-41FD-118A-8AFF-22DBF538E05A}"/>
                </a:ext>
              </a:extLst>
            </p:cNvPr>
            <p:cNvSpPr/>
            <p:nvPr/>
          </p:nvSpPr>
          <p:spPr>
            <a:xfrm>
              <a:off x="1492798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2" name="feature_7">
              <a:extLst>
                <a:ext uri="{FF2B5EF4-FFF2-40B4-BE49-F238E27FC236}">
                  <a16:creationId xmlns:a16="http://schemas.microsoft.com/office/drawing/2014/main" id="{3F88DFC0-852F-5D39-FE80-AC50287351FE}"/>
                </a:ext>
              </a:extLst>
            </p:cNvPr>
            <p:cNvSpPr/>
            <p:nvPr/>
          </p:nvSpPr>
          <p:spPr>
            <a:xfrm>
              <a:off x="1539726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23" name="b | Pseudo atoms">
            <a:extLst>
              <a:ext uri="{FF2B5EF4-FFF2-40B4-BE49-F238E27FC236}">
                <a16:creationId xmlns:a16="http://schemas.microsoft.com/office/drawing/2014/main" id="{8E31C4B9-39A0-9B42-2819-D701DEA7C7D8}"/>
              </a:ext>
            </a:extLst>
          </p:cNvPr>
          <p:cNvGrpSpPr/>
          <p:nvPr/>
        </p:nvGrpSpPr>
        <p:grpSpPr>
          <a:xfrm>
            <a:off x="2201500" y="1360000"/>
            <a:ext cx="319000" cy="159000"/>
            <a:chOff x="1224494" y="1827718"/>
            <a:chExt cx="319272" cy="160003"/>
          </a:xfrm>
        </p:grpSpPr>
        <p:sp>
          <p:nvSpPr>
            <p:cNvPr id="1724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239583" y="186561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5" name="Pseudo atom | small solid diamond">
              <a:extLst>
                <a:ext uri="{FF2B5EF4-FFF2-40B4-BE49-F238E27FC236}">
                  <a16:creationId xmlns:a16="http://schemas.microsoft.com/office/drawing/2014/main" id="{C1220AC0-17E2-5159-60B2-D54B1AE046D4}"/>
                </a:ext>
              </a:extLst>
            </p:cNvPr>
            <p:cNvSpPr/>
            <p:nvPr/>
          </p:nvSpPr>
          <p:spPr>
            <a:xfrm>
              <a:off x="1336337" y="197400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6" name="Pseudo atom | small solid diamond">
              <a:extLst>
                <a:ext uri="{FF2B5EF4-FFF2-40B4-BE49-F238E27FC236}">
                  <a16:creationId xmlns:a16="http://schemas.microsoft.com/office/drawing/2014/main" id="{2C743AB9-F896-CB6D-8766-3727DEE86F28}"/>
                </a:ext>
              </a:extLst>
            </p:cNvPr>
            <p:cNvSpPr/>
            <p:nvPr/>
          </p:nvSpPr>
          <p:spPr>
            <a:xfrm>
              <a:off x="1253164" y="195694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7" name="Pseudo atom | small solid diamond">
              <a:extLst>
                <a:ext uri="{FF2B5EF4-FFF2-40B4-BE49-F238E27FC236}">
                  <a16:creationId xmlns:a16="http://schemas.microsoft.com/office/drawing/2014/main" id="{A5BDC21A-C5AF-A4B6-36CC-EB1D9735D9FB}"/>
                </a:ext>
              </a:extLst>
            </p:cNvPr>
            <p:cNvSpPr/>
            <p:nvPr/>
          </p:nvSpPr>
          <p:spPr>
            <a:xfrm>
              <a:off x="1253413" y="1877786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8" name="Pseudo atom | small solid diamond">
              <a:extLst>
                <a:ext uri="{FF2B5EF4-FFF2-40B4-BE49-F238E27FC236}">
                  <a16:creationId xmlns:a16="http://schemas.microsoft.com/office/drawing/2014/main" id="{1B2AC413-C826-7D28-5334-945B10F56119}"/>
                </a:ext>
              </a:extLst>
            </p:cNvPr>
            <p:cNvSpPr/>
            <p:nvPr/>
          </p:nvSpPr>
          <p:spPr>
            <a:xfrm>
              <a:off x="1429247" y="1920246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9" name="Pseudo atom | small solid diamond">
              <a:extLst>
                <a:ext uri="{FF2B5EF4-FFF2-40B4-BE49-F238E27FC236}">
                  <a16:creationId xmlns:a16="http://schemas.microsoft.com/office/drawing/2014/main" id="{27CD90E8-D173-ABAF-6379-B68FD95B0FB1}"/>
                </a:ext>
              </a:extLst>
            </p:cNvPr>
            <p:cNvSpPr/>
            <p:nvPr/>
          </p:nvSpPr>
          <p:spPr>
            <a:xfrm>
              <a:off x="1523954" y="188898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0" name="Pseudo atom | small solid diamond">
              <a:extLst>
                <a:ext uri="{FF2B5EF4-FFF2-40B4-BE49-F238E27FC236}">
                  <a16:creationId xmlns:a16="http://schemas.microsoft.com/office/drawing/2014/main" id="{26CB92B8-18BD-E545-9A89-4E3A3DDF83C5}"/>
                </a:ext>
              </a:extLst>
            </p:cNvPr>
            <p:cNvSpPr/>
            <p:nvPr/>
          </p:nvSpPr>
          <p:spPr>
            <a:xfrm>
              <a:off x="1518729" y="1967532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1" name="Pseudo atom | small solid diamond">
              <a:extLst>
                <a:ext uri="{FF2B5EF4-FFF2-40B4-BE49-F238E27FC236}">
                  <a16:creationId xmlns:a16="http://schemas.microsoft.com/office/drawing/2014/main" id="{CCF54E8C-14F5-AC0A-2FE9-C7C223900C0E}"/>
                </a:ext>
              </a:extLst>
            </p:cNvPr>
            <p:cNvSpPr/>
            <p:nvPr/>
          </p:nvSpPr>
          <p:spPr>
            <a:xfrm>
              <a:off x="1442178" y="182923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2" name="Pseudo atom | small solid diamond">
              <a:extLst>
                <a:ext uri="{FF2B5EF4-FFF2-40B4-BE49-F238E27FC236}">
                  <a16:creationId xmlns:a16="http://schemas.microsoft.com/office/drawing/2014/main" id="{3530A738-4110-5D53-C3B5-56FAA29BA782}"/>
                </a:ext>
              </a:extLst>
            </p:cNvPr>
            <p:cNvSpPr/>
            <p:nvPr/>
          </p:nvSpPr>
          <p:spPr>
            <a:xfrm>
              <a:off x="1470133" y="196357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3" name="Pseudo atom | small solid diamond">
              <a:extLst>
                <a:ext uri="{FF2B5EF4-FFF2-40B4-BE49-F238E27FC236}">
                  <a16:creationId xmlns:a16="http://schemas.microsoft.com/office/drawing/2014/main" id="{643A8A27-5082-11E9-6DF8-62029EDB2BA1}"/>
                </a:ext>
              </a:extLst>
            </p:cNvPr>
            <p:cNvSpPr/>
            <p:nvPr/>
          </p:nvSpPr>
          <p:spPr>
            <a:xfrm>
              <a:off x="1376682" y="185632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4" name="Pseudo atom | small solid diamond">
              <a:extLst>
                <a:ext uri="{FF2B5EF4-FFF2-40B4-BE49-F238E27FC236}">
                  <a16:creationId xmlns:a16="http://schemas.microsoft.com/office/drawing/2014/main" id="{0C222145-C329-4976-D578-8D036F4E281B}"/>
                </a:ext>
              </a:extLst>
            </p:cNvPr>
            <p:cNvSpPr/>
            <p:nvPr/>
          </p:nvSpPr>
          <p:spPr>
            <a:xfrm>
              <a:off x="1259476" y="195513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5" name="Pseudo atom | small solid diamond">
              <a:extLst>
                <a:ext uri="{FF2B5EF4-FFF2-40B4-BE49-F238E27FC236}">
                  <a16:creationId xmlns:a16="http://schemas.microsoft.com/office/drawing/2014/main" id="{C4CB2F02-EA91-573C-6EC4-7BB529661680}"/>
                </a:ext>
              </a:extLst>
            </p:cNvPr>
            <p:cNvSpPr/>
            <p:nvPr/>
          </p:nvSpPr>
          <p:spPr>
            <a:xfrm>
              <a:off x="1227515" y="190952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6" name="Pseudo atom | small solid diamond">
              <a:extLst>
                <a:ext uri="{FF2B5EF4-FFF2-40B4-BE49-F238E27FC236}">
                  <a16:creationId xmlns:a16="http://schemas.microsoft.com/office/drawing/2014/main" id="{01120F4A-BE0C-A199-4AB5-7C4F4DF3799E}"/>
                </a:ext>
              </a:extLst>
            </p:cNvPr>
            <p:cNvSpPr/>
            <p:nvPr/>
          </p:nvSpPr>
          <p:spPr>
            <a:xfrm>
              <a:off x="1267208" y="187219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7" name="Pseudo atom | small solid diamond">
              <a:extLst>
                <a:ext uri="{FF2B5EF4-FFF2-40B4-BE49-F238E27FC236}">
                  <a16:creationId xmlns:a16="http://schemas.microsoft.com/office/drawing/2014/main" id="{57DEA26B-0208-C45D-8976-D93D9EC94D8A}"/>
                </a:ext>
              </a:extLst>
            </p:cNvPr>
            <p:cNvSpPr/>
            <p:nvPr/>
          </p:nvSpPr>
          <p:spPr>
            <a:xfrm>
              <a:off x="1531545" y="1868436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8" name="Pseudo atom | small solid diamond">
              <a:extLst>
                <a:ext uri="{FF2B5EF4-FFF2-40B4-BE49-F238E27FC236}">
                  <a16:creationId xmlns:a16="http://schemas.microsoft.com/office/drawing/2014/main" id="{ADB7DD25-6F5B-8AB1-FD7F-A8B08D2CE29A}"/>
                </a:ext>
              </a:extLst>
            </p:cNvPr>
            <p:cNvSpPr/>
            <p:nvPr/>
          </p:nvSpPr>
          <p:spPr>
            <a:xfrm>
              <a:off x="1431224" y="194324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9" name="Pseudo atom | small solid diamond">
              <a:extLst>
                <a:ext uri="{FF2B5EF4-FFF2-40B4-BE49-F238E27FC236}">
                  <a16:creationId xmlns:a16="http://schemas.microsoft.com/office/drawing/2014/main" id="{B5BB41B1-6993-E219-D051-01575299AC45}"/>
                </a:ext>
              </a:extLst>
            </p:cNvPr>
            <p:cNvSpPr/>
            <p:nvPr/>
          </p:nvSpPr>
          <p:spPr>
            <a:xfrm>
              <a:off x="1296181" y="1848612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0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333046" y="1901319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1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371359" y="194132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2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19250" y="1888519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3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51177" y="184691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4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92682" y="190932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5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294734" y="194292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6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342625" y="184371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7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09672" y="1974921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48" name="b | Candidate blob matched to Match"/>
          <p:cNvGrpSpPr/>
          <p:nvPr/>
        </p:nvGrpSpPr>
        <p:grpSpPr>
          <a:xfrm>
            <a:off x="4490500" y="914000"/>
            <a:ext cx="155316" cy="100125"/>
            <a:chOff x="2714019" y="2595654"/>
            <a:chExt cx="155316" cy="100125"/>
          </a:xfrm>
        </p:grpSpPr>
        <p:sp>
          <p:nvSpPr>
            <p:cNvPr id="1749" name="Candidate blob | editable contour">
              <a:extLst>
                <a:ext uri="{FF2B5EF4-FFF2-40B4-BE49-F238E27FC236}">
                  <a16:creationId xmlns:a16="http://schemas.microsoft.com/office/drawing/2014/main" id="{D4133630-6457-1A92-8F3C-A382376AE168}"/>
                </a:ext>
              </a:extLst>
            </p:cNvPr>
            <p:cNvSpPr/>
            <p:nvPr/>
          </p:nvSpPr>
          <p:spPr>
            <a:xfrm>
              <a:off x="2714019" y="2595654"/>
              <a:ext cx="155316" cy="100125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1502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0" name="ellipse_2612">
              <a:extLst>
                <a:ext uri="{FF2B5EF4-FFF2-40B4-BE49-F238E27FC236}">
                  <a16:creationId xmlns:a16="http://schemas.microsoft.com/office/drawing/2014/main" id="{3F872C11-AB73-B0BA-C9CB-0DE746E05FFE}"/>
                </a:ext>
              </a:extLst>
            </p:cNvPr>
            <p:cNvSpPr/>
            <p:nvPr/>
          </p:nvSpPr>
          <p:spPr>
            <a:xfrm>
              <a:off x="2726281" y="2603827"/>
              <a:ext cx="81745" cy="3473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502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51" name="b | Pseudo atoms cue matched to Match">
            <a:extLst>
              <a:ext uri="{FF2B5EF4-FFF2-40B4-BE49-F238E27FC236}">
                <a16:creationId xmlns:a16="http://schemas.microsoft.com/office/drawing/2014/main" id="{5A1DFE96-A8C7-AD86-6D6A-1913B3422C89}"/>
              </a:ext>
            </a:extLst>
          </p:cNvPr>
          <p:cNvGrpSpPr/>
          <p:nvPr/>
        </p:nvGrpSpPr>
        <p:grpSpPr>
          <a:xfrm>
            <a:off x="4784500" y="914000"/>
            <a:ext cx="132836" cy="100125"/>
            <a:chOff x="2356083" y="3581646"/>
            <a:chExt cx="132815" cy="121377"/>
          </a:xfrm>
        </p:grpSpPr>
        <p:sp>
          <p:nvSpPr>
            <p:cNvPr id="1752" name="Pseudo atom | small solid diamond">
              <a:extLst>
                <a:ext uri="{FF2B5EF4-FFF2-40B4-BE49-F238E27FC236}">
                  <a16:creationId xmlns:a16="http://schemas.microsoft.com/office/drawing/2014/main" id="{7D201F4A-9E65-793A-D032-8276D5F80DBB}"/>
                </a:ext>
              </a:extLst>
            </p:cNvPr>
            <p:cNvSpPr/>
            <p:nvPr/>
          </p:nvSpPr>
          <p:spPr>
            <a:xfrm>
              <a:off x="2470337" y="3657927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3" name="Pseudo atom | small solid diamond">
              <a:extLst>
                <a:ext uri="{FF2B5EF4-FFF2-40B4-BE49-F238E27FC236}">
                  <a16:creationId xmlns:a16="http://schemas.microsoft.com/office/drawing/2014/main" id="{CC7F86F5-EE3C-A3E5-856F-3CAC3E0A67D3}"/>
                </a:ext>
              </a:extLst>
            </p:cNvPr>
            <p:cNvSpPr/>
            <p:nvPr/>
          </p:nvSpPr>
          <p:spPr>
            <a:xfrm>
              <a:off x="2367832" y="3581646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4" name="Pseudo atom | small solid diamond">
              <a:extLst>
                <a:ext uri="{FF2B5EF4-FFF2-40B4-BE49-F238E27FC236}">
                  <a16:creationId xmlns:a16="http://schemas.microsoft.com/office/drawing/2014/main" id="{38EF4C65-C290-52C0-447A-923E11938EB3}"/>
                </a:ext>
              </a:extLst>
            </p:cNvPr>
            <p:cNvSpPr/>
            <p:nvPr/>
          </p:nvSpPr>
          <p:spPr>
            <a:xfrm>
              <a:off x="2462977" y="3688569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5" name="Pseudo atom | small solid diamond">
              <a:extLst>
                <a:ext uri="{FF2B5EF4-FFF2-40B4-BE49-F238E27FC236}">
                  <a16:creationId xmlns:a16="http://schemas.microsoft.com/office/drawing/2014/main" id="{225D7F66-5C9F-7DBA-C241-59A79A43F2C9}"/>
                </a:ext>
              </a:extLst>
            </p:cNvPr>
            <p:cNvSpPr/>
            <p:nvPr/>
          </p:nvSpPr>
          <p:spPr>
            <a:xfrm>
              <a:off x="2381094" y="3596723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6" name="Pseudo atom | small solid diamond">
              <a:extLst>
                <a:ext uri="{FF2B5EF4-FFF2-40B4-BE49-F238E27FC236}">
                  <a16:creationId xmlns:a16="http://schemas.microsoft.com/office/drawing/2014/main" id="{7AB75D92-E75C-CD76-34AB-CF527A0CAEEF}"/>
                </a:ext>
              </a:extLst>
            </p:cNvPr>
            <p:cNvSpPr/>
            <p:nvPr/>
          </p:nvSpPr>
          <p:spPr>
            <a:xfrm>
              <a:off x="2474444" y="3633245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7" name="Pseudo atom | small solid diamond">
              <a:extLst>
                <a:ext uri="{FF2B5EF4-FFF2-40B4-BE49-F238E27FC236}">
                  <a16:creationId xmlns:a16="http://schemas.microsoft.com/office/drawing/2014/main" id="{30F8F9F2-23EA-EAE3-240E-840DEE71BD54}"/>
                </a:ext>
              </a:extLst>
            </p:cNvPr>
            <p:cNvSpPr/>
            <p:nvPr/>
          </p:nvSpPr>
          <p:spPr>
            <a:xfrm>
              <a:off x="2419798" y="3615676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8" name="Pseudo atom | small solid diamond">
              <a:extLst>
                <a:ext uri="{FF2B5EF4-FFF2-40B4-BE49-F238E27FC236}">
                  <a16:creationId xmlns:a16="http://schemas.microsoft.com/office/drawing/2014/main" id="{C001A4AB-55AC-7E19-8417-1673B1CCD688}"/>
                </a:ext>
              </a:extLst>
            </p:cNvPr>
            <p:cNvSpPr/>
            <p:nvPr/>
          </p:nvSpPr>
          <p:spPr>
            <a:xfrm>
              <a:off x="2356083" y="3630928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9" name="Pseudo atom | small solid diamond">
              <a:extLst>
                <a:ext uri="{FF2B5EF4-FFF2-40B4-BE49-F238E27FC236}">
                  <a16:creationId xmlns:a16="http://schemas.microsoft.com/office/drawing/2014/main" id="{FE196410-CC33-81BF-EB84-F075E0A6EF25}"/>
                </a:ext>
              </a:extLst>
            </p:cNvPr>
            <p:cNvSpPr/>
            <p:nvPr/>
          </p:nvSpPr>
          <p:spPr>
            <a:xfrm>
              <a:off x="2399168" y="3621448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0" name="Pseudo atom | small solid diamond">
              <a:extLst>
                <a:ext uri="{FF2B5EF4-FFF2-40B4-BE49-F238E27FC236}">
                  <a16:creationId xmlns:a16="http://schemas.microsoft.com/office/drawing/2014/main" id="{EFE8C116-2B94-FCCB-F944-D9BFD58C3872}"/>
                </a:ext>
              </a:extLst>
            </p:cNvPr>
            <p:cNvSpPr/>
            <p:nvPr/>
          </p:nvSpPr>
          <p:spPr>
            <a:xfrm>
              <a:off x="2442478" y="3664017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1" name="Pseudo atom | small solid diamond">
              <a:extLst>
                <a:ext uri="{FF2B5EF4-FFF2-40B4-BE49-F238E27FC236}">
                  <a16:creationId xmlns:a16="http://schemas.microsoft.com/office/drawing/2014/main" id="{63DA1393-B1D1-AEA4-3854-012BC1C76FCA}"/>
                </a:ext>
              </a:extLst>
            </p:cNvPr>
            <p:cNvSpPr/>
            <p:nvPr/>
          </p:nvSpPr>
          <p:spPr>
            <a:xfrm>
              <a:off x="2457792" y="3672561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62" name="b | Atom binding probability atoms">
            <a:extLst>
              <a:ext uri="{FF2B5EF4-FFF2-40B4-BE49-F238E27FC236}">
                <a16:creationId xmlns:a16="http://schemas.microsoft.com/office/drawing/2014/main" id="{F18600FF-1A0A-5554-35F3-ED260089FE16}"/>
              </a:ext>
            </a:extLst>
          </p:cNvPr>
          <p:cNvGrpSpPr/>
          <p:nvPr/>
        </p:nvGrpSpPr>
        <p:grpSpPr>
          <a:xfrm>
            <a:off x="4481404" y="1313603"/>
            <a:ext cx="348184" cy="198162"/>
            <a:chOff x="4048258" y="1358908"/>
            <a:chExt cx="619157" cy="354006"/>
          </a:xfrm>
        </p:grpSpPr>
        <p:sp>
          <p:nvSpPr>
            <p:cNvPr id="1763" name="ellipse_2090">
              <a:extLst>
                <a:ext uri="{FF2B5EF4-FFF2-40B4-BE49-F238E27FC236}">
                  <a16:creationId xmlns:a16="http://schemas.microsoft.com/office/drawing/2014/main" id="{CBD588EE-A3BA-33C4-BF03-97EB078D3411}"/>
                </a:ext>
              </a:extLst>
            </p:cNvPr>
            <p:cNvSpPr/>
            <p:nvPr/>
          </p:nvSpPr>
          <p:spPr>
            <a:xfrm>
              <a:off x="4258453" y="1489516"/>
              <a:ext cx="30094" cy="30094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4" name="ellipse_2091">
              <a:extLst>
                <a:ext uri="{FF2B5EF4-FFF2-40B4-BE49-F238E27FC236}">
                  <a16:creationId xmlns:a16="http://schemas.microsoft.com/office/drawing/2014/main" id="{3EAD1776-C5B5-6F58-AAEE-6CDD999DE893}"/>
                </a:ext>
              </a:extLst>
            </p:cNvPr>
            <p:cNvSpPr/>
            <p:nvPr/>
          </p:nvSpPr>
          <p:spPr>
            <a:xfrm>
              <a:off x="4113367" y="1552446"/>
              <a:ext cx="36128" cy="36128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BFD5EB"/>
                </a:gs>
                <a:gs pos="100000">
                  <a:srgbClr val="93B0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5" name="ellipse_2092">
              <a:extLst>
                <a:ext uri="{FF2B5EF4-FFF2-40B4-BE49-F238E27FC236}">
                  <a16:creationId xmlns:a16="http://schemas.microsoft.com/office/drawing/2014/main" id="{FA427F62-F7CB-B5E5-DF9B-5E62DBB78158}"/>
                </a:ext>
              </a:extLst>
            </p:cNvPr>
            <p:cNvSpPr/>
            <p:nvPr/>
          </p:nvSpPr>
          <p:spPr>
            <a:xfrm>
              <a:off x="4241603" y="1430960"/>
              <a:ext cx="24712" cy="2471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6" name="ellipse_2093">
              <a:extLst>
                <a:ext uri="{FF2B5EF4-FFF2-40B4-BE49-F238E27FC236}">
                  <a16:creationId xmlns:a16="http://schemas.microsoft.com/office/drawing/2014/main" id="{0490AC07-8BBA-79C8-BFED-A7F3104A9642}"/>
                </a:ext>
              </a:extLst>
            </p:cNvPr>
            <p:cNvSpPr/>
            <p:nvPr/>
          </p:nvSpPr>
          <p:spPr>
            <a:xfrm>
              <a:off x="4416989" y="1399138"/>
              <a:ext cx="30911" cy="30911"/>
            </a:xfrm>
            <a:prstGeom prst="ellipse">
              <a:avLst/>
            </a:prstGeom>
            <a:gradFill flip="none" rotWithShape="1">
              <a:gsLst>
                <a:gs pos="0">
                  <a:srgbClr val="FEFEFE"/>
                </a:gs>
                <a:gs pos="43000">
                  <a:srgbClr val="F8F9FB"/>
                </a:gs>
                <a:gs pos="100000">
                  <a:srgbClr val="D5DAD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7" name="ellipse_2094">
              <a:extLst>
                <a:ext uri="{FF2B5EF4-FFF2-40B4-BE49-F238E27FC236}">
                  <a16:creationId xmlns:a16="http://schemas.microsoft.com/office/drawing/2014/main" id="{952745FD-DE09-503D-CB1F-676407CFC9AA}"/>
                </a:ext>
              </a:extLst>
            </p:cNvPr>
            <p:cNvSpPr/>
            <p:nvPr/>
          </p:nvSpPr>
          <p:spPr>
            <a:xfrm>
              <a:off x="4225009" y="1420091"/>
              <a:ext cx="23096" cy="23096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4A6D5"/>
                </a:gs>
                <a:gs pos="100000">
                  <a:srgbClr val="3D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8" name="ellipse_2095">
              <a:extLst>
                <a:ext uri="{FF2B5EF4-FFF2-40B4-BE49-F238E27FC236}">
                  <a16:creationId xmlns:a16="http://schemas.microsoft.com/office/drawing/2014/main" id="{AF93DE0E-5D93-89DD-D930-545F1B10456E}"/>
                </a:ext>
              </a:extLst>
            </p:cNvPr>
            <p:cNvSpPr/>
            <p:nvPr/>
          </p:nvSpPr>
          <p:spPr>
            <a:xfrm>
              <a:off x="4351890" y="1391469"/>
              <a:ext cx="20643" cy="20643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9" name="ellipse_2096">
              <a:extLst>
                <a:ext uri="{FF2B5EF4-FFF2-40B4-BE49-F238E27FC236}">
                  <a16:creationId xmlns:a16="http://schemas.microsoft.com/office/drawing/2014/main" id="{3AAB646C-5BF7-3BD9-5E0A-47BC3CB52E30}"/>
                </a:ext>
              </a:extLst>
            </p:cNvPr>
            <p:cNvSpPr/>
            <p:nvPr/>
          </p:nvSpPr>
          <p:spPr>
            <a:xfrm>
              <a:off x="4500666" y="1563839"/>
              <a:ext cx="30169" cy="30169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0" name="ellipse_2097">
              <a:extLst>
                <a:ext uri="{FF2B5EF4-FFF2-40B4-BE49-F238E27FC236}">
                  <a16:creationId xmlns:a16="http://schemas.microsoft.com/office/drawing/2014/main" id="{98189645-3058-8E87-8CDD-5FDE6B2C8E79}"/>
                </a:ext>
              </a:extLst>
            </p:cNvPr>
            <p:cNvSpPr/>
            <p:nvPr/>
          </p:nvSpPr>
          <p:spPr>
            <a:xfrm>
              <a:off x="4285092" y="1531884"/>
              <a:ext cx="35504" cy="3550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1" name="ellipse_2098">
              <a:extLst>
                <a:ext uri="{FF2B5EF4-FFF2-40B4-BE49-F238E27FC236}">
                  <a16:creationId xmlns:a16="http://schemas.microsoft.com/office/drawing/2014/main" id="{8FFE06FD-E2CB-DEB1-5E37-8CDE6FD16ED5}"/>
                </a:ext>
              </a:extLst>
            </p:cNvPr>
            <p:cNvSpPr/>
            <p:nvPr/>
          </p:nvSpPr>
          <p:spPr>
            <a:xfrm>
              <a:off x="4478008" y="1554349"/>
              <a:ext cx="26505" cy="26505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2ECF5"/>
                </a:gs>
                <a:gs pos="100000">
                  <a:srgbClr val="BCCAD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2" name="ellipse_2099">
              <a:extLst>
                <a:ext uri="{FF2B5EF4-FFF2-40B4-BE49-F238E27FC236}">
                  <a16:creationId xmlns:a16="http://schemas.microsoft.com/office/drawing/2014/main" id="{DCE66A16-64BD-202E-FFE1-79E644DA739C}"/>
                </a:ext>
              </a:extLst>
            </p:cNvPr>
            <p:cNvSpPr/>
            <p:nvPr/>
          </p:nvSpPr>
          <p:spPr>
            <a:xfrm>
              <a:off x="4554728" y="1513181"/>
              <a:ext cx="25082" cy="2508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3E2F1"/>
                </a:gs>
                <a:gs pos="100000">
                  <a:srgbClr val="AABFD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3" name="ellipse_2100">
              <a:extLst>
                <a:ext uri="{FF2B5EF4-FFF2-40B4-BE49-F238E27FC236}">
                  <a16:creationId xmlns:a16="http://schemas.microsoft.com/office/drawing/2014/main" id="{77C50F41-8B5A-D1A0-D0AD-0B5B86C5A7CF}"/>
                </a:ext>
              </a:extLst>
            </p:cNvPr>
            <p:cNvSpPr/>
            <p:nvPr/>
          </p:nvSpPr>
          <p:spPr>
            <a:xfrm>
              <a:off x="4437339" y="1438245"/>
              <a:ext cx="26429" cy="26429"/>
            </a:xfrm>
            <a:prstGeom prst="ellipse">
              <a:avLst/>
            </a:prstGeom>
            <a:gradFill flip="none" rotWithShape="1">
              <a:gsLst>
                <a:gs pos="0">
                  <a:srgbClr val="F8E4E5"/>
                </a:gs>
                <a:gs pos="43000">
                  <a:srgbClr val="DD7C81"/>
                </a:gs>
                <a:gs pos="100000">
                  <a:srgbClr val="B6495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4" name="ellipse_2101">
              <a:extLst>
                <a:ext uri="{FF2B5EF4-FFF2-40B4-BE49-F238E27FC236}">
                  <a16:creationId xmlns:a16="http://schemas.microsoft.com/office/drawing/2014/main" id="{249064B6-F818-2BB7-FFD6-4F406F42ECF2}"/>
                </a:ext>
              </a:extLst>
            </p:cNvPr>
            <p:cNvSpPr/>
            <p:nvPr/>
          </p:nvSpPr>
          <p:spPr>
            <a:xfrm>
              <a:off x="4540638" y="1512355"/>
              <a:ext cx="24065" cy="24065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5" name="ellipse_2102">
              <a:extLst>
                <a:ext uri="{FF2B5EF4-FFF2-40B4-BE49-F238E27FC236}">
                  <a16:creationId xmlns:a16="http://schemas.microsoft.com/office/drawing/2014/main" id="{CC57D1C1-DD7E-9301-B44D-B5827B4CE964}"/>
                </a:ext>
              </a:extLst>
            </p:cNvPr>
            <p:cNvSpPr/>
            <p:nvPr/>
          </p:nvSpPr>
          <p:spPr>
            <a:xfrm>
              <a:off x="4379933" y="1358908"/>
              <a:ext cx="19574" cy="1957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6" name="ellipse_2103">
              <a:extLst>
                <a:ext uri="{FF2B5EF4-FFF2-40B4-BE49-F238E27FC236}">
                  <a16:creationId xmlns:a16="http://schemas.microsoft.com/office/drawing/2014/main" id="{060B784B-8CD9-E54A-AD19-D8AEE51304AE}"/>
                </a:ext>
              </a:extLst>
            </p:cNvPr>
            <p:cNvSpPr/>
            <p:nvPr/>
          </p:nvSpPr>
          <p:spPr>
            <a:xfrm>
              <a:off x="4136927" y="1409448"/>
              <a:ext cx="34734" cy="3473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7" name="ellipse_2104">
              <a:extLst>
                <a:ext uri="{FF2B5EF4-FFF2-40B4-BE49-F238E27FC236}">
                  <a16:creationId xmlns:a16="http://schemas.microsoft.com/office/drawing/2014/main" id="{FA08D5C9-801C-5C99-54B6-5DD18B8C5CC7}"/>
                </a:ext>
              </a:extLst>
            </p:cNvPr>
            <p:cNvSpPr/>
            <p:nvPr/>
          </p:nvSpPr>
          <p:spPr>
            <a:xfrm>
              <a:off x="4185936" y="1432087"/>
              <a:ext cx="35247" cy="3524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8" name="ellipse_2105">
              <a:extLst>
                <a:ext uri="{FF2B5EF4-FFF2-40B4-BE49-F238E27FC236}">
                  <a16:creationId xmlns:a16="http://schemas.microsoft.com/office/drawing/2014/main" id="{77128847-B0BA-166F-201B-B23E7AD3ABA8}"/>
                </a:ext>
              </a:extLst>
            </p:cNvPr>
            <p:cNvSpPr/>
            <p:nvPr/>
          </p:nvSpPr>
          <p:spPr>
            <a:xfrm>
              <a:off x="4160777" y="1485033"/>
              <a:ext cx="33010" cy="3301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9" name="ellipse_2106">
              <a:extLst>
                <a:ext uri="{FF2B5EF4-FFF2-40B4-BE49-F238E27FC236}">
                  <a16:creationId xmlns:a16="http://schemas.microsoft.com/office/drawing/2014/main" id="{4552C83A-FEF6-C8E3-A4CF-E5D048E5179D}"/>
                </a:ext>
              </a:extLst>
            </p:cNvPr>
            <p:cNvSpPr/>
            <p:nvPr/>
          </p:nvSpPr>
          <p:spPr>
            <a:xfrm>
              <a:off x="4156764" y="1588952"/>
              <a:ext cx="33812" cy="33812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7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0" name="ellipse_2107">
              <a:extLst>
                <a:ext uri="{FF2B5EF4-FFF2-40B4-BE49-F238E27FC236}">
                  <a16:creationId xmlns:a16="http://schemas.microsoft.com/office/drawing/2014/main" id="{1A000040-E7B4-B500-E195-D6D2D2330789}"/>
                </a:ext>
              </a:extLst>
            </p:cNvPr>
            <p:cNvSpPr/>
            <p:nvPr/>
          </p:nvSpPr>
          <p:spPr>
            <a:xfrm>
              <a:off x="4477325" y="1432896"/>
              <a:ext cx="23702" cy="23702"/>
            </a:xfrm>
            <a:prstGeom prst="ellipse">
              <a:avLst/>
            </a:prstGeom>
            <a:gradFill flip="none" rotWithShape="1">
              <a:gsLst>
                <a:gs pos="0">
                  <a:srgbClr val="FAECED"/>
                </a:gs>
                <a:gs pos="43000">
                  <a:srgbClr val="E6A5A9"/>
                </a:gs>
                <a:gs pos="100000">
                  <a:srgbClr val="C0788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1" name="ellipse_2108">
              <a:extLst>
                <a:ext uri="{FF2B5EF4-FFF2-40B4-BE49-F238E27FC236}">
                  <a16:creationId xmlns:a16="http://schemas.microsoft.com/office/drawing/2014/main" id="{8EDEF44D-E385-C3F0-C228-C602331FBC04}"/>
                </a:ext>
              </a:extLst>
            </p:cNvPr>
            <p:cNvSpPr/>
            <p:nvPr/>
          </p:nvSpPr>
          <p:spPr>
            <a:xfrm>
              <a:off x="4277073" y="1643617"/>
              <a:ext cx="28926" cy="28926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2" name="ellipse_2109">
              <a:extLst>
                <a:ext uri="{FF2B5EF4-FFF2-40B4-BE49-F238E27FC236}">
                  <a16:creationId xmlns:a16="http://schemas.microsoft.com/office/drawing/2014/main" id="{0AF0AFB4-13F5-7151-1CE6-8281A5EEFC1E}"/>
                </a:ext>
              </a:extLst>
            </p:cNvPr>
            <p:cNvSpPr/>
            <p:nvPr/>
          </p:nvSpPr>
          <p:spPr>
            <a:xfrm>
              <a:off x="4232832" y="1587878"/>
              <a:ext cx="32331" cy="3233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3" name="ellipse_2110">
              <a:extLst>
                <a:ext uri="{FF2B5EF4-FFF2-40B4-BE49-F238E27FC236}">
                  <a16:creationId xmlns:a16="http://schemas.microsoft.com/office/drawing/2014/main" id="{23FF43CF-B48E-630C-0B72-9552B5CD41CE}"/>
                </a:ext>
              </a:extLst>
            </p:cNvPr>
            <p:cNvSpPr/>
            <p:nvPr/>
          </p:nvSpPr>
          <p:spPr>
            <a:xfrm>
              <a:off x="4366549" y="1446303"/>
              <a:ext cx="19768" cy="19768"/>
            </a:xfrm>
            <a:prstGeom prst="ellipse">
              <a:avLst/>
            </a:prstGeom>
            <a:gradFill flip="none" rotWithShape="1">
              <a:gsLst>
                <a:gs pos="0">
                  <a:srgbClr val="FCF6F7"/>
                </a:gs>
                <a:gs pos="43000">
                  <a:srgbClr val="F0D6D9"/>
                </a:gs>
                <a:gs pos="100000">
                  <a:srgbClr val="CCB1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4" name="ellipse_2111">
              <a:extLst>
                <a:ext uri="{FF2B5EF4-FFF2-40B4-BE49-F238E27FC236}">
                  <a16:creationId xmlns:a16="http://schemas.microsoft.com/office/drawing/2014/main" id="{7E7B98C1-A16B-B334-468D-8DBEFEFD9C6D}"/>
                </a:ext>
              </a:extLst>
            </p:cNvPr>
            <p:cNvSpPr/>
            <p:nvPr/>
          </p:nvSpPr>
          <p:spPr>
            <a:xfrm>
              <a:off x="4319837" y="1616419"/>
              <a:ext cx="29048" cy="290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5" name="ellipse_2112">
              <a:extLst>
                <a:ext uri="{FF2B5EF4-FFF2-40B4-BE49-F238E27FC236}">
                  <a16:creationId xmlns:a16="http://schemas.microsoft.com/office/drawing/2014/main" id="{3BA026B6-BA8A-2E20-02E2-1C7280247750}"/>
                </a:ext>
              </a:extLst>
            </p:cNvPr>
            <p:cNvSpPr/>
            <p:nvPr/>
          </p:nvSpPr>
          <p:spPr>
            <a:xfrm>
              <a:off x="4162910" y="1486420"/>
              <a:ext cx="24489" cy="24489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BD7"/>
                </a:gs>
                <a:gs pos="100000">
                  <a:srgbClr val="457F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6" name="ellipse_2113">
              <a:extLst>
                <a:ext uri="{FF2B5EF4-FFF2-40B4-BE49-F238E27FC236}">
                  <a16:creationId xmlns:a16="http://schemas.microsoft.com/office/drawing/2014/main" id="{8A548621-1226-DEE1-4C52-394E0A6255D4}"/>
                </a:ext>
              </a:extLst>
            </p:cNvPr>
            <p:cNvSpPr/>
            <p:nvPr/>
          </p:nvSpPr>
          <p:spPr>
            <a:xfrm>
              <a:off x="4477711" y="1630434"/>
              <a:ext cx="31074" cy="31074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7" name="ellipse_2114">
              <a:extLst>
                <a:ext uri="{FF2B5EF4-FFF2-40B4-BE49-F238E27FC236}">
                  <a16:creationId xmlns:a16="http://schemas.microsoft.com/office/drawing/2014/main" id="{CEE9C097-F8F6-6EE3-4940-8457A2775DB1}"/>
                </a:ext>
              </a:extLst>
            </p:cNvPr>
            <p:cNvSpPr/>
            <p:nvPr/>
          </p:nvSpPr>
          <p:spPr>
            <a:xfrm>
              <a:off x="4561895" y="1404845"/>
              <a:ext cx="32842" cy="3284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1E1"/>
                </a:gs>
                <a:gs pos="100000">
                  <a:srgbClr val="6F99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8" name="ellipse_2115">
              <a:extLst>
                <a:ext uri="{FF2B5EF4-FFF2-40B4-BE49-F238E27FC236}">
                  <a16:creationId xmlns:a16="http://schemas.microsoft.com/office/drawing/2014/main" id="{72EA503D-9656-4CE4-85AF-F144213C1938}"/>
                </a:ext>
              </a:extLst>
            </p:cNvPr>
            <p:cNvSpPr/>
            <p:nvPr/>
          </p:nvSpPr>
          <p:spPr>
            <a:xfrm>
              <a:off x="4215117" y="1531671"/>
              <a:ext cx="31068" cy="31068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9" name="ellipse_2116">
              <a:extLst>
                <a:ext uri="{FF2B5EF4-FFF2-40B4-BE49-F238E27FC236}">
                  <a16:creationId xmlns:a16="http://schemas.microsoft.com/office/drawing/2014/main" id="{DED678EB-406D-687A-CF83-38E01CFC07D5}"/>
                </a:ext>
              </a:extLst>
            </p:cNvPr>
            <p:cNvSpPr/>
            <p:nvPr/>
          </p:nvSpPr>
          <p:spPr>
            <a:xfrm>
              <a:off x="4305476" y="1587179"/>
              <a:ext cx="22676" cy="22676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6DC"/>
                </a:gs>
                <a:gs pos="100000">
                  <a:srgbClr val="5C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0" name="ellipse_2117">
              <a:extLst>
                <a:ext uri="{FF2B5EF4-FFF2-40B4-BE49-F238E27FC236}">
                  <a16:creationId xmlns:a16="http://schemas.microsoft.com/office/drawing/2014/main" id="{89618EEF-48D8-B99B-A566-5BC83F78E7B4}"/>
                </a:ext>
              </a:extLst>
            </p:cNvPr>
            <p:cNvSpPr/>
            <p:nvPr/>
          </p:nvSpPr>
          <p:spPr>
            <a:xfrm>
              <a:off x="4603877" y="1581641"/>
              <a:ext cx="20231" cy="20231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1" name="ellipse_2118">
              <a:extLst>
                <a:ext uri="{FF2B5EF4-FFF2-40B4-BE49-F238E27FC236}">
                  <a16:creationId xmlns:a16="http://schemas.microsoft.com/office/drawing/2014/main" id="{69F2330B-9AD1-8D62-2F58-56D7BC3523EE}"/>
                </a:ext>
              </a:extLst>
            </p:cNvPr>
            <p:cNvSpPr/>
            <p:nvPr/>
          </p:nvSpPr>
          <p:spPr>
            <a:xfrm>
              <a:off x="4148220" y="1473747"/>
              <a:ext cx="36222" cy="3622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2" name="ellipse_2119">
              <a:extLst>
                <a:ext uri="{FF2B5EF4-FFF2-40B4-BE49-F238E27FC236}">
                  <a16:creationId xmlns:a16="http://schemas.microsoft.com/office/drawing/2014/main" id="{3F99D8F5-58BE-1377-7404-D5379FB3A85E}"/>
                </a:ext>
              </a:extLst>
            </p:cNvPr>
            <p:cNvSpPr/>
            <p:nvPr/>
          </p:nvSpPr>
          <p:spPr>
            <a:xfrm>
              <a:off x="4552698" y="1554585"/>
              <a:ext cx="29289" cy="29289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3" name="ellipse_2120">
              <a:extLst>
                <a:ext uri="{FF2B5EF4-FFF2-40B4-BE49-F238E27FC236}">
                  <a16:creationId xmlns:a16="http://schemas.microsoft.com/office/drawing/2014/main" id="{7CF26033-9F35-95BE-4872-F3B5EC230C3A}"/>
                </a:ext>
              </a:extLst>
            </p:cNvPr>
            <p:cNvSpPr/>
            <p:nvPr/>
          </p:nvSpPr>
          <p:spPr>
            <a:xfrm>
              <a:off x="4303221" y="1630068"/>
              <a:ext cx="26948" cy="269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4" name="ellipse_2121">
              <a:extLst>
                <a:ext uri="{FF2B5EF4-FFF2-40B4-BE49-F238E27FC236}">
                  <a16:creationId xmlns:a16="http://schemas.microsoft.com/office/drawing/2014/main" id="{209D44EF-ABCA-50A1-F9C7-09C8659D775B}"/>
                </a:ext>
              </a:extLst>
            </p:cNvPr>
            <p:cNvSpPr/>
            <p:nvPr/>
          </p:nvSpPr>
          <p:spPr>
            <a:xfrm>
              <a:off x="4478501" y="1592646"/>
              <a:ext cx="34960" cy="3496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CB5DB"/>
                </a:gs>
                <a:gs pos="100000">
                  <a:srgbClr val="588BB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5" name="ellipse_2122">
              <a:extLst>
                <a:ext uri="{FF2B5EF4-FFF2-40B4-BE49-F238E27FC236}">
                  <a16:creationId xmlns:a16="http://schemas.microsoft.com/office/drawing/2014/main" id="{6E294A8E-F28C-EA21-B55C-DC75F472D7C6}"/>
                </a:ext>
              </a:extLst>
            </p:cNvPr>
            <p:cNvSpPr/>
            <p:nvPr/>
          </p:nvSpPr>
          <p:spPr>
            <a:xfrm>
              <a:off x="4565932" y="1590332"/>
              <a:ext cx="28306" cy="28306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6" name="ellipse_2123">
              <a:extLst>
                <a:ext uri="{FF2B5EF4-FFF2-40B4-BE49-F238E27FC236}">
                  <a16:creationId xmlns:a16="http://schemas.microsoft.com/office/drawing/2014/main" id="{1BC804C8-127E-0AA3-E009-86A7258DF5AC}"/>
                </a:ext>
              </a:extLst>
            </p:cNvPr>
            <p:cNvSpPr/>
            <p:nvPr/>
          </p:nvSpPr>
          <p:spPr>
            <a:xfrm>
              <a:off x="4059567" y="1420321"/>
              <a:ext cx="25021" cy="25021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3D3"/>
                </a:gs>
                <a:gs pos="100000">
                  <a:srgbClr val="3876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7" name="ellipse_2124">
              <a:extLst>
                <a:ext uri="{FF2B5EF4-FFF2-40B4-BE49-F238E27FC236}">
                  <a16:creationId xmlns:a16="http://schemas.microsoft.com/office/drawing/2014/main" id="{276F0B44-507B-31C5-C786-1119E704151C}"/>
                </a:ext>
              </a:extLst>
            </p:cNvPr>
            <p:cNvSpPr/>
            <p:nvPr/>
          </p:nvSpPr>
          <p:spPr>
            <a:xfrm>
              <a:off x="4454981" y="1419123"/>
              <a:ext cx="20719" cy="20719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5C9"/>
                </a:gs>
                <a:gs pos="100000">
                  <a:srgbClr val="C89EA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8" name="ellipse_2125">
              <a:extLst>
                <a:ext uri="{FF2B5EF4-FFF2-40B4-BE49-F238E27FC236}">
                  <a16:creationId xmlns:a16="http://schemas.microsoft.com/office/drawing/2014/main" id="{40B18D8B-E1CA-81DD-0025-83D9F5B9B79C}"/>
                </a:ext>
              </a:extLst>
            </p:cNvPr>
            <p:cNvSpPr/>
            <p:nvPr/>
          </p:nvSpPr>
          <p:spPr>
            <a:xfrm>
              <a:off x="4213951" y="1613938"/>
              <a:ext cx="30623" cy="30623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CD3E9"/>
                </a:gs>
                <a:gs pos="100000">
                  <a:srgbClr val="90AEC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9" name="ellipse_2126">
              <a:extLst>
                <a:ext uri="{FF2B5EF4-FFF2-40B4-BE49-F238E27FC236}">
                  <a16:creationId xmlns:a16="http://schemas.microsoft.com/office/drawing/2014/main" id="{DF024F9A-4C76-48B1-7BAD-E6162B35C38E}"/>
                </a:ext>
              </a:extLst>
            </p:cNvPr>
            <p:cNvSpPr/>
            <p:nvPr/>
          </p:nvSpPr>
          <p:spPr>
            <a:xfrm>
              <a:off x="4448861" y="1530866"/>
              <a:ext cx="30010" cy="30010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0"/>
                </a:gs>
                <a:gs pos="100000">
                  <a:srgbClr val="C6949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0" name="ellipse_2127">
              <a:extLst>
                <a:ext uri="{FF2B5EF4-FFF2-40B4-BE49-F238E27FC236}">
                  <a16:creationId xmlns:a16="http://schemas.microsoft.com/office/drawing/2014/main" id="{D11FD325-60A4-A938-D014-05D6B586A2C3}"/>
                </a:ext>
              </a:extLst>
            </p:cNvPr>
            <p:cNvSpPr/>
            <p:nvPr/>
          </p:nvSpPr>
          <p:spPr>
            <a:xfrm>
              <a:off x="4187439" y="1437250"/>
              <a:ext cx="22091" cy="22091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1" name="ellipse_2128">
              <a:extLst>
                <a:ext uri="{FF2B5EF4-FFF2-40B4-BE49-F238E27FC236}">
                  <a16:creationId xmlns:a16="http://schemas.microsoft.com/office/drawing/2014/main" id="{9F589DC5-07B2-D58D-F462-2A7277B79610}"/>
                </a:ext>
              </a:extLst>
            </p:cNvPr>
            <p:cNvSpPr/>
            <p:nvPr/>
          </p:nvSpPr>
          <p:spPr>
            <a:xfrm>
              <a:off x="4156267" y="1447360"/>
              <a:ext cx="27517" cy="2751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2" name="ellipse_2129">
              <a:extLst>
                <a:ext uri="{FF2B5EF4-FFF2-40B4-BE49-F238E27FC236}">
                  <a16:creationId xmlns:a16="http://schemas.microsoft.com/office/drawing/2014/main" id="{6200D936-ECFA-A1EC-3976-90A295990247}"/>
                </a:ext>
              </a:extLst>
            </p:cNvPr>
            <p:cNvSpPr/>
            <p:nvPr/>
          </p:nvSpPr>
          <p:spPr>
            <a:xfrm>
              <a:off x="4513687" y="1593956"/>
              <a:ext cx="26924" cy="2692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3" name="ellipse_2130">
              <a:extLst>
                <a:ext uri="{FF2B5EF4-FFF2-40B4-BE49-F238E27FC236}">
                  <a16:creationId xmlns:a16="http://schemas.microsoft.com/office/drawing/2014/main" id="{5679C4A3-A590-F320-CA55-EFC0FEB3A3FD}"/>
                </a:ext>
              </a:extLst>
            </p:cNvPr>
            <p:cNvSpPr/>
            <p:nvPr/>
          </p:nvSpPr>
          <p:spPr>
            <a:xfrm>
              <a:off x="4475672" y="1534775"/>
              <a:ext cx="19735" cy="19735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CC5C8"/>
                </a:gs>
                <a:gs pos="100000">
                  <a:srgbClr val="C79DA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4" name="ellipse_2131">
              <a:extLst>
                <a:ext uri="{FF2B5EF4-FFF2-40B4-BE49-F238E27FC236}">
                  <a16:creationId xmlns:a16="http://schemas.microsoft.com/office/drawing/2014/main" id="{8360672F-84DC-D8A3-D83A-1989AA5BAF61}"/>
                </a:ext>
              </a:extLst>
            </p:cNvPr>
            <p:cNvSpPr/>
            <p:nvPr/>
          </p:nvSpPr>
          <p:spPr>
            <a:xfrm>
              <a:off x="4177150" y="1479714"/>
              <a:ext cx="34047" cy="34047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5" name="ellipse_2132">
              <a:extLst>
                <a:ext uri="{FF2B5EF4-FFF2-40B4-BE49-F238E27FC236}">
                  <a16:creationId xmlns:a16="http://schemas.microsoft.com/office/drawing/2014/main" id="{470B6575-1946-A9F8-FC08-85241C868957}"/>
                </a:ext>
              </a:extLst>
            </p:cNvPr>
            <p:cNvSpPr/>
            <p:nvPr/>
          </p:nvSpPr>
          <p:spPr>
            <a:xfrm>
              <a:off x="4169230" y="1457714"/>
              <a:ext cx="24475" cy="2447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6" name="ellipse_2133">
              <a:extLst>
                <a:ext uri="{FF2B5EF4-FFF2-40B4-BE49-F238E27FC236}">
                  <a16:creationId xmlns:a16="http://schemas.microsoft.com/office/drawing/2014/main" id="{DFF9378C-C513-EE52-BE77-7C4D53173188}"/>
                </a:ext>
              </a:extLst>
            </p:cNvPr>
            <p:cNvSpPr/>
            <p:nvPr/>
          </p:nvSpPr>
          <p:spPr>
            <a:xfrm>
              <a:off x="4250267" y="1611599"/>
              <a:ext cx="27208" cy="27208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5E3"/>
                </a:gs>
                <a:gs pos="100000">
                  <a:srgbClr val="74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7" name="ellipse_2134">
              <a:extLst>
                <a:ext uri="{FF2B5EF4-FFF2-40B4-BE49-F238E27FC236}">
                  <a16:creationId xmlns:a16="http://schemas.microsoft.com/office/drawing/2014/main" id="{88B2AB24-8B7E-3A08-45D1-3EC5BC2A3971}"/>
                </a:ext>
              </a:extLst>
            </p:cNvPr>
            <p:cNvSpPr/>
            <p:nvPr/>
          </p:nvSpPr>
          <p:spPr>
            <a:xfrm>
              <a:off x="4316540" y="1649280"/>
              <a:ext cx="31638" cy="3163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8" name="ellipse_2135">
              <a:extLst>
                <a:ext uri="{FF2B5EF4-FFF2-40B4-BE49-F238E27FC236}">
                  <a16:creationId xmlns:a16="http://schemas.microsoft.com/office/drawing/2014/main" id="{0036F3F9-9E6E-793F-4EEB-F9AAFA4A9026}"/>
                </a:ext>
              </a:extLst>
            </p:cNvPr>
            <p:cNvSpPr/>
            <p:nvPr/>
          </p:nvSpPr>
          <p:spPr>
            <a:xfrm>
              <a:off x="4145317" y="1562114"/>
              <a:ext cx="29616" cy="29616"/>
            </a:xfrm>
            <a:prstGeom prst="ellipse">
              <a:avLst/>
            </a:prstGeom>
            <a:gradFill flip="none" rotWithShape="1">
              <a:gsLst>
                <a:gs pos="0">
                  <a:srgbClr val="F8FAFC"/>
                </a:gs>
                <a:gs pos="43000">
                  <a:srgbClr val="DBE7F3"/>
                </a:gs>
                <a:gs pos="100000">
                  <a:srgbClr val="B4C4D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9" name="ellipse_2136">
              <a:extLst>
                <a:ext uri="{FF2B5EF4-FFF2-40B4-BE49-F238E27FC236}">
                  <a16:creationId xmlns:a16="http://schemas.microsoft.com/office/drawing/2014/main" id="{DE6F2EDB-63ED-2D59-170D-E5566A653C82}"/>
                </a:ext>
              </a:extLst>
            </p:cNvPr>
            <p:cNvSpPr/>
            <p:nvPr/>
          </p:nvSpPr>
          <p:spPr>
            <a:xfrm>
              <a:off x="4212479" y="1534532"/>
              <a:ext cx="21239" cy="21239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0" name="ellipse_2137">
              <a:extLst>
                <a:ext uri="{FF2B5EF4-FFF2-40B4-BE49-F238E27FC236}">
                  <a16:creationId xmlns:a16="http://schemas.microsoft.com/office/drawing/2014/main" id="{6C22D785-70DD-B1E4-0AA5-5F5B2E582FC7}"/>
                </a:ext>
              </a:extLst>
            </p:cNvPr>
            <p:cNvSpPr/>
            <p:nvPr/>
          </p:nvSpPr>
          <p:spPr>
            <a:xfrm>
              <a:off x="4296928" y="1660530"/>
              <a:ext cx="21078" cy="21078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1" name="ellipse_2138">
              <a:extLst>
                <a:ext uri="{FF2B5EF4-FFF2-40B4-BE49-F238E27FC236}">
                  <a16:creationId xmlns:a16="http://schemas.microsoft.com/office/drawing/2014/main" id="{0D7D27AF-9187-B7E5-E139-FA9D0EC1A0B9}"/>
                </a:ext>
              </a:extLst>
            </p:cNvPr>
            <p:cNvSpPr/>
            <p:nvPr/>
          </p:nvSpPr>
          <p:spPr>
            <a:xfrm>
              <a:off x="4387132" y="1397727"/>
              <a:ext cx="22984" cy="22984"/>
            </a:xfrm>
            <a:prstGeom prst="ellipse">
              <a:avLst/>
            </a:prstGeom>
            <a:gradFill flip="none" rotWithShape="1">
              <a:gsLst>
                <a:gs pos="0">
                  <a:srgbClr val="F5F8FC"/>
                </a:gs>
                <a:gs pos="43000">
                  <a:srgbClr val="CFDFEF"/>
                </a:gs>
                <a:gs pos="100000">
                  <a:srgbClr val="A5BCD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2" name="ellipse_2139">
              <a:extLst>
                <a:ext uri="{FF2B5EF4-FFF2-40B4-BE49-F238E27FC236}">
                  <a16:creationId xmlns:a16="http://schemas.microsoft.com/office/drawing/2014/main" id="{786629BA-0B6F-6894-EC9D-135EE152806C}"/>
                </a:ext>
              </a:extLst>
            </p:cNvPr>
            <p:cNvSpPr/>
            <p:nvPr/>
          </p:nvSpPr>
          <p:spPr>
            <a:xfrm>
              <a:off x="4423607" y="1603144"/>
              <a:ext cx="26321" cy="2632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8B3DA"/>
                </a:gs>
                <a:gs pos="100000">
                  <a:srgbClr val="5488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3" name="ellipse_2140">
              <a:extLst>
                <a:ext uri="{FF2B5EF4-FFF2-40B4-BE49-F238E27FC236}">
                  <a16:creationId xmlns:a16="http://schemas.microsoft.com/office/drawing/2014/main" id="{6A01F0FB-291F-A015-A42A-952B218E4A75}"/>
                </a:ext>
              </a:extLst>
            </p:cNvPr>
            <p:cNvSpPr/>
            <p:nvPr/>
          </p:nvSpPr>
          <p:spPr>
            <a:xfrm>
              <a:off x="4143066" y="1454342"/>
              <a:ext cx="33754" cy="3375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4" name="ellipse_2141">
              <a:extLst>
                <a:ext uri="{FF2B5EF4-FFF2-40B4-BE49-F238E27FC236}">
                  <a16:creationId xmlns:a16="http://schemas.microsoft.com/office/drawing/2014/main" id="{66EBF56F-7E6E-8E8A-7C91-286C56562265}"/>
                </a:ext>
              </a:extLst>
            </p:cNvPr>
            <p:cNvSpPr/>
            <p:nvPr/>
          </p:nvSpPr>
          <p:spPr>
            <a:xfrm>
              <a:off x="4172222" y="1529575"/>
              <a:ext cx="28626" cy="28626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ECBE6"/>
                </a:gs>
                <a:gs pos="100000">
                  <a:srgbClr val="80A4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5" name="ellipse_2142">
              <a:extLst>
                <a:ext uri="{FF2B5EF4-FFF2-40B4-BE49-F238E27FC236}">
                  <a16:creationId xmlns:a16="http://schemas.microsoft.com/office/drawing/2014/main" id="{BD3FF831-7852-8545-E02C-59BD458FA2F2}"/>
                </a:ext>
              </a:extLst>
            </p:cNvPr>
            <p:cNvSpPr/>
            <p:nvPr/>
          </p:nvSpPr>
          <p:spPr>
            <a:xfrm>
              <a:off x="4543531" y="1594407"/>
              <a:ext cx="30468" cy="3046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6" name="ellipse_2143">
              <a:extLst>
                <a:ext uri="{FF2B5EF4-FFF2-40B4-BE49-F238E27FC236}">
                  <a16:creationId xmlns:a16="http://schemas.microsoft.com/office/drawing/2014/main" id="{8DACE373-19FE-D8CA-6A93-44FDB698A44B}"/>
                </a:ext>
              </a:extLst>
            </p:cNvPr>
            <p:cNvSpPr/>
            <p:nvPr/>
          </p:nvSpPr>
          <p:spPr>
            <a:xfrm>
              <a:off x="4485018" y="1527843"/>
              <a:ext cx="27018" cy="27018"/>
            </a:xfrm>
            <a:prstGeom prst="ellipse">
              <a:avLst/>
            </a:prstGeom>
            <a:gradFill flip="none" rotWithShape="1">
              <a:gsLst>
                <a:gs pos="0">
                  <a:srgbClr val="FBF4F4"/>
                </a:gs>
                <a:gs pos="43000">
                  <a:srgbClr val="EDC8CC"/>
                </a:gs>
                <a:gs pos="100000">
                  <a:srgbClr val="C8A1A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7" name="ellipse_2144">
              <a:extLst>
                <a:ext uri="{FF2B5EF4-FFF2-40B4-BE49-F238E27FC236}">
                  <a16:creationId xmlns:a16="http://schemas.microsoft.com/office/drawing/2014/main" id="{8021850D-E323-E044-6D74-8104836CB71B}"/>
                </a:ext>
              </a:extLst>
            </p:cNvPr>
            <p:cNvSpPr/>
            <p:nvPr/>
          </p:nvSpPr>
          <p:spPr>
            <a:xfrm>
              <a:off x="4197746" y="1447194"/>
              <a:ext cx="24842" cy="248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8" name="ellipse_2145">
              <a:extLst>
                <a:ext uri="{FF2B5EF4-FFF2-40B4-BE49-F238E27FC236}">
                  <a16:creationId xmlns:a16="http://schemas.microsoft.com/office/drawing/2014/main" id="{4CCC3730-1D79-698C-023C-914768C6E1B3}"/>
                </a:ext>
              </a:extLst>
            </p:cNvPr>
            <p:cNvSpPr/>
            <p:nvPr/>
          </p:nvSpPr>
          <p:spPr>
            <a:xfrm>
              <a:off x="4457750" y="1465726"/>
              <a:ext cx="30821" cy="3082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9" name="ellipse_2146">
              <a:extLst>
                <a:ext uri="{FF2B5EF4-FFF2-40B4-BE49-F238E27FC236}">
                  <a16:creationId xmlns:a16="http://schemas.microsoft.com/office/drawing/2014/main" id="{A21F4A3C-DD76-1FD4-4DED-424CD358F27D}"/>
                </a:ext>
              </a:extLst>
            </p:cNvPr>
            <p:cNvSpPr/>
            <p:nvPr/>
          </p:nvSpPr>
          <p:spPr>
            <a:xfrm>
              <a:off x="4451010" y="1568162"/>
              <a:ext cx="23766" cy="23766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ADCEE"/>
                </a:gs>
                <a:gs pos="100000">
                  <a:srgbClr val="A0B8C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0" name="ellipse_2147">
              <a:extLst>
                <a:ext uri="{FF2B5EF4-FFF2-40B4-BE49-F238E27FC236}">
                  <a16:creationId xmlns:a16="http://schemas.microsoft.com/office/drawing/2014/main" id="{9A718C97-5C13-2BA4-F1A4-25D40CBB2172}"/>
                </a:ext>
              </a:extLst>
            </p:cNvPr>
            <p:cNvSpPr/>
            <p:nvPr/>
          </p:nvSpPr>
          <p:spPr>
            <a:xfrm>
              <a:off x="4223815" y="1435525"/>
              <a:ext cx="33315" cy="3331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7D5"/>
                </a:gs>
                <a:gs pos="100000">
                  <a:srgbClr val="40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1" name="ellipse_2148">
              <a:extLst>
                <a:ext uri="{FF2B5EF4-FFF2-40B4-BE49-F238E27FC236}">
                  <a16:creationId xmlns:a16="http://schemas.microsoft.com/office/drawing/2014/main" id="{F75CEC6B-2A48-856D-E3CE-137A098A66D8}"/>
                </a:ext>
              </a:extLst>
            </p:cNvPr>
            <p:cNvSpPr/>
            <p:nvPr/>
          </p:nvSpPr>
          <p:spPr>
            <a:xfrm>
              <a:off x="4429682" y="1587437"/>
              <a:ext cx="20909" cy="20909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2" name="ellipse_2149">
              <a:extLst>
                <a:ext uri="{FF2B5EF4-FFF2-40B4-BE49-F238E27FC236}">
                  <a16:creationId xmlns:a16="http://schemas.microsoft.com/office/drawing/2014/main" id="{8D3FD4BA-A651-7935-39D5-4B6D31CE29D5}"/>
                </a:ext>
              </a:extLst>
            </p:cNvPr>
            <p:cNvSpPr/>
            <p:nvPr/>
          </p:nvSpPr>
          <p:spPr>
            <a:xfrm>
              <a:off x="4200321" y="1424891"/>
              <a:ext cx="21059" cy="2105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3" name="ellipse_2150">
              <a:extLst>
                <a:ext uri="{FF2B5EF4-FFF2-40B4-BE49-F238E27FC236}">
                  <a16:creationId xmlns:a16="http://schemas.microsoft.com/office/drawing/2014/main" id="{83B57BD1-2FA9-4974-76A4-4800784046CE}"/>
                </a:ext>
              </a:extLst>
            </p:cNvPr>
            <p:cNvSpPr/>
            <p:nvPr/>
          </p:nvSpPr>
          <p:spPr>
            <a:xfrm>
              <a:off x="4265269" y="1675294"/>
              <a:ext cx="32963" cy="3296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4" name="ellipse_2151">
              <a:extLst>
                <a:ext uri="{FF2B5EF4-FFF2-40B4-BE49-F238E27FC236}">
                  <a16:creationId xmlns:a16="http://schemas.microsoft.com/office/drawing/2014/main" id="{CA1D9A86-DF9F-CBD9-C656-988081C0A408}"/>
                </a:ext>
              </a:extLst>
            </p:cNvPr>
            <p:cNvSpPr/>
            <p:nvPr/>
          </p:nvSpPr>
          <p:spPr>
            <a:xfrm>
              <a:off x="4255395" y="1464436"/>
              <a:ext cx="30049" cy="3004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5" name="ellipse_2152">
              <a:extLst>
                <a:ext uri="{FF2B5EF4-FFF2-40B4-BE49-F238E27FC236}">
                  <a16:creationId xmlns:a16="http://schemas.microsoft.com/office/drawing/2014/main" id="{6C8F6028-4587-3846-21B9-5833E8D4C481}"/>
                </a:ext>
              </a:extLst>
            </p:cNvPr>
            <p:cNvSpPr/>
            <p:nvPr/>
          </p:nvSpPr>
          <p:spPr>
            <a:xfrm>
              <a:off x="4442577" y="1583236"/>
              <a:ext cx="34593" cy="34593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6" name="ellipse_2153">
              <a:extLst>
                <a:ext uri="{FF2B5EF4-FFF2-40B4-BE49-F238E27FC236}">
                  <a16:creationId xmlns:a16="http://schemas.microsoft.com/office/drawing/2014/main" id="{CDA2AC36-0FCA-C664-0122-B23EA963DE72}"/>
                </a:ext>
              </a:extLst>
            </p:cNvPr>
            <p:cNvSpPr/>
            <p:nvPr/>
          </p:nvSpPr>
          <p:spPr>
            <a:xfrm>
              <a:off x="4487089" y="1605392"/>
              <a:ext cx="21701" cy="2170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7" name="ellipse_2154">
              <a:extLst>
                <a:ext uri="{FF2B5EF4-FFF2-40B4-BE49-F238E27FC236}">
                  <a16:creationId xmlns:a16="http://schemas.microsoft.com/office/drawing/2014/main" id="{2AF5E7EF-400D-A8AA-EC6E-CD995996D1D7}"/>
                </a:ext>
              </a:extLst>
            </p:cNvPr>
            <p:cNvSpPr/>
            <p:nvPr/>
          </p:nvSpPr>
          <p:spPr>
            <a:xfrm>
              <a:off x="4496800" y="1560661"/>
              <a:ext cx="29011" cy="2901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8" name="ellipse_2155">
              <a:extLst>
                <a:ext uri="{FF2B5EF4-FFF2-40B4-BE49-F238E27FC236}">
                  <a16:creationId xmlns:a16="http://schemas.microsoft.com/office/drawing/2014/main" id="{397DCE5A-EC31-D96D-2E9D-0E2A897BA0C3}"/>
                </a:ext>
              </a:extLst>
            </p:cNvPr>
            <p:cNvSpPr/>
            <p:nvPr/>
          </p:nvSpPr>
          <p:spPr>
            <a:xfrm>
              <a:off x="4296447" y="1640205"/>
              <a:ext cx="28855" cy="2885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9" name="ellipse_2156">
              <a:extLst>
                <a:ext uri="{FF2B5EF4-FFF2-40B4-BE49-F238E27FC236}">
                  <a16:creationId xmlns:a16="http://schemas.microsoft.com/office/drawing/2014/main" id="{677EABBB-ADB7-67C0-161F-9D06063CA954}"/>
                </a:ext>
              </a:extLst>
            </p:cNvPr>
            <p:cNvSpPr/>
            <p:nvPr/>
          </p:nvSpPr>
          <p:spPr>
            <a:xfrm>
              <a:off x="4517139" y="1596962"/>
              <a:ext cx="32658" cy="32658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0" name="ellipse_2157">
              <a:extLst>
                <a:ext uri="{FF2B5EF4-FFF2-40B4-BE49-F238E27FC236}">
                  <a16:creationId xmlns:a16="http://schemas.microsoft.com/office/drawing/2014/main" id="{B07C6409-156A-41B4-8B38-92418D3328AD}"/>
                </a:ext>
              </a:extLst>
            </p:cNvPr>
            <p:cNvSpPr/>
            <p:nvPr/>
          </p:nvSpPr>
          <p:spPr>
            <a:xfrm>
              <a:off x="4387488" y="1548169"/>
              <a:ext cx="31558" cy="31558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1EAF4"/>
                </a:gs>
                <a:gs pos="100000">
                  <a:srgbClr val="BAC8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1" name="ellipse_2158">
              <a:extLst>
                <a:ext uri="{FF2B5EF4-FFF2-40B4-BE49-F238E27FC236}">
                  <a16:creationId xmlns:a16="http://schemas.microsoft.com/office/drawing/2014/main" id="{CB238420-C8BB-EDDD-1DFE-1E71530E537D}"/>
                </a:ext>
              </a:extLst>
            </p:cNvPr>
            <p:cNvSpPr/>
            <p:nvPr/>
          </p:nvSpPr>
          <p:spPr>
            <a:xfrm>
              <a:off x="4404494" y="1366310"/>
              <a:ext cx="20661" cy="20661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7BCDF"/>
                </a:gs>
                <a:gs pos="100000">
                  <a:srgbClr val="6593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2" name="ellipse_2159">
              <a:extLst>
                <a:ext uri="{FF2B5EF4-FFF2-40B4-BE49-F238E27FC236}">
                  <a16:creationId xmlns:a16="http://schemas.microsoft.com/office/drawing/2014/main" id="{1C6307AC-293E-3940-5C38-B7756EA73052}"/>
                </a:ext>
              </a:extLst>
            </p:cNvPr>
            <p:cNvSpPr/>
            <p:nvPr/>
          </p:nvSpPr>
          <p:spPr>
            <a:xfrm>
              <a:off x="4287847" y="1579304"/>
              <a:ext cx="21637" cy="21637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794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3" name="ellipse_2160">
              <a:extLst>
                <a:ext uri="{FF2B5EF4-FFF2-40B4-BE49-F238E27FC236}">
                  <a16:creationId xmlns:a16="http://schemas.microsoft.com/office/drawing/2014/main" id="{1DD9754A-EAB3-FBB4-1EBB-03F2F1FA201F}"/>
                </a:ext>
              </a:extLst>
            </p:cNvPr>
            <p:cNvSpPr/>
            <p:nvPr/>
          </p:nvSpPr>
          <p:spPr>
            <a:xfrm>
              <a:off x="4247333" y="1542048"/>
              <a:ext cx="20042" cy="2004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3C3E2"/>
                </a:gs>
                <a:gs pos="100000">
                  <a:srgbClr val="739B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4" name="ellipse_2161">
              <a:extLst>
                <a:ext uri="{FF2B5EF4-FFF2-40B4-BE49-F238E27FC236}">
                  <a16:creationId xmlns:a16="http://schemas.microsoft.com/office/drawing/2014/main" id="{79E50B0F-4276-42C8-2E7C-F5329F37D17C}"/>
                </a:ext>
              </a:extLst>
            </p:cNvPr>
            <p:cNvSpPr/>
            <p:nvPr/>
          </p:nvSpPr>
          <p:spPr>
            <a:xfrm>
              <a:off x="4457286" y="1441037"/>
              <a:ext cx="30843" cy="308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5" name="ellipse_2162">
              <a:extLst>
                <a:ext uri="{FF2B5EF4-FFF2-40B4-BE49-F238E27FC236}">
                  <a16:creationId xmlns:a16="http://schemas.microsoft.com/office/drawing/2014/main" id="{FB51459F-DCE8-B404-C7A3-094370E22E6F}"/>
                </a:ext>
              </a:extLst>
            </p:cNvPr>
            <p:cNvSpPr/>
            <p:nvPr/>
          </p:nvSpPr>
          <p:spPr>
            <a:xfrm>
              <a:off x="4174540" y="1565987"/>
              <a:ext cx="25424" cy="25424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3ECF5"/>
                </a:gs>
                <a:gs pos="100000">
                  <a:srgbClr val="BDCBD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6" name="ellipse_2163">
              <a:extLst>
                <a:ext uri="{FF2B5EF4-FFF2-40B4-BE49-F238E27FC236}">
                  <a16:creationId xmlns:a16="http://schemas.microsoft.com/office/drawing/2014/main" id="{E755F9AB-A8CF-972C-EB2D-552C0D3A7C84}"/>
                </a:ext>
              </a:extLst>
            </p:cNvPr>
            <p:cNvSpPr/>
            <p:nvPr/>
          </p:nvSpPr>
          <p:spPr>
            <a:xfrm>
              <a:off x="4283446" y="1527651"/>
              <a:ext cx="34254" cy="3425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7" name="ellipse_2164">
              <a:extLst>
                <a:ext uri="{FF2B5EF4-FFF2-40B4-BE49-F238E27FC236}">
                  <a16:creationId xmlns:a16="http://schemas.microsoft.com/office/drawing/2014/main" id="{CE907A41-D518-3F1D-C3A0-57F9EF26CE65}"/>
                </a:ext>
              </a:extLst>
            </p:cNvPr>
            <p:cNvSpPr/>
            <p:nvPr/>
          </p:nvSpPr>
          <p:spPr>
            <a:xfrm>
              <a:off x="4643589" y="1587283"/>
              <a:ext cx="23827" cy="2382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8" name="ellipse_2165">
              <a:extLst>
                <a:ext uri="{FF2B5EF4-FFF2-40B4-BE49-F238E27FC236}">
                  <a16:creationId xmlns:a16="http://schemas.microsoft.com/office/drawing/2014/main" id="{3A2118F1-6704-133C-F78E-531A4A008CC0}"/>
                </a:ext>
              </a:extLst>
            </p:cNvPr>
            <p:cNvSpPr/>
            <p:nvPr/>
          </p:nvSpPr>
          <p:spPr>
            <a:xfrm>
              <a:off x="4362350" y="1394370"/>
              <a:ext cx="36100" cy="36100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5D9EC"/>
                </a:gs>
                <a:gs pos="100000">
                  <a:srgbClr val="9AB4C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9" name="ellipse_2166">
              <a:extLst>
                <a:ext uri="{FF2B5EF4-FFF2-40B4-BE49-F238E27FC236}">
                  <a16:creationId xmlns:a16="http://schemas.microsoft.com/office/drawing/2014/main" id="{A5681E39-4D00-C532-F7B4-24598D832801}"/>
                </a:ext>
              </a:extLst>
            </p:cNvPr>
            <p:cNvSpPr/>
            <p:nvPr/>
          </p:nvSpPr>
          <p:spPr>
            <a:xfrm>
              <a:off x="4308980" y="1614559"/>
              <a:ext cx="24285" cy="24285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0" name="ellipse_2167">
              <a:extLst>
                <a:ext uri="{FF2B5EF4-FFF2-40B4-BE49-F238E27FC236}">
                  <a16:creationId xmlns:a16="http://schemas.microsoft.com/office/drawing/2014/main" id="{45AC14A4-6E99-6763-42FF-9F9CDBB73259}"/>
                </a:ext>
              </a:extLst>
            </p:cNvPr>
            <p:cNvSpPr/>
            <p:nvPr/>
          </p:nvSpPr>
          <p:spPr>
            <a:xfrm>
              <a:off x="4258920" y="1604652"/>
              <a:ext cx="35727" cy="35727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B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1" name="ellipse_2168">
              <a:extLst>
                <a:ext uri="{FF2B5EF4-FFF2-40B4-BE49-F238E27FC236}">
                  <a16:creationId xmlns:a16="http://schemas.microsoft.com/office/drawing/2014/main" id="{66837522-9230-ACCD-0CF9-C0CD74441BAA}"/>
                </a:ext>
              </a:extLst>
            </p:cNvPr>
            <p:cNvSpPr/>
            <p:nvPr/>
          </p:nvSpPr>
          <p:spPr>
            <a:xfrm>
              <a:off x="4055626" y="1445608"/>
              <a:ext cx="27529" cy="2752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2" name="ellipse_2169">
              <a:extLst>
                <a:ext uri="{FF2B5EF4-FFF2-40B4-BE49-F238E27FC236}">
                  <a16:creationId xmlns:a16="http://schemas.microsoft.com/office/drawing/2014/main" id="{EFE77510-B504-D1EA-417F-FA144661A214}"/>
                </a:ext>
              </a:extLst>
            </p:cNvPr>
            <p:cNvSpPr/>
            <p:nvPr/>
          </p:nvSpPr>
          <p:spPr>
            <a:xfrm>
              <a:off x="4246396" y="1460762"/>
              <a:ext cx="31802" cy="31802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3" name="ellipse_2170">
              <a:extLst>
                <a:ext uri="{FF2B5EF4-FFF2-40B4-BE49-F238E27FC236}">
                  <a16:creationId xmlns:a16="http://schemas.microsoft.com/office/drawing/2014/main" id="{2D6C5F0E-6E41-961E-F4AE-45DDB067826E}"/>
                </a:ext>
              </a:extLst>
            </p:cNvPr>
            <p:cNvSpPr/>
            <p:nvPr/>
          </p:nvSpPr>
          <p:spPr>
            <a:xfrm>
              <a:off x="4488487" y="1463669"/>
              <a:ext cx="19500" cy="19500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4" name="ellipse_2171">
              <a:extLst>
                <a:ext uri="{FF2B5EF4-FFF2-40B4-BE49-F238E27FC236}">
                  <a16:creationId xmlns:a16="http://schemas.microsoft.com/office/drawing/2014/main" id="{FF980CB9-82B0-8045-C8FE-37FF30E161F4}"/>
                </a:ext>
              </a:extLst>
            </p:cNvPr>
            <p:cNvSpPr/>
            <p:nvPr/>
          </p:nvSpPr>
          <p:spPr>
            <a:xfrm>
              <a:off x="4378658" y="1411914"/>
              <a:ext cx="25207" cy="25207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EEF3F9"/>
                </a:gs>
                <a:gs pos="100000">
                  <a:srgbClr val="CAD3D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5" name="ellipse_2172">
              <a:extLst>
                <a:ext uri="{FF2B5EF4-FFF2-40B4-BE49-F238E27FC236}">
                  <a16:creationId xmlns:a16="http://schemas.microsoft.com/office/drawing/2014/main" id="{51177189-AC89-A143-8F33-6807DF74ED52}"/>
                </a:ext>
              </a:extLst>
            </p:cNvPr>
            <p:cNvSpPr/>
            <p:nvPr/>
          </p:nvSpPr>
          <p:spPr>
            <a:xfrm>
              <a:off x="4369328" y="1415476"/>
              <a:ext cx="35743" cy="3574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2F4"/>
                </a:gs>
                <a:gs pos="100000">
                  <a:srgbClr val="D3D1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6" name="ellipse_2173">
              <a:extLst>
                <a:ext uri="{FF2B5EF4-FFF2-40B4-BE49-F238E27FC236}">
                  <a16:creationId xmlns:a16="http://schemas.microsoft.com/office/drawing/2014/main" id="{977D8148-1E08-C63B-A316-B040FF08E94D}"/>
                </a:ext>
              </a:extLst>
            </p:cNvPr>
            <p:cNvSpPr/>
            <p:nvPr/>
          </p:nvSpPr>
          <p:spPr>
            <a:xfrm>
              <a:off x="4108720" y="1553209"/>
              <a:ext cx="23944" cy="23944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CE7"/>
                </a:gs>
                <a:gs pos="100000">
                  <a:srgbClr val="83A5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7" name="ellipse_2174">
              <a:extLst>
                <a:ext uri="{FF2B5EF4-FFF2-40B4-BE49-F238E27FC236}">
                  <a16:creationId xmlns:a16="http://schemas.microsoft.com/office/drawing/2014/main" id="{154D9869-C263-0AC0-22A9-C9E5F29FA103}"/>
                </a:ext>
              </a:extLst>
            </p:cNvPr>
            <p:cNvSpPr/>
            <p:nvPr/>
          </p:nvSpPr>
          <p:spPr>
            <a:xfrm>
              <a:off x="4471741" y="1503867"/>
              <a:ext cx="25632" cy="25632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8" name="ellipse_2175">
              <a:extLst>
                <a:ext uri="{FF2B5EF4-FFF2-40B4-BE49-F238E27FC236}">
                  <a16:creationId xmlns:a16="http://schemas.microsoft.com/office/drawing/2014/main" id="{97E418BF-BECA-3213-63F2-7A6D75E88864}"/>
                </a:ext>
              </a:extLst>
            </p:cNvPr>
            <p:cNvSpPr/>
            <p:nvPr/>
          </p:nvSpPr>
          <p:spPr>
            <a:xfrm>
              <a:off x="4318731" y="1540689"/>
              <a:ext cx="28238" cy="28238"/>
            </a:xfrm>
            <a:prstGeom prst="ellipse">
              <a:avLst/>
            </a:prstGeom>
            <a:gradFill flip="none" rotWithShape="1">
              <a:gsLst>
                <a:gs pos="0">
                  <a:srgbClr val="EDF4F9"/>
                </a:gs>
                <a:gs pos="43000">
                  <a:srgbClr val="ABC8E4"/>
                </a:gs>
                <a:gs pos="100000">
                  <a:srgbClr val="7CA1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9" name="ellipse_2176">
              <a:extLst>
                <a:ext uri="{FF2B5EF4-FFF2-40B4-BE49-F238E27FC236}">
                  <a16:creationId xmlns:a16="http://schemas.microsoft.com/office/drawing/2014/main" id="{3F95D632-402C-5C54-1F85-149625D120FD}"/>
                </a:ext>
              </a:extLst>
            </p:cNvPr>
            <p:cNvSpPr/>
            <p:nvPr/>
          </p:nvSpPr>
          <p:spPr>
            <a:xfrm>
              <a:off x="4264380" y="1516974"/>
              <a:ext cx="22493" cy="22493"/>
            </a:xfrm>
            <a:prstGeom prst="ellipse">
              <a:avLst/>
            </a:prstGeom>
            <a:gradFill flip="none" rotWithShape="1">
              <a:gsLst>
                <a:gs pos="0">
                  <a:srgbClr val="E8F1F8"/>
                </a:gs>
                <a:gs pos="43000">
                  <a:srgbClr val="93BADD"/>
                </a:gs>
                <a:gs pos="100000">
                  <a:srgbClr val="6091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0" name="ellipse_2177">
              <a:extLst>
                <a:ext uri="{FF2B5EF4-FFF2-40B4-BE49-F238E27FC236}">
                  <a16:creationId xmlns:a16="http://schemas.microsoft.com/office/drawing/2014/main" id="{B9FD10CB-A0ED-6D39-A2C1-2B98587469ED}"/>
                </a:ext>
              </a:extLst>
            </p:cNvPr>
            <p:cNvSpPr/>
            <p:nvPr/>
          </p:nvSpPr>
          <p:spPr>
            <a:xfrm>
              <a:off x="4223323" y="1483184"/>
              <a:ext cx="26490" cy="2649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1" name="ellipse_2178">
              <a:extLst>
                <a:ext uri="{FF2B5EF4-FFF2-40B4-BE49-F238E27FC236}">
                  <a16:creationId xmlns:a16="http://schemas.microsoft.com/office/drawing/2014/main" id="{E015AC56-4150-1EA0-A4E9-E0D250349EB1}"/>
                </a:ext>
              </a:extLst>
            </p:cNvPr>
            <p:cNvSpPr/>
            <p:nvPr/>
          </p:nvSpPr>
          <p:spPr>
            <a:xfrm>
              <a:off x="4401541" y="1664126"/>
              <a:ext cx="25319" cy="2531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2" name="ellipse_2179">
              <a:extLst>
                <a:ext uri="{FF2B5EF4-FFF2-40B4-BE49-F238E27FC236}">
                  <a16:creationId xmlns:a16="http://schemas.microsoft.com/office/drawing/2014/main" id="{D50E4658-464D-CF10-9A82-4ED2E20D9123}"/>
                </a:ext>
              </a:extLst>
            </p:cNvPr>
            <p:cNvSpPr/>
            <p:nvPr/>
          </p:nvSpPr>
          <p:spPr>
            <a:xfrm>
              <a:off x="4339068" y="1457481"/>
              <a:ext cx="35401" cy="35401"/>
            </a:xfrm>
            <a:prstGeom prst="ellipse">
              <a:avLst/>
            </a:prstGeom>
            <a:gradFill flip="none" rotWithShape="1">
              <a:gsLst>
                <a:gs pos="0">
                  <a:srgbClr val="FDFBFB"/>
                </a:gs>
                <a:gs pos="43000">
                  <a:srgbClr val="F5EAED"/>
                </a:gs>
                <a:gs pos="100000">
                  <a:srgbClr val="D1C8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3" name="ellipse_2180">
              <a:extLst>
                <a:ext uri="{FF2B5EF4-FFF2-40B4-BE49-F238E27FC236}">
                  <a16:creationId xmlns:a16="http://schemas.microsoft.com/office/drawing/2014/main" id="{DCF47F3D-D5FC-9D27-4CB9-6B8DCE96AE57}"/>
                </a:ext>
              </a:extLst>
            </p:cNvPr>
            <p:cNvSpPr/>
            <p:nvPr/>
          </p:nvSpPr>
          <p:spPr>
            <a:xfrm>
              <a:off x="4147487" y="1616286"/>
              <a:ext cx="26099" cy="26099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4" name="ellipse_2181">
              <a:extLst>
                <a:ext uri="{FF2B5EF4-FFF2-40B4-BE49-F238E27FC236}">
                  <a16:creationId xmlns:a16="http://schemas.microsoft.com/office/drawing/2014/main" id="{B8B7E02A-7E8F-2B2F-0BA7-31D39F2B016F}"/>
                </a:ext>
              </a:extLst>
            </p:cNvPr>
            <p:cNvSpPr/>
            <p:nvPr/>
          </p:nvSpPr>
          <p:spPr>
            <a:xfrm>
              <a:off x="4421275" y="1403443"/>
              <a:ext cx="35162" cy="35162"/>
            </a:xfrm>
            <a:prstGeom prst="ellipse">
              <a:avLst/>
            </a:prstGeom>
            <a:gradFill flip="none" rotWithShape="1">
              <a:gsLst>
                <a:gs pos="0">
                  <a:srgbClr val="FCF9FA"/>
                </a:gs>
                <a:gs pos="43000">
                  <a:srgbClr val="F3E3E6"/>
                </a:gs>
                <a:gs pos="100000">
                  <a:srgbClr val="CFC0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5" name="ellipse_2182">
              <a:extLst>
                <a:ext uri="{FF2B5EF4-FFF2-40B4-BE49-F238E27FC236}">
                  <a16:creationId xmlns:a16="http://schemas.microsoft.com/office/drawing/2014/main" id="{9B3E2083-2C5A-8D71-EC99-C3AAD0978A85}"/>
                </a:ext>
              </a:extLst>
            </p:cNvPr>
            <p:cNvSpPr/>
            <p:nvPr/>
          </p:nvSpPr>
          <p:spPr>
            <a:xfrm>
              <a:off x="4115470" y="1492277"/>
              <a:ext cx="31229" cy="31229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6" name="ellipse_2183">
              <a:extLst>
                <a:ext uri="{FF2B5EF4-FFF2-40B4-BE49-F238E27FC236}">
                  <a16:creationId xmlns:a16="http://schemas.microsoft.com/office/drawing/2014/main" id="{6415A768-D8A5-5EEA-6A0F-2FAADBB004C3}"/>
                </a:ext>
              </a:extLst>
            </p:cNvPr>
            <p:cNvSpPr/>
            <p:nvPr/>
          </p:nvSpPr>
          <p:spPr>
            <a:xfrm>
              <a:off x="4091744" y="1552009"/>
              <a:ext cx="22492" cy="2249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A0C2E1"/>
                </a:gs>
                <a:gs pos="100000">
                  <a:srgbClr val="6F9A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7" name="ellipse_2184">
              <a:extLst>
                <a:ext uri="{FF2B5EF4-FFF2-40B4-BE49-F238E27FC236}">
                  <a16:creationId xmlns:a16="http://schemas.microsoft.com/office/drawing/2014/main" id="{1D9B5F8D-7CBB-5605-2908-158E53F29E19}"/>
                </a:ext>
              </a:extLst>
            </p:cNvPr>
            <p:cNvSpPr/>
            <p:nvPr/>
          </p:nvSpPr>
          <p:spPr>
            <a:xfrm>
              <a:off x="4133493" y="1548733"/>
              <a:ext cx="25991" cy="2599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4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8" name="ellipse_2185">
              <a:extLst>
                <a:ext uri="{FF2B5EF4-FFF2-40B4-BE49-F238E27FC236}">
                  <a16:creationId xmlns:a16="http://schemas.microsoft.com/office/drawing/2014/main" id="{DB325903-7737-DE33-C84B-1EB938A88303}"/>
                </a:ext>
              </a:extLst>
            </p:cNvPr>
            <p:cNvSpPr/>
            <p:nvPr/>
          </p:nvSpPr>
          <p:spPr>
            <a:xfrm>
              <a:off x="4250858" y="1579120"/>
              <a:ext cx="23959" cy="23959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4CEE7"/>
                </a:gs>
                <a:gs pos="100000">
                  <a:srgbClr val="87A8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9" name="ellipse_2186">
              <a:extLst>
                <a:ext uri="{FF2B5EF4-FFF2-40B4-BE49-F238E27FC236}">
                  <a16:creationId xmlns:a16="http://schemas.microsoft.com/office/drawing/2014/main" id="{67E85818-9BB0-4B1C-07E3-B92D8C5357FE}"/>
                </a:ext>
              </a:extLst>
            </p:cNvPr>
            <p:cNvSpPr/>
            <p:nvPr/>
          </p:nvSpPr>
          <p:spPr>
            <a:xfrm>
              <a:off x="4273408" y="1643014"/>
              <a:ext cx="27291" cy="2729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0AED8"/>
                </a:gs>
                <a:gs pos="100000">
                  <a:srgbClr val="4B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0" name="ellipse_2187">
              <a:extLst>
                <a:ext uri="{FF2B5EF4-FFF2-40B4-BE49-F238E27FC236}">
                  <a16:creationId xmlns:a16="http://schemas.microsoft.com/office/drawing/2014/main" id="{A31CC5D7-2CB3-E755-D408-8536212D53D3}"/>
                </a:ext>
              </a:extLst>
            </p:cNvPr>
            <p:cNvSpPr/>
            <p:nvPr/>
          </p:nvSpPr>
          <p:spPr>
            <a:xfrm>
              <a:off x="4321059" y="1463010"/>
              <a:ext cx="28730" cy="28730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1" name="ellipse_2188">
              <a:extLst>
                <a:ext uri="{FF2B5EF4-FFF2-40B4-BE49-F238E27FC236}">
                  <a16:creationId xmlns:a16="http://schemas.microsoft.com/office/drawing/2014/main" id="{F5496B1D-7813-7819-E6C4-541971155E50}"/>
                </a:ext>
              </a:extLst>
            </p:cNvPr>
            <p:cNvSpPr/>
            <p:nvPr/>
          </p:nvSpPr>
          <p:spPr>
            <a:xfrm>
              <a:off x="4421172" y="1439570"/>
              <a:ext cx="30726" cy="30726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2" name="ellipse_2189">
              <a:extLst>
                <a:ext uri="{FF2B5EF4-FFF2-40B4-BE49-F238E27FC236}">
                  <a16:creationId xmlns:a16="http://schemas.microsoft.com/office/drawing/2014/main" id="{8A326DF7-7326-8A15-7473-69D2CCFABF5B}"/>
                </a:ext>
              </a:extLst>
            </p:cNvPr>
            <p:cNvSpPr/>
            <p:nvPr/>
          </p:nvSpPr>
          <p:spPr>
            <a:xfrm>
              <a:off x="4229887" y="1669778"/>
              <a:ext cx="23937" cy="23937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3" name="ellipse_2190">
              <a:extLst>
                <a:ext uri="{FF2B5EF4-FFF2-40B4-BE49-F238E27FC236}">
                  <a16:creationId xmlns:a16="http://schemas.microsoft.com/office/drawing/2014/main" id="{045C20BE-D428-E4E3-2816-B271D7DE5BCC}"/>
                </a:ext>
              </a:extLst>
            </p:cNvPr>
            <p:cNvSpPr/>
            <p:nvPr/>
          </p:nvSpPr>
          <p:spPr>
            <a:xfrm>
              <a:off x="4374353" y="1632975"/>
              <a:ext cx="24495" cy="24495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4" name="ellipse_2191">
              <a:extLst>
                <a:ext uri="{FF2B5EF4-FFF2-40B4-BE49-F238E27FC236}">
                  <a16:creationId xmlns:a16="http://schemas.microsoft.com/office/drawing/2014/main" id="{28661607-30E7-7D8C-B454-D0F74231E68A}"/>
                </a:ext>
              </a:extLst>
            </p:cNvPr>
            <p:cNvSpPr/>
            <p:nvPr/>
          </p:nvSpPr>
          <p:spPr>
            <a:xfrm>
              <a:off x="4300902" y="1684368"/>
              <a:ext cx="24743" cy="2474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5" name="ellipse_2192">
              <a:extLst>
                <a:ext uri="{FF2B5EF4-FFF2-40B4-BE49-F238E27FC236}">
                  <a16:creationId xmlns:a16="http://schemas.microsoft.com/office/drawing/2014/main" id="{093D10E6-6AA5-F110-E451-AA1D4FC68AF3}"/>
                </a:ext>
              </a:extLst>
            </p:cNvPr>
            <p:cNvSpPr/>
            <p:nvPr/>
          </p:nvSpPr>
          <p:spPr>
            <a:xfrm>
              <a:off x="4211047" y="1622071"/>
              <a:ext cx="27475" cy="27475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6CFE8"/>
                </a:gs>
                <a:gs pos="100000">
                  <a:srgbClr val="88A9C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6" name="ellipse_2193">
              <a:extLst>
                <a:ext uri="{FF2B5EF4-FFF2-40B4-BE49-F238E27FC236}">
                  <a16:creationId xmlns:a16="http://schemas.microsoft.com/office/drawing/2014/main" id="{9A0145ED-11CB-9566-CBB0-8F12E93872F5}"/>
                </a:ext>
              </a:extLst>
            </p:cNvPr>
            <p:cNvSpPr/>
            <p:nvPr/>
          </p:nvSpPr>
          <p:spPr>
            <a:xfrm>
              <a:off x="4395435" y="1581312"/>
              <a:ext cx="29624" cy="2962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7" name="ellipse_2194">
              <a:extLst>
                <a:ext uri="{FF2B5EF4-FFF2-40B4-BE49-F238E27FC236}">
                  <a16:creationId xmlns:a16="http://schemas.microsoft.com/office/drawing/2014/main" id="{18DD055C-8BB1-ADE0-3DA3-2480A91F168C}"/>
                </a:ext>
              </a:extLst>
            </p:cNvPr>
            <p:cNvSpPr/>
            <p:nvPr/>
          </p:nvSpPr>
          <p:spPr>
            <a:xfrm>
              <a:off x="4048258" y="1480126"/>
              <a:ext cx="35829" cy="3582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8" name="ellipse_2195">
              <a:extLst>
                <a:ext uri="{FF2B5EF4-FFF2-40B4-BE49-F238E27FC236}">
                  <a16:creationId xmlns:a16="http://schemas.microsoft.com/office/drawing/2014/main" id="{5CC8139A-27F9-82CA-467C-608BCAE58535}"/>
                </a:ext>
              </a:extLst>
            </p:cNvPr>
            <p:cNvSpPr/>
            <p:nvPr/>
          </p:nvSpPr>
          <p:spPr>
            <a:xfrm>
              <a:off x="4492338" y="1548882"/>
              <a:ext cx="24345" cy="24345"/>
            </a:xfrm>
            <a:prstGeom prst="ellipse">
              <a:avLst/>
            </a:prstGeom>
            <a:gradFill flip="none" rotWithShape="1">
              <a:gsLst>
                <a:gs pos="0">
                  <a:srgbClr val="FBFCFD"/>
                </a:gs>
                <a:gs pos="43000">
                  <a:srgbClr val="EAF1F7"/>
                </a:gs>
                <a:gs pos="100000">
                  <a:srgbClr val="C5D0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9" name="ellipse_2196">
              <a:extLst>
                <a:ext uri="{FF2B5EF4-FFF2-40B4-BE49-F238E27FC236}">
                  <a16:creationId xmlns:a16="http://schemas.microsoft.com/office/drawing/2014/main" id="{5B6161FC-0F84-BE6F-173C-95F9CAEFBB21}"/>
                </a:ext>
              </a:extLst>
            </p:cNvPr>
            <p:cNvSpPr/>
            <p:nvPr/>
          </p:nvSpPr>
          <p:spPr>
            <a:xfrm>
              <a:off x="4303160" y="1607853"/>
              <a:ext cx="30281" cy="3028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4B0D9"/>
                </a:gs>
                <a:gs pos="100000">
                  <a:srgbClr val="4F85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0" name="ellipse_2197">
              <a:extLst>
                <a:ext uri="{FF2B5EF4-FFF2-40B4-BE49-F238E27FC236}">
                  <a16:creationId xmlns:a16="http://schemas.microsoft.com/office/drawing/2014/main" id="{A0DA4961-E012-8DD3-1D95-31EE488AC6C0}"/>
                </a:ext>
              </a:extLst>
            </p:cNvPr>
            <p:cNvSpPr/>
            <p:nvPr/>
          </p:nvSpPr>
          <p:spPr>
            <a:xfrm>
              <a:off x="4353888" y="1597620"/>
              <a:ext cx="20715" cy="20715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6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1" name="ellipse_2198">
              <a:extLst>
                <a:ext uri="{FF2B5EF4-FFF2-40B4-BE49-F238E27FC236}">
                  <a16:creationId xmlns:a16="http://schemas.microsoft.com/office/drawing/2014/main" id="{916DBC23-8425-B63F-7261-5E1BCD1520CB}"/>
                </a:ext>
              </a:extLst>
            </p:cNvPr>
            <p:cNvSpPr/>
            <p:nvPr/>
          </p:nvSpPr>
          <p:spPr>
            <a:xfrm>
              <a:off x="4339685" y="1653492"/>
              <a:ext cx="30582" cy="3058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4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2" name="ellipse_2199">
              <a:extLst>
                <a:ext uri="{FF2B5EF4-FFF2-40B4-BE49-F238E27FC236}">
                  <a16:creationId xmlns:a16="http://schemas.microsoft.com/office/drawing/2014/main" id="{C19E57D3-C822-45BF-E88B-53B9D7571DD2}"/>
                </a:ext>
              </a:extLst>
            </p:cNvPr>
            <p:cNvSpPr/>
            <p:nvPr/>
          </p:nvSpPr>
          <p:spPr>
            <a:xfrm>
              <a:off x="4211176" y="1555263"/>
              <a:ext cx="22426" cy="22426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3" name="ellipse_2200">
              <a:extLst>
                <a:ext uri="{FF2B5EF4-FFF2-40B4-BE49-F238E27FC236}">
                  <a16:creationId xmlns:a16="http://schemas.microsoft.com/office/drawing/2014/main" id="{8FB3E88D-BB1A-2A49-29F3-C3ECBDD4F0AE}"/>
                </a:ext>
              </a:extLst>
            </p:cNvPr>
            <p:cNvSpPr/>
            <p:nvPr/>
          </p:nvSpPr>
          <p:spPr>
            <a:xfrm>
              <a:off x="4462884" y="1435914"/>
              <a:ext cx="31220" cy="31220"/>
            </a:xfrm>
            <a:prstGeom prst="ellipse">
              <a:avLst/>
            </a:prstGeom>
            <a:gradFill flip="none" rotWithShape="1">
              <a:gsLst>
                <a:gs pos="0">
                  <a:srgbClr val="F8E6E7"/>
                </a:gs>
                <a:gs pos="43000">
                  <a:srgbClr val="DF878B"/>
                </a:gs>
                <a:gs pos="100000">
                  <a:srgbClr val="B8565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4" name="ellipse_2201">
              <a:extLst>
                <a:ext uri="{FF2B5EF4-FFF2-40B4-BE49-F238E27FC236}">
                  <a16:creationId xmlns:a16="http://schemas.microsoft.com/office/drawing/2014/main" id="{C5AF456F-11B0-664C-9F3C-75F181A11802}"/>
                </a:ext>
              </a:extLst>
            </p:cNvPr>
            <p:cNvSpPr/>
            <p:nvPr/>
          </p:nvSpPr>
          <p:spPr>
            <a:xfrm>
              <a:off x="4266414" y="1692646"/>
              <a:ext cx="20268" cy="2026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5" name="ellipse_2202">
              <a:extLst>
                <a:ext uri="{FF2B5EF4-FFF2-40B4-BE49-F238E27FC236}">
                  <a16:creationId xmlns:a16="http://schemas.microsoft.com/office/drawing/2014/main" id="{1B231F3B-0D17-D381-D49C-DB17F332DD18}"/>
                </a:ext>
              </a:extLst>
            </p:cNvPr>
            <p:cNvSpPr/>
            <p:nvPr/>
          </p:nvSpPr>
          <p:spPr>
            <a:xfrm>
              <a:off x="4483555" y="1615434"/>
              <a:ext cx="25340" cy="2534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6" name="ellipse_2203">
              <a:extLst>
                <a:ext uri="{FF2B5EF4-FFF2-40B4-BE49-F238E27FC236}">
                  <a16:creationId xmlns:a16="http://schemas.microsoft.com/office/drawing/2014/main" id="{29664548-5D33-AAA0-4C00-DF8968D90B4B}"/>
                </a:ext>
              </a:extLst>
            </p:cNvPr>
            <p:cNvSpPr/>
            <p:nvPr/>
          </p:nvSpPr>
          <p:spPr>
            <a:xfrm>
              <a:off x="4529828" y="1504880"/>
              <a:ext cx="34733" cy="3473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1F3"/>
                </a:gs>
                <a:gs pos="100000">
                  <a:srgbClr val="D3D0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7" name="ellipse_2204">
              <a:extLst>
                <a:ext uri="{FF2B5EF4-FFF2-40B4-BE49-F238E27FC236}">
                  <a16:creationId xmlns:a16="http://schemas.microsoft.com/office/drawing/2014/main" id="{44973C32-FDDD-BF8B-C0C7-3B0CD2FFF6A1}"/>
                </a:ext>
              </a:extLst>
            </p:cNvPr>
            <p:cNvSpPr/>
            <p:nvPr/>
          </p:nvSpPr>
          <p:spPr>
            <a:xfrm>
              <a:off x="4259420" y="1662443"/>
              <a:ext cx="32679" cy="3267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8" name="ellipse_2205">
              <a:extLst>
                <a:ext uri="{FF2B5EF4-FFF2-40B4-BE49-F238E27FC236}">
                  <a16:creationId xmlns:a16="http://schemas.microsoft.com/office/drawing/2014/main" id="{06DE724D-3730-2454-33C2-5B4C46451AF2}"/>
                </a:ext>
              </a:extLst>
            </p:cNvPr>
            <p:cNvSpPr/>
            <p:nvPr/>
          </p:nvSpPr>
          <p:spPr>
            <a:xfrm>
              <a:off x="4164350" y="1623047"/>
              <a:ext cx="36365" cy="36365"/>
            </a:xfrm>
            <a:prstGeom prst="ellipse">
              <a:avLst/>
            </a:prstGeom>
            <a:gradFill flip="none" rotWithShape="1">
              <a:gsLst>
                <a:gs pos="0">
                  <a:srgbClr val="F0F6FA"/>
                </a:gs>
                <a:gs pos="43000">
                  <a:srgbClr val="B9D2E9"/>
                </a:gs>
                <a:gs pos="100000">
                  <a:srgbClr val="8CACC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9" name="ellipse_2206">
              <a:extLst>
                <a:ext uri="{FF2B5EF4-FFF2-40B4-BE49-F238E27FC236}">
                  <a16:creationId xmlns:a16="http://schemas.microsoft.com/office/drawing/2014/main" id="{CFCBC54A-C11E-268A-9173-DBFD610DEFFD}"/>
                </a:ext>
              </a:extLst>
            </p:cNvPr>
            <p:cNvSpPr/>
            <p:nvPr/>
          </p:nvSpPr>
          <p:spPr>
            <a:xfrm>
              <a:off x="4174720" y="1571707"/>
              <a:ext cx="20339" cy="20339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0" name="ellipse_2207">
              <a:extLst>
                <a:ext uri="{FF2B5EF4-FFF2-40B4-BE49-F238E27FC236}">
                  <a16:creationId xmlns:a16="http://schemas.microsoft.com/office/drawing/2014/main" id="{DDF5B957-3674-63C9-2AF4-FB333720CD9C}"/>
                </a:ext>
              </a:extLst>
            </p:cNvPr>
            <p:cNvSpPr/>
            <p:nvPr/>
          </p:nvSpPr>
          <p:spPr>
            <a:xfrm>
              <a:off x="4442759" y="1467880"/>
              <a:ext cx="28267" cy="28267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1" name="ellipse_2208">
              <a:extLst>
                <a:ext uri="{FF2B5EF4-FFF2-40B4-BE49-F238E27FC236}">
                  <a16:creationId xmlns:a16="http://schemas.microsoft.com/office/drawing/2014/main" id="{AC6A2CFD-C898-20A5-D310-626F0DDD711B}"/>
                </a:ext>
              </a:extLst>
            </p:cNvPr>
            <p:cNvSpPr/>
            <p:nvPr/>
          </p:nvSpPr>
          <p:spPr>
            <a:xfrm>
              <a:off x="4216943" y="1625920"/>
              <a:ext cx="35489" cy="35489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2" name="ellipse_2209">
              <a:extLst>
                <a:ext uri="{FF2B5EF4-FFF2-40B4-BE49-F238E27FC236}">
                  <a16:creationId xmlns:a16="http://schemas.microsoft.com/office/drawing/2014/main" id="{3F52F3CC-E37E-6053-566B-1A97F0EAA024}"/>
                </a:ext>
              </a:extLst>
            </p:cNvPr>
            <p:cNvSpPr/>
            <p:nvPr/>
          </p:nvSpPr>
          <p:spPr>
            <a:xfrm>
              <a:off x="4372327" y="1669257"/>
              <a:ext cx="36395" cy="36395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3" name="ellipse_2210">
              <a:extLst>
                <a:ext uri="{FF2B5EF4-FFF2-40B4-BE49-F238E27FC236}">
                  <a16:creationId xmlns:a16="http://schemas.microsoft.com/office/drawing/2014/main" id="{2D1B9971-65C9-64CA-7ED2-FE0F93CB5055}"/>
                </a:ext>
              </a:extLst>
            </p:cNvPr>
            <p:cNvSpPr/>
            <p:nvPr/>
          </p:nvSpPr>
          <p:spPr>
            <a:xfrm>
              <a:off x="4169640" y="1618732"/>
              <a:ext cx="34055" cy="34055"/>
            </a:xfrm>
            <a:prstGeom prst="ellipse">
              <a:avLst/>
            </a:prstGeom>
            <a:gradFill flip="none" rotWithShape="1">
              <a:gsLst>
                <a:gs pos="0">
                  <a:srgbClr val="F2F7FB"/>
                </a:gs>
                <a:gs pos="43000">
                  <a:srgbClr val="C3D7EC"/>
                </a:gs>
                <a:gs pos="100000">
                  <a:srgbClr val="97B3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4" name="ellipse_2211">
              <a:extLst>
                <a:ext uri="{FF2B5EF4-FFF2-40B4-BE49-F238E27FC236}">
                  <a16:creationId xmlns:a16="http://schemas.microsoft.com/office/drawing/2014/main" id="{EEEFA362-EBAA-A495-DB83-240E0BEFA041}"/>
                </a:ext>
              </a:extLst>
            </p:cNvPr>
            <p:cNvSpPr/>
            <p:nvPr/>
          </p:nvSpPr>
          <p:spPr>
            <a:xfrm>
              <a:off x="4313792" y="1396283"/>
              <a:ext cx="29270" cy="2927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5" name="ellipse_2212">
              <a:extLst>
                <a:ext uri="{FF2B5EF4-FFF2-40B4-BE49-F238E27FC236}">
                  <a16:creationId xmlns:a16="http://schemas.microsoft.com/office/drawing/2014/main" id="{1553B031-2533-0EF3-B11E-A3A298DD2527}"/>
                </a:ext>
              </a:extLst>
            </p:cNvPr>
            <p:cNvSpPr/>
            <p:nvPr/>
          </p:nvSpPr>
          <p:spPr>
            <a:xfrm>
              <a:off x="4179309" y="1432837"/>
              <a:ext cx="30914" cy="3091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6" name="ellipse_2213">
              <a:extLst>
                <a:ext uri="{FF2B5EF4-FFF2-40B4-BE49-F238E27FC236}">
                  <a16:creationId xmlns:a16="http://schemas.microsoft.com/office/drawing/2014/main" id="{C0F9C2B7-008A-7843-CE1C-9E9BAEF7F34B}"/>
                </a:ext>
              </a:extLst>
            </p:cNvPr>
            <p:cNvSpPr/>
            <p:nvPr/>
          </p:nvSpPr>
          <p:spPr>
            <a:xfrm>
              <a:off x="4119488" y="1533108"/>
              <a:ext cx="29184" cy="291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7" name="ellipse_2214">
              <a:extLst>
                <a:ext uri="{FF2B5EF4-FFF2-40B4-BE49-F238E27FC236}">
                  <a16:creationId xmlns:a16="http://schemas.microsoft.com/office/drawing/2014/main" id="{63FB8A4A-CCEC-018E-F048-FF786CAE8F5F}"/>
                </a:ext>
              </a:extLst>
            </p:cNvPr>
            <p:cNvSpPr/>
            <p:nvPr/>
          </p:nvSpPr>
          <p:spPr>
            <a:xfrm>
              <a:off x="4374279" y="1463343"/>
              <a:ext cx="31808" cy="3180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49A9F"/>
                </a:gs>
                <a:gs pos="100000">
                  <a:srgbClr val="BD6C7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8" name="ellipse_2215">
              <a:extLst>
                <a:ext uri="{FF2B5EF4-FFF2-40B4-BE49-F238E27FC236}">
                  <a16:creationId xmlns:a16="http://schemas.microsoft.com/office/drawing/2014/main" id="{8677DA1D-78C0-1225-6703-6001EB9854F6}"/>
                </a:ext>
              </a:extLst>
            </p:cNvPr>
            <p:cNvSpPr/>
            <p:nvPr/>
          </p:nvSpPr>
          <p:spPr>
            <a:xfrm>
              <a:off x="4554980" y="1612685"/>
              <a:ext cx="33803" cy="33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9" name="ellipse_2216">
              <a:extLst>
                <a:ext uri="{FF2B5EF4-FFF2-40B4-BE49-F238E27FC236}">
                  <a16:creationId xmlns:a16="http://schemas.microsoft.com/office/drawing/2014/main" id="{EA6717CB-0E34-8D0F-0DDC-B24FC59B912D}"/>
                </a:ext>
              </a:extLst>
            </p:cNvPr>
            <p:cNvSpPr/>
            <p:nvPr/>
          </p:nvSpPr>
          <p:spPr>
            <a:xfrm>
              <a:off x="4259972" y="1386621"/>
              <a:ext cx="36239" cy="3623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0" name="ellipse_2217">
              <a:extLst>
                <a:ext uri="{FF2B5EF4-FFF2-40B4-BE49-F238E27FC236}">
                  <a16:creationId xmlns:a16="http://schemas.microsoft.com/office/drawing/2014/main" id="{3C6AA9F5-99B5-8881-4B36-BA7C0B634BB4}"/>
                </a:ext>
              </a:extLst>
            </p:cNvPr>
            <p:cNvSpPr/>
            <p:nvPr/>
          </p:nvSpPr>
          <p:spPr>
            <a:xfrm>
              <a:off x="4388705" y="1575308"/>
              <a:ext cx="32684" cy="326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4E2"/>
                </a:gs>
                <a:gs pos="100000">
                  <a:srgbClr val="749C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1" name="ellipse_2218">
              <a:extLst>
                <a:ext uri="{FF2B5EF4-FFF2-40B4-BE49-F238E27FC236}">
                  <a16:creationId xmlns:a16="http://schemas.microsoft.com/office/drawing/2014/main" id="{A8D61B11-A05C-902D-366B-0152463D89F1}"/>
                </a:ext>
              </a:extLst>
            </p:cNvPr>
            <p:cNvSpPr/>
            <p:nvPr/>
          </p:nvSpPr>
          <p:spPr>
            <a:xfrm>
              <a:off x="4479568" y="1395923"/>
              <a:ext cx="34044" cy="34044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2" name="ellipse_2219">
              <a:extLst>
                <a:ext uri="{FF2B5EF4-FFF2-40B4-BE49-F238E27FC236}">
                  <a16:creationId xmlns:a16="http://schemas.microsoft.com/office/drawing/2014/main" id="{98373FAE-A0E6-ED00-FE82-60C5A290D38A}"/>
                </a:ext>
              </a:extLst>
            </p:cNvPr>
            <p:cNvSpPr/>
            <p:nvPr/>
          </p:nvSpPr>
          <p:spPr>
            <a:xfrm>
              <a:off x="4284660" y="1602255"/>
              <a:ext cx="21197" cy="21197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ADE"/>
                </a:gs>
                <a:gs pos="100000">
                  <a:srgbClr val="61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3" name="ellipse_2220">
              <a:extLst>
                <a:ext uri="{FF2B5EF4-FFF2-40B4-BE49-F238E27FC236}">
                  <a16:creationId xmlns:a16="http://schemas.microsoft.com/office/drawing/2014/main" id="{47053A4A-0686-F8A2-C02A-81B821290D1C}"/>
                </a:ext>
              </a:extLst>
            </p:cNvPr>
            <p:cNvSpPr/>
            <p:nvPr/>
          </p:nvSpPr>
          <p:spPr>
            <a:xfrm>
              <a:off x="4165774" y="1531813"/>
              <a:ext cx="25912" cy="25912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B0CCE6"/>
                </a:gs>
                <a:gs pos="100000">
                  <a:srgbClr val="82A5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4" name="ellipse_2221">
              <a:extLst>
                <a:ext uri="{FF2B5EF4-FFF2-40B4-BE49-F238E27FC236}">
                  <a16:creationId xmlns:a16="http://schemas.microsoft.com/office/drawing/2014/main" id="{84ABBA91-7890-B5FD-9EFC-4B56985B9971}"/>
                </a:ext>
              </a:extLst>
            </p:cNvPr>
            <p:cNvSpPr/>
            <p:nvPr/>
          </p:nvSpPr>
          <p:spPr>
            <a:xfrm>
              <a:off x="4496640" y="1596997"/>
              <a:ext cx="32682" cy="32682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5" name="ellipse_2222">
              <a:extLst>
                <a:ext uri="{FF2B5EF4-FFF2-40B4-BE49-F238E27FC236}">
                  <a16:creationId xmlns:a16="http://schemas.microsoft.com/office/drawing/2014/main" id="{21832E51-9E5F-92DE-DAC8-CD53B84A55CD}"/>
                </a:ext>
              </a:extLst>
            </p:cNvPr>
            <p:cNvSpPr/>
            <p:nvPr/>
          </p:nvSpPr>
          <p:spPr>
            <a:xfrm>
              <a:off x="4080569" y="1562154"/>
              <a:ext cx="29306" cy="29306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2C3E2"/>
                </a:gs>
                <a:gs pos="100000">
                  <a:srgbClr val="729B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6" name="ellipse_2223">
              <a:extLst>
                <a:ext uri="{FF2B5EF4-FFF2-40B4-BE49-F238E27FC236}">
                  <a16:creationId xmlns:a16="http://schemas.microsoft.com/office/drawing/2014/main" id="{279931E7-BDA8-0938-0C09-93B0843FB81F}"/>
                </a:ext>
              </a:extLst>
            </p:cNvPr>
            <p:cNvSpPr/>
            <p:nvPr/>
          </p:nvSpPr>
          <p:spPr>
            <a:xfrm>
              <a:off x="4109818" y="1517906"/>
              <a:ext cx="20219" cy="2021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9B3DA"/>
                </a:gs>
                <a:gs pos="100000">
                  <a:srgbClr val="5588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7" name="ellipse_2224">
              <a:extLst>
                <a:ext uri="{FF2B5EF4-FFF2-40B4-BE49-F238E27FC236}">
                  <a16:creationId xmlns:a16="http://schemas.microsoft.com/office/drawing/2014/main" id="{3E46A9EE-C8E8-B173-C3AF-5DEBFE1F3FD2}"/>
                </a:ext>
              </a:extLst>
            </p:cNvPr>
            <p:cNvSpPr/>
            <p:nvPr/>
          </p:nvSpPr>
          <p:spPr>
            <a:xfrm>
              <a:off x="4485896" y="1407592"/>
              <a:ext cx="26944" cy="26944"/>
            </a:xfrm>
            <a:prstGeom prst="ellipse">
              <a:avLst/>
            </a:prstGeom>
            <a:gradFill flip="none" rotWithShape="1">
              <a:gsLst>
                <a:gs pos="0">
                  <a:srgbClr val="FDFDFE"/>
                </a:gs>
                <a:gs pos="43000">
                  <a:srgbClr val="F7F6F8"/>
                </a:gs>
                <a:gs pos="100000">
                  <a:srgbClr val="D4D5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8" name="ellipse_2225">
              <a:extLst>
                <a:ext uri="{FF2B5EF4-FFF2-40B4-BE49-F238E27FC236}">
                  <a16:creationId xmlns:a16="http://schemas.microsoft.com/office/drawing/2014/main" id="{24352E1A-34D8-2B52-E4C0-198A50D3C837}"/>
                </a:ext>
              </a:extLst>
            </p:cNvPr>
            <p:cNvSpPr/>
            <p:nvPr/>
          </p:nvSpPr>
          <p:spPr>
            <a:xfrm>
              <a:off x="4195814" y="1538945"/>
              <a:ext cx="28500" cy="28500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AD2E9"/>
                </a:gs>
                <a:gs pos="100000">
                  <a:srgbClr val="8DACC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9" name="ellipse_2226">
              <a:extLst>
                <a:ext uri="{FF2B5EF4-FFF2-40B4-BE49-F238E27FC236}">
                  <a16:creationId xmlns:a16="http://schemas.microsoft.com/office/drawing/2014/main" id="{E5D48CD9-2230-5EB5-B610-D47A04327C9E}"/>
                </a:ext>
              </a:extLst>
            </p:cNvPr>
            <p:cNvSpPr/>
            <p:nvPr/>
          </p:nvSpPr>
          <p:spPr>
            <a:xfrm>
              <a:off x="4140216" y="1445463"/>
              <a:ext cx="30909" cy="3090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0" name="ellipse_2227">
              <a:extLst>
                <a:ext uri="{FF2B5EF4-FFF2-40B4-BE49-F238E27FC236}">
                  <a16:creationId xmlns:a16="http://schemas.microsoft.com/office/drawing/2014/main" id="{3EF779CB-D095-7406-8F2F-74892CADA272}"/>
                </a:ext>
              </a:extLst>
            </p:cNvPr>
            <p:cNvSpPr/>
            <p:nvPr/>
          </p:nvSpPr>
          <p:spPr>
            <a:xfrm>
              <a:off x="4218177" y="1435070"/>
              <a:ext cx="24835" cy="2483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1" name="ellipse_2228">
              <a:extLst>
                <a:ext uri="{FF2B5EF4-FFF2-40B4-BE49-F238E27FC236}">
                  <a16:creationId xmlns:a16="http://schemas.microsoft.com/office/drawing/2014/main" id="{4D3CAC82-F853-5C4A-D9F5-0C2E5CA0749B}"/>
                </a:ext>
              </a:extLst>
            </p:cNvPr>
            <p:cNvSpPr/>
            <p:nvPr/>
          </p:nvSpPr>
          <p:spPr>
            <a:xfrm>
              <a:off x="4396992" y="1424174"/>
              <a:ext cx="31572" cy="31572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1"/>
                </a:gs>
                <a:gs pos="100000">
                  <a:srgbClr val="C6959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2" name="ellipse_2229">
              <a:extLst>
                <a:ext uri="{FF2B5EF4-FFF2-40B4-BE49-F238E27FC236}">
                  <a16:creationId xmlns:a16="http://schemas.microsoft.com/office/drawing/2014/main" id="{B506E05B-DC28-FB4A-D484-317B3A7CB57C}"/>
                </a:ext>
              </a:extLst>
            </p:cNvPr>
            <p:cNvSpPr/>
            <p:nvPr/>
          </p:nvSpPr>
          <p:spPr>
            <a:xfrm>
              <a:off x="4450606" y="1519243"/>
              <a:ext cx="22570" cy="22570"/>
            </a:xfrm>
            <a:prstGeom prst="ellipse">
              <a:avLst/>
            </a:prstGeom>
            <a:gradFill flip="none" rotWithShape="1">
              <a:gsLst>
                <a:gs pos="0">
                  <a:srgbClr val="F9E6E7"/>
                </a:gs>
                <a:gs pos="43000">
                  <a:srgbClr val="E0898E"/>
                </a:gs>
                <a:gs pos="100000">
                  <a:srgbClr val="B9586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3" name="ellipse_2230">
              <a:extLst>
                <a:ext uri="{FF2B5EF4-FFF2-40B4-BE49-F238E27FC236}">
                  <a16:creationId xmlns:a16="http://schemas.microsoft.com/office/drawing/2014/main" id="{EB20075A-8AD8-A1C3-4877-86E04812BC75}"/>
                </a:ext>
              </a:extLst>
            </p:cNvPr>
            <p:cNvSpPr/>
            <p:nvPr/>
          </p:nvSpPr>
          <p:spPr>
            <a:xfrm>
              <a:off x="4493511" y="1391803"/>
              <a:ext cx="30887" cy="30887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4" name="ellipse_2231">
              <a:extLst>
                <a:ext uri="{FF2B5EF4-FFF2-40B4-BE49-F238E27FC236}">
                  <a16:creationId xmlns:a16="http://schemas.microsoft.com/office/drawing/2014/main" id="{4D309287-A947-CBEB-193B-F66350B13CCF}"/>
                </a:ext>
              </a:extLst>
            </p:cNvPr>
            <p:cNvSpPr/>
            <p:nvPr/>
          </p:nvSpPr>
          <p:spPr>
            <a:xfrm>
              <a:off x="4365893" y="1649463"/>
              <a:ext cx="23524" cy="2352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5" name="ellipse_2232">
              <a:extLst>
                <a:ext uri="{FF2B5EF4-FFF2-40B4-BE49-F238E27FC236}">
                  <a16:creationId xmlns:a16="http://schemas.microsoft.com/office/drawing/2014/main" id="{C7004E38-E65B-1FF3-C9DA-B9F1D8134E06}"/>
                </a:ext>
              </a:extLst>
            </p:cNvPr>
            <p:cNvSpPr/>
            <p:nvPr/>
          </p:nvSpPr>
          <p:spPr>
            <a:xfrm>
              <a:off x="4343626" y="1628381"/>
              <a:ext cx="24226" cy="2422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6" name="ellipse_2233">
              <a:extLst>
                <a:ext uri="{FF2B5EF4-FFF2-40B4-BE49-F238E27FC236}">
                  <a16:creationId xmlns:a16="http://schemas.microsoft.com/office/drawing/2014/main" id="{B80EC19B-3113-671C-BC50-EF6C73D0115C}"/>
                </a:ext>
              </a:extLst>
            </p:cNvPr>
            <p:cNvSpPr/>
            <p:nvPr/>
          </p:nvSpPr>
          <p:spPr>
            <a:xfrm>
              <a:off x="4369163" y="1423006"/>
              <a:ext cx="20129" cy="2012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7" name="ellipse_2234">
              <a:extLst>
                <a:ext uri="{FF2B5EF4-FFF2-40B4-BE49-F238E27FC236}">
                  <a16:creationId xmlns:a16="http://schemas.microsoft.com/office/drawing/2014/main" id="{1A72FD43-D587-E27C-14DC-B16661879BBC}"/>
                </a:ext>
              </a:extLst>
            </p:cNvPr>
            <p:cNvSpPr/>
            <p:nvPr/>
          </p:nvSpPr>
          <p:spPr>
            <a:xfrm>
              <a:off x="4319544" y="1450468"/>
              <a:ext cx="22903" cy="22903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8" name="ellipse_2235">
              <a:extLst>
                <a:ext uri="{FF2B5EF4-FFF2-40B4-BE49-F238E27FC236}">
                  <a16:creationId xmlns:a16="http://schemas.microsoft.com/office/drawing/2014/main" id="{3E6C1AE9-91E1-4CE5-4B6A-E47EF04AFA52}"/>
                </a:ext>
              </a:extLst>
            </p:cNvPr>
            <p:cNvSpPr/>
            <p:nvPr/>
          </p:nvSpPr>
          <p:spPr>
            <a:xfrm>
              <a:off x="4341136" y="1630187"/>
              <a:ext cx="33821" cy="33821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9" name="ellipse_2236">
              <a:extLst>
                <a:ext uri="{FF2B5EF4-FFF2-40B4-BE49-F238E27FC236}">
                  <a16:creationId xmlns:a16="http://schemas.microsoft.com/office/drawing/2014/main" id="{EB9D2C39-474F-6C68-6555-F50089E5B0C9}"/>
                </a:ext>
              </a:extLst>
            </p:cNvPr>
            <p:cNvSpPr/>
            <p:nvPr/>
          </p:nvSpPr>
          <p:spPr>
            <a:xfrm>
              <a:off x="4161225" y="1530942"/>
              <a:ext cx="25121" cy="25121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DCAE5"/>
                </a:gs>
                <a:gs pos="100000">
                  <a:srgbClr val="7EA3C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0" name="ellipse_2237">
              <a:extLst>
                <a:ext uri="{FF2B5EF4-FFF2-40B4-BE49-F238E27FC236}">
                  <a16:creationId xmlns:a16="http://schemas.microsoft.com/office/drawing/2014/main" id="{DB980468-3491-11A5-DE34-ED12AFAEE91B}"/>
                </a:ext>
              </a:extLst>
            </p:cNvPr>
            <p:cNvSpPr/>
            <p:nvPr/>
          </p:nvSpPr>
          <p:spPr>
            <a:xfrm>
              <a:off x="4203426" y="1536802"/>
              <a:ext cx="26566" cy="26566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DE7"/>
                </a:gs>
                <a:gs pos="100000">
                  <a:srgbClr val="85A7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1" name="ellipse_2238">
              <a:extLst>
                <a:ext uri="{FF2B5EF4-FFF2-40B4-BE49-F238E27FC236}">
                  <a16:creationId xmlns:a16="http://schemas.microsoft.com/office/drawing/2014/main" id="{8E17EA45-1136-FEAC-C65F-0E6508CB01F3}"/>
                </a:ext>
              </a:extLst>
            </p:cNvPr>
            <p:cNvSpPr/>
            <p:nvPr/>
          </p:nvSpPr>
          <p:spPr>
            <a:xfrm>
              <a:off x="4482696" y="1603333"/>
              <a:ext cx="28320" cy="28320"/>
            </a:xfrm>
            <a:prstGeom prst="ellipse">
              <a:avLst/>
            </a:prstGeom>
            <a:gradFill flip="none" rotWithShape="1">
              <a:gsLst>
                <a:gs pos="0">
                  <a:srgbClr val="E6EEF7"/>
                </a:gs>
                <a:gs pos="43000">
                  <a:srgbClr val="85B0D9"/>
                </a:gs>
                <a:gs pos="100000">
                  <a:srgbClr val="5085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2" name="ellipse_2239">
              <a:extLst>
                <a:ext uri="{FF2B5EF4-FFF2-40B4-BE49-F238E27FC236}">
                  <a16:creationId xmlns:a16="http://schemas.microsoft.com/office/drawing/2014/main" id="{3F298802-FC4A-60AC-8577-0284DFFFD6F3}"/>
                </a:ext>
              </a:extLst>
            </p:cNvPr>
            <p:cNvSpPr/>
            <p:nvPr/>
          </p:nvSpPr>
          <p:spPr>
            <a:xfrm>
              <a:off x="4197066" y="1522229"/>
              <a:ext cx="22601" cy="22601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0"/>
                </a:gs>
                <a:gs pos="100000">
                  <a:srgbClr val="6C97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3" name="ellipse_2240">
              <a:extLst>
                <a:ext uri="{FF2B5EF4-FFF2-40B4-BE49-F238E27FC236}">
                  <a16:creationId xmlns:a16="http://schemas.microsoft.com/office/drawing/2014/main" id="{918AFC04-A779-96A4-64A7-5788FA94E0D6}"/>
                </a:ext>
              </a:extLst>
            </p:cNvPr>
            <p:cNvSpPr/>
            <p:nvPr/>
          </p:nvSpPr>
          <p:spPr>
            <a:xfrm>
              <a:off x="4144638" y="1578773"/>
              <a:ext cx="26817" cy="26817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4ECF6"/>
                </a:gs>
                <a:gs pos="100000">
                  <a:srgbClr val="BDCBD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4" name="ellipse_2241">
              <a:extLst>
                <a:ext uri="{FF2B5EF4-FFF2-40B4-BE49-F238E27FC236}">
                  <a16:creationId xmlns:a16="http://schemas.microsoft.com/office/drawing/2014/main" id="{0477F0B2-C26F-BF20-ED5F-4626A7B91A43}"/>
                </a:ext>
              </a:extLst>
            </p:cNvPr>
            <p:cNvSpPr/>
            <p:nvPr/>
          </p:nvSpPr>
          <p:spPr>
            <a:xfrm>
              <a:off x="4441221" y="1606601"/>
              <a:ext cx="26804" cy="2680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5" name="ellipse_2242">
              <a:extLst>
                <a:ext uri="{FF2B5EF4-FFF2-40B4-BE49-F238E27FC236}">
                  <a16:creationId xmlns:a16="http://schemas.microsoft.com/office/drawing/2014/main" id="{F1FC3FD9-B686-6342-26C3-352AFF4B8C55}"/>
                </a:ext>
              </a:extLst>
            </p:cNvPr>
            <p:cNvSpPr/>
            <p:nvPr/>
          </p:nvSpPr>
          <p:spPr>
            <a:xfrm>
              <a:off x="4334837" y="1431903"/>
              <a:ext cx="27902" cy="2790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5E4F1"/>
                </a:gs>
                <a:gs pos="100000">
                  <a:srgbClr val="ADC1D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6" name="ellipse_2243">
              <a:extLst>
                <a:ext uri="{FF2B5EF4-FFF2-40B4-BE49-F238E27FC236}">
                  <a16:creationId xmlns:a16="http://schemas.microsoft.com/office/drawing/2014/main" id="{AA378CEF-E3C5-18D9-28F8-158260A0061D}"/>
                </a:ext>
              </a:extLst>
            </p:cNvPr>
            <p:cNvSpPr/>
            <p:nvPr/>
          </p:nvSpPr>
          <p:spPr>
            <a:xfrm>
              <a:off x="4400306" y="1450110"/>
              <a:ext cx="32534" cy="32534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7" name="ellipse_2244">
              <a:extLst>
                <a:ext uri="{FF2B5EF4-FFF2-40B4-BE49-F238E27FC236}">
                  <a16:creationId xmlns:a16="http://schemas.microsoft.com/office/drawing/2014/main" id="{7B50744A-6D9A-043F-D7E7-0F7288434828}"/>
                </a:ext>
              </a:extLst>
            </p:cNvPr>
            <p:cNvSpPr/>
            <p:nvPr/>
          </p:nvSpPr>
          <p:spPr>
            <a:xfrm>
              <a:off x="4216796" y="1447370"/>
              <a:ext cx="23756" cy="2375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8" name="ellipse_2245">
              <a:extLst>
                <a:ext uri="{FF2B5EF4-FFF2-40B4-BE49-F238E27FC236}">
                  <a16:creationId xmlns:a16="http://schemas.microsoft.com/office/drawing/2014/main" id="{17A394B8-5DE3-F3D9-2F7F-57C5BC529DBE}"/>
                </a:ext>
              </a:extLst>
            </p:cNvPr>
            <p:cNvSpPr/>
            <p:nvPr/>
          </p:nvSpPr>
          <p:spPr>
            <a:xfrm>
              <a:off x="4370480" y="1659527"/>
              <a:ext cx="19803" cy="19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9" name="ellipse_2246">
              <a:extLst>
                <a:ext uri="{FF2B5EF4-FFF2-40B4-BE49-F238E27FC236}">
                  <a16:creationId xmlns:a16="http://schemas.microsoft.com/office/drawing/2014/main" id="{43B68530-5A46-B707-8B34-D5A65C2CD3DD}"/>
                </a:ext>
              </a:extLst>
            </p:cNvPr>
            <p:cNvSpPr/>
            <p:nvPr/>
          </p:nvSpPr>
          <p:spPr>
            <a:xfrm>
              <a:off x="4529718" y="1436043"/>
              <a:ext cx="27552" cy="27552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3F6"/>
                </a:gs>
                <a:gs pos="100000">
                  <a:srgbClr val="D3D2D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0" name="ellipse_2247">
              <a:extLst>
                <a:ext uri="{FF2B5EF4-FFF2-40B4-BE49-F238E27FC236}">
                  <a16:creationId xmlns:a16="http://schemas.microsoft.com/office/drawing/2014/main" id="{466DB010-E058-126C-3239-E32516346232}"/>
                </a:ext>
              </a:extLst>
            </p:cNvPr>
            <p:cNvSpPr/>
            <p:nvPr/>
          </p:nvSpPr>
          <p:spPr>
            <a:xfrm>
              <a:off x="4155808" y="1608147"/>
              <a:ext cx="21024" cy="21024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1" name="ellipse_2248">
              <a:extLst>
                <a:ext uri="{FF2B5EF4-FFF2-40B4-BE49-F238E27FC236}">
                  <a16:creationId xmlns:a16="http://schemas.microsoft.com/office/drawing/2014/main" id="{0DAA6709-BEA1-9625-CF63-12B0C7BA4688}"/>
                </a:ext>
              </a:extLst>
            </p:cNvPr>
            <p:cNvSpPr/>
            <p:nvPr/>
          </p:nvSpPr>
          <p:spPr>
            <a:xfrm>
              <a:off x="4430114" y="1433963"/>
              <a:ext cx="19388" cy="1938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3999D"/>
                </a:gs>
                <a:gs pos="100000">
                  <a:srgbClr val="BD6A7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2" name="ellipse_2249">
              <a:extLst>
                <a:ext uri="{FF2B5EF4-FFF2-40B4-BE49-F238E27FC236}">
                  <a16:creationId xmlns:a16="http://schemas.microsoft.com/office/drawing/2014/main" id="{3D91868B-F433-B949-10BC-17C562F275F3}"/>
                </a:ext>
              </a:extLst>
            </p:cNvPr>
            <p:cNvSpPr/>
            <p:nvPr/>
          </p:nvSpPr>
          <p:spPr>
            <a:xfrm>
              <a:off x="4348582" y="1617385"/>
              <a:ext cx="30384" cy="3038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3" name="ellipse_2250">
              <a:extLst>
                <a:ext uri="{FF2B5EF4-FFF2-40B4-BE49-F238E27FC236}">
                  <a16:creationId xmlns:a16="http://schemas.microsoft.com/office/drawing/2014/main" id="{D06AA5D7-CA78-95E8-883A-66655566DC5E}"/>
                </a:ext>
              </a:extLst>
            </p:cNvPr>
            <p:cNvSpPr/>
            <p:nvPr/>
          </p:nvSpPr>
          <p:spPr>
            <a:xfrm>
              <a:off x="4463319" y="1574688"/>
              <a:ext cx="25872" cy="25872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4" name="ellipse_2251">
              <a:extLst>
                <a:ext uri="{FF2B5EF4-FFF2-40B4-BE49-F238E27FC236}">
                  <a16:creationId xmlns:a16="http://schemas.microsoft.com/office/drawing/2014/main" id="{D036FC62-92CC-B774-21CA-93CDC5A1E207}"/>
                </a:ext>
              </a:extLst>
            </p:cNvPr>
            <p:cNvSpPr/>
            <p:nvPr/>
          </p:nvSpPr>
          <p:spPr>
            <a:xfrm>
              <a:off x="4531596" y="1568921"/>
              <a:ext cx="28919" cy="28919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895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5" name="ellipse_2252">
              <a:extLst>
                <a:ext uri="{FF2B5EF4-FFF2-40B4-BE49-F238E27FC236}">
                  <a16:creationId xmlns:a16="http://schemas.microsoft.com/office/drawing/2014/main" id="{054F3B6E-FFCA-9294-A608-ECC45732754F}"/>
                </a:ext>
              </a:extLst>
            </p:cNvPr>
            <p:cNvSpPr/>
            <p:nvPr/>
          </p:nvSpPr>
          <p:spPr>
            <a:xfrm>
              <a:off x="4374229" y="1660093"/>
              <a:ext cx="34954" cy="3495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6" name="ellipse_2253">
              <a:extLst>
                <a:ext uri="{FF2B5EF4-FFF2-40B4-BE49-F238E27FC236}">
                  <a16:creationId xmlns:a16="http://schemas.microsoft.com/office/drawing/2014/main" id="{3C33DCDD-97D8-0CF9-45D3-FB38CCC98243}"/>
                </a:ext>
              </a:extLst>
            </p:cNvPr>
            <p:cNvSpPr/>
            <p:nvPr/>
          </p:nvSpPr>
          <p:spPr>
            <a:xfrm>
              <a:off x="4263352" y="1508604"/>
              <a:ext cx="27274" cy="27274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8DD"/>
                </a:gs>
                <a:gs pos="100000">
                  <a:srgbClr val="608F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7" name="ellipse_2254">
              <a:extLst>
                <a:ext uri="{FF2B5EF4-FFF2-40B4-BE49-F238E27FC236}">
                  <a16:creationId xmlns:a16="http://schemas.microsoft.com/office/drawing/2014/main" id="{45440191-CB8E-0282-F392-BF49B80D002C}"/>
                </a:ext>
              </a:extLst>
            </p:cNvPr>
            <p:cNvSpPr/>
            <p:nvPr/>
          </p:nvSpPr>
          <p:spPr>
            <a:xfrm>
              <a:off x="4379064" y="1465078"/>
              <a:ext cx="29615" cy="29615"/>
            </a:xfrm>
            <a:prstGeom prst="ellipse">
              <a:avLst/>
            </a:prstGeom>
            <a:gradFill flip="none" rotWithShape="1">
              <a:gsLst>
                <a:gs pos="0">
                  <a:srgbClr val="F9E8E9"/>
                </a:gs>
                <a:gs pos="43000">
                  <a:srgbClr val="E19296"/>
                </a:gs>
                <a:gs pos="100000">
                  <a:srgbClr val="BB626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8" name="ellipse_2255">
              <a:extLst>
                <a:ext uri="{FF2B5EF4-FFF2-40B4-BE49-F238E27FC236}">
                  <a16:creationId xmlns:a16="http://schemas.microsoft.com/office/drawing/2014/main" id="{ED46A7AD-7F70-4753-E76D-02E312665A17}"/>
                </a:ext>
              </a:extLst>
            </p:cNvPr>
            <p:cNvSpPr/>
            <p:nvPr/>
          </p:nvSpPr>
          <p:spPr>
            <a:xfrm>
              <a:off x="4333679" y="1393440"/>
              <a:ext cx="26335" cy="26335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9" name="ellipse_2256">
              <a:extLst>
                <a:ext uri="{FF2B5EF4-FFF2-40B4-BE49-F238E27FC236}">
                  <a16:creationId xmlns:a16="http://schemas.microsoft.com/office/drawing/2014/main" id="{91CDD69E-AFC2-3EC5-DE24-94A57FC5E4CA}"/>
                </a:ext>
              </a:extLst>
            </p:cNvPr>
            <p:cNvSpPr/>
            <p:nvPr/>
          </p:nvSpPr>
          <p:spPr>
            <a:xfrm>
              <a:off x="4603700" y="1511648"/>
              <a:ext cx="33300" cy="3330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0" name="ellipse_2257">
              <a:extLst>
                <a:ext uri="{FF2B5EF4-FFF2-40B4-BE49-F238E27FC236}">
                  <a16:creationId xmlns:a16="http://schemas.microsoft.com/office/drawing/2014/main" id="{E7AE554C-5C09-7013-2831-E60314E85504}"/>
                </a:ext>
              </a:extLst>
            </p:cNvPr>
            <p:cNvSpPr/>
            <p:nvPr/>
          </p:nvSpPr>
          <p:spPr>
            <a:xfrm>
              <a:off x="4612515" y="1554699"/>
              <a:ext cx="35513" cy="3551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1" name="ellipse_2258">
              <a:extLst>
                <a:ext uri="{FF2B5EF4-FFF2-40B4-BE49-F238E27FC236}">
                  <a16:creationId xmlns:a16="http://schemas.microsoft.com/office/drawing/2014/main" id="{16795F78-F22B-94B3-45AB-DA03FB9E1157}"/>
                </a:ext>
              </a:extLst>
            </p:cNvPr>
            <p:cNvSpPr/>
            <p:nvPr/>
          </p:nvSpPr>
          <p:spPr>
            <a:xfrm>
              <a:off x="4293316" y="1609491"/>
              <a:ext cx="35894" cy="3589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2" name="ellipse_2259">
              <a:extLst>
                <a:ext uri="{FF2B5EF4-FFF2-40B4-BE49-F238E27FC236}">
                  <a16:creationId xmlns:a16="http://schemas.microsoft.com/office/drawing/2014/main" id="{08962B8B-EAF2-969C-088B-844C58C79206}"/>
                </a:ext>
              </a:extLst>
            </p:cNvPr>
            <p:cNvSpPr/>
            <p:nvPr/>
          </p:nvSpPr>
          <p:spPr>
            <a:xfrm>
              <a:off x="4465841" y="1446603"/>
              <a:ext cx="29343" cy="293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3" name="ellipse_2260">
              <a:extLst>
                <a:ext uri="{FF2B5EF4-FFF2-40B4-BE49-F238E27FC236}">
                  <a16:creationId xmlns:a16="http://schemas.microsoft.com/office/drawing/2014/main" id="{D54EC136-A3C0-3BB4-0E4B-94C6B9CD505B}"/>
                </a:ext>
              </a:extLst>
            </p:cNvPr>
            <p:cNvSpPr/>
            <p:nvPr/>
          </p:nvSpPr>
          <p:spPr>
            <a:xfrm>
              <a:off x="4395565" y="1451343"/>
              <a:ext cx="34062" cy="34062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4" name="ellipse_2261">
              <a:extLst>
                <a:ext uri="{FF2B5EF4-FFF2-40B4-BE49-F238E27FC236}">
                  <a16:creationId xmlns:a16="http://schemas.microsoft.com/office/drawing/2014/main" id="{910AC8AB-E534-BC7D-7D26-1DF7703C9F9B}"/>
                </a:ext>
              </a:extLst>
            </p:cNvPr>
            <p:cNvSpPr/>
            <p:nvPr/>
          </p:nvSpPr>
          <p:spPr>
            <a:xfrm>
              <a:off x="4447971" y="1453977"/>
              <a:ext cx="20526" cy="20526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5" name="ellipse_2262">
              <a:extLst>
                <a:ext uri="{FF2B5EF4-FFF2-40B4-BE49-F238E27FC236}">
                  <a16:creationId xmlns:a16="http://schemas.microsoft.com/office/drawing/2014/main" id="{9D6A813D-23DE-D94E-B24E-CC0472E9F498}"/>
                </a:ext>
              </a:extLst>
            </p:cNvPr>
            <p:cNvSpPr/>
            <p:nvPr/>
          </p:nvSpPr>
          <p:spPr>
            <a:xfrm>
              <a:off x="4414105" y="1439212"/>
              <a:ext cx="23231" cy="23231"/>
            </a:xfrm>
            <a:prstGeom prst="ellipse">
              <a:avLst/>
            </a:prstGeom>
            <a:gradFill flip="none" rotWithShape="1">
              <a:gsLst>
                <a:gs pos="0">
                  <a:srgbClr val="F9E8E8"/>
                </a:gs>
                <a:gs pos="43000">
                  <a:srgbClr val="E18F93"/>
                </a:gs>
                <a:gs pos="100000">
                  <a:srgbClr val="BA5F6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6" name="ellipse_2263">
              <a:extLst>
                <a:ext uri="{FF2B5EF4-FFF2-40B4-BE49-F238E27FC236}">
                  <a16:creationId xmlns:a16="http://schemas.microsoft.com/office/drawing/2014/main" id="{7E503169-E20F-FBFD-EC10-E06E332126CF}"/>
                </a:ext>
              </a:extLst>
            </p:cNvPr>
            <p:cNvSpPr/>
            <p:nvPr/>
          </p:nvSpPr>
          <p:spPr>
            <a:xfrm>
              <a:off x="4382949" y="1613377"/>
              <a:ext cx="25360" cy="2536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7" name="ellipse_2264">
              <a:extLst>
                <a:ext uri="{FF2B5EF4-FFF2-40B4-BE49-F238E27FC236}">
                  <a16:creationId xmlns:a16="http://schemas.microsoft.com/office/drawing/2014/main" id="{7A0B2A4C-4B15-955A-87D5-CB1D5DB1278B}"/>
                </a:ext>
              </a:extLst>
            </p:cNvPr>
            <p:cNvSpPr/>
            <p:nvPr/>
          </p:nvSpPr>
          <p:spPr>
            <a:xfrm>
              <a:off x="4431400" y="1599480"/>
              <a:ext cx="21660" cy="2166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7DC"/>
                </a:gs>
                <a:gs pos="100000">
                  <a:srgbClr val="5C8DB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8" name="ellipse_2265">
              <a:extLst>
                <a:ext uri="{FF2B5EF4-FFF2-40B4-BE49-F238E27FC236}">
                  <a16:creationId xmlns:a16="http://schemas.microsoft.com/office/drawing/2014/main" id="{19E09C88-4D2A-27FD-87BC-6B2B7A995E92}"/>
                </a:ext>
              </a:extLst>
            </p:cNvPr>
            <p:cNvSpPr/>
            <p:nvPr/>
          </p:nvSpPr>
          <p:spPr>
            <a:xfrm>
              <a:off x="4137969" y="1490081"/>
              <a:ext cx="25196" cy="2519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CABD7"/>
                </a:gs>
                <a:gs pos="100000">
                  <a:srgbClr val="467F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9" name="ellipse_2266">
              <a:extLst>
                <a:ext uri="{FF2B5EF4-FFF2-40B4-BE49-F238E27FC236}">
                  <a16:creationId xmlns:a16="http://schemas.microsoft.com/office/drawing/2014/main" id="{3AE80D41-CA7A-DA50-10D0-DFBE2E98DD84}"/>
                </a:ext>
              </a:extLst>
            </p:cNvPr>
            <p:cNvSpPr/>
            <p:nvPr/>
          </p:nvSpPr>
          <p:spPr>
            <a:xfrm>
              <a:off x="4390923" y="1523400"/>
              <a:ext cx="28756" cy="28756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6CA"/>
                </a:gs>
                <a:gs pos="100000">
                  <a:srgbClr val="C89FA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0" name="ellipse_2267">
              <a:extLst>
                <a:ext uri="{FF2B5EF4-FFF2-40B4-BE49-F238E27FC236}">
                  <a16:creationId xmlns:a16="http://schemas.microsoft.com/office/drawing/2014/main" id="{FA732ED8-5127-2DEF-E938-D9DBC0CD80D1}"/>
                </a:ext>
              </a:extLst>
            </p:cNvPr>
            <p:cNvSpPr/>
            <p:nvPr/>
          </p:nvSpPr>
          <p:spPr>
            <a:xfrm>
              <a:off x="4421907" y="1413437"/>
              <a:ext cx="21785" cy="21785"/>
            </a:xfrm>
            <a:prstGeom prst="ellipse">
              <a:avLst/>
            </a:prstGeom>
            <a:gradFill flip="none" rotWithShape="1">
              <a:gsLst>
                <a:gs pos="0">
                  <a:srgbClr val="FCF8F8"/>
                </a:gs>
                <a:gs pos="43000">
                  <a:srgbClr val="F1DCDF"/>
                </a:gs>
                <a:gs pos="100000">
                  <a:srgbClr val="CDB8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1" name="ellipse_2268">
              <a:extLst>
                <a:ext uri="{FF2B5EF4-FFF2-40B4-BE49-F238E27FC236}">
                  <a16:creationId xmlns:a16="http://schemas.microsoft.com/office/drawing/2014/main" id="{4441F2C1-DD8A-3A5B-9C30-49482C3CFA98}"/>
                </a:ext>
              </a:extLst>
            </p:cNvPr>
            <p:cNvSpPr/>
            <p:nvPr/>
          </p:nvSpPr>
          <p:spPr>
            <a:xfrm>
              <a:off x="4389016" y="1638974"/>
              <a:ext cx="32977" cy="3297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2" name="ellipse_2269">
              <a:extLst>
                <a:ext uri="{FF2B5EF4-FFF2-40B4-BE49-F238E27FC236}">
                  <a16:creationId xmlns:a16="http://schemas.microsoft.com/office/drawing/2014/main" id="{2C915FCD-7904-E870-2184-FB0E8CD6CE52}"/>
                </a:ext>
              </a:extLst>
            </p:cNvPr>
            <p:cNvSpPr/>
            <p:nvPr/>
          </p:nvSpPr>
          <p:spPr>
            <a:xfrm>
              <a:off x="4134968" y="1559389"/>
              <a:ext cx="34498" cy="34498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6E4F1"/>
                </a:gs>
                <a:gs pos="100000">
                  <a:srgbClr val="AEC1D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3" name="ellipse_2270">
              <a:extLst>
                <a:ext uri="{FF2B5EF4-FFF2-40B4-BE49-F238E27FC236}">
                  <a16:creationId xmlns:a16="http://schemas.microsoft.com/office/drawing/2014/main" id="{C6B06455-438A-ACF7-9746-4438D3574D7F}"/>
                </a:ext>
              </a:extLst>
            </p:cNvPr>
            <p:cNvSpPr/>
            <p:nvPr/>
          </p:nvSpPr>
          <p:spPr>
            <a:xfrm>
              <a:off x="4362437" y="1655067"/>
              <a:ext cx="32745" cy="3274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4" name="ellipse_2271">
              <a:extLst>
                <a:ext uri="{FF2B5EF4-FFF2-40B4-BE49-F238E27FC236}">
                  <a16:creationId xmlns:a16="http://schemas.microsoft.com/office/drawing/2014/main" id="{8C0D56D1-245B-C812-89DB-D0DAB6869849}"/>
                </a:ext>
              </a:extLst>
            </p:cNvPr>
            <p:cNvSpPr/>
            <p:nvPr/>
          </p:nvSpPr>
          <p:spPr>
            <a:xfrm>
              <a:off x="4190384" y="1452612"/>
              <a:ext cx="23442" cy="234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5" name="ellipse_2272">
              <a:extLst>
                <a:ext uri="{FF2B5EF4-FFF2-40B4-BE49-F238E27FC236}">
                  <a16:creationId xmlns:a16="http://schemas.microsoft.com/office/drawing/2014/main" id="{9E974A03-00D6-BB33-D94B-55BA03CE914B}"/>
                </a:ext>
              </a:extLst>
            </p:cNvPr>
            <p:cNvSpPr/>
            <p:nvPr/>
          </p:nvSpPr>
          <p:spPr>
            <a:xfrm>
              <a:off x="4191528" y="1431318"/>
              <a:ext cx="28918" cy="2891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6" name="ellipse_2273">
              <a:extLst>
                <a:ext uri="{FF2B5EF4-FFF2-40B4-BE49-F238E27FC236}">
                  <a16:creationId xmlns:a16="http://schemas.microsoft.com/office/drawing/2014/main" id="{13BF07EA-316C-776C-AAF5-C1B119A49C34}"/>
                </a:ext>
              </a:extLst>
            </p:cNvPr>
            <p:cNvSpPr/>
            <p:nvPr/>
          </p:nvSpPr>
          <p:spPr>
            <a:xfrm>
              <a:off x="4069030" y="1464721"/>
              <a:ext cx="29833" cy="29833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7" name="ellipse_2274">
              <a:extLst>
                <a:ext uri="{FF2B5EF4-FFF2-40B4-BE49-F238E27FC236}">
                  <a16:creationId xmlns:a16="http://schemas.microsoft.com/office/drawing/2014/main" id="{12054A0F-7086-40B6-B84E-B092D3ED98AA}"/>
                </a:ext>
              </a:extLst>
            </p:cNvPr>
            <p:cNvSpPr/>
            <p:nvPr/>
          </p:nvSpPr>
          <p:spPr>
            <a:xfrm>
              <a:off x="4366890" y="1406820"/>
              <a:ext cx="36480" cy="36480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8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8" name="ellipse_2275">
              <a:extLst>
                <a:ext uri="{FF2B5EF4-FFF2-40B4-BE49-F238E27FC236}">
                  <a16:creationId xmlns:a16="http://schemas.microsoft.com/office/drawing/2014/main" id="{F10AC51B-CA7D-9AA5-D0E5-69E0C9EB94F0}"/>
                </a:ext>
              </a:extLst>
            </p:cNvPr>
            <p:cNvSpPr/>
            <p:nvPr/>
          </p:nvSpPr>
          <p:spPr>
            <a:xfrm>
              <a:off x="4539539" y="1639101"/>
              <a:ext cx="31994" cy="3199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9" name="ellipse_2276">
              <a:extLst>
                <a:ext uri="{FF2B5EF4-FFF2-40B4-BE49-F238E27FC236}">
                  <a16:creationId xmlns:a16="http://schemas.microsoft.com/office/drawing/2014/main" id="{7039CEDC-61E8-B28B-333E-AA2E93C89543}"/>
                </a:ext>
              </a:extLst>
            </p:cNvPr>
            <p:cNvSpPr/>
            <p:nvPr/>
          </p:nvSpPr>
          <p:spPr>
            <a:xfrm>
              <a:off x="4549589" y="1539226"/>
              <a:ext cx="29499" cy="29499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2CDE7"/>
                </a:gs>
                <a:gs pos="100000">
                  <a:srgbClr val="84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0" name="ellipse_2277">
              <a:extLst>
                <a:ext uri="{FF2B5EF4-FFF2-40B4-BE49-F238E27FC236}">
                  <a16:creationId xmlns:a16="http://schemas.microsoft.com/office/drawing/2014/main" id="{D5CC3D1A-A662-8CDE-0050-CC086E91A290}"/>
                </a:ext>
              </a:extLst>
            </p:cNvPr>
            <p:cNvSpPr/>
            <p:nvPr/>
          </p:nvSpPr>
          <p:spPr>
            <a:xfrm>
              <a:off x="4446293" y="1479918"/>
              <a:ext cx="27511" cy="2751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1" name="ellipse_2278">
              <a:extLst>
                <a:ext uri="{FF2B5EF4-FFF2-40B4-BE49-F238E27FC236}">
                  <a16:creationId xmlns:a16="http://schemas.microsoft.com/office/drawing/2014/main" id="{C7863D01-65EE-D948-0BA8-EE16F73D378B}"/>
                </a:ext>
              </a:extLst>
            </p:cNvPr>
            <p:cNvSpPr/>
            <p:nvPr/>
          </p:nvSpPr>
          <p:spPr>
            <a:xfrm>
              <a:off x="4355108" y="1592089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E7EFF7"/>
                </a:gs>
                <a:gs pos="43000">
                  <a:srgbClr val="8AB3DA"/>
                </a:gs>
                <a:gs pos="100000">
                  <a:srgbClr val="5689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2" name="ellipse_2279">
              <a:extLst>
                <a:ext uri="{FF2B5EF4-FFF2-40B4-BE49-F238E27FC236}">
                  <a16:creationId xmlns:a16="http://schemas.microsoft.com/office/drawing/2014/main" id="{CBE1FD0E-2CC7-CC08-BD54-CAC8EF44B297}"/>
                </a:ext>
              </a:extLst>
            </p:cNvPr>
            <p:cNvSpPr/>
            <p:nvPr/>
          </p:nvSpPr>
          <p:spPr>
            <a:xfrm>
              <a:off x="4334201" y="1374235"/>
              <a:ext cx="33937" cy="33937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EB6DC"/>
                </a:gs>
                <a:gs pos="100000">
                  <a:srgbClr val="5B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3" name="ellipse_2280">
              <a:extLst>
                <a:ext uri="{FF2B5EF4-FFF2-40B4-BE49-F238E27FC236}">
                  <a16:creationId xmlns:a16="http://schemas.microsoft.com/office/drawing/2014/main" id="{3617DBD3-0891-88B0-8942-88EAA33306B8}"/>
                </a:ext>
              </a:extLst>
            </p:cNvPr>
            <p:cNvSpPr/>
            <p:nvPr/>
          </p:nvSpPr>
          <p:spPr>
            <a:xfrm>
              <a:off x="4208173" y="1505071"/>
              <a:ext cx="28611" cy="28611"/>
            </a:xfrm>
            <a:prstGeom prst="ellipse">
              <a:avLst/>
            </a:prstGeom>
            <a:gradFill flip="none" rotWithShape="1">
              <a:gsLst>
                <a:gs pos="0">
                  <a:srgbClr val="E7EFF8"/>
                </a:gs>
                <a:gs pos="43000">
                  <a:srgbClr val="8BB4DB"/>
                </a:gs>
                <a:gs pos="100000">
                  <a:srgbClr val="578AB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4" name="ellipse_2281">
              <a:extLst>
                <a:ext uri="{FF2B5EF4-FFF2-40B4-BE49-F238E27FC236}">
                  <a16:creationId xmlns:a16="http://schemas.microsoft.com/office/drawing/2014/main" id="{7DD60AFB-A1AF-CD64-0589-1EEBBDC19CC0}"/>
                </a:ext>
              </a:extLst>
            </p:cNvPr>
            <p:cNvSpPr/>
            <p:nvPr/>
          </p:nvSpPr>
          <p:spPr>
            <a:xfrm>
              <a:off x="4351038" y="1462430"/>
              <a:ext cx="22124" cy="22124"/>
            </a:xfrm>
            <a:prstGeom prst="ellipse">
              <a:avLst/>
            </a:prstGeom>
            <a:gradFill flip="none" rotWithShape="1">
              <a:gsLst>
                <a:gs pos="0">
                  <a:srgbClr val="FCF9F9"/>
                </a:gs>
                <a:gs pos="43000">
                  <a:srgbClr val="F2E0E2"/>
                </a:gs>
                <a:gs pos="100000">
                  <a:srgbClr val="CEB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5" name="ellipse_2282">
              <a:extLst>
                <a:ext uri="{FF2B5EF4-FFF2-40B4-BE49-F238E27FC236}">
                  <a16:creationId xmlns:a16="http://schemas.microsoft.com/office/drawing/2014/main" id="{7D37AF8E-1E51-3281-5B11-8989E87018E8}"/>
                </a:ext>
              </a:extLst>
            </p:cNvPr>
            <p:cNvSpPr/>
            <p:nvPr/>
          </p:nvSpPr>
          <p:spPr>
            <a:xfrm>
              <a:off x="4165466" y="1438010"/>
              <a:ext cx="20358" cy="20358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6" name="ellipse_2283">
              <a:extLst>
                <a:ext uri="{FF2B5EF4-FFF2-40B4-BE49-F238E27FC236}">
                  <a16:creationId xmlns:a16="http://schemas.microsoft.com/office/drawing/2014/main" id="{6C4C9841-4E1E-0D69-4A93-F065A4D9687C}"/>
                </a:ext>
              </a:extLst>
            </p:cNvPr>
            <p:cNvSpPr/>
            <p:nvPr/>
          </p:nvSpPr>
          <p:spPr>
            <a:xfrm>
              <a:off x="4536548" y="1543850"/>
              <a:ext cx="20077" cy="20077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7" name="ellipse_2284">
              <a:extLst>
                <a:ext uri="{FF2B5EF4-FFF2-40B4-BE49-F238E27FC236}">
                  <a16:creationId xmlns:a16="http://schemas.microsoft.com/office/drawing/2014/main" id="{E778E66A-8331-D792-E8FF-23567715713E}"/>
                </a:ext>
              </a:extLst>
            </p:cNvPr>
            <p:cNvSpPr/>
            <p:nvPr/>
          </p:nvSpPr>
          <p:spPr>
            <a:xfrm>
              <a:off x="4385205" y="1582957"/>
              <a:ext cx="35418" cy="35418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8" name="ellipse_2285">
              <a:extLst>
                <a:ext uri="{FF2B5EF4-FFF2-40B4-BE49-F238E27FC236}">
                  <a16:creationId xmlns:a16="http://schemas.microsoft.com/office/drawing/2014/main" id="{C09548FA-F400-7E86-978A-6A0A62EF7EA4}"/>
                </a:ext>
              </a:extLst>
            </p:cNvPr>
            <p:cNvSpPr/>
            <p:nvPr/>
          </p:nvSpPr>
          <p:spPr>
            <a:xfrm>
              <a:off x="4454362" y="1598960"/>
              <a:ext cx="22052" cy="22052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0B7DC"/>
                </a:gs>
                <a:gs pos="100000">
                  <a:srgbClr val="5D8DB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9" name="ellipse_2286">
              <a:extLst>
                <a:ext uri="{FF2B5EF4-FFF2-40B4-BE49-F238E27FC236}">
                  <a16:creationId xmlns:a16="http://schemas.microsoft.com/office/drawing/2014/main" id="{4AF51FED-88DF-2C58-6C13-3A9CB736535D}"/>
                </a:ext>
              </a:extLst>
            </p:cNvPr>
            <p:cNvSpPr/>
            <p:nvPr/>
          </p:nvSpPr>
          <p:spPr>
            <a:xfrm>
              <a:off x="4291069" y="1582444"/>
              <a:ext cx="24245" cy="24245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0" name="ellipse_2287">
              <a:extLst>
                <a:ext uri="{FF2B5EF4-FFF2-40B4-BE49-F238E27FC236}">
                  <a16:creationId xmlns:a16="http://schemas.microsoft.com/office/drawing/2014/main" id="{972C9A22-790A-19A0-3EE0-8EFC3C46AB07}"/>
                </a:ext>
              </a:extLst>
            </p:cNvPr>
            <p:cNvSpPr/>
            <p:nvPr/>
          </p:nvSpPr>
          <p:spPr>
            <a:xfrm>
              <a:off x="4344184" y="1617285"/>
              <a:ext cx="22334" cy="22334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1" name="ellipse_2288">
              <a:extLst>
                <a:ext uri="{FF2B5EF4-FFF2-40B4-BE49-F238E27FC236}">
                  <a16:creationId xmlns:a16="http://schemas.microsoft.com/office/drawing/2014/main" id="{3D34E7C8-2BEB-E157-9366-69A350843A92}"/>
                </a:ext>
              </a:extLst>
            </p:cNvPr>
            <p:cNvSpPr/>
            <p:nvPr/>
          </p:nvSpPr>
          <p:spPr>
            <a:xfrm>
              <a:off x="4426069" y="1482377"/>
              <a:ext cx="19818" cy="19818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2" name="ellipse_2289">
              <a:extLst>
                <a:ext uri="{FF2B5EF4-FFF2-40B4-BE49-F238E27FC236}">
                  <a16:creationId xmlns:a16="http://schemas.microsoft.com/office/drawing/2014/main" id="{C1B8A1E6-9ECD-6D09-6A72-D873D4ECB8F3}"/>
                </a:ext>
              </a:extLst>
            </p:cNvPr>
            <p:cNvSpPr/>
            <p:nvPr/>
          </p:nvSpPr>
          <p:spPr>
            <a:xfrm>
              <a:off x="4442307" y="1575762"/>
              <a:ext cx="27470" cy="27470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EE7"/>
                </a:gs>
                <a:gs pos="100000">
                  <a:srgbClr val="86A8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3" name="ellipse_2290">
              <a:extLst>
                <a:ext uri="{FF2B5EF4-FFF2-40B4-BE49-F238E27FC236}">
                  <a16:creationId xmlns:a16="http://schemas.microsoft.com/office/drawing/2014/main" id="{197ABEC0-6418-A472-40BB-09F213671F8B}"/>
                </a:ext>
              </a:extLst>
            </p:cNvPr>
            <p:cNvSpPr/>
            <p:nvPr/>
          </p:nvSpPr>
          <p:spPr>
            <a:xfrm>
              <a:off x="4523153" y="1390255"/>
              <a:ext cx="35635" cy="3563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4" name="ellipse_2291">
              <a:extLst>
                <a:ext uri="{FF2B5EF4-FFF2-40B4-BE49-F238E27FC236}">
                  <a16:creationId xmlns:a16="http://schemas.microsoft.com/office/drawing/2014/main" id="{7C4336BA-7172-BAFF-46D7-49EF9B6E588E}"/>
                </a:ext>
              </a:extLst>
            </p:cNvPr>
            <p:cNvSpPr/>
            <p:nvPr/>
          </p:nvSpPr>
          <p:spPr>
            <a:xfrm>
              <a:off x="4236158" y="1526463"/>
              <a:ext cx="28446" cy="28446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5" name="ellipse_2292">
              <a:extLst>
                <a:ext uri="{FF2B5EF4-FFF2-40B4-BE49-F238E27FC236}">
                  <a16:creationId xmlns:a16="http://schemas.microsoft.com/office/drawing/2014/main" id="{70DEEB2C-3827-0F02-21AA-EA0E5A6F9F2E}"/>
                </a:ext>
              </a:extLst>
            </p:cNvPr>
            <p:cNvSpPr/>
            <p:nvPr/>
          </p:nvSpPr>
          <p:spPr>
            <a:xfrm>
              <a:off x="4170501" y="1585016"/>
              <a:ext cx="25613" cy="25613"/>
            </a:xfrm>
            <a:prstGeom prst="ellipse">
              <a:avLst/>
            </a:prstGeom>
            <a:gradFill flip="none" rotWithShape="1">
              <a:gsLst>
                <a:gs pos="0">
                  <a:srgbClr val="FBFCFE"/>
                </a:gs>
                <a:gs pos="43000">
                  <a:srgbClr val="ECF2F8"/>
                </a:gs>
                <a:gs pos="100000">
                  <a:srgbClr val="C7D1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6" name="ellipse_2293">
              <a:extLst>
                <a:ext uri="{FF2B5EF4-FFF2-40B4-BE49-F238E27FC236}">
                  <a16:creationId xmlns:a16="http://schemas.microsoft.com/office/drawing/2014/main" id="{26E1CE8D-D081-6157-1618-AABE0DB1EDC7}"/>
                </a:ext>
              </a:extLst>
            </p:cNvPr>
            <p:cNvSpPr/>
            <p:nvPr/>
          </p:nvSpPr>
          <p:spPr>
            <a:xfrm>
              <a:off x="4426597" y="1550333"/>
              <a:ext cx="33399" cy="3339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0F4F9"/>
                </a:gs>
                <a:gs pos="100000">
                  <a:srgbClr val="CCD4D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7" name="ellipse_2294">
              <a:extLst>
                <a:ext uri="{FF2B5EF4-FFF2-40B4-BE49-F238E27FC236}">
                  <a16:creationId xmlns:a16="http://schemas.microsoft.com/office/drawing/2014/main" id="{AD976E07-C5AE-A0F8-725A-DCFDEE0BABF3}"/>
                </a:ext>
              </a:extLst>
            </p:cNvPr>
            <p:cNvSpPr/>
            <p:nvPr/>
          </p:nvSpPr>
          <p:spPr>
            <a:xfrm>
              <a:off x="4455596" y="1563737"/>
              <a:ext cx="21726" cy="21726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8E5F2"/>
                </a:gs>
                <a:gs pos="100000">
                  <a:srgbClr val="B0C2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8" name="ellipse_2295">
              <a:extLst>
                <a:ext uri="{FF2B5EF4-FFF2-40B4-BE49-F238E27FC236}">
                  <a16:creationId xmlns:a16="http://schemas.microsoft.com/office/drawing/2014/main" id="{DD05A4F6-8A17-88A2-5943-8D95F1D90561}"/>
                </a:ext>
              </a:extLst>
            </p:cNvPr>
            <p:cNvSpPr/>
            <p:nvPr/>
          </p:nvSpPr>
          <p:spPr>
            <a:xfrm>
              <a:off x="4206873" y="1503948"/>
              <a:ext cx="19608" cy="19608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9" name="ellipse_2296">
              <a:extLst>
                <a:ext uri="{FF2B5EF4-FFF2-40B4-BE49-F238E27FC236}">
                  <a16:creationId xmlns:a16="http://schemas.microsoft.com/office/drawing/2014/main" id="{F9EAA4E7-A0DF-94F2-C3E4-9F3C50FC4FC1}"/>
                </a:ext>
              </a:extLst>
            </p:cNvPr>
            <p:cNvSpPr/>
            <p:nvPr/>
          </p:nvSpPr>
          <p:spPr>
            <a:xfrm>
              <a:off x="4164462" y="1485793"/>
              <a:ext cx="22000" cy="22000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0" name="ellipse_2297">
              <a:extLst>
                <a:ext uri="{FF2B5EF4-FFF2-40B4-BE49-F238E27FC236}">
                  <a16:creationId xmlns:a16="http://schemas.microsoft.com/office/drawing/2014/main" id="{AAFE1DF8-AFB8-32D9-8C4A-AC59C48E4D5C}"/>
                </a:ext>
              </a:extLst>
            </p:cNvPr>
            <p:cNvSpPr/>
            <p:nvPr/>
          </p:nvSpPr>
          <p:spPr>
            <a:xfrm>
              <a:off x="4121930" y="1427187"/>
              <a:ext cx="36580" cy="36580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1" name="ellipse_2298">
              <a:extLst>
                <a:ext uri="{FF2B5EF4-FFF2-40B4-BE49-F238E27FC236}">
                  <a16:creationId xmlns:a16="http://schemas.microsoft.com/office/drawing/2014/main" id="{08351075-568A-2CE4-EB86-6C2764FF41DA}"/>
                </a:ext>
              </a:extLst>
            </p:cNvPr>
            <p:cNvSpPr/>
            <p:nvPr/>
          </p:nvSpPr>
          <p:spPr>
            <a:xfrm>
              <a:off x="4439517" y="1446263"/>
              <a:ext cx="30433" cy="3043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2" name="ellipse_2299">
              <a:extLst>
                <a:ext uri="{FF2B5EF4-FFF2-40B4-BE49-F238E27FC236}">
                  <a16:creationId xmlns:a16="http://schemas.microsoft.com/office/drawing/2014/main" id="{2D073169-7852-F10D-6BFC-AA912F86DFAC}"/>
                </a:ext>
              </a:extLst>
            </p:cNvPr>
            <p:cNvSpPr/>
            <p:nvPr/>
          </p:nvSpPr>
          <p:spPr>
            <a:xfrm>
              <a:off x="4187240" y="1542165"/>
              <a:ext cx="30589" cy="30589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3D7EC"/>
                </a:gs>
                <a:gs pos="100000">
                  <a:srgbClr val="98B3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3" name="ellipse_2300">
              <a:extLst>
                <a:ext uri="{FF2B5EF4-FFF2-40B4-BE49-F238E27FC236}">
                  <a16:creationId xmlns:a16="http://schemas.microsoft.com/office/drawing/2014/main" id="{E3CE4D72-E951-2AB9-6BA2-925380B464B0}"/>
                </a:ext>
              </a:extLst>
            </p:cNvPr>
            <p:cNvSpPr/>
            <p:nvPr/>
          </p:nvSpPr>
          <p:spPr>
            <a:xfrm>
              <a:off x="4382159" y="1608073"/>
              <a:ext cx="23377" cy="23377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4" name="ellipse_2301">
              <a:extLst>
                <a:ext uri="{FF2B5EF4-FFF2-40B4-BE49-F238E27FC236}">
                  <a16:creationId xmlns:a16="http://schemas.microsoft.com/office/drawing/2014/main" id="{1C0C7E08-1F08-10E3-64B0-BCF55164889E}"/>
                </a:ext>
              </a:extLst>
            </p:cNvPr>
            <p:cNvSpPr/>
            <p:nvPr/>
          </p:nvSpPr>
          <p:spPr>
            <a:xfrm>
              <a:off x="4245686" y="1551510"/>
              <a:ext cx="28620" cy="28620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CC9E5"/>
                </a:gs>
                <a:gs pos="100000">
                  <a:srgbClr val="7EA2C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5" name="ellipse_2302">
              <a:extLst>
                <a:ext uri="{FF2B5EF4-FFF2-40B4-BE49-F238E27FC236}">
                  <a16:creationId xmlns:a16="http://schemas.microsoft.com/office/drawing/2014/main" id="{35D6AF95-D0DB-EBC5-5AA3-57963DC0108B}"/>
                </a:ext>
              </a:extLst>
            </p:cNvPr>
            <p:cNvSpPr/>
            <p:nvPr/>
          </p:nvSpPr>
          <p:spPr>
            <a:xfrm>
              <a:off x="4125026" y="1435844"/>
              <a:ext cx="31657" cy="31657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6" name="ellipse_2303">
              <a:extLst>
                <a:ext uri="{FF2B5EF4-FFF2-40B4-BE49-F238E27FC236}">
                  <a16:creationId xmlns:a16="http://schemas.microsoft.com/office/drawing/2014/main" id="{73E71806-192C-055E-3DCF-12CBF86FB1EF}"/>
                </a:ext>
              </a:extLst>
            </p:cNvPr>
            <p:cNvSpPr/>
            <p:nvPr/>
          </p:nvSpPr>
          <p:spPr>
            <a:xfrm>
              <a:off x="4319199" y="1400240"/>
              <a:ext cx="22469" cy="22469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BDE"/>
                </a:gs>
                <a:gs pos="100000">
                  <a:srgbClr val="62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7" name="ellipse_2304">
              <a:extLst>
                <a:ext uri="{FF2B5EF4-FFF2-40B4-BE49-F238E27FC236}">
                  <a16:creationId xmlns:a16="http://schemas.microsoft.com/office/drawing/2014/main" id="{86007247-D7C3-7D98-6CE2-11B1D4CC0EB3}"/>
                </a:ext>
              </a:extLst>
            </p:cNvPr>
            <p:cNvSpPr/>
            <p:nvPr/>
          </p:nvSpPr>
          <p:spPr>
            <a:xfrm>
              <a:off x="4310408" y="1650641"/>
              <a:ext cx="33967" cy="3396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8" name="ellipse_2305">
              <a:extLst>
                <a:ext uri="{FF2B5EF4-FFF2-40B4-BE49-F238E27FC236}">
                  <a16:creationId xmlns:a16="http://schemas.microsoft.com/office/drawing/2014/main" id="{D4179FDF-49BE-BA4B-89B9-E66F7F110C85}"/>
                </a:ext>
              </a:extLst>
            </p:cNvPr>
            <p:cNvSpPr/>
            <p:nvPr/>
          </p:nvSpPr>
          <p:spPr>
            <a:xfrm>
              <a:off x="4296212" y="1597039"/>
              <a:ext cx="25772" cy="25772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A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9" name="ellipse_2306">
              <a:extLst>
                <a:ext uri="{FF2B5EF4-FFF2-40B4-BE49-F238E27FC236}">
                  <a16:creationId xmlns:a16="http://schemas.microsoft.com/office/drawing/2014/main" id="{48412C41-3C16-DD70-7A94-250DF10CACB6}"/>
                </a:ext>
              </a:extLst>
            </p:cNvPr>
            <p:cNvSpPr/>
            <p:nvPr/>
          </p:nvSpPr>
          <p:spPr>
            <a:xfrm>
              <a:off x="4408152" y="1634290"/>
              <a:ext cx="19526" cy="1952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0" name="ellipse_2307">
              <a:extLst>
                <a:ext uri="{FF2B5EF4-FFF2-40B4-BE49-F238E27FC236}">
                  <a16:creationId xmlns:a16="http://schemas.microsoft.com/office/drawing/2014/main" id="{C5143DB6-743C-B66F-D40F-A0FDE4760BEF}"/>
                </a:ext>
              </a:extLst>
            </p:cNvPr>
            <p:cNvSpPr/>
            <p:nvPr/>
          </p:nvSpPr>
          <p:spPr>
            <a:xfrm>
              <a:off x="4292052" y="1602925"/>
              <a:ext cx="27039" cy="27039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5DC"/>
                </a:gs>
                <a:gs pos="100000">
                  <a:srgbClr val="598B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1" name="ellipse_2308">
              <a:extLst>
                <a:ext uri="{FF2B5EF4-FFF2-40B4-BE49-F238E27FC236}">
                  <a16:creationId xmlns:a16="http://schemas.microsoft.com/office/drawing/2014/main" id="{E3DDAD64-BBB6-1104-D847-E3E76181934F}"/>
                </a:ext>
              </a:extLst>
            </p:cNvPr>
            <p:cNvSpPr/>
            <p:nvPr/>
          </p:nvSpPr>
          <p:spPr>
            <a:xfrm>
              <a:off x="4487851" y="1368093"/>
              <a:ext cx="29410" cy="29410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0E1"/>
                </a:gs>
                <a:gs pos="100000">
                  <a:srgbClr val="6E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2" name="ellipse_2309">
              <a:extLst>
                <a:ext uri="{FF2B5EF4-FFF2-40B4-BE49-F238E27FC236}">
                  <a16:creationId xmlns:a16="http://schemas.microsoft.com/office/drawing/2014/main" id="{E38EA753-EDF6-0DD6-E6E9-5702A0B893B3}"/>
                </a:ext>
              </a:extLst>
            </p:cNvPr>
            <p:cNvSpPr/>
            <p:nvPr/>
          </p:nvSpPr>
          <p:spPr>
            <a:xfrm>
              <a:off x="4373452" y="1624571"/>
              <a:ext cx="28823" cy="2882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3" name="ellipse_2310">
              <a:extLst>
                <a:ext uri="{FF2B5EF4-FFF2-40B4-BE49-F238E27FC236}">
                  <a16:creationId xmlns:a16="http://schemas.microsoft.com/office/drawing/2014/main" id="{2FFCC27D-3E9A-99B1-990D-D43ED24A4089}"/>
                </a:ext>
              </a:extLst>
            </p:cNvPr>
            <p:cNvSpPr/>
            <p:nvPr/>
          </p:nvSpPr>
          <p:spPr>
            <a:xfrm>
              <a:off x="4442845" y="1573986"/>
              <a:ext cx="33095" cy="3309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4" name="ellipse_2311">
              <a:extLst>
                <a:ext uri="{FF2B5EF4-FFF2-40B4-BE49-F238E27FC236}">
                  <a16:creationId xmlns:a16="http://schemas.microsoft.com/office/drawing/2014/main" id="{4BCDD434-5423-8744-2313-6E5257C55799}"/>
                </a:ext>
              </a:extLst>
            </p:cNvPr>
            <p:cNvSpPr/>
            <p:nvPr/>
          </p:nvSpPr>
          <p:spPr>
            <a:xfrm>
              <a:off x="4142514" y="1474122"/>
              <a:ext cx="33416" cy="3341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5" name="ellipse_2312">
              <a:extLst>
                <a:ext uri="{FF2B5EF4-FFF2-40B4-BE49-F238E27FC236}">
                  <a16:creationId xmlns:a16="http://schemas.microsoft.com/office/drawing/2014/main" id="{6346EFBB-6261-E524-F774-855E1F985380}"/>
                </a:ext>
              </a:extLst>
            </p:cNvPr>
            <p:cNvSpPr/>
            <p:nvPr/>
          </p:nvSpPr>
          <p:spPr>
            <a:xfrm>
              <a:off x="4441787" y="1628137"/>
              <a:ext cx="24264" cy="2426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6" name="ellipse_2313">
              <a:extLst>
                <a:ext uri="{FF2B5EF4-FFF2-40B4-BE49-F238E27FC236}">
                  <a16:creationId xmlns:a16="http://schemas.microsoft.com/office/drawing/2014/main" id="{C006413C-EC86-1E47-9E99-D1580C2E3614}"/>
                </a:ext>
              </a:extLst>
            </p:cNvPr>
            <p:cNvSpPr/>
            <p:nvPr/>
          </p:nvSpPr>
          <p:spPr>
            <a:xfrm>
              <a:off x="4210200" y="1605956"/>
              <a:ext cx="25913" cy="25913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7" name="ellipse_2314">
              <a:extLst>
                <a:ext uri="{FF2B5EF4-FFF2-40B4-BE49-F238E27FC236}">
                  <a16:creationId xmlns:a16="http://schemas.microsoft.com/office/drawing/2014/main" id="{6FFF3B98-FE59-6071-A537-F3E8022E2E93}"/>
                </a:ext>
              </a:extLst>
            </p:cNvPr>
            <p:cNvSpPr/>
            <p:nvPr/>
          </p:nvSpPr>
          <p:spPr>
            <a:xfrm>
              <a:off x="4389420" y="1621757"/>
              <a:ext cx="29758" cy="29758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8" name="ellipse_2315">
              <a:extLst>
                <a:ext uri="{FF2B5EF4-FFF2-40B4-BE49-F238E27FC236}">
                  <a16:creationId xmlns:a16="http://schemas.microsoft.com/office/drawing/2014/main" id="{910423FF-ACE9-B6B5-671D-7D011550A527}"/>
                </a:ext>
              </a:extLst>
            </p:cNvPr>
            <p:cNvSpPr/>
            <p:nvPr/>
          </p:nvSpPr>
          <p:spPr>
            <a:xfrm>
              <a:off x="4357703" y="1564816"/>
              <a:ext cx="31476" cy="31476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6C5E3"/>
                </a:gs>
                <a:gs pos="100000">
                  <a:srgbClr val="779E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9" name="ellipse_2316">
              <a:extLst>
                <a:ext uri="{FF2B5EF4-FFF2-40B4-BE49-F238E27FC236}">
                  <a16:creationId xmlns:a16="http://schemas.microsoft.com/office/drawing/2014/main" id="{FDD6706A-0D35-546D-DEC2-49F40EF69EA4}"/>
                </a:ext>
              </a:extLst>
            </p:cNvPr>
            <p:cNvSpPr/>
            <p:nvPr/>
          </p:nvSpPr>
          <p:spPr>
            <a:xfrm>
              <a:off x="4551183" y="1555710"/>
              <a:ext cx="19732" cy="1973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0" name="ellipse_2317">
              <a:extLst>
                <a:ext uri="{FF2B5EF4-FFF2-40B4-BE49-F238E27FC236}">
                  <a16:creationId xmlns:a16="http://schemas.microsoft.com/office/drawing/2014/main" id="{B89D60B7-D934-CD15-7589-C4465545FF6B}"/>
                </a:ext>
              </a:extLst>
            </p:cNvPr>
            <p:cNvSpPr/>
            <p:nvPr/>
          </p:nvSpPr>
          <p:spPr>
            <a:xfrm>
              <a:off x="4268846" y="1396019"/>
              <a:ext cx="29486" cy="2948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1" name="ellipse_2318">
              <a:extLst>
                <a:ext uri="{FF2B5EF4-FFF2-40B4-BE49-F238E27FC236}">
                  <a16:creationId xmlns:a16="http://schemas.microsoft.com/office/drawing/2014/main" id="{CFE5D82E-CAAB-A38B-F8E0-2F0554CBC096}"/>
                </a:ext>
              </a:extLst>
            </p:cNvPr>
            <p:cNvSpPr/>
            <p:nvPr/>
          </p:nvSpPr>
          <p:spPr>
            <a:xfrm>
              <a:off x="4147675" y="1517892"/>
              <a:ext cx="26511" cy="26511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8BDDF"/>
                </a:gs>
                <a:gs pos="100000">
                  <a:srgbClr val="6694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2" name="ellipse_2319">
              <a:extLst>
                <a:ext uri="{FF2B5EF4-FFF2-40B4-BE49-F238E27FC236}">
                  <a16:creationId xmlns:a16="http://schemas.microsoft.com/office/drawing/2014/main" id="{83398342-48E8-D135-3FD1-B26887E19A65}"/>
                </a:ext>
              </a:extLst>
            </p:cNvPr>
            <p:cNvSpPr/>
            <p:nvPr/>
          </p:nvSpPr>
          <p:spPr>
            <a:xfrm>
              <a:off x="4181039" y="1509495"/>
              <a:ext cx="31700" cy="3170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3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993" name="Voxel-to-point fusion">
            <a:extLst>
              <a:ext uri="{FF2B5EF4-FFF2-40B4-BE49-F238E27FC236}">
                <a16:creationId xmlns:a16="http://schemas.microsoft.com/office/drawing/2014/main" id="{4B09A963-E0DD-99D8-6981-3F1072C103F1}"/>
              </a:ext>
            </a:extLst>
          </p:cNvPr>
          <p:cNvSpPr>
            <a:spLocks noGrp="1"/>
          </p:cNvSpPr>
          <p:nvPr/>
        </p:nvSpPr>
        <p:spPr>
          <a:xfrm>
            <a:off x="3012660" y="880241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994" name="Voxel-to-point fusion | arrowhead">
            <a:extLst>
              <a:ext uri="{FF2B5EF4-FFF2-40B4-BE49-F238E27FC236}">
                <a16:creationId xmlns:a16="http://schemas.microsoft.com/office/drawing/2014/main" id="{7425A5C2-1D05-AAC6-505F-B6929033C762}"/>
              </a:ext>
            </a:extLst>
          </p:cNvPr>
          <p:cNvSpPr>
            <a:spLocks noGrp="1"/>
          </p:cNvSpPr>
          <p:nvPr/>
        </p:nvSpPr>
        <p:spPr>
          <a:xfrm>
            <a:off x="3003616" y="1171609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995" name="Voxel-to-point fusion">
            <a:extLst>
              <a:ext uri="{FF2B5EF4-FFF2-40B4-BE49-F238E27FC236}">
                <a16:creationId xmlns:a16="http://schemas.microsoft.com/office/drawing/2014/main" id="{66955A30-2204-2769-C099-433F4F7203C8}"/>
              </a:ext>
            </a:extLst>
          </p:cNvPr>
          <p:cNvSpPr>
            <a:spLocks noGrp="1"/>
          </p:cNvSpPr>
          <p:nvPr/>
        </p:nvSpPr>
        <p:spPr>
          <a:xfrm>
            <a:off x="3922673" y="878388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996" name="Voxel-to-point fusion | arrowhead">
            <a:extLst>
              <a:ext uri="{FF2B5EF4-FFF2-40B4-BE49-F238E27FC236}">
                <a16:creationId xmlns:a16="http://schemas.microsoft.com/office/drawing/2014/main" id="{E43614B7-73E2-C7A0-3A75-BFA6199A1701}"/>
              </a:ext>
            </a:extLst>
          </p:cNvPr>
          <p:cNvSpPr>
            <a:spLocks noGrp="1"/>
          </p:cNvSpPr>
          <p:nvPr/>
        </p:nvSpPr>
        <p:spPr>
          <a:xfrm>
            <a:off x="3913629" y="1169756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997" name="Voxel-to-point fusion">
            <a:extLst>
              <a:ext uri="{FF2B5EF4-FFF2-40B4-BE49-F238E27FC236}">
                <a16:creationId xmlns:a16="http://schemas.microsoft.com/office/drawing/2014/main" id="{DD6EB5BF-E3B9-4AB8-9D9F-4A7C028E9B72}"/>
              </a:ext>
            </a:extLst>
          </p:cNvPr>
          <p:cNvSpPr>
            <a:spLocks noGrp="1"/>
          </p:cNvSpPr>
          <p:nvPr/>
        </p:nvSpPr>
        <p:spPr>
          <a:xfrm>
            <a:off x="4226018" y="875292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998" name="Voxel-to-point fusion | arrowhead">
            <a:extLst>
              <a:ext uri="{FF2B5EF4-FFF2-40B4-BE49-F238E27FC236}">
                <a16:creationId xmlns:a16="http://schemas.microsoft.com/office/drawing/2014/main" id="{9DF5DD5B-15CD-D977-95C5-E78BF6656265}"/>
              </a:ext>
            </a:extLst>
          </p:cNvPr>
          <p:cNvSpPr>
            <a:spLocks noGrp="1"/>
          </p:cNvSpPr>
          <p:nvPr/>
        </p:nvSpPr>
        <p:spPr>
          <a:xfrm>
            <a:off x="4216975" y="1166660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cxnSp>
        <p:nvCxnSpPr>
          <p:cNvPr id="1999" name="连接符: 肘形 569">
            <a:extLst>
              <a:ext uri="{FF2B5EF4-FFF2-40B4-BE49-F238E27FC236}">
                <a16:creationId xmlns:a16="http://schemas.microsoft.com/office/drawing/2014/main" id="{1BE2B009-E1C5-2C5C-2BCD-82A6A62E49EC}"/>
              </a:ext>
            </a:extLst>
          </p:cNvPr>
          <p:cNvCxnSpPr>
            <a:cxnSpLocks/>
          </p:cNvCxnSpPr>
          <p:nvPr/>
        </p:nvCxnSpPr>
        <p:spPr>
          <a:xfrm flipV="1">
            <a:off x="2571949" y="1289054"/>
            <a:ext cx="325996" cy="106954"/>
          </a:xfrm>
          <a:prstGeom prst="bentConnector3">
            <a:avLst>
              <a:gd name="adj1" fmla="val 83601"/>
            </a:avLst>
          </a:prstGeom>
          <a:noFill/>
          <a:ln w="6467">
            <a:solidFill>
              <a:srgbClr val="C78A2B"/>
            </a:solidFill>
            <a:prstDash val="solid"/>
          </a:ln>
        </p:spPr>
      </p:cxnSp>
      <p:grpSp>
        <p:nvGrpSpPr>
          <p:cNvPr id="2000" name="Arrow | shared_input → find_density">
            <a:extLst>
              <a:ext uri="{FF2B5EF4-FFF2-40B4-BE49-F238E27FC236}">
                <a16:creationId xmlns:a16="http://schemas.microsoft.com/office/drawing/2014/main" id="{E225BFF1-E8B4-D5A5-4F95-FE484FB74D08}"/>
              </a:ext>
            </a:extLst>
          </p:cNvPr>
          <p:cNvGrpSpPr/>
          <p:nvPr/>
        </p:nvGrpSpPr>
        <p:grpSpPr>
          <a:xfrm>
            <a:off x="2045298" y="542254"/>
            <a:ext cx="124645" cy="20837"/>
            <a:chOff x="959220" y="757422"/>
            <a:chExt cx="174105" cy="29105"/>
          </a:xfrm>
        </p:grpSpPr>
        <p:cxnSp>
          <p:nvCxnSpPr>
            <p:cNvPr id="2001" name="Arrow | shared_input → find_density | path">
              <a:extLst>
                <a:ext uri="{FF2B5EF4-FFF2-40B4-BE49-F238E27FC236}">
                  <a16:creationId xmlns:a16="http://schemas.microsoft.com/office/drawing/2014/main" id="{F30B4445-4DED-3C79-85E4-46233916FF14}"/>
                </a:ext>
              </a:extLst>
            </p:cNvPr>
            <p:cNvCxnSpPr/>
            <p:nvPr/>
          </p:nvCxnSpPr>
          <p:spPr>
            <a:xfrm>
              <a:off x="959220" y="771975"/>
              <a:ext cx="174105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002" name="Arrow | shared_input → find_density | editable arrowhead">
              <a:extLst>
                <a:ext uri="{FF2B5EF4-FFF2-40B4-BE49-F238E27FC236}">
                  <a16:creationId xmlns:a16="http://schemas.microsoft.com/office/drawing/2014/main" id="{DE325CFF-F12D-F815-216B-225667997DB5}"/>
                </a:ext>
              </a:extLst>
            </p:cNvPr>
            <p:cNvSpPr/>
            <p:nvPr/>
          </p:nvSpPr>
          <p:spPr>
            <a:xfrm>
              <a:off x="1099490" y="757422"/>
              <a:ext cx="33836" cy="29105"/>
            </a:xfrm>
            <a:custGeom>
              <a:avLst/>
              <a:gdLst/>
              <a:ahLst/>
              <a:cxnLst/>
              <a:rect l="0" t="0" r="w" b="h"/>
              <a:pathLst>
                <a:path w="33836" h="29105" stroke="0" extrusionOk="0">
                  <a:moveTo>
                    <a:pt x="33836" y="14553"/>
                  </a:moveTo>
                  <a:lnTo>
                    <a:pt x="0" y="29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003" name="Arrow 56">
            <a:extLst>
              <a:ext uri="{FF2B5EF4-FFF2-40B4-BE49-F238E27FC236}">
                <a16:creationId xmlns:a16="http://schemas.microsoft.com/office/drawing/2014/main" id="{E02DD7B0-AF91-A31E-8E21-3A4E0A7DEB77}"/>
              </a:ext>
            </a:extLst>
          </p:cNvPr>
          <p:cNvSpPr>
            <a:spLocks noGrp="1"/>
          </p:cNvSpPr>
          <p:nvPr/>
        </p:nvSpPr>
        <p:spPr>
          <a:xfrm>
            <a:off x="3815547" y="2682497"/>
            <a:ext cx="20" cy="30651"/>
          </a:xfrm>
          <a:custGeom>
            <a:avLst/>
            <a:gdLst/>
            <a:ahLst/>
            <a:cxnLst/>
            <a:rect l="0" t="0" r="0" b="0"/>
            <a:pathLst>
              <a:path w="95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2004" name="Arrow 56 | proportional arrowhead">
            <a:extLst>
              <a:ext uri="{FF2B5EF4-FFF2-40B4-BE49-F238E27FC236}">
                <a16:creationId xmlns:a16="http://schemas.microsoft.com/office/drawing/2014/main" id="{BB2A553E-6157-AB0C-0937-E9B2ED8BEB4F}"/>
              </a:ext>
            </a:extLst>
          </p:cNvPr>
          <p:cNvSpPr/>
          <p:nvPr/>
        </p:nvSpPr>
        <p:spPr>
          <a:xfrm>
            <a:off x="3808394" y="2694757"/>
            <a:ext cx="14305" cy="18390"/>
          </a:xfrm>
          <a:custGeom>
            <a:avLst/>
            <a:gdLst/>
            <a:ahLst/>
            <a:cxnLst/>
            <a:rect l="0" t="0" r="0" b="0"/>
            <a:pathLst>
              <a:path w="66675" h="85725">
                <a:moveTo>
                  <a:pt x="33338" y="85725"/>
                </a:moveTo>
                <a:lnTo>
                  <a:pt x="66675" y="0"/>
                </a:lnTo>
                <a:lnTo>
                  <a:pt x="0" y="0"/>
                </a:lnTo>
                <a:close/>
              </a:path>
            </a:pathLst>
          </a:custGeom>
          <a:solidFill>
            <a:srgbClr val="2B887C"/>
          </a:solidFill>
          <a:ln w="1">
            <a:noFill/>
          </a:ln>
        </p:spPr>
      </p:sp>
      <p:sp>
        <p:nvSpPr>
          <p:cNvPr id="2005" name="Atom encoding to point input | arrowhead">
            <a:extLst>
              <a:ext uri="{FF2B5EF4-FFF2-40B4-BE49-F238E27FC236}">
                <a16:creationId xmlns:a16="http://schemas.microsoft.com/office/drawing/2014/main" id="{BEB38505-637B-D3AE-A7DA-6A5C3BFAC485}"/>
              </a:ext>
            </a:extLst>
          </p:cNvPr>
          <p:cNvSpPr>
            <a:spLocks noGrp="1"/>
          </p:cNvSpPr>
          <p:nvPr/>
        </p:nvSpPr>
        <p:spPr>
          <a:xfrm>
            <a:off x="2893015" y="1238638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3749798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/>
          <p:cNvSpPr/>
          <p:nvPr/>
        </p:nvSpPr>
        <p:spPr>
          <a:xfrm>
            <a:off x="455773" y="63283"/>
            <a:ext cx="4034291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10795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" name="Panel | Match background"/>
          <p:cNvSpPr/>
          <p:nvPr/>
        </p:nvSpPr>
        <p:spPr>
          <a:xfrm>
            <a:off x="455773" y="1882669"/>
            <a:ext cx="4034291" cy="2523410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10795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" name="Panel | Build background"/>
          <p:cNvSpPr/>
          <p:nvPr/>
        </p:nvSpPr>
        <p:spPr>
          <a:xfrm>
            <a:off x="4553347" y="63283"/>
            <a:ext cx="1471330" cy="4342796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10795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5" name="TextBox 4"/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b="1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9056" y="1926497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263" y="1939513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b="1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6630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4837" y="109497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b="1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b="1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1" name="Find | Density card"/>
          <p:cNvSpPr/>
          <p:nvPr/>
        </p:nvSpPr>
        <p:spPr>
          <a:xfrm>
            <a:off x="526966" y="284774"/>
            <a:ext cx="664471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" name="TextBox 11"/>
          <p:cNvSpPr txBox="1"/>
          <p:nvPr/>
        </p:nvSpPr>
        <p:spPr>
          <a:xfrm>
            <a:off x="526966" y="317081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b="1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6211" name="Find | Fig1 Density surface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646367" y="427160"/>
            <a:ext cx="425669" cy="506264"/>
            <a:chOff x="496477" y="1485900"/>
            <a:chExt cx="1521646" cy="1809750"/>
          </a:xfrm>
        </p:grpSpPr>
        <p:sp>
          <p:nvSpPr>
            <p:cNvPr id="227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440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41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42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43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44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45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446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47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48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49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50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51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452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453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454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55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56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57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458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59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460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461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7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7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7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47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47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7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47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7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7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48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8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48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8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8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8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8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48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8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48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49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49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49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9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9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9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49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49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9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9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50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50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50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50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98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98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98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98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8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98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99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99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999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99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99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9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99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99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99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08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09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10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11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12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013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14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15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16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17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18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19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20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21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022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23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024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25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26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27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28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29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30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031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32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33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34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35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36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37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38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39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040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41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42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43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0044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45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46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047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504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505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506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07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508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509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510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511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512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513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14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208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09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210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27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228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229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230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31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232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233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234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235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236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37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238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239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40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241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42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243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244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6245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46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247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48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249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250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251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252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6253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254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55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256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57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258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259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260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6261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262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263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64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65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266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267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268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269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270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71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72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73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74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75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76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7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78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79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80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81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82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83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624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25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626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627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628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629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30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631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632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1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72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72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72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72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72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72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2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72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72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731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732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733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734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735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736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37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738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739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740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741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742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743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44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745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746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747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748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6212" name="Find | Receptor card"/>
          <p:cNvSpPr/>
          <p:nvPr/>
        </p:nvSpPr>
        <p:spPr>
          <a:xfrm>
            <a:off x="526966" y="1028349"/>
            <a:ext cx="664471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13" name="TextBox 6212"/>
          <p:cNvSpPr txBox="1"/>
          <p:nvPr/>
        </p:nvSpPr>
        <p:spPr>
          <a:xfrm>
            <a:off x="526966" y="1052746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b="1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grpSp>
        <p:nvGrpSpPr>
          <p:cNvPr id="2749" name="Find | Fig1 Receptor PyMOL cartoon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699626" y="1154915"/>
            <a:ext cx="319152" cy="395519"/>
            <a:chOff x="599474" y="4025272"/>
            <a:chExt cx="1349091" cy="1671901"/>
          </a:xfrm>
        </p:grpSpPr>
        <p:sp>
          <p:nvSpPr>
            <p:cNvPr id="2750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751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816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817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818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819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820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821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822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823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824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825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826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827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828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829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830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831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832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833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34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35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36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37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38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39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40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41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842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843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844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8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8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8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8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8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8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8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8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8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8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8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8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944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945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946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7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8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9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0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1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2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3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4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5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6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7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8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9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0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1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2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3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964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965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966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967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968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12032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12033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12034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12035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12036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12037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12038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39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0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1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2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3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4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5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6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7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8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12049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12050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12051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12052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12053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54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55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56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57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58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12059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60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61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62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63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64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65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12066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12067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12068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12069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12070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12071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12072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12073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12074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12075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12076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12077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12078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12079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12092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12093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12094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095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0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0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0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096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107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108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109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110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111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119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12120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12121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12122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12123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12134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12135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12136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12137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12138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073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074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161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162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163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164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165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166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167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168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0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171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2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3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4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5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6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7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8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79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80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81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182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83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184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3185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3186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3187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3188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3189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3190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1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2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3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4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5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6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7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8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3199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12314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12315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12316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12317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12318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12319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12320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12321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12322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12323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12324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12325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12326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27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12328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29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0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1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2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3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4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12335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6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7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8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39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40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12341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12342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12343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12344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12345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12346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12347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12348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12349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12350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12351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326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326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326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326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6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326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7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7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7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7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327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7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327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7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7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327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328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328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328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328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328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328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328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8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8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8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329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329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30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30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30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30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330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30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30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3410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411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412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3413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3414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3415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3416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3417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3418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3419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3420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3421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3422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3423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3424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3425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3426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3427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3428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3429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3430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1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3432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3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4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5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6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7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8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39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40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41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42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43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3444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45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46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3447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48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3449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50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51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52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53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3454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3455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8832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8833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8834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8835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8836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8837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8838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8839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8840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8841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8842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8843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8844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8845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8846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8847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8848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8849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0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1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2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3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4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5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6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7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8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59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60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61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62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8863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64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65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8866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67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68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69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70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8871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72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73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8874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75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76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8877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78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79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8880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1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2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3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4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5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6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7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8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9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889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889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889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889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889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52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53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54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55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56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57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58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12359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60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61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12362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12363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64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65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66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67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68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69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0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1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2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3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4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5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6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7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8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79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12380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12381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12382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12383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12384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12385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12386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12387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12388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12389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12390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12391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12392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12393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12394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12395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12396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12397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398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399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0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1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2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3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4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5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12406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7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8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09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0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1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2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3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4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5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6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12417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8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19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20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21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22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23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24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12425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12426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12427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12428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12429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12430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12431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12432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12433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34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35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36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37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38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39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0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12441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2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3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4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5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6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7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8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49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0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12451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2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12453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4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5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6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7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8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12459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12460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61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62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12463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64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65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66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67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12468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69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70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12471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12472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73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74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75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76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77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78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12479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0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12481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2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3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4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5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6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7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8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12489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12490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12491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12492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12493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12494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12495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12496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12497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12498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12499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0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12501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2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3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4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5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6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7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8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09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10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12511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12512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12513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12514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12515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12516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12517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12518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12519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12520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12521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12522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12523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12524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25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26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27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28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29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30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31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12532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12533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34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35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36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12537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38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39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40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12541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12542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12543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12544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12545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12546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12547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12548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12549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12550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1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2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3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4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5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12556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7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8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59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12560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12561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12562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12563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12564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12565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12566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12567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12568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69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12570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1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2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3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4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5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12576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7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8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79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0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1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2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3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4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12585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12586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7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8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89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12590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12591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12592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12593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12594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12595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12596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12597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12598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12599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12600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12601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12602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12603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12604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12605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12606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12607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12608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09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0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1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12612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3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4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5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6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12617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8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19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20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21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12622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12623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24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12625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26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27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28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29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30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12631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32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33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34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35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36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12637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12638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12639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12640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12641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42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43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44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45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12646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47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48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49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50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51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52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53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12654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55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12656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12657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58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59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60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61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62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63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64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65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12666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12667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12668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12669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12670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12671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12672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12673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12674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12675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76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77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78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79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0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1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2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3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4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5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86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7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88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89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90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91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92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93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94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95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696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97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98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699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12700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701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12702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12703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12704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12705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12706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12707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12708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12709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12710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12711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12712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13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14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12715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16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17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18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12719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12720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1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2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3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4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5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6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7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28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12729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30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12731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12732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12733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2734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2735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2736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2737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2738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2739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2740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2741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2742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2743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2744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2745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2746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2747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2748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2749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2750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1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2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3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4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5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6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7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2758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59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2760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1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2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3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2764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5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6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7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8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69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0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1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2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3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4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5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6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7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2778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2779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2780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2781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2782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2783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2784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2785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2786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2787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2788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2789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2790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2791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2792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793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794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795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796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797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798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799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800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801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802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03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04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05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06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07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808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09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0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1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2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3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4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2815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6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7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8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19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20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21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2822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2823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2824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2825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2826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2827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2828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2829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2830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2831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2832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33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34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35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36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37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38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39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40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41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42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43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44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45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46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47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48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49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50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51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2852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53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2854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55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56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2857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58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59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60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2861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2862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63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64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2865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2866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2867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2868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2869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2870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2871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2872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73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2874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75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76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2877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78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79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0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1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2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3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4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5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6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7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8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89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90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2891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2892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93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2894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895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896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897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898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899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00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01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02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03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2904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05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06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2907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2908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2909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10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11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12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13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14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15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2916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2917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2918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2919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2920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2921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2922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2923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2924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25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26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27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28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29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0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1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32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3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4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5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6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37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8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39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40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41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42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43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44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45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46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47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48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49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0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1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2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3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54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5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6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7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958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959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960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961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962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963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964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965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966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967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968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69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0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71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2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3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4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5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6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7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78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79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0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1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2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3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84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5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6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7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88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89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90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91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92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993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994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995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996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997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998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999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3000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3001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3002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3003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04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05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06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07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08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09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0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1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2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3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14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5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6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17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8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19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20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21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22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23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24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25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26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27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28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29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30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31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32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33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34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3035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3036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37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38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3039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40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41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42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3043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3044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5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46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7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8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49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0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1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2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3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4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5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56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57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58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59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60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61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2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3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64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65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6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7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8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9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70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071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072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073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74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075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76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77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078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79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80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81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082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83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084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085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086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87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88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89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90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091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92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93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094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95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096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97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98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099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00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101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02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103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104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05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06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07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08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09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10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11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112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113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114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15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16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17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18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19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20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21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22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23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24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25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126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127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128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129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130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31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32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33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34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35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136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37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38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139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40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41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42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143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144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45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146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3147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3148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3149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3150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3151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52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53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54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3155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3156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57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58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59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60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3161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62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3163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64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65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3166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67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68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3169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70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71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3172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3173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3174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75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76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77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78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3179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80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81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82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83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3184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3185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3186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3187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3188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3189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190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191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192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193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194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195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196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197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198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199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200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201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202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203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204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205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206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207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208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3209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210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211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3212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3213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14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15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16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17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3218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3219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20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3221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22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23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3224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3225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26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27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3228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3229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3230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31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32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3233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3234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35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36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37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38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39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3240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3241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42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43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3244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3245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3246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3247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3248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3249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3250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3251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52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53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3254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55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56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57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58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59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3260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61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3262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3263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64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65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66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67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68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3269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70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3271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72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73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74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3275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76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77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78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79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3280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3281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82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3283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3284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85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86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3287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88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3289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90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91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3292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3293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3294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3295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3296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3297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3298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3299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3300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3301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3302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3303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3304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3305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06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07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08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3309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10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11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12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13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3314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15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3316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3317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3318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19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20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21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22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23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3324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3325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3326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3327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3328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3329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3330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3331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32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33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34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35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36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37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38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39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40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41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42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43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44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45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46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47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48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49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50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3351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3352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3353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54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55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56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57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58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59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60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61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62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63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64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65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66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67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68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69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70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71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72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73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74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75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76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77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78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79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80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81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82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83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84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85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86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87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3388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3389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3390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3391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392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393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394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395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396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397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398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399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00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01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02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03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04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05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06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07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08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09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10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11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3412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13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14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3415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3416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3417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3418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3419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3420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3421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3422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3423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3424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3425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3426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27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28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29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30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31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32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33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34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35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36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37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38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39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40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41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42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43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44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45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46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47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48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49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50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3451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3452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3453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3454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3455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3456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3457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3458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3459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3460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3461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3462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3463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3464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3465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3466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67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68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69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3470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3471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3472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3473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3474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75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3476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77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78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79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80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3481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82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83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84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3485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86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87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88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89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3490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91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3492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93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94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3495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3496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3497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3498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3499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3500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3501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3502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3503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3504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3505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3506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3507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3508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3509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3510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3511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3512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3513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3514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3515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3516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3517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3518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3519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3520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3521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3522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3523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3524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3525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3526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3527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3528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3529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3530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3531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3532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3533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3534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3535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3536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3537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3538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3539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3540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3541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3542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3543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3544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3545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3546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3547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3548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3549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3550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3551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3552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3553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3554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3555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3556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3557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3558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3559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3560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3561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3562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3563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3564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3565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3566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3567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3568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3569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3570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3571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3572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3573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3574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3575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3576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3577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3578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79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3580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81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3582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83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84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3585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86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3587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3588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89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3590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91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3592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3593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3594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3595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3596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3597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3598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3599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00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01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02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03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04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05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06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07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08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09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10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11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12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13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14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15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16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17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18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19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20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21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3622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23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3624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3625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3626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3627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3628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3629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3630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3631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3632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3633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3634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3635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3636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3637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3638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3639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3640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3641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3642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3643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3644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3645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3646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3647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3648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3649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3650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3651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3652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3653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3654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3655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3656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3657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3658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3659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3660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3661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3662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3663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3664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3665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3666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3667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3668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3669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3670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3671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3672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3673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3674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3675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3676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3677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3678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3679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3680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3681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3682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3683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3684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3685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3686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3687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3688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3689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3690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3691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3692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3693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3694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3695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3696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3697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3698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3699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3700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3701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3702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3703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3704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3705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3706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3707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3708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3709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3710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3711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3712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3713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3714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3715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3716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3717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6214" name="TextBox 6213"/>
          <p:cNvSpPr txBox="1"/>
          <p:nvPr/>
        </p:nvSpPr>
        <p:spPr>
          <a:xfrm>
            <a:off x="618751" y="1564085"/>
            <a:ext cx="480902" cy="755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02">
                <a:solidFill>
                  <a:srgbClr val="6B5B95"/>
                </a:solidFill>
                <a:latin typeface="Arial"/>
              </a:rPr>
              <a:t>Embedding head</a:t>
            </a:r>
          </a:p>
        </p:txBody>
      </p:sp>
      <p:sp>
        <p:nvSpPr>
          <p:cNvPr id="6215" name="Find | Receptor embedding bar_1"/>
          <p:cNvSpPr/>
          <p:nvPr/>
        </p:nvSpPr>
        <p:spPr>
          <a:xfrm>
            <a:off x="621890" y="1676209"/>
            <a:ext cx="64413" cy="41134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16" name="Find | Receptor embedding bar_2"/>
          <p:cNvSpPr/>
          <p:nvPr/>
        </p:nvSpPr>
        <p:spPr>
          <a:xfrm>
            <a:off x="690258" y="1676209"/>
            <a:ext cx="64413" cy="41134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17" name="Find | Receptor embedding bar_3"/>
          <p:cNvSpPr/>
          <p:nvPr/>
        </p:nvSpPr>
        <p:spPr>
          <a:xfrm>
            <a:off x="758627" y="1676209"/>
            <a:ext cx="64413" cy="41134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18" name="Find | Receptor embedding bar_4"/>
          <p:cNvSpPr/>
          <p:nvPr/>
        </p:nvSpPr>
        <p:spPr>
          <a:xfrm>
            <a:off x="826995" y="1676209"/>
            <a:ext cx="64413" cy="41134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19" name="Find | Receptor embedding bar_5"/>
          <p:cNvSpPr/>
          <p:nvPr/>
        </p:nvSpPr>
        <p:spPr>
          <a:xfrm>
            <a:off x="895363" y="1676209"/>
            <a:ext cx="64413" cy="41134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20" name="Find | Receptor embedding bar_6"/>
          <p:cNvSpPr/>
          <p:nvPr/>
        </p:nvSpPr>
        <p:spPr>
          <a:xfrm>
            <a:off x="963731" y="1676209"/>
            <a:ext cx="64413" cy="41134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21" name="Find | Receptor embedding bar_7"/>
          <p:cNvSpPr/>
          <p:nvPr/>
        </p:nvSpPr>
        <p:spPr>
          <a:xfrm>
            <a:off x="1032100" y="1676209"/>
            <a:ext cx="64413" cy="41134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22" name="Find | Coupled backbone outer frame"/>
          <p:cNvSpPr/>
          <p:nvPr/>
        </p:nvSpPr>
        <p:spPr>
          <a:xfrm>
            <a:off x="1325914" y="261042"/>
            <a:ext cx="2246546" cy="1510882"/>
          </a:xfrm>
          <a:prstGeom prst="roundRect">
            <a:avLst>
              <a:gd name="adj" fmla="val 4000"/>
            </a:avLst>
          </a:prstGeom>
          <a:solidFill>
            <a:srgbClr val="FFFFFF">
              <a:alpha val="45000"/>
            </a:srgbClr>
          </a:solidFill>
          <a:ln w="9525">
            <a:solidFill>
              <a:srgbClr val="B8C9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23" name="Find | 3D voxel U-Net box"/>
          <p:cNvSpPr/>
          <p:nvPr/>
        </p:nvSpPr>
        <p:spPr>
          <a:xfrm>
            <a:off x="135755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F7FAFE"/>
          </a:solidFill>
          <a:ln w="10795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224" name="TextBox 6223"/>
          <p:cNvSpPr txBox="1"/>
          <p:nvPr/>
        </p:nvSpPr>
        <p:spPr>
          <a:xfrm>
            <a:off x="135755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 b="1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6225" name="TextBox 6224"/>
          <p:cNvSpPr txBox="1"/>
          <p:nvPr/>
        </p:nvSpPr>
        <p:spPr>
          <a:xfrm>
            <a:off x="1357556" y="416547"/>
            <a:ext cx="2183263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pic>
        <p:nvPicPr>
          <p:cNvPr id="6226" name="Picture 6225" descr="unet_block_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8525" y="545816"/>
            <a:ext cx="276863" cy="340146"/>
          </a:xfrm>
          <a:prstGeom prst="rect">
            <a:avLst/>
          </a:prstGeom>
        </p:spPr>
      </p:pic>
      <p:sp>
        <p:nvSpPr>
          <p:cNvPr id="9999" name="U-Net forward 1"/>
          <p:cNvSpPr/>
          <p:nvPr/>
        </p:nvSpPr>
        <p:spPr>
          <a:xfrm>
            <a:off x="1741209" y="806859"/>
            <a:ext cx="114700" cy="1"/>
          </a:xfrm>
          <a:custGeom>
            <a:avLst/>
            <a:gdLst/>
            <a:ahLst/>
            <a:cxnLst/>
            <a:rect l="0" t="0" r="w" b="h"/>
            <a:pathLst>
              <a:path w="132588" h="1">
                <a:moveTo>
                  <a:pt x="0" y="0"/>
                </a:moveTo>
                <a:lnTo>
                  <a:pt x="132588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pic>
        <p:nvPicPr>
          <p:cNvPr id="10000" name="Picture 9999" descr="unet_block_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1730" y="656561"/>
            <a:ext cx="284773" cy="229401"/>
          </a:xfrm>
          <a:prstGeom prst="rect">
            <a:avLst/>
          </a:prstGeom>
        </p:spPr>
      </p:pic>
      <p:sp>
        <p:nvSpPr>
          <p:cNvPr id="13718" name="U-Net forward 2"/>
          <p:cNvSpPr/>
          <p:nvPr/>
        </p:nvSpPr>
        <p:spPr>
          <a:xfrm>
            <a:off x="2172324" y="806859"/>
            <a:ext cx="122611" cy="1"/>
          </a:xfrm>
          <a:custGeom>
            <a:avLst/>
            <a:gdLst/>
            <a:ahLst/>
            <a:cxnLst/>
            <a:rect l="0" t="0" r="w" b="h"/>
            <a:pathLst>
              <a:path w="141732" h="1">
                <a:moveTo>
                  <a:pt x="0" y="0"/>
                </a:moveTo>
                <a:lnTo>
                  <a:pt x="141732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pic>
        <p:nvPicPr>
          <p:cNvPr id="10001" name="Picture 10000" descr="unet_block_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0756" y="759396"/>
            <a:ext cx="276863" cy="126566"/>
          </a:xfrm>
          <a:prstGeom prst="rect">
            <a:avLst/>
          </a:prstGeom>
        </p:spPr>
      </p:pic>
      <p:sp>
        <p:nvSpPr>
          <p:cNvPr id="13719" name="U-Net forward 3"/>
          <p:cNvSpPr/>
          <p:nvPr/>
        </p:nvSpPr>
        <p:spPr>
          <a:xfrm>
            <a:off x="2603439" y="806859"/>
            <a:ext cx="122611" cy="1"/>
          </a:xfrm>
          <a:custGeom>
            <a:avLst/>
            <a:gdLst/>
            <a:ahLst/>
            <a:cxnLst/>
            <a:rect l="0" t="0" r="w" b="h"/>
            <a:pathLst>
              <a:path w="141732" h="1">
                <a:moveTo>
                  <a:pt x="0" y="0"/>
                </a:moveTo>
                <a:lnTo>
                  <a:pt x="141732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pic>
        <p:nvPicPr>
          <p:cNvPr id="10002" name="Picture 10001" descr="unet_block_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1871" y="656561"/>
            <a:ext cx="284773" cy="229401"/>
          </a:xfrm>
          <a:prstGeom prst="rect">
            <a:avLst/>
          </a:prstGeom>
        </p:spPr>
      </p:pic>
      <p:sp>
        <p:nvSpPr>
          <p:cNvPr id="13720" name="U-Net forward 4"/>
          <p:cNvSpPr/>
          <p:nvPr/>
        </p:nvSpPr>
        <p:spPr>
          <a:xfrm>
            <a:off x="3042465" y="806859"/>
            <a:ext cx="114700" cy="1"/>
          </a:xfrm>
          <a:custGeom>
            <a:avLst/>
            <a:gdLst/>
            <a:ahLst/>
            <a:cxnLst/>
            <a:rect l="0" t="0" r="w" b="h"/>
            <a:pathLst>
              <a:path w="132588" h="1">
                <a:moveTo>
                  <a:pt x="0" y="0"/>
                </a:moveTo>
                <a:lnTo>
                  <a:pt x="132588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pic>
        <p:nvPicPr>
          <p:cNvPr id="10003" name="Picture 10002" descr="unet_block_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2986" y="545816"/>
            <a:ext cx="276863" cy="340146"/>
          </a:xfrm>
          <a:prstGeom prst="rect">
            <a:avLst/>
          </a:prstGeom>
        </p:spPr>
      </p:pic>
      <p:sp>
        <p:nvSpPr>
          <p:cNvPr id="13721" name="U-Net outer skip"/>
          <p:cNvSpPr/>
          <p:nvPr/>
        </p:nvSpPr>
        <p:spPr>
          <a:xfrm>
            <a:off x="1586956" y="498354"/>
            <a:ext cx="1724462" cy="39552"/>
          </a:xfrm>
          <a:custGeom>
            <a:avLst/>
            <a:gdLst/>
            <a:ahLst/>
            <a:cxnLst/>
            <a:rect l="0" t="0" r="w" b="h"/>
            <a:pathLst>
              <a:path w="1993392" h="45720">
                <a:moveTo>
                  <a:pt x="0" y="45720"/>
                </a:moveTo>
                <a:lnTo>
                  <a:pt x="0" y="0"/>
                </a:lnTo>
                <a:lnTo>
                  <a:pt x="1993392" y="0"/>
                </a:lnTo>
                <a:lnTo>
                  <a:pt x="1993392" y="45720"/>
                </a:lnTo>
              </a:path>
            </a:pathLst>
          </a:custGeom>
          <a:noFill/>
          <a:ln w="9525" cap="rnd" cmpd="sng" algn="ctr">
            <a:solidFill>
              <a:srgbClr val="7AA6CE"/>
            </a:solidFill>
            <a:prstDash val="dash"/>
            <a:round/>
            <a:headEnd type="none" w="med" len="med"/>
            <a:tailEnd type="triangle" w="sm" len="sm"/>
          </a:ln>
        </p:spPr>
      </p:sp>
      <p:sp>
        <p:nvSpPr>
          <p:cNvPr id="13722" name="U-Net inner skip"/>
          <p:cNvSpPr/>
          <p:nvPr/>
        </p:nvSpPr>
        <p:spPr>
          <a:xfrm>
            <a:off x="2014117" y="553727"/>
            <a:ext cx="870141" cy="94924"/>
          </a:xfrm>
          <a:custGeom>
            <a:avLst/>
            <a:gdLst/>
            <a:ahLst/>
            <a:cxnLst/>
            <a:rect l="0" t="0" r="w" b="h"/>
            <a:pathLst>
              <a:path w="1005840" h="109728">
                <a:moveTo>
                  <a:pt x="0" y="109728"/>
                </a:moveTo>
                <a:lnTo>
                  <a:pt x="0" y="0"/>
                </a:lnTo>
                <a:lnTo>
                  <a:pt x="1005840" y="0"/>
                </a:lnTo>
                <a:lnTo>
                  <a:pt x="1005840" y="109728"/>
                </a:lnTo>
              </a:path>
            </a:pathLst>
          </a:custGeom>
          <a:noFill/>
          <a:ln w="9525" cap="rnd" cmpd="sng" algn="ctr">
            <a:solidFill>
              <a:srgbClr val="7AA6CE"/>
            </a:solidFill>
            <a:prstDash val="dash"/>
            <a:round/>
            <a:headEnd type="none" w="med" len="med"/>
            <a:tailEnd type="triangle" w="sm" len="sm"/>
          </a:ln>
        </p:spPr>
      </p:sp>
      <p:sp>
        <p:nvSpPr>
          <p:cNvPr id="10004" name="TextBox 10003"/>
          <p:cNvSpPr txBox="1"/>
          <p:nvPr/>
        </p:nvSpPr>
        <p:spPr>
          <a:xfrm>
            <a:off x="152367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10005" name="TextBox 10004"/>
          <p:cNvSpPr txBox="1"/>
          <p:nvPr/>
        </p:nvSpPr>
        <p:spPr>
          <a:xfrm>
            <a:off x="217232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10006" name="TextBox 10005"/>
          <p:cNvSpPr txBox="1"/>
          <p:nvPr/>
        </p:nvSpPr>
        <p:spPr>
          <a:xfrm>
            <a:off x="282097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10007" name="Find | Point Transformer V3 box"/>
          <p:cNvSpPr/>
          <p:nvPr/>
        </p:nvSpPr>
        <p:spPr>
          <a:xfrm>
            <a:off x="135755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7F5FB"/>
          </a:solidFill>
          <a:ln w="10795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2080" name="Find | PTV3 stage 1 (no pseudo)">
            <a:extLst>
              <a:ext uri="{FF2B5EF4-FFF2-40B4-BE49-F238E27FC236}">
                <a16:creationId xmlns:a16="http://schemas.microsoft.com/office/drawing/2014/main" id="{C45814B3-EFC9-43F3-86EA-9E90B55A5FA2}"/>
              </a:ext>
            </a:extLst>
          </p:cNvPr>
          <p:cNvGrpSpPr/>
          <p:nvPr/>
        </p:nvGrpSpPr>
        <p:grpSpPr>
          <a:xfrm>
            <a:off x="1448525" y="1222153"/>
            <a:ext cx="276863" cy="197759"/>
            <a:chOff x="1837958" y="1438830"/>
            <a:chExt cx="279225" cy="243090"/>
          </a:xfrm>
        </p:grpSpPr>
        <p:sp>
          <p:nvSpPr>
            <p:cNvPr id="12081" name="rect_1844">
              <a:extLst>
                <a:ext uri="{FF2B5EF4-FFF2-40B4-BE49-F238E27FC236}">
                  <a16:creationId xmlns:a16="http://schemas.microsoft.com/office/drawing/2014/main" id="{B5671B83-C213-C890-1425-1EB7DF5A4A0C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2" name="ellipse_1845">
              <a:extLst>
                <a:ext uri="{FF2B5EF4-FFF2-40B4-BE49-F238E27FC236}">
                  <a16:creationId xmlns:a16="http://schemas.microsoft.com/office/drawing/2014/main" id="{B50990B0-29D6-7AF9-F0C5-15002957B0B5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3" name="ellipse_1846">
              <a:extLst>
                <a:ext uri="{FF2B5EF4-FFF2-40B4-BE49-F238E27FC236}">
                  <a16:creationId xmlns:a16="http://schemas.microsoft.com/office/drawing/2014/main" id="{FEFFD3D0-0BD7-DDF3-F532-55FA4DEE08AD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4" name="ellipse_1847">
              <a:extLst>
                <a:ext uri="{FF2B5EF4-FFF2-40B4-BE49-F238E27FC236}">
                  <a16:creationId xmlns:a16="http://schemas.microsoft.com/office/drawing/2014/main" id="{5AC63B99-5AA2-748D-4B2A-8738E56838EE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5" name="ellipse_1848">
              <a:extLst>
                <a:ext uri="{FF2B5EF4-FFF2-40B4-BE49-F238E27FC236}">
                  <a16:creationId xmlns:a16="http://schemas.microsoft.com/office/drawing/2014/main" id="{5E56F200-0481-CC61-DDAD-84339083D2F4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6" name="ellipse_1849">
              <a:extLst>
                <a:ext uri="{FF2B5EF4-FFF2-40B4-BE49-F238E27FC236}">
                  <a16:creationId xmlns:a16="http://schemas.microsoft.com/office/drawing/2014/main" id="{79CD2A1E-1F24-0A68-968A-24B787463A8A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7" name="ellipse_1850">
              <a:extLst>
                <a:ext uri="{FF2B5EF4-FFF2-40B4-BE49-F238E27FC236}">
                  <a16:creationId xmlns:a16="http://schemas.microsoft.com/office/drawing/2014/main" id="{838BE43E-7E48-FEF9-B8D3-053336C9A9B7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8" name="ellipse_1851">
              <a:extLst>
                <a:ext uri="{FF2B5EF4-FFF2-40B4-BE49-F238E27FC236}">
                  <a16:creationId xmlns:a16="http://schemas.microsoft.com/office/drawing/2014/main" id="{21BEDD8C-EE87-E19B-DCA4-3B837D86767F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89" name="ellipse_1852">
              <a:extLst>
                <a:ext uri="{FF2B5EF4-FFF2-40B4-BE49-F238E27FC236}">
                  <a16:creationId xmlns:a16="http://schemas.microsoft.com/office/drawing/2014/main" id="{FB7B6F56-6957-96B0-8FC6-8ADEC6EA375D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90" name="ellipse_1853">
              <a:extLst>
                <a:ext uri="{FF2B5EF4-FFF2-40B4-BE49-F238E27FC236}">
                  <a16:creationId xmlns:a16="http://schemas.microsoft.com/office/drawing/2014/main" id="{9F548155-5A32-FA98-97D0-F474D5064CBD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91" name="ellipse_1854">
              <a:extLst>
                <a:ext uri="{FF2B5EF4-FFF2-40B4-BE49-F238E27FC236}">
                  <a16:creationId xmlns:a16="http://schemas.microsoft.com/office/drawing/2014/main" id="{AABD4A82-C93A-7FD1-31B8-E344E1F4797F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3723" name="PTV3 forward 1"/>
          <p:cNvSpPr/>
          <p:nvPr/>
        </p:nvSpPr>
        <p:spPr>
          <a:xfrm>
            <a:off x="1741208" y="1321033"/>
            <a:ext cx="118656" cy="1"/>
          </a:xfrm>
          <a:custGeom>
            <a:avLst/>
            <a:gdLst/>
            <a:ahLst/>
            <a:cxnLst/>
            <a:rect l="0" t="0" r="w" b="h"/>
            <a:pathLst>
              <a:path w="137160" h="1">
                <a:moveTo>
                  <a:pt x="0" y="0"/>
                </a:moveTo>
                <a:lnTo>
                  <a:pt x="137160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12097" name="Find | PTV3 stage 2 (no pseudo)">
            <a:extLst>
              <a:ext uri="{FF2B5EF4-FFF2-40B4-BE49-F238E27FC236}">
                <a16:creationId xmlns:a16="http://schemas.microsoft.com/office/drawing/2014/main" id="{169877C2-B1CC-E156-0617-4FF0702D3626}"/>
              </a:ext>
            </a:extLst>
          </p:cNvPr>
          <p:cNvGrpSpPr/>
          <p:nvPr/>
        </p:nvGrpSpPr>
        <p:grpSpPr>
          <a:xfrm>
            <a:off x="1879288" y="1218198"/>
            <a:ext cx="269656" cy="205670"/>
            <a:chOff x="2276505" y="1465110"/>
            <a:chExt cx="243090" cy="190530"/>
          </a:xfrm>
        </p:grpSpPr>
        <p:sp>
          <p:nvSpPr>
            <p:cNvPr id="12098" name="rect_1860">
              <a:extLst>
                <a:ext uri="{FF2B5EF4-FFF2-40B4-BE49-F238E27FC236}">
                  <a16:creationId xmlns:a16="http://schemas.microsoft.com/office/drawing/2014/main" id="{E7FE313C-B088-3BC2-A144-58397A0D874F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099" name="ellipse_1861">
              <a:extLst>
                <a:ext uri="{FF2B5EF4-FFF2-40B4-BE49-F238E27FC236}">
                  <a16:creationId xmlns:a16="http://schemas.microsoft.com/office/drawing/2014/main" id="{7A8053ED-9FB4-D759-96F2-9E81B11D938F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0" name="ellipse_1862">
              <a:extLst>
                <a:ext uri="{FF2B5EF4-FFF2-40B4-BE49-F238E27FC236}">
                  <a16:creationId xmlns:a16="http://schemas.microsoft.com/office/drawing/2014/main" id="{246A1410-22A0-1622-383A-1A82C2C75BEE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1" name="ellipse_1863">
              <a:extLst>
                <a:ext uri="{FF2B5EF4-FFF2-40B4-BE49-F238E27FC236}">
                  <a16:creationId xmlns:a16="http://schemas.microsoft.com/office/drawing/2014/main" id="{F264C225-B1F6-F8CF-CB2A-6E26C48FD7E1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2" name="ellipse_1864">
              <a:extLst>
                <a:ext uri="{FF2B5EF4-FFF2-40B4-BE49-F238E27FC236}">
                  <a16:creationId xmlns:a16="http://schemas.microsoft.com/office/drawing/2014/main" id="{C565E44C-21A0-328D-C288-98104DD48C6D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3" name="ellipse_1865">
              <a:extLst>
                <a:ext uri="{FF2B5EF4-FFF2-40B4-BE49-F238E27FC236}">
                  <a16:creationId xmlns:a16="http://schemas.microsoft.com/office/drawing/2014/main" id="{D943A76F-FB5A-511A-594A-83C075E1B54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4" name="ellipse_1866">
              <a:extLst>
                <a:ext uri="{FF2B5EF4-FFF2-40B4-BE49-F238E27FC236}">
                  <a16:creationId xmlns:a16="http://schemas.microsoft.com/office/drawing/2014/main" id="{61100D22-A04D-0416-D9DA-056C0CFE7F46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5" name="ellipse_1867">
              <a:extLst>
                <a:ext uri="{FF2B5EF4-FFF2-40B4-BE49-F238E27FC236}">
                  <a16:creationId xmlns:a16="http://schemas.microsoft.com/office/drawing/2014/main" id="{7002FE02-268A-0E0A-05C6-D277F17E300F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06" name="ellipse_1868">
              <a:extLst>
                <a:ext uri="{FF2B5EF4-FFF2-40B4-BE49-F238E27FC236}">
                  <a16:creationId xmlns:a16="http://schemas.microsoft.com/office/drawing/2014/main" id="{5F729E57-F126-90CA-A611-36B648F9412F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3724" name="PTV3 forward 2"/>
          <p:cNvSpPr/>
          <p:nvPr/>
        </p:nvSpPr>
        <p:spPr>
          <a:xfrm>
            <a:off x="2168369" y="1321033"/>
            <a:ext cx="142387" cy="1"/>
          </a:xfrm>
          <a:custGeom>
            <a:avLst/>
            <a:gdLst/>
            <a:ahLst/>
            <a:cxnLst/>
            <a:rect l="0" t="0" r="w" b="h"/>
            <a:pathLst>
              <a:path w="164592" h="1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12112" name="Find | PTV3 stage 3 (no pseudo)">
            <a:extLst>
              <a:ext uri="{FF2B5EF4-FFF2-40B4-BE49-F238E27FC236}">
                <a16:creationId xmlns:a16="http://schemas.microsoft.com/office/drawing/2014/main" id="{1A590DEC-001C-BAF0-B6DA-A88C3857ACE9}"/>
              </a:ext>
            </a:extLst>
          </p:cNvPr>
          <p:cNvGrpSpPr/>
          <p:nvPr/>
        </p:nvGrpSpPr>
        <p:grpSpPr>
          <a:xfrm>
            <a:off x="2327128" y="1230063"/>
            <a:ext cx="244120" cy="181939"/>
            <a:chOff x="2703555" y="1491390"/>
            <a:chExt cx="190530" cy="137970"/>
          </a:xfrm>
        </p:grpSpPr>
        <p:sp>
          <p:nvSpPr>
            <p:cNvPr id="12113" name="rect_1874">
              <a:extLst>
                <a:ext uri="{FF2B5EF4-FFF2-40B4-BE49-F238E27FC236}">
                  <a16:creationId xmlns:a16="http://schemas.microsoft.com/office/drawing/2014/main" id="{14735FA8-DDEF-613D-A9EF-A483782AF406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4" name="ellipse_1875">
              <a:extLst>
                <a:ext uri="{FF2B5EF4-FFF2-40B4-BE49-F238E27FC236}">
                  <a16:creationId xmlns:a16="http://schemas.microsoft.com/office/drawing/2014/main" id="{DCDF1F7A-9875-CB45-E4BB-28E7159BEFE0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5" name="ellipse_1876">
              <a:extLst>
                <a:ext uri="{FF2B5EF4-FFF2-40B4-BE49-F238E27FC236}">
                  <a16:creationId xmlns:a16="http://schemas.microsoft.com/office/drawing/2014/main" id="{2E40DBB3-5E6B-1B85-F35C-D61294D7756B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6" name="ellipse_1877">
              <a:extLst>
                <a:ext uri="{FF2B5EF4-FFF2-40B4-BE49-F238E27FC236}">
                  <a16:creationId xmlns:a16="http://schemas.microsoft.com/office/drawing/2014/main" id="{C883B191-F5C0-7BCC-FDFB-0D3E9E941B27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7" name="ellipse_1878">
              <a:extLst>
                <a:ext uri="{FF2B5EF4-FFF2-40B4-BE49-F238E27FC236}">
                  <a16:creationId xmlns:a16="http://schemas.microsoft.com/office/drawing/2014/main" id="{72CD30D0-1E2E-2FDE-626B-6DB7F8A86C8A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18" name="ellipse_1879">
              <a:extLst>
                <a:ext uri="{FF2B5EF4-FFF2-40B4-BE49-F238E27FC236}">
                  <a16:creationId xmlns:a16="http://schemas.microsoft.com/office/drawing/2014/main" id="{59AF83A6-5A8D-26D6-9A05-B582205C5033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3725" name="PTV3 forward 3"/>
          <p:cNvSpPr/>
          <p:nvPr/>
        </p:nvSpPr>
        <p:spPr>
          <a:xfrm>
            <a:off x="2587618" y="1321033"/>
            <a:ext cx="142387" cy="1"/>
          </a:xfrm>
          <a:custGeom>
            <a:avLst/>
            <a:gdLst/>
            <a:ahLst/>
            <a:cxnLst/>
            <a:rect l="0" t="0" r="w" b="h"/>
            <a:pathLst>
              <a:path w="164592" h="1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12124" name="Find | PTV3 stage 4 (no pseudo)">
            <a:extLst>
              <a:ext uri="{FF2B5EF4-FFF2-40B4-BE49-F238E27FC236}">
                <a16:creationId xmlns:a16="http://schemas.microsoft.com/office/drawing/2014/main" id="{ECC7476B-F155-C211-4799-C0A223175A8F}"/>
              </a:ext>
            </a:extLst>
          </p:cNvPr>
          <p:cNvGrpSpPr/>
          <p:nvPr/>
        </p:nvGrpSpPr>
        <p:grpSpPr>
          <a:xfrm>
            <a:off x="2749431" y="1218198"/>
            <a:ext cx="269656" cy="205670"/>
            <a:chOff x="3097755" y="1465110"/>
            <a:chExt cx="243090" cy="190530"/>
          </a:xfrm>
        </p:grpSpPr>
        <p:sp>
          <p:nvSpPr>
            <p:cNvPr id="12125" name="rect_1885">
              <a:extLst>
                <a:ext uri="{FF2B5EF4-FFF2-40B4-BE49-F238E27FC236}">
                  <a16:creationId xmlns:a16="http://schemas.microsoft.com/office/drawing/2014/main" id="{25656BB8-8B4D-090C-58C4-4B418AC3FE75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6" name="ellipse_1886">
              <a:extLst>
                <a:ext uri="{FF2B5EF4-FFF2-40B4-BE49-F238E27FC236}">
                  <a16:creationId xmlns:a16="http://schemas.microsoft.com/office/drawing/2014/main" id="{920E56D4-53B9-7C0D-29FA-C7388E1FA8DF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7" name="ellipse_1887">
              <a:extLst>
                <a:ext uri="{FF2B5EF4-FFF2-40B4-BE49-F238E27FC236}">
                  <a16:creationId xmlns:a16="http://schemas.microsoft.com/office/drawing/2014/main" id="{FDE3AFF9-C2E1-9B13-CF49-48A668AE383C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8" name="ellipse_1888">
              <a:extLst>
                <a:ext uri="{FF2B5EF4-FFF2-40B4-BE49-F238E27FC236}">
                  <a16:creationId xmlns:a16="http://schemas.microsoft.com/office/drawing/2014/main" id="{F5C0CDCE-F94E-C9AA-4396-DAD22724EC7F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29" name="ellipse_1889">
              <a:extLst>
                <a:ext uri="{FF2B5EF4-FFF2-40B4-BE49-F238E27FC236}">
                  <a16:creationId xmlns:a16="http://schemas.microsoft.com/office/drawing/2014/main" id="{B79FA953-B52D-4F3C-950E-25A9A14DB55B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0" name="ellipse_1890">
              <a:extLst>
                <a:ext uri="{FF2B5EF4-FFF2-40B4-BE49-F238E27FC236}">
                  <a16:creationId xmlns:a16="http://schemas.microsoft.com/office/drawing/2014/main" id="{F20C37D6-71D4-25D7-854A-88A7C1438BCB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1" name="ellipse_1891">
              <a:extLst>
                <a:ext uri="{FF2B5EF4-FFF2-40B4-BE49-F238E27FC236}">
                  <a16:creationId xmlns:a16="http://schemas.microsoft.com/office/drawing/2014/main" id="{4C85A09D-8DD7-3221-633D-CEF8BCCEB107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2" name="ellipse_1892">
              <a:extLst>
                <a:ext uri="{FF2B5EF4-FFF2-40B4-BE49-F238E27FC236}">
                  <a16:creationId xmlns:a16="http://schemas.microsoft.com/office/drawing/2014/main" id="{F0D3C4ED-4604-B7A2-AE90-9F1D42DEC07E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33" name="ellipse_1893">
              <a:extLst>
                <a:ext uri="{FF2B5EF4-FFF2-40B4-BE49-F238E27FC236}">
                  <a16:creationId xmlns:a16="http://schemas.microsoft.com/office/drawing/2014/main" id="{8D5CCA2A-D682-EE4A-4114-97E8CF3F1898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3726" name="PTV3 forward 4"/>
          <p:cNvSpPr/>
          <p:nvPr/>
        </p:nvSpPr>
        <p:spPr>
          <a:xfrm>
            <a:off x="3038510" y="1321033"/>
            <a:ext cx="118656" cy="1"/>
          </a:xfrm>
          <a:custGeom>
            <a:avLst/>
            <a:gdLst/>
            <a:ahLst/>
            <a:cxnLst/>
            <a:rect l="0" t="0" r="w" b="h"/>
            <a:pathLst>
              <a:path w="137160" h="1">
                <a:moveTo>
                  <a:pt x="0" y="0"/>
                </a:moveTo>
                <a:lnTo>
                  <a:pt x="137160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12139" name="Find | PTV3 stage 5 (no pseudo)">
            <a:extLst>
              <a:ext uri="{FF2B5EF4-FFF2-40B4-BE49-F238E27FC236}">
                <a16:creationId xmlns:a16="http://schemas.microsoft.com/office/drawing/2014/main" id="{4AD0C8DC-A514-12A0-E439-63682213958A}"/>
              </a:ext>
            </a:extLst>
          </p:cNvPr>
          <p:cNvGrpSpPr/>
          <p:nvPr/>
        </p:nvGrpSpPr>
        <p:grpSpPr>
          <a:xfrm>
            <a:off x="3172986" y="1222153"/>
            <a:ext cx="276863" cy="197759"/>
            <a:chOff x="3473888" y="1438830"/>
            <a:chExt cx="279225" cy="243090"/>
          </a:xfrm>
        </p:grpSpPr>
        <p:sp>
          <p:nvSpPr>
            <p:cNvPr id="12140" name="rect_1899">
              <a:extLst>
                <a:ext uri="{FF2B5EF4-FFF2-40B4-BE49-F238E27FC236}">
                  <a16:creationId xmlns:a16="http://schemas.microsoft.com/office/drawing/2014/main" id="{D2BABAFC-70F7-681B-7355-C5274FD88301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1" name="ellipse_1900">
              <a:extLst>
                <a:ext uri="{FF2B5EF4-FFF2-40B4-BE49-F238E27FC236}">
                  <a16:creationId xmlns:a16="http://schemas.microsoft.com/office/drawing/2014/main" id="{84447246-1C77-CF16-965F-5AD6D6E948CD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2" name="ellipse_1901">
              <a:extLst>
                <a:ext uri="{FF2B5EF4-FFF2-40B4-BE49-F238E27FC236}">
                  <a16:creationId xmlns:a16="http://schemas.microsoft.com/office/drawing/2014/main" id="{B2C607F9-B4E3-9A75-1D50-0CD10019BBC9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3" name="ellipse_1902">
              <a:extLst>
                <a:ext uri="{FF2B5EF4-FFF2-40B4-BE49-F238E27FC236}">
                  <a16:creationId xmlns:a16="http://schemas.microsoft.com/office/drawing/2014/main" id="{A2BFD919-74CF-DCDC-C125-7C9E5FE60162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4" name="ellipse_1903">
              <a:extLst>
                <a:ext uri="{FF2B5EF4-FFF2-40B4-BE49-F238E27FC236}">
                  <a16:creationId xmlns:a16="http://schemas.microsoft.com/office/drawing/2014/main" id="{A797244C-7FAF-2BBB-BF4F-EDC22D846211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5" name="ellipse_1904">
              <a:extLst>
                <a:ext uri="{FF2B5EF4-FFF2-40B4-BE49-F238E27FC236}">
                  <a16:creationId xmlns:a16="http://schemas.microsoft.com/office/drawing/2014/main" id="{E6427AB1-4923-2205-0F87-8582EA05BCAE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6" name="ellipse_1905">
              <a:extLst>
                <a:ext uri="{FF2B5EF4-FFF2-40B4-BE49-F238E27FC236}">
                  <a16:creationId xmlns:a16="http://schemas.microsoft.com/office/drawing/2014/main" id="{DBFCBD51-D6EE-E69E-DE3B-535D237798CB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7" name="ellipse_1906">
              <a:extLst>
                <a:ext uri="{FF2B5EF4-FFF2-40B4-BE49-F238E27FC236}">
                  <a16:creationId xmlns:a16="http://schemas.microsoft.com/office/drawing/2014/main" id="{BDC62FB4-8E9F-686F-3ED0-8FD8F60F392F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8" name="ellipse_1907">
              <a:extLst>
                <a:ext uri="{FF2B5EF4-FFF2-40B4-BE49-F238E27FC236}">
                  <a16:creationId xmlns:a16="http://schemas.microsoft.com/office/drawing/2014/main" id="{2B020A4A-BDDA-C5D3-E502-AEF378A05360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49" name="ellipse_1908">
              <a:extLst>
                <a:ext uri="{FF2B5EF4-FFF2-40B4-BE49-F238E27FC236}">
                  <a16:creationId xmlns:a16="http://schemas.microsoft.com/office/drawing/2014/main" id="{5342D734-D9B0-8CDD-54F5-B3A57C4BE8D5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2150" name="ellipse_1909">
              <a:extLst>
                <a:ext uri="{FF2B5EF4-FFF2-40B4-BE49-F238E27FC236}">
                  <a16:creationId xmlns:a16="http://schemas.microsoft.com/office/drawing/2014/main" id="{BDAC0A3D-49DD-B8DA-3D93-DA2B690353E3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3727" name="PTV3 Recycle loop"/>
          <p:cNvSpPr/>
          <p:nvPr/>
        </p:nvSpPr>
        <p:spPr>
          <a:xfrm>
            <a:off x="1586956" y="1439688"/>
            <a:ext cx="1724462" cy="102835"/>
          </a:xfrm>
          <a:custGeom>
            <a:avLst/>
            <a:gdLst/>
            <a:ahLst/>
            <a:cxnLst/>
            <a:rect l="0" t="0" r="w" b="h"/>
            <a:pathLst>
              <a:path w="1993392" h="118872">
                <a:moveTo>
                  <a:pt x="1993392" y="0"/>
                </a:moveTo>
                <a:lnTo>
                  <a:pt x="1993392" y="118872"/>
                </a:lnTo>
                <a:lnTo>
                  <a:pt x="0" y="118872"/>
                </a:lnTo>
                <a:lnTo>
                  <a:pt x="0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151" name="Rectangle 12150"/>
          <p:cNvSpPr/>
          <p:nvPr/>
        </p:nvSpPr>
        <p:spPr>
          <a:xfrm>
            <a:off x="2243518" y="1487151"/>
            <a:ext cx="411339" cy="102835"/>
          </a:xfrm>
          <a:prstGeom prst="rect">
            <a:avLst/>
          </a:prstGeom>
          <a:solidFill>
            <a:srgbClr val="F7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52" name="TextBox 12151"/>
          <p:cNvSpPr txBox="1"/>
          <p:nvPr/>
        </p:nvSpPr>
        <p:spPr>
          <a:xfrm>
            <a:off x="222769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12153" name="TextBox 12152"/>
          <p:cNvSpPr txBox="1"/>
          <p:nvPr/>
        </p:nvSpPr>
        <p:spPr>
          <a:xfrm>
            <a:off x="135755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 b="1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13728" name="Voxel-to-point fusion 1"/>
          <p:cNvSpPr/>
          <p:nvPr/>
        </p:nvSpPr>
        <p:spPr>
          <a:xfrm>
            <a:off x="1586957" y="1028349"/>
            <a:ext cx="1" cy="181939"/>
          </a:xfrm>
          <a:custGeom>
            <a:avLst/>
            <a:gdLst/>
            <a:ahLst/>
            <a:cxnLst/>
            <a:rect l="0" t="0" r="w" b="h"/>
            <a:pathLst>
              <a:path w="1" h="210312">
                <a:moveTo>
                  <a:pt x="0" y="0"/>
                </a:moveTo>
                <a:lnTo>
                  <a:pt x="0" y="210312"/>
                </a:lnTo>
              </a:path>
            </a:pathLst>
          </a:custGeom>
          <a:noFill/>
          <a:ln w="1143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29" name="Voxel-to-point fusion 3"/>
          <p:cNvSpPr/>
          <p:nvPr/>
        </p:nvSpPr>
        <p:spPr>
          <a:xfrm>
            <a:off x="2449187" y="1028349"/>
            <a:ext cx="1" cy="181939"/>
          </a:xfrm>
          <a:custGeom>
            <a:avLst/>
            <a:gdLst/>
            <a:ahLst/>
            <a:cxnLst/>
            <a:rect l="0" t="0" r="w" b="h"/>
            <a:pathLst>
              <a:path w="1" h="210312">
                <a:moveTo>
                  <a:pt x="0" y="0"/>
                </a:moveTo>
                <a:lnTo>
                  <a:pt x="0" y="210312"/>
                </a:lnTo>
              </a:path>
            </a:pathLst>
          </a:custGeom>
          <a:noFill/>
          <a:ln w="1143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30" name="Voxel-to-point fusion 5"/>
          <p:cNvSpPr/>
          <p:nvPr/>
        </p:nvSpPr>
        <p:spPr>
          <a:xfrm>
            <a:off x="3311418" y="1028349"/>
            <a:ext cx="1" cy="181939"/>
          </a:xfrm>
          <a:custGeom>
            <a:avLst/>
            <a:gdLst/>
            <a:ahLst/>
            <a:cxnLst/>
            <a:rect l="0" t="0" r="w" b="h"/>
            <a:pathLst>
              <a:path w="1" h="210312">
                <a:moveTo>
                  <a:pt x="0" y="0"/>
                </a:moveTo>
                <a:lnTo>
                  <a:pt x="0" y="210312"/>
                </a:lnTo>
              </a:path>
            </a:pathLst>
          </a:custGeom>
          <a:noFill/>
          <a:ln w="1143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154" name="TextBox 12153"/>
          <p:cNvSpPr txBox="1"/>
          <p:nvPr/>
        </p:nvSpPr>
        <p:spPr>
          <a:xfrm>
            <a:off x="1634419" y="1059287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2B6CB0"/>
                </a:solidFill>
                <a:latin typeface="Arial"/>
              </a:rPr>
              <a:t>Voxel-to-point fusion</a:t>
            </a:r>
          </a:p>
        </p:txBody>
      </p:sp>
      <p:sp>
        <p:nvSpPr>
          <p:cNvPr id="13731" name="Density to U-Net"/>
          <p:cNvSpPr/>
          <p:nvPr/>
        </p:nvSpPr>
        <p:spPr>
          <a:xfrm>
            <a:off x="1191437" y="656562"/>
            <a:ext cx="166118" cy="1"/>
          </a:xfrm>
          <a:custGeom>
            <a:avLst/>
            <a:gdLst/>
            <a:ahLst/>
            <a:cxnLst/>
            <a:rect l="0" t="0" r="w" b="h"/>
            <a:pathLst>
              <a:path w="192024" h="1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1206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32" name="Receptor to PTV3"/>
          <p:cNvSpPr/>
          <p:nvPr/>
        </p:nvSpPr>
        <p:spPr>
          <a:xfrm>
            <a:off x="1191438" y="1321033"/>
            <a:ext cx="241266" cy="1"/>
          </a:xfrm>
          <a:custGeom>
            <a:avLst/>
            <a:gdLst/>
            <a:ahLst/>
            <a:cxnLst/>
            <a:rect l="0" t="0" r="w" b="h"/>
            <a:pathLst>
              <a:path w="278892" h="1">
                <a:moveTo>
                  <a:pt x="0" y="0"/>
                </a:moveTo>
                <a:lnTo>
                  <a:pt x="278892" y="0"/>
                </a:lnTo>
              </a:path>
            </a:pathLst>
          </a:custGeom>
          <a:noFill/>
          <a:ln w="1206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33" name="Receptor to U-Net"/>
          <p:cNvSpPr/>
          <p:nvPr/>
        </p:nvSpPr>
        <p:spPr>
          <a:xfrm>
            <a:off x="1270541" y="783128"/>
            <a:ext cx="87014" cy="537905"/>
          </a:xfrm>
          <a:custGeom>
            <a:avLst/>
            <a:gdLst/>
            <a:ahLst/>
            <a:cxnLst/>
            <a:rect l="0" t="0" r="w" b="h"/>
            <a:pathLst>
              <a:path w="100584" h="621792">
                <a:moveTo>
                  <a:pt x="0" y="621792"/>
                </a:moveTo>
                <a:lnTo>
                  <a:pt x="0" y="0"/>
                </a:lnTo>
                <a:lnTo>
                  <a:pt x="100584" y="0"/>
                </a:lnTo>
              </a:path>
            </a:pathLst>
          </a:custGeom>
          <a:noFill/>
          <a:ln w="11430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155" name="Find | Blobs output card"/>
          <p:cNvSpPr/>
          <p:nvPr/>
        </p:nvSpPr>
        <p:spPr>
          <a:xfrm>
            <a:off x="3714847" y="332236"/>
            <a:ext cx="696113" cy="13605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56" name="TextBox 12155"/>
          <p:cNvSpPr txBox="1"/>
          <p:nvPr/>
        </p:nvSpPr>
        <p:spPr>
          <a:xfrm>
            <a:off x="3714847" y="387004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b="1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pic>
        <p:nvPicPr>
          <p:cNvPr id="12157" name="Picture 12156" descr="find_blob_cub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93951" y="529995"/>
            <a:ext cx="537905" cy="545816"/>
          </a:xfrm>
          <a:prstGeom prst="rect">
            <a:avLst/>
          </a:prstGeom>
        </p:spPr>
      </p:pic>
      <p:sp>
        <p:nvSpPr>
          <p:cNvPr id="12158" name="Find | Extracted blob subcard"/>
          <p:cNvSpPr/>
          <p:nvPr/>
        </p:nvSpPr>
        <p:spPr>
          <a:xfrm>
            <a:off x="3778130" y="1139094"/>
            <a:ext cx="569547" cy="474622"/>
          </a:xfrm>
          <a:prstGeom prst="roundRect">
            <a:avLst>
              <a:gd name="adj" fmla="val 8000"/>
            </a:avLst>
          </a:prstGeom>
          <a:solidFill>
            <a:srgbClr val="F4F9FD"/>
          </a:solidFill>
          <a:ln w="7620">
            <a:solidFill>
              <a:srgbClr val="D0E0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8888" name="Find | Extracted candidate blob"/>
          <p:cNvGrpSpPr/>
          <p:nvPr/>
        </p:nvGrpSpPr>
        <p:grpSpPr>
          <a:xfrm>
            <a:off x="3912607" y="1178809"/>
            <a:ext cx="300594" cy="205344"/>
            <a:chOff x="1928706" y="3559489"/>
            <a:chExt cx="227897" cy="155682"/>
          </a:xfrm>
        </p:grpSpPr>
        <p:sp>
          <p:nvSpPr>
            <p:cNvPr id="13734" name="Candidate blob | editable contour"/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3735" name="ellipse_2612"/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2159" name="Oval 12158"/>
          <p:cNvSpPr/>
          <p:nvPr/>
        </p:nvSpPr>
        <p:spPr>
          <a:xfrm>
            <a:off x="4047083" y="1265660"/>
            <a:ext cx="31641" cy="31641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60" name="TextBox 12159"/>
          <p:cNvSpPr txBox="1"/>
          <p:nvPr/>
        </p:nvSpPr>
        <p:spPr>
          <a:xfrm>
            <a:off x="3798408" y="1452101"/>
            <a:ext cx="528992" cy="8592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b="1">
                <a:solidFill>
                  <a:srgbClr val="2B5B84"/>
                </a:solidFill>
                <a:latin typeface="Arial"/>
              </a:rPr>
              <a:t>Candidate blob</a:t>
            </a:r>
          </a:p>
        </p:txBody>
      </p:sp>
      <p:sp>
        <p:nvSpPr>
          <p:cNvPr id="13736" name="U-Net to Blobs straight"/>
          <p:cNvSpPr/>
          <p:nvPr/>
        </p:nvSpPr>
        <p:spPr>
          <a:xfrm>
            <a:off x="3540819" y="656562"/>
            <a:ext cx="174028" cy="1"/>
          </a:xfrm>
          <a:custGeom>
            <a:avLst/>
            <a:gdLst/>
            <a:ahLst/>
            <a:cxnLst/>
            <a:rect l="0" t="0" r="w" b="h"/>
            <a:pathLst>
              <a:path w="201168" h="1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1206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37" name="PTV3 to Blobs straight"/>
          <p:cNvSpPr/>
          <p:nvPr/>
        </p:nvSpPr>
        <p:spPr>
          <a:xfrm>
            <a:off x="3540819" y="1321033"/>
            <a:ext cx="174028" cy="1"/>
          </a:xfrm>
          <a:custGeom>
            <a:avLst/>
            <a:gdLst/>
            <a:ahLst/>
            <a:cxnLst/>
            <a:rect l="0" t="0" r="w" b="h"/>
            <a:pathLst>
              <a:path w="201168" h="1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1206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161" name="TextBox 12160"/>
          <p:cNvSpPr txBox="1"/>
          <p:nvPr/>
        </p:nvSpPr>
        <p:spPr>
          <a:xfrm>
            <a:off x="534876" y="210554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b="1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12162" name="TextBox 12161"/>
          <p:cNvSpPr txBox="1"/>
          <p:nvPr/>
        </p:nvSpPr>
        <p:spPr>
          <a:xfrm>
            <a:off x="2480829" y="210554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b="1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13738" name="Match | Center divider"/>
          <p:cNvSpPr/>
          <p:nvPr/>
        </p:nvSpPr>
        <p:spPr>
          <a:xfrm>
            <a:off x="2401725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163" name="Match | 2x2 Input frame"/>
          <p:cNvSpPr/>
          <p:nvPr/>
        </p:nvSpPr>
        <p:spPr>
          <a:xfrm>
            <a:off x="503235" y="2222816"/>
            <a:ext cx="972976" cy="1099542"/>
          </a:xfrm>
          <a:prstGeom prst="roundRect">
            <a:avLst>
              <a:gd name="adj" fmla="val 4000"/>
            </a:avLst>
          </a:prstGeom>
          <a:solidFill>
            <a:srgbClr val="FFFFFF">
              <a:alpha val="60000"/>
            </a:srgbClr>
          </a:solidFill>
          <a:ln w="10795">
            <a:solidFill>
              <a:srgbClr val="94B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64" name="Match Input | Receptor"/>
          <p:cNvSpPr/>
          <p:nvPr/>
        </p:nvSpPr>
        <p:spPr>
          <a:xfrm>
            <a:off x="526966" y="2246547"/>
            <a:ext cx="442981" cy="506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255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65" name="TextBox 12164"/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b="1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grpSp>
        <p:nvGrpSpPr>
          <p:cNvPr id="13739" name="Match | Fig1 Receptor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608030" y="2373113"/>
            <a:ext cx="280854" cy="348056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2166" name="Match Input | Density"/>
          <p:cNvSpPr/>
          <p:nvPr/>
        </p:nvSpPr>
        <p:spPr>
          <a:xfrm>
            <a:off x="1009499" y="2246547"/>
            <a:ext cx="442981" cy="506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255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67" name="TextBox 12166"/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b="1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13740" name="Match | Fig1 Density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1084665" y="2373113"/>
            <a:ext cx="292648" cy="348056"/>
            <a:chOff x="496477" y="1485900"/>
            <a:chExt cx="1521646" cy="1809750"/>
          </a:xfrm>
        </p:grpSpPr>
        <p:sp>
          <p:nvSpPr>
            <p:cNvPr id="13741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742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743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744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745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12168" name="Match Input | Pocket"/>
          <p:cNvSpPr/>
          <p:nvPr/>
        </p:nvSpPr>
        <p:spPr>
          <a:xfrm>
            <a:off x="526966" y="2792363"/>
            <a:ext cx="442981" cy="506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255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69" name="TextBox 12168"/>
          <p:cNvSpPr txBox="1"/>
          <p:nvPr/>
        </p:nvSpPr>
        <p:spPr>
          <a:xfrm>
            <a:off x="526966" y="2816684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b="1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grpSp>
        <p:nvGrpSpPr>
          <p:cNvPr id="2633" name="Match | Pocket atom cloud"/>
          <p:cNvGrpSpPr/>
          <p:nvPr/>
        </p:nvGrpSpPr>
        <p:grpSpPr>
          <a:xfrm>
            <a:off x="598159" y="2944733"/>
            <a:ext cx="300594" cy="217346"/>
            <a:chOff x="1295748" y="3525328"/>
            <a:chExt cx="304113" cy="219890"/>
          </a:xfrm>
        </p:grpSpPr>
        <p:sp>
          <p:nvSpPr>
            <p:cNvPr id="2634" name="ellipse_2517"/>
            <p:cNvSpPr/>
            <p:nvPr/>
          </p:nvSpPr>
          <p:spPr>
            <a:xfrm>
              <a:off x="1343499" y="3569364"/>
              <a:ext cx="20494" cy="204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5" name="ellipse_2518"/>
            <p:cNvSpPr/>
            <p:nvPr/>
          </p:nvSpPr>
          <p:spPr>
            <a:xfrm>
              <a:off x="1296724" y="3594466"/>
              <a:ext cx="19197" cy="191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6" name="ellipse_2519"/>
            <p:cNvSpPr/>
            <p:nvPr/>
          </p:nvSpPr>
          <p:spPr>
            <a:xfrm>
              <a:off x="1438834" y="3720705"/>
              <a:ext cx="24513" cy="2451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7" name="ellipse_2520"/>
            <p:cNvSpPr/>
            <p:nvPr/>
          </p:nvSpPr>
          <p:spPr>
            <a:xfrm>
              <a:off x="1501618" y="3664422"/>
              <a:ext cx="25439" cy="2543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8" name="ellipse_2521"/>
            <p:cNvSpPr/>
            <p:nvPr/>
          </p:nvSpPr>
          <p:spPr>
            <a:xfrm>
              <a:off x="1321281" y="3628338"/>
              <a:ext cx="23115" cy="2311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9" name="ellipse_2522"/>
            <p:cNvSpPr/>
            <p:nvPr/>
          </p:nvSpPr>
          <p:spPr>
            <a:xfrm>
              <a:off x="1295748" y="3626085"/>
              <a:ext cx="19345" cy="1934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0" name="ellipse_2523"/>
            <p:cNvSpPr/>
            <p:nvPr/>
          </p:nvSpPr>
          <p:spPr>
            <a:xfrm>
              <a:off x="1338176" y="3604570"/>
              <a:ext cx="23202" cy="232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1" name="ellipse_2524"/>
            <p:cNvSpPr/>
            <p:nvPr/>
          </p:nvSpPr>
          <p:spPr>
            <a:xfrm>
              <a:off x="1349937" y="3578135"/>
              <a:ext cx="25593" cy="25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2" name="ellipse_2525"/>
            <p:cNvSpPr/>
            <p:nvPr/>
          </p:nvSpPr>
          <p:spPr>
            <a:xfrm>
              <a:off x="1391990" y="3698653"/>
              <a:ext cx="18941" cy="189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3" name="ellipse_2526"/>
            <p:cNvSpPr/>
            <p:nvPr/>
          </p:nvSpPr>
          <p:spPr>
            <a:xfrm>
              <a:off x="1335383" y="3592607"/>
              <a:ext cx="16783" cy="1678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4" name="ellipse_2527"/>
            <p:cNvSpPr/>
            <p:nvPr/>
          </p:nvSpPr>
          <p:spPr>
            <a:xfrm>
              <a:off x="1421016" y="3723168"/>
              <a:ext cx="20110" cy="2011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5" name="ellipse_2528"/>
            <p:cNvSpPr/>
            <p:nvPr/>
          </p:nvSpPr>
          <p:spPr>
            <a:xfrm>
              <a:off x="1366273" y="3564666"/>
              <a:ext cx="21791" cy="2179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6" name="ellipse_2529"/>
            <p:cNvSpPr/>
            <p:nvPr/>
          </p:nvSpPr>
          <p:spPr>
            <a:xfrm>
              <a:off x="1327790" y="3609446"/>
              <a:ext cx="20508" cy="20508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7" name="ellipse_2530"/>
            <p:cNvSpPr/>
            <p:nvPr/>
          </p:nvSpPr>
          <p:spPr>
            <a:xfrm>
              <a:off x="1408118" y="3688755"/>
              <a:ext cx="22554" cy="2255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8" name="ellipse_2531"/>
            <p:cNvSpPr/>
            <p:nvPr/>
          </p:nvSpPr>
          <p:spPr>
            <a:xfrm>
              <a:off x="1428373" y="3713303"/>
              <a:ext cx="24738" cy="2473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9" name="ellipse_2532"/>
            <p:cNvSpPr/>
            <p:nvPr/>
          </p:nvSpPr>
          <p:spPr>
            <a:xfrm>
              <a:off x="1547670" y="3653309"/>
              <a:ext cx="21842" cy="2184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0" name="ellipse_2533"/>
            <p:cNvSpPr/>
            <p:nvPr/>
          </p:nvSpPr>
          <p:spPr>
            <a:xfrm>
              <a:off x="1517557" y="3700982"/>
              <a:ext cx="20964" cy="2096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1" name="ellipse_2534"/>
            <p:cNvSpPr/>
            <p:nvPr/>
          </p:nvSpPr>
          <p:spPr>
            <a:xfrm>
              <a:off x="1535521" y="3630252"/>
              <a:ext cx="17917" cy="1791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2" name="ellipse_2535"/>
            <p:cNvSpPr/>
            <p:nvPr/>
          </p:nvSpPr>
          <p:spPr>
            <a:xfrm>
              <a:off x="1344039" y="3678107"/>
              <a:ext cx="21719" cy="217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3" name="ellipse_2536"/>
            <p:cNvSpPr/>
            <p:nvPr/>
          </p:nvSpPr>
          <p:spPr>
            <a:xfrm>
              <a:off x="1486134" y="3678415"/>
              <a:ext cx="22120" cy="221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4" name="ellipse_2537"/>
            <p:cNvSpPr/>
            <p:nvPr/>
          </p:nvSpPr>
          <p:spPr>
            <a:xfrm>
              <a:off x="1538537" y="3597777"/>
              <a:ext cx="22828" cy="228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5" name="ellipse_2538"/>
            <p:cNvSpPr/>
            <p:nvPr/>
          </p:nvSpPr>
          <p:spPr>
            <a:xfrm>
              <a:off x="1401131" y="3720374"/>
              <a:ext cx="16876" cy="1687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6" name="ellipse_2539"/>
            <p:cNvSpPr/>
            <p:nvPr/>
          </p:nvSpPr>
          <p:spPr>
            <a:xfrm>
              <a:off x="1525941" y="3593109"/>
              <a:ext cx="21620" cy="216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7" name="ellipse_2540"/>
            <p:cNvSpPr/>
            <p:nvPr/>
          </p:nvSpPr>
          <p:spPr>
            <a:xfrm>
              <a:off x="1462052" y="3689103"/>
              <a:ext cx="24723" cy="2472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8" name="ellipse_2541"/>
            <p:cNvSpPr/>
            <p:nvPr/>
          </p:nvSpPr>
          <p:spPr>
            <a:xfrm>
              <a:off x="1338003" y="3621442"/>
              <a:ext cx="17209" cy="172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9" name="ellipse_2542"/>
            <p:cNvSpPr/>
            <p:nvPr/>
          </p:nvSpPr>
          <p:spPr>
            <a:xfrm>
              <a:off x="1436611" y="3687896"/>
              <a:ext cx="16365" cy="1636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0" name="ellipse_2543"/>
            <p:cNvSpPr/>
            <p:nvPr/>
          </p:nvSpPr>
          <p:spPr>
            <a:xfrm>
              <a:off x="1387354" y="3566640"/>
              <a:ext cx="17190" cy="171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1" name="ellipse_2544"/>
            <p:cNvSpPr/>
            <p:nvPr/>
          </p:nvSpPr>
          <p:spPr>
            <a:xfrm>
              <a:off x="1453977" y="3540995"/>
              <a:ext cx="18775" cy="1877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2" name="ellipse_2545"/>
            <p:cNvSpPr/>
            <p:nvPr/>
          </p:nvSpPr>
          <p:spPr>
            <a:xfrm>
              <a:off x="1487168" y="3548389"/>
              <a:ext cx="16148" cy="1614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3" name="ellipse_2546"/>
            <p:cNvSpPr/>
            <p:nvPr/>
          </p:nvSpPr>
          <p:spPr>
            <a:xfrm>
              <a:off x="1536436" y="3643342"/>
              <a:ext cx="21862" cy="218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4" name="ellipse_2547"/>
            <p:cNvSpPr/>
            <p:nvPr/>
          </p:nvSpPr>
          <p:spPr>
            <a:xfrm>
              <a:off x="1542031" y="3603619"/>
              <a:ext cx="25264" cy="2526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5" name="ellipse_2548"/>
            <p:cNvSpPr/>
            <p:nvPr/>
          </p:nvSpPr>
          <p:spPr>
            <a:xfrm>
              <a:off x="1434762" y="3711046"/>
              <a:ext cx="16788" cy="167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6" name="ellipse_2549"/>
            <p:cNvSpPr/>
            <p:nvPr/>
          </p:nvSpPr>
          <p:spPr>
            <a:xfrm>
              <a:off x="1543438" y="3672057"/>
              <a:ext cx="23717" cy="2371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7" name="ellipse_2550"/>
            <p:cNvSpPr/>
            <p:nvPr/>
          </p:nvSpPr>
          <p:spPr>
            <a:xfrm>
              <a:off x="1529817" y="3654293"/>
              <a:ext cx="15593" cy="1559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8" name="ellipse_2551"/>
            <p:cNvSpPr/>
            <p:nvPr/>
          </p:nvSpPr>
          <p:spPr>
            <a:xfrm>
              <a:off x="1550063" y="3626271"/>
              <a:ext cx="18725" cy="187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69" name="ellipse_2552"/>
            <p:cNvSpPr/>
            <p:nvPr/>
          </p:nvSpPr>
          <p:spPr>
            <a:xfrm>
              <a:off x="1395088" y="3533435"/>
              <a:ext cx="15948" cy="159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0" name="ellipse_2553"/>
            <p:cNvSpPr/>
            <p:nvPr/>
          </p:nvSpPr>
          <p:spPr>
            <a:xfrm>
              <a:off x="1313742" y="3573420"/>
              <a:ext cx="15496" cy="1549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1" name="ellipse_2554"/>
            <p:cNvSpPr/>
            <p:nvPr/>
          </p:nvSpPr>
          <p:spPr>
            <a:xfrm>
              <a:off x="1329291" y="3672157"/>
              <a:ext cx="23375" cy="2337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2" name="ellipse_2555"/>
            <p:cNvSpPr/>
            <p:nvPr/>
          </p:nvSpPr>
          <p:spPr>
            <a:xfrm>
              <a:off x="1307786" y="3621846"/>
              <a:ext cx="22071" cy="2207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3" name="ellipse_2556"/>
            <p:cNvSpPr/>
            <p:nvPr/>
          </p:nvSpPr>
          <p:spPr>
            <a:xfrm>
              <a:off x="1584475" y="3627694"/>
              <a:ext cx="15386" cy="153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4" name="ellipse_2557"/>
            <p:cNvSpPr/>
            <p:nvPr/>
          </p:nvSpPr>
          <p:spPr>
            <a:xfrm>
              <a:off x="1453895" y="3558216"/>
              <a:ext cx="24625" cy="246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5" name="ellipse_2558"/>
            <p:cNvSpPr/>
            <p:nvPr/>
          </p:nvSpPr>
          <p:spPr>
            <a:xfrm>
              <a:off x="1514397" y="3669171"/>
              <a:ext cx="15296" cy="1529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6" name="ellipse_2559"/>
            <p:cNvSpPr/>
            <p:nvPr/>
          </p:nvSpPr>
          <p:spPr>
            <a:xfrm>
              <a:off x="1502877" y="3686988"/>
              <a:ext cx="19310" cy="1931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7" name="ellipse_2560"/>
            <p:cNvSpPr/>
            <p:nvPr/>
          </p:nvSpPr>
          <p:spPr>
            <a:xfrm>
              <a:off x="1507745" y="3695631"/>
              <a:ext cx="15466" cy="154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8" name="ellipse_2561"/>
            <p:cNvSpPr/>
            <p:nvPr/>
          </p:nvSpPr>
          <p:spPr>
            <a:xfrm>
              <a:off x="1432818" y="3538051"/>
              <a:ext cx="19094" cy="190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79" name="ellipse_2562"/>
            <p:cNvSpPr/>
            <p:nvPr/>
          </p:nvSpPr>
          <p:spPr>
            <a:xfrm>
              <a:off x="1511410" y="3670510"/>
              <a:ext cx="18124" cy="181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0" name="ellipse_2563"/>
            <p:cNvSpPr/>
            <p:nvPr/>
          </p:nvSpPr>
          <p:spPr>
            <a:xfrm>
              <a:off x="1465959" y="3697582"/>
              <a:ext cx="20714" cy="2071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1" name="ellipse_2564"/>
            <p:cNvSpPr/>
            <p:nvPr/>
          </p:nvSpPr>
          <p:spPr>
            <a:xfrm>
              <a:off x="1421039" y="3688264"/>
              <a:ext cx="20580" cy="2058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2" name="ellipse_2565"/>
            <p:cNvSpPr/>
            <p:nvPr/>
          </p:nvSpPr>
          <p:spPr>
            <a:xfrm>
              <a:off x="1317547" y="3643031"/>
              <a:ext cx="24656" cy="24656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3" name="ellipse_2566"/>
            <p:cNvSpPr/>
            <p:nvPr/>
          </p:nvSpPr>
          <p:spPr>
            <a:xfrm>
              <a:off x="1490146" y="3564893"/>
              <a:ext cx="23114" cy="231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4" name="ellipse_2567"/>
            <p:cNvSpPr/>
            <p:nvPr/>
          </p:nvSpPr>
          <p:spPr>
            <a:xfrm>
              <a:off x="1318021" y="3588334"/>
              <a:ext cx="19866" cy="1986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5" name="ellipse_2568"/>
            <p:cNvSpPr/>
            <p:nvPr/>
          </p:nvSpPr>
          <p:spPr>
            <a:xfrm>
              <a:off x="1478242" y="3571021"/>
              <a:ext cx="21106" cy="2110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6" name="ellipse_2569"/>
            <p:cNvSpPr/>
            <p:nvPr/>
          </p:nvSpPr>
          <p:spPr>
            <a:xfrm>
              <a:off x="1317612" y="3652314"/>
              <a:ext cx="17900" cy="179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7" name="ellipse_2570"/>
            <p:cNvSpPr/>
            <p:nvPr/>
          </p:nvSpPr>
          <p:spPr>
            <a:xfrm>
              <a:off x="1437620" y="3709822"/>
              <a:ext cx="15418" cy="154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8" name="ellipse_2571"/>
            <p:cNvSpPr/>
            <p:nvPr/>
          </p:nvSpPr>
          <p:spPr>
            <a:xfrm>
              <a:off x="1482151" y="3682518"/>
              <a:ext cx="16703" cy="1670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9" name="ellipse_2572"/>
            <p:cNvSpPr/>
            <p:nvPr/>
          </p:nvSpPr>
          <p:spPr>
            <a:xfrm>
              <a:off x="1411116" y="3562784"/>
              <a:ext cx="21423" cy="2142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0" name="ellipse_2573"/>
            <p:cNvSpPr/>
            <p:nvPr/>
          </p:nvSpPr>
          <p:spPr>
            <a:xfrm>
              <a:off x="1454564" y="3537748"/>
              <a:ext cx="19763" cy="1976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1" name="ellipse_2574"/>
            <p:cNvSpPr/>
            <p:nvPr/>
          </p:nvSpPr>
          <p:spPr>
            <a:xfrm>
              <a:off x="1516785" y="3654731"/>
              <a:ext cx="21578" cy="215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2" name="ellipse_2575"/>
            <p:cNvSpPr/>
            <p:nvPr/>
          </p:nvSpPr>
          <p:spPr>
            <a:xfrm>
              <a:off x="1410634" y="3697683"/>
              <a:ext cx="24162" cy="2416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3" name="ellipse_2576"/>
            <p:cNvSpPr/>
            <p:nvPr/>
          </p:nvSpPr>
          <p:spPr>
            <a:xfrm>
              <a:off x="1425946" y="3562304"/>
              <a:ext cx="17525" cy="175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4" name="ellipse_2577"/>
            <p:cNvSpPr/>
            <p:nvPr/>
          </p:nvSpPr>
          <p:spPr>
            <a:xfrm>
              <a:off x="1355269" y="3594031"/>
              <a:ext cx="21133" cy="2113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5" name="ellipse_2578"/>
            <p:cNvSpPr/>
            <p:nvPr/>
          </p:nvSpPr>
          <p:spPr>
            <a:xfrm>
              <a:off x="1506719" y="3690770"/>
              <a:ext cx="17358" cy="1735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6" name="ellipse_2579"/>
            <p:cNvSpPr/>
            <p:nvPr/>
          </p:nvSpPr>
          <p:spPr>
            <a:xfrm>
              <a:off x="1349195" y="3647004"/>
              <a:ext cx="22300" cy="2230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7" name="ellipse_2580"/>
            <p:cNvSpPr/>
            <p:nvPr/>
          </p:nvSpPr>
          <p:spPr>
            <a:xfrm>
              <a:off x="1577404" y="3601425"/>
              <a:ext cx="20206" cy="2020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8" name="ellipse_2581"/>
            <p:cNvSpPr/>
            <p:nvPr/>
          </p:nvSpPr>
          <p:spPr>
            <a:xfrm>
              <a:off x="1509076" y="3554975"/>
              <a:ext cx="15762" cy="157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9" name="ellipse_2582"/>
            <p:cNvSpPr/>
            <p:nvPr/>
          </p:nvSpPr>
          <p:spPr>
            <a:xfrm>
              <a:off x="1462460" y="3706007"/>
              <a:ext cx="22750" cy="2275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0" name="ellipse_2583"/>
            <p:cNvSpPr/>
            <p:nvPr/>
          </p:nvSpPr>
          <p:spPr>
            <a:xfrm>
              <a:off x="1439477" y="3526920"/>
              <a:ext cx="21290" cy="212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1" name="ellipse_2584"/>
            <p:cNvSpPr/>
            <p:nvPr/>
          </p:nvSpPr>
          <p:spPr>
            <a:xfrm>
              <a:off x="1310268" y="3672453"/>
              <a:ext cx="21000" cy="210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2" name="ellipse_2585"/>
            <p:cNvSpPr/>
            <p:nvPr/>
          </p:nvSpPr>
          <p:spPr>
            <a:xfrm>
              <a:off x="1552938" y="3621802"/>
              <a:ext cx="15605" cy="156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3" name="ellipse_2586"/>
            <p:cNvSpPr/>
            <p:nvPr/>
          </p:nvSpPr>
          <p:spPr>
            <a:xfrm>
              <a:off x="1558418" y="3676011"/>
              <a:ext cx="22184" cy="221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4" name="ellipse_2587"/>
            <p:cNvSpPr/>
            <p:nvPr/>
          </p:nvSpPr>
          <p:spPr>
            <a:xfrm>
              <a:off x="1456866" y="3525328"/>
              <a:ext cx="23606" cy="2360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5" name="ellipse_2588"/>
            <p:cNvSpPr/>
            <p:nvPr/>
          </p:nvSpPr>
          <p:spPr>
            <a:xfrm>
              <a:off x="1364561" y="3569140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6" name="ellipse_2589"/>
            <p:cNvSpPr/>
            <p:nvPr/>
          </p:nvSpPr>
          <p:spPr>
            <a:xfrm>
              <a:off x="1539847" y="3619786"/>
              <a:ext cx="18619" cy="1861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7" name="ellipse_2590"/>
            <p:cNvSpPr/>
            <p:nvPr/>
          </p:nvSpPr>
          <p:spPr>
            <a:xfrm>
              <a:off x="1298635" y="3654692"/>
              <a:ext cx="18927" cy="189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8" name="ellipse_2591"/>
            <p:cNvSpPr/>
            <p:nvPr/>
          </p:nvSpPr>
          <p:spPr>
            <a:xfrm>
              <a:off x="1319712" y="3686409"/>
              <a:ext cx="23715" cy="237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9" name="ellipse_2592"/>
            <p:cNvSpPr/>
            <p:nvPr/>
          </p:nvSpPr>
          <p:spPr>
            <a:xfrm>
              <a:off x="1501588" y="3562901"/>
              <a:ext cx="22327" cy="223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0" name="ellipse_2593"/>
            <p:cNvSpPr/>
            <p:nvPr/>
          </p:nvSpPr>
          <p:spPr>
            <a:xfrm>
              <a:off x="1466525" y="3529327"/>
              <a:ext cx="15101" cy="1510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1" name="ellipse_2594"/>
            <p:cNvSpPr/>
            <p:nvPr/>
          </p:nvSpPr>
          <p:spPr>
            <a:xfrm>
              <a:off x="1333290" y="3551629"/>
              <a:ext cx="21303" cy="213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2" name="ellipse_2595"/>
            <p:cNvSpPr/>
            <p:nvPr/>
          </p:nvSpPr>
          <p:spPr>
            <a:xfrm>
              <a:off x="1339812" y="3618696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3" name="ellipse_2596"/>
            <p:cNvSpPr/>
            <p:nvPr/>
          </p:nvSpPr>
          <p:spPr>
            <a:xfrm>
              <a:off x="1322053" y="3616233"/>
              <a:ext cx="19417" cy="1941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4" name="ellipse_2597"/>
            <p:cNvSpPr/>
            <p:nvPr/>
          </p:nvSpPr>
          <p:spPr>
            <a:xfrm>
              <a:off x="1442627" y="3702519"/>
              <a:ext cx="16815" cy="1681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5" name="ellipse_2598"/>
            <p:cNvSpPr/>
            <p:nvPr/>
          </p:nvSpPr>
          <p:spPr>
            <a:xfrm>
              <a:off x="1359926" y="3695336"/>
              <a:ext cx="19088" cy="190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6" name="ellipse_2599"/>
            <p:cNvSpPr/>
            <p:nvPr/>
          </p:nvSpPr>
          <p:spPr>
            <a:xfrm>
              <a:off x="1316114" y="3579850"/>
              <a:ext cx="19778" cy="1977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7" name="ellipse_2600"/>
            <p:cNvSpPr/>
            <p:nvPr/>
          </p:nvSpPr>
          <p:spPr>
            <a:xfrm>
              <a:off x="1434798" y="3553542"/>
              <a:ext cx="17285" cy="172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8" name="ellipse_2601"/>
            <p:cNvSpPr/>
            <p:nvPr/>
          </p:nvSpPr>
          <p:spPr>
            <a:xfrm>
              <a:off x="1494855" y="3573622"/>
              <a:ext cx="23632" cy="236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2170" name="Match | Pocket bar_1"/>
          <p:cNvSpPr/>
          <p:nvPr/>
        </p:nvSpPr>
        <p:spPr>
          <a:xfrm>
            <a:off x="582339" y="3224269"/>
            <a:ext cx="44072" cy="37970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1" name="Match | Pocket bar_2"/>
          <p:cNvSpPr/>
          <p:nvPr/>
        </p:nvSpPr>
        <p:spPr>
          <a:xfrm>
            <a:off x="630366" y="3224269"/>
            <a:ext cx="44072" cy="37970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2" name="Match | Pocket bar_3"/>
          <p:cNvSpPr/>
          <p:nvPr/>
        </p:nvSpPr>
        <p:spPr>
          <a:xfrm>
            <a:off x="678393" y="3224269"/>
            <a:ext cx="44072" cy="37970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3" name="Match | Pocket bar_4"/>
          <p:cNvSpPr/>
          <p:nvPr/>
        </p:nvSpPr>
        <p:spPr>
          <a:xfrm>
            <a:off x="726420" y="3224269"/>
            <a:ext cx="44072" cy="37970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4" name="Match | Pocket bar_5"/>
          <p:cNvSpPr/>
          <p:nvPr/>
        </p:nvSpPr>
        <p:spPr>
          <a:xfrm>
            <a:off x="774448" y="3224269"/>
            <a:ext cx="44072" cy="37970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5" name="Match | Pocket bar_6"/>
          <p:cNvSpPr/>
          <p:nvPr/>
        </p:nvSpPr>
        <p:spPr>
          <a:xfrm>
            <a:off x="822476" y="3224269"/>
            <a:ext cx="44072" cy="37970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6" name="Match | Pocket bar_7"/>
          <p:cNvSpPr/>
          <p:nvPr/>
        </p:nvSpPr>
        <p:spPr>
          <a:xfrm>
            <a:off x="870503" y="3224269"/>
            <a:ext cx="44072" cy="37970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7" name="Match Input | Blob"/>
          <p:cNvSpPr/>
          <p:nvPr/>
        </p:nvSpPr>
        <p:spPr>
          <a:xfrm>
            <a:off x="1009499" y="2792363"/>
            <a:ext cx="442981" cy="506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255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78" name="TextBox 12177"/>
          <p:cNvSpPr txBox="1"/>
          <p:nvPr/>
        </p:nvSpPr>
        <p:spPr>
          <a:xfrm>
            <a:off x="1009499" y="2816684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b="1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13746" name="Match | Blob contour"/>
          <p:cNvGrpSpPr/>
          <p:nvPr/>
        </p:nvGrpSpPr>
        <p:grpSpPr>
          <a:xfrm>
            <a:off x="1096513" y="2961542"/>
            <a:ext cx="268953" cy="183728"/>
            <a:chOff x="1928706" y="3559489"/>
            <a:chExt cx="227897" cy="155682"/>
          </a:xfrm>
        </p:grpSpPr>
        <p:sp>
          <p:nvSpPr>
            <p:cNvPr id="13747" name="Candidate blob | editable contour"/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3748" name="ellipse_2612"/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2179" name="Oval 12178"/>
          <p:cNvSpPr/>
          <p:nvPr/>
        </p:nvSpPr>
        <p:spPr>
          <a:xfrm>
            <a:off x="1215169" y="3037584"/>
            <a:ext cx="31641" cy="31641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0" name="Match | Blob bar_1"/>
          <p:cNvSpPr/>
          <p:nvPr/>
        </p:nvSpPr>
        <p:spPr>
          <a:xfrm>
            <a:off x="1064872" y="3224269"/>
            <a:ext cx="44072" cy="37970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1" name="Match | Blob bar_2"/>
          <p:cNvSpPr/>
          <p:nvPr/>
        </p:nvSpPr>
        <p:spPr>
          <a:xfrm>
            <a:off x="1112899" y="3224269"/>
            <a:ext cx="44072" cy="37970"/>
          </a:xfrm>
          <a:prstGeom prst="rect">
            <a:avLst/>
          </a:prstGeom>
          <a:solidFill>
            <a:srgbClr val="6B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2" name="Match | Blob bar_3"/>
          <p:cNvSpPr/>
          <p:nvPr/>
        </p:nvSpPr>
        <p:spPr>
          <a:xfrm>
            <a:off x="1160926" y="3224269"/>
            <a:ext cx="44072" cy="37970"/>
          </a:xfrm>
          <a:prstGeom prst="rect">
            <a:avLst/>
          </a:prstGeom>
          <a:solidFill>
            <a:srgbClr val="A6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3" name="Match | Blob bar_4"/>
          <p:cNvSpPr/>
          <p:nvPr/>
        </p:nvSpPr>
        <p:spPr>
          <a:xfrm>
            <a:off x="1208953" y="3224269"/>
            <a:ext cx="44072" cy="37970"/>
          </a:xfrm>
          <a:prstGeom prst="rect">
            <a:avLst/>
          </a:prstGeom>
          <a:solidFill>
            <a:srgbClr val="4D8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4" name="Match | Blob bar_5"/>
          <p:cNvSpPr/>
          <p:nvPr/>
        </p:nvSpPr>
        <p:spPr>
          <a:xfrm>
            <a:off x="1256981" y="3224269"/>
            <a:ext cx="44072" cy="37970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5" name="Match | Blob bar_6"/>
          <p:cNvSpPr/>
          <p:nvPr/>
        </p:nvSpPr>
        <p:spPr>
          <a:xfrm>
            <a:off x="1305008" y="3224269"/>
            <a:ext cx="44072" cy="37970"/>
          </a:xfrm>
          <a:prstGeom prst="rect">
            <a:avLst/>
          </a:prstGeom>
          <a:solidFill>
            <a:srgbClr val="6BA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6" name="Match | Blob bar_7"/>
          <p:cNvSpPr/>
          <p:nvPr/>
        </p:nvSpPr>
        <p:spPr>
          <a:xfrm>
            <a:off x="1353036" y="3224269"/>
            <a:ext cx="44072" cy="37970"/>
          </a:xfrm>
          <a:prstGeom prst="rect">
            <a:avLst/>
          </a:prstGeom>
          <a:solidFill>
            <a:srgbClr val="A6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3749" name="Receptor/Density to Base summary"/>
          <p:cNvSpPr/>
          <p:nvPr/>
        </p:nvSpPr>
        <p:spPr>
          <a:xfrm>
            <a:off x="1476211" y="2578783"/>
            <a:ext cx="498354" cy="1"/>
          </a:xfrm>
          <a:custGeom>
            <a:avLst/>
            <a:gdLst/>
            <a:ahLst/>
            <a:cxnLst/>
            <a:rect l="0" t="0" r="w" b="h"/>
            <a:pathLst>
              <a:path w="576072" h="1">
                <a:moveTo>
                  <a:pt x="0" y="0"/>
                </a:moveTo>
                <a:lnTo>
                  <a:pt x="576072" y="0"/>
                </a:lnTo>
              </a:path>
            </a:pathLst>
          </a:custGeom>
          <a:noFill/>
          <a:ln w="1270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187" name="TextBox 12186"/>
          <p:cNvSpPr txBox="1"/>
          <p:nvPr/>
        </p:nvSpPr>
        <p:spPr>
          <a:xfrm>
            <a:off x="1549371" y="2160829"/>
            <a:ext cx="304571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b="1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13750" name="48^3 crop 3D cube"/>
          <p:cNvGrpSpPr/>
          <p:nvPr/>
        </p:nvGrpSpPr>
        <p:grpSpPr>
          <a:xfrm>
            <a:off x="1559270" y="2292674"/>
            <a:ext cx="284773" cy="224160"/>
            <a:chOff x="4043880" y="489960"/>
            <a:chExt cx="571680" cy="450000"/>
          </a:xfrm>
        </p:grpSpPr>
        <p:sp>
          <p:nvSpPr>
            <p:cNvPr id="5462" name="asset_2027_0">
              <a:extLst>
                <a:ext uri="{FF2B5EF4-FFF2-40B4-BE49-F238E27FC236}">
                  <a16:creationId xmlns:a16="http://schemas.microsoft.com/office/drawing/2014/main" id="{8E79CF82-FECD-4D00-AB68-C2266EE3EBE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463" name="asset_2027_1">
              <a:extLst>
                <a:ext uri="{FF2B5EF4-FFF2-40B4-BE49-F238E27FC236}">
                  <a16:creationId xmlns:a16="http://schemas.microsoft.com/office/drawing/2014/main" id="{E446BF4D-A2D0-496C-B38C-B55BBAF933D7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464" name="asset_2027_2">
              <a:extLst>
                <a:ext uri="{FF2B5EF4-FFF2-40B4-BE49-F238E27FC236}">
                  <a16:creationId xmlns:a16="http://schemas.microsoft.com/office/drawing/2014/main" id="{626787CB-A188-4A03-A26D-D0FCE8934E5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465" name="asset_2027_3">
              <a:extLst>
                <a:ext uri="{FF2B5EF4-FFF2-40B4-BE49-F238E27FC236}">
                  <a16:creationId xmlns:a16="http://schemas.microsoft.com/office/drawing/2014/main" id="{3F137EB4-FF78-4209-90D6-2A8A13DE644F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66" name="asset_2027_4">
              <a:extLst>
                <a:ext uri="{FF2B5EF4-FFF2-40B4-BE49-F238E27FC236}">
                  <a16:creationId xmlns:a16="http://schemas.microsoft.com/office/drawing/2014/main" id="{9F951526-25DB-40E6-9DC1-B23B253533F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67" name="asset_2027_5">
              <a:extLst>
                <a:ext uri="{FF2B5EF4-FFF2-40B4-BE49-F238E27FC236}">
                  <a16:creationId xmlns:a16="http://schemas.microsoft.com/office/drawing/2014/main" id="{837FF1A3-137E-4D28-823C-000E5C57B683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68" name="asset_2027_6">
              <a:extLst>
                <a:ext uri="{FF2B5EF4-FFF2-40B4-BE49-F238E27FC236}">
                  <a16:creationId xmlns:a16="http://schemas.microsoft.com/office/drawing/2014/main" id="{AFE4A50A-6F82-4E63-8DB4-8D3C7C96603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69" name="asset_2027_7">
              <a:extLst>
                <a:ext uri="{FF2B5EF4-FFF2-40B4-BE49-F238E27FC236}">
                  <a16:creationId xmlns:a16="http://schemas.microsoft.com/office/drawing/2014/main" id="{299F691F-376F-40D0-AD4D-4C95D359315B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470" name="asset_2027_8">
              <a:extLst>
                <a:ext uri="{FF2B5EF4-FFF2-40B4-BE49-F238E27FC236}">
                  <a16:creationId xmlns:a16="http://schemas.microsoft.com/office/drawing/2014/main" id="{E80AF0E3-F6FB-4A8B-A36F-8831B2AAC55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515" name="asset_2027_53">
              <a:extLst>
                <a:ext uri="{FF2B5EF4-FFF2-40B4-BE49-F238E27FC236}">
                  <a16:creationId xmlns:a16="http://schemas.microsoft.com/office/drawing/2014/main" id="{104AC922-CCC5-4BEB-8EFB-FE92A2E0B9AD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13751" name="48^3 crop centered blob"/>
          <p:cNvGrpSpPr/>
          <p:nvPr/>
        </p:nvGrpSpPr>
        <p:grpSpPr>
          <a:xfrm>
            <a:off x="1630583" y="2373904"/>
            <a:ext cx="125061" cy="85432"/>
            <a:chOff x="1928706" y="3559489"/>
            <a:chExt cx="227897" cy="155682"/>
          </a:xfrm>
        </p:grpSpPr>
        <p:sp>
          <p:nvSpPr>
            <p:cNvPr id="2729" name="Candidate blob | editable contour"/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30" name="ellipse_2612"/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3752" name="Centroid crosshair X"/>
          <p:cNvSpPr/>
          <p:nvPr/>
        </p:nvSpPr>
        <p:spPr>
          <a:xfrm>
            <a:off x="1659890" y="2416620"/>
            <a:ext cx="66447" cy="1"/>
          </a:xfrm>
          <a:custGeom>
            <a:avLst/>
            <a:gdLst/>
            <a:ahLst/>
            <a:cxnLst/>
            <a:rect l="0" t="0" r="w" b="h"/>
            <a:pathLst>
              <a:path w="76810" h="1">
                <a:moveTo>
                  <a:pt x="0" y="0"/>
                </a:moveTo>
                <a:lnTo>
                  <a:pt x="76810" y="0"/>
                </a:lnTo>
              </a:path>
            </a:pathLst>
          </a:custGeom>
          <a:noFill/>
          <a:ln w="8255" cap="rnd" cmpd="sng" algn="ctr">
            <a:solidFill>
              <a:srgbClr val="1E3A8A"/>
            </a:solidFill>
            <a:prstDash val="sysDot"/>
            <a:round/>
            <a:headEnd type="none" w="med" len="med"/>
            <a:tailEnd type="none" w="med" len="med"/>
          </a:ln>
        </p:spPr>
      </p:sp>
      <p:sp>
        <p:nvSpPr>
          <p:cNvPr id="13753" name="Centroid crosshair Y"/>
          <p:cNvSpPr/>
          <p:nvPr/>
        </p:nvSpPr>
        <p:spPr>
          <a:xfrm>
            <a:off x="1693113" y="2383396"/>
            <a:ext cx="1" cy="66447"/>
          </a:xfrm>
          <a:custGeom>
            <a:avLst/>
            <a:gdLst/>
            <a:ahLst/>
            <a:cxnLst/>
            <a:rect l="0" t="0" r="w" b="h"/>
            <a:pathLst>
              <a:path w="1" h="76810">
                <a:moveTo>
                  <a:pt x="0" y="0"/>
                </a:moveTo>
                <a:lnTo>
                  <a:pt x="0" y="76810"/>
                </a:lnTo>
              </a:path>
            </a:pathLst>
          </a:custGeom>
          <a:noFill/>
          <a:ln w="8255" cap="rnd" cmpd="sng" algn="ctr">
            <a:solidFill>
              <a:srgbClr val="1E3A8A"/>
            </a:solidFill>
            <a:prstDash val="sysDot"/>
            <a:round/>
            <a:headEnd type="none" w="med" len="med"/>
            <a:tailEnd type="none" w="med" len="med"/>
          </a:ln>
        </p:spPr>
      </p:sp>
      <p:sp>
        <p:nvSpPr>
          <p:cNvPr id="12188" name="Blob centroid marker"/>
          <p:cNvSpPr/>
          <p:nvPr/>
        </p:nvSpPr>
        <p:spPr>
          <a:xfrm>
            <a:off x="1679270" y="2402777"/>
            <a:ext cx="27686" cy="27686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89" name="TextBox 12188"/>
          <p:cNvSpPr txBox="1"/>
          <p:nvPr/>
        </p:nvSpPr>
        <p:spPr>
          <a:xfrm>
            <a:off x="1537349" y="261963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b="1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12190" name="TextBox 12189"/>
          <p:cNvSpPr txBox="1"/>
          <p:nvPr/>
        </p:nvSpPr>
        <p:spPr>
          <a:xfrm>
            <a:off x="1874270" y="2269618"/>
            <a:ext cx="580288" cy="962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40" b="1">
                <a:solidFill>
                  <a:srgbClr val="1E293B"/>
                </a:solidFill>
                <a:latin typeface="Arial"/>
              </a:rPr>
              <a:t>Base summary</a:t>
            </a:r>
          </a:p>
        </p:txBody>
      </p:sp>
      <p:sp>
        <p:nvSpPr>
          <p:cNvPr id="12191" name="Math | h_j^vox"/>
          <p:cNvSpPr txBox="1"/>
          <p:nvPr/>
        </p:nvSpPr>
        <p:spPr>
          <a:xfrm>
            <a:off x="2096286" y="2373142"/>
            <a:ext cx="136256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536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536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12192" name="Base summary bar_1"/>
          <p:cNvSpPr/>
          <p:nvPr/>
        </p:nvSpPr>
        <p:spPr>
          <a:xfrm>
            <a:off x="199829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93" name="Base summary bar_2"/>
          <p:cNvSpPr/>
          <p:nvPr/>
        </p:nvSpPr>
        <p:spPr>
          <a:xfrm>
            <a:off x="204632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94" name="Base summary bar_3"/>
          <p:cNvSpPr/>
          <p:nvPr/>
        </p:nvSpPr>
        <p:spPr>
          <a:xfrm>
            <a:off x="209435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95" name="Base summary bar_4"/>
          <p:cNvSpPr/>
          <p:nvPr/>
        </p:nvSpPr>
        <p:spPr>
          <a:xfrm>
            <a:off x="214237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96" name="Base summary bar_5"/>
          <p:cNvSpPr/>
          <p:nvPr/>
        </p:nvSpPr>
        <p:spPr>
          <a:xfrm>
            <a:off x="219040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97" name="Base summary bar_6"/>
          <p:cNvSpPr/>
          <p:nvPr/>
        </p:nvSpPr>
        <p:spPr>
          <a:xfrm>
            <a:off x="223843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98" name="Base summary bar_7"/>
          <p:cNvSpPr/>
          <p:nvPr/>
        </p:nvSpPr>
        <p:spPr>
          <a:xfrm>
            <a:off x="228646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199" name="Op | Mean/max pool"/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b="1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12200" name="Op | Cross-attention"/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b="1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13754" name="Pocket/Blob bus to Cross-attention"/>
          <p:cNvSpPr/>
          <p:nvPr/>
        </p:nvSpPr>
        <p:spPr>
          <a:xfrm>
            <a:off x="748456" y="3298627"/>
            <a:ext cx="798948" cy="150297"/>
          </a:xfrm>
          <a:custGeom>
            <a:avLst/>
            <a:gdLst/>
            <a:ahLst/>
            <a:cxnLst/>
            <a:rect l="0" t="0" r="w" b="h"/>
            <a:pathLst>
              <a:path w="923544" h="173736">
                <a:moveTo>
                  <a:pt x="0" y="0"/>
                </a:moveTo>
                <a:lnTo>
                  <a:pt x="0" y="64008"/>
                </a:lnTo>
                <a:lnTo>
                  <a:pt x="923544" y="64008"/>
                </a:lnTo>
                <a:lnTo>
                  <a:pt x="923544" y="17373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55" name="Blob to bus"/>
          <p:cNvSpPr/>
          <p:nvPr/>
        </p:nvSpPr>
        <p:spPr>
          <a:xfrm>
            <a:off x="1230990" y="3298626"/>
            <a:ext cx="1" cy="55373"/>
          </a:xfrm>
          <a:custGeom>
            <a:avLst/>
            <a:gdLst/>
            <a:ahLst/>
            <a:cxnLst/>
            <a:rect l="0" t="0" r="w" b="h"/>
            <a:pathLst>
              <a:path w="1" h="64008">
                <a:moveTo>
                  <a:pt x="0" y="0"/>
                </a:moveTo>
                <a:lnTo>
                  <a:pt x="0" y="64008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756" name="Bus to Mean/max pool"/>
          <p:cNvSpPr/>
          <p:nvPr/>
        </p:nvSpPr>
        <p:spPr>
          <a:xfrm>
            <a:off x="835471" y="3353999"/>
            <a:ext cx="1" cy="94924"/>
          </a:xfrm>
          <a:custGeom>
            <a:avLst/>
            <a:gdLst/>
            <a:ahLst/>
            <a:cxnLst/>
            <a:rect l="0" t="0" r="w" b="h"/>
            <a:pathLst>
              <a:path w="1" h="109728">
                <a:moveTo>
                  <a:pt x="0" y="0"/>
                </a:moveTo>
                <a:lnTo>
                  <a:pt x="0" y="109728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01" name="TextBox 12200"/>
          <p:cNvSpPr txBox="1"/>
          <p:nvPr/>
        </p:nvSpPr>
        <p:spPr>
          <a:xfrm>
            <a:off x="1579046" y="3365117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b="1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12202" name="Op | FiLM"/>
          <p:cNvSpPr/>
          <p:nvPr/>
        </p:nvSpPr>
        <p:spPr>
          <a:xfrm>
            <a:off x="2014117" y="3717877"/>
            <a:ext cx="300594" cy="158207"/>
          </a:xfrm>
          <a:prstGeom prst="roundRect">
            <a:avLst>
              <a:gd name="adj" fmla="val 25000"/>
            </a:avLst>
          </a:prstGeom>
          <a:solidFill>
            <a:srgbClr val="EEE9F8"/>
          </a:solidFill>
          <a:ln w="10795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 b="1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13757" name="hvox to FiLM straight"/>
          <p:cNvSpPr/>
          <p:nvPr/>
        </p:nvSpPr>
        <p:spPr>
          <a:xfrm>
            <a:off x="2164414" y="2618334"/>
            <a:ext cx="1" cy="1099542"/>
          </a:xfrm>
          <a:custGeom>
            <a:avLst/>
            <a:gdLst/>
            <a:ahLst/>
            <a:cxnLst/>
            <a:rect l="0" t="0" r="w" b="h"/>
            <a:pathLst>
              <a:path w="1" h="1271016">
                <a:moveTo>
                  <a:pt x="0" y="0"/>
                </a:moveTo>
                <a:lnTo>
                  <a:pt x="0" y="1271016"/>
                </a:lnTo>
              </a:path>
            </a:pathLst>
          </a:custGeom>
          <a:noFill/>
          <a:ln w="1143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58" name="hvox Q to Cross-attention"/>
          <p:cNvSpPr/>
          <p:nvPr/>
        </p:nvSpPr>
        <p:spPr>
          <a:xfrm>
            <a:off x="1871730" y="3528028"/>
            <a:ext cx="292684" cy="1"/>
          </a:xfrm>
          <a:custGeom>
            <a:avLst/>
            <a:gdLst/>
            <a:ahLst/>
            <a:cxnLst/>
            <a:rect l="0" t="0" r="w" b="h"/>
            <a:pathLst>
              <a:path w="338328" h="1">
                <a:moveTo>
                  <a:pt x="338328" y="0"/>
                </a:moveTo>
                <a:lnTo>
                  <a:pt x="0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03" name="TextBox 12202"/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b="1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12204" name="Op | MLP"/>
          <p:cNvSpPr/>
          <p:nvPr/>
        </p:nvSpPr>
        <p:spPr>
          <a:xfrm>
            <a:off x="1373376" y="3721832"/>
            <a:ext cx="348056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06" b="1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13759" name="Pool to MLP"/>
          <p:cNvSpPr/>
          <p:nvPr/>
        </p:nvSpPr>
        <p:spPr>
          <a:xfrm>
            <a:off x="835471" y="3607131"/>
            <a:ext cx="537905" cy="189849"/>
          </a:xfrm>
          <a:custGeom>
            <a:avLst/>
            <a:gdLst/>
            <a:ahLst/>
            <a:cxnLst/>
            <a:rect l="0" t="0" r="w" b="h"/>
            <a:pathLst>
              <a:path w="621792" h="219456">
                <a:moveTo>
                  <a:pt x="0" y="0"/>
                </a:moveTo>
                <a:lnTo>
                  <a:pt x="0" y="219456"/>
                </a:lnTo>
                <a:lnTo>
                  <a:pt x="621792" y="21945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60" name="Cross-attention to MLP"/>
          <p:cNvSpPr/>
          <p:nvPr/>
        </p:nvSpPr>
        <p:spPr>
          <a:xfrm>
            <a:off x="1547405" y="3607131"/>
            <a:ext cx="1" cy="110745"/>
          </a:xfrm>
          <a:custGeom>
            <a:avLst/>
            <a:gdLst/>
            <a:ahLst/>
            <a:cxnLst/>
            <a:rect l="0" t="0" r="w" b="h"/>
            <a:pathLst>
              <a:path w="1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05" name="TextBox 12204"/>
          <p:cNvSpPr txBox="1"/>
          <p:nvPr/>
        </p:nvSpPr>
        <p:spPr>
          <a:xfrm>
            <a:off x="995419" y="3697353"/>
            <a:ext cx="218009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Concat</a:t>
            </a:r>
          </a:p>
        </p:txBody>
      </p:sp>
      <p:sp>
        <p:nvSpPr>
          <p:cNvPr id="13761" name="MLP to FiLM"/>
          <p:cNvSpPr/>
          <p:nvPr/>
        </p:nvSpPr>
        <p:spPr>
          <a:xfrm>
            <a:off x="1721433" y="3796981"/>
            <a:ext cx="292684" cy="1"/>
          </a:xfrm>
          <a:custGeom>
            <a:avLst/>
            <a:gdLst/>
            <a:ahLst/>
            <a:cxnLst/>
            <a:rect l="0" t="0" r="w" b="h"/>
            <a:pathLst>
              <a:path w="338328" h="1">
                <a:moveTo>
                  <a:pt x="0" y="0"/>
                </a:moveTo>
                <a:lnTo>
                  <a:pt x="338328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62" name="FiLM to h_j"/>
          <p:cNvSpPr/>
          <p:nvPr/>
        </p:nvSpPr>
        <p:spPr>
          <a:xfrm>
            <a:off x="2164414" y="3876084"/>
            <a:ext cx="1" cy="110745"/>
          </a:xfrm>
          <a:custGeom>
            <a:avLst/>
            <a:gdLst/>
            <a:ahLst/>
            <a:cxnLst/>
            <a:rect l="0" t="0" r="w" b="h"/>
            <a:pathLst>
              <a:path w="1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06" name="h_j bar_1"/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07" name="h_j bar_2"/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08" name="h_j bar_3"/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09" name="h_j bar_4"/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10" name="h_j bar_5"/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11" name="h_j bar_6"/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12" name="h_j bar_7"/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13" name="Math | h_j^"/>
          <p:cNvSpPr txBox="1"/>
          <p:nvPr/>
        </p:nvSpPr>
        <p:spPr>
          <a:xfrm>
            <a:off x="1886330" y="3947306"/>
            <a:ext cx="65724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536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12214" name="Op | Foreground head"/>
          <p:cNvSpPr/>
          <p:nvPr/>
        </p:nvSpPr>
        <p:spPr>
          <a:xfrm>
            <a:off x="613980" y="4164813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b="1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13763" name="h_j to Foreground head"/>
          <p:cNvSpPr/>
          <p:nvPr/>
        </p:nvSpPr>
        <p:spPr>
          <a:xfrm>
            <a:off x="962037" y="4050112"/>
            <a:ext cx="1202377" cy="110745"/>
          </a:xfrm>
          <a:custGeom>
            <a:avLst/>
            <a:gdLst/>
            <a:ahLst/>
            <a:cxnLst/>
            <a:rect l="0" t="0" r="w" b="h"/>
            <a:pathLst>
              <a:path w="1389888" h="128016">
                <a:moveTo>
                  <a:pt x="1389888" y="0"/>
                </a:moveTo>
                <a:lnTo>
                  <a:pt x="1389888" y="64008"/>
                </a:lnTo>
                <a:lnTo>
                  <a:pt x="0" y="64008"/>
                </a:ln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64" name="Foreground head to p_j^fg"/>
          <p:cNvSpPr/>
          <p:nvPr/>
        </p:nvSpPr>
        <p:spPr>
          <a:xfrm>
            <a:off x="1310093" y="4239962"/>
            <a:ext cx="174028" cy="1"/>
          </a:xfrm>
          <a:custGeom>
            <a:avLst/>
            <a:gdLst/>
            <a:ahLst/>
            <a:cxnLst/>
            <a:rect l="0" t="0" r="w" b="h"/>
            <a:pathLst>
              <a:path w="201168" h="1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15" name="Math | p_j^fg"/>
          <p:cNvSpPr txBox="1"/>
          <p:nvPr/>
        </p:nvSpPr>
        <p:spPr>
          <a:xfrm>
            <a:off x="1544372" y="4170881"/>
            <a:ext cx="100990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>
                <a:solidFill>
                  <a:srgbClr val="1E293B"/>
                </a:solidFill>
                <a:latin typeface="Times New Roman"/>
              </a:rPr>
              <a:t>p</a:t>
            </a:r>
            <a:r>
              <a:rPr sz="519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519" baseline="32000">
                <a:solidFill>
                  <a:srgbClr val="1E293B"/>
                </a:solidFill>
                <a:latin typeface="Arial"/>
              </a:rPr>
              <a:t>fg</a:t>
            </a:r>
          </a:p>
        </p:txBody>
      </p:sp>
      <p:sp>
        <p:nvSpPr>
          <p:cNvPr id="12216" name="TextBox 12215"/>
          <p:cNvSpPr txBox="1"/>
          <p:nvPr/>
        </p:nvSpPr>
        <p:spPr>
          <a:xfrm>
            <a:off x="606070" y="4326805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12217" name="TextBox 12216"/>
          <p:cNvSpPr txBox="1"/>
          <p:nvPr/>
        </p:nvSpPr>
        <p:spPr>
          <a:xfrm>
            <a:off x="2800512" y="2206291"/>
            <a:ext cx="1195841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12218" name="Identity | SMILES list card"/>
          <p:cNvSpPr/>
          <p:nvPr/>
        </p:nvSpPr>
        <p:spPr>
          <a:xfrm>
            <a:off x="2979182" y="2309830"/>
            <a:ext cx="838500" cy="585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19" name="TextBox 12218"/>
          <p:cNvSpPr txBox="1"/>
          <p:nvPr/>
        </p:nvSpPr>
        <p:spPr>
          <a:xfrm>
            <a:off x="3034555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b="1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12220" name="TextBox 12219"/>
          <p:cNvSpPr txBox="1"/>
          <p:nvPr/>
        </p:nvSpPr>
        <p:spPr>
          <a:xfrm>
            <a:off x="3034555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b="1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12221" name="TextBox 12220"/>
          <p:cNvSpPr txBox="1"/>
          <p:nvPr/>
        </p:nvSpPr>
        <p:spPr>
          <a:xfrm>
            <a:off x="3169031" y="2512797"/>
            <a:ext cx="316415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62" b="1">
                <a:solidFill>
                  <a:srgbClr val="5A6B7C"/>
                </a:solidFill>
                <a:latin typeface="Arial"/>
              </a:rPr>
              <a:t>···</a:t>
            </a:r>
          </a:p>
        </p:txBody>
      </p:sp>
      <p:sp>
        <p:nvSpPr>
          <p:cNvPr id="12222" name="Identity | Selected k pill"/>
          <p:cNvSpPr/>
          <p:nvPr/>
        </p:nvSpPr>
        <p:spPr>
          <a:xfrm>
            <a:off x="3010824" y="259460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23" name="TextBox 12222"/>
          <p:cNvSpPr txBox="1"/>
          <p:nvPr/>
        </p:nvSpPr>
        <p:spPr>
          <a:xfrm>
            <a:off x="3042465" y="26109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b="1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12224" name="TextBox 12223"/>
          <p:cNvSpPr txBox="1"/>
          <p:nvPr/>
        </p:nvSpPr>
        <p:spPr>
          <a:xfrm>
            <a:off x="3169031" y="2702646"/>
            <a:ext cx="316415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62" b="1">
                <a:solidFill>
                  <a:srgbClr val="5A6B7C"/>
                </a:solidFill>
                <a:latin typeface="Arial"/>
              </a:rPr>
              <a:t>···</a:t>
            </a:r>
          </a:p>
        </p:txBody>
      </p:sp>
      <p:sp>
        <p:nvSpPr>
          <p:cNvPr id="12225" name="TextBox 12224"/>
          <p:cNvSpPr txBox="1"/>
          <p:nvPr/>
        </p:nvSpPr>
        <p:spPr>
          <a:xfrm>
            <a:off x="3034555" y="2781044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b="1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13765" name="SMILES k to Own graph"/>
          <p:cNvSpPr/>
          <p:nvPr/>
        </p:nvSpPr>
        <p:spPr>
          <a:xfrm>
            <a:off x="2733961" y="2653931"/>
            <a:ext cx="276863" cy="217535"/>
          </a:xfrm>
          <a:custGeom>
            <a:avLst/>
            <a:gdLst/>
            <a:ahLst/>
            <a:cxnLst/>
            <a:rect l="0" t="0" r="w" b="h"/>
            <a:pathLst>
              <a:path w="320040" h="251460">
                <a:moveTo>
                  <a:pt x="320040" y="0"/>
                </a:moveTo>
                <a:lnTo>
                  <a:pt x="0" y="0"/>
                </a:lnTo>
                <a:lnTo>
                  <a:pt x="0" y="25146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26" name="TextBox 12225"/>
          <p:cNvSpPr txBox="1"/>
          <p:nvPr/>
        </p:nvSpPr>
        <p:spPr>
          <a:xfrm>
            <a:off x="2718140" y="2550348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RDKit</a:t>
            </a:r>
          </a:p>
        </p:txBody>
      </p:sp>
      <p:grpSp>
        <p:nvGrpSpPr>
          <p:cNvPr id="13766" name="Identity | Own molecular graph"/>
          <p:cNvGrpSpPr/>
          <p:nvPr/>
        </p:nvGrpSpPr>
        <p:grpSpPr>
          <a:xfrm>
            <a:off x="2591574" y="2888431"/>
            <a:ext cx="284773" cy="171742"/>
            <a:chOff x="3366271" y="3721905"/>
            <a:chExt cx="311024" cy="187573"/>
          </a:xfrm>
        </p:grpSpPr>
        <p:cxnSp>
          <p:nvCxnSpPr>
            <p:cNvPr id="2845" name="path_2698"/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6" name="path_2699"/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7" name="path_2700"/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8" name="path_2701"/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49" name="path_2702"/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50" name="path_2703"/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51" name="path_2704"/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852" name="ellipse_2705"/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3" name="ellipse_2706"/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4" name="ellipse_2707"/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5" name="ellipse_2708"/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6" name="ellipse_2709"/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7" name="ellipse_2710"/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8" name="ellipse_2711"/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2227" name="TextBox 12226"/>
          <p:cNvSpPr txBox="1"/>
          <p:nvPr/>
        </p:nvSpPr>
        <p:spPr>
          <a:xfrm>
            <a:off x="2565645" y="3080344"/>
            <a:ext cx="33663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13767" name="Own graph to GNN"/>
          <p:cNvSpPr/>
          <p:nvPr/>
        </p:nvSpPr>
        <p:spPr>
          <a:xfrm>
            <a:off x="2733961" y="3164150"/>
            <a:ext cx="1" cy="71193"/>
          </a:xfrm>
          <a:custGeom>
            <a:avLst/>
            <a:gdLst/>
            <a:ahLst/>
            <a:cxnLst/>
            <a:rect l="0" t="0" r="w" b="h"/>
            <a:pathLst>
              <a:path w="1" h="82296">
                <a:moveTo>
                  <a:pt x="0" y="0"/>
                </a:moveTo>
                <a:lnTo>
                  <a:pt x="0" y="8229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28" name="Op | GNN"/>
          <p:cNvSpPr/>
          <p:nvPr/>
        </p:nvSpPr>
        <p:spPr>
          <a:xfrm>
            <a:off x="2552022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b="1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13768" name="GNN to Graph attention"/>
          <p:cNvSpPr/>
          <p:nvPr/>
        </p:nvSpPr>
        <p:spPr>
          <a:xfrm>
            <a:off x="2733961" y="3377730"/>
            <a:ext cx="1" cy="118656"/>
          </a:xfrm>
          <a:custGeom>
            <a:avLst/>
            <a:gdLst/>
            <a:ahLst/>
            <a:cxnLst/>
            <a:rect l="0" t="0" r="w" b="h"/>
            <a:pathLst>
              <a:path w="1" h="137160">
                <a:moveTo>
                  <a:pt x="0" y="0"/>
                </a:moveTo>
                <a:lnTo>
                  <a:pt x="0" y="13716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29" name="TextBox 12228"/>
          <p:cNvSpPr txBox="1"/>
          <p:nvPr/>
        </p:nvSpPr>
        <p:spPr>
          <a:xfrm>
            <a:off x="2765602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b="1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12230" name="Op | Graph attention"/>
          <p:cNvSpPr/>
          <p:nvPr/>
        </p:nvSpPr>
        <p:spPr>
          <a:xfrm>
            <a:off x="2425456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0" b="1">
                <a:solidFill>
                  <a:srgbClr val="1D6D5E"/>
                </a:solidFill>
                <a:latin typeface="Arial"/>
              </a:rPr>
              <a:t>Graph attention</a:t>
            </a:r>
          </a:p>
        </p:txBody>
      </p:sp>
      <p:sp>
        <p:nvSpPr>
          <p:cNvPr id="13769" name="SMILES k to SMI-TED"/>
          <p:cNvSpPr/>
          <p:nvPr/>
        </p:nvSpPr>
        <p:spPr>
          <a:xfrm>
            <a:off x="3398432" y="2895198"/>
            <a:ext cx="1" cy="31641"/>
          </a:xfrm>
          <a:custGeom>
            <a:avLst/>
            <a:gdLst/>
            <a:ahLst/>
            <a:cxnLst/>
            <a:rect l="0" t="0" r="w" b="h"/>
            <a:pathLst>
              <a:path w="1" h="36576">
                <a:moveTo>
                  <a:pt x="0" y="0"/>
                </a:moveTo>
                <a:lnTo>
                  <a:pt x="0" y="3657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31" name="Op | SMI-TED"/>
          <p:cNvSpPr/>
          <p:nvPr/>
        </p:nvSpPr>
        <p:spPr>
          <a:xfrm>
            <a:off x="3184852" y="2930794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b="1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12232" name="TextBox 12231"/>
          <p:cNvSpPr txBox="1"/>
          <p:nvPr/>
        </p:nvSpPr>
        <p:spPr>
          <a:xfrm>
            <a:off x="3283817" y="3064523"/>
            <a:ext cx="22923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+ linear</a:t>
            </a:r>
          </a:p>
        </p:txBody>
      </p:sp>
      <p:sp>
        <p:nvSpPr>
          <p:cNvPr id="13770" name="SMI-TED to Language vector"/>
          <p:cNvSpPr/>
          <p:nvPr/>
        </p:nvSpPr>
        <p:spPr>
          <a:xfrm>
            <a:off x="3398432" y="3144374"/>
            <a:ext cx="1" cy="391564"/>
          </a:xfrm>
          <a:custGeom>
            <a:avLst/>
            <a:gdLst/>
            <a:ahLst/>
            <a:cxnLst/>
            <a:rect l="0" t="0" r="w" b="h"/>
            <a:pathLst>
              <a:path w="1" h="452628">
                <a:moveTo>
                  <a:pt x="0" y="0"/>
                </a:moveTo>
                <a:lnTo>
                  <a:pt x="0" y="452628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33" name="Language vector v_k_1"/>
          <p:cNvSpPr/>
          <p:nvPr/>
        </p:nvSpPr>
        <p:spPr>
          <a:xfrm>
            <a:off x="3256046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34" name="Language vector v_k_2"/>
          <p:cNvSpPr/>
          <p:nvPr/>
        </p:nvSpPr>
        <p:spPr>
          <a:xfrm>
            <a:off x="3297293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35" name="Language vector v_k_3"/>
          <p:cNvSpPr/>
          <p:nvPr/>
        </p:nvSpPr>
        <p:spPr>
          <a:xfrm>
            <a:off x="3338540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36" name="Language vector v_k_4"/>
          <p:cNvSpPr/>
          <p:nvPr/>
        </p:nvSpPr>
        <p:spPr>
          <a:xfrm>
            <a:off x="3379787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37" name="Language vector v_k_5"/>
          <p:cNvSpPr/>
          <p:nvPr/>
        </p:nvSpPr>
        <p:spPr>
          <a:xfrm>
            <a:off x="342103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38" name="Language vector v_k_6"/>
          <p:cNvSpPr/>
          <p:nvPr/>
        </p:nvSpPr>
        <p:spPr>
          <a:xfrm>
            <a:off x="346228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39" name="Language vector v_k_7"/>
          <p:cNvSpPr/>
          <p:nvPr/>
        </p:nvSpPr>
        <p:spPr>
          <a:xfrm>
            <a:off x="350352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3771" name="Language vector Q to Graph attention"/>
          <p:cNvSpPr/>
          <p:nvPr/>
        </p:nvSpPr>
        <p:spPr>
          <a:xfrm>
            <a:off x="3042465" y="3575490"/>
            <a:ext cx="205670" cy="1"/>
          </a:xfrm>
          <a:custGeom>
            <a:avLst/>
            <a:gdLst/>
            <a:ahLst/>
            <a:cxnLst/>
            <a:rect l="0" t="0" r="w" b="h"/>
            <a:pathLst>
              <a:path w="237744" h="1">
                <a:moveTo>
                  <a:pt x="237744" y="0"/>
                </a:moveTo>
                <a:lnTo>
                  <a:pt x="0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40" name="TextBox 12239"/>
          <p:cNvSpPr txBox="1"/>
          <p:nvPr/>
        </p:nvSpPr>
        <p:spPr>
          <a:xfrm>
            <a:off x="3082017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b="1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13772" name="Language vector Q to Context attention"/>
          <p:cNvSpPr/>
          <p:nvPr/>
        </p:nvSpPr>
        <p:spPr>
          <a:xfrm>
            <a:off x="3548729" y="3575490"/>
            <a:ext cx="205670" cy="1"/>
          </a:xfrm>
          <a:custGeom>
            <a:avLst/>
            <a:gdLst/>
            <a:ahLst/>
            <a:cxnLst/>
            <a:rect l="0" t="0" r="w" b="h"/>
            <a:pathLst>
              <a:path w="237744" h="1">
                <a:moveTo>
                  <a:pt x="0" y="0"/>
                </a:moveTo>
                <a:lnTo>
                  <a:pt x="237744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41" name="TextBox 12240"/>
          <p:cNvSpPr txBox="1"/>
          <p:nvPr/>
        </p:nvSpPr>
        <p:spPr>
          <a:xfrm>
            <a:off x="3588281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b="1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13773" name="Language vector to Fusion"/>
          <p:cNvSpPr/>
          <p:nvPr/>
        </p:nvSpPr>
        <p:spPr>
          <a:xfrm>
            <a:off x="3398432" y="3607131"/>
            <a:ext cx="1" cy="126566"/>
          </a:xfrm>
          <a:custGeom>
            <a:avLst/>
            <a:gdLst/>
            <a:ahLst/>
            <a:cxnLst/>
            <a:rect l="0" t="0" r="w" b="h"/>
            <a:pathLst>
              <a:path w="1" h="146304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74" name="Other identities to SMI-TED"/>
          <p:cNvSpPr/>
          <p:nvPr/>
        </p:nvSpPr>
        <p:spPr>
          <a:xfrm>
            <a:off x="3817682" y="2428485"/>
            <a:ext cx="261042" cy="498354"/>
          </a:xfrm>
          <a:custGeom>
            <a:avLst/>
            <a:gdLst/>
            <a:ahLst/>
            <a:cxnLst/>
            <a:rect l="0" t="0" r="w" b="h"/>
            <a:pathLst>
              <a:path w="301752" h="576072">
                <a:moveTo>
                  <a:pt x="0" y="0"/>
                </a:moveTo>
                <a:lnTo>
                  <a:pt x="301752" y="0"/>
                </a:lnTo>
                <a:lnTo>
                  <a:pt x="301752" y="576072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75" name="Other identities K tap"/>
          <p:cNvSpPr/>
          <p:nvPr/>
        </p:nvSpPr>
        <p:spPr>
          <a:xfrm>
            <a:off x="3817682" y="2816094"/>
            <a:ext cx="261042" cy="1"/>
          </a:xfrm>
          <a:custGeom>
            <a:avLst/>
            <a:gdLst/>
            <a:ahLst/>
            <a:cxnLst/>
            <a:rect l="0" t="0" r="w" b="h"/>
            <a:pathLst>
              <a:path w="301752" h="1">
                <a:moveTo>
                  <a:pt x="0" y="0"/>
                </a:moveTo>
                <a:lnTo>
                  <a:pt x="301752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242" name="TextBox 12241"/>
          <p:cNvSpPr txBox="1"/>
          <p:nvPr/>
        </p:nvSpPr>
        <p:spPr>
          <a:xfrm>
            <a:off x="4102455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519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12243" name="Op | SMI-TED"/>
          <p:cNvSpPr/>
          <p:nvPr/>
        </p:nvSpPr>
        <p:spPr>
          <a:xfrm>
            <a:off x="3865144" y="2930794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b="1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12244" name="TextBox 12243"/>
          <p:cNvSpPr txBox="1"/>
          <p:nvPr/>
        </p:nvSpPr>
        <p:spPr>
          <a:xfrm>
            <a:off x="3964109" y="3064523"/>
            <a:ext cx="22923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+ linear</a:t>
            </a:r>
          </a:p>
        </p:txBody>
      </p:sp>
      <p:sp>
        <p:nvSpPr>
          <p:cNvPr id="13776" name="Right SMI-TED to 1,2,K bars"/>
          <p:cNvSpPr/>
          <p:nvPr/>
        </p:nvSpPr>
        <p:spPr>
          <a:xfrm>
            <a:off x="4078725" y="3144374"/>
            <a:ext cx="1" cy="83059"/>
          </a:xfrm>
          <a:custGeom>
            <a:avLst/>
            <a:gdLst/>
            <a:ahLst/>
            <a:cxnLst/>
            <a:rect l="0" t="0" r="w" b="h"/>
            <a:pathLst>
              <a:path w="1" h="96012">
                <a:moveTo>
                  <a:pt x="0" y="0"/>
                </a:moveTo>
                <a:lnTo>
                  <a:pt x="0" y="96012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45" name="TextBox 12244"/>
          <p:cNvSpPr txBox="1"/>
          <p:nvPr/>
        </p:nvSpPr>
        <p:spPr>
          <a:xfrm>
            <a:off x="3857234" y="3221308"/>
            <a:ext cx="79104" cy="755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02" b="1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12246" name="Context bar 1_1"/>
          <p:cNvSpPr/>
          <p:nvPr/>
        </p:nvSpPr>
        <p:spPr>
          <a:xfrm>
            <a:off x="3952158" y="3241672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47" name="Context bar 1_2"/>
          <p:cNvSpPr/>
          <p:nvPr/>
        </p:nvSpPr>
        <p:spPr>
          <a:xfrm>
            <a:off x="4000280" y="3241672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48" name="Context bar 1_3"/>
          <p:cNvSpPr/>
          <p:nvPr/>
        </p:nvSpPr>
        <p:spPr>
          <a:xfrm>
            <a:off x="4048401" y="3241672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49" name="Context bar 1_4"/>
          <p:cNvSpPr/>
          <p:nvPr/>
        </p:nvSpPr>
        <p:spPr>
          <a:xfrm>
            <a:off x="4096523" y="3241672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0" name="Context bar 1_5"/>
          <p:cNvSpPr/>
          <p:nvPr/>
        </p:nvSpPr>
        <p:spPr>
          <a:xfrm>
            <a:off x="4144644" y="3241672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1" name="Context bar 1_6"/>
          <p:cNvSpPr/>
          <p:nvPr/>
        </p:nvSpPr>
        <p:spPr>
          <a:xfrm>
            <a:off x="4192766" y="3241672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2" name="TextBox 12251"/>
          <p:cNvSpPr txBox="1"/>
          <p:nvPr/>
        </p:nvSpPr>
        <p:spPr>
          <a:xfrm>
            <a:off x="3857234" y="3268770"/>
            <a:ext cx="79104" cy="755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02" b="1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12253" name="Context bar 2_1"/>
          <p:cNvSpPr/>
          <p:nvPr/>
        </p:nvSpPr>
        <p:spPr>
          <a:xfrm>
            <a:off x="3952158" y="328913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4" name="Context bar 2_2"/>
          <p:cNvSpPr/>
          <p:nvPr/>
        </p:nvSpPr>
        <p:spPr>
          <a:xfrm>
            <a:off x="4000280" y="328913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5" name="Context bar 2_3"/>
          <p:cNvSpPr/>
          <p:nvPr/>
        </p:nvSpPr>
        <p:spPr>
          <a:xfrm>
            <a:off x="4048401" y="328913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6" name="Context bar 2_4"/>
          <p:cNvSpPr/>
          <p:nvPr/>
        </p:nvSpPr>
        <p:spPr>
          <a:xfrm>
            <a:off x="4096523" y="328913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7" name="Context bar 2_5"/>
          <p:cNvSpPr/>
          <p:nvPr/>
        </p:nvSpPr>
        <p:spPr>
          <a:xfrm>
            <a:off x="4144644" y="328913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8" name="Context bar 2_6"/>
          <p:cNvSpPr/>
          <p:nvPr/>
        </p:nvSpPr>
        <p:spPr>
          <a:xfrm>
            <a:off x="4192766" y="328913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59" name="TextBox 12258"/>
          <p:cNvSpPr txBox="1"/>
          <p:nvPr/>
        </p:nvSpPr>
        <p:spPr>
          <a:xfrm>
            <a:off x="3857234" y="3316233"/>
            <a:ext cx="79104" cy="755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02" b="1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12260" name="Context bar K_1"/>
          <p:cNvSpPr/>
          <p:nvPr/>
        </p:nvSpPr>
        <p:spPr>
          <a:xfrm>
            <a:off x="3952158" y="3336596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61" name="Context bar K_2"/>
          <p:cNvSpPr/>
          <p:nvPr/>
        </p:nvSpPr>
        <p:spPr>
          <a:xfrm>
            <a:off x="4000280" y="3336596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62" name="Context bar K_3"/>
          <p:cNvSpPr/>
          <p:nvPr/>
        </p:nvSpPr>
        <p:spPr>
          <a:xfrm>
            <a:off x="4048401" y="3336596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63" name="Context bar K_4"/>
          <p:cNvSpPr/>
          <p:nvPr/>
        </p:nvSpPr>
        <p:spPr>
          <a:xfrm>
            <a:off x="4096523" y="3336596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64" name="Context bar K_5"/>
          <p:cNvSpPr/>
          <p:nvPr/>
        </p:nvSpPr>
        <p:spPr>
          <a:xfrm>
            <a:off x="4144644" y="3336596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65" name="Context bar K_6"/>
          <p:cNvSpPr/>
          <p:nvPr/>
        </p:nvSpPr>
        <p:spPr>
          <a:xfrm>
            <a:off x="4192766" y="3336596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3777" name="1,2,K bars to Context attention"/>
          <p:cNvSpPr/>
          <p:nvPr/>
        </p:nvSpPr>
        <p:spPr>
          <a:xfrm>
            <a:off x="4078725" y="3377730"/>
            <a:ext cx="1" cy="118656"/>
          </a:xfrm>
          <a:custGeom>
            <a:avLst/>
            <a:gdLst/>
            <a:ahLst/>
            <a:cxnLst/>
            <a:rect l="0" t="0" r="w" b="h"/>
            <a:pathLst>
              <a:path w="1" h="137160">
                <a:moveTo>
                  <a:pt x="0" y="0"/>
                </a:moveTo>
                <a:lnTo>
                  <a:pt x="0" y="13716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66" name="TextBox 12265"/>
          <p:cNvSpPr txBox="1"/>
          <p:nvPr/>
        </p:nvSpPr>
        <p:spPr>
          <a:xfrm>
            <a:off x="4110366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b="1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12267" name="Op | Context attention"/>
          <p:cNvSpPr/>
          <p:nvPr/>
        </p:nvSpPr>
        <p:spPr>
          <a:xfrm>
            <a:off x="3754399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0" b="1">
                <a:solidFill>
                  <a:srgbClr val="1D6D5E"/>
                </a:solidFill>
                <a:latin typeface="Arial"/>
              </a:rPr>
              <a:t>Context attention</a:t>
            </a:r>
          </a:p>
        </p:txBody>
      </p:sp>
      <p:sp>
        <p:nvSpPr>
          <p:cNvPr id="12268" name="Op | Fusion"/>
          <p:cNvSpPr/>
          <p:nvPr/>
        </p:nvSpPr>
        <p:spPr>
          <a:xfrm>
            <a:off x="3208583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06" b="1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13778" name="Graph attention to Fusion"/>
          <p:cNvSpPr/>
          <p:nvPr/>
        </p:nvSpPr>
        <p:spPr>
          <a:xfrm>
            <a:off x="2733961" y="3654593"/>
            <a:ext cx="474622" cy="150297"/>
          </a:xfrm>
          <a:custGeom>
            <a:avLst/>
            <a:gdLst/>
            <a:ahLst/>
            <a:cxnLst/>
            <a:rect l="0" t="0" r="w" b="h"/>
            <a:pathLst>
              <a:path w="548640" h="173736">
                <a:moveTo>
                  <a:pt x="0" y="0"/>
                </a:moveTo>
                <a:lnTo>
                  <a:pt x="0" y="173736"/>
                </a:lnTo>
                <a:lnTo>
                  <a:pt x="548640" y="17373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79" name="Context attention to Fusion"/>
          <p:cNvSpPr/>
          <p:nvPr/>
        </p:nvSpPr>
        <p:spPr>
          <a:xfrm>
            <a:off x="3588281" y="3654593"/>
            <a:ext cx="490443" cy="150297"/>
          </a:xfrm>
          <a:custGeom>
            <a:avLst/>
            <a:gdLst/>
            <a:ahLst/>
            <a:cxnLst/>
            <a:rect l="0" t="0" r="w" b="h"/>
            <a:pathLst>
              <a:path w="566928" h="173736">
                <a:moveTo>
                  <a:pt x="566928" y="0"/>
                </a:moveTo>
                <a:lnTo>
                  <a:pt x="566928" y="173736"/>
                </a:lnTo>
                <a:lnTo>
                  <a:pt x="0" y="17373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80" name="Fusion to g_k"/>
          <p:cNvSpPr/>
          <p:nvPr/>
        </p:nvSpPr>
        <p:spPr>
          <a:xfrm>
            <a:off x="3398432" y="3876084"/>
            <a:ext cx="1" cy="110745"/>
          </a:xfrm>
          <a:custGeom>
            <a:avLst/>
            <a:gdLst/>
            <a:ahLst/>
            <a:cxnLst/>
            <a:rect l="0" t="0" r="w" b="h"/>
            <a:pathLst>
              <a:path w="1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69" name="g_k bar_1"/>
          <p:cNvSpPr/>
          <p:nvPr/>
        </p:nvSpPr>
        <p:spPr>
          <a:xfrm>
            <a:off x="3232315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70" name="g_k bar_2"/>
          <p:cNvSpPr/>
          <p:nvPr/>
        </p:nvSpPr>
        <p:spPr>
          <a:xfrm>
            <a:off x="3280342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71" name="g_k bar_3"/>
          <p:cNvSpPr/>
          <p:nvPr/>
        </p:nvSpPr>
        <p:spPr>
          <a:xfrm>
            <a:off x="3328369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72" name="g_k bar_4"/>
          <p:cNvSpPr/>
          <p:nvPr/>
        </p:nvSpPr>
        <p:spPr>
          <a:xfrm>
            <a:off x="3376396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73" name="g_k bar_5"/>
          <p:cNvSpPr/>
          <p:nvPr/>
        </p:nvSpPr>
        <p:spPr>
          <a:xfrm>
            <a:off x="3424424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74" name="g_k bar_6"/>
          <p:cNvSpPr/>
          <p:nvPr/>
        </p:nvSpPr>
        <p:spPr>
          <a:xfrm>
            <a:off x="3472451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75" name="g_k bar_7"/>
          <p:cNvSpPr/>
          <p:nvPr/>
        </p:nvSpPr>
        <p:spPr>
          <a:xfrm>
            <a:off x="3520478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76" name="Math | g_k^"/>
          <p:cNvSpPr txBox="1"/>
          <p:nvPr/>
        </p:nvSpPr>
        <p:spPr>
          <a:xfrm>
            <a:off x="3606785" y="3947306"/>
            <a:ext cx="73739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536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12277" name="Op | Cosine score"/>
          <p:cNvSpPr/>
          <p:nvPr/>
        </p:nvSpPr>
        <p:spPr>
          <a:xfrm>
            <a:off x="3002913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b="1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12278" name="TextBox 12277"/>
          <p:cNvSpPr txBox="1"/>
          <p:nvPr/>
        </p:nvSpPr>
        <p:spPr>
          <a:xfrm>
            <a:off x="2995138" y="4326805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13781" name="h_j to Cosine score"/>
          <p:cNvSpPr/>
          <p:nvPr/>
        </p:nvSpPr>
        <p:spPr>
          <a:xfrm>
            <a:off x="2164413" y="4050112"/>
            <a:ext cx="838500" cy="189849"/>
          </a:xfrm>
          <a:custGeom>
            <a:avLst/>
            <a:gdLst/>
            <a:ahLst/>
            <a:cxnLst/>
            <a:rect l="0" t="0" r="w" b="h"/>
            <a:pathLst>
              <a:path w="969264" h="219456">
                <a:moveTo>
                  <a:pt x="0" y="0"/>
                </a:moveTo>
                <a:lnTo>
                  <a:pt x="0" y="219456"/>
                </a:lnTo>
                <a:lnTo>
                  <a:pt x="969264" y="21945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82" name="g_k to Cosine score straight"/>
          <p:cNvSpPr/>
          <p:nvPr/>
        </p:nvSpPr>
        <p:spPr>
          <a:xfrm>
            <a:off x="3398432" y="4050112"/>
            <a:ext cx="1" cy="110745"/>
          </a:xfrm>
          <a:custGeom>
            <a:avLst/>
            <a:gdLst/>
            <a:ahLst/>
            <a:cxnLst/>
            <a:rect l="0" t="0" r="w" b="h"/>
            <a:pathLst>
              <a:path w="1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3783" name="Cosine score to Matrix"/>
          <p:cNvSpPr/>
          <p:nvPr/>
        </p:nvSpPr>
        <p:spPr>
          <a:xfrm>
            <a:off x="3572461" y="4239962"/>
            <a:ext cx="284773" cy="1"/>
          </a:xfrm>
          <a:custGeom>
            <a:avLst/>
            <a:gdLst/>
            <a:ahLst/>
            <a:cxnLst/>
            <a:rect l="0" t="0" r="w" b="h"/>
            <a:pathLst>
              <a:path w="329184" h="1">
                <a:moveTo>
                  <a:pt x="0" y="0"/>
                </a:moveTo>
                <a:lnTo>
                  <a:pt x="329184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279" name="Math | s_j,k^"/>
          <p:cNvSpPr txBox="1"/>
          <p:nvPr/>
        </p:nvSpPr>
        <p:spPr>
          <a:xfrm>
            <a:off x="3674772" y="4094406"/>
            <a:ext cx="80151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>
                <a:solidFill>
                  <a:srgbClr val="1E293B"/>
                </a:solidFill>
                <a:latin typeface="Times New Roman"/>
              </a:rPr>
              <a:t>s</a:t>
            </a:r>
            <a:r>
              <a:rPr sz="502" i="1" baseline="-28000">
                <a:solidFill>
                  <a:srgbClr val="1E293B"/>
                </a:solidFill>
                <a:latin typeface="Times New Roman"/>
              </a:rPr>
              <a:t>j,k</a:t>
            </a:r>
          </a:p>
        </p:txBody>
      </p:sp>
      <p:sp>
        <p:nvSpPr>
          <p:cNvPr id="12280" name="TextBox 12279"/>
          <p:cNvSpPr txBox="1"/>
          <p:nvPr/>
        </p:nvSpPr>
        <p:spPr>
          <a:xfrm>
            <a:off x="3895738" y="3931330"/>
            <a:ext cx="524182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 b="1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12281" name="TextBox 12280"/>
          <p:cNvSpPr txBox="1"/>
          <p:nvPr/>
        </p:nvSpPr>
        <p:spPr>
          <a:xfrm>
            <a:off x="4054993" y="4019017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b="1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12282" name="TextBox 12281"/>
          <p:cNvSpPr txBox="1"/>
          <p:nvPr/>
        </p:nvSpPr>
        <p:spPr>
          <a:xfrm>
            <a:off x="3857234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b="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12283" name="Matrix cell (0,0)"/>
          <p:cNvSpPr/>
          <p:nvPr/>
        </p:nvSpPr>
        <p:spPr>
          <a:xfrm>
            <a:off x="3952158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84" name="Matrix cell (0,1)"/>
          <p:cNvSpPr/>
          <p:nvPr/>
        </p:nvSpPr>
        <p:spPr>
          <a:xfrm>
            <a:off x="4054993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85" name="Matrix cell (0,2)"/>
          <p:cNvSpPr/>
          <p:nvPr/>
        </p:nvSpPr>
        <p:spPr>
          <a:xfrm>
            <a:off x="4157828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86" name="Matrix cell (0,3)"/>
          <p:cNvSpPr/>
          <p:nvPr/>
        </p:nvSpPr>
        <p:spPr>
          <a:xfrm>
            <a:off x="4260663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87" name="Matrix cell (1,0)"/>
          <p:cNvSpPr/>
          <p:nvPr/>
        </p:nvSpPr>
        <p:spPr>
          <a:xfrm>
            <a:off x="3952158" y="4176678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88" name="Matrix cell (1,1)"/>
          <p:cNvSpPr/>
          <p:nvPr/>
        </p:nvSpPr>
        <p:spPr>
          <a:xfrm>
            <a:off x="4054993" y="4176678"/>
            <a:ext cx="102835" cy="71193"/>
          </a:xfrm>
          <a:prstGeom prst="rect">
            <a:avLst/>
          </a:prstGeom>
          <a:solidFill>
            <a:srgbClr val="3C9486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89" name="Matrix cell (1,2)"/>
          <p:cNvSpPr/>
          <p:nvPr/>
        </p:nvSpPr>
        <p:spPr>
          <a:xfrm>
            <a:off x="4157828" y="4176678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90" name="Matrix cell (1,3)"/>
          <p:cNvSpPr/>
          <p:nvPr/>
        </p:nvSpPr>
        <p:spPr>
          <a:xfrm>
            <a:off x="4260663" y="4176678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91" name="Matrix cell (2,0)"/>
          <p:cNvSpPr/>
          <p:nvPr/>
        </p:nvSpPr>
        <p:spPr>
          <a:xfrm>
            <a:off x="3952158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92" name="Matrix cell (2,1)"/>
          <p:cNvSpPr/>
          <p:nvPr/>
        </p:nvSpPr>
        <p:spPr>
          <a:xfrm>
            <a:off x="4054993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93" name="Matrix cell (2,2)"/>
          <p:cNvSpPr/>
          <p:nvPr/>
        </p:nvSpPr>
        <p:spPr>
          <a:xfrm>
            <a:off x="4157828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94" name="Matrix cell (2,3)"/>
          <p:cNvSpPr/>
          <p:nvPr/>
        </p:nvSpPr>
        <p:spPr>
          <a:xfrm>
            <a:off x="4260663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295" name="TextBox 12294"/>
          <p:cNvSpPr txBox="1"/>
          <p:nvPr/>
        </p:nvSpPr>
        <p:spPr>
          <a:xfrm>
            <a:off x="3952159" y="43291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sp>
        <p:nvSpPr>
          <p:cNvPr id="12296" name="Build | Inputs container card"/>
          <p:cNvSpPr/>
          <p:nvPr/>
        </p:nvSpPr>
        <p:spPr>
          <a:xfrm>
            <a:off x="4632451" y="411340"/>
            <a:ext cx="1313122" cy="117073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3784" name="Build | Site p"/>
          <p:cNvGrpSpPr/>
          <p:nvPr/>
        </p:nvGrpSpPr>
        <p:grpSpPr>
          <a:xfrm>
            <a:off x="4730087" y="474623"/>
            <a:ext cx="413828" cy="348056"/>
            <a:chOff x="156538" y="5645738"/>
            <a:chExt cx="422329" cy="355206"/>
          </a:xfrm>
        </p:grpSpPr>
        <p:grpSp>
          <p:nvGrpSpPr>
            <p:cNvPr id="2969" name="d | Site p: local receptor environment"/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2970" name="ellipse_2785"/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1" name="ellipse_2786"/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2" name="ellipse_2787"/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3" name="ellipse_2788"/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4" name="ellipse_2789"/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5" name="ellipse_2790"/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6" name="ellipse_2791"/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7" name="ellipse_2792"/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8" name="ellipse_2793"/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9" name="ellipse_2794"/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0" name="ellipse_2795"/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1" name="ellipse_2796"/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2" name="ellipse_2797"/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3" name="ellipse_2798"/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4" name="ellipse_2799"/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5" name="ellipse_2800"/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6" name="ellipse_2801"/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7" name="ellipse_2802"/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8" name="ellipse_2803"/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9" name="ellipse_2804"/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0" name="ellipse_2805"/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1" name="ellipse_2806"/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2" name="ellipse_2807"/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3" name="ellipse_2808"/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4" name="ellipse_2809"/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5" name="ellipse_2810"/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6" name="ellipse_2811"/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7" name="ellipse_2812"/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8" name="ellipse_2813"/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9" name="ellipse_2814"/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0" name="ellipse_2815"/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1" name="ellipse_2816"/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2" name="ellipse_2817"/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3" name="ellipse_2818"/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4" name="ellipse_2819"/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5" name="ellipse_2820"/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6" name="ellipse_2821"/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7" name="ellipse_2822"/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8" name="ellipse_2823"/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09" name="ellipse_2824"/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0" name="ellipse_2825"/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1" name="ellipse_2826"/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2" name="ellipse_2827"/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3" name="ellipse_2828"/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4" name="ellipse_2829"/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5" name="ellipse_2830"/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6" name="ellipse_2831"/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7" name="ellipse_2832"/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8" name="ellipse_2833"/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19" name="ellipse_2834"/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0" name="ellipse_2835"/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1" name="ellipse_2836"/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2" name="ellipse_2837"/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3" name="ellipse_2838"/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4" name="ellipse_2839"/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5" name="ellipse_2840"/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6" name="ellipse_2841"/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7" name="ellipse_2842"/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8" name="ellipse_2843"/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9" name="ellipse_2844"/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0" name="ellipse_2845"/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1" name="ellipse_2846"/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2" name="ellipse_2847"/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3" name="ellipse_2848"/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4" name="ellipse_2849"/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5" name="ellipse_2850"/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6" name="ellipse_2851"/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7" name="ellipse_2852"/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8" name="ellipse_2853"/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9" name="ellipse_2854"/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0" name="ellipse_2855"/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1" name="ellipse_2856"/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2" name="ellipse_2857"/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3" name="ellipse_2858"/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4" name="ellipse_2859"/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5" name="ellipse_2860"/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6" name="ellipse_2861"/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7" name="ellipse_2862"/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8" name="ellipse_2863"/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9" name="ellipse_2864"/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0" name="ellipse_2865"/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1" name="ellipse_2866"/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2" name="ellipse_2867"/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3" name="ellipse_2868"/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4" name="ellipse_2869"/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3055" name="Candidate blob | editable contour"/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56" name="ellipse_2871"/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2297" name="TextBox 12296"/>
          <p:cNvSpPr txBox="1"/>
          <p:nvPr/>
        </p:nvSpPr>
        <p:spPr>
          <a:xfrm>
            <a:off x="4679913" y="829256"/>
            <a:ext cx="514174" cy="975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49" b="1">
                <a:solidFill>
                  <a:srgbClr val="1E293B"/>
                </a:solidFill>
                <a:latin typeface="Arial"/>
              </a:rPr>
              <a:t>Site p</a:t>
            </a:r>
          </a:p>
        </p:txBody>
      </p:sp>
      <p:sp>
        <p:nvSpPr>
          <p:cNvPr id="12298" name="TextBox 12297"/>
          <p:cNvSpPr txBox="1"/>
          <p:nvPr/>
        </p:nvSpPr>
        <p:spPr>
          <a:xfrm>
            <a:off x="4679913" y="924093"/>
            <a:ext cx="514174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5A6B7C"/>
                </a:solidFill>
                <a:latin typeface="Arial"/>
              </a:rPr>
              <a:t>from Find</a:t>
            </a:r>
          </a:p>
        </p:txBody>
      </p:sp>
      <p:sp>
        <p:nvSpPr>
          <p:cNvPr id="12299" name="TextBox 12298"/>
          <p:cNvSpPr txBox="1"/>
          <p:nvPr/>
        </p:nvSpPr>
        <p:spPr>
          <a:xfrm>
            <a:off x="5209908" y="594749"/>
            <a:ext cx="158207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22" b="1">
                <a:solidFill>
                  <a:srgbClr val="5A6B7C"/>
                </a:solidFill>
                <a:latin typeface="Arial"/>
              </a:rPr>
              <a:t>+</a:t>
            </a:r>
          </a:p>
        </p:txBody>
      </p:sp>
      <p:grpSp>
        <p:nvGrpSpPr>
          <p:cNvPr id="3075" name="Build | Pocket"/>
          <p:cNvGrpSpPr/>
          <p:nvPr/>
        </p:nvGrpSpPr>
        <p:grpSpPr>
          <a:xfrm>
            <a:off x="5418077" y="474623"/>
            <a:ext cx="430072" cy="348056"/>
            <a:chOff x="1411968" y="5662376"/>
            <a:chExt cx="418007" cy="338292"/>
          </a:xfrm>
        </p:grpSpPr>
        <p:sp>
          <p:nvSpPr>
            <p:cNvPr id="3076" name="ellipse_2889"/>
            <p:cNvSpPr/>
            <p:nvPr/>
          </p:nvSpPr>
          <p:spPr>
            <a:xfrm>
              <a:off x="1477028" y="5730123"/>
              <a:ext cx="31529" cy="315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77" name="ellipse_2890"/>
            <p:cNvSpPr/>
            <p:nvPr/>
          </p:nvSpPr>
          <p:spPr>
            <a:xfrm>
              <a:off x="1413313" y="5768742"/>
              <a:ext cx="29533" cy="2953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78" name="ellipse_2891"/>
            <p:cNvSpPr/>
            <p:nvPr/>
          </p:nvSpPr>
          <p:spPr>
            <a:xfrm>
              <a:off x="1606772" y="5962955"/>
              <a:ext cx="37712" cy="3771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79" name="ellipse_2892"/>
            <p:cNvSpPr/>
            <p:nvPr/>
          </p:nvSpPr>
          <p:spPr>
            <a:xfrm>
              <a:off x="1692365" y="5876366"/>
              <a:ext cx="39137" cy="3913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0" name="ellipse_2893"/>
            <p:cNvSpPr/>
            <p:nvPr/>
          </p:nvSpPr>
          <p:spPr>
            <a:xfrm>
              <a:off x="1446482" y="5820853"/>
              <a:ext cx="35562" cy="3556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1" name="ellipse_2894"/>
            <p:cNvSpPr/>
            <p:nvPr/>
          </p:nvSpPr>
          <p:spPr>
            <a:xfrm>
              <a:off x="1411968" y="5817386"/>
              <a:ext cx="29762" cy="297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2" name="ellipse_2895"/>
            <p:cNvSpPr/>
            <p:nvPr/>
          </p:nvSpPr>
          <p:spPr>
            <a:xfrm>
              <a:off x="1469529" y="5784286"/>
              <a:ext cx="35695" cy="3569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3" name="ellipse_2896"/>
            <p:cNvSpPr/>
            <p:nvPr/>
          </p:nvSpPr>
          <p:spPr>
            <a:xfrm>
              <a:off x="1485370" y="5743617"/>
              <a:ext cx="39374" cy="3937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4" name="ellipse_2897"/>
            <p:cNvSpPr/>
            <p:nvPr/>
          </p:nvSpPr>
          <p:spPr>
            <a:xfrm>
              <a:off x="1543334" y="5929029"/>
              <a:ext cx="29140" cy="2914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5" name="ellipse_2898"/>
            <p:cNvSpPr/>
            <p:nvPr/>
          </p:nvSpPr>
          <p:spPr>
            <a:xfrm>
              <a:off x="1466275" y="5765882"/>
              <a:ext cx="25820" cy="25820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6" name="ellipse_2899"/>
            <p:cNvSpPr/>
            <p:nvPr/>
          </p:nvSpPr>
          <p:spPr>
            <a:xfrm>
              <a:off x="1582840" y="5966745"/>
              <a:ext cx="30939" cy="3093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7" name="ellipse_2900"/>
            <p:cNvSpPr/>
            <p:nvPr/>
          </p:nvSpPr>
          <p:spPr>
            <a:xfrm>
              <a:off x="1507992" y="5722896"/>
              <a:ext cx="33525" cy="3352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8" name="ellipse_2901"/>
            <p:cNvSpPr/>
            <p:nvPr/>
          </p:nvSpPr>
          <p:spPr>
            <a:xfrm>
              <a:off x="1455591" y="5791788"/>
              <a:ext cx="31551" cy="3155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89" name="ellipse_2902"/>
            <p:cNvSpPr/>
            <p:nvPr/>
          </p:nvSpPr>
          <p:spPr>
            <a:xfrm>
              <a:off x="1565027" y="5913802"/>
              <a:ext cx="34699" cy="346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0" name="ellipse_2903"/>
            <p:cNvSpPr/>
            <p:nvPr/>
          </p:nvSpPr>
          <p:spPr>
            <a:xfrm>
              <a:off x="1592477" y="5951568"/>
              <a:ext cx="38059" cy="38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1" name="ellipse_2904"/>
            <p:cNvSpPr/>
            <p:nvPr/>
          </p:nvSpPr>
          <p:spPr>
            <a:xfrm>
              <a:off x="1755519" y="5859269"/>
              <a:ext cx="33604" cy="336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2" name="ellipse_2905"/>
            <p:cNvSpPr/>
            <p:nvPr/>
          </p:nvSpPr>
          <p:spPr>
            <a:xfrm>
              <a:off x="1714504" y="5932612"/>
              <a:ext cx="32252" cy="3225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3" name="ellipse_2906"/>
            <p:cNvSpPr/>
            <p:nvPr/>
          </p:nvSpPr>
          <p:spPr>
            <a:xfrm>
              <a:off x="1739282" y="5823798"/>
              <a:ext cx="27565" cy="275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4" name="ellipse_2907"/>
            <p:cNvSpPr/>
            <p:nvPr/>
          </p:nvSpPr>
          <p:spPr>
            <a:xfrm>
              <a:off x="1477659" y="5897421"/>
              <a:ext cx="33413" cy="3341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5" name="ellipse_2908"/>
            <p:cNvSpPr/>
            <p:nvPr/>
          </p:nvSpPr>
          <p:spPr>
            <a:xfrm>
              <a:off x="1671524" y="5897894"/>
              <a:ext cx="34031" cy="340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6" name="ellipse_2909"/>
            <p:cNvSpPr/>
            <p:nvPr/>
          </p:nvSpPr>
          <p:spPr>
            <a:xfrm>
              <a:off x="1742971" y="5773835"/>
              <a:ext cx="35121" cy="351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7" name="ellipse_2910"/>
            <p:cNvSpPr/>
            <p:nvPr/>
          </p:nvSpPr>
          <p:spPr>
            <a:xfrm>
              <a:off x="1555987" y="5962446"/>
              <a:ext cx="25963" cy="2596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8" name="ellipse_2911"/>
            <p:cNvSpPr/>
            <p:nvPr/>
          </p:nvSpPr>
          <p:spPr>
            <a:xfrm>
              <a:off x="1725888" y="5766654"/>
              <a:ext cx="33262" cy="332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099" name="ellipse_2912"/>
            <p:cNvSpPr/>
            <p:nvPr/>
          </p:nvSpPr>
          <p:spPr>
            <a:xfrm>
              <a:off x="1638437" y="5914338"/>
              <a:ext cx="38036" cy="3803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0" name="ellipse_2913"/>
            <p:cNvSpPr/>
            <p:nvPr/>
          </p:nvSpPr>
          <p:spPr>
            <a:xfrm>
              <a:off x="1469814" y="5810243"/>
              <a:ext cx="26475" cy="2647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1" name="ellipse_2914"/>
            <p:cNvSpPr/>
            <p:nvPr/>
          </p:nvSpPr>
          <p:spPr>
            <a:xfrm>
              <a:off x="1604446" y="5912480"/>
              <a:ext cx="25177" cy="2517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2" name="ellipse_2915"/>
            <p:cNvSpPr/>
            <p:nvPr/>
          </p:nvSpPr>
          <p:spPr>
            <a:xfrm>
              <a:off x="1537160" y="5725932"/>
              <a:ext cx="26446" cy="2644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3" name="ellipse_2916"/>
            <p:cNvSpPr/>
            <p:nvPr/>
          </p:nvSpPr>
          <p:spPr>
            <a:xfrm>
              <a:off x="1627934" y="5686479"/>
              <a:ext cx="28884" cy="288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4" name="ellipse_2917"/>
            <p:cNvSpPr/>
            <p:nvPr/>
          </p:nvSpPr>
          <p:spPr>
            <a:xfrm>
              <a:off x="1673455" y="5697854"/>
              <a:ext cx="24843" cy="2484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5" name="ellipse_2918"/>
            <p:cNvSpPr/>
            <p:nvPr/>
          </p:nvSpPr>
          <p:spPr>
            <a:xfrm>
              <a:off x="1740188" y="5843935"/>
              <a:ext cx="33634" cy="3363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6" name="ellipse_2919"/>
            <p:cNvSpPr/>
            <p:nvPr/>
          </p:nvSpPr>
          <p:spPr>
            <a:xfrm>
              <a:off x="1747527" y="5782823"/>
              <a:ext cx="38868" cy="3886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7" name="ellipse_2920"/>
            <p:cNvSpPr/>
            <p:nvPr/>
          </p:nvSpPr>
          <p:spPr>
            <a:xfrm>
              <a:off x="1601887" y="5948096"/>
              <a:ext cx="25828" cy="2582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8" name="ellipse_2921"/>
            <p:cNvSpPr/>
            <p:nvPr/>
          </p:nvSpPr>
          <p:spPr>
            <a:xfrm>
              <a:off x="1749582" y="5888113"/>
              <a:ext cx="36487" cy="3648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09" name="ellipse_2922"/>
            <p:cNvSpPr/>
            <p:nvPr/>
          </p:nvSpPr>
          <p:spPr>
            <a:xfrm>
              <a:off x="1731701" y="5860783"/>
              <a:ext cx="23989" cy="239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0" name="ellipse_2923"/>
            <p:cNvSpPr/>
            <p:nvPr/>
          </p:nvSpPr>
          <p:spPr>
            <a:xfrm>
              <a:off x="1759056" y="5817672"/>
              <a:ext cx="28808" cy="288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1" name="ellipse_2924"/>
            <p:cNvSpPr/>
            <p:nvPr/>
          </p:nvSpPr>
          <p:spPr>
            <a:xfrm>
              <a:off x="1547821" y="5674848"/>
              <a:ext cx="24536" cy="2453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2" name="ellipse_2925"/>
            <p:cNvSpPr/>
            <p:nvPr/>
          </p:nvSpPr>
          <p:spPr>
            <a:xfrm>
              <a:off x="1436856" y="5736363"/>
              <a:ext cx="23841" cy="238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3" name="ellipse_2926"/>
            <p:cNvSpPr/>
            <p:nvPr/>
          </p:nvSpPr>
          <p:spPr>
            <a:xfrm>
              <a:off x="1457390" y="5888267"/>
              <a:ext cx="35961" cy="3596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4" name="ellipse_2927"/>
            <p:cNvSpPr/>
            <p:nvPr/>
          </p:nvSpPr>
          <p:spPr>
            <a:xfrm>
              <a:off x="1428158" y="5810865"/>
              <a:ext cx="33956" cy="3395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5" name="ellipse_2928"/>
            <p:cNvSpPr/>
            <p:nvPr/>
          </p:nvSpPr>
          <p:spPr>
            <a:xfrm>
              <a:off x="1806304" y="5819862"/>
              <a:ext cx="23670" cy="2367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6" name="ellipse_2929"/>
            <p:cNvSpPr/>
            <p:nvPr/>
          </p:nvSpPr>
          <p:spPr>
            <a:xfrm>
              <a:off x="1627313" y="5712973"/>
              <a:ext cx="37885" cy="378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7" name="ellipse_2930"/>
            <p:cNvSpPr/>
            <p:nvPr/>
          </p:nvSpPr>
          <p:spPr>
            <a:xfrm>
              <a:off x="1710685" y="5883673"/>
              <a:ext cx="23533" cy="235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8" name="ellipse_2931"/>
            <p:cNvSpPr/>
            <p:nvPr/>
          </p:nvSpPr>
          <p:spPr>
            <a:xfrm>
              <a:off x="1694615" y="5911084"/>
              <a:ext cx="29708" cy="297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19" name="ellipse_2932"/>
            <p:cNvSpPr/>
            <p:nvPr/>
          </p:nvSpPr>
          <p:spPr>
            <a:xfrm>
              <a:off x="1701593" y="5924380"/>
              <a:ext cx="23793" cy="2379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0" name="ellipse_2933"/>
            <p:cNvSpPr/>
            <p:nvPr/>
          </p:nvSpPr>
          <p:spPr>
            <a:xfrm>
              <a:off x="1599033" y="5681949"/>
              <a:ext cx="29376" cy="2937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1" name="ellipse_2934"/>
            <p:cNvSpPr/>
            <p:nvPr/>
          </p:nvSpPr>
          <p:spPr>
            <a:xfrm>
              <a:off x="1706363" y="5885733"/>
              <a:ext cx="27882" cy="2788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2" name="ellipse_2935"/>
            <p:cNvSpPr/>
            <p:nvPr/>
          </p:nvSpPr>
          <p:spPr>
            <a:xfrm>
              <a:off x="1644117" y="5927383"/>
              <a:ext cx="31868" cy="3186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3" name="ellipse_2936"/>
            <p:cNvSpPr/>
            <p:nvPr/>
          </p:nvSpPr>
          <p:spPr>
            <a:xfrm>
              <a:off x="1582830" y="5913046"/>
              <a:ext cx="31662" cy="31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4" name="ellipse_2937"/>
            <p:cNvSpPr/>
            <p:nvPr/>
          </p:nvSpPr>
          <p:spPr>
            <a:xfrm>
              <a:off x="1441252" y="5843458"/>
              <a:ext cx="37932" cy="37932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5" name="ellipse_2938"/>
            <p:cNvSpPr/>
            <p:nvPr/>
          </p:nvSpPr>
          <p:spPr>
            <a:xfrm>
              <a:off x="1676913" y="5723244"/>
              <a:ext cx="35560" cy="3556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6" name="ellipse_2939"/>
            <p:cNvSpPr/>
            <p:nvPr/>
          </p:nvSpPr>
          <p:spPr>
            <a:xfrm>
              <a:off x="1442316" y="5759309"/>
              <a:ext cx="30564" cy="3056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7" name="ellipse_2940"/>
            <p:cNvSpPr/>
            <p:nvPr/>
          </p:nvSpPr>
          <p:spPr>
            <a:xfrm>
              <a:off x="1660843" y="5732672"/>
              <a:ext cx="32471" cy="324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8" name="ellipse_2941"/>
            <p:cNvSpPr/>
            <p:nvPr/>
          </p:nvSpPr>
          <p:spPr>
            <a:xfrm>
              <a:off x="1441929" y="5857738"/>
              <a:ext cx="27539" cy="2753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29" name="ellipse_2942"/>
            <p:cNvSpPr/>
            <p:nvPr/>
          </p:nvSpPr>
          <p:spPr>
            <a:xfrm>
              <a:off x="1605905" y="5946213"/>
              <a:ext cx="23720" cy="2372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0" name="ellipse_2943"/>
            <p:cNvSpPr/>
            <p:nvPr/>
          </p:nvSpPr>
          <p:spPr>
            <a:xfrm>
              <a:off x="1666560" y="5904207"/>
              <a:ext cx="25696" cy="25696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1" name="ellipse_2944"/>
            <p:cNvSpPr/>
            <p:nvPr/>
          </p:nvSpPr>
          <p:spPr>
            <a:xfrm>
              <a:off x="1569217" y="5720001"/>
              <a:ext cx="32959" cy="329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2" name="ellipse_2945"/>
            <p:cNvSpPr/>
            <p:nvPr/>
          </p:nvSpPr>
          <p:spPr>
            <a:xfrm>
              <a:off x="1628649" y="5681483"/>
              <a:ext cx="30404" cy="304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3" name="ellipse_2946"/>
            <p:cNvSpPr/>
            <p:nvPr/>
          </p:nvSpPr>
          <p:spPr>
            <a:xfrm>
              <a:off x="1713397" y="5861457"/>
              <a:ext cx="33198" cy="3319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4" name="ellipse_2947"/>
            <p:cNvSpPr/>
            <p:nvPr/>
          </p:nvSpPr>
          <p:spPr>
            <a:xfrm>
              <a:off x="1568321" y="5927538"/>
              <a:ext cx="37172" cy="3717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5" name="ellipse_2948"/>
            <p:cNvSpPr/>
            <p:nvPr/>
          </p:nvSpPr>
          <p:spPr>
            <a:xfrm>
              <a:off x="1589792" y="5719262"/>
              <a:ext cx="26962" cy="269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6" name="ellipse_2949"/>
            <p:cNvSpPr/>
            <p:nvPr/>
          </p:nvSpPr>
          <p:spPr>
            <a:xfrm>
              <a:off x="1493034" y="5768073"/>
              <a:ext cx="32512" cy="3251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7" name="ellipse_2950"/>
            <p:cNvSpPr/>
            <p:nvPr/>
          </p:nvSpPr>
          <p:spPr>
            <a:xfrm>
              <a:off x="1700028" y="5916902"/>
              <a:ext cx="26704" cy="267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8" name="ellipse_2951"/>
            <p:cNvSpPr/>
            <p:nvPr/>
          </p:nvSpPr>
          <p:spPr>
            <a:xfrm>
              <a:off x="1484645" y="5849570"/>
              <a:ext cx="34307" cy="3430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39" name="ellipse_2952"/>
            <p:cNvSpPr/>
            <p:nvPr/>
          </p:nvSpPr>
          <p:spPr>
            <a:xfrm>
              <a:off x="1796236" y="5779448"/>
              <a:ext cx="31087" cy="3108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0" name="ellipse_2953"/>
            <p:cNvSpPr/>
            <p:nvPr/>
          </p:nvSpPr>
          <p:spPr>
            <a:xfrm>
              <a:off x="1703383" y="5707987"/>
              <a:ext cx="24249" cy="2424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1" name="ellipse_2954"/>
            <p:cNvSpPr/>
            <p:nvPr/>
          </p:nvSpPr>
          <p:spPr>
            <a:xfrm>
              <a:off x="1639165" y="5940343"/>
              <a:ext cx="34999" cy="349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2" name="ellipse_2955"/>
            <p:cNvSpPr/>
            <p:nvPr/>
          </p:nvSpPr>
          <p:spPr>
            <a:xfrm>
              <a:off x="1607929" y="5664825"/>
              <a:ext cx="32753" cy="3275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3" name="ellipse_2956"/>
            <p:cNvSpPr/>
            <p:nvPr/>
          </p:nvSpPr>
          <p:spPr>
            <a:xfrm>
              <a:off x="1431638" y="5888721"/>
              <a:ext cx="32307" cy="3230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4" name="ellipse_2957"/>
            <p:cNvSpPr/>
            <p:nvPr/>
          </p:nvSpPr>
          <p:spPr>
            <a:xfrm>
              <a:off x="1763250" y="5810798"/>
              <a:ext cx="24008" cy="2400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5" name="ellipse_2958"/>
            <p:cNvSpPr/>
            <p:nvPr/>
          </p:nvSpPr>
          <p:spPr>
            <a:xfrm>
              <a:off x="1770156" y="5894195"/>
              <a:ext cx="34129" cy="3412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6" name="ellipse_2959"/>
            <p:cNvSpPr/>
            <p:nvPr/>
          </p:nvSpPr>
          <p:spPr>
            <a:xfrm>
              <a:off x="1631456" y="5662376"/>
              <a:ext cx="36317" cy="3631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7" name="ellipse_2960"/>
            <p:cNvSpPr/>
            <p:nvPr/>
          </p:nvSpPr>
          <p:spPr>
            <a:xfrm>
              <a:off x="1505565" y="5729779"/>
              <a:ext cx="35155" cy="3515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8" name="ellipse_2961"/>
            <p:cNvSpPr/>
            <p:nvPr/>
          </p:nvSpPr>
          <p:spPr>
            <a:xfrm>
              <a:off x="1745125" y="5807695"/>
              <a:ext cx="28645" cy="2864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49" name="ellipse_2962"/>
            <p:cNvSpPr/>
            <p:nvPr/>
          </p:nvSpPr>
          <p:spPr>
            <a:xfrm>
              <a:off x="1415944" y="5861397"/>
              <a:ext cx="29118" cy="291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0" name="ellipse_2963"/>
            <p:cNvSpPr/>
            <p:nvPr/>
          </p:nvSpPr>
          <p:spPr>
            <a:xfrm>
              <a:off x="1444289" y="5910192"/>
              <a:ext cx="36484" cy="364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1" name="ellipse_2964"/>
            <p:cNvSpPr/>
            <p:nvPr/>
          </p:nvSpPr>
          <p:spPr>
            <a:xfrm>
              <a:off x="1692595" y="5720180"/>
              <a:ext cx="34350" cy="3435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2" name="ellipse_2965"/>
            <p:cNvSpPr/>
            <p:nvPr/>
          </p:nvSpPr>
          <p:spPr>
            <a:xfrm>
              <a:off x="1645377" y="5668528"/>
              <a:ext cx="23232" cy="232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3" name="ellipse_2966"/>
            <p:cNvSpPr/>
            <p:nvPr/>
          </p:nvSpPr>
          <p:spPr>
            <a:xfrm>
              <a:off x="1463027" y="5702838"/>
              <a:ext cx="32775" cy="3277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4" name="ellipse_2967"/>
            <p:cNvSpPr/>
            <p:nvPr/>
          </p:nvSpPr>
          <p:spPr>
            <a:xfrm>
              <a:off x="1471693" y="5806019"/>
              <a:ext cx="36914" cy="3691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5" name="ellipse_2968"/>
            <p:cNvSpPr/>
            <p:nvPr/>
          </p:nvSpPr>
          <p:spPr>
            <a:xfrm>
              <a:off x="1447857" y="5802230"/>
              <a:ext cx="29872" cy="2987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6" name="ellipse_2969"/>
            <p:cNvSpPr/>
            <p:nvPr/>
          </p:nvSpPr>
          <p:spPr>
            <a:xfrm>
              <a:off x="1612617" y="5934978"/>
              <a:ext cx="25869" cy="2586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7" name="ellipse_2970"/>
            <p:cNvSpPr/>
            <p:nvPr/>
          </p:nvSpPr>
          <p:spPr>
            <a:xfrm>
              <a:off x="1499567" y="5923927"/>
              <a:ext cx="29366" cy="293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8" name="ellipse_2971"/>
            <p:cNvSpPr/>
            <p:nvPr/>
          </p:nvSpPr>
          <p:spPr>
            <a:xfrm>
              <a:off x="1439722" y="5746255"/>
              <a:ext cx="30428" cy="3042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59" name="ellipse_2972"/>
            <p:cNvSpPr/>
            <p:nvPr/>
          </p:nvSpPr>
          <p:spPr>
            <a:xfrm>
              <a:off x="1601892" y="5705782"/>
              <a:ext cx="26593" cy="26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160" name="ellipse_2973"/>
            <p:cNvSpPr/>
            <p:nvPr/>
          </p:nvSpPr>
          <p:spPr>
            <a:xfrm>
              <a:off x="1683294" y="5736674"/>
              <a:ext cx="36357" cy="363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2300" name="TextBox 12299"/>
          <p:cNvSpPr txBox="1"/>
          <p:nvPr/>
        </p:nvSpPr>
        <p:spPr>
          <a:xfrm>
            <a:off x="5376026" y="829256"/>
            <a:ext cx="514174" cy="975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49" b="1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sp>
        <p:nvSpPr>
          <p:cNvPr id="12301" name="TextBox 12300"/>
          <p:cNvSpPr txBox="1"/>
          <p:nvPr/>
        </p:nvSpPr>
        <p:spPr>
          <a:xfrm>
            <a:off x="5376026" y="924093"/>
            <a:ext cx="514174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5A6B7C"/>
                </a:solidFill>
                <a:latin typeface="Arial"/>
              </a:rPr>
              <a:t>local atoms</a:t>
            </a:r>
          </a:p>
        </p:txBody>
      </p:sp>
      <p:sp>
        <p:nvSpPr>
          <p:cNvPr id="12302" name="TextBox 12301"/>
          <p:cNvSpPr txBox="1"/>
          <p:nvPr/>
        </p:nvSpPr>
        <p:spPr>
          <a:xfrm>
            <a:off x="4790658" y="1148476"/>
            <a:ext cx="158207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22" b="1">
                <a:solidFill>
                  <a:srgbClr val="5A6B7C"/>
                </a:solidFill>
                <a:latin typeface="Arial"/>
              </a:rPr>
              <a:t>+</a:t>
            </a:r>
          </a:p>
        </p:txBody>
      </p:sp>
      <p:grpSp>
        <p:nvGrpSpPr>
          <p:cNvPr id="3060" name="Build | SMILES ligand graph"/>
          <p:cNvGrpSpPr/>
          <p:nvPr/>
        </p:nvGrpSpPr>
        <p:grpSpPr>
          <a:xfrm>
            <a:off x="5067521" y="1079282"/>
            <a:ext cx="506264" cy="246190"/>
            <a:chOff x="863060" y="5744348"/>
            <a:chExt cx="420988" cy="204721"/>
          </a:xfrm>
        </p:grpSpPr>
        <p:cxnSp>
          <p:nvCxnSpPr>
            <p:cNvPr id="3061" name="path_2875"/>
            <p:cNvCxnSpPr/>
            <p:nvPr/>
          </p:nvCxnSpPr>
          <p:spPr>
            <a:xfrm flipH="1">
              <a:off x="956231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2" name="path_2876"/>
            <p:cNvCxnSpPr/>
            <p:nvPr/>
          </p:nvCxnSpPr>
          <p:spPr>
            <a:xfrm flipH="1" flipV="1">
              <a:off x="863060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3" name="path_2877"/>
            <p:cNvCxnSpPr/>
            <p:nvPr/>
          </p:nvCxnSpPr>
          <p:spPr>
            <a:xfrm flipH="1" flipV="1">
              <a:off x="863060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4" name="path_2878"/>
            <p:cNvCxnSpPr/>
            <p:nvPr/>
          </p:nvCxnSpPr>
          <p:spPr>
            <a:xfrm flipV="1">
              <a:off x="863060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5" name="path_2879"/>
            <p:cNvCxnSpPr/>
            <p:nvPr/>
          </p:nvCxnSpPr>
          <p:spPr>
            <a:xfrm>
              <a:off x="956231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6" name="path_2880"/>
            <p:cNvCxnSpPr/>
            <p:nvPr/>
          </p:nvCxnSpPr>
          <p:spPr>
            <a:xfrm flipH="1">
              <a:off x="1049401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7" name="path_2881"/>
            <p:cNvCxnSpPr/>
            <p:nvPr/>
          </p:nvCxnSpPr>
          <p:spPr>
            <a:xfrm flipV="1">
              <a:off x="1049401" y="5768591"/>
              <a:ext cx="83267" cy="12929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8" name="path_2882"/>
            <p:cNvCxnSpPr/>
            <p:nvPr/>
          </p:nvCxnSpPr>
          <p:spPr>
            <a:xfrm>
              <a:off x="1132668" y="5768591"/>
              <a:ext cx="60247" cy="565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69" name="path_2883"/>
            <p:cNvCxnSpPr/>
            <p:nvPr/>
          </p:nvCxnSpPr>
          <p:spPr>
            <a:xfrm flipH="1">
              <a:off x="956231" y="5888677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70" name="path_2884"/>
            <p:cNvCxnSpPr/>
            <p:nvPr/>
          </p:nvCxnSpPr>
          <p:spPr>
            <a:xfrm flipH="1" flipV="1">
              <a:off x="879831" y="5804741"/>
              <a:ext cx="0" cy="83936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071" name="path_2885"/>
            <p:cNvCxnSpPr/>
            <p:nvPr/>
          </p:nvCxnSpPr>
          <p:spPr>
            <a:xfrm>
              <a:off x="956231" y="5762773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072" name="Text | O"/>
            <p:cNvSpPr txBox="1"/>
            <p:nvPr/>
          </p:nvSpPr>
          <p:spPr>
            <a:xfrm>
              <a:off x="1206055" y="5782454"/>
              <a:ext cx="77993" cy="9329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7" dirty="0">
                  <a:solidFill>
                    <a:srgbClr val="CE4148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447"/>
            </a:p>
          </p:txBody>
        </p:sp>
      </p:grpSp>
      <p:sp>
        <p:nvSpPr>
          <p:cNvPr id="12303" name="TextBox 12302"/>
          <p:cNvSpPr txBox="1"/>
          <p:nvPr/>
        </p:nvSpPr>
        <p:spPr>
          <a:xfrm>
            <a:off x="4933045" y="1351341"/>
            <a:ext cx="711934" cy="975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49" b="1">
                <a:solidFill>
                  <a:srgbClr val="1E293B"/>
                </a:solidFill>
                <a:latin typeface="Arial"/>
              </a:rPr>
              <a:t>SMILES</a:t>
            </a:r>
          </a:p>
        </p:txBody>
      </p:sp>
      <p:sp>
        <p:nvSpPr>
          <p:cNvPr id="12304" name="TextBox 12303"/>
          <p:cNvSpPr txBox="1"/>
          <p:nvPr/>
        </p:nvSpPr>
        <p:spPr>
          <a:xfrm>
            <a:off x="4933045" y="1446178"/>
            <a:ext cx="711934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5A6B7C"/>
                </a:solidFill>
                <a:latin typeface="Arial"/>
              </a:rPr>
              <a:t>from Match</a:t>
            </a:r>
          </a:p>
        </p:txBody>
      </p:sp>
      <p:sp>
        <p:nvSpPr>
          <p:cNvPr id="13785" name="Build inputs to Engines"/>
          <p:cNvSpPr/>
          <p:nvPr/>
        </p:nvSpPr>
        <p:spPr>
          <a:xfrm>
            <a:off x="5289012" y="1582075"/>
            <a:ext cx="1" cy="189849"/>
          </a:xfrm>
          <a:custGeom>
            <a:avLst/>
            <a:gdLst/>
            <a:ahLst/>
            <a:cxnLst/>
            <a:rect l="0" t="0" r="w" b="h"/>
            <a:pathLst>
              <a:path w="1" h="219456">
                <a:moveTo>
                  <a:pt x="0" y="0"/>
                </a:moveTo>
                <a:lnTo>
                  <a:pt x="0" y="219456"/>
                </a:lnTo>
              </a:path>
            </a:pathLst>
          </a:custGeom>
          <a:noFill/>
          <a:ln w="12065" cap="rnd" cmpd="sng" algn="ctr">
            <a:solidFill>
              <a:srgbClr val="68768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305" name="Build | Engines frame"/>
          <p:cNvSpPr/>
          <p:nvPr/>
        </p:nvSpPr>
        <p:spPr>
          <a:xfrm>
            <a:off x="4608720" y="1771924"/>
            <a:ext cx="1360584" cy="980886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88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306" name="Build | Default PocketXMol card"/>
          <p:cNvSpPr/>
          <p:nvPr/>
        </p:nvSpPr>
        <p:spPr>
          <a:xfrm>
            <a:off x="4632451" y="1819387"/>
            <a:ext cx="1313122" cy="427160"/>
          </a:xfrm>
          <a:prstGeom prst="roundRect">
            <a:avLst>
              <a:gd name="adj" fmla="val 8000"/>
            </a:avLst>
          </a:prstGeom>
          <a:solidFill>
            <a:srgbClr val="FDF9EE"/>
          </a:solidFill>
          <a:ln w="1270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3169" name="Build | Density cube icon"/>
          <p:cNvGrpSpPr/>
          <p:nvPr/>
        </p:nvGrpSpPr>
        <p:grpSpPr>
          <a:xfrm>
            <a:off x="4679913" y="1930242"/>
            <a:ext cx="213580" cy="181717"/>
            <a:chOff x="2187720" y="5635440"/>
            <a:chExt cx="154440" cy="131400"/>
          </a:xfrm>
        </p:grpSpPr>
        <p:sp>
          <p:nvSpPr>
            <p:cNvPr id="5516" name="asset_3169_0">
              <a:extLst>
                <a:ext uri="{FF2B5EF4-FFF2-40B4-BE49-F238E27FC236}">
                  <a16:creationId xmlns:a16="http://schemas.microsoft.com/office/drawing/2014/main" id="{EB57B0CD-FB2F-40DA-AA3D-7BBF3E896BF8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5517" name="asset_3169_1">
              <a:extLst>
                <a:ext uri="{FF2B5EF4-FFF2-40B4-BE49-F238E27FC236}">
                  <a16:creationId xmlns:a16="http://schemas.microsoft.com/office/drawing/2014/main" id="{E508D70A-1A31-4CF1-99B1-EBC07271AE72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5518" name="asset_3169_2">
              <a:extLst>
                <a:ext uri="{FF2B5EF4-FFF2-40B4-BE49-F238E27FC236}">
                  <a16:creationId xmlns:a16="http://schemas.microsoft.com/office/drawing/2014/main" id="{877D7F63-3A1D-4CA8-B11C-65BA6E8DF09F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5519" name="asset_3169_3">
              <a:extLst>
                <a:ext uri="{FF2B5EF4-FFF2-40B4-BE49-F238E27FC236}">
                  <a16:creationId xmlns:a16="http://schemas.microsoft.com/office/drawing/2014/main" id="{4E887526-28B3-4521-9350-233C9A3F58E4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520" name="asset_3169_4">
              <a:extLst>
                <a:ext uri="{FF2B5EF4-FFF2-40B4-BE49-F238E27FC236}">
                  <a16:creationId xmlns:a16="http://schemas.microsoft.com/office/drawing/2014/main" id="{D046CE13-05E3-465C-84F7-92F8F094B6C2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521" name="asset_3169_5">
              <a:extLst>
                <a:ext uri="{FF2B5EF4-FFF2-40B4-BE49-F238E27FC236}">
                  <a16:creationId xmlns:a16="http://schemas.microsoft.com/office/drawing/2014/main" id="{8712A24B-CDB3-4283-94BF-8284C3861DD0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522" name="asset_3169_6">
              <a:extLst>
                <a:ext uri="{FF2B5EF4-FFF2-40B4-BE49-F238E27FC236}">
                  <a16:creationId xmlns:a16="http://schemas.microsoft.com/office/drawing/2014/main" id="{1348E583-0C78-47D6-A447-B6F011C6DD3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523" name="asset_3169_7">
              <a:extLst>
                <a:ext uri="{FF2B5EF4-FFF2-40B4-BE49-F238E27FC236}">
                  <a16:creationId xmlns:a16="http://schemas.microsoft.com/office/drawing/2014/main" id="{04DB858E-5711-4B7F-9BFD-D33915156858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524" name="asset_3169_8">
              <a:extLst>
                <a:ext uri="{FF2B5EF4-FFF2-40B4-BE49-F238E27FC236}">
                  <a16:creationId xmlns:a16="http://schemas.microsoft.com/office/drawing/2014/main" id="{02651B42-FA30-4351-BCE8-FC2DB979E88D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5525" name="asset_3169_9">
              <a:extLst>
                <a:ext uri="{FF2B5EF4-FFF2-40B4-BE49-F238E27FC236}">
                  <a16:creationId xmlns:a16="http://schemas.microsoft.com/office/drawing/2014/main" id="{3A6F92E1-47B7-42A1-993F-0FE65774E026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26" name="asset_3169_10">
              <a:extLst>
                <a:ext uri="{FF2B5EF4-FFF2-40B4-BE49-F238E27FC236}">
                  <a16:creationId xmlns:a16="http://schemas.microsoft.com/office/drawing/2014/main" id="{DBC4082F-93D1-48E4-B281-D9B56596928A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27" name="asset_3169_11">
              <a:extLst>
                <a:ext uri="{FF2B5EF4-FFF2-40B4-BE49-F238E27FC236}">
                  <a16:creationId xmlns:a16="http://schemas.microsoft.com/office/drawing/2014/main" id="{A0279301-B8CB-4788-8ED4-5AA9CB5DA68D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28" name="asset_3169_12">
              <a:extLst>
                <a:ext uri="{FF2B5EF4-FFF2-40B4-BE49-F238E27FC236}">
                  <a16:creationId xmlns:a16="http://schemas.microsoft.com/office/drawing/2014/main" id="{40C3BA5F-2B1C-4F33-80B7-00773825C476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29" name="asset_3169_13">
              <a:extLst>
                <a:ext uri="{FF2B5EF4-FFF2-40B4-BE49-F238E27FC236}">
                  <a16:creationId xmlns:a16="http://schemas.microsoft.com/office/drawing/2014/main" id="{AE2AAA7D-27A6-4173-9F8C-B6182B800B4B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0" name="asset_3169_14">
              <a:extLst>
                <a:ext uri="{FF2B5EF4-FFF2-40B4-BE49-F238E27FC236}">
                  <a16:creationId xmlns:a16="http://schemas.microsoft.com/office/drawing/2014/main" id="{387B028B-6236-42AD-A538-FA029FD825EA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1" name="asset_3169_15">
              <a:extLst>
                <a:ext uri="{FF2B5EF4-FFF2-40B4-BE49-F238E27FC236}">
                  <a16:creationId xmlns:a16="http://schemas.microsoft.com/office/drawing/2014/main" id="{F770DC38-2578-430E-8BA9-2D637823D673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2" name="asset_3169_16">
              <a:extLst>
                <a:ext uri="{FF2B5EF4-FFF2-40B4-BE49-F238E27FC236}">
                  <a16:creationId xmlns:a16="http://schemas.microsoft.com/office/drawing/2014/main" id="{3DC71CF4-1D5D-471E-A856-EDCDD2C25185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3" name="asset_3169_17">
              <a:extLst>
                <a:ext uri="{FF2B5EF4-FFF2-40B4-BE49-F238E27FC236}">
                  <a16:creationId xmlns:a16="http://schemas.microsoft.com/office/drawing/2014/main" id="{B92507AE-46AE-4964-9960-6B9F13DEA2FE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4" name="asset_3169_18">
              <a:extLst>
                <a:ext uri="{FF2B5EF4-FFF2-40B4-BE49-F238E27FC236}">
                  <a16:creationId xmlns:a16="http://schemas.microsoft.com/office/drawing/2014/main" id="{21412669-D86F-41BF-9854-8673A7B43AE9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5" name="asset_3169_19">
              <a:extLst>
                <a:ext uri="{FF2B5EF4-FFF2-40B4-BE49-F238E27FC236}">
                  <a16:creationId xmlns:a16="http://schemas.microsoft.com/office/drawing/2014/main" id="{18845F49-40E0-4979-8196-7BB0122EE03A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6" name="asset_3169_20">
              <a:extLst>
                <a:ext uri="{FF2B5EF4-FFF2-40B4-BE49-F238E27FC236}">
                  <a16:creationId xmlns:a16="http://schemas.microsoft.com/office/drawing/2014/main" id="{8BA970FB-F8BF-465D-ACEF-F8A64996B3F5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7" name="asset_3169_21">
              <a:extLst>
                <a:ext uri="{FF2B5EF4-FFF2-40B4-BE49-F238E27FC236}">
                  <a16:creationId xmlns:a16="http://schemas.microsoft.com/office/drawing/2014/main" id="{863D9195-7277-4796-B6C0-AF6A5DEE70D5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8" name="asset_3169_22">
              <a:extLst>
                <a:ext uri="{FF2B5EF4-FFF2-40B4-BE49-F238E27FC236}">
                  <a16:creationId xmlns:a16="http://schemas.microsoft.com/office/drawing/2014/main" id="{1844CA8F-C910-4CDF-A9B0-1A512AC9D881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39" name="asset_3169_23">
              <a:extLst>
                <a:ext uri="{FF2B5EF4-FFF2-40B4-BE49-F238E27FC236}">
                  <a16:creationId xmlns:a16="http://schemas.microsoft.com/office/drawing/2014/main" id="{9C61CC05-A7C0-4F67-9C6B-A6EA651F3DB6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0" name="asset_3169_24">
              <a:extLst>
                <a:ext uri="{FF2B5EF4-FFF2-40B4-BE49-F238E27FC236}">
                  <a16:creationId xmlns:a16="http://schemas.microsoft.com/office/drawing/2014/main" id="{C16E94CD-A4FC-4DF0-802B-E0F030CAA4B3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1" name="asset_3169_25">
              <a:extLst>
                <a:ext uri="{FF2B5EF4-FFF2-40B4-BE49-F238E27FC236}">
                  <a16:creationId xmlns:a16="http://schemas.microsoft.com/office/drawing/2014/main" id="{D89CEA38-EF8B-419F-BE42-BB7E759CBE4F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2" name="asset_3169_26">
              <a:extLst>
                <a:ext uri="{FF2B5EF4-FFF2-40B4-BE49-F238E27FC236}">
                  <a16:creationId xmlns:a16="http://schemas.microsoft.com/office/drawing/2014/main" id="{22C5FE54-CD95-4D6A-91E2-B50CA626D212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3" name="asset_3169_27">
              <a:extLst>
                <a:ext uri="{FF2B5EF4-FFF2-40B4-BE49-F238E27FC236}">
                  <a16:creationId xmlns:a16="http://schemas.microsoft.com/office/drawing/2014/main" id="{A5BBC8C9-F38F-46F9-862D-20B31FA45F11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4" name="asset_3169_28">
              <a:extLst>
                <a:ext uri="{FF2B5EF4-FFF2-40B4-BE49-F238E27FC236}">
                  <a16:creationId xmlns:a16="http://schemas.microsoft.com/office/drawing/2014/main" id="{6DEB821D-7BBC-42CA-9EB4-375F38C77C8C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5" name="asset_3169_29">
              <a:extLst>
                <a:ext uri="{FF2B5EF4-FFF2-40B4-BE49-F238E27FC236}">
                  <a16:creationId xmlns:a16="http://schemas.microsoft.com/office/drawing/2014/main" id="{FDF598C8-970E-42C3-A092-7713F4550EA3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6" name="asset_3169_30">
              <a:extLst>
                <a:ext uri="{FF2B5EF4-FFF2-40B4-BE49-F238E27FC236}">
                  <a16:creationId xmlns:a16="http://schemas.microsoft.com/office/drawing/2014/main" id="{705480D7-D08B-4F18-9071-5064E886B88C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7" name="asset_3169_31">
              <a:extLst>
                <a:ext uri="{FF2B5EF4-FFF2-40B4-BE49-F238E27FC236}">
                  <a16:creationId xmlns:a16="http://schemas.microsoft.com/office/drawing/2014/main" id="{014CE5CD-AA4C-4728-A927-75BDB7D6EBA3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8" name="asset_3169_32">
              <a:extLst>
                <a:ext uri="{FF2B5EF4-FFF2-40B4-BE49-F238E27FC236}">
                  <a16:creationId xmlns:a16="http://schemas.microsoft.com/office/drawing/2014/main" id="{A5A3AEA9-1144-4C23-9DC3-591DC9485A06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49" name="asset_3169_33">
              <a:extLst>
                <a:ext uri="{FF2B5EF4-FFF2-40B4-BE49-F238E27FC236}">
                  <a16:creationId xmlns:a16="http://schemas.microsoft.com/office/drawing/2014/main" id="{6A473DD0-D2BF-4052-BDC8-81F0070BD6C2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0" name="asset_3169_34">
              <a:extLst>
                <a:ext uri="{FF2B5EF4-FFF2-40B4-BE49-F238E27FC236}">
                  <a16:creationId xmlns:a16="http://schemas.microsoft.com/office/drawing/2014/main" id="{69E2B590-65A9-4C0D-BB00-91671B3C7B3D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1" name="asset_3169_35">
              <a:extLst>
                <a:ext uri="{FF2B5EF4-FFF2-40B4-BE49-F238E27FC236}">
                  <a16:creationId xmlns:a16="http://schemas.microsoft.com/office/drawing/2014/main" id="{0899C7BE-0A62-4788-936A-CD426271311A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2" name="asset_3169_36">
              <a:extLst>
                <a:ext uri="{FF2B5EF4-FFF2-40B4-BE49-F238E27FC236}">
                  <a16:creationId xmlns:a16="http://schemas.microsoft.com/office/drawing/2014/main" id="{BF17B861-A234-4365-9675-6D07BAF95F7B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3" name="asset_3169_37">
              <a:extLst>
                <a:ext uri="{FF2B5EF4-FFF2-40B4-BE49-F238E27FC236}">
                  <a16:creationId xmlns:a16="http://schemas.microsoft.com/office/drawing/2014/main" id="{C9846221-30BB-473F-AAB2-10622F21B6D1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4" name="asset_3169_38">
              <a:extLst>
                <a:ext uri="{FF2B5EF4-FFF2-40B4-BE49-F238E27FC236}">
                  <a16:creationId xmlns:a16="http://schemas.microsoft.com/office/drawing/2014/main" id="{C7A61F7C-4E5E-416D-85C5-1F99BC0969E8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5" name="asset_3169_39">
              <a:extLst>
                <a:ext uri="{FF2B5EF4-FFF2-40B4-BE49-F238E27FC236}">
                  <a16:creationId xmlns:a16="http://schemas.microsoft.com/office/drawing/2014/main" id="{820901C6-58B8-4B00-9CD4-88EADA218927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6" name="asset_3169_40">
              <a:extLst>
                <a:ext uri="{FF2B5EF4-FFF2-40B4-BE49-F238E27FC236}">
                  <a16:creationId xmlns:a16="http://schemas.microsoft.com/office/drawing/2014/main" id="{D5190B12-924B-413E-8F22-80EFE3575DD4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7" name="asset_3169_41">
              <a:extLst>
                <a:ext uri="{FF2B5EF4-FFF2-40B4-BE49-F238E27FC236}">
                  <a16:creationId xmlns:a16="http://schemas.microsoft.com/office/drawing/2014/main" id="{56BF34E5-8FCA-4B53-8AC6-690AB1F08D74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8" name="asset_3169_42">
              <a:extLst>
                <a:ext uri="{FF2B5EF4-FFF2-40B4-BE49-F238E27FC236}">
                  <a16:creationId xmlns:a16="http://schemas.microsoft.com/office/drawing/2014/main" id="{BC3A95FE-11EB-46A3-82B2-E77F30EF0058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59" name="asset_3169_43">
              <a:extLst>
                <a:ext uri="{FF2B5EF4-FFF2-40B4-BE49-F238E27FC236}">
                  <a16:creationId xmlns:a16="http://schemas.microsoft.com/office/drawing/2014/main" id="{6274B1C5-2F49-483B-B1A6-C13C50B6CBC4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0" name="asset_3169_44">
              <a:extLst>
                <a:ext uri="{FF2B5EF4-FFF2-40B4-BE49-F238E27FC236}">
                  <a16:creationId xmlns:a16="http://schemas.microsoft.com/office/drawing/2014/main" id="{344F2F95-49CF-4FAD-9E79-AE7F3ECFAF09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1" name="asset_3169_45">
              <a:extLst>
                <a:ext uri="{FF2B5EF4-FFF2-40B4-BE49-F238E27FC236}">
                  <a16:creationId xmlns:a16="http://schemas.microsoft.com/office/drawing/2014/main" id="{EECBB973-0CB3-4D74-AE8D-B0C8BFE6929E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2" name="asset_3169_46">
              <a:extLst>
                <a:ext uri="{FF2B5EF4-FFF2-40B4-BE49-F238E27FC236}">
                  <a16:creationId xmlns:a16="http://schemas.microsoft.com/office/drawing/2014/main" id="{FCBE00FF-89F3-4164-8706-BAD84898C950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3" name="asset_3169_47">
              <a:extLst>
                <a:ext uri="{FF2B5EF4-FFF2-40B4-BE49-F238E27FC236}">
                  <a16:creationId xmlns:a16="http://schemas.microsoft.com/office/drawing/2014/main" id="{5CB99B81-C44C-47BC-AF68-5480730AACD8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4" name="asset_3169_48">
              <a:extLst>
                <a:ext uri="{FF2B5EF4-FFF2-40B4-BE49-F238E27FC236}">
                  <a16:creationId xmlns:a16="http://schemas.microsoft.com/office/drawing/2014/main" id="{82825629-CD70-4C90-A1D5-EAAE92C4321E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5" name="asset_3169_49">
              <a:extLst>
                <a:ext uri="{FF2B5EF4-FFF2-40B4-BE49-F238E27FC236}">
                  <a16:creationId xmlns:a16="http://schemas.microsoft.com/office/drawing/2014/main" id="{4317C770-EB97-4D60-851B-B0BA0461B4F4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6" name="asset_3169_50">
              <a:extLst>
                <a:ext uri="{FF2B5EF4-FFF2-40B4-BE49-F238E27FC236}">
                  <a16:creationId xmlns:a16="http://schemas.microsoft.com/office/drawing/2014/main" id="{D3629979-E2E8-46F5-9ACE-DF5BA1D9ED86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5567" name="asset_3169_51">
              <a:extLst>
                <a:ext uri="{FF2B5EF4-FFF2-40B4-BE49-F238E27FC236}">
                  <a16:creationId xmlns:a16="http://schemas.microsoft.com/office/drawing/2014/main" id="{B63C95D7-848B-47B5-B5D5-35D9C2764E98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307" name="TextBox 12306"/>
          <p:cNvSpPr txBox="1"/>
          <p:nvPr/>
        </p:nvSpPr>
        <p:spPr>
          <a:xfrm>
            <a:off x="4917224" y="1883260"/>
            <a:ext cx="996707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>
                <a:solidFill>
                  <a:srgbClr val="8C5818"/>
                </a:solidFill>
                <a:latin typeface="Arial"/>
              </a:rPr>
              <a:t>Default · PocketXMol</a:t>
            </a:r>
          </a:p>
        </p:txBody>
      </p:sp>
      <p:sp>
        <p:nvSpPr>
          <p:cNvPr id="12308" name="TextBox 12307"/>
          <p:cNvSpPr txBox="1"/>
          <p:nvPr/>
        </p:nvSpPr>
        <p:spPr>
          <a:xfrm>
            <a:off x="4917224" y="2022279"/>
            <a:ext cx="996707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>
                <a:solidFill>
                  <a:srgbClr val="5A6B7C"/>
                </a:solidFill>
                <a:latin typeface="Arial"/>
              </a:rPr>
              <a:t>Density-conditioned</a:t>
            </a:r>
          </a:p>
          <a:p>
            <a:pPr algn="l">
              <a:lnSpc>
                <a:spcPct val="96000"/>
              </a:lnSpc>
            </a:pPr>
            <a:r>
              <a:rPr sz="554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309" name="Build | Docking tools card"/>
          <p:cNvSpPr/>
          <p:nvPr/>
        </p:nvSpPr>
        <p:spPr>
          <a:xfrm>
            <a:off x="4632451" y="2294009"/>
            <a:ext cx="1313122" cy="395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0795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310" name="TextBox 12309"/>
          <p:cNvSpPr txBox="1"/>
          <p:nvPr/>
        </p:nvSpPr>
        <p:spPr>
          <a:xfrm>
            <a:off x="4711554" y="2356632"/>
            <a:ext cx="1186556" cy="96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40" b="1">
                <a:solidFill>
                  <a:srgbClr val="1E293B"/>
                </a:solidFill>
                <a:latin typeface="Arial"/>
              </a:rPr>
              <a:t>Docking tools</a:t>
            </a:r>
          </a:p>
        </p:txBody>
      </p:sp>
      <p:sp>
        <p:nvSpPr>
          <p:cNvPr id="12311" name="TextBox 12310"/>
          <p:cNvSpPr txBox="1"/>
          <p:nvPr/>
        </p:nvSpPr>
        <p:spPr>
          <a:xfrm>
            <a:off x="4711555" y="2513373"/>
            <a:ext cx="883255" cy="833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54">
                <a:solidFill>
                  <a:srgbClr val="5A6B7C"/>
                </a:solidFill>
                <a:latin typeface="Arial"/>
              </a:rPr>
              <a:t>Vina · DiffDock · EMERALD</a:t>
            </a:r>
          </a:p>
        </p:txBody>
      </p:sp>
      <p:sp>
        <p:nvSpPr>
          <p:cNvPr id="13786" name="Engines to Pose output"/>
          <p:cNvSpPr/>
          <p:nvPr/>
        </p:nvSpPr>
        <p:spPr>
          <a:xfrm>
            <a:off x="5289012" y="2752811"/>
            <a:ext cx="1" cy="221490"/>
          </a:xfrm>
          <a:custGeom>
            <a:avLst/>
            <a:gdLst/>
            <a:ahLst/>
            <a:cxnLst/>
            <a:rect l="0" t="0" r="w" b="h"/>
            <a:pathLst>
              <a:path w="1" h="256032">
                <a:moveTo>
                  <a:pt x="0" y="0"/>
                </a:moveTo>
                <a:lnTo>
                  <a:pt x="0" y="256032"/>
                </a:lnTo>
              </a:path>
            </a:pathLst>
          </a:custGeom>
          <a:noFill/>
          <a:ln w="12065" cap="rnd" cmpd="sng" algn="ctr">
            <a:solidFill>
              <a:srgbClr val="68768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12312" name="Build | Pose output card"/>
          <p:cNvSpPr/>
          <p:nvPr/>
        </p:nvSpPr>
        <p:spPr>
          <a:xfrm>
            <a:off x="4632451" y="2982212"/>
            <a:ext cx="1313122" cy="13131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3307" name="Build | All-atom ligand pose 3D"/>
          <p:cNvGrpSpPr/>
          <p:nvPr/>
        </p:nvGrpSpPr>
        <p:grpSpPr>
          <a:xfrm>
            <a:off x="4743196" y="3175946"/>
            <a:ext cx="1091632" cy="719984"/>
            <a:chOff x="4251809" y="5604959"/>
            <a:chExt cx="702691" cy="463459"/>
          </a:xfrm>
        </p:grpSpPr>
        <p:sp>
          <p:nvSpPr>
            <p:cNvPr id="3308" name="ellipse_3111"/>
            <p:cNvSpPr/>
            <p:nvPr/>
          </p:nvSpPr>
          <p:spPr>
            <a:xfrm>
              <a:off x="4362855" y="5697772"/>
              <a:ext cx="43194" cy="431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09" name="ellipse_3112"/>
            <p:cNvSpPr/>
            <p:nvPr/>
          </p:nvSpPr>
          <p:spPr>
            <a:xfrm>
              <a:off x="4254062" y="5750681"/>
              <a:ext cx="40460" cy="40460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0" name="ellipse_3113"/>
            <p:cNvSpPr/>
            <p:nvPr/>
          </p:nvSpPr>
          <p:spPr>
            <a:xfrm>
              <a:off x="4584744" y="6016753"/>
              <a:ext cx="51665" cy="5166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1" name="ellipse_3114"/>
            <p:cNvSpPr/>
            <p:nvPr/>
          </p:nvSpPr>
          <p:spPr>
            <a:xfrm>
              <a:off x="4730684" y="5898125"/>
              <a:ext cx="53618" cy="5361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2" name="ellipse_3115"/>
            <p:cNvSpPr/>
            <p:nvPr/>
          </p:nvSpPr>
          <p:spPr>
            <a:xfrm>
              <a:off x="4311526" y="5822073"/>
              <a:ext cx="48720" cy="48720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3" name="ellipse_3116"/>
            <p:cNvSpPr/>
            <p:nvPr/>
          </p:nvSpPr>
          <p:spPr>
            <a:xfrm>
              <a:off x="4251809" y="5817323"/>
              <a:ext cx="40774" cy="4077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4" name="ellipse_3117"/>
            <p:cNvSpPr/>
            <p:nvPr/>
          </p:nvSpPr>
          <p:spPr>
            <a:xfrm>
              <a:off x="4350782" y="5771975"/>
              <a:ext cx="48903" cy="4890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5" name="ellipse_3118"/>
            <p:cNvSpPr/>
            <p:nvPr/>
          </p:nvSpPr>
          <p:spPr>
            <a:xfrm>
              <a:off x="4378359" y="5716259"/>
              <a:ext cx="53942" cy="5394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6" name="ellipse_3119"/>
            <p:cNvSpPr/>
            <p:nvPr/>
          </p:nvSpPr>
          <p:spPr>
            <a:xfrm>
              <a:off x="4475330" y="5970274"/>
              <a:ext cx="39922" cy="3992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7" name="ellipse_3120"/>
            <p:cNvSpPr/>
            <p:nvPr/>
          </p:nvSpPr>
          <p:spPr>
            <a:xfrm>
              <a:off x="4343602" y="5746762"/>
              <a:ext cx="35373" cy="3537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8" name="ellipse_3121"/>
            <p:cNvSpPr/>
            <p:nvPr/>
          </p:nvSpPr>
          <p:spPr>
            <a:xfrm>
              <a:off x="4542880" y="6021945"/>
              <a:ext cx="42386" cy="4238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19" name="ellipse_3122"/>
            <p:cNvSpPr/>
            <p:nvPr/>
          </p:nvSpPr>
          <p:spPr>
            <a:xfrm>
              <a:off x="4415896" y="5687872"/>
              <a:ext cx="45929" cy="4592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0" name="ellipse_3123"/>
            <p:cNvSpPr/>
            <p:nvPr/>
          </p:nvSpPr>
          <p:spPr>
            <a:xfrm>
              <a:off x="4326366" y="5782253"/>
              <a:ext cx="43224" cy="4322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1" name="ellipse_3124"/>
            <p:cNvSpPr/>
            <p:nvPr/>
          </p:nvSpPr>
          <p:spPr>
            <a:xfrm>
              <a:off x="4513181" y="5949412"/>
              <a:ext cx="47537" cy="47537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2" name="ellipse_3125"/>
            <p:cNvSpPr/>
            <p:nvPr/>
          </p:nvSpPr>
          <p:spPr>
            <a:xfrm>
              <a:off x="4560468" y="6001152"/>
              <a:ext cx="52141" cy="521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3" name="ellipse_3126"/>
            <p:cNvSpPr/>
            <p:nvPr/>
          </p:nvSpPr>
          <p:spPr>
            <a:xfrm>
              <a:off x="4837273" y="5874703"/>
              <a:ext cx="46037" cy="4603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4" name="ellipse_3127"/>
            <p:cNvSpPr/>
            <p:nvPr/>
          </p:nvSpPr>
          <p:spPr>
            <a:xfrm>
              <a:off x="4767228" y="5975183"/>
              <a:ext cx="44185" cy="4418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5" name="ellipse_3128"/>
            <p:cNvSpPr/>
            <p:nvPr/>
          </p:nvSpPr>
          <p:spPr>
            <a:xfrm>
              <a:off x="4808629" y="5826107"/>
              <a:ext cx="37764" cy="3776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6" name="ellipse_3129"/>
            <p:cNvSpPr/>
            <p:nvPr/>
          </p:nvSpPr>
          <p:spPr>
            <a:xfrm>
              <a:off x="4364241" y="5926971"/>
              <a:ext cx="45776" cy="4577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7" name="ellipse_3130"/>
            <p:cNvSpPr/>
            <p:nvPr/>
          </p:nvSpPr>
          <p:spPr>
            <a:xfrm>
              <a:off x="4694360" y="5927618"/>
              <a:ext cx="46623" cy="4662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8" name="ellipse_3131"/>
            <p:cNvSpPr/>
            <p:nvPr/>
          </p:nvSpPr>
          <p:spPr>
            <a:xfrm>
              <a:off x="4816164" y="5757658"/>
              <a:ext cx="48115" cy="481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29" name="ellipse_3132"/>
            <p:cNvSpPr/>
            <p:nvPr/>
          </p:nvSpPr>
          <p:spPr>
            <a:xfrm>
              <a:off x="4496341" y="6016055"/>
              <a:ext cx="35569" cy="3556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0" name="ellipse_3133"/>
            <p:cNvSpPr/>
            <p:nvPr/>
          </p:nvSpPr>
          <p:spPr>
            <a:xfrm>
              <a:off x="4786774" y="5747820"/>
              <a:ext cx="45568" cy="4556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1" name="ellipse_3134"/>
            <p:cNvSpPr/>
            <p:nvPr/>
          </p:nvSpPr>
          <p:spPr>
            <a:xfrm>
              <a:off x="4638700" y="5950146"/>
              <a:ext cx="52109" cy="5210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2" name="ellipse_3135"/>
            <p:cNvSpPr/>
            <p:nvPr/>
          </p:nvSpPr>
          <p:spPr>
            <a:xfrm>
              <a:off x="4349735" y="5807537"/>
              <a:ext cx="36271" cy="3627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3" name="ellipse_3136"/>
            <p:cNvSpPr/>
            <p:nvPr/>
          </p:nvSpPr>
          <p:spPr>
            <a:xfrm>
              <a:off x="4578702" y="5947602"/>
              <a:ext cx="34493" cy="344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4" name="ellipse_3137"/>
            <p:cNvSpPr/>
            <p:nvPr/>
          </p:nvSpPr>
          <p:spPr>
            <a:xfrm>
              <a:off x="4464372" y="5692031"/>
              <a:ext cx="36230" cy="3623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5" name="ellipse_3138"/>
            <p:cNvSpPr/>
            <p:nvPr/>
          </p:nvSpPr>
          <p:spPr>
            <a:xfrm>
              <a:off x="4619301" y="5637981"/>
              <a:ext cx="39572" cy="3957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6" name="ellipse_3139"/>
            <p:cNvSpPr/>
            <p:nvPr/>
          </p:nvSpPr>
          <p:spPr>
            <a:xfrm>
              <a:off x="4696119" y="5653563"/>
              <a:ext cx="34035" cy="3403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7" name="ellipse_3140"/>
            <p:cNvSpPr/>
            <p:nvPr/>
          </p:nvSpPr>
          <p:spPr>
            <a:xfrm>
              <a:off x="4811179" y="5853695"/>
              <a:ext cx="46078" cy="4607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8" name="ellipse_3141"/>
            <p:cNvSpPr/>
            <p:nvPr/>
          </p:nvSpPr>
          <p:spPr>
            <a:xfrm>
              <a:off x="4824542" y="5769972"/>
              <a:ext cx="53249" cy="5324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39" name="ellipse_3142"/>
            <p:cNvSpPr/>
            <p:nvPr/>
          </p:nvSpPr>
          <p:spPr>
            <a:xfrm>
              <a:off x="4574454" y="5996396"/>
              <a:ext cx="35384" cy="353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0" name="ellipse_3143"/>
            <p:cNvSpPr/>
            <p:nvPr/>
          </p:nvSpPr>
          <p:spPr>
            <a:xfrm>
              <a:off x="4827644" y="5914219"/>
              <a:ext cx="49988" cy="499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1" name="ellipse_3144"/>
            <p:cNvSpPr/>
            <p:nvPr/>
          </p:nvSpPr>
          <p:spPr>
            <a:xfrm>
              <a:off x="4795129" y="5876776"/>
              <a:ext cx="32865" cy="3286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2" name="ellipse_3145"/>
            <p:cNvSpPr/>
            <p:nvPr/>
          </p:nvSpPr>
          <p:spPr>
            <a:xfrm>
              <a:off x="4842496" y="5817715"/>
              <a:ext cx="39467" cy="3946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3" name="ellipse_3146"/>
            <p:cNvSpPr/>
            <p:nvPr/>
          </p:nvSpPr>
          <p:spPr>
            <a:xfrm>
              <a:off x="4482203" y="5622045"/>
              <a:ext cx="33614" cy="336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4" name="ellipse_3147"/>
            <p:cNvSpPr/>
            <p:nvPr/>
          </p:nvSpPr>
          <p:spPr>
            <a:xfrm>
              <a:off x="4293194" y="5706321"/>
              <a:ext cx="32662" cy="32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5" name="ellipse_3148"/>
            <p:cNvSpPr/>
            <p:nvPr/>
          </p:nvSpPr>
          <p:spPr>
            <a:xfrm>
              <a:off x="4330162" y="5914429"/>
              <a:ext cx="49267" cy="4926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6" name="ellipse_3149"/>
            <p:cNvSpPr/>
            <p:nvPr/>
          </p:nvSpPr>
          <p:spPr>
            <a:xfrm>
              <a:off x="4280067" y="5808389"/>
              <a:ext cx="46519" cy="465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7" name="ellipse_3150"/>
            <p:cNvSpPr/>
            <p:nvPr/>
          </p:nvSpPr>
          <p:spPr>
            <a:xfrm>
              <a:off x="4922072" y="5820714"/>
              <a:ext cx="32428" cy="32428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8" name="ellipse_3151"/>
            <p:cNvSpPr/>
            <p:nvPr/>
          </p:nvSpPr>
          <p:spPr>
            <a:xfrm>
              <a:off x="4619740" y="5674277"/>
              <a:ext cx="51902" cy="519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49" name="ellipse_3152"/>
            <p:cNvSpPr/>
            <p:nvPr/>
          </p:nvSpPr>
          <p:spPr>
            <a:xfrm>
              <a:off x="4759279" y="5908135"/>
              <a:ext cx="32240" cy="3224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0" name="ellipse_3153"/>
            <p:cNvSpPr/>
            <p:nvPr/>
          </p:nvSpPr>
          <p:spPr>
            <a:xfrm>
              <a:off x="4732949" y="5945689"/>
              <a:ext cx="40700" cy="407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1" name="ellipse_3154"/>
            <p:cNvSpPr/>
            <p:nvPr/>
          </p:nvSpPr>
          <p:spPr>
            <a:xfrm>
              <a:off x="4743845" y="5963904"/>
              <a:ext cx="32597" cy="3259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2" name="ellipse_3155"/>
            <p:cNvSpPr/>
            <p:nvPr/>
          </p:nvSpPr>
          <p:spPr>
            <a:xfrm>
              <a:off x="4570184" y="5631774"/>
              <a:ext cx="40245" cy="4024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3" name="ellipse_3156"/>
            <p:cNvSpPr/>
            <p:nvPr/>
          </p:nvSpPr>
          <p:spPr>
            <a:xfrm>
              <a:off x="4752643" y="5910958"/>
              <a:ext cx="38199" cy="3819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4" name="ellipse_3157"/>
            <p:cNvSpPr/>
            <p:nvPr/>
          </p:nvSpPr>
          <p:spPr>
            <a:xfrm>
              <a:off x="4647344" y="5968018"/>
              <a:ext cx="43659" cy="436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5" name="ellipse_3158"/>
            <p:cNvSpPr/>
            <p:nvPr/>
          </p:nvSpPr>
          <p:spPr>
            <a:xfrm>
              <a:off x="4542983" y="5948377"/>
              <a:ext cx="43376" cy="4337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6" name="ellipse_3159"/>
            <p:cNvSpPr/>
            <p:nvPr/>
          </p:nvSpPr>
          <p:spPr>
            <a:xfrm>
              <a:off x="4303018" y="5853041"/>
              <a:ext cx="51967" cy="51967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7" name="ellipse_3160"/>
            <p:cNvSpPr/>
            <p:nvPr/>
          </p:nvSpPr>
          <p:spPr>
            <a:xfrm>
              <a:off x="4703787" y="5688348"/>
              <a:ext cx="48718" cy="4871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8" name="ellipse_3161"/>
            <p:cNvSpPr/>
            <p:nvPr/>
          </p:nvSpPr>
          <p:spPr>
            <a:xfrm>
              <a:off x="4303604" y="5737757"/>
              <a:ext cx="41872" cy="4187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59" name="ellipse_3162"/>
            <p:cNvSpPr/>
            <p:nvPr/>
          </p:nvSpPr>
          <p:spPr>
            <a:xfrm>
              <a:off x="4675918" y="5701264"/>
              <a:ext cx="44485" cy="444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0" name="ellipse_3163"/>
            <p:cNvSpPr/>
            <p:nvPr/>
          </p:nvSpPr>
          <p:spPr>
            <a:xfrm>
              <a:off x="4302443" y="5872605"/>
              <a:ext cx="37728" cy="377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1" name="ellipse_3164"/>
            <p:cNvSpPr/>
            <p:nvPr/>
          </p:nvSpPr>
          <p:spPr>
            <a:xfrm>
              <a:off x="4580943" y="5993816"/>
              <a:ext cx="32497" cy="3249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2" name="ellipse_3165"/>
            <p:cNvSpPr/>
            <p:nvPr/>
          </p:nvSpPr>
          <p:spPr>
            <a:xfrm>
              <a:off x="4684525" y="5936268"/>
              <a:ext cx="35204" cy="3520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3" name="ellipse_3166"/>
            <p:cNvSpPr/>
            <p:nvPr/>
          </p:nvSpPr>
          <p:spPr>
            <a:xfrm>
              <a:off x="4520025" y="5683904"/>
              <a:ext cx="45153" cy="4515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4" name="ellipse_3167"/>
            <p:cNvSpPr/>
            <p:nvPr/>
          </p:nvSpPr>
          <p:spPr>
            <a:xfrm>
              <a:off x="4620771" y="5631136"/>
              <a:ext cx="41654" cy="4165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5" name="ellipse_3168"/>
            <p:cNvSpPr/>
            <p:nvPr/>
          </p:nvSpPr>
          <p:spPr>
            <a:xfrm>
              <a:off x="4765501" y="5877700"/>
              <a:ext cx="45481" cy="4548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6" name="ellipse_3169"/>
            <p:cNvSpPr/>
            <p:nvPr/>
          </p:nvSpPr>
          <p:spPr>
            <a:xfrm>
              <a:off x="4519199" y="5968230"/>
              <a:ext cx="50926" cy="5092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7" name="ellipse_3170"/>
            <p:cNvSpPr/>
            <p:nvPr/>
          </p:nvSpPr>
          <p:spPr>
            <a:xfrm>
              <a:off x="4554053" y="5682892"/>
              <a:ext cx="36938" cy="3693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8" name="ellipse_3171"/>
            <p:cNvSpPr/>
            <p:nvPr/>
          </p:nvSpPr>
          <p:spPr>
            <a:xfrm>
              <a:off x="4390264" y="5749764"/>
              <a:ext cx="44541" cy="4454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69" name="ellipse_3172"/>
            <p:cNvSpPr/>
            <p:nvPr/>
          </p:nvSpPr>
          <p:spPr>
            <a:xfrm>
              <a:off x="4741663" y="5953659"/>
              <a:ext cx="36584" cy="365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0" name="ellipse_3173"/>
            <p:cNvSpPr/>
            <p:nvPr/>
          </p:nvSpPr>
          <p:spPr>
            <a:xfrm>
              <a:off x="4376282" y="5861415"/>
              <a:ext cx="47001" cy="47001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1" name="ellipse_3174"/>
            <p:cNvSpPr/>
            <p:nvPr/>
          </p:nvSpPr>
          <p:spPr>
            <a:xfrm>
              <a:off x="4906166" y="5765347"/>
              <a:ext cx="42589" cy="425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2" name="ellipse_3175"/>
            <p:cNvSpPr/>
            <p:nvPr/>
          </p:nvSpPr>
          <p:spPr>
            <a:xfrm>
              <a:off x="4746967" y="5667445"/>
              <a:ext cx="33221" cy="332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3" name="ellipse_3176"/>
            <p:cNvSpPr/>
            <p:nvPr/>
          </p:nvSpPr>
          <p:spPr>
            <a:xfrm>
              <a:off x="4639435" y="5985774"/>
              <a:ext cx="47949" cy="4794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4" name="ellipse_3177"/>
            <p:cNvSpPr/>
            <p:nvPr/>
          </p:nvSpPr>
          <p:spPr>
            <a:xfrm>
              <a:off x="4585890" y="5608315"/>
              <a:ext cx="44872" cy="4487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5" name="ellipse_3178"/>
            <p:cNvSpPr/>
            <p:nvPr/>
          </p:nvSpPr>
          <p:spPr>
            <a:xfrm>
              <a:off x="4285718" y="5915052"/>
              <a:ext cx="44261" cy="4426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6" name="ellipse_3179"/>
            <p:cNvSpPr/>
            <p:nvPr/>
          </p:nvSpPr>
          <p:spPr>
            <a:xfrm>
              <a:off x="4848838" y="5808297"/>
              <a:ext cx="32891" cy="3289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7" name="ellipse_3180"/>
            <p:cNvSpPr/>
            <p:nvPr/>
          </p:nvSpPr>
          <p:spPr>
            <a:xfrm>
              <a:off x="4862276" y="5922551"/>
              <a:ext cx="46756" cy="4675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8" name="ellipse_3181"/>
            <p:cNvSpPr/>
            <p:nvPr/>
          </p:nvSpPr>
          <p:spPr>
            <a:xfrm>
              <a:off x="4626532" y="5604959"/>
              <a:ext cx="49755" cy="49755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79" name="ellipse_3182"/>
            <p:cNvSpPr/>
            <p:nvPr/>
          </p:nvSpPr>
          <p:spPr>
            <a:xfrm>
              <a:off x="4412035" y="5697300"/>
              <a:ext cx="48163" cy="4816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0" name="ellipse_3183"/>
            <p:cNvSpPr/>
            <p:nvPr/>
          </p:nvSpPr>
          <p:spPr>
            <a:xfrm>
              <a:off x="4818754" y="5804046"/>
              <a:ext cx="39243" cy="3924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1" name="ellipse_3184"/>
            <p:cNvSpPr/>
            <p:nvPr/>
          </p:nvSpPr>
          <p:spPr>
            <a:xfrm>
              <a:off x="4258472" y="5877618"/>
              <a:ext cx="39892" cy="3989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2" name="ellipse_3185"/>
            <p:cNvSpPr/>
            <p:nvPr/>
          </p:nvSpPr>
          <p:spPr>
            <a:xfrm>
              <a:off x="4307946" y="5944467"/>
              <a:ext cx="49983" cy="4998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3" name="ellipse_3186"/>
            <p:cNvSpPr/>
            <p:nvPr/>
          </p:nvSpPr>
          <p:spPr>
            <a:xfrm>
              <a:off x="4730281" y="5684151"/>
              <a:ext cx="47059" cy="47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4" name="ellipse_3187"/>
            <p:cNvSpPr/>
            <p:nvPr/>
          </p:nvSpPr>
          <p:spPr>
            <a:xfrm>
              <a:off x="4648054" y="5613386"/>
              <a:ext cx="31827" cy="3182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5" name="ellipse_3188"/>
            <p:cNvSpPr/>
            <p:nvPr/>
          </p:nvSpPr>
          <p:spPr>
            <a:xfrm>
              <a:off x="4339228" y="5660392"/>
              <a:ext cx="44901" cy="4490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6" name="ellipse_3189"/>
            <p:cNvSpPr/>
            <p:nvPr/>
          </p:nvSpPr>
          <p:spPr>
            <a:xfrm>
              <a:off x="4354668" y="5801749"/>
              <a:ext cx="50572" cy="5057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7" name="ellipse_3190"/>
            <p:cNvSpPr/>
            <p:nvPr/>
          </p:nvSpPr>
          <p:spPr>
            <a:xfrm>
              <a:off x="4312921" y="5796559"/>
              <a:ext cx="40925" cy="4092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8" name="ellipse_3191"/>
            <p:cNvSpPr/>
            <p:nvPr/>
          </p:nvSpPr>
          <p:spPr>
            <a:xfrm>
              <a:off x="4592726" y="5978423"/>
              <a:ext cx="35441" cy="3544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89" name="ellipse_3192"/>
            <p:cNvSpPr/>
            <p:nvPr/>
          </p:nvSpPr>
          <p:spPr>
            <a:xfrm>
              <a:off x="4400863" y="5963283"/>
              <a:ext cx="40231" cy="4023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90" name="ellipse_3193"/>
            <p:cNvSpPr/>
            <p:nvPr/>
          </p:nvSpPr>
          <p:spPr>
            <a:xfrm>
              <a:off x="4299166" y="5719874"/>
              <a:ext cx="41687" cy="4168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91" name="ellipse_3194"/>
            <p:cNvSpPr/>
            <p:nvPr/>
          </p:nvSpPr>
          <p:spPr>
            <a:xfrm>
              <a:off x="4574590" y="5664426"/>
              <a:ext cx="36432" cy="3643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392" name="ellipse_3195"/>
            <p:cNvSpPr/>
            <p:nvPr/>
          </p:nvSpPr>
          <p:spPr>
            <a:xfrm>
              <a:off x="4714781" y="5706746"/>
              <a:ext cx="49809" cy="498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grpSp>
          <p:nvGrpSpPr>
            <p:cNvPr id="3393" name="Ligand identity | illustrative molecular graph"/>
            <p:cNvGrpSpPr/>
            <p:nvPr/>
          </p:nvGrpSpPr>
          <p:grpSpPr>
            <a:xfrm>
              <a:off x="4471951" y="5748405"/>
              <a:ext cx="309662" cy="197297"/>
              <a:chOff x="4471951" y="5748405"/>
              <a:chExt cx="309662" cy="197297"/>
            </a:xfrm>
          </p:grpSpPr>
          <p:cxnSp>
            <p:nvCxnSpPr>
              <p:cNvPr id="3394" name="path_3196"/>
              <p:cNvCxnSpPr/>
              <p:nvPr/>
            </p:nvCxnSpPr>
            <p:spPr>
              <a:xfrm flipH="1">
                <a:off x="4564393" y="5889808"/>
                <a:ext cx="79301" cy="42754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395" name="path_3197"/>
              <p:cNvCxnSpPr/>
              <p:nvPr/>
            </p:nvCxnSpPr>
            <p:spPr>
              <a:xfrm flipH="1" flipV="1">
                <a:off x="4485091" y="5889808"/>
                <a:ext cx="79301" cy="42754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396" name="path_3198"/>
              <p:cNvCxnSpPr/>
              <p:nvPr/>
            </p:nvCxnSpPr>
            <p:spPr>
              <a:xfrm flipV="1">
                <a:off x="4485091" y="5804299"/>
                <a:ext cx="0" cy="85509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397" name="path_3199"/>
              <p:cNvCxnSpPr/>
              <p:nvPr/>
            </p:nvCxnSpPr>
            <p:spPr>
              <a:xfrm flipV="1">
                <a:off x="4485091" y="5761545"/>
                <a:ext cx="79301" cy="42754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398" name="path_3200"/>
              <p:cNvCxnSpPr/>
              <p:nvPr/>
            </p:nvCxnSpPr>
            <p:spPr>
              <a:xfrm>
                <a:off x="4564393" y="5761545"/>
                <a:ext cx="79301" cy="42754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399" name="path_3201"/>
              <p:cNvCxnSpPr/>
              <p:nvPr/>
            </p:nvCxnSpPr>
            <p:spPr>
              <a:xfrm>
                <a:off x="4643694" y="5804299"/>
                <a:ext cx="0" cy="85509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400" name="path_3202"/>
              <p:cNvCxnSpPr/>
              <p:nvPr/>
            </p:nvCxnSpPr>
            <p:spPr>
              <a:xfrm flipV="1">
                <a:off x="4643694" y="5781797"/>
                <a:ext cx="70872" cy="10801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401" name="path_3203"/>
              <p:cNvCxnSpPr/>
              <p:nvPr/>
            </p:nvCxnSpPr>
            <p:spPr>
              <a:xfrm>
                <a:off x="4714566" y="5781797"/>
                <a:ext cx="51279" cy="47255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3402" name="ellipse_3204"/>
              <p:cNvSpPr/>
              <p:nvPr/>
            </p:nvSpPr>
            <p:spPr>
              <a:xfrm>
                <a:off x="4630554" y="5876668"/>
                <a:ext cx="26280" cy="26280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3" name="ellipse_3205"/>
              <p:cNvSpPr/>
              <p:nvPr/>
            </p:nvSpPr>
            <p:spPr>
              <a:xfrm>
                <a:off x="4551253" y="5919422"/>
                <a:ext cx="26280" cy="26280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4" name="ellipse_3206"/>
              <p:cNvSpPr/>
              <p:nvPr/>
            </p:nvSpPr>
            <p:spPr>
              <a:xfrm>
                <a:off x="4471951" y="5876668"/>
                <a:ext cx="26280" cy="26280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5" name="ellipse_3207"/>
              <p:cNvSpPr/>
              <p:nvPr/>
            </p:nvSpPr>
            <p:spPr>
              <a:xfrm>
                <a:off x="4471951" y="5791159"/>
                <a:ext cx="26280" cy="26280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6" name="ellipse_3208"/>
              <p:cNvSpPr/>
              <p:nvPr/>
            </p:nvSpPr>
            <p:spPr>
              <a:xfrm>
                <a:off x="4551253" y="5748405"/>
                <a:ext cx="26280" cy="26280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7" name="ellipse_3209"/>
              <p:cNvSpPr/>
              <p:nvPr/>
            </p:nvSpPr>
            <p:spPr>
              <a:xfrm>
                <a:off x="4630554" y="5791159"/>
                <a:ext cx="26280" cy="26280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8" name="ellipse_3210"/>
              <p:cNvSpPr/>
              <p:nvPr/>
            </p:nvSpPr>
            <p:spPr>
              <a:xfrm>
                <a:off x="4698798" y="5766029"/>
                <a:ext cx="31536" cy="31536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9" name="ellipse_3211"/>
              <p:cNvSpPr/>
              <p:nvPr/>
            </p:nvSpPr>
            <p:spPr>
              <a:xfrm>
                <a:off x="4750077" y="5813284"/>
                <a:ext cx="31536" cy="31536"/>
              </a:xfrm>
              <a:prstGeom prst="ellipse">
                <a:avLst/>
              </a:prstGeom>
              <a:gradFill flip="none" rotWithShape="1">
                <a:gsLst>
                  <a:gs pos="0">
                    <a:srgbClr val="F8E2E4"/>
                  </a:gs>
                  <a:gs pos="43000">
                    <a:srgbClr val="DC767B"/>
                  </a:gs>
                  <a:gs pos="100000">
                    <a:srgbClr val="B4434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</p:grpSp>
      <p:sp>
        <p:nvSpPr>
          <p:cNvPr id="12313" name="TextBox 12312"/>
          <p:cNvSpPr txBox="1"/>
          <p:nvPr/>
        </p:nvSpPr>
        <p:spPr>
          <a:xfrm>
            <a:off x="4632451" y="4085093"/>
            <a:ext cx="1313122" cy="1040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92" b="1">
                <a:solidFill>
                  <a:srgbClr val="1E293B"/>
                </a:solidFill>
                <a:latin typeface="Arial"/>
              </a:rPr>
              <a:t>All-atom ligand pose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FAF79-11F9-10EA-541A-9067F5925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48B2630F-EE4F-8D8F-C8D1-E2B865187AB9}"/>
              </a:ext>
            </a:extLst>
          </p:cNvPr>
          <p:cNvSpPr/>
          <p:nvPr/>
        </p:nvSpPr>
        <p:spPr>
          <a:xfrm>
            <a:off x="450985" y="85589"/>
            <a:ext cx="409618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10795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A043AAC4-48ED-059D-9C09-BCFF9992562C}"/>
              </a:ext>
            </a:extLst>
          </p:cNvPr>
          <p:cNvSpPr/>
          <p:nvPr/>
        </p:nvSpPr>
        <p:spPr>
          <a:xfrm>
            <a:off x="450985" y="1885270"/>
            <a:ext cx="409618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10795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5E276643-FEBD-BC72-22E3-559B58E7B058}"/>
              </a:ext>
            </a:extLst>
          </p:cNvPr>
          <p:cNvSpPr/>
          <p:nvPr/>
        </p:nvSpPr>
        <p:spPr>
          <a:xfrm>
            <a:off x="4583047" y="81744"/>
            <a:ext cx="1430049" cy="4335730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10795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DF5636-C3F9-BC8E-196E-70B0EA2747FB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568318-F4F0-D26F-4A06-9689D3B3B110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2FDCC3-2041-365A-F921-08572C8B166F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145108-DEDF-8030-06D7-FBCD3AD40DE6}"/>
              </a:ext>
            </a:extLst>
          </p:cNvPr>
          <p:cNvSpPr txBox="1"/>
          <p:nvPr/>
        </p:nvSpPr>
        <p:spPr>
          <a:xfrm>
            <a:off x="667104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5369-A19A-9B3C-5D51-96647901A11F}"/>
              </a:ext>
            </a:extLst>
          </p:cNvPr>
          <p:cNvSpPr txBox="1"/>
          <p:nvPr/>
        </p:nvSpPr>
        <p:spPr>
          <a:xfrm>
            <a:off x="4616630" y="135019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BDC94-F553-42F9-B404-DC430DB9DCBB}"/>
              </a:ext>
            </a:extLst>
          </p:cNvPr>
          <p:cNvSpPr txBox="1"/>
          <p:nvPr/>
        </p:nvSpPr>
        <p:spPr>
          <a:xfrm>
            <a:off x="4774837" y="137405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1" name="Find | Density card">
            <a:extLst>
              <a:ext uri="{FF2B5EF4-FFF2-40B4-BE49-F238E27FC236}">
                <a16:creationId xmlns:a16="http://schemas.microsoft.com/office/drawing/2014/main" id="{C595CBD7-EE6A-2A4E-E2FA-319352BAD3E9}"/>
              </a:ext>
            </a:extLst>
          </p:cNvPr>
          <p:cNvSpPr/>
          <p:nvPr/>
        </p:nvSpPr>
        <p:spPr>
          <a:xfrm>
            <a:off x="526966" y="284774"/>
            <a:ext cx="664471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86D997-B428-E65A-FA57-7375B4A1F70B}"/>
              </a:ext>
            </a:extLst>
          </p:cNvPr>
          <p:cNvSpPr txBox="1"/>
          <p:nvPr/>
        </p:nvSpPr>
        <p:spPr>
          <a:xfrm>
            <a:off x="526966" y="317081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13" name="Find | Fig1 Density surface">
            <a:extLst>
              <a:ext uri="{FF2B5EF4-FFF2-40B4-BE49-F238E27FC236}">
                <a16:creationId xmlns:a16="http://schemas.microsoft.com/office/drawing/2014/main" id="{6D989076-A3A8-7396-EC79-2A8BD4179735}"/>
              </a:ext>
            </a:extLst>
          </p:cNvPr>
          <p:cNvGrpSpPr/>
          <p:nvPr/>
        </p:nvGrpSpPr>
        <p:grpSpPr>
          <a:xfrm>
            <a:off x="646367" y="427160"/>
            <a:ext cx="425669" cy="506264"/>
            <a:chOff x="496477" y="1485900"/>
            <a:chExt cx="1521646" cy="1809750"/>
          </a:xfrm>
        </p:grpSpPr>
        <p:sp>
          <p:nvSpPr>
            <p:cNvPr id="14" name="Input_density__7">
              <a:extLst>
                <a:ext uri="{FF2B5EF4-FFF2-40B4-BE49-F238E27FC236}">
                  <a16:creationId xmlns:a16="http://schemas.microsoft.com/office/drawing/2014/main" id="{09E432FB-083D-5E19-D126-156654C9B05F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" name="Input_density__8">
              <a:extLst>
                <a:ext uri="{FF2B5EF4-FFF2-40B4-BE49-F238E27FC236}">
                  <a16:creationId xmlns:a16="http://schemas.microsoft.com/office/drawing/2014/main" id="{90B97A6B-A1BC-C04E-8C13-6ABC69D31F35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" name="Input_density__9">
              <a:extLst>
                <a:ext uri="{FF2B5EF4-FFF2-40B4-BE49-F238E27FC236}">
                  <a16:creationId xmlns:a16="http://schemas.microsoft.com/office/drawing/2014/main" id="{1C0B32EC-6AAD-1883-556B-4796DF16F14E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" name="Input_density__10">
              <a:extLst>
                <a:ext uri="{FF2B5EF4-FFF2-40B4-BE49-F238E27FC236}">
                  <a16:creationId xmlns:a16="http://schemas.microsoft.com/office/drawing/2014/main" id="{42C1D91D-0C9A-9EAD-79F5-00E8912361A0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" name="Input_density__11">
              <a:extLst>
                <a:ext uri="{FF2B5EF4-FFF2-40B4-BE49-F238E27FC236}">
                  <a16:creationId xmlns:a16="http://schemas.microsoft.com/office/drawing/2014/main" id="{27E9643B-C095-155F-9AFC-4FD27FF63439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" name="Input_density__12">
              <a:extLst>
                <a:ext uri="{FF2B5EF4-FFF2-40B4-BE49-F238E27FC236}">
                  <a16:creationId xmlns:a16="http://schemas.microsoft.com/office/drawing/2014/main" id="{8F5481FC-E426-D901-0895-A9888D03BB6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" name="Input_density__13">
              <a:extLst>
                <a:ext uri="{FF2B5EF4-FFF2-40B4-BE49-F238E27FC236}">
                  <a16:creationId xmlns:a16="http://schemas.microsoft.com/office/drawing/2014/main" id="{9C1EC482-DF5F-C333-00F7-286E6D6A417B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14">
              <a:extLst>
                <a:ext uri="{FF2B5EF4-FFF2-40B4-BE49-F238E27FC236}">
                  <a16:creationId xmlns:a16="http://schemas.microsoft.com/office/drawing/2014/main" id="{28A75993-C52F-D497-40C9-D39D1DEAFB18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" name="Input_density__15">
              <a:extLst>
                <a:ext uri="{FF2B5EF4-FFF2-40B4-BE49-F238E27FC236}">
                  <a16:creationId xmlns:a16="http://schemas.microsoft.com/office/drawing/2014/main" id="{EBAA99DD-F885-6F36-FF6C-7FB244342B59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3" name="Input_density__16">
              <a:extLst>
                <a:ext uri="{FF2B5EF4-FFF2-40B4-BE49-F238E27FC236}">
                  <a16:creationId xmlns:a16="http://schemas.microsoft.com/office/drawing/2014/main" id="{11B47E97-59C8-0E61-0E5B-3BC4E355AD80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4" name="Input_density__17">
              <a:extLst>
                <a:ext uri="{FF2B5EF4-FFF2-40B4-BE49-F238E27FC236}">
                  <a16:creationId xmlns:a16="http://schemas.microsoft.com/office/drawing/2014/main" id="{921055B1-2DAA-3230-11C6-C1AAB1570A2C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5" name="Input_density__18">
              <a:extLst>
                <a:ext uri="{FF2B5EF4-FFF2-40B4-BE49-F238E27FC236}">
                  <a16:creationId xmlns:a16="http://schemas.microsoft.com/office/drawing/2014/main" id="{024164D8-AC65-C980-312D-F5DC8EFE3E01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6" name="Input_density__19">
              <a:extLst>
                <a:ext uri="{FF2B5EF4-FFF2-40B4-BE49-F238E27FC236}">
                  <a16:creationId xmlns:a16="http://schemas.microsoft.com/office/drawing/2014/main" id="{B13F7F0F-866A-0232-2E86-0BA0A32CD17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7" name="Input_density__20">
              <a:extLst>
                <a:ext uri="{FF2B5EF4-FFF2-40B4-BE49-F238E27FC236}">
                  <a16:creationId xmlns:a16="http://schemas.microsoft.com/office/drawing/2014/main" id="{7EC9592C-DBC2-DF95-1F0A-E9CC37F65CB6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8" name="Input_density__21">
              <a:extLst>
                <a:ext uri="{FF2B5EF4-FFF2-40B4-BE49-F238E27FC236}">
                  <a16:creationId xmlns:a16="http://schemas.microsoft.com/office/drawing/2014/main" id="{C740EA9F-37F6-1C55-C3B1-1527D8795989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9" name="Input_density__22">
              <a:extLst>
                <a:ext uri="{FF2B5EF4-FFF2-40B4-BE49-F238E27FC236}">
                  <a16:creationId xmlns:a16="http://schemas.microsoft.com/office/drawing/2014/main" id="{7D033B7C-FADA-3303-8A02-261884ACA668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0" name="Input_density__23">
              <a:extLst>
                <a:ext uri="{FF2B5EF4-FFF2-40B4-BE49-F238E27FC236}">
                  <a16:creationId xmlns:a16="http://schemas.microsoft.com/office/drawing/2014/main" id="{E2670DAA-7C04-425D-5749-C92D796D7CCD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1" name="Input_density__24">
              <a:extLst>
                <a:ext uri="{FF2B5EF4-FFF2-40B4-BE49-F238E27FC236}">
                  <a16:creationId xmlns:a16="http://schemas.microsoft.com/office/drawing/2014/main" id="{03051141-DC32-3C81-450A-A668707F7CD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2" name="Input_density__25">
              <a:extLst>
                <a:ext uri="{FF2B5EF4-FFF2-40B4-BE49-F238E27FC236}">
                  <a16:creationId xmlns:a16="http://schemas.microsoft.com/office/drawing/2014/main" id="{56C2CE11-58D2-118F-E432-93CB5D26FE24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3" name="Input_density__26">
              <a:extLst>
                <a:ext uri="{FF2B5EF4-FFF2-40B4-BE49-F238E27FC236}">
                  <a16:creationId xmlns:a16="http://schemas.microsoft.com/office/drawing/2014/main" id="{3C6F526E-1085-D8CB-AA68-960C9105EFB4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4" name="Input_density__27">
              <a:extLst>
                <a:ext uri="{FF2B5EF4-FFF2-40B4-BE49-F238E27FC236}">
                  <a16:creationId xmlns:a16="http://schemas.microsoft.com/office/drawing/2014/main" id="{7CD60598-CDFA-7518-E8F5-9C9E9279D2D2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28">
              <a:extLst>
                <a:ext uri="{FF2B5EF4-FFF2-40B4-BE49-F238E27FC236}">
                  <a16:creationId xmlns:a16="http://schemas.microsoft.com/office/drawing/2014/main" id="{8B595059-D6DA-9629-1881-959566A1FB95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6" name="Input_density__29">
              <a:extLst>
                <a:ext uri="{FF2B5EF4-FFF2-40B4-BE49-F238E27FC236}">
                  <a16:creationId xmlns:a16="http://schemas.microsoft.com/office/drawing/2014/main" id="{D137719A-573F-0A5F-4B48-F9B793E674CD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7" name="Input_density__30">
              <a:extLst>
                <a:ext uri="{FF2B5EF4-FFF2-40B4-BE49-F238E27FC236}">
                  <a16:creationId xmlns:a16="http://schemas.microsoft.com/office/drawing/2014/main" id="{5DF2A8D0-B78C-51C0-D68F-9A1D8A594A9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" name="Input_density__31">
              <a:extLst>
                <a:ext uri="{FF2B5EF4-FFF2-40B4-BE49-F238E27FC236}">
                  <a16:creationId xmlns:a16="http://schemas.microsoft.com/office/drawing/2014/main" id="{68E3489D-1981-73C3-C277-0040F7E85410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" name="Input_density__32">
              <a:extLst>
                <a:ext uri="{FF2B5EF4-FFF2-40B4-BE49-F238E27FC236}">
                  <a16:creationId xmlns:a16="http://schemas.microsoft.com/office/drawing/2014/main" id="{E5A872CC-3397-BAD9-2DB5-DD75DEDBD0E9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0" name="Input_density__33">
              <a:extLst>
                <a:ext uri="{FF2B5EF4-FFF2-40B4-BE49-F238E27FC236}">
                  <a16:creationId xmlns:a16="http://schemas.microsoft.com/office/drawing/2014/main" id="{206749C5-E619-752D-A4CF-05793DE0999E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1" name="Input_density__34">
              <a:extLst>
                <a:ext uri="{FF2B5EF4-FFF2-40B4-BE49-F238E27FC236}">
                  <a16:creationId xmlns:a16="http://schemas.microsoft.com/office/drawing/2014/main" id="{B6B2F69B-8525-B19D-6F39-99CE65FAC253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2" name="Input_density__35">
              <a:extLst>
                <a:ext uri="{FF2B5EF4-FFF2-40B4-BE49-F238E27FC236}">
                  <a16:creationId xmlns:a16="http://schemas.microsoft.com/office/drawing/2014/main" id="{EAD70D82-3B94-31FA-1718-4592381206B0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3" name="Input_density__36">
              <a:extLst>
                <a:ext uri="{FF2B5EF4-FFF2-40B4-BE49-F238E27FC236}">
                  <a16:creationId xmlns:a16="http://schemas.microsoft.com/office/drawing/2014/main" id="{728CE2F8-2224-B599-AF11-012A6B0AB04C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4" name="Input_density__37">
              <a:extLst>
                <a:ext uri="{FF2B5EF4-FFF2-40B4-BE49-F238E27FC236}">
                  <a16:creationId xmlns:a16="http://schemas.microsoft.com/office/drawing/2014/main" id="{3686CFF4-76D8-D399-6254-D8D147D34D0E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5" name="Input_density__38">
              <a:extLst>
                <a:ext uri="{FF2B5EF4-FFF2-40B4-BE49-F238E27FC236}">
                  <a16:creationId xmlns:a16="http://schemas.microsoft.com/office/drawing/2014/main" id="{5F5D7802-2E5F-35D8-1E3F-1E8F6E00F20B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" name="Input_density__39">
              <a:extLst>
                <a:ext uri="{FF2B5EF4-FFF2-40B4-BE49-F238E27FC236}">
                  <a16:creationId xmlns:a16="http://schemas.microsoft.com/office/drawing/2014/main" id="{259920D8-4570-F396-AC87-1075E053353E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" name="Input_density__40">
              <a:extLst>
                <a:ext uri="{FF2B5EF4-FFF2-40B4-BE49-F238E27FC236}">
                  <a16:creationId xmlns:a16="http://schemas.microsoft.com/office/drawing/2014/main" id="{9CDB0794-08FC-8FB8-347F-9CCD8B4B0217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8" name="Input_density__41">
              <a:extLst>
                <a:ext uri="{FF2B5EF4-FFF2-40B4-BE49-F238E27FC236}">
                  <a16:creationId xmlns:a16="http://schemas.microsoft.com/office/drawing/2014/main" id="{1B43E5A1-1D9C-3F67-E816-A5D9F64BFC3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9" name="Input_density__42">
              <a:extLst>
                <a:ext uri="{FF2B5EF4-FFF2-40B4-BE49-F238E27FC236}">
                  <a16:creationId xmlns:a16="http://schemas.microsoft.com/office/drawing/2014/main" id="{C7669352-8FD9-B6FA-B5C4-F54570AF834A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0" name="Input_density__43">
              <a:extLst>
                <a:ext uri="{FF2B5EF4-FFF2-40B4-BE49-F238E27FC236}">
                  <a16:creationId xmlns:a16="http://schemas.microsoft.com/office/drawing/2014/main" id="{3B3DE706-7052-B47C-4602-681FA0D905D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1" name="Input_density__44">
              <a:extLst>
                <a:ext uri="{FF2B5EF4-FFF2-40B4-BE49-F238E27FC236}">
                  <a16:creationId xmlns:a16="http://schemas.microsoft.com/office/drawing/2014/main" id="{9C46CED1-C695-AFEB-1A3E-D675691ACF3D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2" name="Input_density__45">
              <a:extLst>
                <a:ext uri="{FF2B5EF4-FFF2-40B4-BE49-F238E27FC236}">
                  <a16:creationId xmlns:a16="http://schemas.microsoft.com/office/drawing/2014/main" id="{AF4FA179-B659-2ECF-0A10-E65D437A11D2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3" name="Input_density__46">
              <a:extLst>
                <a:ext uri="{FF2B5EF4-FFF2-40B4-BE49-F238E27FC236}">
                  <a16:creationId xmlns:a16="http://schemas.microsoft.com/office/drawing/2014/main" id="{40CF0AE6-8DA5-31D5-8FAD-9BEBF73AFD33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4" name="Input_density__47">
              <a:extLst>
                <a:ext uri="{FF2B5EF4-FFF2-40B4-BE49-F238E27FC236}">
                  <a16:creationId xmlns:a16="http://schemas.microsoft.com/office/drawing/2014/main" id="{9015A687-6A0B-4ADE-D450-719168634957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5" name="Input_density__48">
              <a:extLst>
                <a:ext uri="{FF2B5EF4-FFF2-40B4-BE49-F238E27FC236}">
                  <a16:creationId xmlns:a16="http://schemas.microsoft.com/office/drawing/2014/main" id="{C4792ADF-3EDD-C26D-C575-3A9A7DDF59B2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6" name="Input_density__49">
              <a:extLst>
                <a:ext uri="{FF2B5EF4-FFF2-40B4-BE49-F238E27FC236}">
                  <a16:creationId xmlns:a16="http://schemas.microsoft.com/office/drawing/2014/main" id="{2D3389CC-F3DE-F896-D980-954FFA7137E9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7" name="Input_density__50">
              <a:extLst>
                <a:ext uri="{FF2B5EF4-FFF2-40B4-BE49-F238E27FC236}">
                  <a16:creationId xmlns:a16="http://schemas.microsoft.com/office/drawing/2014/main" id="{BFBB5AE7-9EA7-3AE7-4247-BDAE153BC5B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8" name="Input_density__51">
              <a:extLst>
                <a:ext uri="{FF2B5EF4-FFF2-40B4-BE49-F238E27FC236}">
                  <a16:creationId xmlns:a16="http://schemas.microsoft.com/office/drawing/2014/main" id="{2BBF45C0-9E0B-AA2C-0C54-DD410082A00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2">
              <a:extLst>
                <a:ext uri="{FF2B5EF4-FFF2-40B4-BE49-F238E27FC236}">
                  <a16:creationId xmlns:a16="http://schemas.microsoft.com/office/drawing/2014/main" id="{5A895081-BD82-97E8-6E1B-2ACFD0156018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0" name="Input_density__53">
              <a:extLst>
                <a:ext uri="{FF2B5EF4-FFF2-40B4-BE49-F238E27FC236}">
                  <a16:creationId xmlns:a16="http://schemas.microsoft.com/office/drawing/2014/main" id="{ADE6E75F-8E3B-0613-BF00-79D10627077B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1" name="Input_density__54">
              <a:extLst>
                <a:ext uri="{FF2B5EF4-FFF2-40B4-BE49-F238E27FC236}">
                  <a16:creationId xmlns:a16="http://schemas.microsoft.com/office/drawing/2014/main" id="{93946A99-B48C-C458-6D82-0F2C64BC0B46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2" name="Input_density__55">
              <a:extLst>
                <a:ext uri="{FF2B5EF4-FFF2-40B4-BE49-F238E27FC236}">
                  <a16:creationId xmlns:a16="http://schemas.microsoft.com/office/drawing/2014/main" id="{850071A9-2A16-A89F-108E-FD3EEEB5B00F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56">
              <a:extLst>
                <a:ext uri="{FF2B5EF4-FFF2-40B4-BE49-F238E27FC236}">
                  <a16:creationId xmlns:a16="http://schemas.microsoft.com/office/drawing/2014/main" id="{D4C5EA03-A0BC-3F9A-1BA4-55DC77CC21D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4" name="Input_density__57">
              <a:extLst>
                <a:ext uri="{FF2B5EF4-FFF2-40B4-BE49-F238E27FC236}">
                  <a16:creationId xmlns:a16="http://schemas.microsoft.com/office/drawing/2014/main" id="{6B89423A-CBEC-A7BF-E4F5-4233BED2A453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5" name="Input_density__58">
              <a:extLst>
                <a:ext uri="{FF2B5EF4-FFF2-40B4-BE49-F238E27FC236}">
                  <a16:creationId xmlns:a16="http://schemas.microsoft.com/office/drawing/2014/main" id="{23317E5B-069C-A0E3-D4A8-177C95DCAE60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59">
              <a:extLst>
                <a:ext uri="{FF2B5EF4-FFF2-40B4-BE49-F238E27FC236}">
                  <a16:creationId xmlns:a16="http://schemas.microsoft.com/office/drawing/2014/main" id="{94181A0C-7579-52B8-E70A-8FCDD88289E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7" name="Input_density__60">
              <a:extLst>
                <a:ext uri="{FF2B5EF4-FFF2-40B4-BE49-F238E27FC236}">
                  <a16:creationId xmlns:a16="http://schemas.microsoft.com/office/drawing/2014/main" id="{9B2C7D74-9AF6-CC3D-00FF-524B7227604D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1">
              <a:extLst>
                <a:ext uri="{FF2B5EF4-FFF2-40B4-BE49-F238E27FC236}">
                  <a16:creationId xmlns:a16="http://schemas.microsoft.com/office/drawing/2014/main" id="{2AC9A595-9C5A-C346-446F-F9CDF839240A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9" name="Input_density__62">
              <a:extLst>
                <a:ext uri="{FF2B5EF4-FFF2-40B4-BE49-F238E27FC236}">
                  <a16:creationId xmlns:a16="http://schemas.microsoft.com/office/drawing/2014/main" id="{8F60C765-41BE-DE8F-E4B9-1CB881975796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3">
              <a:extLst>
                <a:ext uri="{FF2B5EF4-FFF2-40B4-BE49-F238E27FC236}">
                  <a16:creationId xmlns:a16="http://schemas.microsoft.com/office/drawing/2014/main" id="{1E530BCF-D333-AD5F-EFF2-096EF0B2BE09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1" name="Input_density__64">
              <a:extLst>
                <a:ext uri="{FF2B5EF4-FFF2-40B4-BE49-F238E27FC236}">
                  <a16:creationId xmlns:a16="http://schemas.microsoft.com/office/drawing/2014/main" id="{93D1FE46-116E-33E4-EE6E-F54420753768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2" name="Input_density__65">
              <a:extLst>
                <a:ext uri="{FF2B5EF4-FFF2-40B4-BE49-F238E27FC236}">
                  <a16:creationId xmlns:a16="http://schemas.microsoft.com/office/drawing/2014/main" id="{7733269B-B2F0-C393-B1BB-BDFB2DE6891B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3" name="Input_density__66">
              <a:extLst>
                <a:ext uri="{FF2B5EF4-FFF2-40B4-BE49-F238E27FC236}">
                  <a16:creationId xmlns:a16="http://schemas.microsoft.com/office/drawing/2014/main" id="{767AACF2-77CA-AD5D-343F-7104FC617B47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4" name="Input_density__67">
              <a:extLst>
                <a:ext uri="{FF2B5EF4-FFF2-40B4-BE49-F238E27FC236}">
                  <a16:creationId xmlns:a16="http://schemas.microsoft.com/office/drawing/2014/main" id="{1291C2B4-98E9-9B35-0E8A-8BB4ED3BEB22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5" name="Input_density__68">
              <a:extLst>
                <a:ext uri="{FF2B5EF4-FFF2-40B4-BE49-F238E27FC236}">
                  <a16:creationId xmlns:a16="http://schemas.microsoft.com/office/drawing/2014/main" id="{66A70DCE-60D0-CB01-9AE3-D1C4A5D93925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6" name="Input_density__69">
              <a:extLst>
                <a:ext uri="{FF2B5EF4-FFF2-40B4-BE49-F238E27FC236}">
                  <a16:creationId xmlns:a16="http://schemas.microsoft.com/office/drawing/2014/main" id="{8D280FA6-7288-290E-2539-DF73465A5D6A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7" name="Input_density__70">
              <a:extLst>
                <a:ext uri="{FF2B5EF4-FFF2-40B4-BE49-F238E27FC236}">
                  <a16:creationId xmlns:a16="http://schemas.microsoft.com/office/drawing/2014/main" id="{2E8DBDFD-E645-AC5D-C898-3215D38A80CC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8" name="Input_density__71">
              <a:extLst>
                <a:ext uri="{FF2B5EF4-FFF2-40B4-BE49-F238E27FC236}">
                  <a16:creationId xmlns:a16="http://schemas.microsoft.com/office/drawing/2014/main" id="{FCA42705-11F3-CFE3-1869-94660C1BF29E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9" name="Input_density__72">
              <a:extLst>
                <a:ext uri="{FF2B5EF4-FFF2-40B4-BE49-F238E27FC236}">
                  <a16:creationId xmlns:a16="http://schemas.microsoft.com/office/drawing/2014/main" id="{DA34DFE9-71F9-4F83-D6E3-26680B17A4F0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0" name="Input_density__73">
              <a:extLst>
                <a:ext uri="{FF2B5EF4-FFF2-40B4-BE49-F238E27FC236}">
                  <a16:creationId xmlns:a16="http://schemas.microsoft.com/office/drawing/2014/main" id="{7455BB28-1933-130F-D500-C0C8DB774564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1" name="Input_density__74">
              <a:extLst>
                <a:ext uri="{FF2B5EF4-FFF2-40B4-BE49-F238E27FC236}">
                  <a16:creationId xmlns:a16="http://schemas.microsoft.com/office/drawing/2014/main" id="{DF019623-F6F0-98E4-5FB0-CD9B9390A275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2" name="Input_density__75">
              <a:extLst>
                <a:ext uri="{FF2B5EF4-FFF2-40B4-BE49-F238E27FC236}">
                  <a16:creationId xmlns:a16="http://schemas.microsoft.com/office/drawing/2014/main" id="{65F04D8C-24FB-6F9B-5C11-D51D437ABB9C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3" name="Input_density__76">
              <a:extLst>
                <a:ext uri="{FF2B5EF4-FFF2-40B4-BE49-F238E27FC236}">
                  <a16:creationId xmlns:a16="http://schemas.microsoft.com/office/drawing/2014/main" id="{9AF7F09F-9980-3998-5C62-DEB4A240816B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4" name="Input_density__77">
              <a:extLst>
                <a:ext uri="{FF2B5EF4-FFF2-40B4-BE49-F238E27FC236}">
                  <a16:creationId xmlns:a16="http://schemas.microsoft.com/office/drawing/2014/main" id="{95407905-25EA-C1E2-41C7-CD500AAE92A2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5" name="Input_density__78">
              <a:extLst>
                <a:ext uri="{FF2B5EF4-FFF2-40B4-BE49-F238E27FC236}">
                  <a16:creationId xmlns:a16="http://schemas.microsoft.com/office/drawing/2014/main" id="{569CBA57-BEF9-FBFE-C967-DADEDFB18F3B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6" name="Input_density__79">
              <a:extLst>
                <a:ext uri="{FF2B5EF4-FFF2-40B4-BE49-F238E27FC236}">
                  <a16:creationId xmlns:a16="http://schemas.microsoft.com/office/drawing/2014/main" id="{42B37BA5-FB27-AB12-AACC-B407871FE7AA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7" name="Input_density__80">
              <a:extLst>
                <a:ext uri="{FF2B5EF4-FFF2-40B4-BE49-F238E27FC236}">
                  <a16:creationId xmlns:a16="http://schemas.microsoft.com/office/drawing/2014/main" id="{CED429EB-95EF-913B-3FB3-F5C887A020D7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8" name="Input_density__81">
              <a:extLst>
                <a:ext uri="{FF2B5EF4-FFF2-40B4-BE49-F238E27FC236}">
                  <a16:creationId xmlns:a16="http://schemas.microsoft.com/office/drawing/2014/main" id="{092248FF-42BD-6D56-8956-E56CFAB4DA5A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9" name="Input_density__82">
              <a:extLst>
                <a:ext uri="{FF2B5EF4-FFF2-40B4-BE49-F238E27FC236}">
                  <a16:creationId xmlns:a16="http://schemas.microsoft.com/office/drawing/2014/main" id="{B09012E8-703C-1213-720F-8D1719431258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0" name="Input_density__83">
              <a:extLst>
                <a:ext uri="{FF2B5EF4-FFF2-40B4-BE49-F238E27FC236}">
                  <a16:creationId xmlns:a16="http://schemas.microsoft.com/office/drawing/2014/main" id="{18041A75-C286-A6AB-12C5-4650A9E0990E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1" name="Input_density__84">
              <a:extLst>
                <a:ext uri="{FF2B5EF4-FFF2-40B4-BE49-F238E27FC236}">
                  <a16:creationId xmlns:a16="http://schemas.microsoft.com/office/drawing/2014/main" id="{1D70EA3A-0C18-A826-C811-4041DDC85D18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2" name="Input_density__85">
              <a:extLst>
                <a:ext uri="{FF2B5EF4-FFF2-40B4-BE49-F238E27FC236}">
                  <a16:creationId xmlns:a16="http://schemas.microsoft.com/office/drawing/2014/main" id="{5EB0B105-467D-FF2F-265D-BE898D82581C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3" name="Input_density__86">
              <a:extLst>
                <a:ext uri="{FF2B5EF4-FFF2-40B4-BE49-F238E27FC236}">
                  <a16:creationId xmlns:a16="http://schemas.microsoft.com/office/drawing/2014/main" id="{1FFD93F1-09CF-258D-81F4-FDBB30AD13C5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4" name="Input_density__87">
              <a:extLst>
                <a:ext uri="{FF2B5EF4-FFF2-40B4-BE49-F238E27FC236}">
                  <a16:creationId xmlns:a16="http://schemas.microsoft.com/office/drawing/2014/main" id="{B33CF5EE-9FE9-6CC2-7650-578015E0AD0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5" name="Input_density__88">
              <a:extLst>
                <a:ext uri="{FF2B5EF4-FFF2-40B4-BE49-F238E27FC236}">
                  <a16:creationId xmlns:a16="http://schemas.microsoft.com/office/drawing/2014/main" id="{A8F475B7-DC00-9713-4601-A43F6FA3050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6" name="Input_density__89">
              <a:extLst>
                <a:ext uri="{FF2B5EF4-FFF2-40B4-BE49-F238E27FC236}">
                  <a16:creationId xmlns:a16="http://schemas.microsoft.com/office/drawing/2014/main" id="{8663AB49-374E-6399-DCD9-9D20E404DCD3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7" name="Input_density__90">
              <a:extLst>
                <a:ext uri="{FF2B5EF4-FFF2-40B4-BE49-F238E27FC236}">
                  <a16:creationId xmlns:a16="http://schemas.microsoft.com/office/drawing/2014/main" id="{F8ABE24F-F2C7-17A6-F6A7-143521E2F881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1">
              <a:extLst>
                <a:ext uri="{FF2B5EF4-FFF2-40B4-BE49-F238E27FC236}">
                  <a16:creationId xmlns:a16="http://schemas.microsoft.com/office/drawing/2014/main" id="{60511084-F269-EA5F-E6F1-BAB7DFD96FEC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9" name="Input_density__92">
              <a:extLst>
                <a:ext uri="{FF2B5EF4-FFF2-40B4-BE49-F238E27FC236}">
                  <a16:creationId xmlns:a16="http://schemas.microsoft.com/office/drawing/2014/main" id="{F508E23B-CEF0-86C6-7CB8-7A30CC98030B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" name="Input_density__93">
              <a:extLst>
                <a:ext uri="{FF2B5EF4-FFF2-40B4-BE49-F238E27FC236}">
                  <a16:creationId xmlns:a16="http://schemas.microsoft.com/office/drawing/2014/main" id="{CFAC7935-AECC-499D-E300-26C1E9755ADF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1" name="Input_density__94">
              <a:extLst>
                <a:ext uri="{FF2B5EF4-FFF2-40B4-BE49-F238E27FC236}">
                  <a16:creationId xmlns:a16="http://schemas.microsoft.com/office/drawing/2014/main" id="{7ABF5BCB-2BA9-8CE0-8684-CC0075587A2C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2" name="Input_density__95">
              <a:extLst>
                <a:ext uri="{FF2B5EF4-FFF2-40B4-BE49-F238E27FC236}">
                  <a16:creationId xmlns:a16="http://schemas.microsoft.com/office/drawing/2014/main" id="{FA1E4EFE-7008-1BB8-ED88-F6A10F8AFB61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3" name="Input_density__96">
              <a:extLst>
                <a:ext uri="{FF2B5EF4-FFF2-40B4-BE49-F238E27FC236}">
                  <a16:creationId xmlns:a16="http://schemas.microsoft.com/office/drawing/2014/main" id="{7A225B59-70B4-A366-193F-46B5511B5F90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4" name="Input_density__97">
              <a:extLst>
                <a:ext uri="{FF2B5EF4-FFF2-40B4-BE49-F238E27FC236}">
                  <a16:creationId xmlns:a16="http://schemas.microsoft.com/office/drawing/2014/main" id="{DC18CA44-490F-BDC4-92C4-5866B0409526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98">
              <a:extLst>
                <a:ext uri="{FF2B5EF4-FFF2-40B4-BE49-F238E27FC236}">
                  <a16:creationId xmlns:a16="http://schemas.microsoft.com/office/drawing/2014/main" id="{14054F15-CD66-481E-8355-ADECFD757A68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6" name="Input_density__99">
              <a:extLst>
                <a:ext uri="{FF2B5EF4-FFF2-40B4-BE49-F238E27FC236}">
                  <a16:creationId xmlns:a16="http://schemas.microsoft.com/office/drawing/2014/main" id="{EAA3C8F7-F579-3904-AB6B-6ABDF469E31B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7" name="Input_density__100">
              <a:extLst>
                <a:ext uri="{FF2B5EF4-FFF2-40B4-BE49-F238E27FC236}">
                  <a16:creationId xmlns:a16="http://schemas.microsoft.com/office/drawing/2014/main" id="{F6342B04-AF0E-B78D-0730-928F3B64C197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8" name="Input_density__101">
              <a:extLst>
                <a:ext uri="{FF2B5EF4-FFF2-40B4-BE49-F238E27FC236}">
                  <a16:creationId xmlns:a16="http://schemas.microsoft.com/office/drawing/2014/main" id="{64F00443-2EE2-4480-ABA8-09CC2527B47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9" name="Input_density__102">
              <a:extLst>
                <a:ext uri="{FF2B5EF4-FFF2-40B4-BE49-F238E27FC236}">
                  <a16:creationId xmlns:a16="http://schemas.microsoft.com/office/drawing/2014/main" id="{ACF4EFEC-BAF7-7B41-D870-5CCB8558A197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0" name="Input_density__103">
              <a:extLst>
                <a:ext uri="{FF2B5EF4-FFF2-40B4-BE49-F238E27FC236}">
                  <a16:creationId xmlns:a16="http://schemas.microsoft.com/office/drawing/2014/main" id="{04C6C63A-D4DC-D8C4-ED60-10E5413B7FB2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1" name="Input_density__104">
              <a:extLst>
                <a:ext uri="{FF2B5EF4-FFF2-40B4-BE49-F238E27FC236}">
                  <a16:creationId xmlns:a16="http://schemas.microsoft.com/office/drawing/2014/main" id="{A71CAC46-6969-E5F1-5D98-0659665C4341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2" name="Input_density__105">
              <a:extLst>
                <a:ext uri="{FF2B5EF4-FFF2-40B4-BE49-F238E27FC236}">
                  <a16:creationId xmlns:a16="http://schemas.microsoft.com/office/drawing/2014/main" id="{F90F3724-5572-F300-28ED-22A2603EA02B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3" name="Input_density__106">
              <a:extLst>
                <a:ext uri="{FF2B5EF4-FFF2-40B4-BE49-F238E27FC236}">
                  <a16:creationId xmlns:a16="http://schemas.microsoft.com/office/drawing/2014/main" id="{A2FB4DB8-5163-CCD3-13C6-ADCDCBCADFFA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4" name="Input_density__107">
              <a:extLst>
                <a:ext uri="{FF2B5EF4-FFF2-40B4-BE49-F238E27FC236}">
                  <a16:creationId xmlns:a16="http://schemas.microsoft.com/office/drawing/2014/main" id="{63B38A47-717E-BBF8-4A43-F9A27C50ADE0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5" name="Input_density__108">
              <a:extLst>
                <a:ext uri="{FF2B5EF4-FFF2-40B4-BE49-F238E27FC236}">
                  <a16:creationId xmlns:a16="http://schemas.microsoft.com/office/drawing/2014/main" id="{73934BDB-D653-38E6-E614-54BD7FF930E4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09">
              <a:extLst>
                <a:ext uri="{FF2B5EF4-FFF2-40B4-BE49-F238E27FC236}">
                  <a16:creationId xmlns:a16="http://schemas.microsoft.com/office/drawing/2014/main" id="{BEB2E13E-B6E2-3D0D-F9ED-28E4B45F9708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7" name="Input_density__110">
              <a:extLst>
                <a:ext uri="{FF2B5EF4-FFF2-40B4-BE49-F238E27FC236}">
                  <a16:creationId xmlns:a16="http://schemas.microsoft.com/office/drawing/2014/main" id="{352F5F57-D952-AECC-DE14-FF774FAEEEBE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8" name="Input_density__111">
              <a:extLst>
                <a:ext uri="{FF2B5EF4-FFF2-40B4-BE49-F238E27FC236}">
                  <a16:creationId xmlns:a16="http://schemas.microsoft.com/office/drawing/2014/main" id="{8B1A874D-6F25-7F07-1262-2D8029BA607F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9" name="Input_density__112">
              <a:extLst>
                <a:ext uri="{FF2B5EF4-FFF2-40B4-BE49-F238E27FC236}">
                  <a16:creationId xmlns:a16="http://schemas.microsoft.com/office/drawing/2014/main" id="{DE4988CA-5289-6B0E-9A07-502839F5F52B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0" name="Input_density__113">
              <a:extLst>
                <a:ext uri="{FF2B5EF4-FFF2-40B4-BE49-F238E27FC236}">
                  <a16:creationId xmlns:a16="http://schemas.microsoft.com/office/drawing/2014/main" id="{973C9601-8CEA-82A2-ADD1-CB429CDC5B9C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21" name="Input_density__114">
              <a:extLst>
                <a:ext uri="{FF2B5EF4-FFF2-40B4-BE49-F238E27FC236}">
                  <a16:creationId xmlns:a16="http://schemas.microsoft.com/office/drawing/2014/main" id="{12B2A437-D156-3D26-E7E5-9F6D3BCA8264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2" name="Input_density__115">
              <a:extLst>
                <a:ext uri="{FF2B5EF4-FFF2-40B4-BE49-F238E27FC236}">
                  <a16:creationId xmlns:a16="http://schemas.microsoft.com/office/drawing/2014/main" id="{ECD7E0C7-3CDA-90B4-CA60-E52AB808E315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3" name="Input_density__116">
              <a:extLst>
                <a:ext uri="{FF2B5EF4-FFF2-40B4-BE49-F238E27FC236}">
                  <a16:creationId xmlns:a16="http://schemas.microsoft.com/office/drawing/2014/main" id="{6F2EAF0A-CD5E-9E1F-D2FA-C3D5987F7405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4" name="Input_density__117">
              <a:extLst>
                <a:ext uri="{FF2B5EF4-FFF2-40B4-BE49-F238E27FC236}">
                  <a16:creationId xmlns:a16="http://schemas.microsoft.com/office/drawing/2014/main" id="{73BDB47B-8C43-0E95-5A9C-1C0E399E4218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5" name="Input_density__118">
              <a:extLst>
                <a:ext uri="{FF2B5EF4-FFF2-40B4-BE49-F238E27FC236}">
                  <a16:creationId xmlns:a16="http://schemas.microsoft.com/office/drawing/2014/main" id="{DDE979E2-4576-77F1-6056-8535270A180A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6" name="Input_density__119">
              <a:extLst>
                <a:ext uri="{FF2B5EF4-FFF2-40B4-BE49-F238E27FC236}">
                  <a16:creationId xmlns:a16="http://schemas.microsoft.com/office/drawing/2014/main" id="{190B8967-5467-B56E-1A39-C3186E8FB4CF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7" name="Input_density__120">
              <a:extLst>
                <a:ext uri="{FF2B5EF4-FFF2-40B4-BE49-F238E27FC236}">
                  <a16:creationId xmlns:a16="http://schemas.microsoft.com/office/drawing/2014/main" id="{C512CEA4-AB1D-0C79-B2E2-2BB61C8889CE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8" name="Input_density__121">
              <a:extLst>
                <a:ext uri="{FF2B5EF4-FFF2-40B4-BE49-F238E27FC236}">
                  <a16:creationId xmlns:a16="http://schemas.microsoft.com/office/drawing/2014/main" id="{DE885EA8-37DE-63BD-8066-FB3FB4AA9037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9" name="Input_density__122">
              <a:extLst>
                <a:ext uri="{FF2B5EF4-FFF2-40B4-BE49-F238E27FC236}">
                  <a16:creationId xmlns:a16="http://schemas.microsoft.com/office/drawing/2014/main" id="{C8D25C3A-CF27-4F47-6C15-EC205B255FD7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0" name="Input_density__123">
              <a:extLst>
                <a:ext uri="{FF2B5EF4-FFF2-40B4-BE49-F238E27FC236}">
                  <a16:creationId xmlns:a16="http://schemas.microsoft.com/office/drawing/2014/main" id="{FBA78241-15D7-5BF0-BFD8-A94B3E2D687A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1" name="Input_density__124">
              <a:extLst>
                <a:ext uri="{FF2B5EF4-FFF2-40B4-BE49-F238E27FC236}">
                  <a16:creationId xmlns:a16="http://schemas.microsoft.com/office/drawing/2014/main" id="{59CA2CEA-A1E7-9BBF-812D-ADA2906AD174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2" name="Input_density__125">
              <a:extLst>
                <a:ext uri="{FF2B5EF4-FFF2-40B4-BE49-F238E27FC236}">
                  <a16:creationId xmlns:a16="http://schemas.microsoft.com/office/drawing/2014/main" id="{0D06F070-FB15-CE7C-F3E4-87E3A202B447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3" name="Input_density__126">
              <a:extLst>
                <a:ext uri="{FF2B5EF4-FFF2-40B4-BE49-F238E27FC236}">
                  <a16:creationId xmlns:a16="http://schemas.microsoft.com/office/drawing/2014/main" id="{2BF8201E-78FF-CDDF-ABFD-0B246B156A83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27">
              <a:extLst>
                <a:ext uri="{FF2B5EF4-FFF2-40B4-BE49-F238E27FC236}">
                  <a16:creationId xmlns:a16="http://schemas.microsoft.com/office/drawing/2014/main" id="{47D4A65C-F7DB-237F-1CCC-A430C08FFE00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28">
              <a:extLst>
                <a:ext uri="{FF2B5EF4-FFF2-40B4-BE49-F238E27FC236}">
                  <a16:creationId xmlns:a16="http://schemas.microsoft.com/office/drawing/2014/main" id="{0FAD879A-3BB9-282C-1A1D-8F78FB52DFE2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6" name="Input_density__129">
              <a:extLst>
                <a:ext uri="{FF2B5EF4-FFF2-40B4-BE49-F238E27FC236}">
                  <a16:creationId xmlns:a16="http://schemas.microsoft.com/office/drawing/2014/main" id="{7630EB97-D2F4-AF62-7AEA-A7AD56D808DD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0">
              <a:extLst>
                <a:ext uri="{FF2B5EF4-FFF2-40B4-BE49-F238E27FC236}">
                  <a16:creationId xmlns:a16="http://schemas.microsoft.com/office/drawing/2014/main" id="{C0B40777-0C49-8E3B-CC6A-B3D0A11E017D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8" name="Input_density__131">
              <a:extLst>
                <a:ext uri="{FF2B5EF4-FFF2-40B4-BE49-F238E27FC236}">
                  <a16:creationId xmlns:a16="http://schemas.microsoft.com/office/drawing/2014/main" id="{27DDC267-708A-5DD9-065F-1A8C459DF919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9" name="Input_density__132">
              <a:extLst>
                <a:ext uri="{FF2B5EF4-FFF2-40B4-BE49-F238E27FC236}">
                  <a16:creationId xmlns:a16="http://schemas.microsoft.com/office/drawing/2014/main" id="{1FD8A0C4-6EC3-4C0A-82BF-EC387E65ADE8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0" name="Input_density__133">
              <a:extLst>
                <a:ext uri="{FF2B5EF4-FFF2-40B4-BE49-F238E27FC236}">
                  <a16:creationId xmlns:a16="http://schemas.microsoft.com/office/drawing/2014/main" id="{6EDAD853-DDBE-3075-EE09-2182EAE736CA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34">
              <a:extLst>
                <a:ext uri="{FF2B5EF4-FFF2-40B4-BE49-F238E27FC236}">
                  <a16:creationId xmlns:a16="http://schemas.microsoft.com/office/drawing/2014/main" id="{2287E192-6D13-144C-5137-2604E366F412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35">
              <a:extLst>
                <a:ext uri="{FF2B5EF4-FFF2-40B4-BE49-F238E27FC236}">
                  <a16:creationId xmlns:a16="http://schemas.microsoft.com/office/drawing/2014/main" id="{4B4A8B2A-81BC-C27D-5C94-F95C4CD8BE5C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3" name="Input_density__136">
              <a:extLst>
                <a:ext uri="{FF2B5EF4-FFF2-40B4-BE49-F238E27FC236}">
                  <a16:creationId xmlns:a16="http://schemas.microsoft.com/office/drawing/2014/main" id="{73DA9502-FF42-F837-9CF6-2EF4907291C8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4" name="Input_density__137">
              <a:extLst>
                <a:ext uri="{FF2B5EF4-FFF2-40B4-BE49-F238E27FC236}">
                  <a16:creationId xmlns:a16="http://schemas.microsoft.com/office/drawing/2014/main" id="{99411256-3D29-EEBC-1349-CFE68758D24D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5" name="Input_density__138">
              <a:extLst>
                <a:ext uri="{FF2B5EF4-FFF2-40B4-BE49-F238E27FC236}">
                  <a16:creationId xmlns:a16="http://schemas.microsoft.com/office/drawing/2014/main" id="{0303824D-BDE2-CB23-2A8C-7C868C96B05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6" name="Input_density__139">
              <a:extLst>
                <a:ext uri="{FF2B5EF4-FFF2-40B4-BE49-F238E27FC236}">
                  <a16:creationId xmlns:a16="http://schemas.microsoft.com/office/drawing/2014/main" id="{345FBFA6-4B44-55FB-2D8F-26E7CAC2B3A2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7" name="Input_density__140">
              <a:extLst>
                <a:ext uri="{FF2B5EF4-FFF2-40B4-BE49-F238E27FC236}">
                  <a16:creationId xmlns:a16="http://schemas.microsoft.com/office/drawing/2014/main" id="{C901A501-0CCC-C3A1-4E58-FCA644DC2EEB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8" name="Input_density__141">
              <a:extLst>
                <a:ext uri="{FF2B5EF4-FFF2-40B4-BE49-F238E27FC236}">
                  <a16:creationId xmlns:a16="http://schemas.microsoft.com/office/drawing/2014/main" id="{EEFD5A9F-0202-4106-8178-05F6455E27B3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9" name="Input_density__142">
              <a:extLst>
                <a:ext uri="{FF2B5EF4-FFF2-40B4-BE49-F238E27FC236}">
                  <a16:creationId xmlns:a16="http://schemas.microsoft.com/office/drawing/2014/main" id="{69D36082-B003-38F4-2788-E324353038E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0" name="Input_density__143">
              <a:extLst>
                <a:ext uri="{FF2B5EF4-FFF2-40B4-BE49-F238E27FC236}">
                  <a16:creationId xmlns:a16="http://schemas.microsoft.com/office/drawing/2014/main" id="{697A5856-54F2-8D71-470A-B1B117930A6A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1" name="Input_density__144">
              <a:extLst>
                <a:ext uri="{FF2B5EF4-FFF2-40B4-BE49-F238E27FC236}">
                  <a16:creationId xmlns:a16="http://schemas.microsoft.com/office/drawing/2014/main" id="{1E41D80A-0705-9533-C5DC-00BBAF2D279E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45">
              <a:extLst>
                <a:ext uri="{FF2B5EF4-FFF2-40B4-BE49-F238E27FC236}">
                  <a16:creationId xmlns:a16="http://schemas.microsoft.com/office/drawing/2014/main" id="{66C570AE-A95A-3882-53E8-9ECB80666A4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46">
              <a:extLst>
                <a:ext uri="{FF2B5EF4-FFF2-40B4-BE49-F238E27FC236}">
                  <a16:creationId xmlns:a16="http://schemas.microsoft.com/office/drawing/2014/main" id="{92B54D94-E573-2885-2D55-585339DAC4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47">
              <a:extLst>
                <a:ext uri="{FF2B5EF4-FFF2-40B4-BE49-F238E27FC236}">
                  <a16:creationId xmlns:a16="http://schemas.microsoft.com/office/drawing/2014/main" id="{5B39A249-F4A6-2C9F-DBC8-F659DBF28AED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5" name="Input_density__148">
              <a:extLst>
                <a:ext uri="{FF2B5EF4-FFF2-40B4-BE49-F238E27FC236}">
                  <a16:creationId xmlns:a16="http://schemas.microsoft.com/office/drawing/2014/main" id="{1D8E80A8-47F3-A6C1-883D-79498D380064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6" name="Input_density__149">
              <a:extLst>
                <a:ext uri="{FF2B5EF4-FFF2-40B4-BE49-F238E27FC236}">
                  <a16:creationId xmlns:a16="http://schemas.microsoft.com/office/drawing/2014/main" id="{688F7761-A2E4-8FBD-58C3-E05D29C1DE05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7" name="Input_density__150">
              <a:extLst>
                <a:ext uri="{FF2B5EF4-FFF2-40B4-BE49-F238E27FC236}">
                  <a16:creationId xmlns:a16="http://schemas.microsoft.com/office/drawing/2014/main" id="{F9E8399D-6BBC-EF53-6A23-58A67B418FFD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8" name="Input_density__151">
              <a:extLst>
                <a:ext uri="{FF2B5EF4-FFF2-40B4-BE49-F238E27FC236}">
                  <a16:creationId xmlns:a16="http://schemas.microsoft.com/office/drawing/2014/main" id="{41CDAE01-D123-2EC1-6666-6F1F5B9AC81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9" name="Input_density__152">
              <a:extLst>
                <a:ext uri="{FF2B5EF4-FFF2-40B4-BE49-F238E27FC236}">
                  <a16:creationId xmlns:a16="http://schemas.microsoft.com/office/drawing/2014/main" id="{A4F25043-E4D8-B04C-773A-BEEB90FD3424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0" name="Input_density__153">
              <a:extLst>
                <a:ext uri="{FF2B5EF4-FFF2-40B4-BE49-F238E27FC236}">
                  <a16:creationId xmlns:a16="http://schemas.microsoft.com/office/drawing/2014/main" id="{F35ABE4E-B2F8-E85A-C9F0-0480974C1297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1" name="Input_density__154">
              <a:extLst>
                <a:ext uri="{FF2B5EF4-FFF2-40B4-BE49-F238E27FC236}">
                  <a16:creationId xmlns:a16="http://schemas.microsoft.com/office/drawing/2014/main" id="{ACB71393-B918-D425-57FD-5CC8FEA8577B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2" name="Input_density__155">
              <a:extLst>
                <a:ext uri="{FF2B5EF4-FFF2-40B4-BE49-F238E27FC236}">
                  <a16:creationId xmlns:a16="http://schemas.microsoft.com/office/drawing/2014/main" id="{FE4DFF2E-DE14-2FE5-3AFC-ABB9F346EE49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3" name="Input_density__156">
              <a:extLst>
                <a:ext uri="{FF2B5EF4-FFF2-40B4-BE49-F238E27FC236}">
                  <a16:creationId xmlns:a16="http://schemas.microsoft.com/office/drawing/2014/main" id="{3203765B-8875-B100-9537-3C6B31205A4C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4" name="Input_density__157">
              <a:extLst>
                <a:ext uri="{FF2B5EF4-FFF2-40B4-BE49-F238E27FC236}">
                  <a16:creationId xmlns:a16="http://schemas.microsoft.com/office/drawing/2014/main" id="{2850BCE0-18AA-6A0A-52E1-096EFEAA80C0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5" name="Input_density__158">
              <a:extLst>
                <a:ext uri="{FF2B5EF4-FFF2-40B4-BE49-F238E27FC236}">
                  <a16:creationId xmlns:a16="http://schemas.microsoft.com/office/drawing/2014/main" id="{48F08A89-93E1-185B-F388-734817143520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6" name="Input_density__159">
              <a:extLst>
                <a:ext uri="{FF2B5EF4-FFF2-40B4-BE49-F238E27FC236}">
                  <a16:creationId xmlns:a16="http://schemas.microsoft.com/office/drawing/2014/main" id="{7DF2C34B-71AD-F8D2-E5B8-B7652E8364E9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7" name="Input_density__160">
              <a:extLst>
                <a:ext uri="{FF2B5EF4-FFF2-40B4-BE49-F238E27FC236}">
                  <a16:creationId xmlns:a16="http://schemas.microsoft.com/office/drawing/2014/main" id="{52B621BF-761A-0018-2968-351BD95527BA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1">
              <a:extLst>
                <a:ext uri="{FF2B5EF4-FFF2-40B4-BE49-F238E27FC236}">
                  <a16:creationId xmlns:a16="http://schemas.microsoft.com/office/drawing/2014/main" id="{B949FE3F-3F1A-7868-D961-879A316A3B4F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9" name="Input_density__162">
              <a:extLst>
                <a:ext uri="{FF2B5EF4-FFF2-40B4-BE49-F238E27FC236}">
                  <a16:creationId xmlns:a16="http://schemas.microsoft.com/office/drawing/2014/main" id="{CC67A110-CB6B-D995-2071-AD043F11CE72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0" name="Input_density__163">
              <a:extLst>
                <a:ext uri="{FF2B5EF4-FFF2-40B4-BE49-F238E27FC236}">
                  <a16:creationId xmlns:a16="http://schemas.microsoft.com/office/drawing/2014/main" id="{E3CAD3CE-FBEC-2D0D-204E-1E4380E69D85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1" name="Input_density__164">
              <a:extLst>
                <a:ext uri="{FF2B5EF4-FFF2-40B4-BE49-F238E27FC236}">
                  <a16:creationId xmlns:a16="http://schemas.microsoft.com/office/drawing/2014/main" id="{A9C18767-F244-E686-8CB8-6D713CCFCF0D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2" name="Input_density__165">
              <a:extLst>
                <a:ext uri="{FF2B5EF4-FFF2-40B4-BE49-F238E27FC236}">
                  <a16:creationId xmlns:a16="http://schemas.microsoft.com/office/drawing/2014/main" id="{DA2E6033-F800-1188-2CE2-4AF21884503F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73" name="Input_density__166">
              <a:extLst>
                <a:ext uri="{FF2B5EF4-FFF2-40B4-BE49-F238E27FC236}">
                  <a16:creationId xmlns:a16="http://schemas.microsoft.com/office/drawing/2014/main" id="{57DD788E-CDA5-9EFD-722B-54493EBC9AD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4" name="Input_density__167">
              <a:extLst>
                <a:ext uri="{FF2B5EF4-FFF2-40B4-BE49-F238E27FC236}">
                  <a16:creationId xmlns:a16="http://schemas.microsoft.com/office/drawing/2014/main" id="{0E5550AD-5C1F-1BAA-0AD2-AFC610742106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5" name="Input_density__168">
              <a:extLst>
                <a:ext uri="{FF2B5EF4-FFF2-40B4-BE49-F238E27FC236}">
                  <a16:creationId xmlns:a16="http://schemas.microsoft.com/office/drawing/2014/main" id="{7B0B13EA-6CFF-D576-06C6-0F1ED62F7E20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6" name="Input_density__169">
              <a:extLst>
                <a:ext uri="{FF2B5EF4-FFF2-40B4-BE49-F238E27FC236}">
                  <a16:creationId xmlns:a16="http://schemas.microsoft.com/office/drawing/2014/main" id="{8400D2C2-1AB4-F811-B23E-CD9F268505DF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7" name="Input_density__170">
              <a:extLst>
                <a:ext uri="{FF2B5EF4-FFF2-40B4-BE49-F238E27FC236}">
                  <a16:creationId xmlns:a16="http://schemas.microsoft.com/office/drawing/2014/main" id="{83F94162-B378-D01F-2E7B-AAEBBF50E483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8" name="Input_density__171">
              <a:extLst>
                <a:ext uri="{FF2B5EF4-FFF2-40B4-BE49-F238E27FC236}">
                  <a16:creationId xmlns:a16="http://schemas.microsoft.com/office/drawing/2014/main" id="{215952AA-122A-57E3-FB62-B69AA620C7A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2">
              <a:extLst>
                <a:ext uri="{FF2B5EF4-FFF2-40B4-BE49-F238E27FC236}">
                  <a16:creationId xmlns:a16="http://schemas.microsoft.com/office/drawing/2014/main" id="{5C4C4359-2F87-075D-A22E-998526BC47AA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3">
              <a:extLst>
                <a:ext uri="{FF2B5EF4-FFF2-40B4-BE49-F238E27FC236}">
                  <a16:creationId xmlns:a16="http://schemas.microsoft.com/office/drawing/2014/main" id="{4AC2C282-4A8D-6D41-EB60-EB5868C733BA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1" name="Input_density__174">
              <a:extLst>
                <a:ext uri="{FF2B5EF4-FFF2-40B4-BE49-F238E27FC236}">
                  <a16:creationId xmlns:a16="http://schemas.microsoft.com/office/drawing/2014/main" id="{FAFDB8D4-97F6-8031-27E0-C85ACD50CBA8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2" name="Input_density__175">
              <a:extLst>
                <a:ext uri="{FF2B5EF4-FFF2-40B4-BE49-F238E27FC236}">
                  <a16:creationId xmlns:a16="http://schemas.microsoft.com/office/drawing/2014/main" id="{572D01DD-361C-5F88-57F8-375D99803301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3" name="Input_density__176">
              <a:extLst>
                <a:ext uri="{FF2B5EF4-FFF2-40B4-BE49-F238E27FC236}">
                  <a16:creationId xmlns:a16="http://schemas.microsoft.com/office/drawing/2014/main" id="{2D1D01C3-071B-71AE-40A8-89818E3F739D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4" name="Input_density__177">
              <a:extLst>
                <a:ext uri="{FF2B5EF4-FFF2-40B4-BE49-F238E27FC236}">
                  <a16:creationId xmlns:a16="http://schemas.microsoft.com/office/drawing/2014/main" id="{80798846-B649-4D92-70C9-6F7559AECE19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5" name="Input_density__178">
              <a:extLst>
                <a:ext uri="{FF2B5EF4-FFF2-40B4-BE49-F238E27FC236}">
                  <a16:creationId xmlns:a16="http://schemas.microsoft.com/office/drawing/2014/main" id="{D19203E0-5C77-EEBC-F1F1-FE02E5274A74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6" name="Input_density__179">
              <a:extLst>
                <a:ext uri="{FF2B5EF4-FFF2-40B4-BE49-F238E27FC236}">
                  <a16:creationId xmlns:a16="http://schemas.microsoft.com/office/drawing/2014/main" id="{82DE7B4E-0142-5FFB-7FDC-81D1937611F2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7" name="Input_density__180">
              <a:extLst>
                <a:ext uri="{FF2B5EF4-FFF2-40B4-BE49-F238E27FC236}">
                  <a16:creationId xmlns:a16="http://schemas.microsoft.com/office/drawing/2014/main" id="{958C10C5-A1FC-0A17-04D7-832697C6EA65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8" name="Input_density__181">
              <a:extLst>
                <a:ext uri="{FF2B5EF4-FFF2-40B4-BE49-F238E27FC236}">
                  <a16:creationId xmlns:a16="http://schemas.microsoft.com/office/drawing/2014/main" id="{32FB0234-F045-EA99-6FC2-E227181B3E5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2">
              <a:extLst>
                <a:ext uri="{FF2B5EF4-FFF2-40B4-BE49-F238E27FC236}">
                  <a16:creationId xmlns:a16="http://schemas.microsoft.com/office/drawing/2014/main" id="{89323959-5B17-103F-CC23-51C596208FB0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3">
              <a:extLst>
                <a:ext uri="{FF2B5EF4-FFF2-40B4-BE49-F238E27FC236}">
                  <a16:creationId xmlns:a16="http://schemas.microsoft.com/office/drawing/2014/main" id="{06B86F2D-C8F6-B5E5-8159-70567B8067EB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84">
              <a:extLst>
                <a:ext uri="{FF2B5EF4-FFF2-40B4-BE49-F238E27FC236}">
                  <a16:creationId xmlns:a16="http://schemas.microsoft.com/office/drawing/2014/main" id="{BD17BB3F-43E2-3294-9555-BA428340E30D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2" name="Input_density__185">
              <a:extLst>
                <a:ext uri="{FF2B5EF4-FFF2-40B4-BE49-F238E27FC236}">
                  <a16:creationId xmlns:a16="http://schemas.microsoft.com/office/drawing/2014/main" id="{28C340E6-A8A2-B2DF-1AF7-1B2CF4E9B04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3" name="Input_density__186">
              <a:extLst>
                <a:ext uri="{FF2B5EF4-FFF2-40B4-BE49-F238E27FC236}">
                  <a16:creationId xmlns:a16="http://schemas.microsoft.com/office/drawing/2014/main" id="{7CC26DFD-0873-3EE2-4C4B-9C4F3E27BB83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4" name="Input_density__187">
              <a:extLst>
                <a:ext uri="{FF2B5EF4-FFF2-40B4-BE49-F238E27FC236}">
                  <a16:creationId xmlns:a16="http://schemas.microsoft.com/office/drawing/2014/main" id="{514F0AFC-C990-7587-7F14-EAE40E9B04D0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5" name="Input_density__188">
              <a:extLst>
                <a:ext uri="{FF2B5EF4-FFF2-40B4-BE49-F238E27FC236}">
                  <a16:creationId xmlns:a16="http://schemas.microsoft.com/office/drawing/2014/main" id="{427332ED-6701-813D-9F32-AB6A7EF189C5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6" name="Input_density__189">
              <a:extLst>
                <a:ext uri="{FF2B5EF4-FFF2-40B4-BE49-F238E27FC236}">
                  <a16:creationId xmlns:a16="http://schemas.microsoft.com/office/drawing/2014/main" id="{78FED795-F60F-1B13-7972-DEC67BB0B7BE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7" name="Input_density__190">
              <a:extLst>
                <a:ext uri="{FF2B5EF4-FFF2-40B4-BE49-F238E27FC236}">
                  <a16:creationId xmlns:a16="http://schemas.microsoft.com/office/drawing/2014/main" id="{A896E6BD-06AB-AC5D-3357-8F5108B170DD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8" name="Input_density__191">
              <a:extLst>
                <a:ext uri="{FF2B5EF4-FFF2-40B4-BE49-F238E27FC236}">
                  <a16:creationId xmlns:a16="http://schemas.microsoft.com/office/drawing/2014/main" id="{BFE5F93C-819A-5572-E60E-B020452BE09A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9" name="Input_density__192">
              <a:extLst>
                <a:ext uri="{FF2B5EF4-FFF2-40B4-BE49-F238E27FC236}">
                  <a16:creationId xmlns:a16="http://schemas.microsoft.com/office/drawing/2014/main" id="{3D3E8B3E-C253-99DF-C99C-D27633285DC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0" name="Input_density__193">
              <a:extLst>
                <a:ext uri="{FF2B5EF4-FFF2-40B4-BE49-F238E27FC236}">
                  <a16:creationId xmlns:a16="http://schemas.microsoft.com/office/drawing/2014/main" id="{95EE7285-EBD4-BC13-81FE-442D06A4F412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194">
              <a:extLst>
                <a:ext uri="{FF2B5EF4-FFF2-40B4-BE49-F238E27FC236}">
                  <a16:creationId xmlns:a16="http://schemas.microsoft.com/office/drawing/2014/main" id="{66C3EA5B-7E8C-FCE7-246D-FB69E197E070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2" name="Input_density__195">
              <a:extLst>
                <a:ext uri="{FF2B5EF4-FFF2-40B4-BE49-F238E27FC236}">
                  <a16:creationId xmlns:a16="http://schemas.microsoft.com/office/drawing/2014/main" id="{08960C3E-22E5-8785-9F89-6EEE72676C0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3" name="Input_density__196">
              <a:extLst>
                <a:ext uri="{FF2B5EF4-FFF2-40B4-BE49-F238E27FC236}">
                  <a16:creationId xmlns:a16="http://schemas.microsoft.com/office/drawing/2014/main" id="{5CCB4188-71C0-F351-23D9-E96F9CB4FC3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4" name="Input_density__197">
              <a:extLst>
                <a:ext uri="{FF2B5EF4-FFF2-40B4-BE49-F238E27FC236}">
                  <a16:creationId xmlns:a16="http://schemas.microsoft.com/office/drawing/2014/main" id="{F07A2A6B-2FEE-4F3D-38FE-59EA84A00C0F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5" name="Input_density__198">
              <a:extLst>
                <a:ext uri="{FF2B5EF4-FFF2-40B4-BE49-F238E27FC236}">
                  <a16:creationId xmlns:a16="http://schemas.microsoft.com/office/drawing/2014/main" id="{F21DF109-A7CE-D945-291A-865C49E49463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6" name="Input_density__199">
              <a:extLst>
                <a:ext uri="{FF2B5EF4-FFF2-40B4-BE49-F238E27FC236}">
                  <a16:creationId xmlns:a16="http://schemas.microsoft.com/office/drawing/2014/main" id="{49C516E6-E413-DE19-D971-68284EA970CF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7" name="Input_density__200">
              <a:extLst>
                <a:ext uri="{FF2B5EF4-FFF2-40B4-BE49-F238E27FC236}">
                  <a16:creationId xmlns:a16="http://schemas.microsoft.com/office/drawing/2014/main" id="{846C7A82-6747-EC1A-72FF-2E40F50E2E92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1">
              <a:extLst>
                <a:ext uri="{FF2B5EF4-FFF2-40B4-BE49-F238E27FC236}">
                  <a16:creationId xmlns:a16="http://schemas.microsoft.com/office/drawing/2014/main" id="{912AF239-D699-1FCA-432C-DD7A1DE91A4C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9" name="Input_density__202">
              <a:extLst>
                <a:ext uri="{FF2B5EF4-FFF2-40B4-BE49-F238E27FC236}">
                  <a16:creationId xmlns:a16="http://schemas.microsoft.com/office/drawing/2014/main" id="{6806A3B6-8776-66D2-AF07-A3C747E63B72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0" name="Input_density__203">
              <a:extLst>
                <a:ext uri="{FF2B5EF4-FFF2-40B4-BE49-F238E27FC236}">
                  <a16:creationId xmlns:a16="http://schemas.microsoft.com/office/drawing/2014/main" id="{C7091E52-3200-0066-3C31-089793CF56D0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1" name="Input_density__204">
              <a:extLst>
                <a:ext uri="{FF2B5EF4-FFF2-40B4-BE49-F238E27FC236}">
                  <a16:creationId xmlns:a16="http://schemas.microsoft.com/office/drawing/2014/main" id="{A0EA0FB2-FEBB-1B65-65D3-7F901F989E46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2" name="Input_density__205">
              <a:extLst>
                <a:ext uri="{FF2B5EF4-FFF2-40B4-BE49-F238E27FC236}">
                  <a16:creationId xmlns:a16="http://schemas.microsoft.com/office/drawing/2014/main" id="{B107F561-6169-901A-15F4-435644AA5CCE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3" name="Input_density__206">
              <a:extLst>
                <a:ext uri="{FF2B5EF4-FFF2-40B4-BE49-F238E27FC236}">
                  <a16:creationId xmlns:a16="http://schemas.microsoft.com/office/drawing/2014/main" id="{16E54AB9-A87B-324B-EA7F-50161B67E214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4" name="Input_density__207">
              <a:extLst>
                <a:ext uri="{FF2B5EF4-FFF2-40B4-BE49-F238E27FC236}">
                  <a16:creationId xmlns:a16="http://schemas.microsoft.com/office/drawing/2014/main" id="{535F2CCA-DCDE-1AA7-4B8B-79747BF4A854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5" name="Input_density__208">
              <a:extLst>
                <a:ext uri="{FF2B5EF4-FFF2-40B4-BE49-F238E27FC236}">
                  <a16:creationId xmlns:a16="http://schemas.microsoft.com/office/drawing/2014/main" id="{35230017-0262-11C6-B95A-3F04E1182654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6" name="Input_density__209">
              <a:extLst>
                <a:ext uri="{FF2B5EF4-FFF2-40B4-BE49-F238E27FC236}">
                  <a16:creationId xmlns:a16="http://schemas.microsoft.com/office/drawing/2014/main" id="{F979DA38-7A65-9FCB-3A70-633FDEF54DA5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7" name="Input_density__210">
              <a:extLst>
                <a:ext uri="{FF2B5EF4-FFF2-40B4-BE49-F238E27FC236}">
                  <a16:creationId xmlns:a16="http://schemas.microsoft.com/office/drawing/2014/main" id="{3F058E91-B811-3D6E-3348-9BE55687062D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8" name="Input_density__211">
              <a:extLst>
                <a:ext uri="{FF2B5EF4-FFF2-40B4-BE49-F238E27FC236}">
                  <a16:creationId xmlns:a16="http://schemas.microsoft.com/office/drawing/2014/main" id="{4DB64BA1-707A-A4B5-42DA-19042188EC5F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9" name="Input_density__212">
              <a:extLst>
                <a:ext uri="{FF2B5EF4-FFF2-40B4-BE49-F238E27FC236}">
                  <a16:creationId xmlns:a16="http://schemas.microsoft.com/office/drawing/2014/main" id="{40275CD4-1B67-4FA2-EBDB-E68DB4BBA60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3">
              <a:extLst>
                <a:ext uri="{FF2B5EF4-FFF2-40B4-BE49-F238E27FC236}">
                  <a16:creationId xmlns:a16="http://schemas.microsoft.com/office/drawing/2014/main" id="{A084D4EC-9731-5CF3-261C-3F5788CAC3B8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1" name="Input_density__214">
              <a:extLst>
                <a:ext uri="{FF2B5EF4-FFF2-40B4-BE49-F238E27FC236}">
                  <a16:creationId xmlns:a16="http://schemas.microsoft.com/office/drawing/2014/main" id="{9721EAC7-E41A-6FE2-4E11-DDFC04D3259D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2" name="Input_density__215">
              <a:extLst>
                <a:ext uri="{FF2B5EF4-FFF2-40B4-BE49-F238E27FC236}">
                  <a16:creationId xmlns:a16="http://schemas.microsoft.com/office/drawing/2014/main" id="{5C4AB2D6-4079-0C73-A174-4FCD1D4E7D76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23" name="Input_density__216">
              <a:extLst>
                <a:ext uri="{FF2B5EF4-FFF2-40B4-BE49-F238E27FC236}">
                  <a16:creationId xmlns:a16="http://schemas.microsoft.com/office/drawing/2014/main" id="{5BC2BA3A-D8C8-0411-801D-5A3C8178A09B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4" name="Input_density__217">
              <a:extLst>
                <a:ext uri="{FF2B5EF4-FFF2-40B4-BE49-F238E27FC236}">
                  <a16:creationId xmlns:a16="http://schemas.microsoft.com/office/drawing/2014/main" id="{F9C70FD8-9297-D71F-4198-3F607E4129A6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5" name="Input_density__218">
              <a:extLst>
                <a:ext uri="{FF2B5EF4-FFF2-40B4-BE49-F238E27FC236}">
                  <a16:creationId xmlns:a16="http://schemas.microsoft.com/office/drawing/2014/main" id="{28F797A5-0A67-0AC3-DA21-49EC58C697BF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6" name="Input_density__219">
              <a:extLst>
                <a:ext uri="{FF2B5EF4-FFF2-40B4-BE49-F238E27FC236}">
                  <a16:creationId xmlns:a16="http://schemas.microsoft.com/office/drawing/2014/main" id="{C9EBF3F3-E505-18A7-E689-11331BFAF34C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7" name="Input_density__220">
              <a:extLst>
                <a:ext uri="{FF2B5EF4-FFF2-40B4-BE49-F238E27FC236}">
                  <a16:creationId xmlns:a16="http://schemas.microsoft.com/office/drawing/2014/main" id="{15DEFCFD-B50D-FAED-52F6-BDC7C5D9EE0E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8" name="Input_density__221">
              <a:extLst>
                <a:ext uri="{FF2B5EF4-FFF2-40B4-BE49-F238E27FC236}">
                  <a16:creationId xmlns:a16="http://schemas.microsoft.com/office/drawing/2014/main" id="{B7D36AE7-4757-46E8-16F3-2B61761E1E1B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9" name="Input_density__222">
              <a:extLst>
                <a:ext uri="{FF2B5EF4-FFF2-40B4-BE49-F238E27FC236}">
                  <a16:creationId xmlns:a16="http://schemas.microsoft.com/office/drawing/2014/main" id="{9315F46E-8849-56FE-C62E-A30932F7AEFB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30" name="Input_density__223">
              <a:extLst>
                <a:ext uri="{FF2B5EF4-FFF2-40B4-BE49-F238E27FC236}">
                  <a16:creationId xmlns:a16="http://schemas.microsoft.com/office/drawing/2014/main" id="{6326DD19-FA10-5D5C-C1E8-9DA8005C803B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31" name="Input_density__224">
              <a:extLst>
                <a:ext uri="{FF2B5EF4-FFF2-40B4-BE49-F238E27FC236}">
                  <a16:creationId xmlns:a16="http://schemas.microsoft.com/office/drawing/2014/main" id="{0ED123BA-1EBC-03B6-1570-2FE87A8F79CB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2" name="Input_density__225">
              <a:extLst>
                <a:ext uri="{FF2B5EF4-FFF2-40B4-BE49-F238E27FC236}">
                  <a16:creationId xmlns:a16="http://schemas.microsoft.com/office/drawing/2014/main" id="{98350386-C51E-8965-8508-41AF606B780D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33" name="Find | Receptor card">
            <a:extLst>
              <a:ext uri="{FF2B5EF4-FFF2-40B4-BE49-F238E27FC236}">
                <a16:creationId xmlns:a16="http://schemas.microsoft.com/office/drawing/2014/main" id="{14AB21BD-0738-3971-E58F-22FD1AF0E9C2}"/>
              </a:ext>
            </a:extLst>
          </p:cNvPr>
          <p:cNvSpPr/>
          <p:nvPr/>
        </p:nvSpPr>
        <p:spPr>
          <a:xfrm>
            <a:off x="526966" y="1028349"/>
            <a:ext cx="664471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4" name="TextBox 6212">
            <a:extLst>
              <a:ext uri="{FF2B5EF4-FFF2-40B4-BE49-F238E27FC236}">
                <a16:creationId xmlns:a16="http://schemas.microsoft.com/office/drawing/2014/main" id="{1AFB2E9B-EC7E-ADA0-104A-56340DD72AED}"/>
              </a:ext>
            </a:extLst>
          </p:cNvPr>
          <p:cNvSpPr txBox="1"/>
          <p:nvPr/>
        </p:nvSpPr>
        <p:spPr>
          <a:xfrm>
            <a:off x="526966" y="1052746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grpSp>
        <p:nvGrpSpPr>
          <p:cNvPr id="235" name="Find | Fig1 Receptor PyMOL cartoon">
            <a:extLst>
              <a:ext uri="{FF2B5EF4-FFF2-40B4-BE49-F238E27FC236}">
                <a16:creationId xmlns:a16="http://schemas.microsoft.com/office/drawing/2014/main" id="{B4BDACFC-970A-9ADE-3C21-C02E8B1A3BB9}"/>
              </a:ext>
            </a:extLst>
          </p:cNvPr>
          <p:cNvGrpSpPr/>
          <p:nvPr/>
        </p:nvGrpSpPr>
        <p:grpSpPr>
          <a:xfrm>
            <a:off x="672318" y="1182632"/>
            <a:ext cx="376660" cy="469813"/>
            <a:chOff x="599474" y="4025272"/>
            <a:chExt cx="1349091" cy="1671901"/>
          </a:xfrm>
        </p:grpSpPr>
        <p:sp>
          <p:nvSpPr>
            <p:cNvPr id="236" name="Input_receptor__227">
              <a:extLst>
                <a:ext uri="{FF2B5EF4-FFF2-40B4-BE49-F238E27FC236}">
                  <a16:creationId xmlns:a16="http://schemas.microsoft.com/office/drawing/2014/main" id="{D19A170B-73A2-7545-2E82-8C4C23914B89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37" name="Input_receptor__228">
              <a:extLst>
                <a:ext uri="{FF2B5EF4-FFF2-40B4-BE49-F238E27FC236}">
                  <a16:creationId xmlns:a16="http://schemas.microsoft.com/office/drawing/2014/main" id="{108ADA24-6D2A-45A3-30C8-49F0A90C121F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8" name="Input_receptor__229">
              <a:extLst>
                <a:ext uri="{FF2B5EF4-FFF2-40B4-BE49-F238E27FC236}">
                  <a16:creationId xmlns:a16="http://schemas.microsoft.com/office/drawing/2014/main" id="{8773A818-8C23-C1A5-DFAF-A0B8FF6812EB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9" name="Input_receptor__230">
              <a:extLst>
                <a:ext uri="{FF2B5EF4-FFF2-40B4-BE49-F238E27FC236}">
                  <a16:creationId xmlns:a16="http://schemas.microsoft.com/office/drawing/2014/main" id="{0197F4A6-547D-4673-C61D-E28DD4D49BAD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40" name="Input_receptor__231">
              <a:extLst>
                <a:ext uri="{FF2B5EF4-FFF2-40B4-BE49-F238E27FC236}">
                  <a16:creationId xmlns:a16="http://schemas.microsoft.com/office/drawing/2014/main" id="{EC7B3BFD-0F32-6602-CBE6-57119449D8AF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41" name="Input_receptor__232">
              <a:extLst>
                <a:ext uri="{FF2B5EF4-FFF2-40B4-BE49-F238E27FC236}">
                  <a16:creationId xmlns:a16="http://schemas.microsoft.com/office/drawing/2014/main" id="{694CC5C4-AA96-5738-0E85-CCFBDEB9D66C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42" name="Input_receptor__233">
              <a:extLst>
                <a:ext uri="{FF2B5EF4-FFF2-40B4-BE49-F238E27FC236}">
                  <a16:creationId xmlns:a16="http://schemas.microsoft.com/office/drawing/2014/main" id="{02409AF7-2597-4680-EB32-97329A412980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43" name="Input_receptor__234">
              <a:extLst>
                <a:ext uri="{FF2B5EF4-FFF2-40B4-BE49-F238E27FC236}">
                  <a16:creationId xmlns:a16="http://schemas.microsoft.com/office/drawing/2014/main" id="{0CBF7C86-6A9E-A693-C91D-1631955EE77E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44" name="Input_receptor__235">
              <a:extLst>
                <a:ext uri="{FF2B5EF4-FFF2-40B4-BE49-F238E27FC236}">
                  <a16:creationId xmlns:a16="http://schemas.microsoft.com/office/drawing/2014/main" id="{8371710D-3247-4BA1-C921-97A26EBF0117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45" name="Input_receptor__236">
              <a:extLst>
                <a:ext uri="{FF2B5EF4-FFF2-40B4-BE49-F238E27FC236}">
                  <a16:creationId xmlns:a16="http://schemas.microsoft.com/office/drawing/2014/main" id="{CC8E9460-B06C-3A4B-9425-6A2BD327B446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46" name="Input_receptor__237">
              <a:extLst>
                <a:ext uri="{FF2B5EF4-FFF2-40B4-BE49-F238E27FC236}">
                  <a16:creationId xmlns:a16="http://schemas.microsoft.com/office/drawing/2014/main" id="{7F0DBD90-2F4F-A509-F1D4-090F3CA65429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47" name="Input_receptor__238">
              <a:extLst>
                <a:ext uri="{FF2B5EF4-FFF2-40B4-BE49-F238E27FC236}">
                  <a16:creationId xmlns:a16="http://schemas.microsoft.com/office/drawing/2014/main" id="{166F3110-A99C-CA83-FC11-F49938470A3F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8" name="Input_receptor__239">
              <a:extLst>
                <a:ext uri="{FF2B5EF4-FFF2-40B4-BE49-F238E27FC236}">
                  <a16:creationId xmlns:a16="http://schemas.microsoft.com/office/drawing/2014/main" id="{9F9059AC-B976-F6B6-05B8-68D9F8C747D6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9" name="Input_receptor__240">
              <a:extLst>
                <a:ext uri="{FF2B5EF4-FFF2-40B4-BE49-F238E27FC236}">
                  <a16:creationId xmlns:a16="http://schemas.microsoft.com/office/drawing/2014/main" id="{906693F1-42E6-0F21-A8CD-E370CB4917F2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50" name="Input_receptor__241">
              <a:extLst>
                <a:ext uri="{FF2B5EF4-FFF2-40B4-BE49-F238E27FC236}">
                  <a16:creationId xmlns:a16="http://schemas.microsoft.com/office/drawing/2014/main" id="{63383FD7-9D3C-0F73-DD06-B0DB2671A0D3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51" name="Input_receptor__242">
              <a:extLst>
                <a:ext uri="{FF2B5EF4-FFF2-40B4-BE49-F238E27FC236}">
                  <a16:creationId xmlns:a16="http://schemas.microsoft.com/office/drawing/2014/main" id="{2E9EC0E2-CF80-F0C2-5EFD-2F0B7A20B551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52" name="Input_receptor__243">
              <a:extLst>
                <a:ext uri="{FF2B5EF4-FFF2-40B4-BE49-F238E27FC236}">
                  <a16:creationId xmlns:a16="http://schemas.microsoft.com/office/drawing/2014/main" id="{8C92A363-2A77-FFEB-F890-25BCFCC0AFF6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53" name="Input_receptor__244">
              <a:extLst>
                <a:ext uri="{FF2B5EF4-FFF2-40B4-BE49-F238E27FC236}">
                  <a16:creationId xmlns:a16="http://schemas.microsoft.com/office/drawing/2014/main" id="{1671512D-A6ED-163A-E7EE-5EF5C8EB2FB7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54" name="Input_receptor__245">
              <a:extLst>
                <a:ext uri="{FF2B5EF4-FFF2-40B4-BE49-F238E27FC236}">
                  <a16:creationId xmlns:a16="http://schemas.microsoft.com/office/drawing/2014/main" id="{2E9BD65D-BF52-4838-139D-2BE7E97244B5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55" name="Input_receptor__246">
              <a:extLst>
                <a:ext uri="{FF2B5EF4-FFF2-40B4-BE49-F238E27FC236}">
                  <a16:creationId xmlns:a16="http://schemas.microsoft.com/office/drawing/2014/main" id="{BA5C65A2-4288-5681-FA41-0ADE600D1251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47">
              <a:extLst>
                <a:ext uri="{FF2B5EF4-FFF2-40B4-BE49-F238E27FC236}">
                  <a16:creationId xmlns:a16="http://schemas.microsoft.com/office/drawing/2014/main" id="{F70911B6-9970-C5B7-D6FF-8F4C185960D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7" name="Input_receptor__248">
              <a:extLst>
                <a:ext uri="{FF2B5EF4-FFF2-40B4-BE49-F238E27FC236}">
                  <a16:creationId xmlns:a16="http://schemas.microsoft.com/office/drawing/2014/main" id="{78467DCE-C074-4F61-21A1-C7371AEBF2DD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8" name="Input_receptor__249">
              <a:extLst>
                <a:ext uri="{FF2B5EF4-FFF2-40B4-BE49-F238E27FC236}">
                  <a16:creationId xmlns:a16="http://schemas.microsoft.com/office/drawing/2014/main" id="{11B956D7-0FAD-68DD-86B6-141776ABCC52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9" name="Input_receptor__250">
              <a:extLst>
                <a:ext uri="{FF2B5EF4-FFF2-40B4-BE49-F238E27FC236}">
                  <a16:creationId xmlns:a16="http://schemas.microsoft.com/office/drawing/2014/main" id="{13FCF430-2D3E-20BD-5055-DF7A5E52C7B4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60" name="Input_receptor__251">
              <a:extLst>
                <a:ext uri="{FF2B5EF4-FFF2-40B4-BE49-F238E27FC236}">
                  <a16:creationId xmlns:a16="http://schemas.microsoft.com/office/drawing/2014/main" id="{D5F60218-2F23-A128-04DD-4B2A443935EC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61" name="Input_receptor__252">
              <a:extLst>
                <a:ext uri="{FF2B5EF4-FFF2-40B4-BE49-F238E27FC236}">
                  <a16:creationId xmlns:a16="http://schemas.microsoft.com/office/drawing/2014/main" id="{10E01A94-A4D3-0C6C-C21D-3AE07A66E57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62" name="Input_receptor__253">
              <a:extLst>
                <a:ext uri="{FF2B5EF4-FFF2-40B4-BE49-F238E27FC236}">
                  <a16:creationId xmlns:a16="http://schemas.microsoft.com/office/drawing/2014/main" id="{96968B22-273D-6AFE-227C-67B33932DDFE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63" name="Input_receptor__254">
              <a:extLst>
                <a:ext uri="{FF2B5EF4-FFF2-40B4-BE49-F238E27FC236}">
                  <a16:creationId xmlns:a16="http://schemas.microsoft.com/office/drawing/2014/main" id="{3F26BC69-A8AF-96B2-B51D-586215385E3C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64" name="Input_receptor__255">
              <a:extLst>
                <a:ext uri="{FF2B5EF4-FFF2-40B4-BE49-F238E27FC236}">
                  <a16:creationId xmlns:a16="http://schemas.microsoft.com/office/drawing/2014/main" id="{381E7FB6-DAD4-BEB2-C88F-299F585445D6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5" name="Input_receptor__256">
              <a:extLst>
                <a:ext uri="{FF2B5EF4-FFF2-40B4-BE49-F238E27FC236}">
                  <a16:creationId xmlns:a16="http://schemas.microsoft.com/office/drawing/2014/main" id="{64EE7332-763B-5024-8EFC-71A2BE036181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6" name="Input_receptor__257">
              <a:extLst>
                <a:ext uri="{FF2B5EF4-FFF2-40B4-BE49-F238E27FC236}">
                  <a16:creationId xmlns:a16="http://schemas.microsoft.com/office/drawing/2014/main" id="{16B321F8-E789-322E-427C-8F0F7C3F0DA6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7" name="Input_receptor__258">
              <a:extLst>
                <a:ext uri="{FF2B5EF4-FFF2-40B4-BE49-F238E27FC236}">
                  <a16:creationId xmlns:a16="http://schemas.microsoft.com/office/drawing/2014/main" id="{9EA97DE8-0C04-6192-D713-07AC57E1664D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8" name="Input_receptor__259">
              <a:extLst>
                <a:ext uri="{FF2B5EF4-FFF2-40B4-BE49-F238E27FC236}">
                  <a16:creationId xmlns:a16="http://schemas.microsoft.com/office/drawing/2014/main" id="{012B80D7-D510-9FFA-4E5B-86C5DB284076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9" name="Input_receptor__260">
              <a:extLst>
                <a:ext uri="{FF2B5EF4-FFF2-40B4-BE49-F238E27FC236}">
                  <a16:creationId xmlns:a16="http://schemas.microsoft.com/office/drawing/2014/main" id="{40705E66-2A54-A0A6-1A98-E3AFBE28CFEE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70" name="Input_receptor__261">
              <a:extLst>
                <a:ext uri="{FF2B5EF4-FFF2-40B4-BE49-F238E27FC236}">
                  <a16:creationId xmlns:a16="http://schemas.microsoft.com/office/drawing/2014/main" id="{C059BB9D-CB0B-4354-70E1-90EB07861F9E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71" name="Input_receptor__262">
              <a:extLst>
                <a:ext uri="{FF2B5EF4-FFF2-40B4-BE49-F238E27FC236}">
                  <a16:creationId xmlns:a16="http://schemas.microsoft.com/office/drawing/2014/main" id="{9FD1911E-8A10-B9C0-40DA-FFB1460DE6A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72" name="Input_receptor__263">
              <a:extLst>
                <a:ext uri="{FF2B5EF4-FFF2-40B4-BE49-F238E27FC236}">
                  <a16:creationId xmlns:a16="http://schemas.microsoft.com/office/drawing/2014/main" id="{6C7A460E-EB8A-FE53-F863-7976669FC26E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73" name="Input_receptor__264">
              <a:extLst>
                <a:ext uri="{FF2B5EF4-FFF2-40B4-BE49-F238E27FC236}">
                  <a16:creationId xmlns:a16="http://schemas.microsoft.com/office/drawing/2014/main" id="{66CA4EFF-03A7-675B-77DC-3569FB6DB48E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74" name="Input_receptor__265">
              <a:extLst>
                <a:ext uri="{FF2B5EF4-FFF2-40B4-BE49-F238E27FC236}">
                  <a16:creationId xmlns:a16="http://schemas.microsoft.com/office/drawing/2014/main" id="{CD24BE26-8734-1AC3-E468-D08219696527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75" name="Input_receptor__266">
              <a:extLst>
                <a:ext uri="{FF2B5EF4-FFF2-40B4-BE49-F238E27FC236}">
                  <a16:creationId xmlns:a16="http://schemas.microsoft.com/office/drawing/2014/main" id="{A57C64D7-9A2C-65EB-3FB2-AC4251E3B05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76" name="Input_receptor__267">
              <a:extLst>
                <a:ext uri="{FF2B5EF4-FFF2-40B4-BE49-F238E27FC236}">
                  <a16:creationId xmlns:a16="http://schemas.microsoft.com/office/drawing/2014/main" id="{F7F3BEAA-C7FA-450C-80C7-F75D00AB4B45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77" name="Input_receptor__268">
              <a:extLst>
                <a:ext uri="{FF2B5EF4-FFF2-40B4-BE49-F238E27FC236}">
                  <a16:creationId xmlns:a16="http://schemas.microsoft.com/office/drawing/2014/main" id="{B34BE4F3-3CA4-0BE6-FF92-100259394F95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8" name="Input_receptor__269">
              <a:extLst>
                <a:ext uri="{FF2B5EF4-FFF2-40B4-BE49-F238E27FC236}">
                  <a16:creationId xmlns:a16="http://schemas.microsoft.com/office/drawing/2014/main" id="{765AC393-BDC5-D285-2220-58D4C72975D5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9" name="Input_receptor__270">
              <a:extLst>
                <a:ext uri="{FF2B5EF4-FFF2-40B4-BE49-F238E27FC236}">
                  <a16:creationId xmlns:a16="http://schemas.microsoft.com/office/drawing/2014/main" id="{8810DD34-C480-D953-4A91-0B848AA15744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0" name="Input_receptor__271">
              <a:extLst>
                <a:ext uri="{FF2B5EF4-FFF2-40B4-BE49-F238E27FC236}">
                  <a16:creationId xmlns:a16="http://schemas.microsoft.com/office/drawing/2014/main" id="{6F5B37D3-DE5A-68D4-0EC2-FBB6BD618D6D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1" name="Input_receptor__272">
              <a:extLst>
                <a:ext uri="{FF2B5EF4-FFF2-40B4-BE49-F238E27FC236}">
                  <a16:creationId xmlns:a16="http://schemas.microsoft.com/office/drawing/2014/main" id="{56D87DA2-27A3-7080-4071-740A7127279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2" name="Input_receptor__273">
              <a:extLst>
                <a:ext uri="{FF2B5EF4-FFF2-40B4-BE49-F238E27FC236}">
                  <a16:creationId xmlns:a16="http://schemas.microsoft.com/office/drawing/2014/main" id="{06AF299B-5538-BEE5-8887-3A592D7F7865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83" name="Input_receptor__274">
              <a:extLst>
                <a:ext uri="{FF2B5EF4-FFF2-40B4-BE49-F238E27FC236}">
                  <a16:creationId xmlns:a16="http://schemas.microsoft.com/office/drawing/2014/main" id="{E213217C-50B5-B551-06C4-C82EB2C9791F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4" name="Input_receptor__275">
              <a:extLst>
                <a:ext uri="{FF2B5EF4-FFF2-40B4-BE49-F238E27FC236}">
                  <a16:creationId xmlns:a16="http://schemas.microsoft.com/office/drawing/2014/main" id="{E2148622-206A-1775-0F79-3F604311741E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5" name="Input_receptor__276">
              <a:extLst>
                <a:ext uri="{FF2B5EF4-FFF2-40B4-BE49-F238E27FC236}">
                  <a16:creationId xmlns:a16="http://schemas.microsoft.com/office/drawing/2014/main" id="{661B25DC-9278-B617-B3E4-0D01E68F5995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6" name="Input_receptor__277">
              <a:extLst>
                <a:ext uri="{FF2B5EF4-FFF2-40B4-BE49-F238E27FC236}">
                  <a16:creationId xmlns:a16="http://schemas.microsoft.com/office/drawing/2014/main" id="{9713DDBC-3C5A-1540-ADD9-F3D0DF4CA0E3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7" name="Input_receptor__278">
              <a:extLst>
                <a:ext uri="{FF2B5EF4-FFF2-40B4-BE49-F238E27FC236}">
                  <a16:creationId xmlns:a16="http://schemas.microsoft.com/office/drawing/2014/main" id="{5A590826-79F3-2BEB-161F-A830CFF8FCAA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8" name="Input_receptor__279">
              <a:extLst>
                <a:ext uri="{FF2B5EF4-FFF2-40B4-BE49-F238E27FC236}">
                  <a16:creationId xmlns:a16="http://schemas.microsoft.com/office/drawing/2014/main" id="{DB374432-E936-DC09-9065-608EDEBB63E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9" name="Input_receptor__280">
              <a:extLst>
                <a:ext uri="{FF2B5EF4-FFF2-40B4-BE49-F238E27FC236}">
                  <a16:creationId xmlns:a16="http://schemas.microsoft.com/office/drawing/2014/main" id="{6B9839D7-B0ED-B43C-DE72-7B2202B52E38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90" name="Input_receptor__281">
              <a:extLst>
                <a:ext uri="{FF2B5EF4-FFF2-40B4-BE49-F238E27FC236}">
                  <a16:creationId xmlns:a16="http://schemas.microsoft.com/office/drawing/2014/main" id="{1E9F770C-49D9-907D-03B1-B30CC99728CE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82">
              <a:extLst>
                <a:ext uri="{FF2B5EF4-FFF2-40B4-BE49-F238E27FC236}">
                  <a16:creationId xmlns:a16="http://schemas.microsoft.com/office/drawing/2014/main" id="{24695BB1-278A-9943-D7ED-B51AC5336D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83">
              <a:extLst>
                <a:ext uri="{FF2B5EF4-FFF2-40B4-BE49-F238E27FC236}">
                  <a16:creationId xmlns:a16="http://schemas.microsoft.com/office/drawing/2014/main" id="{CB0351E6-9740-F5F1-9003-002E5B55E686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84">
              <a:extLst>
                <a:ext uri="{FF2B5EF4-FFF2-40B4-BE49-F238E27FC236}">
                  <a16:creationId xmlns:a16="http://schemas.microsoft.com/office/drawing/2014/main" id="{734670D8-CAC7-9BB1-E1B8-152EE56BA3B9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85">
              <a:extLst>
                <a:ext uri="{FF2B5EF4-FFF2-40B4-BE49-F238E27FC236}">
                  <a16:creationId xmlns:a16="http://schemas.microsoft.com/office/drawing/2014/main" id="{B255AF73-4748-19C9-850B-2755B258EBF8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5" name="Input_receptor__286">
              <a:extLst>
                <a:ext uri="{FF2B5EF4-FFF2-40B4-BE49-F238E27FC236}">
                  <a16:creationId xmlns:a16="http://schemas.microsoft.com/office/drawing/2014/main" id="{DCF4BACE-BD5D-A4FB-30F6-D1FCB25FD8F6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6" name="Input_receptor__287">
              <a:extLst>
                <a:ext uri="{FF2B5EF4-FFF2-40B4-BE49-F238E27FC236}">
                  <a16:creationId xmlns:a16="http://schemas.microsoft.com/office/drawing/2014/main" id="{2FF74295-C9D5-7384-5275-2110FDA962BE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7" name="Input_receptor__288">
              <a:extLst>
                <a:ext uri="{FF2B5EF4-FFF2-40B4-BE49-F238E27FC236}">
                  <a16:creationId xmlns:a16="http://schemas.microsoft.com/office/drawing/2014/main" id="{563E6563-F97F-5311-C39A-7E26D8627FB1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8" name="Input_receptor__289">
              <a:extLst>
                <a:ext uri="{FF2B5EF4-FFF2-40B4-BE49-F238E27FC236}">
                  <a16:creationId xmlns:a16="http://schemas.microsoft.com/office/drawing/2014/main" id="{0ED5C950-006A-E049-DF0B-ED799F6E9BC7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9" name="Input_receptor__290">
              <a:extLst>
                <a:ext uri="{FF2B5EF4-FFF2-40B4-BE49-F238E27FC236}">
                  <a16:creationId xmlns:a16="http://schemas.microsoft.com/office/drawing/2014/main" id="{86890C92-428A-06D1-9ABA-1DB6782C08A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300" name="Input_receptor__291">
              <a:extLst>
                <a:ext uri="{FF2B5EF4-FFF2-40B4-BE49-F238E27FC236}">
                  <a16:creationId xmlns:a16="http://schemas.microsoft.com/office/drawing/2014/main" id="{DFAF773E-7D62-308A-3A8A-009B9E4A2C94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301" name="Input_receptor__292">
              <a:extLst>
                <a:ext uri="{FF2B5EF4-FFF2-40B4-BE49-F238E27FC236}">
                  <a16:creationId xmlns:a16="http://schemas.microsoft.com/office/drawing/2014/main" id="{1189017E-86B4-CCEE-5F0E-668F9AB0129A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302" name="Input_receptor__293">
              <a:extLst>
                <a:ext uri="{FF2B5EF4-FFF2-40B4-BE49-F238E27FC236}">
                  <a16:creationId xmlns:a16="http://schemas.microsoft.com/office/drawing/2014/main" id="{8AEC18B3-8A52-A162-92B0-21479E0EFF49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303" name="Input_receptor__294">
              <a:extLst>
                <a:ext uri="{FF2B5EF4-FFF2-40B4-BE49-F238E27FC236}">
                  <a16:creationId xmlns:a16="http://schemas.microsoft.com/office/drawing/2014/main" id="{081FD2F1-73B0-57CA-F7CB-73482C8DFBD3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304" name="Input_receptor__295">
              <a:extLst>
                <a:ext uri="{FF2B5EF4-FFF2-40B4-BE49-F238E27FC236}">
                  <a16:creationId xmlns:a16="http://schemas.microsoft.com/office/drawing/2014/main" id="{09A1E59F-7DB9-4B7C-6CC8-5F35F21DFB3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305" name="Input_receptor__296">
              <a:extLst>
                <a:ext uri="{FF2B5EF4-FFF2-40B4-BE49-F238E27FC236}">
                  <a16:creationId xmlns:a16="http://schemas.microsoft.com/office/drawing/2014/main" id="{13089428-8EF4-20BD-60B3-742832004588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306" name="Input_receptor__297">
              <a:extLst>
                <a:ext uri="{FF2B5EF4-FFF2-40B4-BE49-F238E27FC236}">
                  <a16:creationId xmlns:a16="http://schemas.microsoft.com/office/drawing/2014/main" id="{1B3301C7-69A0-2F2C-468E-9DCEF85878C4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307" name="Input_receptor__298">
              <a:extLst>
                <a:ext uri="{FF2B5EF4-FFF2-40B4-BE49-F238E27FC236}">
                  <a16:creationId xmlns:a16="http://schemas.microsoft.com/office/drawing/2014/main" id="{29D825F7-D566-A33E-1C0A-D7F2F1C3E8C8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299">
              <a:extLst>
                <a:ext uri="{FF2B5EF4-FFF2-40B4-BE49-F238E27FC236}">
                  <a16:creationId xmlns:a16="http://schemas.microsoft.com/office/drawing/2014/main" id="{E9D79C74-38C8-A3E0-64CF-08D6378FD6E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0">
              <a:extLst>
                <a:ext uri="{FF2B5EF4-FFF2-40B4-BE49-F238E27FC236}">
                  <a16:creationId xmlns:a16="http://schemas.microsoft.com/office/drawing/2014/main" id="{82D0F405-C0D8-AEB3-B178-B05BB1D933A9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1">
              <a:extLst>
                <a:ext uri="{FF2B5EF4-FFF2-40B4-BE49-F238E27FC236}">
                  <a16:creationId xmlns:a16="http://schemas.microsoft.com/office/drawing/2014/main" id="{9F5E9719-946A-BA9E-A46C-DDED4A6842CB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1" name="Input_receptor__302">
              <a:extLst>
                <a:ext uri="{FF2B5EF4-FFF2-40B4-BE49-F238E27FC236}">
                  <a16:creationId xmlns:a16="http://schemas.microsoft.com/office/drawing/2014/main" id="{3FCB20D6-666A-DD33-EB94-86709B1120AA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2" name="Input_receptor__303">
              <a:extLst>
                <a:ext uri="{FF2B5EF4-FFF2-40B4-BE49-F238E27FC236}">
                  <a16:creationId xmlns:a16="http://schemas.microsoft.com/office/drawing/2014/main" id="{D3A278C4-0BBD-F5A2-2C0E-BD7186F8CF8D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3" name="Input_receptor__304">
              <a:extLst>
                <a:ext uri="{FF2B5EF4-FFF2-40B4-BE49-F238E27FC236}">
                  <a16:creationId xmlns:a16="http://schemas.microsoft.com/office/drawing/2014/main" id="{045CA621-3124-A9C8-CADA-6677F7ECB556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4" name="Input_receptor__305">
              <a:extLst>
                <a:ext uri="{FF2B5EF4-FFF2-40B4-BE49-F238E27FC236}">
                  <a16:creationId xmlns:a16="http://schemas.microsoft.com/office/drawing/2014/main" id="{29086495-36D1-7901-D7A7-635BE3FB4F46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5" name="Input_receptor__306">
              <a:extLst>
                <a:ext uri="{FF2B5EF4-FFF2-40B4-BE49-F238E27FC236}">
                  <a16:creationId xmlns:a16="http://schemas.microsoft.com/office/drawing/2014/main" id="{42659AD7-E40C-5F34-47D6-AF81F492E7E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6" name="Input_receptor__307">
              <a:extLst>
                <a:ext uri="{FF2B5EF4-FFF2-40B4-BE49-F238E27FC236}">
                  <a16:creationId xmlns:a16="http://schemas.microsoft.com/office/drawing/2014/main" id="{66A5F52F-E051-4760-C8FA-5B348B6061C9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7" name="Input_receptor__308">
              <a:extLst>
                <a:ext uri="{FF2B5EF4-FFF2-40B4-BE49-F238E27FC236}">
                  <a16:creationId xmlns:a16="http://schemas.microsoft.com/office/drawing/2014/main" id="{97B58798-1AE2-54F3-456D-8DF409A5B622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8" name="Input_receptor__309">
              <a:extLst>
                <a:ext uri="{FF2B5EF4-FFF2-40B4-BE49-F238E27FC236}">
                  <a16:creationId xmlns:a16="http://schemas.microsoft.com/office/drawing/2014/main" id="{D6987755-5430-E708-1E2D-05B995B84D1D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9" name="Input_receptor__310">
              <a:extLst>
                <a:ext uri="{FF2B5EF4-FFF2-40B4-BE49-F238E27FC236}">
                  <a16:creationId xmlns:a16="http://schemas.microsoft.com/office/drawing/2014/main" id="{09335445-0326-DD92-070E-5576BDA74D35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1">
              <a:extLst>
                <a:ext uri="{FF2B5EF4-FFF2-40B4-BE49-F238E27FC236}">
                  <a16:creationId xmlns:a16="http://schemas.microsoft.com/office/drawing/2014/main" id="{5CF919E2-309D-B465-DBF4-E62FB11B87C4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12">
              <a:extLst>
                <a:ext uri="{FF2B5EF4-FFF2-40B4-BE49-F238E27FC236}">
                  <a16:creationId xmlns:a16="http://schemas.microsoft.com/office/drawing/2014/main" id="{82A07ED9-6F31-8259-F99A-77B97DCC14A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13">
              <a:extLst>
                <a:ext uri="{FF2B5EF4-FFF2-40B4-BE49-F238E27FC236}">
                  <a16:creationId xmlns:a16="http://schemas.microsoft.com/office/drawing/2014/main" id="{6FD2B5AE-7DBF-8568-CD40-184526F5B6C7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3" name="Input_receptor__314">
              <a:extLst>
                <a:ext uri="{FF2B5EF4-FFF2-40B4-BE49-F238E27FC236}">
                  <a16:creationId xmlns:a16="http://schemas.microsoft.com/office/drawing/2014/main" id="{12DCACF8-BC92-47D5-3112-1C4F2E2EB374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4" name="Input_receptor__315">
              <a:extLst>
                <a:ext uri="{FF2B5EF4-FFF2-40B4-BE49-F238E27FC236}">
                  <a16:creationId xmlns:a16="http://schemas.microsoft.com/office/drawing/2014/main" id="{4D4A1006-5626-DC74-9660-ABC68729951B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5" name="Input_receptor__316">
              <a:extLst>
                <a:ext uri="{FF2B5EF4-FFF2-40B4-BE49-F238E27FC236}">
                  <a16:creationId xmlns:a16="http://schemas.microsoft.com/office/drawing/2014/main" id="{1466DCA8-95F6-9577-C001-2F0C9AE14018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6" name="Input_receptor__317">
              <a:extLst>
                <a:ext uri="{FF2B5EF4-FFF2-40B4-BE49-F238E27FC236}">
                  <a16:creationId xmlns:a16="http://schemas.microsoft.com/office/drawing/2014/main" id="{9132DBE0-E215-07BA-87FE-CD839D9AA8ED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7" name="Input_receptor__318">
              <a:extLst>
                <a:ext uri="{FF2B5EF4-FFF2-40B4-BE49-F238E27FC236}">
                  <a16:creationId xmlns:a16="http://schemas.microsoft.com/office/drawing/2014/main" id="{94BE5632-DC24-F90E-32A7-8C1867EB5DAA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8" name="Input_receptor__319">
              <a:extLst>
                <a:ext uri="{FF2B5EF4-FFF2-40B4-BE49-F238E27FC236}">
                  <a16:creationId xmlns:a16="http://schemas.microsoft.com/office/drawing/2014/main" id="{03EB21D4-6882-A6BC-7CB6-E563ADD676BE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9" name="Input_receptor__320">
              <a:extLst>
                <a:ext uri="{FF2B5EF4-FFF2-40B4-BE49-F238E27FC236}">
                  <a16:creationId xmlns:a16="http://schemas.microsoft.com/office/drawing/2014/main" id="{491FDC80-1806-6A0C-26F7-3595D22DB5EC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30" name="Input_receptor__321">
              <a:extLst>
                <a:ext uri="{FF2B5EF4-FFF2-40B4-BE49-F238E27FC236}">
                  <a16:creationId xmlns:a16="http://schemas.microsoft.com/office/drawing/2014/main" id="{49D83A51-E485-8211-B163-9E1F69E3EC0D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31" name="Input_receptor__322">
              <a:extLst>
                <a:ext uri="{FF2B5EF4-FFF2-40B4-BE49-F238E27FC236}">
                  <a16:creationId xmlns:a16="http://schemas.microsoft.com/office/drawing/2014/main" id="{E6589547-0F60-E01E-2C00-3EDC87B257EB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32" name="Input_receptor__323">
              <a:extLst>
                <a:ext uri="{FF2B5EF4-FFF2-40B4-BE49-F238E27FC236}">
                  <a16:creationId xmlns:a16="http://schemas.microsoft.com/office/drawing/2014/main" id="{B72E71ED-E303-193A-AB55-82D413B2505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33" name="Input_receptor__324">
              <a:extLst>
                <a:ext uri="{FF2B5EF4-FFF2-40B4-BE49-F238E27FC236}">
                  <a16:creationId xmlns:a16="http://schemas.microsoft.com/office/drawing/2014/main" id="{493C9514-D1B5-E011-A703-425939A68D9D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34" name="Input_receptor__325">
              <a:extLst>
                <a:ext uri="{FF2B5EF4-FFF2-40B4-BE49-F238E27FC236}">
                  <a16:creationId xmlns:a16="http://schemas.microsoft.com/office/drawing/2014/main" id="{B4256BE4-B4FD-981E-FFED-3DEC007FCB4F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26">
              <a:extLst>
                <a:ext uri="{FF2B5EF4-FFF2-40B4-BE49-F238E27FC236}">
                  <a16:creationId xmlns:a16="http://schemas.microsoft.com/office/drawing/2014/main" id="{973EEF52-ED93-287D-35F9-7DF6DA818675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27">
              <a:extLst>
                <a:ext uri="{FF2B5EF4-FFF2-40B4-BE49-F238E27FC236}">
                  <a16:creationId xmlns:a16="http://schemas.microsoft.com/office/drawing/2014/main" id="{F76651B6-70F5-34A2-3B08-E6014A27E476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28">
              <a:extLst>
                <a:ext uri="{FF2B5EF4-FFF2-40B4-BE49-F238E27FC236}">
                  <a16:creationId xmlns:a16="http://schemas.microsoft.com/office/drawing/2014/main" id="{F0E5E343-A2BB-B852-C76F-B92C0E57E791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29">
              <a:extLst>
                <a:ext uri="{FF2B5EF4-FFF2-40B4-BE49-F238E27FC236}">
                  <a16:creationId xmlns:a16="http://schemas.microsoft.com/office/drawing/2014/main" id="{1CF28D44-A9E3-DB4B-F82F-44AC2C9283C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0">
              <a:extLst>
                <a:ext uri="{FF2B5EF4-FFF2-40B4-BE49-F238E27FC236}">
                  <a16:creationId xmlns:a16="http://schemas.microsoft.com/office/drawing/2014/main" id="{016C9B30-7D43-7CDF-2DB9-028CBE2D5791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40" name="Input_receptor__331">
              <a:extLst>
                <a:ext uri="{FF2B5EF4-FFF2-40B4-BE49-F238E27FC236}">
                  <a16:creationId xmlns:a16="http://schemas.microsoft.com/office/drawing/2014/main" id="{C6F2ED65-DE02-4179-B557-C70ECA0AF195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41" name="Input_receptor__332">
              <a:extLst>
                <a:ext uri="{FF2B5EF4-FFF2-40B4-BE49-F238E27FC236}">
                  <a16:creationId xmlns:a16="http://schemas.microsoft.com/office/drawing/2014/main" id="{AB6090FC-292F-EAA8-0CEC-FA9913E382D9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42" name="Input_receptor__333">
              <a:extLst>
                <a:ext uri="{FF2B5EF4-FFF2-40B4-BE49-F238E27FC236}">
                  <a16:creationId xmlns:a16="http://schemas.microsoft.com/office/drawing/2014/main" id="{48E5FD81-18C6-57EC-790F-03313F9E7D8A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43" name="Input_receptor__334">
              <a:extLst>
                <a:ext uri="{FF2B5EF4-FFF2-40B4-BE49-F238E27FC236}">
                  <a16:creationId xmlns:a16="http://schemas.microsoft.com/office/drawing/2014/main" id="{0722EFE4-FE8C-2DDC-EAA1-99EC6FE36D9D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44" name="Input_receptor__335">
              <a:extLst>
                <a:ext uri="{FF2B5EF4-FFF2-40B4-BE49-F238E27FC236}">
                  <a16:creationId xmlns:a16="http://schemas.microsoft.com/office/drawing/2014/main" id="{EE63828E-2990-7557-F56D-ED8D36A5C3BE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45" name="Input_receptor__336">
              <a:extLst>
                <a:ext uri="{FF2B5EF4-FFF2-40B4-BE49-F238E27FC236}">
                  <a16:creationId xmlns:a16="http://schemas.microsoft.com/office/drawing/2014/main" id="{3F0D43F5-F87D-24CF-07CE-560358B591EE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46" name="Input_receptor__337">
              <a:extLst>
                <a:ext uri="{FF2B5EF4-FFF2-40B4-BE49-F238E27FC236}">
                  <a16:creationId xmlns:a16="http://schemas.microsoft.com/office/drawing/2014/main" id="{35E7CEA6-292D-1532-17AD-836E92C8B476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47" name="Input_receptor__338">
              <a:extLst>
                <a:ext uri="{FF2B5EF4-FFF2-40B4-BE49-F238E27FC236}">
                  <a16:creationId xmlns:a16="http://schemas.microsoft.com/office/drawing/2014/main" id="{29C2009C-9A24-397C-9E8E-48875DE31AA0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8" name="Input_receptor__339">
              <a:extLst>
                <a:ext uri="{FF2B5EF4-FFF2-40B4-BE49-F238E27FC236}">
                  <a16:creationId xmlns:a16="http://schemas.microsoft.com/office/drawing/2014/main" id="{28CB9009-A313-E508-0052-A71888A93C55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9" name="Input_receptor__340">
              <a:extLst>
                <a:ext uri="{FF2B5EF4-FFF2-40B4-BE49-F238E27FC236}">
                  <a16:creationId xmlns:a16="http://schemas.microsoft.com/office/drawing/2014/main" id="{E9C4453E-4E1D-A354-5632-A6246A748A41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50" name="Input_receptor__341">
              <a:extLst>
                <a:ext uri="{FF2B5EF4-FFF2-40B4-BE49-F238E27FC236}">
                  <a16:creationId xmlns:a16="http://schemas.microsoft.com/office/drawing/2014/main" id="{98BB91AA-735C-1206-4C2D-C8BA94741F23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51" name="Input_receptor__342">
              <a:extLst>
                <a:ext uri="{FF2B5EF4-FFF2-40B4-BE49-F238E27FC236}">
                  <a16:creationId xmlns:a16="http://schemas.microsoft.com/office/drawing/2014/main" id="{BE065AA2-F788-0CD5-65E0-5678EEA4CF90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52" name="Input_receptor__343">
              <a:extLst>
                <a:ext uri="{FF2B5EF4-FFF2-40B4-BE49-F238E27FC236}">
                  <a16:creationId xmlns:a16="http://schemas.microsoft.com/office/drawing/2014/main" id="{94A249CF-4966-CDA6-B8E7-231B367564DC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53" name="Input_receptor__344">
              <a:extLst>
                <a:ext uri="{FF2B5EF4-FFF2-40B4-BE49-F238E27FC236}">
                  <a16:creationId xmlns:a16="http://schemas.microsoft.com/office/drawing/2014/main" id="{80F93FC4-BF17-1ED5-0C2C-81CF5EBEA75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54" name="Input_receptor__345">
              <a:extLst>
                <a:ext uri="{FF2B5EF4-FFF2-40B4-BE49-F238E27FC236}">
                  <a16:creationId xmlns:a16="http://schemas.microsoft.com/office/drawing/2014/main" id="{59B94554-9A65-D06B-2159-772584F4463B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55" name="Input_receptor__346">
              <a:extLst>
                <a:ext uri="{FF2B5EF4-FFF2-40B4-BE49-F238E27FC236}">
                  <a16:creationId xmlns:a16="http://schemas.microsoft.com/office/drawing/2014/main" id="{0B059A75-23F5-FE48-EDA5-6E7A45281DEB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6" name="Input_receptor__347">
              <a:extLst>
                <a:ext uri="{FF2B5EF4-FFF2-40B4-BE49-F238E27FC236}">
                  <a16:creationId xmlns:a16="http://schemas.microsoft.com/office/drawing/2014/main" id="{4D15FF8B-11FC-C0CE-B399-AD6754833D10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7" name="Input_receptor__348">
              <a:extLst>
                <a:ext uri="{FF2B5EF4-FFF2-40B4-BE49-F238E27FC236}">
                  <a16:creationId xmlns:a16="http://schemas.microsoft.com/office/drawing/2014/main" id="{CD41F53A-F349-8F93-BF20-432C1D29205D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8" name="Input_receptor__349">
              <a:extLst>
                <a:ext uri="{FF2B5EF4-FFF2-40B4-BE49-F238E27FC236}">
                  <a16:creationId xmlns:a16="http://schemas.microsoft.com/office/drawing/2014/main" id="{17281DAF-C785-668E-CE2F-D649058D2F2A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9" name="Input_receptor__350">
              <a:extLst>
                <a:ext uri="{FF2B5EF4-FFF2-40B4-BE49-F238E27FC236}">
                  <a16:creationId xmlns:a16="http://schemas.microsoft.com/office/drawing/2014/main" id="{7B85E537-596B-4587-F864-B9C038C41898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60" name="Input_receptor__351">
              <a:extLst>
                <a:ext uri="{FF2B5EF4-FFF2-40B4-BE49-F238E27FC236}">
                  <a16:creationId xmlns:a16="http://schemas.microsoft.com/office/drawing/2014/main" id="{0A456609-C984-BA98-D061-4B838FDD89AE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61" name="Input_receptor__352">
              <a:extLst>
                <a:ext uri="{FF2B5EF4-FFF2-40B4-BE49-F238E27FC236}">
                  <a16:creationId xmlns:a16="http://schemas.microsoft.com/office/drawing/2014/main" id="{010BE809-4A36-6489-6E48-F5C8A4A6BA26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62" name="Input_receptor__353">
              <a:extLst>
                <a:ext uri="{FF2B5EF4-FFF2-40B4-BE49-F238E27FC236}">
                  <a16:creationId xmlns:a16="http://schemas.microsoft.com/office/drawing/2014/main" id="{73FC60F5-BA9A-7D40-2C26-B2A1D561DB23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63" name="Input_receptor__354">
              <a:extLst>
                <a:ext uri="{FF2B5EF4-FFF2-40B4-BE49-F238E27FC236}">
                  <a16:creationId xmlns:a16="http://schemas.microsoft.com/office/drawing/2014/main" id="{FEDACB01-6C01-CDEC-7BB5-3610CAABA70C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55">
              <a:extLst>
                <a:ext uri="{FF2B5EF4-FFF2-40B4-BE49-F238E27FC236}">
                  <a16:creationId xmlns:a16="http://schemas.microsoft.com/office/drawing/2014/main" id="{055B37DD-F2E9-FB30-C0F9-39C5679C07EF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5" name="Input_receptor__356">
              <a:extLst>
                <a:ext uri="{FF2B5EF4-FFF2-40B4-BE49-F238E27FC236}">
                  <a16:creationId xmlns:a16="http://schemas.microsoft.com/office/drawing/2014/main" id="{E984FC31-46B9-482C-00BC-1E5A139C8068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57">
              <a:extLst>
                <a:ext uri="{FF2B5EF4-FFF2-40B4-BE49-F238E27FC236}">
                  <a16:creationId xmlns:a16="http://schemas.microsoft.com/office/drawing/2014/main" id="{3826CF28-C1BF-19B4-5E38-2DE8C207B885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58">
              <a:extLst>
                <a:ext uri="{FF2B5EF4-FFF2-40B4-BE49-F238E27FC236}">
                  <a16:creationId xmlns:a16="http://schemas.microsoft.com/office/drawing/2014/main" id="{93D4E4F6-A3C1-AFBA-1A0D-AF224A6E4E4E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8" name="Input_receptor__359">
              <a:extLst>
                <a:ext uri="{FF2B5EF4-FFF2-40B4-BE49-F238E27FC236}">
                  <a16:creationId xmlns:a16="http://schemas.microsoft.com/office/drawing/2014/main" id="{B5295A3F-2269-1278-6D80-AC88BB548C06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9" name="Input_receptor__360">
              <a:extLst>
                <a:ext uri="{FF2B5EF4-FFF2-40B4-BE49-F238E27FC236}">
                  <a16:creationId xmlns:a16="http://schemas.microsoft.com/office/drawing/2014/main" id="{6BAD8D16-99A7-A064-FF1F-B54EDB04AC3A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70" name="Input_receptor__361">
              <a:extLst>
                <a:ext uri="{FF2B5EF4-FFF2-40B4-BE49-F238E27FC236}">
                  <a16:creationId xmlns:a16="http://schemas.microsoft.com/office/drawing/2014/main" id="{BEB30D17-61BC-0947-FFE8-1A655108CE5B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71" name="Input_receptor__362">
              <a:extLst>
                <a:ext uri="{FF2B5EF4-FFF2-40B4-BE49-F238E27FC236}">
                  <a16:creationId xmlns:a16="http://schemas.microsoft.com/office/drawing/2014/main" id="{EEE3D0A3-FF42-639F-EE9D-4FE1CCD0EF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72" name="Input_receptor__363">
              <a:extLst>
                <a:ext uri="{FF2B5EF4-FFF2-40B4-BE49-F238E27FC236}">
                  <a16:creationId xmlns:a16="http://schemas.microsoft.com/office/drawing/2014/main" id="{57470217-CDE2-F4BB-3C9F-30BC190E8759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73" name="Input_receptor__364">
              <a:extLst>
                <a:ext uri="{FF2B5EF4-FFF2-40B4-BE49-F238E27FC236}">
                  <a16:creationId xmlns:a16="http://schemas.microsoft.com/office/drawing/2014/main" id="{1827DCB7-2797-9E5A-08BB-EB8A6F3329C4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74" name="Input_receptor__365">
              <a:extLst>
                <a:ext uri="{FF2B5EF4-FFF2-40B4-BE49-F238E27FC236}">
                  <a16:creationId xmlns:a16="http://schemas.microsoft.com/office/drawing/2014/main" id="{031044C2-BFD7-EF72-94B6-C4EC47F9559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75" name="Input_receptor__366">
              <a:extLst>
                <a:ext uri="{FF2B5EF4-FFF2-40B4-BE49-F238E27FC236}">
                  <a16:creationId xmlns:a16="http://schemas.microsoft.com/office/drawing/2014/main" id="{972AAC7B-4C37-FC69-5A6E-2B607072655B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76" name="Input_receptor__367">
              <a:extLst>
                <a:ext uri="{FF2B5EF4-FFF2-40B4-BE49-F238E27FC236}">
                  <a16:creationId xmlns:a16="http://schemas.microsoft.com/office/drawing/2014/main" id="{A739F9B9-F417-26B2-DA82-F8CAF758DB45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7" name="Input_receptor__368">
              <a:extLst>
                <a:ext uri="{FF2B5EF4-FFF2-40B4-BE49-F238E27FC236}">
                  <a16:creationId xmlns:a16="http://schemas.microsoft.com/office/drawing/2014/main" id="{6D23A7A3-C6FC-FDE8-92F3-56816BB21BA9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69">
              <a:extLst>
                <a:ext uri="{FF2B5EF4-FFF2-40B4-BE49-F238E27FC236}">
                  <a16:creationId xmlns:a16="http://schemas.microsoft.com/office/drawing/2014/main" id="{67393C22-191F-F5F8-A74A-A1522923BD3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0">
              <a:extLst>
                <a:ext uri="{FF2B5EF4-FFF2-40B4-BE49-F238E27FC236}">
                  <a16:creationId xmlns:a16="http://schemas.microsoft.com/office/drawing/2014/main" id="{0BA8546C-D05D-64C3-06AA-CA540F12F2C0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80" name="Input_receptor__371">
              <a:extLst>
                <a:ext uri="{FF2B5EF4-FFF2-40B4-BE49-F238E27FC236}">
                  <a16:creationId xmlns:a16="http://schemas.microsoft.com/office/drawing/2014/main" id="{BC4ECA02-1387-BD7D-76DA-CF0CBCE0F31C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72">
              <a:extLst>
                <a:ext uri="{FF2B5EF4-FFF2-40B4-BE49-F238E27FC236}">
                  <a16:creationId xmlns:a16="http://schemas.microsoft.com/office/drawing/2014/main" id="{0EEC9DAD-1BAF-EA59-7263-D870124C2AA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82" name="Input_receptor__373">
              <a:extLst>
                <a:ext uri="{FF2B5EF4-FFF2-40B4-BE49-F238E27FC236}">
                  <a16:creationId xmlns:a16="http://schemas.microsoft.com/office/drawing/2014/main" id="{20440553-34C6-8127-1E1A-06C9CB17AAF3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3" name="Input_receptor__374">
              <a:extLst>
                <a:ext uri="{FF2B5EF4-FFF2-40B4-BE49-F238E27FC236}">
                  <a16:creationId xmlns:a16="http://schemas.microsoft.com/office/drawing/2014/main" id="{A5B66DFE-AC34-DD98-DF73-4B2A8E15BE0E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4" name="Input_receptor__375">
              <a:extLst>
                <a:ext uri="{FF2B5EF4-FFF2-40B4-BE49-F238E27FC236}">
                  <a16:creationId xmlns:a16="http://schemas.microsoft.com/office/drawing/2014/main" id="{E34B728A-10B3-32BE-79D0-A72E4B86D7ED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5" name="Input_receptor__376">
              <a:extLst>
                <a:ext uri="{FF2B5EF4-FFF2-40B4-BE49-F238E27FC236}">
                  <a16:creationId xmlns:a16="http://schemas.microsoft.com/office/drawing/2014/main" id="{EF12E6D2-215C-D299-BD33-0550D53070B7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6" name="Input_receptor__377">
              <a:extLst>
                <a:ext uri="{FF2B5EF4-FFF2-40B4-BE49-F238E27FC236}">
                  <a16:creationId xmlns:a16="http://schemas.microsoft.com/office/drawing/2014/main" id="{01D0EEFF-B963-9258-1C96-FD9467B3F93F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7" name="Input_receptor__378">
              <a:extLst>
                <a:ext uri="{FF2B5EF4-FFF2-40B4-BE49-F238E27FC236}">
                  <a16:creationId xmlns:a16="http://schemas.microsoft.com/office/drawing/2014/main" id="{731D095C-9650-3417-D01C-36C7C3EEB849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8" name="Input_receptor__379">
              <a:extLst>
                <a:ext uri="{FF2B5EF4-FFF2-40B4-BE49-F238E27FC236}">
                  <a16:creationId xmlns:a16="http://schemas.microsoft.com/office/drawing/2014/main" id="{F4680985-8C9A-F657-F033-B89A3E613A7C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9" name="Input_receptor__380">
              <a:extLst>
                <a:ext uri="{FF2B5EF4-FFF2-40B4-BE49-F238E27FC236}">
                  <a16:creationId xmlns:a16="http://schemas.microsoft.com/office/drawing/2014/main" id="{E5D10544-16F4-BCCA-6E1A-35D468ED8EDA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90" name="Input_receptor__381">
              <a:extLst>
                <a:ext uri="{FF2B5EF4-FFF2-40B4-BE49-F238E27FC236}">
                  <a16:creationId xmlns:a16="http://schemas.microsoft.com/office/drawing/2014/main" id="{52E06988-970B-B55E-8C93-C2130E86C25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91" name="Input_receptor__382">
              <a:extLst>
                <a:ext uri="{FF2B5EF4-FFF2-40B4-BE49-F238E27FC236}">
                  <a16:creationId xmlns:a16="http://schemas.microsoft.com/office/drawing/2014/main" id="{C5906801-9FBF-FE95-5A48-85D2E0800DF9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92" name="Input_receptor__383">
              <a:extLst>
                <a:ext uri="{FF2B5EF4-FFF2-40B4-BE49-F238E27FC236}">
                  <a16:creationId xmlns:a16="http://schemas.microsoft.com/office/drawing/2014/main" id="{769A2F13-77B7-DA1C-969C-9033E9F2E8A1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93" name="Input_receptor__384">
              <a:extLst>
                <a:ext uri="{FF2B5EF4-FFF2-40B4-BE49-F238E27FC236}">
                  <a16:creationId xmlns:a16="http://schemas.microsoft.com/office/drawing/2014/main" id="{7F6EC0EE-BDEC-E7EC-5CCD-4B165688152F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85">
              <a:extLst>
                <a:ext uri="{FF2B5EF4-FFF2-40B4-BE49-F238E27FC236}">
                  <a16:creationId xmlns:a16="http://schemas.microsoft.com/office/drawing/2014/main" id="{5BE58C85-3491-3B94-9E44-16208B38BD08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5" name="Input_receptor__386">
              <a:extLst>
                <a:ext uri="{FF2B5EF4-FFF2-40B4-BE49-F238E27FC236}">
                  <a16:creationId xmlns:a16="http://schemas.microsoft.com/office/drawing/2014/main" id="{252CE85D-D2BD-5BC8-A1C4-97D78BB11D7D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87">
              <a:extLst>
                <a:ext uri="{FF2B5EF4-FFF2-40B4-BE49-F238E27FC236}">
                  <a16:creationId xmlns:a16="http://schemas.microsoft.com/office/drawing/2014/main" id="{01DB3E43-F616-7485-C561-1DD19667D944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88">
              <a:extLst>
                <a:ext uri="{FF2B5EF4-FFF2-40B4-BE49-F238E27FC236}">
                  <a16:creationId xmlns:a16="http://schemas.microsoft.com/office/drawing/2014/main" id="{5CC1BF35-7446-5A83-CD12-4E926FAFBA5B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8" name="Input_receptor__389">
              <a:extLst>
                <a:ext uri="{FF2B5EF4-FFF2-40B4-BE49-F238E27FC236}">
                  <a16:creationId xmlns:a16="http://schemas.microsoft.com/office/drawing/2014/main" id="{691EF675-607F-C9A4-4872-2EABD26C2FA1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0">
              <a:extLst>
                <a:ext uri="{FF2B5EF4-FFF2-40B4-BE49-F238E27FC236}">
                  <a16:creationId xmlns:a16="http://schemas.microsoft.com/office/drawing/2014/main" id="{FCC133A0-9E1B-B640-54FD-B9B725017DE6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1">
              <a:extLst>
                <a:ext uri="{FF2B5EF4-FFF2-40B4-BE49-F238E27FC236}">
                  <a16:creationId xmlns:a16="http://schemas.microsoft.com/office/drawing/2014/main" id="{26385B86-8F03-2759-7EDF-C3C91C0594EA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1" name="Input_receptor__392">
              <a:extLst>
                <a:ext uri="{FF2B5EF4-FFF2-40B4-BE49-F238E27FC236}">
                  <a16:creationId xmlns:a16="http://schemas.microsoft.com/office/drawing/2014/main" id="{8829B430-E6DB-E032-3657-BBBBD18CE8F5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2" name="Input_receptor__393">
              <a:extLst>
                <a:ext uri="{FF2B5EF4-FFF2-40B4-BE49-F238E27FC236}">
                  <a16:creationId xmlns:a16="http://schemas.microsoft.com/office/drawing/2014/main" id="{CEE00198-390F-8D49-5A32-0D764738366B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3" name="Input_receptor__394">
              <a:extLst>
                <a:ext uri="{FF2B5EF4-FFF2-40B4-BE49-F238E27FC236}">
                  <a16:creationId xmlns:a16="http://schemas.microsoft.com/office/drawing/2014/main" id="{B81FA4C4-17F1-BC24-6A07-9106B6482382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4" name="Input_receptor__395">
              <a:extLst>
                <a:ext uri="{FF2B5EF4-FFF2-40B4-BE49-F238E27FC236}">
                  <a16:creationId xmlns:a16="http://schemas.microsoft.com/office/drawing/2014/main" id="{A05C42F3-F9C4-DA77-C3E4-116BF116249E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5" name="Input_receptor__396">
              <a:extLst>
                <a:ext uri="{FF2B5EF4-FFF2-40B4-BE49-F238E27FC236}">
                  <a16:creationId xmlns:a16="http://schemas.microsoft.com/office/drawing/2014/main" id="{96B268D0-D4F3-1E31-6E2B-A5D7BE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406" name="Input_receptor__397">
              <a:extLst>
                <a:ext uri="{FF2B5EF4-FFF2-40B4-BE49-F238E27FC236}">
                  <a16:creationId xmlns:a16="http://schemas.microsoft.com/office/drawing/2014/main" id="{023B46E1-C57A-0270-37BD-30F50ED43D11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7" name="Input_receptor__398">
              <a:extLst>
                <a:ext uri="{FF2B5EF4-FFF2-40B4-BE49-F238E27FC236}">
                  <a16:creationId xmlns:a16="http://schemas.microsoft.com/office/drawing/2014/main" id="{A6AA5F2F-2421-6E35-EDC5-3098541280C7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8" name="Input_receptor__399">
              <a:extLst>
                <a:ext uri="{FF2B5EF4-FFF2-40B4-BE49-F238E27FC236}">
                  <a16:creationId xmlns:a16="http://schemas.microsoft.com/office/drawing/2014/main" id="{F9DCA959-61C5-BD5C-55F5-EE1774017D2D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9" name="Input_receptor__400">
              <a:extLst>
                <a:ext uri="{FF2B5EF4-FFF2-40B4-BE49-F238E27FC236}">
                  <a16:creationId xmlns:a16="http://schemas.microsoft.com/office/drawing/2014/main" id="{50157307-8F48-0D9B-2EF4-5A4D1E9906E5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10" name="Input_receptor__401">
              <a:extLst>
                <a:ext uri="{FF2B5EF4-FFF2-40B4-BE49-F238E27FC236}">
                  <a16:creationId xmlns:a16="http://schemas.microsoft.com/office/drawing/2014/main" id="{A9689981-3222-2887-EBB9-FF4A50D36C1D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11" name="Input_receptor__402">
              <a:extLst>
                <a:ext uri="{FF2B5EF4-FFF2-40B4-BE49-F238E27FC236}">
                  <a16:creationId xmlns:a16="http://schemas.microsoft.com/office/drawing/2014/main" id="{E3B285AF-4AEB-BCA4-E570-73A2CC79ACDE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12" name="Input_receptor__403">
              <a:extLst>
                <a:ext uri="{FF2B5EF4-FFF2-40B4-BE49-F238E27FC236}">
                  <a16:creationId xmlns:a16="http://schemas.microsoft.com/office/drawing/2014/main" id="{AA732EAA-B4C0-6011-EAF9-DE73340B5B74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13" name="Input_receptor__404">
              <a:extLst>
                <a:ext uri="{FF2B5EF4-FFF2-40B4-BE49-F238E27FC236}">
                  <a16:creationId xmlns:a16="http://schemas.microsoft.com/office/drawing/2014/main" id="{66867D40-1774-0C36-54C4-60DBC80CDA03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14" name="Input_receptor__405">
              <a:extLst>
                <a:ext uri="{FF2B5EF4-FFF2-40B4-BE49-F238E27FC236}">
                  <a16:creationId xmlns:a16="http://schemas.microsoft.com/office/drawing/2014/main" id="{06367F38-2932-3AF8-5EE9-A118F0C678C5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06">
              <a:extLst>
                <a:ext uri="{FF2B5EF4-FFF2-40B4-BE49-F238E27FC236}">
                  <a16:creationId xmlns:a16="http://schemas.microsoft.com/office/drawing/2014/main" id="{D76C2A69-482F-459C-605C-EA3946913945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6" name="Input_receptor__407">
              <a:extLst>
                <a:ext uri="{FF2B5EF4-FFF2-40B4-BE49-F238E27FC236}">
                  <a16:creationId xmlns:a16="http://schemas.microsoft.com/office/drawing/2014/main" id="{D81ABD47-99D0-A7A2-F706-24821C61C033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7" name="Input_receptor__408">
              <a:extLst>
                <a:ext uri="{FF2B5EF4-FFF2-40B4-BE49-F238E27FC236}">
                  <a16:creationId xmlns:a16="http://schemas.microsoft.com/office/drawing/2014/main" id="{2BA39A2A-7EEF-940E-7169-072BF16A8648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09">
              <a:extLst>
                <a:ext uri="{FF2B5EF4-FFF2-40B4-BE49-F238E27FC236}">
                  <a16:creationId xmlns:a16="http://schemas.microsoft.com/office/drawing/2014/main" id="{29937541-7368-3B1E-C4F8-FFFA5F71BFF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0">
              <a:extLst>
                <a:ext uri="{FF2B5EF4-FFF2-40B4-BE49-F238E27FC236}">
                  <a16:creationId xmlns:a16="http://schemas.microsoft.com/office/drawing/2014/main" id="{55D57857-B6E6-C1B8-010B-442D65621B3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0" name="Input_receptor__411">
              <a:extLst>
                <a:ext uri="{FF2B5EF4-FFF2-40B4-BE49-F238E27FC236}">
                  <a16:creationId xmlns:a16="http://schemas.microsoft.com/office/drawing/2014/main" id="{32D2E8E1-CACB-692F-3B12-B3647F57CEBA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12">
              <a:extLst>
                <a:ext uri="{FF2B5EF4-FFF2-40B4-BE49-F238E27FC236}">
                  <a16:creationId xmlns:a16="http://schemas.microsoft.com/office/drawing/2014/main" id="{978BF83B-F9C5-6D6F-0B42-B5D47BF8BF9F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2" name="Input_receptor__413">
              <a:extLst>
                <a:ext uri="{FF2B5EF4-FFF2-40B4-BE49-F238E27FC236}">
                  <a16:creationId xmlns:a16="http://schemas.microsoft.com/office/drawing/2014/main" id="{0E590B3D-4C8A-5856-C54A-948EE8137C50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14">
              <a:extLst>
                <a:ext uri="{FF2B5EF4-FFF2-40B4-BE49-F238E27FC236}">
                  <a16:creationId xmlns:a16="http://schemas.microsoft.com/office/drawing/2014/main" id="{FD48932C-F1CF-9C9A-3B52-AC94D77D227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4" name="Input_receptor__415">
              <a:extLst>
                <a:ext uri="{FF2B5EF4-FFF2-40B4-BE49-F238E27FC236}">
                  <a16:creationId xmlns:a16="http://schemas.microsoft.com/office/drawing/2014/main" id="{D8E07F97-F9E2-8B9A-1A8B-66407D86ED88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5" name="Input_receptor__416">
              <a:extLst>
                <a:ext uri="{FF2B5EF4-FFF2-40B4-BE49-F238E27FC236}">
                  <a16:creationId xmlns:a16="http://schemas.microsoft.com/office/drawing/2014/main" id="{6DCCDCA7-4199-60C0-8345-1A1D8EC97C15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6" name="Input_receptor__417">
              <a:extLst>
                <a:ext uri="{FF2B5EF4-FFF2-40B4-BE49-F238E27FC236}">
                  <a16:creationId xmlns:a16="http://schemas.microsoft.com/office/drawing/2014/main" id="{9FDEDB2C-8705-8D14-44F5-74BC156D15F9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7" name="Input_receptor__418">
              <a:extLst>
                <a:ext uri="{FF2B5EF4-FFF2-40B4-BE49-F238E27FC236}">
                  <a16:creationId xmlns:a16="http://schemas.microsoft.com/office/drawing/2014/main" id="{E551CABE-37E9-90F0-D760-1C9A64234F83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8" name="Input_receptor__419">
              <a:extLst>
                <a:ext uri="{FF2B5EF4-FFF2-40B4-BE49-F238E27FC236}">
                  <a16:creationId xmlns:a16="http://schemas.microsoft.com/office/drawing/2014/main" id="{B9359541-6D80-FC1C-BF93-0A5458706C66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9" name="Input_receptor__420">
              <a:extLst>
                <a:ext uri="{FF2B5EF4-FFF2-40B4-BE49-F238E27FC236}">
                  <a16:creationId xmlns:a16="http://schemas.microsoft.com/office/drawing/2014/main" id="{98A4DB90-4708-0E69-D42E-8D0FE3F437FC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30" name="Input_receptor__421">
              <a:extLst>
                <a:ext uri="{FF2B5EF4-FFF2-40B4-BE49-F238E27FC236}">
                  <a16:creationId xmlns:a16="http://schemas.microsoft.com/office/drawing/2014/main" id="{7A80503F-BFEA-623E-9E6A-3DF7CA88B6EC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31" name="Input_receptor__422">
              <a:extLst>
                <a:ext uri="{FF2B5EF4-FFF2-40B4-BE49-F238E27FC236}">
                  <a16:creationId xmlns:a16="http://schemas.microsoft.com/office/drawing/2014/main" id="{5AFE1A7D-B79B-DEC0-4457-255BDFC13D9A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32" name="Input_receptor__423">
              <a:extLst>
                <a:ext uri="{FF2B5EF4-FFF2-40B4-BE49-F238E27FC236}">
                  <a16:creationId xmlns:a16="http://schemas.microsoft.com/office/drawing/2014/main" id="{0BC3D6D5-3E1A-A4E2-8EEE-F27EE7B92B85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33" name="Input_receptor__424">
              <a:extLst>
                <a:ext uri="{FF2B5EF4-FFF2-40B4-BE49-F238E27FC236}">
                  <a16:creationId xmlns:a16="http://schemas.microsoft.com/office/drawing/2014/main" id="{6D300F19-BE61-0E81-3E9E-C7C09DFBFEEC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34" name="Input_receptor__425">
              <a:extLst>
                <a:ext uri="{FF2B5EF4-FFF2-40B4-BE49-F238E27FC236}">
                  <a16:creationId xmlns:a16="http://schemas.microsoft.com/office/drawing/2014/main" id="{C03155D7-F39A-644A-7281-6FBB986595BA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35" name="Input_receptor__426">
              <a:extLst>
                <a:ext uri="{FF2B5EF4-FFF2-40B4-BE49-F238E27FC236}">
                  <a16:creationId xmlns:a16="http://schemas.microsoft.com/office/drawing/2014/main" id="{2D7BB810-FD8B-E9C4-5FEE-FDA47AAD70ED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36" name="Input_receptor__427">
              <a:extLst>
                <a:ext uri="{FF2B5EF4-FFF2-40B4-BE49-F238E27FC236}">
                  <a16:creationId xmlns:a16="http://schemas.microsoft.com/office/drawing/2014/main" id="{CF7B1EA5-6D1A-AA42-E3C0-71B3EF557820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7" name="Input_receptor__428">
              <a:extLst>
                <a:ext uri="{FF2B5EF4-FFF2-40B4-BE49-F238E27FC236}">
                  <a16:creationId xmlns:a16="http://schemas.microsoft.com/office/drawing/2014/main" id="{9B959D3D-D200-D575-D0BD-828EB3E2D5D1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8" name="Input_receptor__429">
              <a:extLst>
                <a:ext uri="{FF2B5EF4-FFF2-40B4-BE49-F238E27FC236}">
                  <a16:creationId xmlns:a16="http://schemas.microsoft.com/office/drawing/2014/main" id="{7B7F1F8E-48E2-8C25-DDCC-5AB2F4D42A30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0">
              <a:extLst>
                <a:ext uri="{FF2B5EF4-FFF2-40B4-BE49-F238E27FC236}">
                  <a16:creationId xmlns:a16="http://schemas.microsoft.com/office/drawing/2014/main" id="{B1218711-5D3F-01FC-1B16-657A202999A4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1">
              <a:extLst>
                <a:ext uri="{FF2B5EF4-FFF2-40B4-BE49-F238E27FC236}">
                  <a16:creationId xmlns:a16="http://schemas.microsoft.com/office/drawing/2014/main" id="{80C5E864-276E-FE38-8D66-BA6FA9B99373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32">
              <a:extLst>
                <a:ext uri="{FF2B5EF4-FFF2-40B4-BE49-F238E27FC236}">
                  <a16:creationId xmlns:a16="http://schemas.microsoft.com/office/drawing/2014/main" id="{42576935-F842-B1A3-C9C1-B335C4EE8DD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33">
              <a:extLst>
                <a:ext uri="{FF2B5EF4-FFF2-40B4-BE49-F238E27FC236}">
                  <a16:creationId xmlns:a16="http://schemas.microsoft.com/office/drawing/2014/main" id="{AF83304A-D0AB-65DC-E84D-2C3CAA86C8E6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34">
              <a:extLst>
                <a:ext uri="{FF2B5EF4-FFF2-40B4-BE49-F238E27FC236}">
                  <a16:creationId xmlns:a16="http://schemas.microsoft.com/office/drawing/2014/main" id="{79A7F4FF-6F99-F163-034D-A1740144585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4" name="Input_receptor__435">
              <a:extLst>
                <a:ext uri="{FF2B5EF4-FFF2-40B4-BE49-F238E27FC236}">
                  <a16:creationId xmlns:a16="http://schemas.microsoft.com/office/drawing/2014/main" id="{B1322511-B184-28AD-0343-AE4F5EC701E2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36">
              <a:extLst>
                <a:ext uri="{FF2B5EF4-FFF2-40B4-BE49-F238E27FC236}">
                  <a16:creationId xmlns:a16="http://schemas.microsoft.com/office/drawing/2014/main" id="{8AA6ADC7-5F0A-17C2-44DD-973CC72E6486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6" name="Input_receptor__437">
              <a:extLst>
                <a:ext uri="{FF2B5EF4-FFF2-40B4-BE49-F238E27FC236}">
                  <a16:creationId xmlns:a16="http://schemas.microsoft.com/office/drawing/2014/main" id="{92D4B200-6125-55E0-F6DC-2F6D6E87E956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7" name="Input_receptor__438">
              <a:extLst>
                <a:ext uri="{FF2B5EF4-FFF2-40B4-BE49-F238E27FC236}">
                  <a16:creationId xmlns:a16="http://schemas.microsoft.com/office/drawing/2014/main" id="{D8258717-B73A-D969-7C91-F2EFF67569B2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8" name="Input_receptor__439">
              <a:extLst>
                <a:ext uri="{FF2B5EF4-FFF2-40B4-BE49-F238E27FC236}">
                  <a16:creationId xmlns:a16="http://schemas.microsoft.com/office/drawing/2014/main" id="{6F17D4C8-5876-BFA7-E09F-590B79E58330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9" name="Input_receptor__440">
              <a:extLst>
                <a:ext uri="{FF2B5EF4-FFF2-40B4-BE49-F238E27FC236}">
                  <a16:creationId xmlns:a16="http://schemas.microsoft.com/office/drawing/2014/main" id="{142CF356-E68A-1045-2C18-4985BCBA2E8C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50" name="Input_receptor__441">
              <a:extLst>
                <a:ext uri="{FF2B5EF4-FFF2-40B4-BE49-F238E27FC236}">
                  <a16:creationId xmlns:a16="http://schemas.microsoft.com/office/drawing/2014/main" id="{4FBB0A38-EF12-ABC6-7874-561D677FCC81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51" name="Input_receptor__442">
              <a:extLst>
                <a:ext uri="{FF2B5EF4-FFF2-40B4-BE49-F238E27FC236}">
                  <a16:creationId xmlns:a16="http://schemas.microsoft.com/office/drawing/2014/main" id="{82AF1101-AB26-14A8-1DF0-1E27A471E0EE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52" name="Input_receptor__443">
              <a:extLst>
                <a:ext uri="{FF2B5EF4-FFF2-40B4-BE49-F238E27FC236}">
                  <a16:creationId xmlns:a16="http://schemas.microsoft.com/office/drawing/2014/main" id="{671B80D2-7607-1456-AD14-FFC3525B4267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53" name="Input_receptor__444">
              <a:extLst>
                <a:ext uri="{FF2B5EF4-FFF2-40B4-BE49-F238E27FC236}">
                  <a16:creationId xmlns:a16="http://schemas.microsoft.com/office/drawing/2014/main" id="{7FB9A050-7E1A-B971-A598-559A533CA1E1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45">
              <a:extLst>
                <a:ext uri="{FF2B5EF4-FFF2-40B4-BE49-F238E27FC236}">
                  <a16:creationId xmlns:a16="http://schemas.microsoft.com/office/drawing/2014/main" id="{FF1D27E4-A0C5-E0DE-D49B-E61762BDE162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46">
              <a:extLst>
                <a:ext uri="{FF2B5EF4-FFF2-40B4-BE49-F238E27FC236}">
                  <a16:creationId xmlns:a16="http://schemas.microsoft.com/office/drawing/2014/main" id="{480FD530-FB61-C243-5B6C-BACC44BBDDB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6" name="Input_receptor__447">
              <a:extLst>
                <a:ext uri="{FF2B5EF4-FFF2-40B4-BE49-F238E27FC236}">
                  <a16:creationId xmlns:a16="http://schemas.microsoft.com/office/drawing/2014/main" id="{2CDEFC29-49A8-8238-3C5C-B7D380EE1BCB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48">
              <a:extLst>
                <a:ext uri="{FF2B5EF4-FFF2-40B4-BE49-F238E27FC236}">
                  <a16:creationId xmlns:a16="http://schemas.microsoft.com/office/drawing/2014/main" id="{EEF2862C-2F01-E72F-5424-69ECCF1F58B6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8" name="Input_receptor__449">
              <a:extLst>
                <a:ext uri="{FF2B5EF4-FFF2-40B4-BE49-F238E27FC236}">
                  <a16:creationId xmlns:a16="http://schemas.microsoft.com/office/drawing/2014/main" id="{74300298-EBB0-E6B3-4616-062E629DFFB7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9" name="Input_receptor__450">
              <a:extLst>
                <a:ext uri="{FF2B5EF4-FFF2-40B4-BE49-F238E27FC236}">
                  <a16:creationId xmlns:a16="http://schemas.microsoft.com/office/drawing/2014/main" id="{D9A31BB8-261B-F8E2-ABC6-256A6994B00E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60" name="Input_receptor__451">
              <a:extLst>
                <a:ext uri="{FF2B5EF4-FFF2-40B4-BE49-F238E27FC236}">
                  <a16:creationId xmlns:a16="http://schemas.microsoft.com/office/drawing/2014/main" id="{B4230218-8EA9-B6E8-308A-29917ADFC539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61" name="Input_receptor__452">
              <a:extLst>
                <a:ext uri="{FF2B5EF4-FFF2-40B4-BE49-F238E27FC236}">
                  <a16:creationId xmlns:a16="http://schemas.microsoft.com/office/drawing/2014/main" id="{87F801BE-8339-340A-E0A2-C173C71B075F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62" name="Input_receptor__453">
              <a:extLst>
                <a:ext uri="{FF2B5EF4-FFF2-40B4-BE49-F238E27FC236}">
                  <a16:creationId xmlns:a16="http://schemas.microsoft.com/office/drawing/2014/main" id="{C1F39B14-68EB-9EE6-9532-0A5FFF5B0E66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63" name="Input_receptor__454">
              <a:extLst>
                <a:ext uri="{FF2B5EF4-FFF2-40B4-BE49-F238E27FC236}">
                  <a16:creationId xmlns:a16="http://schemas.microsoft.com/office/drawing/2014/main" id="{13FF78D3-3D19-4015-12FB-5CC830CF4C47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64" name="Input_receptor__455">
              <a:extLst>
                <a:ext uri="{FF2B5EF4-FFF2-40B4-BE49-F238E27FC236}">
                  <a16:creationId xmlns:a16="http://schemas.microsoft.com/office/drawing/2014/main" id="{70FEC91B-353B-D7A7-3C02-4B470DCF8B3B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65" name="Input_receptor__456">
              <a:extLst>
                <a:ext uri="{FF2B5EF4-FFF2-40B4-BE49-F238E27FC236}">
                  <a16:creationId xmlns:a16="http://schemas.microsoft.com/office/drawing/2014/main" id="{06353686-C67E-A425-7D30-AE9AEE150AEF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6" name="Input_receptor__457">
              <a:extLst>
                <a:ext uri="{FF2B5EF4-FFF2-40B4-BE49-F238E27FC236}">
                  <a16:creationId xmlns:a16="http://schemas.microsoft.com/office/drawing/2014/main" id="{59D0E67B-C0B7-6922-0272-8578A97EA6A2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7" name="Input_receptor__458">
              <a:extLst>
                <a:ext uri="{FF2B5EF4-FFF2-40B4-BE49-F238E27FC236}">
                  <a16:creationId xmlns:a16="http://schemas.microsoft.com/office/drawing/2014/main" id="{46F1C553-F611-8066-F977-625BE2E46D3D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59">
              <a:extLst>
                <a:ext uri="{FF2B5EF4-FFF2-40B4-BE49-F238E27FC236}">
                  <a16:creationId xmlns:a16="http://schemas.microsoft.com/office/drawing/2014/main" id="{60AB04AC-01FD-674F-8DB9-CF71230A06E4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9" name="Input_receptor__460">
              <a:extLst>
                <a:ext uri="{FF2B5EF4-FFF2-40B4-BE49-F238E27FC236}">
                  <a16:creationId xmlns:a16="http://schemas.microsoft.com/office/drawing/2014/main" id="{7DEB6BC0-9506-24B7-92A7-EDD9B7FDC254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1">
              <a:extLst>
                <a:ext uri="{FF2B5EF4-FFF2-40B4-BE49-F238E27FC236}">
                  <a16:creationId xmlns:a16="http://schemas.microsoft.com/office/drawing/2014/main" id="{68B62A30-8D5D-2DFD-2F6E-4012892BB1F1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1" name="Input_receptor__462">
              <a:extLst>
                <a:ext uri="{FF2B5EF4-FFF2-40B4-BE49-F238E27FC236}">
                  <a16:creationId xmlns:a16="http://schemas.microsoft.com/office/drawing/2014/main" id="{19070917-A634-8E6F-CE13-A2DDB0A52AED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63">
              <a:extLst>
                <a:ext uri="{FF2B5EF4-FFF2-40B4-BE49-F238E27FC236}">
                  <a16:creationId xmlns:a16="http://schemas.microsoft.com/office/drawing/2014/main" id="{3E340EE4-F918-7FD2-0C14-3359BA5736F4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3" name="Input_receptor__464">
              <a:extLst>
                <a:ext uri="{FF2B5EF4-FFF2-40B4-BE49-F238E27FC236}">
                  <a16:creationId xmlns:a16="http://schemas.microsoft.com/office/drawing/2014/main" id="{137EDA25-093D-8411-270B-EC1CCC3FABCE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4" name="Input_receptor__465">
              <a:extLst>
                <a:ext uri="{FF2B5EF4-FFF2-40B4-BE49-F238E27FC236}">
                  <a16:creationId xmlns:a16="http://schemas.microsoft.com/office/drawing/2014/main" id="{3DFCACB6-DCEB-F904-4C47-0A3A5521064D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5" name="Input_receptor__466">
              <a:extLst>
                <a:ext uri="{FF2B5EF4-FFF2-40B4-BE49-F238E27FC236}">
                  <a16:creationId xmlns:a16="http://schemas.microsoft.com/office/drawing/2014/main" id="{7450B49B-FBF2-5A70-6779-91500DADC914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6" name="Input_receptor__467">
              <a:extLst>
                <a:ext uri="{FF2B5EF4-FFF2-40B4-BE49-F238E27FC236}">
                  <a16:creationId xmlns:a16="http://schemas.microsoft.com/office/drawing/2014/main" id="{2237CF30-FDF8-C82D-1FC8-013F67D91AB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7" name="Input_receptor__468">
              <a:extLst>
                <a:ext uri="{FF2B5EF4-FFF2-40B4-BE49-F238E27FC236}">
                  <a16:creationId xmlns:a16="http://schemas.microsoft.com/office/drawing/2014/main" id="{438AE7A5-7408-7754-BBF1-D10643DC7444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8" name="Input_receptor__469">
              <a:extLst>
                <a:ext uri="{FF2B5EF4-FFF2-40B4-BE49-F238E27FC236}">
                  <a16:creationId xmlns:a16="http://schemas.microsoft.com/office/drawing/2014/main" id="{47B63F3A-8836-901F-BAA4-1B9F189F1C8A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9" name="Input_receptor__470">
              <a:extLst>
                <a:ext uri="{FF2B5EF4-FFF2-40B4-BE49-F238E27FC236}">
                  <a16:creationId xmlns:a16="http://schemas.microsoft.com/office/drawing/2014/main" id="{01C9260A-1AEA-3EDF-A8E8-CBAED2FED583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80" name="Input_receptor__471">
              <a:extLst>
                <a:ext uri="{FF2B5EF4-FFF2-40B4-BE49-F238E27FC236}">
                  <a16:creationId xmlns:a16="http://schemas.microsoft.com/office/drawing/2014/main" id="{B57F9857-C522-2851-F7C2-553A2F1D82D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81" name="Input_receptor__472">
              <a:extLst>
                <a:ext uri="{FF2B5EF4-FFF2-40B4-BE49-F238E27FC236}">
                  <a16:creationId xmlns:a16="http://schemas.microsoft.com/office/drawing/2014/main" id="{27F94474-DF37-56E6-C360-0410B6CB08B7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82" name="Input_receptor__473">
              <a:extLst>
                <a:ext uri="{FF2B5EF4-FFF2-40B4-BE49-F238E27FC236}">
                  <a16:creationId xmlns:a16="http://schemas.microsoft.com/office/drawing/2014/main" id="{6DC1026C-E957-E88A-5099-0B518B956EE2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83" name="Input_receptor__474">
              <a:extLst>
                <a:ext uri="{FF2B5EF4-FFF2-40B4-BE49-F238E27FC236}">
                  <a16:creationId xmlns:a16="http://schemas.microsoft.com/office/drawing/2014/main" id="{881F3D32-BA1E-8441-C1BA-17F0B554F87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4" name="Input_receptor__475">
              <a:extLst>
                <a:ext uri="{FF2B5EF4-FFF2-40B4-BE49-F238E27FC236}">
                  <a16:creationId xmlns:a16="http://schemas.microsoft.com/office/drawing/2014/main" id="{7598F93C-FEAA-6A66-B2E0-95D22C730645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76">
              <a:extLst>
                <a:ext uri="{FF2B5EF4-FFF2-40B4-BE49-F238E27FC236}">
                  <a16:creationId xmlns:a16="http://schemas.microsoft.com/office/drawing/2014/main" id="{8B5A34C0-491A-497A-0AA5-A6831D04197B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77">
              <a:extLst>
                <a:ext uri="{FF2B5EF4-FFF2-40B4-BE49-F238E27FC236}">
                  <a16:creationId xmlns:a16="http://schemas.microsoft.com/office/drawing/2014/main" id="{414211D1-22B5-79DF-76E7-20F8A75A48AC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78">
              <a:extLst>
                <a:ext uri="{FF2B5EF4-FFF2-40B4-BE49-F238E27FC236}">
                  <a16:creationId xmlns:a16="http://schemas.microsoft.com/office/drawing/2014/main" id="{CC116259-66F0-E7D1-775D-84B21036A421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79">
              <a:extLst>
                <a:ext uri="{FF2B5EF4-FFF2-40B4-BE49-F238E27FC236}">
                  <a16:creationId xmlns:a16="http://schemas.microsoft.com/office/drawing/2014/main" id="{579995D7-A90F-9061-B6A3-DBFF62FEE342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0">
              <a:extLst>
                <a:ext uri="{FF2B5EF4-FFF2-40B4-BE49-F238E27FC236}">
                  <a16:creationId xmlns:a16="http://schemas.microsoft.com/office/drawing/2014/main" id="{EF69D0EF-F7FC-D4B3-92B1-4D0F77D72CE9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90" name="Input_receptor__481">
              <a:extLst>
                <a:ext uri="{FF2B5EF4-FFF2-40B4-BE49-F238E27FC236}">
                  <a16:creationId xmlns:a16="http://schemas.microsoft.com/office/drawing/2014/main" id="{8B888B28-77AC-4145-D6D7-9EFA01183BA6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91" name="Input_receptor__482">
              <a:extLst>
                <a:ext uri="{FF2B5EF4-FFF2-40B4-BE49-F238E27FC236}">
                  <a16:creationId xmlns:a16="http://schemas.microsoft.com/office/drawing/2014/main" id="{9335171B-F062-079E-5D15-E41A605E22EE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92" name="Input_receptor__483">
              <a:extLst>
                <a:ext uri="{FF2B5EF4-FFF2-40B4-BE49-F238E27FC236}">
                  <a16:creationId xmlns:a16="http://schemas.microsoft.com/office/drawing/2014/main" id="{FCDB46BB-D59B-EC0A-0FEE-EC0D677F3D94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93" name="Input_receptor__484">
              <a:extLst>
                <a:ext uri="{FF2B5EF4-FFF2-40B4-BE49-F238E27FC236}">
                  <a16:creationId xmlns:a16="http://schemas.microsoft.com/office/drawing/2014/main" id="{6414C9B9-D7CC-2B8B-11D4-48269EAF2676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94" name="Input_receptor__485">
              <a:extLst>
                <a:ext uri="{FF2B5EF4-FFF2-40B4-BE49-F238E27FC236}">
                  <a16:creationId xmlns:a16="http://schemas.microsoft.com/office/drawing/2014/main" id="{DCE35070-468D-F3FC-114F-424B6509463A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95" name="Input_receptor__486">
              <a:extLst>
                <a:ext uri="{FF2B5EF4-FFF2-40B4-BE49-F238E27FC236}">
                  <a16:creationId xmlns:a16="http://schemas.microsoft.com/office/drawing/2014/main" id="{24DE24E4-89F9-7893-240B-C79011DC274F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96" name="Input_receptor__487">
              <a:extLst>
                <a:ext uri="{FF2B5EF4-FFF2-40B4-BE49-F238E27FC236}">
                  <a16:creationId xmlns:a16="http://schemas.microsoft.com/office/drawing/2014/main" id="{7B94F38B-CED6-D349-BF99-0E53DBEEE763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97" name="Input_receptor__488">
              <a:extLst>
                <a:ext uri="{FF2B5EF4-FFF2-40B4-BE49-F238E27FC236}">
                  <a16:creationId xmlns:a16="http://schemas.microsoft.com/office/drawing/2014/main" id="{3DF34D98-1BB0-D427-2111-1A42EA82B1F3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89">
              <a:extLst>
                <a:ext uri="{FF2B5EF4-FFF2-40B4-BE49-F238E27FC236}">
                  <a16:creationId xmlns:a16="http://schemas.microsoft.com/office/drawing/2014/main" id="{E95216EC-C114-98BC-5476-1AC9470E1DC3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0">
              <a:extLst>
                <a:ext uri="{FF2B5EF4-FFF2-40B4-BE49-F238E27FC236}">
                  <a16:creationId xmlns:a16="http://schemas.microsoft.com/office/drawing/2014/main" id="{E581998F-8876-AD87-88FC-F5B3C8FBE2AF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1">
              <a:extLst>
                <a:ext uri="{FF2B5EF4-FFF2-40B4-BE49-F238E27FC236}">
                  <a16:creationId xmlns:a16="http://schemas.microsoft.com/office/drawing/2014/main" id="{94C2C977-19E1-CE3B-CF49-A5F6D220A5E7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1" name="Input_receptor__492">
              <a:extLst>
                <a:ext uri="{FF2B5EF4-FFF2-40B4-BE49-F238E27FC236}">
                  <a16:creationId xmlns:a16="http://schemas.microsoft.com/office/drawing/2014/main" id="{7EC9BC01-C015-F64F-5C2C-917BD9DA70C9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502" name="Input_receptor__493">
              <a:extLst>
                <a:ext uri="{FF2B5EF4-FFF2-40B4-BE49-F238E27FC236}">
                  <a16:creationId xmlns:a16="http://schemas.microsoft.com/office/drawing/2014/main" id="{904BAE75-8D58-F050-7169-85954C46107F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3" name="Input_receptor__494">
              <a:extLst>
                <a:ext uri="{FF2B5EF4-FFF2-40B4-BE49-F238E27FC236}">
                  <a16:creationId xmlns:a16="http://schemas.microsoft.com/office/drawing/2014/main" id="{D984BE2D-0416-4E95-5CE2-DCB8E5483452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4" name="Input_receptor__495">
              <a:extLst>
                <a:ext uri="{FF2B5EF4-FFF2-40B4-BE49-F238E27FC236}">
                  <a16:creationId xmlns:a16="http://schemas.microsoft.com/office/drawing/2014/main" id="{EBF79288-08CB-D5E7-F978-28B5A3E6584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505" name="Input_receptor__496">
              <a:extLst>
                <a:ext uri="{FF2B5EF4-FFF2-40B4-BE49-F238E27FC236}">
                  <a16:creationId xmlns:a16="http://schemas.microsoft.com/office/drawing/2014/main" id="{FE2F6EDA-2A6C-FD94-5F2E-6FBB79664792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6" name="Input_receptor__497">
              <a:extLst>
                <a:ext uri="{FF2B5EF4-FFF2-40B4-BE49-F238E27FC236}">
                  <a16:creationId xmlns:a16="http://schemas.microsoft.com/office/drawing/2014/main" id="{F7FC638D-C42C-08BB-1A4C-BEB115D20FF2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7" name="Input_receptor__498">
              <a:extLst>
                <a:ext uri="{FF2B5EF4-FFF2-40B4-BE49-F238E27FC236}">
                  <a16:creationId xmlns:a16="http://schemas.microsoft.com/office/drawing/2014/main" id="{169836A5-8342-E786-EBF0-7989D189286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8" name="Input_receptor__499">
              <a:extLst>
                <a:ext uri="{FF2B5EF4-FFF2-40B4-BE49-F238E27FC236}">
                  <a16:creationId xmlns:a16="http://schemas.microsoft.com/office/drawing/2014/main" id="{D93637AA-0750-4232-1ABC-DBD69CF15E1A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9" name="Input_receptor__500">
              <a:extLst>
                <a:ext uri="{FF2B5EF4-FFF2-40B4-BE49-F238E27FC236}">
                  <a16:creationId xmlns:a16="http://schemas.microsoft.com/office/drawing/2014/main" id="{B6D8BA70-F369-CCD4-2309-49CAA835F90B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10" name="Input_receptor__501">
              <a:extLst>
                <a:ext uri="{FF2B5EF4-FFF2-40B4-BE49-F238E27FC236}">
                  <a16:creationId xmlns:a16="http://schemas.microsoft.com/office/drawing/2014/main" id="{BC89EAB3-230D-6248-3ED9-B733338C415B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02">
              <a:extLst>
                <a:ext uri="{FF2B5EF4-FFF2-40B4-BE49-F238E27FC236}">
                  <a16:creationId xmlns:a16="http://schemas.microsoft.com/office/drawing/2014/main" id="{1485A1DA-11E1-4116-4942-6AF98A4A0341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12" name="Input_receptor__503">
              <a:extLst>
                <a:ext uri="{FF2B5EF4-FFF2-40B4-BE49-F238E27FC236}">
                  <a16:creationId xmlns:a16="http://schemas.microsoft.com/office/drawing/2014/main" id="{91CD9C55-A954-DDED-1BB4-A5818F1D312C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3" name="Input_receptor__504">
              <a:extLst>
                <a:ext uri="{FF2B5EF4-FFF2-40B4-BE49-F238E27FC236}">
                  <a16:creationId xmlns:a16="http://schemas.microsoft.com/office/drawing/2014/main" id="{D6CF23AB-C7A0-DA8D-C6CF-9ADDCEBDB5D1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14" name="Input_receptor__505">
              <a:extLst>
                <a:ext uri="{FF2B5EF4-FFF2-40B4-BE49-F238E27FC236}">
                  <a16:creationId xmlns:a16="http://schemas.microsoft.com/office/drawing/2014/main" id="{AC65FB4E-ABA4-422F-E062-0278C272F543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5" name="Input_receptor__506">
              <a:extLst>
                <a:ext uri="{FF2B5EF4-FFF2-40B4-BE49-F238E27FC236}">
                  <a16:creationId xmlns:a16="http://schemas.microsoft.com/office/drawing/2014/main" id="{C9E8DE8F-A1CD-A885-D9B0-CF0A770322D7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16" name="Input_receptor__507">
              <a:extLst>
                <a:ext uri="{FF2B5EF4-FFF2-40B4-BE49-F238E27FC236}">
                  <a16:creationId xmlns:a16="http://schemas.microsoft.com/office/drawing/2014/main" id="{BEF1043A-CF69-47F4-7DCC-9DB3AF875865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17" name="Input_receptor__508">
              <a:extLst>
                <a:ext uri="{FF2B5EF4-FFF2-40B4-BE49-F238E27FC236}">
                  <a16:creationId xmlns:a16="http://schemas.microsoft.com/office/drawing/2014/main" id="{F8CEFFA9-F576-3FC3-150B-C1C7FC88E32E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8" name="Input_receptor__509">
              <a:extLst>
                <a:ext uri="{FF2B5EF4-FFF2-40B4-BE49-F238E27FC236}">
                  <a16:creationId xmlns:a16="http://schemas.microsoft.com/office/drawing/2014/main" id="{A84A2503-16AC-8E6C-12F9-6547C88234A3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9" name="Input_receptor__510">
              <a:extLst>
                <a:ext uri="{FF2B5EF4-FFF2-40B4-BE49-F238E27FC236}">
                  <a16:creationId xmlns:a16="http://schemas.microsoft.com/office/drawing/2014/main" id="{87C70ED6-92CC-F9EA-B195-F49D0B5480AE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20" name="Input_receptor__511">
              <a:extLst>
                <a:ext uri="{FF2B5EF4-FFF2-40B4-BE49-F238E27FC236}">
                  <a16:creationId xmlns:a16="http://schemas.microsoft.com/office/drawing/2014/main" id="{381FAA9D-5113-7120-FAE8-349FFC4D7575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21" name="Input_receptor__512">
              <a:extLst>
                <a:ext uri="{FF2B5EF4-FFF2-40B4-BE49-F238E27FC236}">
                  <a16:creationId xmlns:a16="http://schemas.microsoft.com/office/drawing/2014/main" id="{AC40CBAC-E4F1-DCB2-415E-09451C009674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22" name="Input_receptor__513">
              <a:extLst>
                <a:ext uri="{FF2B5EF4-FFF2-40B4-BE49-F238E27FC236}">
                  <a16:creationId xmlns:a16="http://schemas.microsoft.com/office/drawing/2014/main" id="{5D012C38-1EBC-7956-864B-A58AC7A274A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23" name="Input_receptor__514">
              <a:extLst>
                <a:ext uri="{FF2B5EF4-FFF2-40B4-BE49-F238E27FC236}">
                  <a16:creationId xmlns:a16="http://schemas.microsoft.com/office/drawing/2014/main" id="{390FCF4A-7990-957E-6628-EE167AB21841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24" name="Input_receptor__515">
              <a:extLst>
                <a:ext uri="{FF2B5EF4-FFF2-40B4-BE49-F238E27FC236}">
                  <a16:creationId xmlns:a16="http://schemas.microsoft.com/office/drawing/2014/main" id="{1B4C1EEF-168C-533B-4940-414692FF3DB5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25" name="Input_receptor__516">
              <a:extLst>
                <a:ext uri="{FF2B5EF4-FFF2-40B4-BE49-F238E27FC236}">
                  <a16:creationId xmlns:a16="http://schemas.microsoft.com/office/drawing/2014/main" id="{68143413-F6FF-E8D1-CD99-F9796AB4910F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17">
              <a:extLst>
                <a:ext uri="{FF2B5EF4-FFF2-40B4-BE49-F238E27FC236}">
                  <a16:creationId xmlns:a16="http://schemas.microsoft.com/office/drawing/2014/main" id="{A0134054-EC09-D27E-A187-4F6ABCBDDE80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27" name="Input_receptor__518">
              <a:extLst>
                <a:ext uri="{FF2B5EF4-FFF2-40B4-BE49-F238E27FC236}">
                  <a16:creationId xmlns:a16="http://schemas.microsoft.com/office/drawing/2014/main" id="{CA9C2F20-9208-EAC5-9FAD-4D8D7EAF960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19">
              <a:extLst>
                <a:ext uri="{FF2B5EF4-FFF2-40B4-BE49-F238E27FC236}">
                  <a16:creationId xmlns:a16="http://schemas.microsoft.com/office/drawing/2014/main" id="{2D09025E-0370-EA4F-4FFA-452215BEA292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0">
              <a:extLst>
                <a:ext uri="{FF2B5EF4-FFF2-40B4-BE49-F238E27FC236}">
                  <a16:creationId xmlns:a16="http://schemas.microsoft.com/office/drawing/2014/main" id="{F8A0542F-24A9-F1C1-FEE5-61B4F5D001C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1">
              <a:extLst>
                <a:ext uri="{FF2B5EF4-FFF2-40B4-BE49-F238E27FC236}">
                  <a16:creationId xmlns:a16="http://schemas.microsoft.com/office/drawing/2014/main" id="{221BB514-2621-1124-E4D5-6DD0CB3A587B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1" name="Input_receptor__522">
              <a:extLst>
                <a:ext uri="{FF2B5EF4-FFF2-40B4-BE49-F238E27FC236}">
                  <a16:creationId xmlns:a16="http://schemas.microsoft.com/office/drawing/2014/main" id="{D629B340-FF56-AEFC-613A-C4EB22C28EDF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23">
              <a:extLst>
                <a:ext uri="{FF2B5EF4-FFF2-40B4-BE49-F238E27FC236}">
                  <a16:creationId xmlns:a16="http://schemas.microsoft.com/office/drawing/2014/main" id="{9C4C91A3-4EB8-98DB-5A27-8B6970A7680F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24">
              <a:extLst>
                <a:ext uri="{FF2B5EF4-FFF2-40B4-BE49-F238E27FC236}">
                  <a16:creationId xmlns:a16="http://schemas.microsoft.com/office/drawing/2014/main" id="{39A607E4-75FD-78D8-E1D9-379D08793CA6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4" name="Input_receptor__525">
              <a:extLst>
                <a:ext uri="{FF2B5EF4-FFF2-40B4-BE49-F238E27FC236}">
                  <a16:creationId xmlns:a16="http://schemas.microsoft.com/office/drawing/2014/main" id="{F1C96CD2-61E6-4612-2D0B-2E7189E91DAB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26">
              <a:extLst>
                <a:ext uri="{FF2B5EF4-FFF2-40B4-BE49-F238E27FC236}">
                  <a16:creationId xmlns:a16="http://schemas.microsoft.com/office/drawing/2014/main" id="{E81211D4-F60D-DC3B-2A53-BA21E64EDFF5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6" name="Input_receptor__527">
              <a:extLst>
                <a:ext uri="{FF2B5EF4-FFF2-40B4-BE49-F238E27FC236}">
                  <a16:creationId xmlns:a16="http://schemas.microsoft.com/office/drawing/2014/main" id="{1860C063-950C-CD9E-9673-0A1FA771F56D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28">
              <a:extLst>
                <a:ext uri="{FF2B5EF4-FFF2-40B4-BE49-F238E27FC236}">
                  <a16:creationId xmlns:a16="http://schemas.microsoft.com/office/drawing/2014/main" id="{0411AA4A-E94A-2BD6-31C7-04982EBC7AAF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29">
              <a:extLst>
                <a:ext uri="{FF2B5EF4-FFF2-40B4-BE49-F238E27FC236}">
                  <a16:creationId xmlns:a16="http://schemas.microsoft.com/office/drawing/2014/main" id="{8572E248-C4DA-DD98-6D2A-2578DA39613E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9" name="Input_receptor__530">
              <a:extLst>
                <a:ext uri="{FF2B5EF4-FFF2-40B4-BE49-F238E27FC236}">
                  <a16:creationId xmlns:a16="http://schemas.microsoft.com/office/drawing/2014/main" id="{4BFB1BA7-A4BE-D97A-BAEB-05C82B0E003E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1">
              <a:extLst>
                <a:ext uri="{FF2B5EF4-FFF2-40B4-BE49-F238E27FC236}">
                  <a16:creationId xmlns:a16="http://schemas.microsoft.com/office/drawing/2014/main" id="{77FAD160-B755-1954-EF4C-A5213969ADC2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1" name="Input_receptor__532">
              <a:extLst>
                <a:ext uri="{FF2B5EF4-FFF2-40B4-BE49-F238E27FC236}">
                  <a16:creationId xmlns:a16="http://schemas.microsoft.com/office/drawing/2014/main" id="{E27461AA-5068-8DF2-BCC8-D32016494287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2" name="Input_receptor__533">
              <a:extLst>
                <a:ext uri="{FF2B5EF4-FFF2-40B4-BE49-F238E27FC236}">
                  <a16:creationId xmlns:a16="http://schemas.microsoft.com/office/drawing/2014/main" id="{57DDAF5A-C75A-2469-6F4D-894279C75FCF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34">
              <a:extLst>
                <a:ext uri="{FF2B5EF4-FFF2-40B4-BE49-F238E27FC236}">
                  <a16:creationId xmlns:a16="http://schemas.microsoft.com/office/drawing/2014/main" id="{ECADF37B-04DC-587A-4EED-0CDD2A8E7326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4" name="Input_receptor__535">
              <a:extLst>
                <a:ext uri="{FF2B5EF4-FFF2-40B4-BE49-F238E27FC236}">
                  <a16:creationId xmlns:a16="http://schemas.microsoft.com/office/drawing/2014/main" id="{FAD2562E-6847-3E95-0C5C-3DC85A2AFA39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36">
              <a:extLst>
                <a:ext uri="{FF2B5EF4-FFF2-40B4-BE49-F238E27FC236}">
                  <a16:creationId xmlns:a16="http://schemas.microsoft.com/office/drawing/2014/main" id="{704A93DA-8C61-5B22-7D7A-CDD506043EC6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6" name="Input_receptor__537">
              <a:extLst>
                <a:ext uri="{FF2B5EF4-FFF2-40B4-BE49-F238E27FC236}">
                  <a16:creationId xmlns:a16="http://schemas.microsoft.com/office/drawing/2014/main" id="{CC779F1A-B170-6FA7-A6F1-5D547060AC52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38">
              <a:extLst>
                <a:ext uri="{FF2B5EF4-FFF2-40B4-BE49-F238E27FC236}">
                  <a16:creationId xmlns:a16="http://schemas.microsoft.com/office/drawing/2014/main" id="{C1DBFE03-328E-138C-68B4-2CF8327D7990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39">
              <a:extLst>
                <a:ext uri="{FF2B5EF4-FFF2-40B4-BE49-F238E27FC236}">
                  <a16:creationId xmlns:a16="http://schemas.microsoft.com/office/drawing/2014/main" id="{92312FEE-67FE-CBAB-1E97-DECC0E271E3D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9" name="Input_receptor__540">
              <a:extLst>
                <a:ext uri="{FF2B5EF4-FFF2-40B4-BE49-F238E27FC236}">
                  <a16:creationId xmlns:a16="http://schemas.microsoft.com/office/drawing/2014/main" id="{AE1BF31D-77F6-5B3F-A2FA-B03E7F87437C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50" name="Input_receptor__541">
              <a:extLst>
                <a:ext uri="{FF2B5EF4-FFF2-40B4-BE49-F238E27FC236}">
                  <a16:creationId xmlns:a16="http://schemas.microsoft.com/office/drawing/2014/main" id="{C0168529-50E4-5FA6-6637-3580E89CC552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51" name="Input_receptor__542">
              <a:extLst>
                <a:ext uri="{FF2B5EF4-FFF2-40B4-BE49-F238E27FC236}">
                  <a16:creationId xmlns:a16="http://schemas.microsoft.com/office/drawing/2014/main" id="{E91FA42D-99EE-F123-0C64-639B4071D7A6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52" name="Input_receptor__543">
              <a:extLst>
                <a:ext uri="{FF2B5EF4-FFF2-40B4-BE49-F238E27FC236}">
                  <a16:creationId xmlns:a16="http://schemas.microsoft.com/office/drawing/2014/main" id="{4A3B8C19-EB2E-BF05-BE04-4FDFCA24508F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53" name="Input_receptor__544">
              <a:extLst>
                <a:ext uri="{FF2B5EF4-FFF2-40B4-BE49-F238E27FC236}">
                  <a16:creationId xmlns:a16="http://schemas.microsoft.com/office/drawing/2014/main" id="{669F7801-BA42-84F8-C6EB-C7B85CC81614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54" name="Input_receptor__545">
              <a:extLst>
                <a:ext uri="{FF2B5EF4-FFF2-40B4-BE49-F238E27FC236}">
                  <a16:creationId xmlns:a16="http://schemas.microsoft.com/office/drawing/2014/main" id="{8609C6BE-6BE6-30D0-4F77-BCF1C5A24708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55" name="Input_receptor__546">
              <a:extLst>
                <a:ext uri="{FF2B5EF4-FFF2-40B4-BE49-F238E27FC236}">
                  <a16:creationId xmlns:a16="http://schemas.microsoft.com/office/drawing/2014/main" id="{750ECBAF-7417-02D8-43DE-3F87DA15F841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56" name="Input_receptor__547">
              <a:extLst>
                <a:ext uri="{FF2B5EF4-FFF2-40B4-BE49-F238E27FC236}">
                  <a16:creationId xmlns:a16="http://schemas.microsoft.com/office/drawing/2014/main" id="{AB150969-8F2A-BA57-8CD1-B54C23272BDF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57" name="Input_receptor__548">
              <a:extLst>
                <a:ext uri="{FF2B5EF4-FFF2-40B4-BE49-F238E27FC236}">
                  <a16:creationId xmlns:a16="http://schemas.microsoft.com/office/drawing/2014/main" id="{C4143AA6-DBF5-5A33-E906-09F8458DF07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8" name="Input_receptor__549">
              <a:extLst>
                <a:ext uri="{FF2B5EF4-FFF2-40B4-BE49-F238E27FC236}">
                  <a16:creationId xmlns:a16="http://schemas.microsoft.com/office/drawing/2014/main" id="{D97823E6-49BF-0290-BA69-7782E24DD91B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9" name="Input_receptor__550">
              <a:extLst>
                <a:ext uri="{FF2B5EF4-FFF2-40B4-BE49-F238E27FC236}">
                  <a16:creationId xmlns:a16="http://schemas.microsoft.com/office/drawing/2014/main" id="{3C24BB4B-4E12-2C16-DAF7-67EA9335F58C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60" name="Input_receptor__551">
              <a:extLst>
                <a:ext uri="{FF2B5EF4-FFF2-40B4-BE49-F238E27FC236}">
                  <a16:creationId xmlns:a16="http://schemas.microsoft.com/office/drawing/2014/main" id="{D52573D9-4C06-1D9A-062B-23B74F06CD94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1" name="Input_receptor__552">
              <a:extLst>
                <a:ext uri="{FF2B5EF4-FFF2-40B4-BE49-F238E27FC236}">
                  <a16:creationId xmlns:a16="http://schemas.microsoft.com/office/drawing/2014/main" id="{962F569B-69C2-DDDF-B238-6E71B270E87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62" name="Input_receptor__553">
              <a:extLst>
                <a:ext uri="{FF2B5EF4-FFF2-40B4-BE49-F238E27FC236}">
                  <a16:creationId xmlns:a16="http://schemas.microsoft.com/office/drawing/2014/main" id="{C8FA1DC1-C4F2-20DC-8D93-0FD1D0E38BB7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3" name="Input_receptor__554">
              <a:extLst>
                <a:ext uri="{FF2B5EF4-FFF2-40B4-BE49-F238E27FC236}">
                  <a16:creationId xmlns:a16="http://schemas.microsoft.com/office/drawing/2014/main" id="{A305AFE9-B74E-33F5-444C-1C1C8FD1C16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4" name="Input_receptor__555">
              <a:extLst>
                <a:ext uri="{FF2B5EF4-FFF2-40B4-BE49-F238E27FC236}">
                  <a16:creationId xmlns:a16="http://schemas.microsoft.com/office/drawing/2014/main" id="{E9C4BA91-BC4A-9C5B-A211-7B9540A83D15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5" name="Input_receptor__556">
              <a:extLst>
                <a:ext uri="{FF2B5EF4-FFF2-40B4-BE49-F238E27FC236}">
                  <a16:creationId xmlns:a16="http://schemas.microsoft.com/office/drawing/2014/main" id="{7516C38F-55A3-60F5-933E-F54B92B9C206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6" name="Input_receptor__557">
              <a:extLst>
                <a:ext uri="{FF2B5EF4-FFF2-40B4-BE49-F238E27FC236}">
                  <a16:creationId xmlns:a16="http://schemas.microsoft.com/office/drawing/2014/main" id="{F139E1A6-25C7-83E0-7190-8C19C6951539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67" name="Input_receptor__558">
              <a:extLst>
                <a:ext uri="{FF2B5EF4-FFF2-40B4-BE49-F238E27FC236}">
                  <a16:creationId xmlns:a16="http://schemas.microsoft.com/office/drawing/2014/main" id="{B00768DB-7C51-E6D7-2978-55C94F4B3A04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8" name="Input_receptor__559">
              <a:extLst>
                <a:ext uri="{FF2B5EF4-FFF2-40B4-BE49-F238E27FC236}">
                  <a16:creationId xmlns:a16="http://schemas.microsoft.com/office/drawing/2014/main" id="{2B39E43C-BBB1-02B6-0843-0806B93E2694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0">
              <a:extLst>
                <a:ext uri="{FF2B5EF4-FFF2-40B4-BE49-F238E27FC236}">
                  <a16:creationId xmlns:a16="http://schemas.microsoft.com/office/drawing/2014/main" id="{A78C2EA5-BC29-93D1-592C-B1C58BA3B599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1">
              <a:extLst>
                <a:ext uri="{FF2B5EF4-FFF2-40B4-BE49-F238E27FC236}">
                  <a16:creationId xmlns:a16="http://schemas.microsoft.com/office/drawing/2014/main" id="{7BA3503D-D0DD-0631-5AA2-1A5E16C8C781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62">
              <a:extLst>
                <a:ext uri="{FF2B5EF4-FFF2-40B4-BE49-F238E27FC236}">
                  <a16:creationId xmlns:a16="http://schemas.microsoft.com/office/drawing/2014/main" id="{0B5A767A-39A4-5B5D-4268-ECB743C93E23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63">
              <a:extLst>
                <a:ext uri="{FF2B5EF4-FFF2-40B4-BE49-F238E27FC236}">
                  <a16:creationId xmlns:a16="http://schemas.microsoft.com/office/drawing/2014/main" id="{49044274-2B78-198D-6685-1897FFB4E0F9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64">
              <a:extLst>
                <a:ext uri="{FF2B5EF4-FFF2-40B4-BE49-F238E27FC236}">
                  <a16:creationId xmlns:a16="http://schemas.microsoft.com/office/drawing/2014/main" id="{654D5ACC-EC90-B042-449C-9D80834BE912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65">
              <a:extLst>
                <a:ext uri="{FF2B5EF4-FFF2-40B4-BE49-F238E27FC236}">
                  <a16:creationId xmlns:a16="http://schemas.microsoft.com/office/drawing/2014/main" id="{46FA4677-F93E-A0A8-9A67-47B2AF8B1075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5" name="Input_receptor__566">
              <a:extLst>
                <a:ext uri="{FF2B5EF4-FFF2-40B4-BE49-F238E27FC236}">
                  <a16:creationId xmlns:a16="http://schemas.microsoft.com/office/drawing/2014/main" id="{DE1C3B3B-1645-CE3E-369D-BB2AFAB8A36C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6" name="Input_receptor__567">
              <a:extLst>
                <a:ext uri="{FF2B5EF4-FFF2-40B4-BE49-F238E27FC236}">
                  <a16:creationId xmlns:a16="http://schemas.microsoft.com/office/drawing/2014/main" id="{37CE34A7-AA57-3FBE-2DE9-E289A90FB71E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7" name="Input_receptor__568">
              <a:extLst>
                <a:ext uri="{FF2B5EF4-FFF2-40B4-BE49-F238E27FC236}">
                  <a16:creationId xmlns:a16="http://schemas.microsoft.com/office/drawing/2014/main" id="{7C8B2F6C-4FB9-C673-549D-A275A622A29D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8" name="Input_receptor__569">
              <a:extLst>
                <a:ext uri="{FF2B5EF4-FFF2-40B4-BE49-F238E27FC236}">
                  <a16:creationId xmlns:a16="http://schemas.microsoft.com/office/drawing/2014/main" id="{CDB782A7-D675-E15C-1C84-D66FBD9197E0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9" name="Input_receptor__570">
              <a:extLst>
                <a:ext uri="{FF2B5EF4-FFF2-40B4-BE49-F238E27FC236}">
                  <a16:creationId xmlns:a16="http://schemas.microsoft.com/office/drawing/2014/main" id="{C6948C47-82C3-1A17-4E42-49BAC5A2D50A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80" name="Input_receptor__571">
              <a:extLst>
                <a:ext uri="{FF2B5EF4-FFF2-40B4-BE49-F238E27FC236}">
                  <a16:creationId xmlns:a16="http://schemas.microsoft.com/office/drawing/2014/main" id="{94DBD8EA-B1DC-F858-DE8F-406A7237B8E7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81" name="Input_receptor__572">
              <a:extLst>
                <a:ext uri="{FF2B5EF4-FFF2-40B4-BE49-F238E27FC236}">
                  <a16:creationId xmlns:a16="http://schemas.microsoft.com/office/drawing/2014/main" id="{44858B4E-1E28-F2CF-7325-45B8B5B46AAF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82" name="Input_receptor__573">
              <a:extLst>
                <a:ext uri="{FF2B5EF4-FFF2-40B4-BE49-F238E27FC236}">
                  <a16:creationId xmlns:a16="http://schemas.microsoft.com/office/drawing/2014/main" id="{8F20F85B-4E91-025E-7AC7-AA9172CAFB67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74">
              <a:extLst>
                <a:ext uri="{FF2B5EF4-FFF2-40B4-BE49-F238E27FC236}">
                  <a16:creationId xmlns:a16="http://schemas.microsoft.com/office/drawing/2014/main" id="{AF10AA02-6C14-B1E0-A6A5-D82B27414BBA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75">
              <a:extLst>
                <a:ext uri="{FF2B5EF4-FFF2-40B4-BE49-F238E27FC236}">
                  <a16:creationId xmlns:a16="http://schemas.microsoft.com/office/drawing/2014/main" id="{F93EEE6E-6090-52D6-EA7D-E34B438BD758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5" name="Input_receptor__576">
              <a:extLst>
                <a:ext uri="{FF2B5EF4-FFF2-40B4-BE49-F238E27FC236}">
                  <a16:creationId xmlns:a16="http://schemas.microsoft.com/office/drawing/2014/main" id="{90824604-E3CE-182F-EC74-A04694B3156E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6" name="Input_receptor__577">
              <a:extLst>
                <a:ext uri="{FF2B5EF4-FFF2-40B4-BE49-F238E27FC236}">
                  <a16:creationId xmlns:a16="http://schemas.microsoft.com/office/drawing/2014/main" id="{8B380F73-1C44-8AA3-9E9E-660E8DBD2B04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7" name="Input_receptor__578">
              <a:extLst>
                <a:ext uri="{FF2B5EF4-FFF2-40B4-BE49-F238E27FC236}">
                  <a16:creationId xmlns:a16="http://schemas.microsoft.com/office/drawing/2014/main" id="{1374F365-44C7-0F06-1BC4-62D63F5AEAEE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8" name="Input_receptor__579">
              <a:extLst>
                <a:ext uri="{FF2B5EF4-FFF2-40B4-BE49-F238E27FC236}">
                  <a16:creationId xmlns:a16="http://schemas.microsoft.com/office/drawing/2014/main" id="{EE151F3B-D754-44AC-653C-8BD424C4B9C1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9" name="Input_receptor__580">
              <a:extLst>
                <a:ext uri="{FF2B5EF4-FFF2-40B4-BE49-F238E27FC236}">
                  <a16:creationId xmlns:a16="http://schemas.microsoft.com/office/drawing/2014/main" id="{FC6F971C-EB60-BB3A-5B53-CF4DA0E63259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90" name="Input_receptor__581">
              <a:extLst>
                <a:ext uri="{FF2B5EF4-FFF2-40B4-BE49-F238E27FC236}">
                  <a16:creationId xmlns:a16="http://schemas.microsoft.com/office/drawing/2014/main" id="{A312F48C-ED31-9FEB-9667-BF2B4260C8C4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91" name="Input_receptor__582">
              <a:extLst>
                <a:ext uri="{FF2B5EF4-FFF2-40B4-BE49-F238E27FC236}">
                  <a16:creationId xmlns:a16="http://schemas.microsoft.com/office/drawing/2014/main" id="{F240E4C1-CAE0-24F2-A472-7D2E447D6195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92" name="Input_receptor__583">
              <a:extLst>
                <a:ext uri="{FF2B5EF4-FFF2-40B4-BE49-F238E27FC236}">
                  <a16:creationId xmlns:a16="http://schemas.microsoft.com/office/drawing/2014/main" id="{97AD0C84-1C8D-0CC6-81EF-1C32107D0A8A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93" name="Input_receptor__584">
              <a:extLst>
                <a:ext uri="{FF2B5EF4-FFF2-40B4-BE49-F238E27FC236}">
                  <a16:creationId xmlns:a16="http://schemas.microsoft.com/office/drawing/2014/main" id="{EDEDEBBD-0F96-4819-F28D-1C903F0F3CCC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85">
              <a:extLst>
                <a:ext uri="{FF2B5EF4-FFF2-40B4-BE49-F238E27FC236}">
                  <a16:creationId xmlns:a16="http://schemas.microsoft.com/office/drawing/2014/main" id="{6FB0C61E-9E6F-2286-3BA7-530622DC610D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86">
              <a:extLst>
                <a:ext uri="{FF2B5EF4-FFF2-40B4-BE49-F238E27FC236}">
                  <a16:creationId xmlns:a16="http://schemas.microsoft.com/office/drawing/2014/main" id="{94543AAC-01DB-69FB-BF54-F86D107B55F1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6" name="Input_receptor__587">
              <a:extLst>
                <a:ext uri="{FF2B5EF4-FFF2-40B4-BE49-F238E27FC236}">
                  <a16:creationId xmlns:a16="http://schemas.microsoft.com/office/drawing/2014/main" id="{6BE5C103-B883-87C4-AC04-AD31F86143BF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88">
              <a:extLst>
                <a:ext uri="{FF2B5EF4-FFF2-40B4-BE49-F238E27FC236}">
                  <a16:creationId xmlns:a16="http://schemas.microsoft.com/office/drawing/2014/main" id="{6772C490-98B8-4218-22CE-58921F7ABF81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89">
              <a:extLst>
                <a:ext uri="{FF2B5EF4-FFF2-40B4-BE49-F238E27FC236}">
                  <a16:creationId xmlns:a16="http://schemas.microsoft.com/office/drawing/2014/main" id="{4FAE37A1-35B3-835C-BB63-F8C8AAD85CB5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9" name="Input_receptor__590">
              <a:extLst>
                <a:ext uri="{FF2B5EF4-FFF2-40B4-BE49-F238E27FC236}">
                  <a16:creationId xmlns:a16="http://schemas.microsoft.com/office/drawing/2014/main" id="{7AEEC07E-D9B8-8621-2AEF-D29FEE76335C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1">
              <a:extLst>
                <a:ext uri="{FF2B5EF4-FFF2-40B4-BE49-F238E27FC236}">
                  <a16:creationId xmlns:a16="http://schemas.microsoft.com/office/drawing/2014/main" id="{127BDA21-9E70-B19C-08A4-644C6BABCD9F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592">
              <a:extLst>
                <a:ext uri="{FF2B5EF4-FFF2-40B4-BE49-F238E27FC236}">
                  <a16:creationId xmlns:a16="http://schemas.microsoft.com/office/drawing/2014/main" id="{8680F468-2E3A-1C90-526B-0940D7122E75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2" name="Input_receptor__593">
              <a:extLst>
                <a:ext uri="{FF2B5EF4-FFF2-40B4-BE49-F238E27FC236}">
                  <a16:creationId xmlns:a16="http://schemas.microsoft.com/office/drawing/2014/main" id="{6F263F76-D323-B5ED-53E5-68D1C5BA09CE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3" name="Input_receptor__594">
              <a:extLst>
                <a:ext uri="{FF2B5EF4-FFF2-40B4-BE49-F238E27FC236}">
                  <a16:creationId xmlns:a16="http://schemas.microsoft.com/office/drawing/2014/main" id="{952AAF26-9E2C-0FA7-FD5C-22FBCE3D09B0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4" name="Input_receptor__595">
              <a:extLst>
                <a:ext uri="{FF2B5EF4-FFF2-40B4-BE49-F238E27FC236}">
                  <a16:creationId xmlns:a16="http://schemas.microsoft.com/office/drawing/2014/main" id="{FCA033E2-C6BB-0CB5-A2B6-35A32BFC421B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5" name="Input_receptor__596">
              <a:extLst>
                <a:ext uri="{FF2B5EF4-FFF2-40B4-BE49-F238E27FC236}">
                  <a16:creationId xmlns:a16="http://schemas.microsoft.com/office/drawing/2014/main" id="{8512FF0E-CBFD-07C7-EC7F-A66DE8C794E6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6" name="Input_receptor__597">
              <a:extLst>
                <a:ext uri="{FF2B5EF4-FFF2-40B4-BE49-F238E27FC236}">
                  <a16:creationId xmlns:a16="http://schemas.microsoft.com/office/drawing/2014/main" id="{D5EA8DB3-DB30-4F11-6E14-8742C1CB6FC3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7" name="Input_receptor__598">
              <a:extLst>
                <a:ext uri="{FF2B5EF4-FFF2-40B4-BE49-F238E27FC236}">
                  <a16:creationId xmlns:a16="http://schemas.microsoft.com/office/drawing/2014/main" id="{D2A39B51-D8DC-A040-5817-87128A06A59B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8" name="Input_receptor__599">
              <a:extLst>
                <a:ext uri="{FF2B5EF4-FFF2-40B4-BE49-F238E27FC236}">
                  <a16:creationId xmlns:a16="http://schemas.microsoft.com/office/drawing/2014/main" id="{C4612F54-BA68-7CB6-CFA1-2D9E3301DB2F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9" name="Input_receptor__600">
              <a:extLst>
                <a:ext uri="{FF2B5EF4-FFF2-40B4-BE49-F238E27FC236}">
                  <a16:creationId xmlns:a16="http://schemas.microsoft.com/office/drawing/2014/main" id="{CDD16212-C2D7-469F-F893-00D1F94B2B6E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1">
              <a:extLst>
                <a:ext uri="{FF2B5EF4-FFF2-40B4-BE49-F238E27FC236}">
                  <a16:creationId xmlns:a16="http://schemas.microsoft.com/office/drawing/2014/main" id="{7FE79810-78FF-B9B5-018F-76A0040954E0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02">
              <a:extLst>
                <a:ext uri="{FF2B5EF4-FFF2-40B4-BE49-F238E27FC236}">
                  <a16:creationId xmlns:a16="http://schemas.microsoft.com/office/drawing/2014/main" id="{4E5195B5-6242-D473-D02C-900C0A1D2399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03">
              <a:extLst>
                <a:ext uri="{FF2B5EF4-FFF2-40B4-BE49-F238E27FC236}">
                  <a16:creationId xmlns:a16="http://schemas.microsoft.com/office/drawing/2014/main" id="{E4EA9326-1385-945E-30CA-B6E8917BFDE5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3" name="Input_receptor__604">
              <a:extLst>
                <a:ext uri="{FF2B5EF4-FFF2-40B4-BE49-F238E27FC236}">
                  <a16:creationId xmlns:a16="http://schemas.microsoft.com/office/drawing/2014/main" id="{E51AB2AA-F3F4-E91A-85A4-773501F5A7C4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05">
              <a:extLst>
                <a:ext uri="{FF2B5EF4-FFF2-40B4-BE49-F238E27FC236}">
                  <a16:creationId xmlns:a16="http://schemas.microsoft.com/office/drawing/2014/main" id="{1678C4F9-D7FD-1A93-02E0-4C45419BE04C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06">
              <a:extLst>
                <a:ext uri="{FF2B5EF4-FFF2-40B4-BE49-F238E27FC236}">
                  <a16:creationId xmlns:a16="http://schemas.microsoft.com/office/drawing/2014/main" id="{EE04250B-BA20-D92B-9FAC-2C1298D8101B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07">
              <a:extLst>
                <a:ext uri="{FF2B5EF4-FFF2-40B4-BE49-F238E27FC236}">
                  <a16:creationId xmlns:a16="http://schemas.microsoft.com/office/drawing/2014/main" id="{F1CA7E1E-6E5B-E791-20DF-33DE535AE5D3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7" name="Input_receptor__608">
              <a:extLst>
                <a:ext uri="{FF2B5EF4-FFF2-40B4-BE49-F238E27FC236}">
                  <a16:creationId xmlns:a16="http://schemas.microsoft.com/office/drawing/2014/main" id="{269F281F-487D-0B89-ED28-D0C41E969041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8" name="Input_receptor__609">
              <a:extLst>
                <a:ext uri="{FF2B5EF4-FFF2-40B4-BE49-F238E27FC236}">
                  <a16:creationId xmlns:a16="http://schemas.microsoft.com/office/drawing/2014/main" id="{9D11C64A-3FC8-B36B-A47D-946EB0BB74D0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9" name="Input_receptor__610">
              <a:extLst>
                <a:ext uri="{FF2B5EF4-FFF2-40B4-BE49-F238E27FC236}">
                  <a16:creationId xmlns:a16="http://schemas.microsoft.com/office/drawing/2014/main" id="{5055BD68-E9CC-E48D-722C-A0719855F446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20" name="Input_receptor__611">
              <a:extLst>
                <a:ext uri="{FF2B5EF4-FFF2-40B4-BE49-F238E27FC236}">
                  <a16:creationId xmlns:a16="http://schemas.microsoft.com/office/drawing/2014/main" id="{BE00A85C-FFD7-9463-BFFA-EE80807FD9B3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21" name="Input_receptor__612">
              <a:extLst>
                <a:ext uri="{FF2B5EF4-FFF2-40B4-BE49-F238E27FC236}">
                  <a16:creationId xmlns:a16="http://schemas.microsoft.com/office/drawing/2014/main" id="{D1919E1D-0CB7-FEBF-7C50-3CE81C51EA94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22" name="Input_receptor__613">
              <a:extLst>
                <a:ext uri="{FF2B5EF4-FFF2-40B4-BE49-F238E27FC236}">
                  <a16:creationId xmlns:a16="http://schemas.microsoft.com/office/drawing/2014/main" id="{1ABCDCA4-D0D2-211C-D1FE-8203B74B4CF8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23" name="Input_receptor__614">
              <a:extLst>
                <a:ext uri="{FF2B5EF4-FFF2-40B4-BE49-F238E27FC236}">
                  <a16:creationId xmlns:a16="http://schemas.microsoft.com/office/drawing/2014/main" id="{6109C8EF-BE82-BCD5-3023-0DCBDFE1F921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24" name="Input_receptor__615">
              <a:extLst>
                <a:ext uri="{FF2B5EF4-FFF2-40B4-BE49-F238E27FC236}">
                  <a16:creationId xmlns:a16="http://schemas.microsoft.com/office/drawing/2014/main" id="{D2BE1BF6-F6C4-C283-E9B0-26845F485499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25" name="Input_receptor__616">
              <a:extLst>
                <a:ext uri="{FF2B5EF4-FFF2-40B4-BE49-F238E27FC236}">
                  <a16:creationId xmlns:a16="http://schemas.microsoft.com/office/drawing/2014/main" id="{4A25460B-4188-9B9C-388A-9AFA01A20ED4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17">
              <a:extLst>
                <a:ext uri="{FF2B5EF4-FFF2-40B4-BE49-F238E27FC236}">
                  <a16:creationId xmlns:a16="http://schemas.microsoft.com/office/drawing/2014/main" id="{FE5AE554-0145-E4C7-11C1-C5E67B6BF46D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18">
              <a:extLst>
                <a:ext uri="{FF2B5EF4-FFF2-40B4-BE49-F238E27FC236}">
                  <a16:creationId xmlns:a16="http://schemas.microsoft.com/office/drawing/2014/main" id="{B65B6F2B-E21E-4DE3-1F90-112976E7742D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19">
              <a:extLst>
                <a:ext uri="{FF2B5EF4-FFF2-40B4-BE49-F238E27FC236}">
                  <a16:creationId xmlns:a16="http://schemas.microsoft.com/office/drawing/2014/main" id="{9060D900-1EF3-7538-F59E-42D0736D0A14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0">
              <a:extLst>
                <a:ext uri="{FF2B5EF4-FFF2-40B4-BE49-F238E27FC236}">
                  <a16:creationId xmlns:a16="http://schemas.microsoft.com/office/drawing/2014/main" id="{B61678AD-0B55-AC39-7F4D-DCCF9E3DE762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1">
              <a:extLst>
                <a:ext uri="{FF2B5EF4-FFF2-40B4-BE49-F238E27FC236}">
                  <a16:creationId xmlns:a16="http://schemas.microsoft.com/office/drawing/2014/main" id="{819AC3EC-CB04-83AE-434F-807CB23A87FB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22">
              <a:extLst>
                <a:ext uri="{FF2B5EF4-FFF2-40B4-BE49-F238E27FC236}">
                  <a16:creationId xmlns:a16="http://schemas.microsoft.com/office/drawing/2014/main" id="{E48D37B0-4809-5D64-8E99-7298CB9B5742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23">
              <a:extLst>
                <a:ext uri="{FF2B5EF4-FFF2-40B4-BE49-F238E27FC236}">
                  <a16:creationId xmlns:a16="http://schemas.microsoft.com/office/drawing/2014/main" id="{A9352780-9274-251F-74CC-DD32C99AABA8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24">
              <a:extLst>
                <a:ext uri="{FF2B5EF4-FFF2-40B4-BE49-F238E27FC236}">
                  <a16:creationId xmlns:a16="http://schemas.microsoft.com/office/drawing/2014/main" id="{5A29F7B8-17D9-A110-B2F3-B2BBDE334072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4" name="Input_receptor__625">
              <a:extLst>
                <a:ext uri="{FF2B5EF4-FFF2-40B4-BE49-F238E27FC236}">
                  <a16:creationId xmlns:a16="http://schemas.microsoft.com/office/drawing/2014/main" id="{23E127C0-7E6F-B106-45C6-046D4D6E104B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26">
              <a:extLst>
                <a:ext uri="{FF2B5EF4-FFF2-40B4-BE49-F238E27FC236}">
                  <a16:creationId xmlns:a16="http://schemas.microsoft.com/office/drawing/2014/main" id="{C546EC2E-2261-F4A1-D58E-60DA2DE3AE4B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6" name="Input_receptor__627">
              <a:extLst>
                <a:ext uri="{FF2B5EF4-FFF2-40B4-BE49-F238E27FC236}">
                  <a16:creationId xmlns:a16="http://schemas.microsoft.com/office/drawing/2014/main" id="{8951607B-571D-88DF-D43D-1AB932277BD3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7" name="Input_receptor__628">
              <a:extLst>
                <a:ext uri="{FF2B5EF4-FFF2-40B4-BE49-F238E27FC236}">
                  <a16:creationId xmlns:a16="http://schemas.microsoft.com/office/drawing/2014/main" id="{0FF86C41-4C16-4926-BC4F-5A4EC22A7C01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8" name="Input_receptor__629">
              <a:extLst>
                <a:ext uri="{FF2B5EF4-FFF2-40B4-BE49-F238E27FC236}">
                  <a16:creationId xmlns:a16="http://schemas.microsoft.com/office/drawing/2014/main" id="{2AB592DC-4EF3-EBF1-4C72-A99E3FD9C2CB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9" name="Input_receptor__630">
              <a:extLst>
                <a:ext uri="{FF2B5EF4-FFF2-40B4-BE49-F238E27FC236}">
                  <a16:creationId xmlns:a16="http://schemas.microsoft.com/office/drawing/2014/main" id="{38832192-FCEC-F948-95D9-B719D8C09F3A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40" name="Input_receptor__631">
              <a:extLst>
                <a:ext uri="{FF2B5EF4-FFF2-40B4-BE49-F238E27FC236}">
                  <a16:creationId xmlns:a16="http://schemas.microsoft.com/office/drawing/2014/main" id="{79F79073-BE0C-F1BF-B695-A338CFBB8602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41" name="Input_receptor__632">
              <a:extLst>
                <a:ext uri="{FF2B5EF4-FFF2-40B4-BE49-F238E27FC236}">
                  <a16:creationId xmlns:a16="http://schemas.microsoft.com/office/drawing/2014/main" id="{B994F11D-22F0-9A28-5358-ED0CD40AE7BF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42" name="Input_receptor__633">
              <a:extLst>
                <a:ext uri="{FF2B5EF4-FFF2-40B4-BE49-F238E27FC236}">
                  <a16:creationId xmlns:a16="http://schemas.microsoft.com/office/drawing/2014/main" id="{880FDFD2-9260-6EEB-1BA6-9DACABE4120E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43" name="Input_receptor__634">
              <a:extLst>
                <a:ext uri="{FF2B5EF4-FFF2-40B4-BE49-F238E27FC236}">
                  <a16:creationId xmlns:a16="http://schemas.microsoft.com/office/drawing/2014/main" id="{091F2A2F-CE37-F7AD-9F66-908C319793DF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44" name="Input_receptor__635">
              <a:extLst>
                <a:ext uri="{FF2B5EF4-FFF2-40B4-BE49-F238E27FC236}">
                  <a16:creationId xmlns:a16="http://schemas.microsoft.com/office/drawing/2014/main" id="{66C99D10-DB95-E87B-E2DD-EC86712174AE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5" name="Input_receptor__636">
              <a:extLst>
                <a:ext uri="{FF2B5EF4-FFF2-40B4-BE49-F238E27FC236}">
                  <a16:creationId xmlns:a16="http://schemas.microsoft.com/office/drawing/2014/main" id="{31D4CA12-F5CC-712C-563E-DDA4EB935C0A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46" name="Input_receptor__637">
              <a:extLst>
                <a:ext uri="{FF2B5EF4-FFF2-40B4-BE49-F238E27FC236}">
                  <a16:creationId xmlns:a16="http://schemas.microsoft.com/office/drawing/2014/main" id="{0F4A1B8C-A092-8848-AB17-C2FB279ECC64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7" name="Input_receptor__638">
              <a:extLst>
                <a:ext uri="{FF2B5EF4-FFF2-40B4-BE49-F238E27FC236}">
                  <a16:creationId xmlns:a16="http://schemas.microsoft.com/office/drawing/2014/main" id="{231A650C-3D65-1345-3ECD-B3265B7319C5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8" name="Input_receptor__639">
              <a:extLst>
                <a:ext uri="{FF2B5EF4-FFF2-40B4-BE49-F238E27FC236}">
                  <a16:creationId xmlns:a16="http://schemas.microsoft.com/office/drawing/2014/main" id="{66094D77-F743-2466-AAA4-7B5200CB92F6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9" name="Input_receptor__640">
              <a:extLst>
                <a:ext uri="{FF2B5EF4-FFF2-40B4-BE49-F238E27FC236}">
                  <a16:creationId xmlns:a16="http://schemas.microsoft.com/office/drawing/2014/main" id="{A709EFD7-0884-E0AB-4474-B8315D98800D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50" name="Input_receptor__641">
              <a:extLst>
                <a:ext uri="{FF2B5EF4-FFF2-40B4-BE49-F238E27FC236}">
                  <a16:creationId xmlns:a16="http://schemas.microsoft.com/office/drawing/2014/main" id="{182B9E17-0A75-F670-3EAA-6C866C3AE17E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51" name="Input_receptor__642">
              <a:extLst>
                <a:ext uri="{FF2B5EF4-FFF2-40B4-BE49-F238E27FC236}">
                  <a16:creationId xmlns:a16="http://schemas.microsoft.com/office/drawing/2014/main" id="{7D58A121-66C0-87A7-927C-804D18DA757D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52" name="Input_receptor__643">
              <a:extLst>
                <a:ext uri="{FF2B5EF4-FFF2-40B4-BE49-F238E27FC236}">
                  <a16:creationId xmlns:a16="http://schemas.microsoft.com/office/drawing/2014/main" id="{ECCB2009-4C74-BFF4-6E49-F163901F7B4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3" name="Input_receptor__644">
              <a:extLst>
                <a:ext uri="{FF2B5EF4-FFF2-40B4-BE49-F238E27FC236}">
                  <a16:creationId xmlns:a16="http://schemas.microsoft.com/office/drawing/2014/main" id="{64E6867A-3CBF-2675-D9C7-F2136A8142B6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4" name="Input_receptor__645">
              <a:extLst>
                <a:ext uri="{FF2B5EF4-FFF2-40B4-BE49-F238E27FC236}">
                  <a16:creationId xmlns:a16="http://schemas.microsoft.com/office/drawing/2014/main" id="{CB54D563-48BA-68E0-B48F-745F3272FAB9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5" name="Input_receptor__646">
              <a:extLst>
                <a:ext uri="{FF2B5EF4-FFF2-40B4-BE49-F238E27FC236}">
                  <a16:creationId xmlns:a16="http://schemas.microsoft.com/office/drawing/2014/main" id="{E31700D6-7A70-1150-FC6B-25BF8A37792E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56" name="Input_receptor__647">
              <a:extLst>
                <a:ext uri="{FF2B5EF4-FFF2-40B4-BE49-F238E27FC236}">
                  <a16:creationId xmlns:a16="http://schemas.microsoft.com/office/drawing/2014/main" id="{4997A18D-90CE-6EDA-0B96-BC9090746A8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7" name="Input_receptor__648">
              <a:extLst>
                <a:ext uri="{FF2B5EF4-FFF2-40B4-BE49-F238E27FC236}">
                  <a16:creationId xmlns:a16="http://schemas.microsoft.com/office/drawing/2014/main" id="{4AE50C95-8E6D-2FF9-8874-0D67B308628E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8" name="Input_receptor__649">
              <a:extLst>
                <a:ext uri="{FF2B5EF4-FFF2-40B4-BE49-F238E27FC236}">
                  <a16:creationId xmlns:a16="http://schemas.microsoft.com/office/drawing/2014/main" id="{780A5C9F-0F16-0039-4EC7-6A5CAC94B20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9" name="Input_receptor__650">
              <a:extLst>
                <a:ext uri="{FF2B5EF4-FFF2-40B4-BE49-F238E27FC236}">
                  <a16:creationId xmlns:a16="http://schemas.microsoft.com/office/drawing/2014/main" id="{3E101E7F-648B-3240-3CDC-AD849A25EBF5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0" name="Input_receptor__651">
              <a:extLst>
                <a:ext uri="{FF2B5EF4-FFF2-40B4-BE49-F238E27FC236}">
                  <a16:creationId xmlns:a16="http://schemas.microsoft.com/office/drawing/2014/main" id="{FF9B01DB-AACC-3884-9208-57C8F76006B4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52">
              <a:extLst>
                <a:ext uri="{FF2B5EF4-FFF2-40B4-BE49-F238E27FC236}">
                  <a16:creationId xmlns:a16="http://schemas.microsoft.com/office/drawing/2014/main" id="{2FF91587-5443-DD6B-935E-50DEC34F1A09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53">
              <a:extLst>
                <a:ext uri="{FF2B5EF4-FFF2-40B4-BE49-F238E27FC236}">
                  <a16:creationId xmlns:a16="http://schemas.microsoft.com/office/drawing/2014/main" id="{A400DC24-B92A-FBEF-8E33-39276B8AA5A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54">
              <a:extLst>
                <a:ext uri="{FF2B5EF4-FFF2-40B4-BE49-F238E27FC236}">
                  <a16:creationId xmlns:a16="http://schemas.microsoft.com/office/drawing/2014/main" id="{48BE9FBE-DC80-9473-2ADA-6EB923098A9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55">
              <a:extLst>
                <a:ext uri="{FF2B5EF4-FFF2-40B4-BE49-F238E27FC236}">
                  <a16:creationId xmlns:a16="http://schemas.microsoft.com/office/drawing/2014/main" id="{DACF8036-C39D-5A35-46B2-7509569D7E06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56">
              <a:extLst>
                <a:ext uri="{FF2B5EF4-FFF2-40B4-BE49-F238E27FC236}">
                  <a16:creationId xmlns:a16="http://schemas.microsoft.com/office/drawing/2014/main" id="{CA31013B-A160-C1F6-3BDE-4074D4AEEBDF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57">
              <a:extLst>
                <a:ext uri="{FF2B5EF4-FFF2-40B4-BE49-F238E27FC236}">
                  <a16:creationId xmlns:a16="http://schemas.microsoft.com/office/drawing/2014/main" id="{6A9F512E-1CDE-9583-67A1-5F2FEBBCB142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58">
              <a:extLst>
                <a:ext uri="{FF2B5EF4-FFF2-40B4-BE49-F238E27FC236}">
                  <a16:creationId xmlns:a16="http://schemas.microsoft.com/office/drawing/2014/main" id="{909AFB0B-31AC-8D45-4CD1-76A40B65D14B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8" name="Input_receptor__659">
              <a:extLst>
                <a:ext uri="{FF2B5EF4-FFF2-40B4-BE49-F238E27FC236}">
                  <a16:creationId xmlns:a16="http://schemas.microsoft.com/office/drawing/2014/main" id="{0C9B3FA2-2344-3D82-9B35-DDB9E6ADD478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0">
              <a:extLst>
                <a:ext uri="{FF2B5EF4-FFF2-40B4-BE49-F238E27FC236}">
                  <a16:creationId xmlns:a16="http://schemas.microsoft.com/office/drawing/2014/main" id="{E64A6CC3-DDEB-50B5-D4AC-EF6BD654B72E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1">
              <a:extLst>
                <a:ext uri="{FF2B5EF4-FFF2-40B4-BE49-F238E27FC236}">
                  <a16:creationId xmlns:a16="http://schemas.microsoft.com/office/drawing/2014/main" id="{6DE57127-D6E0-62BA-70B5-C4B412908D01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1" name="Input_receptor__662">
              <a:extLst>
                <a:ext uri="{FF2B5EF4-FFF2-40B4-BE49-F238E27FC236}">
                  <a16:creationId xmlns:a16="http://schemas.microsoft.com/office/drawing/2014/main" id="{F2F2F696-40A4-8246-A836-01AAC067CC43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63">
              <a:extLst>
                <a:ext uri="{FF2B5EF4-FFF2-40B4-BE49-F238E27FC236}">
                  <a16:creationId xmlns:a16="http://schemas.microsoft.com/office/drawing/2014/main" id="{46D2ED8F-C146-8E20-1F93-6F576368ED78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64">
              <a:extLst>
                <a:ext uri="{FF2B5EF4-FFF2-40B4-BE49-F238E27FC236}">
                  <a16:creationId xmlns:a16="http://schemas.microsoft.com/office/drawing/2014/main" id="{94B5A86B-9235-E0D9-E7DC-41FCDC23B9D6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65">
              <a:extLst>
                <a:ext uri="{FF2B5EF4-FFF2-40B4-BE49-F238E27FC236}">
                  <a16:creationId xmlns:a16="http://schemas.microsoft.com/office/drawing/2014/main" id="{AC6B91CA-36EA-E5B7-4C7D-FD83C2A5B198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66">
              <a:extLst>
                <a:ext uri="{FF2B5EF4-FFF2-40B4-BE49-F238E27FC236}">
                  <a16:creationId xmlns:a16="http://schemas.microsoft.com/office/drawing/2014/main" id="{DB800DFC-97BE-0A9A-D1B8-AF832BD41A84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67">
              <a:extLst>
                <a:ext uri="{FF2B5EF4-FFF2-40B4-BE49-F238E27FC236}">
                  <a16:creationId xmlns:a16="http://schemas.microsoft.com/office/drawing/2014/main" id="{784E474E-AF4F-CFE9-10BC-87855E520E9A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68">
              <a:extLst>
                <a:ext uri="{FF2B5EF4-FFF2-40B4-BE49-F238E27FC236}">
                  <a16:creationId xmlns:a16="http://schemas.microsoft.com/office/drawing/2014/main" id="{DDCA999A-10B5-E369-DA28-8AEA53B6977B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69">
              <a:extLst>
                <a:ext uri="{FF2B5EF4-FFF2-40B4-BE49-F238E27FC236}">
                  <a16:creationId xmlns:a16="http://schemas.microsoft.com/office/drawing/2014/main" id="{36AE1B88-BDEE-0250-992F-A6716F040F2A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9" name="Input_receptor__670">
              <a:extLst>
                <a:ext uri="{FF2B5EF4-FFF2-40B4-BE49-F238E27FC236}">
                  <a16:creationId xmlns:a16="http://schemas.microsoft.com/office/drawing/2014/main" id="{F0D7B17C-E509-CEBB-41CC-B85561898E3F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0" name="Input_receptor__671">
              <a:extLst>
                <a:ext uri="{FF2B5EF4-FFF2-40B4-BE49-F238E27FC236}">
                  <a16:creationId xmlns:a16="http://schemas.microsoft.com/office/drawing/2014/main" id="{6FE7634F-89A6-8E7F-F7BF-29A34DBCA584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1" name="Input_receptor__672">
              <a:extLst>
                <a:ext uri="{FF2B5EF4-FFF2-40B4-BE49-F238E27FC236}">
                  <a16:creationId xmlns:a16="http://schemas.microsoft.com/office/drawing/2014/main" id="{A19EA9F0-EDB3-F048-9C12-7B007EC4872B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2" name="Input_receptor__673">
              <a:extLst>
                <a:ext uri="{FF2B5EF4-FFF2-40B4-BE49-F238E27FC236}">
                  <a16:creationId xmlns:a16="http://schemas.microsoft.com/office/drawing/2014/main" id="{126601D5-BCEF-9081-4E3A-311724EFBB77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3" name="Input_receptor__674">
              <a:extLst>
                <a:ext uri="{FF2B5EF4-FFF2-40B4-BE49-F238E27FC236}">
                  <a16:creationId xmlns:a16="http://schemas.microsoft.com/office/drawing/2014/main" id="{925095EC-91BD-6AB0-9D87-B9F80BB31254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4" name="Input_receptor__675">
              <a:extLst>
                <a:ext uri="{FF2B5EF4-FFF2-40B4-BE49-F238E27FC236}">
                  <a16:creationId xmlns:a16="http://schemas.microsoft.com/office/drawing/2014/main" id="{AEDE861D-D267-DA91-1CEA-68B9907E6958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5" name="Input_receptor__676">
              <a:extLst>
                <a:ext uri="{FF2B5EF4-FFF2-40B4-BE49-F238E27FC236}">
                  <a16:creationId xmlns:a16="http://schemas.microsoft.com/office/drawing/2014/main" id="{AB66079B-CF7B-36EB-DA42-29F62F36E63B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6" name="Input_receptor__677">
              <a:extLst>
                <a:ext uri="{FF2B5EF4-FFF2-40B4-BE49-F238E27FC236}">
                  <a16:creationId xmlns:a16="http://schemas.microsoft.com/office/drawing/2014/main" id="{586E2EA4-DAE0-B9EF-562A-6B04B56C5EC2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87" name="Input_receptor__678">
              <a:extLst>
                <a:ext uri="{FF2B5EF4-FFF2-40B4-BE49-F238E27FC236}">
                  <a16:creationId xmlns:a16="http://schemas.microsoft.com/office/drawing/2014/main" id="{A11CF447-02B4-95DC-1C66-260ECB1CBEAC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8" name="Input_receptor__679">
              <a:extLst>
                <a:ext uri="{FF2B5EF4-FFF2-40B4-BE49-F238E27FC236}">
                  <a16:creationId xmlns:a16="http://schemas.microsoft.com/office/drawing/2014/main" id="{C2E133D9-5FAA-A982-3438-F04E9C6FC76A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9" name="Input_receptor__680">
              <a:extLst>
                <a:ext uri="{FF2B5EF4-FFF2-40B4-BE49-F238E27FC236}">
                  <a16:creationId xmlns:a16="http://schemas.microsoft.com/office/drawing/2014/main" id="{5B1A1C3A-72D5-105A-A92D-28DCE926E8A3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90" name="Input_receptor__681">
              <a:extLst>
                <a:ext uri="{FF2B5EF4-FFF2-40B4-BE49-F238E27FC236}">
                  <a16:creationId xmlns:a16="http://schemas.microsoft.com/office/drawing/2014/main" id="{51D37ADE-60E6-B38F-2F07-4CA452918DC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91" name="Input_receptor__682">
              <a:extLst>
                <a:ext uri="{FF2B5EF4-FFF2-40B4-BE49-F238E27FC236}">
                  <a16:creationId xmlns:a16="http://schemas.microsoft.com/office/drawing/2014/main" id="{C5F90B99-26C8-1417-951F-A8CC05732131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92" name="Input_receptor__683">
              <a:extLst>
                <a:ext uri="{FF2B5EF4-FFF2-40B4-BE49-F238E27FC236}">
                  <a16:creationId xmlns:a16="http://schemas.microsoft.com/office/drawing/2014/main" id="{C694B73E-7844-C4B6-EC61-7F22C613FDC5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93" name="Input_receptor__684">
              <a:extLst>
                <a:ext uri="{FF2B5EF4-FFF2-40B4-BE49-F238E27FC236}">
                  <a16:creationId xmlns:a16="http://schemas.microsoft.com/office/drawing/2014/main" id="{E045FA98-176E-5179-80BC-F9B5F30A9483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4" name="Input_receptor__685">
              <a:extLst>
                <a:ext uri="{FF2B5EF4-FFF2-40B4-BE49-F238E27FC236}">
                  <a16:creationId xmlns:a16="http://schemas.microsoft.com/office/drawing/2014/main" id="{01FC33C6-9DD0-AB3E-154D-F857659237D9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86">
              <a:extLst>
                <a:ext uri="{FF2B5EF4-FFF2-40B4-BE49-F238E27FC236}">
                  <a16:creationId xmlns:a16="http://schemas.microsoft.com/office/drawing/2014/main" id="{616C4B74-B512-B9DA-736F-C8A3EE192785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87">
              <a:extLst>
                <a:ext uri="{FF2B5EF4-FFF2-40B4-BE49-F238E27FC236}">
                  <a16:creationId xmlns:a16="http://schemas.microsoft.com/office/drawing/2014/main" id="{25341789-40D8-B59F-9FBE-28515D282091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88">
              <a:extLst>
                <a:ext uri="{FF2B5EF4-FFF2-40B4-BE49-F238E27FC236}">
                  <a16:creationId xmlns:a16="http://schemas.microsoft.com/office/drawing/2014/main" id="{DD05B528-9814-36D6-21B8-049ED7DEF738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89">
              <a:extLst>
                <a:ext uri="{FF2B5EF4-FFF2-40B4-BE49-F238E27FC236}">
                  <a16:creationId xmlns:a16="http://schemas.microsoft.com/office/drawing/2014/main" id="{E21624B4-0EDD-2991-DBC6-4CB57CBD4ED3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0">
              <a:extLst>
                <a:ext uri="{FF2B5EF4-FFF2-40B4-BE49-F238E27FC236}">
                  <a16:creationId xmlns:a16="http://schemas.microsoft.com/office/drawing/2014/main" id="{8EA27F70-4B02-9F45-FD43-642BE732F39D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1">
              <a:extLst>
                <a:ext uri="{FF2B5EF4-FFF2-40B4-BE49-F238E27FC236}">
                  <a16:creationId xmlns:a16="http://schemas.microsoft.com/office/drawing/2014/main" id="{8ED1BA5D-882B-BCFF-6774-1F3AB2CB83F3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692">
              <a:extLst>
                <a:ext uri="{FF2B5EF4-FFF2-40B4-BE49-F238E27FC236}">
                  <a16:creationId xmlns:a16="http://schemas.microsoft.com/office/drawing/2014/main" id="{4A22A90E-4964-C5CB-A39D-6AAEEA627C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693">
              <a:extLst>
                <a:ext uri="{FF2B5EF4-FFF2-40B4-BE49-F238E27FC236}">
                  <a16:creationId xmlns:a16="http://schemas.microsoft.com/office/drawing/2014/main" id="{670B9576-A08A-5F38-CE05-912A2366D3E1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3" name="Input_receptor__694">
              <a:extLst>
                <a:ext uri="{FF2B5EF4-FFF2-40B4-BE49-F238E27FC236}">
                  <a16:creationId xmlns:a16="http://schemas.microsoft.com/office/drawing/2014/main" id="{251D4B2A-B66C-DE9C-81A7-0A6A6F5D353B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695">
              <a:extLst>
                <a:ext uri="{FF2B5EF4-FFF2-40B4-BE49-F238E27FC236}">
                  <a16:creationId xmlns:a16="http://schemas.microsoft.com/office/drawing/2014/main" id="{920446B0-908C-61FA-F00E-7764EB62D55E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5" name="Input_receptor__696">
              <a:extLst>
                <a:ext uri="{FF2B5EF4-FFF2-40B4-BE49-F238E27FC236}">
                  <a16:creationId xmlns:a16="http://schemas.microsoft.com/office/drawing/2014/main" id="{3E78E317-A7BA-6503-E926-F06D45DCE7BB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697">
              <a:extLst>
                <a:ext uri="{FF2B5EF4-FFF2-40B4-BE49-F238E27FC236}">
                  <a16:creationId xmlns:a16="http://schemas.microsoft.com/office/drawing/2014/main" id="{6AE4BE97-2EE5-11D2-645C-ECF935E0CF7E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7" name="Input_receptor__698">
              <a:extLst>
                <a:ext uri="{FF2B5EF4-FFF2-40B4-BE49-F238E27FC236}">
                  <a16:creationId xmlns:a16="http://schemas.microsoft.com/office/drawing/2014/main" id="{B6B53CB5-50D6-7AEA-E290-9FBA85F5B1F7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699">
              <a:extLst>
                <a:ext uri="{FF2B5EF4-FFF2-40B4-BE49-F238E27FC236}">
                  <a16:creationId xmlns:a16="http://schemas.microsoft.com/office/drawing/2014/main" id="{C51284E1-7952-B7E7-E516-A6EF97281B0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0">
              <a:extLst>
                <a:ext uri="{FF2B5EF4-FFF2-40B4-BE49-F238E27FC236}">
                  <a16:creationId xmlns:a16="http://schemas.microsoft.com/office/drawing/2014/main" id="{E3E8F7B0-5EDC-93FD-29BC-6CC140F177FE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1">
              <a:extLst>
                <a:ext uri="{FF2B5EF4-FFF2-40B4-BE49-F238E27FC236}">
                  <a16:creationId xmlns:a16="http://schemas.microsoft.com/office/drawing/2014/main" id="{0C72B92C-E1BD-54BE-38D8-69DED16866B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02">
              <a:extLst>
                <a:ext uri="{FF2B5EF4-FFF2-40B4-BE49-F238E27FC236}">
                  <a16:creationId xmlns:a16="http://schemas.microsoft.com/office/drawing/2014/main" id="{4015CE8A-F3DC-5778-194A-03F61597A5D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03">
              <a:extLst>
                <a:ext uri="{FF2B5EF4-FFF2-40B4-BE49-F238E27FC236}">
                  <a16:creationId xmlns:a16="http://schemas.microsoft.com/office/drawing/2014/main" id="{F184C2BF-2869-5D10-9E20-8DBF4F3209F5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13" name="Input_receptor__704">
              <a:extLst>
                <a:ext uri="{FF2B5EF4-FFF2-40B4-BE49-F238E27FC236}">
                  <a16:creationId xmlns:a16="http://schemas.microsoft.com/office/drawing/2014/main" id="{D8554F57-62F9-C52E-AC6B-741967D26FE4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4" name="Input_receptor__705">
              <a:extLst>
                <a:ext uri="{FF2B5EF4-FFF2-40B4-BE49-F238E27FC236}">
                  <a16:creationId xmlns:a16="http://schemas.microsoft.com/office/drawing/2014/main" id="{3F38AD9F-334C-D868-4988-D910FE2F3254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15" name="Input_receptor__706">
              <a:extLst>
                <a:ext uri="{FF2B5EF4-FFF2-40B4-BE49-F238E27FC236}">
                  <a16:creationId xmlns:a16="http://schemas.microsoft.com/office/drawing/2014/main" id="{33EED5B6-84F3-5B62-5866-612CE33E001D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6" name="Input_receptor__707">
              <a:extLst>
                <a:ext uri="{FF2B5EF4-FFF2-40B4-BE49-F238E27FC236}">
                  <a16:creationId xmlns:a16="http://schemas.microsoft.com/office/drawing/2014/main" id="{2CB93661-1F9E-236E-3A0D-E7B8FB62E04A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7" name="Input_receptor__708">
              <a:extLst>
                <a:ext uri="{FF2B5EF4-FFF2-40B4-BE49-F238E27FC236}">
                  <a16:creationId xmlns:a16="http://schemas.microsoft.com/office/drawing/2014/main" id="{42B2F6E1-920A-2748-91C7-D99654B758F3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8" name="Input_receptor__709">
              <a:extLst>
                <a:ext uri="{FF2B5EF4-FFF2-40B4-BE49-F238E27FC236}">
                  <a16:creationId xmlns:a16="http://schemas.microsoft.com/office/drawing/2014/main" id="{2789ADEC-A29A-ED2E-A04A-C3675483541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9" name="Input_receptor__710">
              <a:extLst>
                <a:ext uri="{FF2B5EF4-FFF2-40B4-BE49-F238E27FC236}">
                  <a16:creationId xmlns:a16="http://schemas.microsoft.com/office/drawing/2014/main" id="{D1683A06-B887-4B8F-B605-7F8825A44982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20" name="Input_receptor__711">
              <a:extLst>
                <a:ext uri="{FF2B5EF4-FFF2-40B4-BE49-F238E27FC236}">
                  <a16:creationId xmlns:a16="http://schemas.microsoft.com/office/drawing/2014/main" id="{D7CE4C48-C7EB-0F25-9804-1324282CD610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21" name="Input_receptor__712">
              <a:extLst>
                <a:ext uri="{FF2B5EF4-FFF2-40B4-BE49-F238E27FC236}">
                  <a16:creationId xmlns:a16="http://schemas.microsoft.com/office/drawing/2014/main" id="{69CF9BB6-6E00-5299-238D-0473073EC475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22" name="Input_receptor__713">
              <a:extLst>
                <a:ext uri="{FF2B5EF4-FFF2-40B4-BE49-F238E27FC236}">
                  <a16:creationId xmlns:a16="http://schemas.microsoft.com/office/drawing/2014/main" id="{68E6A0D2-39D6-019C-86E7-3EA95BED3C8C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14">
              <a:extLst>
                <a:ext uri="{FF2B5EF4-FFF2-40B4-BE49-F238E27FC236}">
                  <a16:creationId xmlns:a16="http://schemas.microsoft.com/office/drawing/2014/main" id="{389D18A2-B94A-F51B-6769-B229247A97EA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15">
              <a:extLst>
                <a:ext uri="{FF2B5EF4-FFF2-40B4-BE49-F238E27FC236}">
                  <a16:creationId xmlns:a16="http://schemas.microsoft.com/office/drawing/2014/main" id="{C3A62029-35FA-6F9B-6545-69901737C563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16">
              <a:extLst>
                <a:ext uri="{FF2B5EF4-FFF2-40B4-BE49-F238E27FC236}">
                  <a16:creationId xmlns:a16="http://schemas.microsoft.com/office/drawing/2014/main" id="{B0896CED-12B7-CCCE-4F81-39B8205E8F92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6" name="Input_receptor__717">
              <a:extLst>
                <a:ext uri="{FF2B5EF4-FFF2-40B4-BE49-F238E27FC236}">
                  <a16:creationId xmlns:a16="http://schemas.microsoft.com/office/drawing/2014/main" id="{F1E4CB6A-D8BD-E7E6-1158-B655245F43AD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18">
              <a:extLst>
                <a:ext uri="{FF2B5EF4-FFF2-40B4-BE49-F238E27FC236}">
                  <a16:creationId xmlns:a16="http://schemas.microsoft.com/office/drawing/2014/main" id="{45A23915-BE01-3D6C-5AB8-037F61C5322D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19">
              <a:extLst>
                <a:ext uri="{FF2B5EF4-FFF2-40B4-BE49-F238E27FC236}">
                  <a16:creationId xmlns:a16="http://schemas.microsoft.com/office/drawing/2014/main" id="{CBF372B2-FBB9-E71E-7FA6-BF2B847FBB8A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0">
              <a:extLst>
                <a:ext uri="{FF2B5EF4-FFF2-40B4-BE49-F238E27FC236}">
                  <a16:creationId xmlns:a16="http://schemas.microsoft.com/office/drawing/2014/main" id="{DB88BF4E-F21F-FDC7-101A-06DE4CA43221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0" name="Input_receptor__721">
              <a:extLst>
                <a:ext uri="{FF2B5EF4-FFF2-40B4-BE49-F238E27FC236}">
                  <a16:creationId xmlns:a16="http://schemas.microsoft.com/office/drawing/2014/main" id="{10335D7D-4F3C-A0E1-D605-49BC702F7937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22">
              <a:extLst>
                <a:ext uri="{FF2B5EF4-FFF2-40B4-BE49-F238E27FC236}">
                  <a16:creationId xmlns:a16="http://schemas.microsoft.com/office/drawing/2014/main" id="{D8A063FE-78A5-2BE8-8495-CC6FD366CB38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23">
              <a:extLst>
                <a:ext uri="{FF2B5EF4-FFF2-40B4-BE49-F238E27FC236}">
                  <a16:creationId xmlns:a16="http://schemas.microsoft.com/office/drawing/2014/main" id="{D1F6716A-123F-D274-3BDD-F787B7F9A56D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24">
              <a:extLst>
                <a:ext uri="{FF2B5EF4-FFF2-40B4-BE49-F238E27FC236}">
                  <a16:creationId xmlns:a16="http://schemas.microsoft.com/office/drawing/2014/main" id="{B2CFE066-3893-A4B1-B9BF-747CA991B723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4" name="Input_receptor__725">
              <a:extLst>
                <a:ext uri="{FF2B5EF4-FFF2-40B4-BE49-F238E27FC236}">
                  <a16:creationId xmlns:a16="http://schemas.microsoft.com/office/drawing/2014/main" id="{61EC87A5-D6A2-772A-62AE-2B74EDAB724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5" name="Input_receptor__726">
              <a:extLst>
                <a:ext uri="{FF2B5EF4-FFF2-40B4-BE49-F238E27FC236}">
                  <a16:creationId xmlns:a16="http://schemas.microsoft.com/office/drawing/2014/main" id="{995F4255-F47D-3088-C7B1-DD9B37E241ED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27">
              <a:extLst>
                <a:ext uri="{FF2B5EF4-FFF2-40B4-BE49-F238E27FC236}">
                  <a16:creationId xmlns:a16="http://schemas.microsoft.com/office/drawing/2014/main" id="{87501A05-9E28-162F-608D-3785BF496C3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28">
              <a:extLst>
                <a:ext uri="{FF2B5EF4-FFF2-40B4-BE49-F238E27FC236}">
                  <a16:creationId xmlns:a16="http://schemas.microsoft.com/office/drawing/2014/main" id="{D62B34F9-153F-F4BB-1186-443F99AB7C40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29">
              <a:extLst>
                <a:ext uri="{FF2B5EF4-FFF2-40B4-BE49-F238E27FC236}">
                  <a16:creationId xmlns:a16="http://schemas.microsoft.com/office/drawing/2014/main" id="{03D318AF-C229-9A21-61DA-EE06BB94ACD4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0">
              <a:extLst>
                <a:ext uri="{FF2B5EF4-FFF2-40B4-BE49-F238E27FC236}">
                  <a16:creationId xmlns:a16="http://schemas.microsoft.com/office/drawing/2014/main" id="{E0E406A6-25A3-1AA2-B84B-5D676E864D36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1">
              <a:extLst>
                <a:ext uri="{FF2B5EF4-FFF2-40B4-BE49-F238E27FC236}">
                  <a16:creationId xmlns:a16="http://schemas.microsoft.com/office/drawing/2014/main" id="{B971B01A-6CFC-62AA-E71C-49E16FACE9AF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1" name="Input_receptor__732">
              <a:extLst>
                <a:ext uri="{FF2B5EF4-FFF2-40B4-BE49-F238E27FC236}">
                  <a16:creationId xmlns:a16="http://schemas.microsoft.com/office/drawing/2014/main" id="{4CF74D54-EC51-108E-C603-C8B63389581F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33">
              <a:extLst>
                <a:ext uri="{FF2B5EF4-FFF2-40B4-BE49-F238E27FC236}">
                  <a16:creationId xmlns:a16="http://schemas.microsoft.com/office/drawing/2014/main" id="{85FCDF3B-100F-AE49-F5EA-773054FDF10C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3" name="Input_receptor__734">
              <a:extLst>
                <a:ext uri="{FF2B5EF4-FFF2-40B4-BE49-F238E27FC236}">
                  <a16:creationId xmlns:a16="http://schemas.microsoft.com/office/drawing/2014/main" id="{B8225D42-7AE7-6D41-3349-20F82590D146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4" name="Input_receptor__735">
              <a:extLst>
                <a:ext uri="{FF2B5EF4-FFF2-40B4-BE49-F238E27FC236}">
                  <a16:creationId xmlns:a16="http://schemas.microsoft.com/office/drawing/2014/main" id="{A2D57437-EBFE-34E6-8381-B1DB0901A26E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5" name="Input_receptor__736">
              <a:extLst>
                <a:ext uri="{FF2B5EF4-FFF2-40B4-BE49-F238E27FC236}">
                  <a16:creationId xmlns:a16="http://schemas.microsoft.com/office/drawing/2014/main" id="{2BEDBCA5-62DA-DCF1-CBD7-C033DF78FAD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6" name="Input_receptor__737">
              <a:extLst>
                <a:ext uri="{FF2B5EF4-FFF2-40B4-BE49-F238E27FC236}">
                  <a16:creationId xmlns:a16="http://schemas.microsoft.com/office/drawing/2014/main" id="{BA1922EC-7A88-A73A-F793-37C45D9034FB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7" name="Input_receptor__738">
              <a:extLst>
                <a:ext uri="{FF2B5EF4-FFF2-40B4-BE49-F238E27FC236}">
                  <a16:creationId xmlns:a16="http://schemas.microsoft.com/office/drawing/2014/main" id="{AB1C1CD8-6A31-C3E3-9A33-782401CB8060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8" name="Input_receptor__739">
              <a:extLst>
                <a:ext uri="{FF2B5EF4-FFF2-40B4-BE49-F238E27FC236}">
                  <a16:creationId xmlns:a16="http://schemas.microsoft.com/office/drawing/2014/main" id="{371320AE-762D-D5EA-65D2-EC030F612BBD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9" name="Input_receptor__740">
              <a:extLst>
                <a:ext uri="{FF2B5EF4-FFF2-40B4-BE49-F238E27FC236}">
                  <a16:creationId xmlns:a16="http://schemas.microsoft.com/office/drawing/2014/main" id="{C0C9AB03-F5A0-1A55-8750-3D32BA515CC9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50" name="Input_receptor__741">
              <a:extLst>
                <a:ext uri="{FF2B5EF4-FFF2-40B4-BE49-F238E27FC236}">
                  <a16:creationId xmlns:a16="http://schemas.microsoft.com/office/drawing/2014/main" id="{F610260D-6CF2-748D-9578-860F2F14BAC4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51" name="Input_receptor__742">
              <a:extLst>
                <a:ext uri="{FF2B5EF4-FFF2-40B4-BE49-F238E27FC236}">
                  <a16:creationId xmlns:a16="http://schemas.microsoft.com/office/drawing/2014/main" id="{46279326-580B-A1FB-BCFB-E3CFACFCD304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52" name="Input_receptor__743">
              <a:extLst>
                <a:ext uri="{FF2B5EF4-FFF2-40B4-BE49-F238E27FC236}">
                  <a16:creationId xmlns:a16="http://schemas.microsoft.com/office/drawing/2014/main" id="{7E7DABB4-BA83-7D10-0BDF-0D8DF80AD3D4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53" name="Input_receptor__744">
              <a:extLst>
                <a:ext uri="{FF2B5EF4-FFF2-40B4-BE49-F238E27FC236}">
                  <a16:creationId xmlns:a16="http://schemas.microsoft.com/office/drawing/2014/main" id="{C139151A-3BE6-6F10-A0F1-3AFD1EA4432A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54" name="Input_receptor__745">
              <a:extLst>
                <a:ext uri="{FF2B5EF4-FFF2-40B4-BE49-F238E27FC236}">
                  <a16:creationId xmlns:a16="http://schemas.microsoft.com/office/drawing/2014/main" id="{C7554338-965C-6FE1-656F-A0AEADAB5807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55" name="Input_receptor__746">
              <a:extLst>
                <a:ext uri="{FF2B5EF4-FFF2-40B4-BE49-F238E27FC236}">
                  <a16:creationId xmlns:a16="http://schemas.microsoft.com/office/drawing/2014/main" id="{DE8EEC9E-F358-E840-B465-D2D94D200C8E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56" name="Input_receptor__747">
              <a:extLst>
                <a:ext uri="{FF2B5EF4-FFF2-40B4-BE49-F238E27FC236}">
                  <a16:creationId xmlns:a16="http://schemas.microsoft.com/office/drawing/2014/main" id="{6D650E4B-74EF-9209-DB4E-F22AF095B6D3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7" name="Input_receptor__748">
              <a:extLst>
                <a:ext uri="{FF2B5EF4-FFF2-40B4-BE49-F238E27FC236}">
                  <a16:creationId xmlns:a16="http://schemas.microsoft.com/office/drawing/2014/main" id="{9B8F9723-40BF-0ADD-CA59-E4B6F6366DAE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8" name="Input_receptor__749">
              <a:extLst>
                <a:ext uri="{FF2B5EF4-FFF2-40B4-BE49-F238E27FC236}">
                  <a16:creationId xmlns:a16="http://schemas.microsoft.com/office/drawing/2014/main" id="{66B36432-6793-7274-A5A8-40567A2E63E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9" name="Input_receptor__750">
              <a:extLst>
                <a:ext uri="{FF2B5EF4-FFF2-40B4-BE49-F238E27FC236}">
                  <a16:creationId xmlns:a16="http://schemas.microsoft.com/office/drawing/2014/main" id="{36CEDDD5-37E7-FE1F-A32E-BD12DFD3908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60" name="Input_receptor__751">
              <a:extLst>
                <a:ext uri="{FF2B5EF4-FFF2-40B4-BE49-F238E27FC236}">
                  <a16:creationId xmlns:a16="http://schemas.microsoft.com/office/drawing/2014/main" id="{F43A01EF-EB51-BE05-046B-450288ED6295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61" name="Input_receptor__752">
              <a:extLst>
                <a:ext uri="{FF2B5EF4-FFF2-40B4-BE49-F238E27FC236}">
                  <a16:creationId xmlns:a16="http://schemas.microsoft.com/office/drawing/2014/main" id="{52C5A783-38F6-A4C6-B5D5-CD9DB609A4CF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53">
              <a:extLst>
                <a:ext uri="{FF2B5EF4-FFF2-40B4-BE49-F238E27FC236}">
                  <a16:creationId xmlns:a16="http://schemas.microsoft.com/office/drawing/2014/main" id="{F5F997BE-B78A-FE96-7AC0-9066D5832D61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63" name="Input_receptor__754">
              <a:extLst>
                <a:ext uri="{FF2B5EF4-FFF2-40B4-BE49-F238E27FC236}">
                  <a16:creationId xmlns:a16="http://schemas.microsoft.com/office/drawing/2014/main" id="{6889F074-1F77-CC27-9059-E0F0ADE16804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55">
              <a:extLst>
                <a:ext uri="{FF2B5EF4-FFF2-40B4-BE49-F238E27FC236}">
                  <a16:creationId xmlns:a16="http://schemas.microsoft.com/office/drawing/2014/main" id="{D61D66E0-C9B7-A8F5-24F8-CBDC044E2D30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56">
              <a:extLst>
                <a:ext uri="{FF2B5EF4-FFF2-40B4-BE49-F238E27FC236}">
                  <a16:creationId xmlns:a16="http://schemas.microsoft.com/office/drawing/2014/main" id="{38BF8FA0-7766-CD6A-EC60-AD313D7F8E7C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6" name="Input_receptor__757">
              <a:extLst>
                <a:ext uri="{FF2B5EF4-FFF2-40B4-BE49-F238E27FC236}">
                  <a16:creationId xmlns:a16="http://schemas.microsoft.com/office/drawing/2014/main" id="{682F72F2-18A5-A318-5943-B154BAAA2C20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7" name="Input_receptor__758">
              <a:extLst>
                <a:ext uri="{FF2B5EF4-FFF2-40B4-BE49-F238E27FC236}">
                  <a16:creationId xmlns:a16="http://schemas.microsoft.com/office/drawing/2014/main" id="{D00B6D12-5C54-5D77-7640-54D76EA80583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8" name="Input_receptor__759">
              <a:extLst>
                <a:ext uri="{FF2B5EF4-FFF2-40B4-BE49-F238E27FC236}">
                  <a16:creationId xmlns:a16="http://schemas.microsoft.com/office/drawing/2014/main" id="{8559F2A5-75A3-3F8E-527C-61C591439A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9" name="Input_receptor__760">
              <a:extLst>
                <a:ext uri="{FF2B5EF4-FFF2-40B4-BE49-F238E27FC236}">
                  <a16:creationId xmlns:a16="http://schemas.microsoft.com/office/drawing/2014/main" id="{2FBE5EC5-A1F6-06CE-21EE-815F4DD6DE06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70" name="Input_receptor__761">
              <a:extLst>
                <a:ext uri="{FF2B5EF4-FFF2-40B4-BE49-F238E27FC236}">
                  <a16:creationId xmlns:a16="http://schemas.microsoft.com/office/drawing/2014/main" id="{4A25BFA5-F7AB-5E22-FB50-C8DA14D653A4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71" name="Input_receptor__762">
              <a:extLst>
                <a:ext uri="{FF2B5EF4-FFF2-40B4-BE49-F238E27FC236}">
                  <a16:creationId xmlns:a16="http://schemas.microsoft.com/office/drawing/2014/main" id="{1EECE637-D7A4-AD2F-CA6E-0F119F48B2EC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72" name="Input_receptor__763">
              <a:extLst>
                <a:ext uri="{FF2B5EF4-FFF2-40B4-BE49-F238E27FC236}">
                  <a16:creationId xmlns:a16="http://schemas.microsoft.com/office/drawing/2014/main" id="{E04AFCAE-A752-47D3-F0AD-AE850B68348F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73" name="Input_receptor__764">
              <a:extLst>
                <a:ext uri="{FF2B5EF4-FFF2-40B4-BE49-F238E27FC236}">
                  <a16:creationId xmlns:a16="http://schemas.microsoft.com/office/drawing/2014/main" id="{714EA754-FB14-36BB-3257-6E5B1EDAA78E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4" name="Input_receptor__765">
              <a:extLst>
                <a:ext uri="{FF2B5EF4-FFF2-40B4-BE49-F238E27FC236}">
                  <a16:creationId xmlns:a16="http://schemas.microsoft.com/office/drawing/2014/main" id="{AC82D5E6-097F-DD3C-D68F-A21E4D4697D5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5" name="Input_receptor__766">
              <a:extLst>
                <a:ext uri="{FF2B5EF4-FFF2-40B4-BE49-F238E27FC236}">
                  <a16:creationId xmlns:a16="http://schemas.microsoft.com/office/drawing/2014/main" id="{B5F6AE40-93BE-5C3D-6F4D-98117409BA14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6" name="Input_receptor__767">
              <a:extLst>
                <a:ext uri="{FF2B5EF4-FFF2-40B4-BE49-F238E27FC236}">
                  <a16:creationId xmlns:a16="http://schemas.microsoft.com/office/drawing/2014/main" id="{9234DA91-534A-8650-CD17-6241CE47D8A0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7" name="Input_receptor__768">
              <a:extLst>
                <a:ext uri="{FF2B5EF4-FFF2-40B4-BE49-F238E27FC236}">
                  <a16:creationId xmlns:a16="http://schemas.microsoft.com/office/drawing/2014/main" id="{500CE59D-6719-E10D-FBDA-EE511966A6C0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8" name="Input_receptor__769">
              <a:extLst>
                <a:ext uri="{FF2B5EF4-FFF2-40B4-BE49-F238E27FC236}">
                  <a16:creationId xmlns:a16="http://schemas.microsoft.com/office/drawing/2014/main" id="{017ED77D-B8DF-69AD-2F45-FF5FF91AA29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9" name="Input_receptor__770">
              <a:extLst>
                <a:ext uri="{FF2B5EF4-FFF2-40B4-BE49-F238E27FC236}">
                  <a16:creationId xmlns:a16="http://schemas.microsoft.com/office/drawing/2014/main" id="{16A24F60-D84B-BA3F-5380-FB23814620E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80" name="Input_receptor__771">
              <a:extLst>
                <a:ext uri="{FF2B5EF4-FFF2-40B4-BE49-F238E27FC236}">
                  <a16:creationId xmlns:a16="http://schemas.microsoft.com/office/drawing/2014/main" id="{B00D5B15-65F9-DD62-10E9-70A0BD65E060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81" name="Input_receptor__772">
              <a:extLst>
                <a:ext uri="{FF2B5EF4-FFF2-40B4-BE49-F238E27FC236}">
                  <a16:creationId xmlns:a16="http://schemas.microsoft.com/office/drawing/2014/main" id="{F2CD996C-320A-ED92-F5D1-6CFA69E020D7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82" name="Input_receptor__773">
              <a:extLst>
                <a:ext uri="{FF2B5EF4-FFF2-40B4-BE49-F238E27FC236}">
                  <a16:creationId xmlns:a16="http://schemas.microsoft.com/office/drawing/2014/main" id="{EEDADCE1-DBF3-6ECF-2E11-4922BE01167D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83" name="Input_receptor__774">
              <a:extLst>
                <a:ext uri="{FF2B5EF4-FFF2-40B4-BE49-F238E27FC236}">
                  <a16:creationId xmlns:a16="http://schemas.microsoft.com/office/drawing/2014/main" id="{8A7C2CB5-B90A-323B-2005-E0F604D6AACF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84" name="Input_receptor__775">
              <a:extLst>
                <a:ext uri="{FF2B5EF4-FFF2-40B4-BE49-F238E27FC236}">
                  <a16:creationId xmlns:a16="http://schemas.microsoft.com/office/drawing/2014/main" id="{2750C965-A5DC-CEAD-D6A5-5E0FF2809F26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85" name="Input_receptor__776">
              <a:extLst>
                <a:ext uri="{FF2B5EF4-FFF2-40B4-BE49-F238E27FC236}">
                  <a16:creationId xmlns:a16="http://schemas.microsoft.com/office/drawing/2014/main" id="{4D0B1CB0-2E41-F74F-5C8C-A5FCD11BB9DC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86" name="Input_receptor__777">
              <a:extLst>
                <a:ext uri="{FF2B5EF4-FFF2-40B4-BE49-F238E27FC236}">
                  <a16:creationId xmlns:a16="http://schemas.microsoft.com/office/drawing/2014/main" id="{57281D01-D687-D882-2840-A48ACE4DE65C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7" name="Input_receptor__778">
              <a:extLst>
                <a:ext uri="{FF2B5EF4-FFF2-40B4-BE49-F238E27FC236}">
                  <a16:creationId xmlns:a16="http://schemas.microsoft.com/office/drawing/2014/main" id="{95262E3F-37B4-649E-37DA-1CFCBE4E3EB1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79">
              <a:extLst>
                <a:ext uri="{FF2B5EF4-FFF2-40B4-BE49-F238E27FC236}">
                  <a16:creationId xmlns:a16="http://schemas.microsoft.com/office/drawing/2014/main" id="{A29AAA90-36B9-720D-092E-052A9BD5BC9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0">
              <a:extLst>
                <a:ext uri="{FF2B5EF4-FFF2-40B4-BE49-F238E27FC236}">
                  <a16:creationId xmlns:a16="http://schemas.microsoft.com/office/drawing/2014/main" id="{D58E79EF-3121-BDAA-8DA5-28894BB55233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1">
              <a:extLst>
                <a:ext uri="{FF2B5EF4-FFF2-40B4-BE49-F238E27FC236}">
                  <a16:creationId xmlns:a16="http://schemas.microsoft.com/office/drawing/2014/main" id="{730BB7EA-BF73-91D0-9EF3-C200542B924B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1" name="Input_receptor__782">
              <a:extLst>
                <a:ext uri="{FF2B5EF4-FFF2-40B4-BE49-F238E27FC236}">
                  <a16:creationId xmlns:a16="http://schemas.microsoft.com/office/drawing/2014/main" id="{0DF4214F-2A15-904A-CF02-FC050AFD7C47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83">
              <a:extLst>
                <a:ext uri="{FF2B5EF4-FFF2-40B4-BE49-F238E27FC236}">
                  <a16:creationId xmlns:a16="http://schemas.microsoft.com/office/drawing/2014/main" id="{87271DB3-8128-6F6A-60CF-2057DD5A6E50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84">
              <a:extLst>
                <a:ext uri="{FF2B5EF4-FFF2-40B4-BE49-F238E27FC236}">
                  <a16:creationId xmlns:a16="http://schemas.microsoft.com/office/drawing/2014/main" id="{A5C80F51-E363-6FFA-8E63-B463DE45CC98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4" name="Input_receptor__785">
              <a:extLst>
                <a:ext uri="{FF2B5EF4-FFF2-40B4-BE49-F238E27FC236}">
                  <a16:creationId xmlns:a16="http://schemas.microsoft.com/office/drawing/2014/main" id="{FED994A2-2E91-43F3-0460-723DD69B000C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86">
              <a:extLst>
                <a:ext uri="{FF2B5EF4-FFF2-40B4-BE49-F238E27FC236}">
                  <a16:creationId xmlns:a16="http://schemas.microsoft.com/office/drawing/2014/main" id="{AF2D9AA1-685C-6F54-1478-C611805BEA86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87">
              <a:extLst>
                <a:ext uri="{FF2B5EF4-FFF2-40B4-BE49-F238E27FC236}">
                  <a16:creationId xmlns:a16="http://schemas.microsoft.com/office/drawing/2014/main" id="{5C40251B-04A2-14B0-8F3B-21437A596172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7" name="Input_receptor__788">
              <a:extLst>
                <a:ext uri="{FF2B5EF4-FFF2-40B4-BE49-F238E27FC236}">
                  <a16:creationId xmlns:a16="http://schemas.microsoft.com/office/drawing/2014/main" id="{19A492C7-B654-30C3-8AAF-388545B4D5F5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8" name="Input_receptor__789">
              <a:extLst>
                <a:ext uri="{FF2B5EF4-FFF2-40B4-BE49-F238E27FC236}">
                  <a16:creationId xmlns:a16="http://schemas.microsoft.com/office/drawing/2014/main" id="{5D7C10E2-1CCC-F792-C9A3-5932DB72200A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9" name="Input_receptor__790">
              <a:extLst>
                <a:ext uri="{FF2B5EF4-FFF2-40B4-BE49-F238E27FC236}">
                  <a16:creationId xmlns:a16="http://schemas.microsoft.com/office/drawing/2014/main" id="{6B16D18B-6091-284D-A702-A7B8783F4AAE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800" name="Input_receptor__791">
              <a:extLst>
                <a:ext uri="{FF2B5EF4-FFF2-40B4-BE49-F238E27FC236}">
                  <a16:creationId xmlns:a16="http://schemas.microsoft.com/office/drawing/2014/main" id="{D7EC32A1-B136-6956-C572-B15DB4EB3ACB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801" name="Input_receptor__792">
              <a:extLst>
                <a:ext uri="{FF2B5EF4-FFF2-40B4-BE49-F238E27FC236}">
                  <a16:creationId xmlns:a16="http://schemas.microsoft.com/office/drawing/2014/main" id="{A62E885A-A910-8343-3EEA-8C4953F7935F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802" name="Input_receptor__793">
              <a:extLst>
                <a:ext uri="{FF2B5EF4-FFF2-40B4-BE49-F238E27FC236}">
                  <a16:creationId xmlns:a16="http://schemas.microsoft.com/office/drawing/2014/main" id="{927BF878-4CAF-9163-0FF7-22E9AEAD2794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803" name="Input_receptor__794">
              <a:extLst>
                <a:ext uri="{FF2B5EF4-FFF2-40B4-BE49-F238E27FC236}">
                  <a16:creationId xmlns:a16="http://schemas.microsoft.com/office/drawing/2014/main" id="{360E9E18-B4DD-A6A1-B184-792AC80BF023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804" name="Input_receptor__795">
              <a:extLst>
                <a:ext uri="{FF2B5EF4-FFF2-40B4-BE49-F238E27FC236}">
                  <a16:creationId xmlns:a16="http://schemas.microsoft.com/office/drawing/2014/main" id="{441C762B-32AB-0174-DF7E-AE20D87E1481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5" name="Input_receptor__796">
              <a:extLst>
                <a:ext uri="{FF2B5EF4-FFF2-40B4-BE49-F238E27FC236}">
                  <a16:creationId xmlns:a16="http://schemas.microsoft.com/office/drawing/2014/main" id="{13443CF1-D1A5-45BA-02D5-336E21CE154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6" name="Input_receptor__797">
              <a:extLst>
                <a:ext uri="{FF2B5EF4-FFF2-40B4-BE49-F238E27FC236}">
                  <a16:creationId xmlns:a16="http://schemas.microsoft.com/office/drawing/2014/main" id="{F462566D-EE5F-F89A-4DBB-915994A8480C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7" name="Input_receptor__798">
              <a:extLst>
                <a:ext uri="{FF2B5EF4-FFF2-40B4-BE49-F238E27FC236}">
                  <a16:creationId xmlns:a16="http://schemas.microsoft.com/office/drawing/2014/main" id="{F128D6A7-052E-DCA2-BEE3-7E1A1CBC9F4E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8" name="Input_receptor__799">
              <a:extLst>
                <a:ext uri="{FF2B5EF4-FFF2-40B4-BE49-F238E27FC236}">
                  <a16:creationId xmlns:a16="http://schemas.microsoft.com/office/drawing/2014/main" id="{29C83611-7AD9-5CE4-1F38-97C1E5E8972F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9" name="Input_receptor__800">
              <a:extLst>
                <a:ext uri="{FF2B5EF4-FFF2-40B4-BE49-F238E27FC236}">
                  <a16:creationId xmlns:a16="http://schemas.microsoft.com/office/drawing/2014/main" id="{98CC9CBD-FDDD-8768-AC61-85C2AAB6B2F9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10" name="Input_receptor__801">
              <a:extLst>
                <a:ext uri="{FF2B5EF4-FFF2-40B4-BE49-F238E27FC236}">
                  <a16:creationId xmlns:a16="http://schemas.microsoft.com/office/drawing/2014/main" id="{FFEC4F99-8C67-B35A-253D-013F93AA8148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11" name="Input_receptor__802">
              <a:extLst>
                <a:ext uri="{FF2B5EF4-FFF2-40B4-BE49-F238E27FC236}">
                  <a16:creationId xmlns:a16="http://schemas.microsoft.com/office/drawing/2014/main" id="{ECA72733-48FB-E900-1299-368B2BC857C1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12" name="Input_receptor__803">
              <a:extLst>
                <a:ext uri="{FF2B5EF4-FFF2-40B4-BE49-F238E27FC236}">
                  <a16:creationId xmlns:a16="http://schemas.microsoft.com/office/drawing/2014/main" id="{4F37BFF6-884B-1EA5-34DE-86D04735FB2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04">
              <a:extLst>
                <a:ext uri="{FF2B5EF4-FFF2-40B4-BE49-F238E27FC236}">
                  <a16:creationId xmlns:a16="http://schemas.microsoft.com/office/drawing/2014/main" id="{48373D3E-1EE9-2CAF-8693-B4A33F1A11C6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05">
              <a:extLst>
                <a:ext uri="{FF2B5EF4-FFF2-40B4-BE49-F238E27FC236}">
                  <a16:creationId xmlns:a16="http://schemas.microsoft.com/office/drawing/2014/main" id="{DFEACF85-7E05-266C-1AB9-DEE1FF671F04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5" name="Input_receptor__806">
              <a:extLst>
                <a:ext uri="{FF2B5EF4-FFF2-40B4-BE49-F238E27FC236}">
                  <a16:creationId xmlns:a16="http://schemas.microsoft.com/office/drawing/2014/main" id="{C28A0138-707F-B856-5707-82112BA91810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6" name="Input_receptor__807">
              <a:extLst>
                <a:ext uri="{FF2B5EF4-FFF2-40B4-BE49-F238E27FC236}">
                  <a16:creationId xmlns:a16="http://schemas.microsoft.com/office/drawing/2014/main" id="{3AB731CC-61B5-9FEB-D76F-AC81F9510A03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7" name="Input_receptor__808">
              <a:extLst>
                <a:ext uri="{FF2B5EF4-FFF2-40B4-BE49-F238E27FC236}">
                  <a16:creationId xmlns:a16="http://schemas.microsoft.com/office/drawing/2014/main" id="{C25350B4-4905-D709-7018-55D5F04BDC46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8" name="Input_receptor__809">
              <a:extLst>
                <a:ext uri="{FF2B5EF4-FFF2-40B4-BE49-F238E27FC236}">
                  <a16:creationId xmlns:a16="http://schemas.microsoft.com/office/drawing/2014/main" id="{278ED824-381E-96CD-F12A-C9E282E24271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9" name="Input_receptor__810">
              <a:extLst>
                <a:ext uri="{FF2B5EF4-FFF2-40B4-BE49-F238E27FC236}">
                  <a16:creationId xmlns:a16="http://schemas.microsoft.com/office/drawing/2014/main" id="{CF80FA53-1361-589A-11B4-1CE34D1B58E9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20" name="Input_receptor__811">
              <a:extLst>
                <a:ext uri="{FF2B5EF4-FFF2-40B4-BE49-F238E27FC236}">
                  <a16:creationId xmlns:a16="http://schemas.microsoft.com/office/drawing/2014/main" id="{F1DDD5A4-963E-F7D3-980B-547C0AECAACA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21" name="Input_receptor__812">
              <a:extLst>
                <a:ext uri="{FF2B5EF4-FFF2-40B4-BE49-F238E27FC236}">
                  <a16:creationId xmlns:a16="http://schemas.microsoft.com/office/drawing/2014/main" id="{AEA17722-131B-38DF-BDEB-A5C3E7119DFB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22" name="Input_receptor__813">
              <a:extLst>
                <a:ext uri="{FF2B5EF4-FFF2-40B4-BE49-F238E27FC236}">
                  <a16:creationId xmlns:a16="http://schemas.microsoft.com/office/drawing/2014/main" id="{E2FCE9F7-BFBC-7D2C-7DA3-D3FB68372C0B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3" name="Input_receptor__814">
              <a:extLst>
                <a:ext uri="{FF2B5EF4-FFF2-40B4-BE49-F238E27FC236}">
                  <a16:creationId xmlns:a16="http://schemas.microsoft.com/office/drawing/2014/main" id="{EFE31300-C3A1-7878-D39A-8C7306A22C2D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24" name="Input_receptor__815">
              <a:extLst>
                <a:ext uri="{FF2B5EF4-FFF2-40B4-BE49-F238E27FC236}">
                  <a16:creationId xmlns:a16="http://schemas.microsoft.com/office/drawing/2014/main" id="{C4E416CD-147B-5A46-B016-69E549B74207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25" name="Input_receptor__816">
              <a:extLst>
                <a:ext uri="{FF2B5EF4-FFF2-40B4-BE49-F238E27FC236}">
                  <a16:creationId xmlns:a16="http://schemas.microsoft.com/office/drawing/2014/main" id="{245EC41D-D65D-74B0-E2F9-CAEE82C2D75A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6" name="Input_receptor__817">
              <a:extLst>
                <a:ext uri="{FF2B5EF4-FFF2-40B4-BE49-F238E27FC236}">
                  <a16:creationId xmlns:a16="http://schemas.microsoft.com/office/drawing/2014/main" id="{266E54CA-0E78-4ACE-5F86-B1967308CC18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7" name="Input_receptor__818">
              <a:extLst>
                <a:ext uri="{FF2B5EF4-FFF2-40B4-BE49-F238E27FC236}">
                  <a16:creationId xmlns:a16="http://schemas.microsoft.com/office/drawing/2014/main" id="{9A8D957A-D228-3AD2-49B5-D789FCA013FA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8" name="Input_receptor__819">
              <a:extLst>
                <a:ext uri="{FF2B5EF4-FFF2-40B4-BE49-F238E27FC236}">
                  <a16:creationId xmlns:a16="http://schemas.microsoft.com/office/drawing/2014/main" id="{DB6C41F3-2B32-6619-59D8-FE888B8F3292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9" name="Input_receptor__820">
              <a:extLst>
                <a:ext uri="{FF2B5EF4-FFF2-40B4-BE49-F238E27FC236}">
                  <a16:creationId xmlns:a16="http://schemas.microsoft.com/office/drawing/2014/main" id="{C01039FF-92D1-A368-825E-352A0FE29FC4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30" name="Input_receptor__821">
              <a:extLst>
                <a:ext uri="{FF2B5EF4-FFF2-40B4-BE49-F238E27FC236}">
                  <a16:creationId xmlns:a16="http://schemas.microsoft.com/office/drawing/2014/main" id="{4BE48340-7F32-71C8-AD34-A34A6B6AEF03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22">
              <a:extLst>
                <a:ext uri="{FF2B5EF4-FFF2-40B4-BE49-F238E27FC236}">
                  <a16:creationId xmlns:a16="http://schemas.microsoft.com/office/drawing/2014/main" id="{E8538137-88BC-3ABA-D054-CC6090E68631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2" name="Input_receptor__823">
              <a:extLst>
                <a:ext uri="{FF2B5EF4-FFF2-40B4-BE49-F238E27FC236}">
                  <a16:creationId xmlns:a16="http://schemas.microsoft.com/office/drawing/2014/main" id="{D8261F7C-A190-5CC1-A517-D5D32174870E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24">
              <a:extLst>
                <a:ext uri="{FF2B5EF4-FFF2-40B4-BE49-F238E27FC236}">
                  <a16:creationId xmlns:a16="http://schemas.microsoft.com/office/drawing/2014/main" id="{D97F0741-3F53-7863-801D-785FF01992B5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25">
              <a:extLst>
                <a:ext uri="{FF2B5EF4-FFF2-40B4-BE49-F238E27FC236}">
                  <a16:creationId xmlns:a16="http://schemas.microsoft.com/office/drawing/2014/main" id="{26ED3D64-2E46-3560-2934-139291D97880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26">
              <a:extLst>
                <a:ext uri="{FF2B5EF4-FFF2-40B4-BE49-F238E27FC236}">
                  <a16:creationId xmlns:a16="http://schemas.microsoft.com/office/drawing/2014/main" id="{9655A31E-8339-04EB-2CE6-D421D1244F8A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27">
              <a:extLst>
                <a:ext uri="{FF2B5EF4-FFF2-40B4-BE49-F238E27FC236}">
                  <a16:creationId xmlns:a16="http://schemas.microsoft.com/office/drawing/2014/main" id="{F0AD81D0-1BAE-AA4A-F20B-2A45514A6564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28">
              <a:extLst>
                <a:ext uri="{FF2B5EF4-FFF2-40B4-BE49-F238E27FC236}">
                  <a16:creationId xmlns:a16="http://schemas.microsoft.com/office/drawing/2014/main" id="{3E887E9A-9F34-327C-E6CF-E05194B8D1F0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8" name="Input_receptor__829">
              <a:extLst>
                <a:ext uri="{FF2B5EF4-FFF2-40B4-BE49-F238E27FC236}">
                  <a16:creationId xmlns:a16="http://schemas.microsoft.com/office/drawing/2014/main" id="{68E9D5AF-16BE-76D1-D602-BC0A5FBA2DFD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9" name="Input_receptor__830">
              <a:extLst>
                <a:ext uri="{FF2B5EF4-FFF2-40B4-BE49-F238E27FC236}">
                  <a16:creationId xmlns:a16="http://schemas.microsoft.com/office/drawing/2014/main" id="{5EEBC9DD-2CB5-4155-8485-182B123ED52B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0" name="Input_receptor__831">
              <a:extLst>
                <a:ext uri="{FF2B5EF4-FFF2-40B4-BE49-F238E27FC236}">
                  <a16:creationId xmlns:a16="http://schemas.microsoft.com/office/drawing/2014/main" id="{CF2EAD4E-9C74-86CB-59AB-DB50DDDDF816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32">
              <a:extLst>
                <a:ext uri="{FF2B5EF4-FFF2-40B4-BE49-F238E27FC236}">
                  <a16:creationId xmlns:a16="http://schemas.microsoft.com/office/drawing/2014/main" id="{08E12FED-7181-B73C-22B6-5D3590CE5A02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33">
              <a:extLst>
                <a:ext uri="{FF2B5EF4-FFF2-40B4-BE49-F238E27FC236}">
                  <a16:creationId xmlns:a16="http://schemas.microsoft.com/office/drawing/2014/main" id="{868F575B-97E1-48DF-8B08-B5B14F8E0090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34">
              <a:extLst>
                <a:ext uri="{FF2B5EF4-FFF2-40B4-BE49-F238E27FC236}">
                  <a16:creationId xmlns:a16="http://schemas.microsoft.com/office/drawing/2014/main" id="{1C6D905A-1E39-2FF2-F81D-27E84900FA8E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35">
              <a:extLst>
                <a:ext uri="{FF2B5EF4-FFF2-40B4-BE49-F238E27FC236}">
                  <a16:creationId xmlns:a16="http://schemas.microsoft.com/office/drawing/2014/main" id="{E4FCF474-FCDC-509D-07B4-3DB244504A03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5" name="Input_receptor__836">
              <a:extLst>
                <a:ext uri="{FF2B5EF4-FFF2-40B4-BE49-F238E27FC236}">
                  <a16:creationId xmlns:a16="http://schemas.microsoft.com/office/drawing/2014/main" id="{82C96D29-4653-F806-D86A-BA6C9771CD38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6" name="Input_receptor__837">
              <a:extLst>
                <a:ext uri="{FF2B5EF4-FFF2-40B4-BE49-F238E27FC236}">
                  <a16:creationId xmlns:a16="http://schemas.microsoft.com/office/drawing/2014/main" id="{0E8D1216-D157-D656-7A1E-62EFADCD3087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7" name="Input_receptor__838">
              <a:extLst>
                <a:ext uri="{FF2B5EF4-FFF2-40B4-BE49-F238E27FC236}">
                  <a16:creationId xmlns:a16="http://schemas.microsoft.com/office/drawing/2014/main" id="{E27E4028-83AF-503C-9216-845444EAAAAB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8" name="Input_receptor__839">
              <a:extLst>
                <a:ext uri="{FF2B5EF4-FFF2-40B4-BE49-F238E27FC236}">
                  <a16:creationId xmlns:a16="http://schemas.microsoft.com/office/drawing/2014/main" id="{B4A70EE8-F206-1293-A7BA-7C04EE8F60A7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9" name="Input_receptor__840">
              <a:extLst>
                <a:ext uri="{FF2B5EF4-FFF2-40B4-BE49-F238E27FC236}">
                  <a16:creationId xmlns:a16="http://schemas.microsoft.com/office/drawing/2014/main" id="{D56270FC-4AA6-7A9D-8251-91710FBF496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50" name="Input_receptor__841">
              <a:extLst>
                <a:ext uri="{FF2B5EF4-FFF2-40B4-BE49-F238E27FC236}">
                  <a16:creationId xmlns:a16="http://schemas.microsoft.com/office/drawing/2014/main" id="{750F362B-F9B8-7748-75E9-E3FBEB424D13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51" name="Input_receptor__842">
              <a:extLst>
                <a:ext uri="{FF2B5EF4-FFF2-40B4-BE49-F238E27FC236}">
                  <a16:creationId xmlns:a16="http://schemas.microsoft.com/office/drawing/2014/main" id="{E0D03E2A-E73E-8782-5DAA-D5AAB253578D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52" name="Input_receptor__843">
              <a:extLst>
                <a:ext uri="{FF2B5EF4-FFF2-40B4-BE49-F238E27FC236}">
                  <a16:creationId xmlns:a16="http://schemas.microsoft.com/office/drawing/2014/main" id="{CFAC6697-926B-FB70-2CE7-130015BF78C8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53" name="Input_receptor__844">
              <a:extLst>
                <a:ext uri="{FF2B5EF4-FFF2-40B4-BE49-F238E27FC236}">
                  <a16:creationId xmlns:a16="http://schemas.microsoft.com/office/drawing/2014/main" id="{9E5BDB0F-6B1F-F207-144D-F5BC30AA7590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45">
              <a:extLst>
                <a:ext uri="{FF2B5EF4-FFF2-40B4-BE49-F238E27FC236}">
                  <a16:creationId xmlns:a16="http://schemas.microsoft.com/office/drawing/2014/main" id="{8E4DFF32-E58D-2B45-0BD1-C4E564A7D1D7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5" name="Input_receptor__846">
              <a:extLst>
                <a:ext uri="{FF2B5EF4-FFF2-40B4-BE49-F238E27FC236}">
                  <a16:creationId xmlns:a16="http://schemas.microsoft.com/office/drawing/2014/main" id="{335BC716-CDAE-8643-F07D-9E6D7E72FDDF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6" name="Input_receptor__847">
              <a:extLst>
                <a:ext uri="{FF2B5EF4-FFF2-40B4-BE49-F238E27FC236}">
                  <a16:creationId xmlns:a16="http://schemas.microsoft.com/office/drawing/2014/main" id="{73856551-3B9D-59A1-839F-AC7E33DFE050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7" name="Input_receptor__848">
              <a:extLst>
                <a:ext uri="{FF2B5EF4-FFF2-40B4-BE49-F238E27FC236}">
                  <a16:creationId xmlns:a16="http://schemas.microsoft.com/office/drawing/2014/main" id="{5E0FC968-0B88-6100-A0F5-E7AA7F75494A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8" name="Input_receptor__849">
              <a:extLst>
                <a:ext uri="{FF2B5EF4-FFF2-40B4-BE49-F238E27FC236}">
                  <a16:creationId xmlns:a16="http://schemas.microsoft.com/office/drawing/2014/main" id="{C1EB655F-2210-5257-6871-11D48022BDFF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9" name="Input_receptor__850">
              <a:extLst>
                <a:ext uri="{FF2B5EF4-FFF2-40B4-BE49-F238E27FC236}">
                  <a16:creationId xmlns:a16="http://schemas.microsoft.com/office/drawing/2014/main" id="{FA601551-7683-306E-B6A9-9DF831F01813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60" name="Input_receptor__851">
              <a:extLst>
                <a:ext uri="{FF2B5EF4-FFF2-40B4-BE49-F238E27FC236}">
                  <a16:creationId xmlns:a16="http://schemas.microsoft.com/office/drawing/2014/main" id="{662520CC-836B-6CEC-B4B4-91A0F79C5CC4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61" name="Input_receptor__852">
              <a:extLst>
                <a:ext uri="{FF2B5EF4-FFF2-40B4-BE49-F238E27FC236}">
                  <a16:creationId xmlns:a16="http://schemas.microsoft.com/office/drawing/2014/main" id="{1AB4DEF4-9291-E7DE-9ADF-C3C0749D6DB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62" name="Input_receptor__853">
              <a:extLst>
                <a:ext uri="{FF2B5EF4-FFF2-40B4-BE49-F238E27FC236}">
                  <a16:creationId xmlns:a16="http://schemas.microsoft.com/office/drawing/2014/main" id="{E3FC6C32-51EB-326B-8939-1708262EDF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63" name="Input_receptor__854">
              <a:extLst>
                <a:ext uri="{FF2B5EF4-FFF2-40B4-BE49-F238E27FC236}">
                  <a16:creationId xmlns:a16="http://schemas.microsoft.com/office/drawing/2014/main" id="{D8FEE310-CF3D-2675-E807-F2F6676851E8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64" name="Input_receptor__855">
              <a:extLst>
                <a:ext uri="{FF2B5EF4-FFF2-40B4-BE49-F238E27FC236}">
                  <a16:creationId xmlns:a16="http://schemas.microsoft.com/office/drawing/2014/main" id="{F5ABC46B-04E2-81B7-EFE0-476F4ABDFF02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5" name="Input_receptor__856">
              <a:extLst>
                <a:ext uri="{FF2B5EF4-FFF2-40B4-BE49-F238E27FC236}">
                  <a16:creationId xmlns:a16="http://schemas.microsoft.com/office/drawing/2014/main" id="{24B8D318-1A20-1187-777E-3DB0BDB81F46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66" name="Input_receptor__857">
              <a:extLst>
                <a:ext uri="{FF2B5EF4-FFF2-40B4-BE49-F238E27FC236}">
                  <a16:creationId xmlns:a16="http://schemas.microsoft.com/office/drawing/2014/main" id="{6AE898ED-CC9A-D847-E288-D958F6968FF2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7" name="Input_receptor__858">
              <a:extLst>
                <a:ext uri="{FF2B5EF4-FFF2-40B4-BE49-F238E27FC236}">
                  <a16:creationId xmlns:a16="http://schemas.microsoft.com/office/drawing/2014/main" id="{3AD2288F-F312-0E81-C1BE-CE930ECBF91E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8" name="Input_receptor__859">
              <a:extLst>
                <a:ext uri="{FF2B5EF4-FFF2-40B4-BE49-F238E27FC236}">
                  <a16:creationId xmlns:a16="http://schemas.microsoft.com/office/drawing/2014/main" id="{2EB43D73-C5EA-4030-9CDA-6D5279CB05E7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9" name="Input_receptor__860">
              <a:extLst>
                <a:ext uri="{FF2B5EF4-FFF2-40B4-BE49-F238E27FC236}">
                  <a16:creationId xmlns:a16="http://schemas.microsoft.com/office/drawing/2014/main" id="{5B66B2B1-B9BD-D47C-B106-08070503CA58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70" name="Input_receptor__861">
              <a:extLst>
                <a:ext uri="{FF2B5EF4-FFF2-40B4-BE49-F238E27FC236}">
                  <a16:creationId xmlns:a16="http://schemas.microsoft.com/office/drawing/2014/main" id="{8A714F12-AD11-1D22-9828-B3FF814E5406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1" name="Input_receptor__862">
              <a:extLst>
                <a:ext uri="{FF2B5EF4-FFF2-40B4-BE49-F238E27FC236}">
                  <a16:creationId xmlns:a16="http://schemas.microsoft.com/office/drawing/2014/main" id="{D4AEBD2B-31F8-7485-7F3E-687B366551D1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63">
              <a:extLst>
                <a:ext uri="{FF2B5EF4-FFF2-40B4-BE49-F238E27FC236}">
                  <a16:creationId xmlns:a16="http://schemas.microsoft.com/office/drawing/2014/main" id="{8EDCDAB2-4AD5-0D7A-4073-F4425CA1973B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64">
              <a:extLst>
                <a:ext uri="{FF2B5EF4-FFF2-40B4-BE49-F238E27FC236}">
                  <a16:creationId xmlns:a16="http://schemas.microsoft.com/office/drawing/2014/main" id="{33F2C163-C7F1-664B-7D3A-C46C96F3F2D8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4" name="Input_receptor__865">
              <a:extLst>
                <a:ext uri="{FF2B5EF4-FFF2-40B4-BE49-F238E27FC236}">
                  <a16:creationId xmlns:a16="http://schemas.microsoft.com/office/drawing/2014/main" id="{384DC55E-A161-8725-5BDD-74320941C256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66">
              <a:extLst>
                <a:ext uri="{FF2B5EF4-FFF2-40B4-BE49-F238E27FC236}">
                  <a16:creationId xmlns:a16="http://schemas.microsoft.com/office/drawing/2014/main" id="{72048114-6325-8956-6CAD-677D938C18E9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67">
              <a:extLst>
                <a:ext uri="{FF2B5EF4-FFF2-40B4-BE49-F238E27FC236}">
                  <a16:creationId xmlns:a16="http://schemas.microsoft.com/office/drawing/2014/main" id="{EC6DC7BA-8B37-2670-C050-6612A39A8D41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7" name="Input_receptor__868">
              <a:extLst>
                <a:ext uri="{FF2B5EF4-FFF2-40B4-BE49-F238E27FC236}">
                  <a16:creationId xmlns:a16="http://schemas.microsoft.com/office/drawing/2014/main" id="{35DDBDBA-1960-E33A-7A7E-BAC2CEB74D1D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8" name="Input_receptor__869">
              <a:extLst>
                <a:ext uri="{FF2B5EF4-FFF2-40B4-BE49-F238E27FC236}">
                  <a16:creationId xmlns:a16="http://schemas.microsoft.com/office/drawing/2014/main" id="{FF1E25F1-AC8B-A924-7EA6-03A04D075260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9" name="Input_receptor__870">
              <a:extLst>
                <a:ext uri="{FF2B5EF4-FFF2-40B4-BE49-F238E27FC236}">
                  <a16:creationId xmlns:a16="http://schemas.microsoft.com/office/drawing/2014/main" id="{D5199FCF-B8CB-D28E-D75B-EBFE91C3AE64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80" name="Input_receptor__871">
              <a:extLst>
                <a:ext uri="{FF2B5EF4-FFF2-40B4-BE49-F238E27FC236}">
                  <a16:creationId xmlns:a16="http://schemas.microsoft.com/office/drawing/2014/main" id="{23A481F4-237F-F661-A2F5-7C24C625B401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81" name="Input_receptor__872">
              <a:extLst>
                <a:ext uri="{FF2B5EF4-FFF2-40B4-BE49-F238E27FC236}">
                  <a16:creationId xmlns:a16="http://schemas.microsoft.com/office/drawing/2014/main" id="{3A2C8F02-9110-00BD-8363-93872DBEAC7F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82" name="Input_receptor__873">
              <a:extLst>
                <a:ext uri="{FF2B5EF4-FFF2-40B4-BE49-F238E27FC236}">
                  <a16:creationId xmlns:a16="http://schemas.microsoft.com/office/drawing/2014/main" id="{EC15A58B-7C14-ABBC-F0F2-967E8F551711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83" name="Input_receptor__874">
              <a:extLst>
                <a:ext uri="{FF2B5EF4-FFF2-40B4-BE49-F238E27FC236}">
                  <a16:creationId xmlns:a16="http://schemas.microsoft.com/office/drawing/2014/main" id="{AFE2AA7F-0BB3-DA98-4CE7-2866420607F0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84" name="Input_receptor__875">
              <a:extLst>
                <a:ext uri="{FF2B5EF4-FFF2-40B4-BE49-F238E27FC236}">
                  <a16:creationId xmlns:a16="http://schemas.microsoft.com/office/drawing/2014/main" id="{EE6C4444-C725-2C5E-D892-2154C42EE65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76">
              <a:extLst>
                <a:ext uri="{FF2B5EF4-FFF2-40B4-BE49-F238E27FC236}">
                  <a16:creationId xmlns:a16="http://schemas.microsoft.com/office/drawing/2014/main" id="{270B485D-49D8-5C0C-41AE-2E976B73C094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77">
              <a:extLst>
                <a:ext uri="{FF2B5EF4-FFF2-40B4-BE49-F238E27FC236}">
                  <a16:creationId xmlns:a16="http://schemas.microsoft.com/office/drawing/2014/main" id="{D5688091-0AB9-A055-4A40-5DF6CA4C9BA1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7" name="Input_receptor__878">
              <a:extLst>
                <a:ext uri="{FF2B5EF4-FFF2-40B4-BE49-F238E27FC236}">
                  <a16:creationId xmlns:a16="http://schemas.microsoft.com/office/drawing/2014/main" id="{708663E3-F410-8B3A-89AC-7F5FD8C54B3C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79">
              <a:extLst>
                <a:ext uri="{FF2B5EF4-FFF2-40B4-BE49-F238E27FC236}">
                  <a16:creationId xmlns:a16="http://schemas.microsoft.com/office/drawing/2014/main" id="{A43B7383-385D-DBBA-CD60-790D60AA9DE8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0">
              <a:extLst>
                <a:ext uri="{FF2B5EF4-FFF2-40B4-BE49-F238E27FC236}">
                  <a16:creationId xmlns:a16="http://schemas.microsoft.com/office/drawing/2014/main" id="{F1115834-57CA-5E9C-FE2F-F4B2946AA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1">
              <a:extLst>
                <a:ext uri="{FF2B5EF4-FFF2-40B4-BE49-F238E27FC236}">
                  <a16:creationId xmlns:a16="http://schemas.microsoft.com/office/drawing/2014/main" id="{60CCB131-5EF3-64AE-B800-6C42F72A33FC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82">
              <a:extLst>
                <a:ext uri="{FF2B5EF4-FFF2-40B4-BE49-F238E27FC236}">
                  <a16:creationId xmlns:a16="http://schemas.microsoft.com/office/drawing/2014/main" id="{33FAA479-AF9B-44D0-16ED-07E3D83F02D1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2" name="Input_receptor__883">
              <a:extLst>
                <a:ext uri="{FF2B5EF4-FFF2-40B4-BE49-F238E27FC236}">
                  <a16:creationId xmlns:a16="http://schemas.microsoft.com/office/drawing/2014/main" id="{5BD25884-6219-E426-F8FF-0CC2E0DA3FE3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93" name="Input_receptor__884">
              <a:extLst>
                <a:ext uri="{FF2B5EF4-FFF2-40B4-BE49-F238E27FC236}">
                  <a16:creationId xmlns:a16="http://schemas.microsoft.com/office/drawing/2014/main" id="{8067FEFF-8F5E-178C-1CDF-6BCF6A0F6FD3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4" name="Input_receptor__885">
              <a:extLst>
                <a:ext uri="{FF2B5EF4-FFF2-40B4-BE49-F238E27FC236}">
                  <a16:creationId xmlns:a16="http://schemas.microsoft.com/office/drawing/2014/main" id="{6C538454-F81E-9F86-C3FE-5105BAEA5070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5" name="Input_receptor__886">
              <a:extLst>
                <a:ext uri="{FF2B5EF4-FFF2-40B4-BE49-F238E27FC236}">
                  <a16:creationId xmlns:a16="http://schemas.microsoft.com/office/drawing/2014/main" id="{FED2F92C-CED6-5A69-D9A6-CB3F2ACE651A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6" name="Input_receptor__887">
              <a:extLst>
                <a:ext uri="{FF2B5EF4-FFF2-40B4-BE49-F238E27FC236}">
                  <a16:creationId xmlns:a16="http://schemas.microsoft.com/office/drawing/2014/main" id="{C2DCAFCF-C891-8651-0802-D0F4133B383C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7" name="Input_receptor__888">
              <a:extLst>
                <a:ext uri="{FF2B5EF4-FFF2-40B4-BE49-F238E27FC236}">
                  <a16:creationId xmlns:a16="http://schemas.microsoft.com/office/drawing/2014/main" id="{B9C1B317-9217-A3DB-5D8A-18F5FB1C00D6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8" name="Input_receptor__889">
              <a:extLst>
                <a:ext uri="{FF2B5EF4-FFF2-40B4-BE49-F238E27FC236}">
                  <a16:creationId xmlns:a16="http://schemas.microsoft.com/office/drawing/2014/main" id="{922B17D4-2824-DA43-3209-D0374A6C0D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9" name="Input_receptor__890">
              <a:extLst>
                <a:ext uri="{FF2B5EF4-FFF2-40B4-BE49-F238E27FC236}">
                  <a16:creationId xmlns:a16="http://schemas.microsoft.com/office/drawing/2014/main" id="{A59E7A14-0C06-2F11-FDB6-81964964E2AB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900" name="Input_receptor__891">
              <a:extLst>
                <a:ext uri="{FF2B5EF4-FFF2-40B4-BE49-F238E27FC236}">
                  <a16:creationId xmlns:a16="http://schemas.microsoft.com/office/drawing/2014/main" id="{5CE44182-854B-2F71-5F23-81D73D9F83ED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901" name="Input_receptor__892">
              <a:extLst>
                <a:ext uri="{FF2B5EF4-FFF2-40B4-BE49-F238E27FC236}">
                  <a16:creationId xmlns:a16="http://schemas.microsoft.com/office/drawing/2014/main" id="{B7B92C51-A87E-4454-B95C-14A241EC9040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902" name="Input_receptor__893">
              <a:extLst>
                <a:ext uri="{FF2B5EF4-FFF2-40B4-BE49-F238E27FC236}">
                  <a16:creationId xmlns:a16="http://schemas.microsoft.com/office/drawing/2014/main" id="{4175E143-5D27-5764-60A4-267880BC9652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903" name="Input_receptor__894">
              <a:extLst>
                <a:ext uri="{FF2B5EF4-FFF2-40B4-BE49-F238E27FC236}">
                  <a16:creationId xmlns:a16="http://schemas.microsoft.com/office/drawing/2014/main" id="{FD69FBC4-3A61-2628-9E1F-B112D7CEA255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895">
              <a:extLst>
                <a:ext uri="{FF2B5EF4-FFF2-40B4-BE49-F238E27FC236}">
                  <a16:creationId xmlns:a16="http://schemas.microsoft.com/office/drawing/2014/main" id="{F79AFE45-C223-CCBA-0159-4BD8FDD53006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896">
              <a:extLst>
                <a:ext uri="{FF2B5EF4-FFF2-40B4-BE49-F238E27FC236}">
                  <a16:creationId xmlns:a16="http://schemas.microsoft.com/office/drawing/2014/main" id="{E5E1BC94-C65B-8EAA-F9B7-3E19BEE3498A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897">
              <a:extLst>
                <a:ext uri="{FF2B5EF4-FFF2-40B4-BE49-F238E27FC236}">
                  <a16:creationId xmlns:a16="http://schemas.microsoft.com/office/drawing/2014/main" id="{1F6D6D7D-647D-1A8D-545F-070C7B931256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898">
              <a:extLst>
                <a:ext uri="{FF2B5EF4-FFF2-40B4-BE49-F238E27FC236}">
                  <a16:creationId xmlns:a16="http://schemas.microsoft.com/office/drawing/2014/main" id="{D37DBE37-5CC7-AB2C-A78C-A5ABE89B72E2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899">
              <a:extLst>
                <a:ext uri="{FF2B5EF4-FFF2-40B4-BE49-F238E27FC236}">
                  <a16:creationId xmlns:a16="http://schemas.microsoft.com/office/drawing/2014/main" id="{99D25A0F-3D43-72EA-89F4-C187E2D2187E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0">
              <a:extLst>
                <a:ext uri="{FF2B5EF4-FFF2-40B4-BE49-F238E27FC236}">
                  <a16:creationId xmlns:a16="http://schemas.microsoft.com/office/drawing/2014/main" id="{C779E765-2BC0-F898-8EB8-0954EF48EC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1">
              <a:extLst>
                <a:ext uri="{FF2B5EF4-FFF2-40B4-BE49-F238E27FC236}">
                  <a16:creationId xmlns:a16="http://schemas.microsoft.com/office/drawing/2014/main" id="{4BBCC8A3-009C-0D4F-5338-731206A55EDC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1" name="Input_receptor__902">
              <a:extLst>
                <a:ext uri="{FF2B5EF4-FFF2-40B4-BE49-F238E27FC236}">
                  <a16:creationId xmlns:a16="http://schemas.microsoft.com/office/drawing/2014/main" id="{4B20D7DE-FEF5-BCE8-DB2F-B57EB54B68C0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2" name="Input_receptor__903">
              <a:extLst>
                <a:ext uri="{FF2B5EF4-FFF2-40B4-BE49-F238E27FC236}">
                  <a16:creationId xmlns:a16="http://schemas.microsoft.com/office/drawing/2014/main" id="{CEAC2745-FC7D-9F96-D40E-B9145740DD3B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3" name="Input_receptor__904">
              <a:extLst>
                <a:ext uri="{FF2B5EF4-FFF2-40B4-BE49-F238E27FC236}">
                  <a16:creationId xmlns:a16="http://schemas.microsoft.com/office/drawing/2014/main" id="{65B2CEB6-FC18-0580-E2D5-AD0A9D757B6E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4" name="Input_receptor__905">
              <a:extLst>
                <a:ext uri="{FF2B5EF4-FFF2-40B4-BE49-F238E27FC236}">
                  <a16:creationId xmlns:a16="http://schemas.microsoft.com/office/drawing/2014/main" id="{11BC5D40-E494-E132-F09E-3E34F19A24A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5" name="Input_receptor__906">
              <a:extLst>
                <a:ext uri="{FF2B5EF4-FFF2-40B4-BE49-F238E27FC236}">
                  <a16:creationId xmlns:a16="http://schemas.microsoft.com/office/drawing/2014/main" id="{B7FFD2BE-87B4-DB94-BD29-018C1F23F873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16" name="Input_receptor__907">
              <a:extLst>
                <a:ext uri="{FF2B5EF4-FFF2-40B4-BE49-F238E27FC236}">
                  <a16:creationId xmlns:a16="http://schemas.microsoft.com/office/drawing/2014/main" id="{AEEEF61C-489D-FF24-2A2A-E1C38145348B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7" name="Input_receptor__908">
              <a:extLst>
                <a:ext uri="{FF2B5EF4-FFF2-40B4-BE49-F238E27FC236}">
                  <a16:creationId xmlns:a16="http://schemas.microsoft.com/office/drawing/2014/main" id="{28672DCE-79B1-A4D1-6F57-0CD22D9E01EA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8" name="Input_receptor__909">
              <a:extLst>
                <a:ext uri="{FF2B5EF4-FFF2-40B4-BE49-F238E27FC236}">
                  <a16:creationId xmlns:a16="http://schemas.microsoft.com/office/drawing/2014/main" id="{CC108A97-91ED-01DD-2523-4A635BE6F81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9" name="Input_receptor__910">
              <a:extLst>
                <a:ext uri="{FF2B5EF4-FFF2-40B4-BE49-F238E27FC236}">
                  <a16:creationId xmlns:a16="http://schemas.microsoft.com/office/drawing/2014/main" id="{623AD2C1-18FA-B39B-51EF-9E6918D09968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0" name="Input_receptor__911">
              <a:extLst>
                <a:ext uri="{FF2B5EF4-FFF2-40B4-BE49-F238E27FC236}">
                  <a16:creationId xmlns:a16="http://schemas.microsoft.com/office/drawing/2014/main" id="{F052047F-3A45-2359-016E-4C7359A5114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1" name="Input_receptor__912">
              <a:extLst>
                <a:ext uri="{FF2B5EF4-FFF2-40B4-BE49-F238E27FC236}">
                  <a16:creationId xmlns:a16="http://schemas.microsoft.com/office/drawing/2014/main" id="{4B0B0A88-4864-9C0B-19D4-F2FAA34AD4A0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13">
              <a:extLst>
                <a:ext uri="{FF2B5EF4-FFF2-40B4-BE49-F238E27FC236}">
                  <a16:creationId xmlns:a16="http://schemas.microsoft.com/office/drawing/2014/main" id="{4F8BA74C-9951-049F-2E39-B4BA5836A7E6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3" name="Input_receptor__914">
              <a:extLst>
                <a:ext uri="{FF2B5EF4-FFF2-40B4-BE49-F238E27FC236}">
                  <a16:creationId xmlns:a16="http://schemas.microsoft.com/office/drawing/2014/main" id="{386E770B-0AA7-44ED-CE80-F5EAF6A97FD5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4" name="Input_receptor__915">
              <a:extLst>
                <a:ext uri="{FF2B5EF4-FFF2-40B4-BE49-F238E27FC236}">
                  <a16:creationId xmlns:a16="http://schemas.microsoft.com/office/drawing/2014/main" id="{25AB7277-62AC-EEA0-7E5C-E55789FAB016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5" name="Input_receptor__916">
              <a:extLst>
                <a:ext uri="{FF2B5EF4-FFF2-40B4-BE49-F238E27FC236}">
                  <a16:creationId xmlns:a16="http://schemas.microsoft.com/office/drawing/2014/main" id="{FAFF5B65-D80E-6EE9-B5CC-6A174BF88FFE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6" name="Input_receptor__917">
              <a:extLst>
                <a:ext uri="{FF2B5EF4-FFF2-40B4-BE49-F238E27FC236}">
                  <a16:creationId xmlns:a16="http://schemas.microsoft.com/office/drawing/2014/main" id="{52D152E5-0C06-4EA4-76BE-1D1FC6BE6AE8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7" name="Input_receptor__918">
              <a:extLst>
                <a:ext uri="{FF2B5EF4-FFF2-40B4-BE49-F238E27FC236}">
                  <a16:creationId xmlns:a16="http://schemas.microsoft.com/office/drawing/2014/main" id="{F46B3CF6-7F6F-E578-AA5A-ABE67CEF383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8" name="Input_receptor__919">
              <a:extLst>
                <a:ext uri="{FF2B5EF4-FFF2-40B4-BE49-F238E27FC236}">
                  <a16:creationId xmlns:a16="http://schemas.microsoft.com/office/drawing/2014/main" id="{1F8544C4-8080-DD68-841D-3B8277826CC2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9" name="Input_receptor__920">
              <a:extLst>
                <a:ext uri="{FF2B5EF4-FFF2-40B4-BE49-F238E27FC236}">
                  <a16:creationId xmlns:a16="http://schemas.microsoft.com/office/drawing/2014/main" id="{B95DF77B-4183-9621-0612-CE43D32FBC6C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30" name="Input_receptor__921">
              <a:extLst>
                <a:ext uri="{FF2B5EF4-FFF2-40B4-BE49-F238E27FC236}">
                  <a16:creationId xmlns:a16="http://schemas.microsoft.com/office/drawing/2014/main" id="{267CFEB8-3154-F1DA-A9E3-40CCF2EB300E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31" name="Input_receptor__922">
              <a:extLst>
                <a:ext uri="{FF2B5EF4-FFF2-40B4-BE49-F238E27FC236}">
                  <a16:creationId xmlns:a16="http://schemas.microsoft.com/office/drawing/2014/main" id="{FD8DD7E6-957B-5A6C-FA4B-94C71B8127BD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32" name="Input_receptor__923">
              <a:extLst>
                <a:ext uri="{FF2B5EF4-FFF2-40B4-BE49-F238E27FC236}">
                  <a16:creationId xmlns:a16="http://schemas.microsoft.com/office/drawing/2014/main" id="{D0953C72-6612-91AC-A541-8F0A69843780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33" name="Input_receptor__924">
              <a:extLst>
                <a:ext uri="{FF2B5EF4-FFF2-40B4-BE49-F238E27FC236}">
                  <a16:creationId xmlns:a16="http://schemas.microsoft.com/office/drawing/2014/main" id="{2260D06B-CD6A-F896-A356-A79C3DFD9D27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34" name="Input_receptor__925">
              <a:extLst>
                <a:ext uri="{FF2B5EF4-FFF2-40B4-BE49-F238E27FC236}">
                  <a16:creationId xmlns:a16="http://schemas.microsoft.com/office/drawing/2014/main" id="{73719C48-80AA-7D0D-7137-BC4B3B820C1D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35" name="Input_receptor__926">
              <a:extLst>
                <a:ext uri="{FF2B5EF4-FFF2-40B4-BE49-F238E27FC236}">
                  <a16:creationId xmlns:a16="http://schemas.microsoft.com/office/drawing/2014/main" id="{3978EB40-5752-F08C-7D31-8ECFF4EF88BC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36" name="Input_receptor__927">
              <a:extLst>
                <a:ext uri="{FF2B5EF4-FFF2-40B4-BE49-F238E27FC236}">
                  <a16:creationId xmlns:a16="http://schemas.microsoft.com/office/drawing/2014/main" id="{BDA481FF-5080-34D4-6395-0D791A203026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37" name="Input_receptor__928">
              <a:extLst>
                <a:ext uri="{FF2B5EF4-FFF2-40B4-BE49-F238E27FC236}">
                  <a16:creationId xmlns:a16="http://schemas.microsoft.com/office/drawing/2014/main" id="{D9D8B7A8-0687-3A94-129F-3566F9700C80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8" name="Input_receptor__929">
              <a:extLst>
                <a:ext uri="{FF2B5EF4-FFF2-40B4-BE49-F238E27FC236}">
                  <a16:creationId xmlns:a16="http://schemas.microsoft.com/office/drawing/2014/main" id="{A91ED2FF-15E8-0815-3122-900EF528807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9" name="Input_receptor__930">
              <a:extLst>
                <a:ext uri="{FF2B5EF4-FFF2-40B4-BE49-F238E27FC236}">
                  <a16:creationId xmlns:a16="http://schemas.microsoft.com/office/drawing/2014/main" id="{DF889063-6F66-D494-8E42-60FCA906331B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1">
              <a:extLst>
                <a:ext uri="{FF2B5EF4-FFF2-40B4-BE49-F238E27FC236}">
                  <a16:creationId xmlns:a16="http://schemas.microsoft.com/office/drawing/2014/main" id="{B90A70BC-D3FE-A393-867A-FC95F68A805A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32">
              <a:extLst>
                <a:ext uri="{FF2B5EF4-FFF2-40B4-BE49-F238E27FC236}">
                  <a16:creationId xmlns:a16="http://schemas.microsoft.com/office/drawing/2014/main" id="{FAD94A44-C32A-7796-5DF3-F04604A7F230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33">
              <a:extLst>
                <a:ext uri="{FF2B5EF4-FFF2-40B4-BE49-F238E27FC236}">
                  <a16:creationId xmlns:a16="http://schemas.microsoft.com/office/drawing/2014/main" id="{FC7C52A9-C926-0597-704A-D16BF7A378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3" name="Input_receptor__934">
              <a:extLst>
                <a:ext uri="{FF2B5EF4-FFF2-40B4-BE49-F238E27FC236}">
                  <a16:creationId xmlns:a16="http://schemas.microsoft.com/office/drawing/2014/main" id="{C754646A-1DE8-6E71-F5A9-7B05B49CC8E6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4" name="Input_receptor__935">
              <a:extLst>
                <a:ext uri="{FF2B5EF4-FFF2-40B4-BE49-F238E27FC236}">
                  <a16:creationId xmlns:a16="http://schemas.microsoft.com/office/drawing/2014/main" id="{CEA06C54-EBC0-5C3A-40D6-06C3E62CA5B8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5" name="Input_receptor__936">
              <a:extLst>
                <a:ext uri="{FF2B5EF4-FFF2-40B4-BE49-F238E27FC236}">
                  <a16:creationId xmlns:a16="http://schemas.microsoft.com/office/drawing/2014/main" id="{1CB76667-D072-6C0F-A07B-055F17A04C60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37">
              <a:extLst>
                <a:ext uri="{FF2B5EF4-FFF2-40B4-BE49-F238E27FC236}">
                  <a16:creationId xmlns:a16="http://schemas.microsoft.com/office/drawing/2014/main" id="{92F3CDA1-3D5E-F2BF-EACF-93A802FA89BF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7" name="Input_receptor__938">
              <a:extLst>
                <a:ext uri="{FF2B5EF4-FFF2-40B4-BE49-F238E27FC236}">
                  <a16:creationId xmlns:a16="http://schemas.microsoft.com/office/drawing/2014/main" id="{BA857C64-CE7C-0710-2574-5905E6C5CE85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8" name="Input_receptor__939">
              <a:extLst>
                <a:ext uri="{FF2B5EF4-FFF2-40B4-BE49-F238E27FC236}">
                  <a16:creationId xmlns:a16="http://schemas.microsoft.com/office/drawing/2014/main" id="{25E8EAA2-C1D6-70C5-0887-F17E4D0BDE87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0">
              <a:extLst>
                <a:ext uri="{FF2B5EF4-FFF2-40B4-BE49-F238E27FC236}">
                  <a16:creationId xmlns:a16="http://schemas.microsoft.com/office/drawing/2014/main" id="{F33B071F-1AC1-CE2F-D865-17055A62C21A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1">
              <a:extLst>
                <a:ext uri="{FF2B5EF4-FFF2-40B4-BE49-F238E27FC236}">
                  <a16:creationId xmlns:a16="http://schemas.microsoft.com/office/drawing/2014/main" id="{3CF20DCD-F89E-A7F6-8590-9BC95F0C3B01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42">
              <a:extLst>
                <a:ext uri="{FF2B5EF4-FFF2-40B4-BE49-F238E27FC236}">
                  <a16:creationId xmlns:a16="http://schemas.microsoft.com/office/drawing/2014/main" id="{B764D76E-B2B4-33B9-06E0-4A5D4509C1C9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43">
              <a:extLst>
                <a:ext uri="{FF2B5EF4-FFF2-40B4-BE49-F238E27FC236}">
                  <a16:creationId xmlns:a16="http://schemas.microsoft.com/office/drawing/2014/main" id="{52E7C75B-4E4C-538D-96BB-35B46D79D667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44">
              <a:extLst>
                <a:ext uri="{FF2B5EF4-FFF2-40B4-BE49-F238E27FC236}">
                  <a16:creationId xmlns:a16="http://schemas.microsoft.com/office/drawing/2014/main" id="{C1DA2508-A3F4-D636-24DA-DD5C6DEBA695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45">
              <a:extLst>
                <a:ext uri="{FF2B5EF4-FFF2-40B4-BE49-F238E27FC236}">
                  <a16:creationId xmlns:a16="http://schemas.microsoft.com/office/drawing/2014/main" id="{3F8CC9BE-A64C-01A7-7BC4-BA33A68C26E5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46">
              <a:extLst>
                <a:ext uri="{FF2B5EF4-FFF2-40B4-BE49-F238E27FC236}">
                  <a16:creationId xmlns:a16="http://schemas.microsoft.com/office/drawing/2014/main" id="{D0774E35-7C10-543A-C72F-F6D9E6861C30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6" name="Input_receptor__947">
              <a:extLst>
                <a:ext uri="{FF2B5EF4-FFF2-40B4-BE49-F238E27FC236}">
                  <a16:creationId xmlns:a16="http://schemas.microsoft.com/office/drawing/2014/main" id="{8E0D8FD7-126A-5E8B-F4E2-17C9D4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7" name="Input_receptor__948">
              <a:extLst>
                <a:ext uri="{FF2B5EF4-FFF2-40B4-BE49-F238E27FC236}">
                  <a16:creationId xmlns:a16="http://schemas.microsoft.com/office/drawing/2014/main" id="{4AB66CFD-CC55-893E-F45A-C8C7D9AA45E8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8" name="Input_receptor__949">
              <a:extLst>
                <a:ext uri="{FF2B5EF4-FFF2-40B4-BE49-F238E27FC236}">
                  <a16:creationId xmlns:a16="http://schemas.microsoft.com/office/drawing/2014/main" id="{34D8979F-08A4-08A8-1CDF-6CFA5CDEF129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9" name="Input_receptor__950">
              <a:extLst>
                <a:ext uri="{FF2B5EF4-FFF2-40B4-BE49-F238E27FC236}">
                  <a16:creationId xmlns:a16="http://schemas.microsoft.com/office/drawing/2014/main" id="{D3A30ACF-DAB9-E16A-8D32-2CCB3A8B3910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60" name="Input_receptor__951">
              <a:extLst>
                <a:ext uri="{FF2B5EF4-FFF2-40B4-BE49-F238E27FC236}">
                  <a16:creationId xmlns:a16="http://schemas.microsoft.com/office/drawing/2014/main" id="{B794CBEF-ED43-86F8-F970-A5B0F739D387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61" name="Input_receptor__952">
              <a:extLst>
                <a:ext uri="{FF2B5EF4-FFF2-40B4-BE49-F238E27FC236}">
                  <a16:creationId xmlns:a16="http://schemas.microsoft.com/office/drawing/2014/main" id="{B027818E-EB8E-C626-63D5-91C6AA901447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62" name="Input_receptor__953">
              <a:extLst>
                <a:ext uri="{FF2B5EF4-FFF2-40B4-BE49-F238E27FC236}">
                  <a16:creationId xmlns:a16="http://schemas.microsoft.com/office/drawing/2014/main" id="{0A8EE4EC-6AB3-88E3-D0AF-D686E86630E0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63" name="Input_receptor__954">
              <a:extLst>
                <a:ext uri="{FF2B5EF4-FFF2-40B4-BE49-F238E27FC236}">
                  <a16:creationId xmlns:a16="http://schemas.microsoft.com/office/drawing/2014/main" id="{1AE1A683-9FF4-56DE-D7A6-6D800B007048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64" name="Input_receptor__955">
              <a:extLst>
                <a:ext uri="{FF2B5EF4-FFF2-40B4-BE49-F238E27FC236}">
                  <a16:creationId xmlns:a16="http://schemas.microsoft.com/office/drawing/2014/main" id="{D3CC4CC1-CFF0-54A0-48B3-578166C5FDF4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56">
              <a:extLst>
                <a:ext uri="{FF2B5EF4-FFF2-40B4-BE49-F238E27FC236}">
                  <a16:creationId xmlns:a16="http://schemas.microsoft.com/office/drawing/2014/main" id="{4BE710DC-910E-0056-DF33-7EF5F3589F7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6" name="Input_receptor__957">
              <a:extLst>
                <a:ext uri="{FF2B5EF4-FFF2-40B4-BE49-F238E27FC236}">
                  <a16:creationId xmlns:a16="http://schemas.microsoft.com/office/drawing/2014/main" id="{0775ADCD-341B-CF9D-2799-96FCE561DBE5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7" name="Input_receptor__958">
              <a:extLst>
                <a:ext uri="{FF2B5EF4-FFF2-40B4-BE49-F238E27FC236}">
                  <a16:creationId xmlns:a16="http://schemas.microsoft.com/office/drawing/2014/main" id="{F468101A-3ADF-569D-1666-5938500F2FEA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8" name="Input_receptor__959">
              <a:extLst>
                <a:ext uri="{FF2B5EF4-FFF2-40B4-BE49-F238E27FC236}">
                  <a16:creationId xmlns:a16="http://schemas.microsoft.com/office/drawing/2014/main" id="{A7C8E06D-3D91-2C94-7A44-DFFE844D9CC0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9" name="Input_receptor__960">
              <a:extLst>
                <a:ext uri="{FF2B5EF4-FFF2-40B4-BE49-F238E27FC236}">
                  <a16:creationId xmlns:a16="http://schemas.microsoft.com/office/drawing/2014/main" id="{41862109-E174-7997-4203-C0180C9BB957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70" name="Input_receptor__961">
              <a:extLst>
                <a:ext uri="{FF2B5EF4-FFF2-40B4-BE49-F238E27FC236}">
                  <a16:creationId xmlns:a16="http://schemas.microsoft.com/office/drawing/2014/main" id="{9DF2890B-91E0-AD6E-DDA0-4DD588978590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71" name="Input_receptor__962">
              <a:extLst>
                <a:ext uri="{FF2B5EF4-FFF2-40B4-BE49-F238E27FC236}">
                  <a16:creationId xmlns:a16="http://schemas.microsoft.com/office/drawing/2014/main" id="{788CD216-29B8-8C42-3197-75228777DB96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72" name="Input_receptor__963">
              <a:extLst>
                <a:ext uri="{FF2B5EF4-FFF2-40B4-BE49-F238E27FC236}">
                  <a16:creationId xmlns:a16="http://schemas.microsoft.com/office/drawing/2014/main" id="{124716A4-AD31-F7B0-4BC9-D7E1B02512F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73" name="Input_receptor__964">
              <a:extLst>
                <a:ext uri="{FF2B5EF4-FFF2-40B4-BE49-F238E27FC236}">
                  <a16:creationId xmlns:a16="http://schemas.microsoft.com/office/drawing/2014/main" id="{9F0AB6F6-8126-2292-1F65-9E76EB411DDF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74" name="Input_receptor__965">
              <a:extLst>
                <a:ext uri="{FF2B5EF4-FFF2-40B4-BE49-F238E27FC236}">
                  <a16:creationId xmlns:a16="http://schemas.microsoft.com/office/drawing/2014/main" id="{53C1DB3B-5A20-9E00-E12D-FA047E81D1C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66">
              <a:extLst>
                <a:ext uri="{FF2B5EF4-FFF2-40B4-BE49-F238E27FC236}">
                  <a16:creationId xmlns:a16="http://schemas.microsoft.com/office/drawing/2014/main" id="{44700A89-7EA9-1EDB-601D-3D61FE56B1F0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67">
              <a:extLst>
                <a:ext uri="{FF2B5EF4-FFF2-40B4-BE49-F238E27FC236}">
                  <a16:creationId xmlns:a16="http://schemas.microsoft.com/office/drawing/2014/main" id="{86658ADA-51CE-E666-F8FC-A8459107F77D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7" name="Input_receptor__968">
              <a:extLst>
                <a:ext uri="{FF2B5EF4-FFF2-40B4-BE49-F238E27FC236}">
                  <a16:creationId xmlns:a16="http://schemas.microsoft.com/office/drawing/2014/main" id="{6A7BB889-580F-574A-F70A-8BAAE0BF07D9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69">
              <a:extLst>
                <a:ext uri="{FF2B5EF4-FFF2-40B4-BE49-F238E27FC236}">
                  <a16:creationId xmlns:a16="http://schemas.microsoft.com/office/drawing/2014/main" id="{9AD230BA-3B16-4D30-E065-09892BCF59DA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0">
              <a:extLst>
                <a:ext uri="{FF2B5EF4-FFF2-40B4-BE49-F238E27FC236}">
                  <a16:creationId xmlns:a16="http://schemas.microsoft.com/office/drawing/2014/main" id="{81D75DDB-EB3A-9E8A-161B-404BDD1EC81E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1">
              <a:extLst>
                <a:ext uri="{FF2B5EF4-FFF2-40B4-BE49-F238E27FC236}">
                  <a16:creationId xmlns:a16="http://schemas.microsoft.com/office/drawing/2014/main" id="{3E7CC847-5844-2ACE-88F4-E0380B48BA0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1" name="Input_receptor__972">
              <a:extLst>
                <a:ext uri="{FF2B5EF4-FFF2-40B4-BE49-F238E27FC236}">
                  <a16:creationId xmlns:a16="http://schemas.microsoft.com/office/drawing/2014/main" id="{9A1C7289-F1B1-5F67-37BF-2F1B0A84084F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2" name="Input_receptor__973">
              <a:extLst>
                <a:ext uri="{FF2B5EF4-FFF2-40B4-BE49-F238E27FC236}">
                  <a16:creationId xmlns:a16="http://schemas.microsoft.com/office/drawing/2014/main" id="{A49DA158-6A66-C215-ECA9-47348F56224E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3" name="Input_receptor__974">
              <a:extLst>
                <a:ext uri="{FF2B5EF4-FFF2-40B4-BE49-F238E27FC236}">
                  <a16:creationId xmlns:a16="http://schemas.microsoft.com/office/drawing/2014/main" id="{50BDD361-2CF2-53C2-4B9A-8518F068D34D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75">
              <a:extLst>
                <a:ext uri="{FF2B5EF4-FFF2-40B4-BE49-F238E27FC236}">
                  <a16:creationId xmlns:a16="http://schemas.microsoft.com/office/drawing/2014/main" id="{4CAAFE44-280F-D09A-350C-76DD3C978E5E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76">
              <a:extLst>
                <a:ext uri="{FF2B5EF4-FFF2-40B4-BE49-F238E27FC236}">
                  <a16:creationId xmlns:a16="http://schemas.microsoft.com/office/drawing/2014/main" id="{00D42C22-04B1-C2E5-D6D5-8EC6500EA87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6" name="Input_receptor__977">
              <a:extLst>
                <a:ext uri="{FF2B5EF4-FFF2-40B4-BE49-F238E27FC236}">
                  <a16:creationId xmlns:a16="http://schemas.microsoft.com/office/drawing/2014/main" id="{348D7A1C-C78A-A8F8-293C-0F071E6DBF9D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7" name="Input_receptor__978">
              <a:extLst>
                <a:ext uri="{FF2B5EF4-FFF2-40B4-BE49-F238E27FC236}">
                  <a16:creationId xmlns:a16="http://schemas.microsoft.com/office/drawing/2014/main" id="{B50D64EB-B5BC-9A73-CD63-C6843F996D7E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8" name="Input_receptor__979">
              <a:extLst>
                <a:ext uri="{FF2B5EF4-FFF2-40B4-BE49-F238E27FC236}">
                  <a16:creationId xmlns:a16="http://schemas.microsoft.com/office/drawing/2014/main" id="{6AEFD6B7-8235-804B-D341-B7446969177D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9" name="Input_receptor__980">
              <a:extLst>
                <a:ext uri="{FF2B5EF4-FFF2-40B4-BE49-F238E27FC236}">
                  <a16:creationId xmlns:a16="http://schemas.microsoft.com/office/drawing/2014/main" id="{A63E7F2E-A5B5-5180-7998-B7A7AB789E17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90" name="Input_receptor__981">
              <a:extLst>
                <a:ext uri="{FF2B5EF4-FFF2-40B4-BE49-F238E27FC236}">
                  <a16:creationId xmlns:a16="http://schemas.microsoft.com/office/drawing/2014/main" id="{92E4D607-1E5C-5C47-E71A-FB593D78734D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91" name="Input_receptor__982">
              <a:extLst>
                <a:ext uri="{FF2B5EF4-FFF2-40B4-BE49-F238E27FC236}">
                  <a16:creationId xmlns:a16="http://schemas.microsoft.com/office/drawing/2014/main" id="{577851D0-4805-EF5F-8A9A-536F344A01A5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92" name="Input_receptor__983">
              <a:extLst>
                <a:ext uri="{FF2B5EF4-FFF2-40B4-BE49-F238E27FC236}">
                  <a16:creationId xmlns:a16="http://schemas.microsoft.com/office/drawing/2014/main" id="{E13D2835-FDB5-4E45-2EDB-2C15AFAECD91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93" name="Input_receptor__984">
              <a:extLst>
                <a:ext uri="{FF2B5EF4-FFF2-40B4-BE49-F238E27FC236}">
                  <a16:creationId xmlns:a16="http://schemas.microsoft.com/office/drawing/2014/main" id="{3487083E-D9E5-002F-8163-37BC95E47CB3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94" name="Input_receptor__985">
              <a:extLst>
                <a:ext uri="{FF2B5EF4-FFF2-40B4-BE49-F238E27FC236}">
                  <a16:creationId xmlns:a16="http://schemas.microsoft.com/office/drawing/2014/main" id="{59D0CB4D-8E2F-BD73-8353-03D8217AC5A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95" name="Input_receptor__986">
              <a:extLst>
                <a:ext uri="{FF2B5EF4-FFF2-40B4-BE49-F238E27FC236}">
                  <a16:creationId xmlns:a16="http://schemas.microsoft.com/office/drawing/2014/main" id="{4E077CE1-0C83-4197-292A-A6AE331EE65F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87">
              <a:extLst>
                <a:ext uri="{FF2B5EF4-FFF2-40B4-BE49-F238E27FC236}">
                  <a16:creationId xmlns:a16="http://schemas.microsoft.com/office/drawing/2014/main" id="{5EA9D335-D0DB-D7C6-0FF9-003463A58ED5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7" name="Input_receptor__988">
              <a:extLst>
                <a:ext uri="{FF2B5EF4-FFF2-40B4-BE49-F238E27FC236}">
                  <a16:creationId xmlns:a16="http://schemas.microsoft.com/office/drawing/2014/main" id="{EA739C62-7048-497B-61E5-4A9CD9BC0686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8" name="Input_receptor__989">
              <a:extLst>
                <a:ext uri="{FF2B5EF4-FFF2-40B4-BE49-F238E27FC236}">
                  <a16:creationId xmlns:a16="http://schemas.microsoft.com/office/drawing/2014/main" id="{DB4D90D5-35E9-A56C-5321-9C3919A2A664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9" name="Input_receptor__990">
              <a:extLst>
                <a:ext uri="{FF2B5EF4-FFF2-40B4-BE49-F238E27FC236}">
                  <a16:creationId xmlns:a16="http://schemas.microsoft.com/office/drawing/2014/main" id="{055C4F87-41C9-AF74-4541-AE92348F4FF2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000" name="Input_receptor__991">
              <a:extLst>
                <a:ext uri="{FF2B5EF4-FFF2-40B4-BE49-F238E27FC236}">
                  <a16:creationId xmlns:a16="http://schemas.microsoft.com/office/drawing/2014/main" id="{626B612C-FB3D-3394-0B61-8E540DD75930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001" name="Input_receptor__992">
              <a:extLst>
                <a:ext uri="{FF2B5EF4-FFF2-40B4-BE49-F238E27FC236}">
                  <a16:creationId xmlns:a16="http://schemas.microsoft.com/office/drawing/2014/main" id="{8A0291DD-B36C-5C15-02F2-C6099896C435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2" name="Input_receptor__993">
              <a:extLst>
                <a:ext uri="{FF2B5EF4-FFF2-40B4-BE49-F238E27FC236}">
                  <a16:creationId xmlns:a16="http://schemas.microsoft.com/office/drawing/2014/main" id="{A288D5C9-AFD6-644C-B6AF-2797488A15A6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3" name="Input_receptor__994">
              <a:extLst>
                <a:ext uri="{FF2B5EF4-FFF2-40B4-BE49-F238E27FC236}">
                  <a16:creationId xmlns:a16="http://schemas.microsoft.com/office/drawing/2014/main" id="{FB71D0D0-12BD-8369-436F-561B3235124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004" name="Input_receptor__995">
              <a:extLst>
                <a:ext uri="{FF2B5EF4-FFF2-40B4-BE49-F238E27FC236}">
                  <a16:creationId xmlns:a16="http://schemas.microsoft.com/office/drawing/2014/main" id="{666960F9-BD75-560D-64B5-941939520B50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1005" name="Input_receptor__996">
              <a:extLst>
                <a:ext uri="{FF2B5EF4-FFF2-40B4-BE49-F238E27FC236}">
                  <a16:creationId xmlns:a16="http://schemas.microsoft.com/office/drawing/2014/main" id="{6430B94C-0149-D6B0-71C4-3E2AE7733CA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6" name="Input_receptor__997">
              <a:extLst>
                <a:ext uri="{FF2B5EF4-FFF2-40B4-BE49-F238E27FC236}">
                  <a16:creationId xmlns:a16="http://schemas.microsoft.com/office/drawing/2014/main" id="{A519291E-6219-A946-ADDC-46F08C953F5F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7" name="Input_receptor__998">
              <a:extLst>
                <a:ext uri="{FF2B5EF4-FFF2-40B4-BE49-F238E27FC236}">
                  <a16:creationId xmlns:a16="http://schemas.microsoft.com/office/drawing/2014/main" id="{6BEE1E9B-6109-9A34-A20A-138AAFA44346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8" name="Input_receptor__999">
              <a:extLst>
                <a:ext uri="{FF2B5EF4-FFF2-40B4-BE49-F238E27FC236}">
                  <a16:creationId xmlns:a16="http://schemas.microsoft.com/office/drawing/2014/main" id="{2D8B82F1-3356-A149-B440-533D1677C76D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9" name="Input_receptor__1000">
              <a:extLst>
                <a:ext uri="{FF2B5EF4-FFF2-40B4-BE49-F238E27FC236}">
                  <a16:creationId xmlns:a16="http://schemas.microsoft.com/office/drawing/2014/main" id="{718793E9-B4FF-41E9-56A0-81DA21F78A99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10" name="Input_receptor__1001">
              <a:extLst>
                <a:ext uri="{FF2B5EF4-FFF2-40B4-BE49-F238E27FC236}">
                  <a16:creationId xmlns:a16="http://schemas.microsoft.com/office/drawing/2014/main" id="{3D373558-98CC-8321-EF86-FD4F90D6177A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11" name="Input_receptor__1002">
              <a:extLst>
                <a:ext uri="{FF2B5EF4-FFF2-40B4-BE49-F238E27FC236}">
                  <a16:creationId xmlns:a16="http://schemas.microsoft.com/office/drawing/2014/main" id="{D6506CCE-D8BE-DE97-262F-848D12CFEEF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03">
              <a:extLst>
                <a:ext uri="{FF2B5EF4-FFF2-40B4-BE49-F238E27FC236}">
                  <a16:creationId xmlns:a16="http://schemas.microsoft.com/office/drawing/2014/main" id="{4CF9AF63-84F8-111F-21D4-3C0082BC9FF1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04">
              <a:extLst>
                <a:ext uri="{FF2B5EF4-FFF2-40B4-BE49-F238E27FC236}">
                  <a16:creationId xmlns:a16="http://schemas.microsoft.com/office/drawing/2014/main" id="{8E1BBBDC-FBFA-B46E-573E-9D057780B002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4" name="Input_receptor__1005">
              <a:extLst>
                <a:ext uri="{FF2B5EF4-FFF2-40B4-BE49-F238E27FC236}">
                  <a16:creationId xmlns:a16="http://schemas.microsoft.com/office/drawing/2014/main" id="{E71D1E65-8367-9BB4-FF72-5CBB544DC414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06">
              <a:extLst>
                <a:ext uri="{FF2B5EF4-FFF2-40B4-BE49-F238E27FC236}">
                  <a16:creationId xmlns:a16="http://schemas.microsoft.com/office/drawing/2014/main" id="{9A76DA30-D385-E6FD-3D8D-C78A9F76F9F2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07">
              <a:extLst>
                <a:ext uri="{FF2B5EF4-FFF2-40B4-BE49-F238E27FC236}">
                  <a16:creationId xmlns:a16="http://schemas.microsoft.com/office/drawing/2014/main" id="{0EF4F941-7085-8DBE-0926-9940B459A7C8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08">
              <a:extLst>
                <a:ext uri="{FF2B5EF4-FFF2-40B4-BE49-F238E27FC236}">
                  <a16:creationId xmlns:a16="http://schemas.microsoft.com/office/drawing/2014/main" id="{288DEE9C-A916-816A-FE62-345424A10A76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8" name="Input_receptor__1009">
              <a:extLst>
                <a:ext uri="{FF2B5EF4-FFF2-40B4-BE49-F238E27FC236}">
                  <a16:creationId xmlns:a16="http://schemas.microsoft.com/office/drawing/2014/main" id="{1F17F146-20BC-6826-87AD-045D4188D8A1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0">
              <a:extLst>
                <a:ext uri="{FF2B5EF4-FFF2-40B4-BE49-F238E27FC236}">
                  <a16:creationId xmlns:a16="http://schemas.microsoft.com/office/drawing/2014/main" id="{3363EDF6-57F1-C7D5-04B3-819A63598B6F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20" name="Input_receptor__1011">
              <a:extLst>
                <a:ext uri="{FF2B5EF4-FFF2-40B4-BE49-F238E27FC236}">
                  <a16:creationId xmlns:a16="http://schemas.microsoft.com/office/drawing/2014/main" id="{1C8C1DD3-4C46-167B-67C1-234BCA3CD3B7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12">
              <a:extLst>
                <a:ext uri="{FF2B5EF4-FFF2-40B4-BE49-F238E27FC236}">
                  <a16:creationId xmlns:a16="http://schemas.microsoft.com/office/drawing/2014/main" id="{C6299999-B0BA-7D25-C5CE-5B2A5F37087A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22" name="Input_receptor__1013">
              <a:extLst>
                <a:ext uri="{FF2B5EF4-FFF2-40B4-BE49-F238E27FC236}">
                  <a16:creationId xmlns:a16="http://schemas.microsoft.com/office/drawing/2014/main" id="{9CEA64B4-960A-0EE8-BA9A-AAC6DA95ABC2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14">
              <a:extLst>
                <a:ext uri="{FF2B5EF4-FFF2-40B4-BE49-F238E27FC236}">
                  <a16:creationId xmlns:a16="http://schemas.microsoft.com/office/drawing/2014/main" id="{F6948567-25D6-1E8C-2080-00DBD919F580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15">
              <a:extLst>
                <a:ext uri="{FF2B5EF4-FFF2-40B4-BE49-F238E27FC236}">
                  <a16:creationId xmlns:a16="http://schemas.microsoft.com/office/drawing/2014/main" id="{263C6220-836D-1EF7-DA38-869D6AF9EA6E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16">
              <a:extLst>
                <a:ext uri="{FF2B5EF4-FFF2-40B4-BE49-F238E27FC236}">
                  <a16:creationId xmlns:a16="http://schemas.microsoft.com/office/drawing/2014/main" id="{1B68EE45-8358-A600-D986-22D2FE2E4AE4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26" name="Input_receptor__1017">
              <a:extLst>
                <a:ext uri="{FF2B5EF4-FFF2-40B4-BE49-F238E27FC236}">
                  <a16:creationId xmlns:a16="http://schemas.microsoft.com/office/drawing/2014/main" id="{DC7258FA-9AC4-F87E-B394-F511A7EFE114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18">
              <a:extLst>
                <a:ext uri="{FF2B5EF4-FFF2-40B4-BE49-F238E27FC236}">
                  <a16:creationId xmlns:a16="http://schemas.microsoft.com/office/drawing/2014/main" id="{A2CD1404-DC43-216B-5D70-27B2A8BB06E6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19">
              <a:extLst>
                <a:ext uri="{FF2B5EF4-FFF2-40B4-BE49-F238E27FC236}">
                  <a16:creationId xmlns:a16="http://schemas.microsoft.com/office/drawing/2014/main" id="{8681F87D-5E53-336D-3845-BAEFCC734D95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0">
              <a:extLst>
                <a:ext uri="{FF2B5EF4-FFF2-40B4-BE49-F238E27FC236}">
                  <a16:creationId xmlns:a16="http://schemas.microsoft.com/office/drawing/2014/main" id="{F1BFEF8C-5685-5B8D-AA15-B6D9DB0C7586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1">
              <a:extLst>
                <a:ext uri="{FF2B5EF4-FFF2-40B4-BE49-F238E27FC236}">
                  <a16:creationId xmlns:a16="http://schemas.microsoft.com/office/drawing/2014/main" id="{FA59E9DA-D34E-49BC-62CF-C4958C25EFF2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22">
              <a:extLst>
                <a:ext uri="{FF2B5EF4-FFF2-40B4-BE49-F238E27FC236}">
                  <a16:creationId xmlns:a16="http://schemas.microsoft.com/office/drawing/2014/main" id="{4DA13D5B-F144-F756-36AA-6C57D90F2622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23">
              <a:extLst>
                <a:ext uri="{FF2B5EF4-FFF2-40B4-BE49-F238E27FC236}">
                  <a16:creationId xmlns:a16="http://schemas.microsoft.com/office/drawing/2014/main" id="{F93AF2E1-EFE8-4A49-EABD-D1760C254C49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3" name="Input_receptor__1024">
              <a:extLst>
                <a:ext uri="{FF2B5EF4-FFF2-40B4-BE49-F238E27FC236}">
                  <a16:creationId xmlns:a16="http://schemas.microsoft.com/office/drawing/2014/main" id="{93CAC016-9776-63D4-2116-1734853EBDA9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4" name="Input_receptor__1025">
              <a:extLst>
                <a:ext uri="{FF2B5EF4-FFF2-40B4-BE49-F238E27FC236}">
                  <a16:creationId xmlns:a16="http://schemas.microsoft.com/office/drawing/2014/main" id="{95FAACDB-53D9-ED13-8CF9-F9045B7C1660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5" name="Input_receptor__1026">
              <a:extLst>
                <a:ext uri="{FF2B5EF4-FFF2-40B4-BE49-F238E27FC236}">
                  <a16:creationId xmlns:a16="http://schemas.microsoft.com/office/drawing/2014/main" id="{A91E3B51-36DE-C359-7193-EC405A41AA61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6" name="Input_receptor__1027">
              <a:extLst>
                <a:ext uri="{FF2B5EF4-FFF2-40B4-BE49-F238E27FC236}">
                  <a16:creationId xmlns:a16="http://schemas.microsoft.com/office/drawing/2014/main" id="{F474C1F6-3712-05D0-D79B-284A4FA4ACB2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7" name="Input_receptor__1028">
              <a:extLst>
                <a:ext uri="{FF2B5EF4-FFF2-40B4-BE49-F238E27FC236}">
                  <a16:creationId xmlns:a16="http://schemas.microsoft.com/office/drawing/2014/main" id="{C2AA6978-DB6E-0E78-729E-8BA6E7132EBB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8" name="Input_receptor__1029">
              <a:extLst>
                <a:ext uri="{FF2B5EF4-FFF2-40B4-BE49-F238E27FC236}">
                  <a16:creationId xmlns:a16="http://schemas.microsoft.com/office/drawing/2014/main" id="{7C3FE272-F738-BC4E-C0DC-3447405ED0FB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9" name="Input_receptor__1030">
              <a:extLst>
                <a:ext uri="{FF2B5EF4-FFF2-40B4-BE49-F238E27FC236}">
                  <a16:creationId xmlns:a16="http://schemas.microsoft.com/office/drawing/2014/main" id="{4430BEF6-C4F9-0B1B-6B92-101E4B644B73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40" name="Input_receptor__1031">
              <a:extLst>
                <a:ext uri="{FF2B5EF4-FFF2-40B4-BE49-F238E27FC236}">
                  <a16:creationId xmlns:a16="http://schemas.microsoft.com/office/drawing/2014/main" id="{A3D1F11C-5750-C4FE-F4F6-E3D7B4194B72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1" name="Input_receptor__1032">
              <a:extLst>
                <a:ext uri="{FF2B5EF4-FFF2-40B4-BE49-F238E27FC236}">
                  <a16:creationId xmlns:a16="http://schemas.microsoft.com/office/drawing/2014/main" id="{332250F6-027B-D85E-8248-2857A45B1483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2" name="Input_receptor__1033">
              <a:extLst>
                <a:ext uri="{FF2B5EF4-FFF2-40B4-BE49-F238E27FC236}">
                  <a16:creationId xmlns:a16="http://schemas.microsoft.com/office/drawing/2014/main" id="{09409334-B9C2-5D9A-587B-1F1B11BC5271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3" name="Input_receptor__1034">
              <a:extLst>
                <a:ext uri="{FF2B5EF4-FFF2-40B4-BE49-F238E27FC236}">
                  <a16:creationId xmlns:a16="http://schemas.microsoft.com/office/drawing/2014/main" id="{143B1821-C5A6-F8FC-7D63-2E004E0581C8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4" name="Input_receptor__1035">
              <a:extLst>
                <a:ext uri="{FF2B5EF4-FFF2-40B4-BE49-F238E27FC236}">
                  <a16:creationId xmlns:a16="http://schemas.microsoft.com/office/drawing/2014/main" id="{4A756B35-850A-ED1D-F8FA-1756943FE4B5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5" name="Input_receptor__1036">
              <a:extLst>
                <a:ext uri="{FF2B5EF4-FFF2-40B4-BE49-F238E27FC236}">
                  <a16:creationId xmlns:a16="http://schemas.microsoft.com/office/drawing/2014/main" id="{DDCB1940-D292-6008-BFDF-DA9A16D90F3B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6" name="Input_receptor__1037">
              <a:extLst>
                <a:ext uri="{FF2B5EF4-FFF2-40B4-BE49-F238E27FC236}">
                  <a16:creationId xmlns:a16="http://schemas.microsoft.com/office/drawing/2014/main" id="{787D9FB3-627C-8C4A-E02C-F1C4E2AE2450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7" name="Input_receptor__1038">
              <a:extLst>
                <a:ext uri="{FF2B5EF4-FFF2-40B4-BE49-F238E27FC236}">
                  <a16:creationId xmlns:a16="http://schemas.microsoft.com/office/drawing/2014/main" id="{B8DA50AE-16AF-A65A-A3C9-534526B60A54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8" name="Input_receptor__1039">
              <a:extLst>
                <a:ext uri="{FF2B5EF4-FFF2-40B4-BE49-F238E27FC236}">
                  <a16:creationId xmlns:a16="http://schemas.microsoft.com/office/drawing/2014/main" id="{9FD1EDC2-EF5D-7F11-D45C-BEE1E59057C9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9" name="Input_receptor__1040">
              <a:extLst>
                <a:ext uri="{FF2B5EF4-FFF2-40B4-BE49-F238E27FC236}">
                  <a16:creationId xmlns:a16="http://schemas.microsoft.com/office/drawing/2014/main" id="{06A9D37B-9F5F-021F-995A-EF86E15FF234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50" name="Input_receptor__1041">
              <a:extLst>
                <a:ext uri="{FF2B5EF4-FFF2-40B4-BE49-F238E27FC236}">
                  <a16:creationId xmlns:a16="http://schemas.microsoft.com/office/drawing/2014/main" id="{CE7CF955-6199-C89A-9FF6-D30A53CE42D3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51" name="Input_receptor__1042">
              <a:extLst>
                <a:ext uri="{FF2B5EF4-FFF2-40B4-BE49-F238E27FC236}">
                  <a16:creationId xmlns:a16="http://schemas.microsoft.com/office/drawing/2014/main" id="{C03AEC6E-3FEB-B6E0-A719-2E47E12BE5DB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52" name="Input_receptor__1043">
              <a:extLst>
                <a:ext uri="{FF2B5EF4-FFF2-40B4-BE49-F238E27FC236}">
                  <a16:creationId xmlns:a16="http://schemas.microsoft.com/office/drawing/2014/main" id="{384EFB09-4A5F-B493-1B98-CF90244F140F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53" name="Input_receptor__1044">
              <a:extLst>
                <a:ext uri="{FF2B5EF4-FFF2-40B4-BE49-F238E27FC236}">
                  <a16:creationId xmlns:a16="http://schemas.microsoft.com/office/drawing/2014/main" id="{E29365E9-6145-AFB7-4E74-8A3178FE0E86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54" name="Input_receptor__1045">
              <a:extLst>
                <a:ext uri="{FF2B5EF4-FFF2-40B4-BE49-F238E27FC236}">
                  <a16:creationId xmlns:a16="http://schemas.microsoft.com/office/drawing/2014/main" id="{4430B6C0-1A22-6933-9E2B-954AB67833CD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5" name="Input_receptor__1046">
              <a:extLst>
                <a:ext uri="{FF2B5EF4-FFF2-40B4-BE49-F238E27FC236}">
                  <a16:creationId xmlns:a16="http://schemas.microsoft.com/office/drawing/2014/main" id="{727DF209-1FDB-5BE2-8D56-2A4FF8EC7CB8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47">
              <a:extLst>
                <a:ext uri="{FF2B5EF4-FFF2-40B4-BE49-F238E27FC236}">
                  <a16:creationId xmlns:a16="http://schemas.microsoft.com/office/drawing/2014/main" id="{1B9BD835-0069-8A52-C85D-C64E36E75005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48">
              <a:extLst>
                <a:ext uri="{FF2B5EF4-FFF2-40B4-BE49-F238E27FC236}">
                  <a16:creationId xmlns:a16="http://schemas.microsoft.com/office/drawing/2014/main" id="{C0919B53-3C7E-DE39-EB16-AC6BC8546BE9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49">
              <a:extLst>
                <a:ext uri="{FF2B5EF4-FFF2-40B4-BE49-F238E27FC236}">
                  <a16:creationId xmlns:a16="http://schemas.microsoft.com/office/drawing/2014/main" id="{8831E0B6-6D73-9ACF-40AA-81C74A58BB12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0">
              <a:extLst>
                <a:ext uri="{FF2B5EF4-FFF2-40B4-BE49-F238E27FC236}">
                  <a16:creationId xmlns:a16="http://schemas.microsoft.com/office/drawing/2014/main" id="{0548710C-0E74-00ED-BF65-12CC2ACE03C6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0" name="Input_receptor__1051">
              <a:extLst>
                <a:ext uri="{FF2B5EF4-FFF2-40B4-BE49-F238E27FC236}">
                  <a16:creationId xmlns:a16="http://schemas.microsoft.com/office/drawing/2014/main" id="{6E82E81B-DC53-784B-8E84-09E4F782C926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1" name="Input_receptor__1052">
              <a:extLst>
                <a:ext uri="{FF2B5EF4-FFF2-40B4-BE49-F238E27FC236}">
                  <a16:creationId xmlns:a16="http://schemas.microsoft.com/office/drawing/2014/main" id="{B842B894-0E50-B210-2544-E5DB8F198582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53">
              <a:extLst>
                <a:ext uri="{FF2B5EF4-FFF2-40B4-BE49-F238E27FC236}">
                  <a16:creationId xmlns:a16="http://schemas.microsoft.com/office/drawing/2014/main" id="{1B68D028-AAB5-AC7B-4D1B-87D69971F3CA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3" name="Input_receptor__1054">
              <a:extLst>
                <a:ext uri="{FF2B5EF4-FFF2-40B4-BE49-F238E27FC236}">
                  <a16:creationId xmlns:a16="http://schemas.microsoft.com/office/drawing/2014/main" id="{238D500F-D16D-8E7C-8F48-A689BD0A0502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4" name="Input_receptor__1055">
              <a:extLst>
                <a:ext uri="{FF2B5EF4-FFF2-40B4-BE49-F238E27FC236}">
                  <a16:creationId xmlns:a16="http://schemas.microsoft.com/office/drawing/2014/main" id="{B0B6C904-25C3-B361-77D5-45AF2A7C4FED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56">
              <a:extLst>
                <a:ext uri="{FF2B5EF4-FFF2-40B4-BE49-F238E27FC236}">
                  <a16:creationId xmlns:a16="http://schemas.microsoft.com/office/drawing/2014/main" id="{F14F888B-72B2-380C-6CB5-217FAB0A7908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57">
              <a:extLst>
                <a:ext uri="{FF2B5EF4-FFF2-40B4-BE49-F238E27FC236}">
                  <a16:creationId xmlns:a16="http://schemas.microsoft.com/office/drawing/2014/main" id="{830C76C0-1C50-577D-7D27-DB5E121DB24F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58">
              <a:extLst>
                <a:ext uri="{FF2B5EF4-FFF2-40B4-BE49-F238E27FC236}">
                  <a16:creationId xmlns:a16="http://schemas.microsoft.com/office/drawing/2014/main" id="{0F2C53A1-0C92-C251-E035-CF6FE4E80145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59">
              <a:extLst>
                <a:ext uri="{FF2B5EF4-FFF2-40B4-BE49-F238E27FC236}">
                  <a16:creationId xmlns:a16="http://schemas.microsoft.com/office/drawing/2014/main" id="{B1B242A3-18FC-EC25-3BB1-A1BD49B47A84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9" name="Input_receptor__1060">
              <a:extLst>
                <a:ext uri="{FF2B5EF4-FFF2-40B4-BE49-F238E27FC236}">
                  <a16:creationId xmlns:a16="http://schemas.microsoft.com/office/drawing/2014/main" id="{7D83CFFD-1EC4-53CA-A6FC-4588A17F183B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70" name="Input_receptor__1061">
              <a:extLst>
                <a:ext uri="{FF2B5EF4-FFF2-40B4-BE49-F238E27FC236}">
                  <a16:creationId xmlns:a16="http://schemas.microsoft.com/office/drawing/2014/main" id="{FC179388-3738-A558-6D44-8717ABAAD5B7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62">
              <a:extLst>
                <a:ext uri="{FF2B5EF4-FFF2-40B4-BE49-F238E27FC236}">
                  <a16:creationId xmlns:a16="http://schemas.microsoft.com/office/drawing/2014/main" id="{79CA5B05-75BD-45EC-4CF1-939638F65842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63">
              <a:extLst>
                <a:ext uri="{FF2B5EF4-FFF2-40B4-BE49-F238E27FC236}">
                  <a16:creationId xmlns:a16="http://schemas.microsoft.com/office/drawing/2014/main" id="{1D29B670-850A-B23F-9DF8-FF6E38AC13BF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64">
              <a:extLst>
                <a:ext uri="{FF2B5EF4-FFF2-40B4-BE49-F238E27FC236}">
                  <a16:creationId xmlns:a16="http://schemas.microsoft.com/office/drawing/2014/main" id="{4C91C35F-5090-C1C1-2D0A-942181477A8F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65">
              <a:extLst>
                <a:ext uri="{FF2B5EF4-FFF2-40B4-BE49-F238E27FC236}">
                  <a16:creationId xmlns:a16="http://schemas.microsoft.com/office/drawing/2014/main" id="{045E3CD1-1CDF-64F3-96D1-16275E9C29E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66">
              <a:extLst>
                <a:ext uri="{FF2B5EF4-FFF2-40B4-BE49-F238E27FC236}">
                  <a16:creationId xmlns:a16="http://schemas.microsoft.com/office/drawing/2014/main" id="{939372E5-1FA2-7BE9-33A7-28FD2BCB1830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67">
              <a:extLst>
                <a:ext uri="{FF2B5EF4-FFF2-40B4-BE49-F238E27FC236}">
                  <a16:creationId xmlns:a16="http://schemas.microsoft.com/office/drawing/2014/main" id="{A3A656F9-BC14-6BEB-8924-10BA1E27AF00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77" name="Input_receptor__1068">
              <a:extLst>
                <a:ext uri="{FF2B5EF4-FFF2-40B4-BE49-F238E27FC236}">
                  <a16:creationId xmlns:a16="http://schemas.microsoft.com/office/drawing/2014/main" id="{A16F939F-5A4D-51D5-5156-1DF7AB390BAE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8" name="Input_receptor__1069">
              <a:extLst>
                <a:ext uri="{FF2B5EF4-FFF2-40B4-BE49-F238E27FC236}">
                  <a16:creationId xmlns:a16="http://schemas.microsoft.com/office/drawing/2014/main" id="{6B3BC3E5-7D9E-ACEE-B2AB-96F75FB08D47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9" name="Input_receptor__1070">
              <a:extLst>
                <a:ext uri="{FF2B5EF4-FFF2-40B4-BE49-F238E27FC236}">
                  <a16:creationId xmlns:a16="http://schemas.microsoft.com/office/drawing/2014/main" id="{439ABF35-0B64-A836-E097-D1258A6F768A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80" name="Input_receptor__1071">
              <a:extLst>
                <a:ext uri="{FF2B5EF4-FFF2-40B4-BE49-F238E27FC236}">
                  <a16:creationId xmlns:a16="http://schemas.microsoft.com/office/drawing/2014/main" id="{8A0D6DF8-5093-D0E3-3818-142F98A917BC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81" name="Input_receptor__1072">
              <a:extLst>
                <a:ext uri="{FF2B5EF4-FFF2-40B4-BE49-F238E27FC236}">
                  <a16:creationId xmlns:a16="http://schemas.microsoft.com/office/drawing/2014/main" id="{D339A497-AFDA-08C6-2FCF-C6EAAEFBB3FE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82" name="Input_receptor__1073">
              <a:extLst>
                <a:ext uri="{FF2B5EF4-FFF2-40B4-BE49-F238E27FC236}">
                  <a16:creationId xmlns:a16="http://schemas.microsoft.com/office/drawing/2014/main" id="{59174845-F739-18BE-F4B2-ED5735F08921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83" name="Input_receptor__1074">
              <a:extLst>
                <a:ext uri="{FF2B5EF4-FFF2-40B4-BE49-F238E27FC236}">
                  <a16:creationId xmlns:a16="http://schemas.microsoft.com/office/drawing/2014/main" id="{069C7AA6-C0DD-D597-D7C8-8EED1B12643E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84" name="Input_receptor__1075">
              <a:extLst>
                <a:ext uri="{FF2B5EF4-FFF2-40B4-BE49-F238E27FC236}">
                  <a16:creationId xmlns:a16="http://schemas.microsoft.com/office/drawing/2014/main" id="{54E31385-FF55-968D-42BF-FA9B23FE2A87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85" name="Input_receptor__1076">
              <a:extLst>
                <a:ext uri="{FF2B5EF4-FFF2-40B4-BE49-F238E27FC236}">
                  <a16:creationId xmlns:a16="http://schemas.microsoft.com/office/drawing/2014/main" id="{5A8C3F5B-971D-CC3B-533D-DF54540A49F9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86" name="Input_receptor__1077">
              <a:extLst>
                <a:ext uri="{FF2B5EF4-FFF2-40B4-BE49-F238E27FC236}">
                  <a16:creationId xmlns:a16="http://schemas.microsoft.com/office/drawing/2014/main" id="{D277EB76-30B3-3DA3-1900-A2A1F598CB34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87" name="Input_receptor__1078">
              <a:extLst>
                <a:ext uri="{FF2B5EF4-FFF2-40B4-BE49-F238E27FC236}">
                  <a16:creationId xmlns:a16="http://schemas.microsoft.com/office/drawing/2014/main" id="{55E383C8-02B8-E0B3-A986-CC444D128B14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8" name="Input_receptor__1079">
              <a:extLst>
                <a:ext uri="{FF2B5EF4-FFF2-40B4-BE49-F238E27FC236}">
                  <a16:creationId xmlns:a16="http://schemas.microsoft.com/office/drawing/2014/main" id="{CB08AE66-735B-59FB-14FE-8E31D8FAC1EB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9" name="Input_receptor__1080">
              <a:extLst>
                <a:ext uri="{FF2B5EF4-FFF2-40B4-BE49-F238E27FC236}">
                  <a16:creationId xmlns:a16="http://schemas.microsoft.com/office/drawing/2014/main" id="{4C7EE873-740A-9B72-CC9A-14CA229BF47F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90" name="Input_receptor__1081">
              <a:extLst>
                <a:ext uri="{FF2B5EF4-FFF2-40B4-BE49-F238E27FC236}">
                  <a16:creationId xmlns:a16="http://schemas.microsoft.com/office/drawing/2014/main" id="{AE167EA0-88BF-6039-2CDD-86B62CE22E2A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91" name="Input_receptor__1082">
              <a:extLst>
                <a:ext uri="{FF2B5EF4-FFF2-40B4-BE49-F238E27FC236}">
                  <a16:creationId xmlns:a16="http://schemas.microsoft.com/office/drawing/2014/main" id="{1363BC3B-9696-AF2B-8C1C-BA196DC24E23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92" name="Input_receptor__1083">
              <a:extLst>
                <a:ext uri="{FF2B5EF4-FFF2-40B4-BE49-F238E27FC236}">
                  <a16:creationId xmlns:a16="http://schemas.microsoft.com/office/drawing/2014/main" id="{72DB815E-706F-9719-F68D-EB7E79E51455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93" name="Input_receptor__1084">
              <a:extLst>
                <a:ext uri="{FF2B5EF4-FFF2-40B4-BE49-F238E27FC236}">
                  <a16:creationId xmlns:a16="http://schemas.microsoft.com/office/drawing/2014/main" id="{6DF6DE13-F876-9B5D-F93B-C191E19F73FB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94" name="Input_receptor__1085">
              <a:extLst>
                <a:ext uri="{FF2B5EF4-FFF2-40B4-BE49-F238E27FC236}">
                  <a16:creationId xmlns:a16="http://schemas.microsoft.com/office/drawing/2014/main" id="{F70F8C20-04D4-0780-E882-46657146FFB8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5" name="Input_receptor__1086">
              <a:extLst>
                <a:ext uri="{FF2B5EF4-FFF2-40B4-BE49-F238E27FC236}">
                  <a16:creationId xmlns:a16="http://schemas.microsoft.com/office/drawing/2014/main" id="{21924C6A-1EF5-0131-3D42-4DD614EB3997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6" name="Input_receptor__1087">
              <a:extLst>
                <a:ext uri="{FF2B5EF4-FFF2-40B4-BE49-F238E27FC236}">
                  <a16:creationId xmlns:a16="http://schemas.microsoft.com/office/drawing/2014/main" id="{81066D5E-6724-5057-C9A0-60CAD139CA84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7" name="Input_receptor__1088">
              <a:extLst>
                <a:ext uri="{FF2B5EF4-FFF2-40B4-BE49-F238E27FC236}">
                  <a16:creationId xmlns:a16="http://schemas.microsoft.com/office/drawing/2014/main" id="{10B9FBF3-FD11-5B1C-DDBF-795E0A9F6388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89">
              <a:extLst>
                <a:ext uri="{FF2B5EF4-FFF2-40B4-BE49-F238E27FC236}">
                  <a16:creationId xmlns:a16="http://schemas.microsoft.com/office/drawing/2014/main" id="{8CB2039F-B2FF-3295-BCAE-03BA50BB7171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0">
              <a:extLst>
                <a:ext uri="{FF2B5EF4-FFF2-40B4-BE49-F238E27FC236}">
                  <a16:creationId xmlns:a16="http://schemas.microsoft.com/office/drawing/2014/main" id="{4EAEDB2D-D0EB-4457-6F35-93089BDE30CB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0" name="Input_receptor__1091">
              <a:extLst>
                <a:ext uri="{FF2B5EF4-FFF2-40B4-BE49-F238E27FC236}">
                  <a16:creationId xmlns:a16="http://schemas.microsoft.com/office/drawing/2014/main" id="{529A0B72-82E1-8CC0-DA50-32AC17BAD75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1" name="Input_receptor__1092">
              <a:extLst>
                <a:ext uri="{FF2B5EF4-FFF2-40B4-BE49-F238E27FC236}">
                  <a16:creationId xmlns:a16="http://schemas.microsoft.com/office/drawing/2014/main" id="{2397BD6D-E74E-59C5-0936-25FB3E543D50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2" name="Input_receptor__1093">
              <a:extLst>
                <a:ext uri="{FF2B5EF4-FFF2-40B4-BE49-F238E27FC236}">
                  <a16:creationId xmlns:a16="http://schemas.microsoft.com/office/drawing/2014/main" id="{BBD10C23-3103-E91C-778E-3C5931E8BAE7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3" name="Input_receptor__1094">
              <a:extLst>
                <a:ext uri="{FF2B5EF4-FFF2-40B4-BE49-F238E27FC236}">
                  <a16:creationId xmlns:a16="http://schemas.microsoft.com/office/drawing/2014/main" id="{47DC0D77-6607-ABC3-DB00-AC981D482697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095">
              <a:extLst>
                <a:ext uri="{FF2B5EF4-FFF2-40B4-BE49-F238E27FC236}">
                  <a16:creationId xmlns:a16="http://schemas.microsoft.com/office/drawing/2014/main" id="{E007DB89-FFA5-0158-3081-ECEA4E87F758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096">
              <a:extLst>
                <a:ext uri="{FF2B5EF4-FFF2-40B4-BE49-F238E27FC236}">
                  <a16:creationId xmlns:a16="http://schemas.microsoft.com/office/drawing/2014/main" id="{B11E7933-1F4D-F78E-E72B-0C002F5406D4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6" name="Input_receptor__1097">
              <a:extLst>
                <a:ext uri="{FF2B5EF4-FFF2-40B4-BE49-F238E27FC236}">
                  <a16:creationId xmlns:a16="http://schemas.microsoft.com/office/drawing/2014/main" id="{C1A55BAB-19D5-182F-0BDA-9E2975E7FA76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098">
              <a:extLst>
                <a:ext uri="{FF2B5EF4-FFF2-40B4-BE49-F238E27FC236}">
                  <a16:creationId xmlns:a16="http://schemas.microsoft.com/office/drawing/2014/main" id="{9B8213AF-CA35-565C-A1E9-258372B1F751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099">
              <a:extLst>
                <a:ext uri="{FF2B5EF4-FFF2-40B4-BE49-F238E27FC236}">
                  <a16:creationId xmlns:a16="http://schemas.microsoft.com/office/drawing/2014/main" id="{4B064FF4-F72E-055C-A352-32CA90AC865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9" name="Input_receptor__1100">
              <a:extLst>
                <a:ext uri="{FF2B5EF4-FFF2-40B4-BE49-F238E27FC236}">
                  <a16:creationId xmlns:a16="http://schemas.microsoft.com/office/drawing/2014/main" id="{BEFFB0F8-0F31-93EE-EC28-5856B72D4DC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10" name="Input_receptor__1101">
              <a:extLst>
                <a:ext uri="{FF2B5EF4-FFF2-40B4-BE49-F238E27FC236}">
                  <a16:creationId xmlns:a16="http://schemas.microsoft.com/office/drawing/2014/main" id="{E737E017-16FE-A154-0C17-E0F4A5D7FB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11" name="Input_receptor__1102">
              <a:extLst>
                <a:ext uri="{FF2B5EF4-FFF2-40B4-BE49-F238E27FC236}">
                  <a16:creationId xmlns:a16="http://schemas.microsoft.com/office/drawing/2014/main" id="{DC1E4ADE-2F8C-7862-CEC8-DFBB04DA7097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12" name="Input_receptor__1103">
              <a:extLst>
                <a:ext uri="{FF2B5EF4-FFF2-40B4-BE49-F238E27FC236}">
                  <a16:creationId xmlns:a16="http://schemas.microsoft.com/office/drawing/2014/main" id="{AC11DA44-650F-032D-FE9A-8CE512845C5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13" name="Input_receptor__1104">
              <a:extLst>
                <a:ext uri="{FF2B5EF4-FFF2-40B4-BE49-F238E27FC236}">
                  <a16:creationId xmlns:a16="http://schemas.microsoft.com/office/drawing/2014/main" id="{3946EAD0-BA99-42EC-4D40-C9321725D98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14" name="Input_receptor__1105">
              <a:extLst>
                <a:ext uri="{FF2B5EF4-FFF2-40B4-BE49-F238E27FC236}">
                  <a16:creationId xmlns:a16="http://schemas.microsoft.com/office/drawing/2014/main" id="{40FDBE9E-5EB3-063E-5A2E-E1B410B823E0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15" name="Input_receptor__1106">
              <a:extLst>
                <a:ext uri="{FF2B5EF4-FFF2-40B4-BE49-F238E27FC236}">
                  <a16:creationId xmlns:a16="http://schemas.microsoft.com/office/drawing/2014/main" id="{E364C5D1-1FBF-C708-6791-AAC08930B6FD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16" name="Input_receptor__1107">
              <a:extLst>
                <a:ext uri="{FF2B5EF4-FFF2-40B4-BE49-F238E27FC236}">
                  <a16:creationId xmlns:a16="http://schemas.microsoft.com/office/drawing/2014/main" id="{B21D5A00-3B52-C7AC-9B89-A1694E67B489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08">
              <a:extLst>
                <a:ext uri="{FF2B5EF4-FFF2-40B4-BE49-F238E27FC236}">
                  <a16:creationId xmlns:a16="http://schemas.microsoft.com/office/drawing/2014/main" id="{85CCE19B-A04E-3C70-4DFB-07F0B6DFA452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09">
              <a:extLst>
                <a:ext uri="{FF2B5EF4-FFF2-40B4-BE49-F238E27FC236}">
                  <a16:creationId xmlns:a16="http://schemas.microsoft.com/office/drawing/2014/main" id="{9C2473A2-D6DC-1637-42DB-51160C3CA092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0">
              <a:extLst>
                <a:ext uri="{FF2B5EF4-FFF2-40B4-BE49-F238E27FC236}">
                  <a16:creationId xmlns:a16="http://schemas.microsoft.com/office/drawing/2014/main" id="{E7529287-DEC4-A754-DF0A-7AEB132E0EE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1">
              <a:extLst>
                <a:ext uri="{FF2B5EF4-FFF2-40B4-BE49-F238E27FC236}">
                  <a16:creationId xmlns:a16="http://schemas.microsoft.com/office/drawing/2014/main" id="{5AE8639F-D50F-D49E-31F7-5C08BAD26700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1" name="Input_receptor__1112">
              <a:extLst>
                <a:ext uri="{FF2B5EF4-FFF2-40B4-BE49-F238E27FC236}">
                  <a16:creationId xmlns:a16="http://schemas.microsoft.com/office/drawing/2014/main" id="{2C178A3D-1FAD-CB67-FB4F-433EE3C32B53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2" name="Input_receptor__1113">
              <a:extLst>
                <a:ext uri="{FF2B5EF4-FFF2-40B4-BE49-F238E27FC236}">
                  <a16:creationId xmlns:a16="http://schemas.microsoft.com/office/drawing/2014/main" id="{B7AF506E-5AEE-F931-1A7B-1E954131E3D4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23" name="Input_receptor__1114">
              <a:extLst>
                <a:ext uri="{FF2B5EF4-FFF2-40B4-BE49-F238E27FC236}">
                  <a16:creationId xmlns:a16="http://schemas.microsoft.com/office/drawing/2014/main" id="{3D3E3C2E-452D-FDC7-8659-57CA232124C6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24" name="Input_receptor__1115">
              <a:extLst>
                <a:ext uri="{FF2B5EF4-FFF2-40B4-BE49-F238E27FC236}">
                  <a16:creationId xmlns:a16="http://schemas.microsoft.com/office/drawing/2014/main" id="{CBEC6007-5E28-2B42-D0A9-3BE227836DB6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5" name="Input_receptor__1116">
              <a:extLst>
                <a:ext uri="{FF2B5EF4-FFF2-40B4-BE49-F238E27FC236}">
                  <a16:creationId xmlns:a16="http://schemas.microsoft.com/office/drawing/2014/main" id="{40836E49-F6E2-F3B5-F0E6-6A9EF15D5E87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6" name="Input_receptor__1117">
              <a:extLst>
                <a:ext uri="{FF2B5EF4-FFF2-40B4-BE49-F238E27FC236}">
                  <a16:creationId xmlns:a16="http://schemas.microsoft.com/office/drawing/2014/main" id="{A89C9670-BF82-1D14-9E6F-DFEA44441100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27" name="Input_receptor__1118">
              <a:extLst>
                <a:ext uri="{FF2B5EF4-FFF2-40B4-BE49-F238E27FC236}">
                  <a16:creationId xmlns:a16="http://schemas.microsoft.com/office/drawing/2014/main" id="{77CBAECE-3879-3613-A18A-E1EA396BF9E8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8" name="Input_receptor__1119">
              <a:extLst>
                <a:ext uri="{FF2B5EF4-FFF2-40B4-BE49-F238E27FC236}">
                  <a16:creationId xmlns:a16="http://schemas.microsoft.com/office/drawing/2014/main" id="{721F3A9B-F094-7EA3-57B4-D48F7DC0646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9" name="Input_receptor__1120">
              <a:extLst>
                <a:ext uri="{FF2B5EF4-FFF2-40B4-BE49-F238E27FC236}">
                  <a16:creationId xmlns:a16="http://schemas.microsoft.com/office/drawing/2014/main" id="{7D5727FE-80F4-4920-6FF7-CDAB59643F39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30" name="Input_receptor__1121">
              <a:extLst>
                <a:ext uri="{FF2B5EF4-FFF2-40B4-BE49-F238E27FC236}">
                  <a16:creationId xmlns:a16="http://schemas.microsoft.com/office/drawing/2014/main" id="{A69541AE-F2A4-5CF6-296F-60E39F58EB3F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31" name="Input_receptor__1122">
              <a:extLst>
                <a:ext uri="{FF2B5EF4-FFF2-40B4-BE49-F238E27FC236}">
                  <a16:creationId xmlns:a16="http://schemas.microsoft.com/office/drawing/2014/main" id="{EB30EEDB-51BF-81F0-6DC9-797B2886B49F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32" name="Input_receptor__1123">
              <a:extLst>
                <a:ext uri="{FF2B5EF4-FFF2-40B4-BE49-F238E27FC236}">
                  <a16:creationId xmlns:a16="http://schemas.microsoft.com/office/drawing/2014/main" id="{74B36DFD-95B3-5B98-4953-6B1DCD73059F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33" name="Input_receptor__1124">
              <a:extLst>
                <a:ext uri="{FF2B5EF4-FFF2-40B4-BE49-F238E27FC236}">
                  <a16:creationId xmlns:a16="http://schemas.microsoft.com/office/drawing/2014/main" id="{6001509E-8FD1-BF1C-A414-A26014A0B346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34" name="Input_receptor__1125">
              <a:extLst>
                <a:ext uri="{FF2B5EF4-FFF2-40B4-BE49-F238E27FC236}">
                  <a16:creationId xmlns:a16="http://schemas.microsoft.com/office/drawing/2014/main" id="{C6652BD2-0ACA-6089-620F-88ACA4F14C8E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26">
              <a:extLst>
                <a:ext uri="{FF2B5EF4-FFF2-40B4-BE49-F238E27FC236}">
                  <a16:creationId xmlns:a16="http://schemas.microsoft.com/office/drawing/2014/main" id="{42FB5193-C8E8-7765-8434-D31313CA0152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6" name="Input_receptor__1127">
              <a:extLst>
                <a:ext uri="{FF2B5EF4-FFF2-40B4-BE49-F238E27FC236}">
                  <a16:creationId xmlns:a16="http://schemas.microsoft.com/office/drawing/2014/main" id="{B869C313-808F-2232-102C-98BFF0227D00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28">
              <a:extLst>
                <a:ext uri="{FF2B5EF4-FFF2-40B4-BE49-F238E27FC236}">
                  <a16:creationId xmlns:a16="http://schemas.microsoft.com/office/drawing/2014/main" id="{21D4B00A-59A8-06B6-13D6-22BB94D9941F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29">
              <a:extLst>
                <a:ext uri="{FF2B5EF4-FFF2-40B4-BE49-F238E27FC236}">
                  <a16:creationId xmlns:a16="http://schemas.microsoft.com/office/drawing/2014/main" id="{BB99ED76-B795-AE5B-45A0-7A39738F211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9" name="Input_receptor__1130">
              <a:extLst>
                <a:ext uri="{FF2B5EF4-FFF2-40B4-BE49-F238E27FC236}">
                  <a16:creationId xmlns:a16="http://schemas.microsoft.com/office/drawing/2014/main" id="{7131092B-4989-799A-F59F-DC85A5ED5076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1">
              <a:extLst>
                <a:ext uri="{FF2B5EF4-FFF2-40B4-BE49-F238E27FC236}">
                  <a16:creationId xmlns:a16="http://schemas.microsoft.com/office/drawing/2014/main" id="{0C8603D5-1FF8-D9F5-EC68-6E1F6DFD11F1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32">
              <a:extLst>
                <a:ext uri="{FF2B5EF4-FFF2-40B4-BE49-F238E27FC236}">
                  <a16:creationId xmlns:a16="http://schemas.microsoft.com/office/drawing/2014/main" id="{37632430-6E39-D75D-F0E0-835D91ADBA9C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33">
              <a:extLst>
                <a:ext uri="{FF2B5EF4-FFF2-40B4-BE49-F238E27FC236}">
                  <a16:creationId xmlns:a16="http://schemas.microsoft.com/office/drawing/2014/main" id="{1DFCE293-617A-2A18-9F9F-B63521D93E61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34">
              <a:extLst>
                <a:ext uri="{FF2B5EF4-FFF2-40B4-BE49-F238E27FC236}">
                  <a16:creationId xmlns:a16="http://schemas.microsoft.com/office/drawing/2014/main" id="{C80B7A20-641D-C96B-9BC4-F7EA35159EFA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35">
              <a:extLst>
                <a:ext uri="{FF2B5EF4-FFF2-40B4-BE49-F238E27FC236}">
                  <a16:creationId xmlns:a16="http://schemas.microsoft.com/office/drawing/2014/main" id="{23250C25-A363-CC60-00F4-4FC6287F700B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5" name="Input_receptor__1136">
              <a:extLst>
                <a:ext uri="{FF2B5EF4-FFF2-40B4-BE49-F238E27FC236}">
                  <a16:creationId xmlns:a16="http://schemas.microsoft.com/office/drawing/2014/main" id="{1C19AF16-9AE3-E842-512F-664ADD9BACCA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6" name="Input_receptor__1137">
              <a:extLst>
                <a:ext uri="{FF2B5EF4-FFF2-40B4-BE49-F238E27FC236}">
                  <a16:creationId xmlns:a16="http://schemas.microsoft.com/office/drawing/2014/main" id="{109D4BAF-84FD-3CFF-69DB-1CEB940DB3B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38">
              <a:extLst>
                <a:ext uri="{FF2B5EF4-FFF2-40B4-BE49-F238E27FC236}">
                  <a16:creationId xmlns:a16="http://schemas.microsoft.com/office/drawing/2014/main" id="{D87FEE11-57FB-0DB9-D2B0-EC91DD4EDEC3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39">
              <a:extLst>
                <a:ext uri="{FF2B5EF4-FFF2-40B4-BE49-F238E27FC236}">
                  <a16:creationId xmlns:a16="http://schemas.microsoft.com/office/drawing/2014/main" id="{05CACD1B-D204-FBDE-B982-2DA7FCB9DB80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9" name="Input_receptor__1140">
              <a:extLst>
                <a:ext uri="{FF2B5EF4-FFF2-40B4-BE49-F238E27FC236}">
                  <a16:creationId xmlns:a16="http://schemas.microsoft.com/office/drawing/2014/main" id="{6F7B549D-B25F-16A5-34C4-0F70CF7970F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50" name="Input_receptor__1141">
              <a:extLst>
                <a:ext uri="{FF2B5EF4-FFF2-40B4-BE49-F238E27FC236}">
                  <a16:creationId xmlns:a16="http://schemas.microsoft.com/office/drawing/2014/main" id="{FFBAEB4C-E664-6B31-FE8F-8A41EE622E04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51" name="Input_receptor__1142">
              <a:extLst>
                <a:ext uri="{FF2B5EF4-FFF2-40B4-BE49-F238E27FC236}">
                  <a16:creationId xmlns:a16="http://schemas.microsoft.com/office/drawing/2014/main" id="{AEB47E01-95D1-8289-B7AB-BE4871AFE526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52" name="Input_receptor__1143">
              <a:extLst>
                <a:ext uri="{FF2B5EF4-FFF2-40B4-BE49-F238E27FC236}">
                  <a16:creationId xmlns:a16="http://schemas.microsoft.com/office/drawing/2014/main" id="{12D30AC1-13C8-E5C7-3E44-DDC7E326556B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53" name="Input_receptor__1144">
              <a:extLst>
                <a:ext uri="{FF2B5EF4-FFF2-40B4-BE49-F238E27FC236}">
                  <a16:creationId xmlns:a16="http://schemas.microsoft.com/office/drawing/2014/main" id="{CC68EE9F-7C8A-5920-ABA6-6C41F68BD172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54" name="Input_receptor__1145">
              <a:extLst>
                <a:ext uri="{FF2B5EF4-FFF2-40B4-BE49-F238E27FC236}">
                  <a16:creationId xmlns:a16="http://schemas.microsoft.com/office/drawing/2014/main" id="{57C6FF69-A8CC-7BEE-D95D-63D108136936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55" name="Input_receptor__1146">
              <a:extLst>
                <a:ext uri="{FF2B5EF4-FFF2-40B4-BE49-F238E27FC236}">
                  <a16:creationId xmlns:a16="http://schemas.microsoft.com/office/drawing/2014/main" id="{5B51C572-9114-EC6B-3600-3FB61D531B47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56" name="Input_receptor__1147">
              <a:extLst>
                <a:ext uri="{FF2B5EF4-FFF2-40B4-BE49-F238E27FC236}">
                  <a16:creationId xmlns:a16="http://schemas.microsoft.com/office/drawing/2014/main" id="{55FFE63C-09E3-D91F-E8FB-BD61614FF28C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48">
              <a:extLst>
                <a:ext uri="{FF2B5EF4-FFF2-40B4-BE49-F238E27FC236}">
                  <a16:creationId xmlns:a16="http://schemas.microsoft.com/office/drawing/2014/main" id="{2901DFD3-52E3-58DA-2BF4-1A80CDAA3424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8" name="Input_receptor__1149">
              <a:extLst>
                <a:ext uri="{FF2B5EF4-FFF2-40B4-BE49-F238E27FC236}">
                  <a16:creationId xmlns:a16="http://schemas.microsoft.com/office/drawing/2014/main" id="{AA51F1FC-A101-73C5-723C-52BF99F4F9A2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0">
              <a:extLst>
                <a:ext uri="{FF2B5EF4-FFF2-40B4-BE49-F238E27FC236}">
                  <a16:creationId xmlns:a16="http://schemas.microsoft.com/office/drawing/2014/main" id="{ACE21687-1C06-285A-7256-6D5D7620B0D4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1">
              <a:extLst>
                <a:ext uri="{FF2B5EF4-FFF2-40B4-BE49-F238E27FC236}">
                  <a16:creationId xmlns:a16="http://schemas.microsoft.com/office/drawing/2014/main" id="{895C4411-A106-FD3F-C02F-886AB48A97C7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1" name="Input_receptor__1152">
              <a:extLst>
                <a:ext uri="{FF2B5EF4-FFF2-40B4-BE49-F238E27FC236}">
                  <a16:creationId xmlns:a16="http://schemas.microsoft.com/office/drawing/2014/main" id="{6DF863A8-59D3-8E5C-6F19-8E24D11AD4CE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2" name="Input_receptor__1153">
              <a:extLst>
                <a:ext uri="{FF2B5EF4-FFF2-40B4-BE49-F238E27FC236}">
                  <a16:creationId xmlns:a16="http://schemas.microsoft.com/office/drawing/2014/main" id="{8912CCD9-B246-167C-0D55-74881A859BF9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3" name="Input_receptor__1154">
              <a:extLst>
                <a:ext uri="{FF2B5EF4-FFF2-40B4-BE49-F238E27FC236}">
                  <a16:creationId xmlns:a16="http://schemas.microsoft.com/office/drawing/2014/main" id="{5CAA0829-B866-9806-D692-D021EE5B7DAB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55">
              <a:extLst>
                <a:ext uri="{FF2B5EF4-FFF2-40B4-BE49-F238E27FC236}">
                  <a16:creationId xmlns:a16="http://schemas.microsoft.com/office/drawing/2014/main" id="{2CFDF7A1-2C40-AE3B-90E8-8997C0F8848F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56">
              <a:extLst>
                <a:ext uri="{FF2B5EF4-FFF2-40B4-BE49-F238E27FC236}">
                  <a16:creationId xmlns:a16="http://schemas.microsoft.com/office/drawing/2014/main" id="{3184A48A-A722-4263-CB7D-599EBE5E8424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6" name="Input_receptor__1157">
              <a:extLst>
                <a:ext uri="{FF2B5EF4-FFF2-40B4-BE49-F238E27FC236}">
                  <a16:creationId xmlns:a16="http://schemas.microsoft.com/office/drawing/2014/main" id="{760C602D-C5C8-64F7-3EFE-BB7CF370A0BF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58">
              <a:extLst>
                <a:ext uri="{FF2B5EF4-FFF2-40B4-BE49-F238E27FC236}">
                  <a16:creationId xmlns:a16="http://schemas.microsoft.com/office/drawing/2014/main" id="{1A81D274-C9D8-9BB7-B96B-D7B7B9D4D906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59">
              <a:extLst>
                <a:ext uri="{FF2B5EF4-FFF2-40B4-BE49-F238E27FC236}">
                  <a16:creationId xmlns:a16="http://schemas.microsoft.com/office/drawing/2014/main" id="{886FA694-B6F6-53E3-D997-461F264E89F3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9" name="Input_receptor__1160">
              <a:extLst>
                <a:ext uri="{FF2B5EF4-FFF2-40B4-BE49-F238E27FC236}">
                  <a16:creationId xmlns:a16="http://schemas.microsoft.com/office/drawing/2014/main" id="{D01F8F9D-F1C1-04F1-891D-DF3C49C5B928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70" name="Input_receptor__1161">
              <a:extLst>
                <a:ext uri="{FF2B5EF4-FFF2-40B4-BE49-F238E27FC236}">
                  <a16:creationId xmlns:a16="http://schemas.microsoft.com/office/drawing/2014/main" id="{73E35788-EFA7-6C93-4B78-098CB9FB850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71" name="Input_receptor__1162">
              <a:extLst>
                <a:ext uri="{FF2B5EF4-FFF2-40B4-BE49-F238E27FC236}">
                  <a16:creationId xmlns:a16="http://schemas.microsoft.com/office/drawing/2014/main" id="{7E4680DE-8409-DA39-4107-F329E509D07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2" name="Input_receptor__1163">
              <a:extLst>
                <a:ext uri="{FF2B5EF4-FFF2-40B4-BE49-F238E27FC236}">
                  <a16:creationId xmlns:a16="http://schemas.microsoft.com/office/drawing/2014/main" id="{2A047F65-060A-51F7-7251-8F59C47BA236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3" name="Input_receptor__1164">
              <a:extLst>
                <a:ext uri="{FF2B5EF4-FFF2-40B4-BE49-F238E27FC236}">
                  <a16:creationId xmlns:a16="http://schemas.microsoft.com/office/drawing/2014/main" id="{FF4A2ADD-C26F-003F-E6F0-36A6BE42DD42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4" name="Input_receptor__1165">
              <a:extLst>
                <a:ext uri="{FF2B5EF4-FFF2-40B4-BE49-F238E27FC236}">
                  <a16:creationId xmlns:a16="http://schemas.microsoft.com/office/drawing/2014/main" id="{6EB3F559-821D-69A6-0FF2-46F9B7029974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5" name="Input_receptor__1166">
              <a:extLst>
                <a:ext uri="{FF2B5EF4-FFF2-40B4-BE49-F238E27FC236}">
                  <a16:creationId xmlns:a16="http://schemas.microsoft.com/office/drawing/2014/main" id="{EC623FEC-BB7F-26DE-F40B-3449265AEF97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6" name="Input_receptor__1167">
              <a:extLst>
                <a:ext uri="{FF2B5EF4-FFF2-40B4-BE49-F238E27FC236}">
                  <a16:creationId xmlns:a16="http://schemas.microsoft.com/office/drawing/2014/main" id="{88BAFE81-5F02-842F-FE82-8174B0C6ACF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7" name="Input_receptor__1168">
              <a:extLst>
                <a:ext uri="{FF2B5EF4-FFF2-40B4-BE49-F238E27FC236}">
                  <a16:creationId xmlns:a16="http://schemas.microsoft.com/office/drawing/2014/main" id="{BA04F618-4A4E-84D6-CD62-D56124ECDCF2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8" name="Input_receptor__1169">
              <a:extLst>
                <a:ext uri="{FF2B5EF4-FFF2-40B4-BE49-F238E27FC236}">
                  <a16:creationId xmlns:a16="http://schemas.microsoft.com/office/drawing/2014/main" id="{6A091DF6-8EB7-0DF1-6F95-8DCD8A8350A3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9" name="Input_receptor__1170">
              <a:extLst>
                <a:ext uri="{FF2B5EF4-FFF2-40B4-BE49-F238E27FC236}">
                  <a16:creationId xmlns:a16="http://schemas.microsoft.com/office/drawing/2014/main" id="{7F887547-D3C1-28AB-9E73-34910C9D398F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80" name="Input_receptor__1171">
              <a:extLst>
                <a:ext uri="{FF2B5EF4-FFF2-40B4-BE49-F238E27FC236}">
                  <a16:creationId xmlns:a16="http://schemas.microsoft.com/office/drawing/2014/main" id="{0691A378-E363-02BB-771B-17573414B57F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81" name="Input_receptor__1172">
              <a:extLst>
                <a:ext uri="{FF2B5EF4-FFF2-40B4-BE49-F238E27FC236}">
                  <a16:creationId xmlns:a16="http://schemas.microsoft.com/office/drawing/2014/main" id="{16CB009A-AD2A-1439-8406-C3DEC016067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82" name="Input_receptor__1173">
              <a:extLst>
                <a:ext uri="{FF2B5EF4-FFF2-40B4-BE49-F238E27FC236}">
                  <a16:creationId xmlns:a16="http://schemas.microsoft.com/office/drawing/2014/main" id="{722F6656-8BFC-5792-2AA1-9A75A10DB10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83" name="Input_receptor__1174">
              <a:extLst>
                <a:ext uri="{FF2B5EF4-FFF2-40B4-BE49-F238E27FC236}">
                  <a16:creationId xmlns:a16="http://schemas.microsoft.com/office/drawing/2014/main" id="{EDC054F6-9B9E-FCB6-95AF-12BA31D2C885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84" name="Input_receptor__1175">
              <a:extLst>
                <a:ext uri="{FF2B5EF4-FFF2-40B4-BE49-F238E27FC236}">
                  <a16:creationId xmlns:a16="http://schemas.microsoft.com/office/drawing/2014/main" id="{A7654566-9CD8-A68A-E295-6AFFC22DC1FE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85" name="Input_receptor__1176">
              <a:extLst>
                <a:ext uri="{FF2B5EF4-FFF2-40B4-BE49-F238E27FC236}">
                  <a16:creationId xmlns:a16="http://schemas.microsoft.com/office/drawing/2014/main" id="{F5D6872F-A9D8-6E1C-D92E-F627EA1A776C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86" name="Input_receptor__1177">
              <a:extLst>
                <a:ext uri="{FF2B5EF4-FFF2-40B4-BE49-F238E27FC236}">
                  <a16:creationId xmlns:a16="http://schemas.microsoft.com/office/drawing/2014/main" id="{07C6B9E8-B031-B304-4683-7806EF9DC0BE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78">
              <a:extLst>
                <a:ext uri="{FF2B5EF4-FFF2-40B4-BE49-F238E27FC236}">
                  <a16:creationId xmlns:a16="http://schemas.microsoft.com/office/drawing/2014/main" id="{71A99974-1E6A-EEF5-6D8B-223E30A1321E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79">
              <a:extLst>
                <a:ext uri="{FF2B5EF4-FFF2-40B4-BE49-F238E27FC236}">
                  <a16:creationId xmlns:a16="http://schemas.microsoft.com/office/drawing/2014/main" id="{442579D1-533E-91D5-310F-C5241D0F1E1D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9" name="Input_receptor__1180">
              <a:extLst>
                <a:ext uri="{FF2B5EF4-FFF2-40B4-BE49-F238E27FC236}">
                  <a16:creationId xmlns:a16="http://schemas.microsoft.com/office/drawing/2014/main" id="{4F2466FC-A9C8-E9E4-9257-00F9605E3EBC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0" name="Input_receptor__1181">
              <a:extLst>
                <a:ext uri="{FF2B5EF4-FFF2-40B4-BE49-F238E27FC236}">
                  <a16:creationId xmlns:a16="http://schemas.microsoft.com/office/drawing/2014/main" id="{D3FA8331-2C28-D796-6D58-7FEA4BBF78D5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1" name="Input_receptor__1182">
              <a:extLst>
                <a:ext uri="{FF2B5EF4-FFF2-40B4-BE49-F238E27FC236}">
                  <a16:creationId xmlns:a16="http://schemas.microsoft.com/office/drawing/2014/main" id="{42AEDFCF-3C5C-F44A-3CBD-302CF2D4210C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83">
              <a:extLst>
                <a:ext uri="{FF2B5EF4-FFF2-40B4-BE49-F238E27FC236}">
                  <a16:creationId xmlns:a16="http://schemas.microsoft.com/office/drawing/2014/main" id="{004C5C36-8EE8-FECD-2C63-E47FBA386010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84">
              <a:extLst>
                <a:ext uri="{FF2B5EF4-FFF2-40B4-BE49-F238E27FC236}">
                  <a16:creationId xmlns:a16="http://schemas.microsoft.com/office/drawing/2014/main" id="{54498627-9B8A-9ADB-D257-8624D467F69E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4" name="Input_receptor__1185">
              <a:extLst>
                <a:ext uri="{FF2B5EF4-FFF2-40B4-BE49-F238E27FC236}">
                  <a16:creationId xmlns:a16="http://schemas.microsoft.com/office/drawing/2014/main" id="{9D89E3EA-6890-FCD9-CB91-7CDAE1D0B4E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5" name="Input_receptor__1186">
              <a:extLst>
                <a:ext uri="{FF2B5EF4-FFF2-40B4-BE49-F238E27FC236}">
                  <a16:creationId xmlns:a16="http://schemas.microsoft.com/office/drawing/2014/main" id="{BD3B1E9B-E8FD-C2E7-60FE-EC7968A61C64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87">
              <a:extLst>
                <a:ext uri="{FF2B5EF4-FFF2-40B4-BE49-F238E27FC236}">
                  <a16:creationId xmlns:a16="http://schemas.microsoft.com/office/drawing/2014/main" id="{D1E10810-51BC-F7E1-5B23-EEC2D525E390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88">
              <a:extLst>
                <a:ext uri="{FF2B5EF4-FFF2-40B4-BE49-F238E27FC236}">
                  <a16:creationId xmlns:a16="http://schemas.microsoft.com/office/drawing/2014/main" id="{BE24174D-F4D7-7DCE-27DD-4773DC7ECFE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8" name="Input_receptor__1189">
              <a:extLst>
                <a:ext uri="{FF2B5EF4-FFF2-40B4-BE49-F238E27FC236}">
                  <a16:creationId xmlns:a16="http://schemas.microsoft.com/office/drawing/2014/main" id="{CC201C24-F20A-5BAF-E549-2A41DA2D6011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0">
              <a:extLst>
                <a:ext uri="{FF2B5EF4-FFF2-40B4-BE49-F238E27FC236}">
                  <a16:creationId xmlns:a16="http://schemas.microsoft.com/office/drawing/2014/main" id="{32C717AB-B800-3DEB-CB6C-4A0D9C1B263C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1">
              <a:extLst>
                <a:ext uri="{FF2B5EF4-FFF2-40B4-BE49-F238E27FC236}">
                  <a16:creationId xmlns:a16="http://schemas.microsoft.com/office/drawing/2014/main" id="{D9B4D301-8EB8-2068-AEB9-EB282FA42711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192">
              <a:extLst>
                <a:ext uri="{FF2B5EF4-FFF2-40B4-BE49-F238E27FC236}">
                  <a16:creationId xmlns:a16="http://schemas.microsoft.com/office/drawing/2014/main" id="{074810C1-BE1F-FF87-679B-226F4FD50CFD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193">
              <a:extLst>
                <a:ext uri="{FF2B5EF4-FFF2-40B4-BE49-F238E27FC236}">
                  <a16:creationId xmlns:a16="http://schemas.microsoft.com/office/drawing/2014/main" id="{42E9AB65-74F1-F816-3D3B-D4F7260E2A5C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3" name="Input_receptor__1194">
              <a:extLst>
                <a:ext uri="{FF2B5EF4-FFF2-40B4-BE49-F238E27FC236}">
                  <a16:creationId xmlns:a16="http://schemas.microsoft.com/office/drawing/2014/main" id="{3445E5C3-C44D-8161-1D1B-E9FCF3211317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195">
              <a:extLst>
                <a:ext uri="{FF2B5EF4-FFF2-40B4-BE49-F238E27FC236}">
                  <a16:creationId xmlns:a16="http://schemas.microsoft.com/office/drawing/2014/main" id="{832D260D-CDDD-69FC-DF11-FC20C3D968BF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196">
              <a:extLst>
                <a:ext uri="{FF2B5EF4-FFF2-40B4-BE49-F238E27FC236}">
                  <a16:creationId xmlns:a16="http://schemas.microsoft.com/office/drawing/2014/main" id="{1D5D83F2-C010-D6D1-3B57-33B5B93D7032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6" name="Input_receptor__1197">
              <a:extLst>
                <a:ext uri="{FF2B5EF4-FFF2-40B4-BE49-F238E27FC236}">
                  <a16:creationId xmlns:a16="http://schemas.microsoft.com/office/drawing/2014/main" id="{26820D0E-E356-48F5-7293-958A327A5F1E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7" name="Input_receptor__1198">
              <a:extLst>
                <a:ext uri="{FF2B5EF4-FFF2-40B4-BE49-F238E27FC236}">
                  <a16:creationId xmlns:a16="http://schemas.microsoft.com/office/drawing/2014/main" id="{D4BB2EF7-524F-C9C3-272A-F4CBF6C25976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8" name="Input_receptor__1199">
              <a:extLst>
                <a:ext uri="{FF2B5EF4-FFF2-40B4-BE49-F238E27FC236}">
                  <a16:creationId xmlns:a16="http://schemas.microsoft.com/office/drawing/2014/main" id="{D8F7479A-C56C-B3BA-A586-1F33AF186EC8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0">
              <a:extLst>
                <a:ext uri="{FF2B5EF4-FFF2-40B4-BE49-F238E27FC236}">
                  <a16:creationId xmlns:a16="http://schemas.microsoft.com/office/drawing/2014/main" id="{90D63BA2-FF97-0706-D45D-437A4621B8D2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1">
              <a:extLst>
                <a:ext uri="{FF2B5EF4-FFF2-40B4-BE49-F238E27FC236}">
                  <a16:creationId xmlns:a16="http://schemas.microsoft.com/office/drawing/2014/main" id="{AB1F6916-8CFD-59B1-93CD-457EA0C0D9BA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02">
              <a:extLst>
                <a:ext uri="{FF2B5EF4-FFF2-40B4-BE49-F238E27FC236}">
                  <a16:creationId xmlns:a16="http://schemas.microsoft.com/office/drawing/2014/main" id="{5DCD5970-3F58-6C51-5F9A-E3DF0BEEEB84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2" name="Input_receptor__1203">
              <a:extLst>
                <a:ext uri="{FF2B5EF4-FFF2-40B4-BE49-F238E27FC236}">
                  <a16:creationId xmlns:a16="http://schemas.microsoft.com/office/drawing/2014/main" id="{2DE050F3-3CE7-B0A3-4848-76453AF20944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04">
              <a:extLst>
                <a:ext uri="{FF2B5EF4-FFF2-40B4-BE49-F238E27FC236}">
                  <a16:creationId xmlns:a16="http://schemas.microsoft.com/office/drawing/2014/main" id="{07832B29-C985-DF97-D1CC-6DE6A81B67A9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4" name="Input_receptor__1205">
              <a:extLst>
                <a:ext uri="{FF2B5EF4-FFF2-40B4-BE49-F238E27FC236}">
                  <a16:creationId xmlns:a16="http://schemas.microsoft.com/office/drawing/2014/main" id="{AF13D748-AA70-7EAD-7234-C8192E9C4727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5" name="Input_receptor__1206">
              <a:extLst>
                <a:ext uri="{FF2B5EF4-FFF2-40B4-BE49-F238E27FC236}">
                  <a16:creationId xmlns:a16="http://schemas.microsoft.com/office/drawing/2014/main" id="{FE24EC17-7283-D992-7382-A6667DE5F170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6" name="Input_receptor__1207">
              <a:extLst>
                <a:ext uri="{FF2B5EF4-FFF2-40B4-BE49-F238E27FC236}">
                  <a16:creationId xmlns:a16="http://schemas.microsoft.com/office/drawing/2014/main" id="{28BC6746-C86B-D4E0-5166-F5AF91C46318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7" name="Input_receptor__1208">
              <a:extLst>
                <a:ext uri="{FF2B5EF4-FFF2-40B4-BE49-F238E27FC236}">
                  <a16:creationId xmlns:a16="http://schemas.microsoft.com/office/drawing/2014/main" id="{65F34FC4-8D83-B1E8-68A0-8D4E9449DD3A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8" name="Input_receptor__1209">
              <a:extLst>
                <a:ext uri="{FF2B5EF4-FFF2-40B4-BE49-F238E27FC236}">
                  <a16:creationId xmlns:a16="http://schemas.microsoft.com/office/drawing/2014/main" id="{ADDA2B8B-C50B-5363-7F6D-1C1A21E04EF6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9" name="Input_receptor__1210">
              <a:extLst>
                <a:ext uri="{FF2B5EF4-FFF2-40B4-BE49-F238E27FC236}">
                  <a16:creationId xmlns:a16="http://schemas.microsoft.com/office/drawing/2014/main" id="{88301177-6BAE-EB41-0DF8-AC2CE7DF243D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20" name="Input_receptor__1211">
              <a:extLst>
                <a:ext uri="{FF2B5EF4-FFF2-40B4-BE49-F238E27FC236}">
                  <a16:creationId xmlns:a16="http://schemas.microsoft.com/office/drawing/2014/main" id="{67AB9F95-C4FE-DD21-3519-FC893C9277DA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21" name="Input_receptor__1212">
              <a:extLst>
                <a:ext uri="{FF2B5EF4-FFF2-40B4-BE49-F238E27FC236}">
                  <a16:creationId xmlns:a16="http://schemas.microsoft.com/office/drawing/2014/main" id="{2AAFEC97-477D-2A5C-7DB0-5991BA39E8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22" name="Input_receptor__1213">
              <a:extLst>
                <a:ext uri="{FF2B5EF4-FFF2-40B4-BE49-F238E27FC236}">
                  <a16:creationId xmlns:a16="http://schemas.microsoft.com/office/drawing/2014/main" id="{F74B51A7-9B46-3B1D-4E9C-669A9BE6D5E6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23" name="Input_receptor__1214">
              <a:extLst>
                <a:ext uri="{FF2B5EF4-FFF2-40B4-BE49-F238E27FC236}">
                  <a16:creationId xmlns:a16="http://schemas.microsoft.com/office/drawing/2014/main" id="{4E6E830E-EACB-3B8F-0F07-1850410FEAF6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4" name="Input_receptor__1215">
              <a:extLst>
                <a:ext uri="{FF2B5EF4-FFF2-40B4-BE49-F238E27FC236}">
                  <a16:creationId xmlns:a16="http://schemas.microsoft.com/office/drawing/2014/main" id="{887B89BA-F9B0-4416-6B9B-A6B215705966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5" name="Input_receptor__1216">
              <a:extLst>
                <a:ext uri="{FF2B5EF4-FFF2-40B4-BE49-F238E27FC236}">
                  <a16:creationId xmlns:a16="http://schemas.microsoft.com/office/drawing/2014/main" id="{D8B5BBC9-622B-977B-29BC-B9ECB2C54ADF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6" name="Input_receptor__1217">
              <a:extLst>
                <a:ext uri="{FF2B5EF4-FFF2-40B4-BE49-F238E27FC236}">
                  <a16:creationId xmlns:a16="http://schemas.microsoft.com/office/drawing/2014/main" id="{99B1B774-C642-452E-3F7A-4030DEE6D87B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7" name="Input_receptor__1218">
              <a:extLst>
                <a:ext uri="{FF2B5EF4-FFF2-40B4-BE49-F238E27FC236}">
                  <a16:creationId xmlns:a16="http://schemas.microsoft.com/office/drawing/2014/main" id="{1A38B467-8917-E9EA-249B-01E2D857E976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8" name="Input_receptor__1219">
              <a:extLst>
                <a:ext uri="{FF2B5EF4-FFF2-40B4-BE49-F238E27FC236}">
                  <a16:creationId xmlns:a16="http://schemas.microsoft.com/office/drawing/2014/main" id="{9BD78CEB-CD33-F1B9-0688-8B90DA7BBF16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9" name="Input_receptor__1220">
              <a:extLst>
                <a:ext uri="{FF2B5EF4-FFF2-40B4-BE49-F238E27FC236}">
                  <a16:creationId xmlns:a16="http://schemas.microsoft.com/office/drawing/2014/main" id="{72D655CE-0237-C212-D2BC-751F29E71266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30" name="Input_receptor__1221">
              <a:extLst>
                <a:ext uri="{FF2B5EF4-FFF2-40B4-BE49-F238E27FC236}">
                  <a16:creationId xmlns:a16="http://schemas.microsoft.com/office/drawing/2014/main" id="{360CAB3E-C321-E49A-59A4-9C5472CE0DCE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22">
              <a:extLst>
                <a:ext uri="{FF2B5EF4-FFF2-40B4-BE49-F238E27FC236}">
                  <a16:creationId xmlns:a16="http://schemas.microsoft.com/office/drawing/2014/main" id="{D29688A7-6259-07C3-E249-AB5721008AD3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23">
              <a:extLst>
                <a:ext uri="{FF2B5EF4-FFF2-40B4-BE49-F238E27FC236}">
                  <a16:creationId xmlns:a16="http://schemas.microsoft.com/office/drawing/2014/main" id="{2E0F3E48-76AA-E5B3-A96E-7276B032BAC5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24">
              <a:extLst>
                <a:ext uri="{FF2B5EF4-FFF2-40B4-BE49-F238E27FC236}">
                  <a16:creationId xmlns:a16="http://schemas.microsoft.com/office/drawing/2014/main" id="{25F0190D-3481-AB87-9602-6E98D0913091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4" name="Input_receptor__1225">
              <a:extLst>
                <a:ext uri="{FF2B5EF4-FFF2-40B4-BE49-F238E27FC236}">
                  <a16:creationId xmlns:a16="http://schemas.microsoft.com/office/drawing/2014/main" id="{C6A5844B-EE9F-8670-3AC8-85A5F38B4387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5" name="Input_receptor__1226">
              <a:extLst>
                <a:ext uri="{FF2B5EF4-FFF2-40B4-BE49-F238E27FC236}">
                  <a16:creationId xmlns:a16="http://schemas.microsoft.com/office/drawing/2014/main" id="{34A3AC7E-A5A2-185C-D3B3-EEE0C9AF8109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6" name="Input_receptor__1227">
              <a:extLst>
                <a:ext uri="{FF2B5EF4-FFF2-40B4-BE49-F238E27FC236}">
                  <a16:creationId xmlns:a16="http://schemas.microsoft.com/office/drawing/2014/main" id="{5F8A8B55-166B-FB4C-B45D-B74F49752616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7" name="Input_receptor__1228">
              <a:extLst>
                <a:ext uri="{FF2B5EF4-FFF2-40B4-BE49-F238E27FC236}">
                  <a16:creationId xmlns:a16="http://schemas.microsoft.com/office/drawing/2014/main" id="{DD5996E4-5A5B-60A8-A84E-6EBF51F54812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29">
              <a:extLst>
                <a:ext uri="{FF2B5EF4-FFF2-40B4-BE49-F238E27FC236}">
                  <a16:creationId xmlns:a16="http://schemas.microsoft.com/office/drawing/2014/main" id="{C64C7E79-E8E3-4221-FF0F-17CF9BC5ADD2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9" name="Input_receptor__1230">
              <a:extLst>
                <a:ext uri="{FF2B5EF4-FFF2-40B4-BE49-F238E27FC236}">
                  <a16:creationId xmlns:a16="http://schemas.microsoft.com/office/drawing/2014/main" id="{26E132AF-4F14-93D0-0F14-CBC7F49F54F3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0" name="Input_receptor__1231">
              <a:extLst>
                <a:ext uri="{FF2B5EF4-FFF2-40B4-BE49-F238E27FC236}">
                  <a16:creationId xmlns:a16="http://schemas.microsoft.com/office/drawing/2014/main" id="{93C95B8F-7EDB-90DB-DF2E-80ED11456B66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32">
              <a:extLst>
                <a:ext uri="{FF2B5EF4-FFF2-40B4-BE49-F238E27FC236}">
                  <a16:creationId xmlns:a16="http://schemas.microsoft.com/office/drawing/2014/main" id="{767BFADF-4DC8-0D4A-1A7D-FF6DE58AB2E7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2" name="Input_receptor__1233">
              <a:extLst>
                <a:ext uri="{FF2B5EF4-FFF2-40B4-BE49-F238E27FC236}">
                  <a16:creationId xmlns:a16="http://schemas.microsoft.com/office/drawing/2014/main" id="{1CC95809-3B30-CC6E-3A9E-96BAC0D38DF5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34">
              <a:extLst>
                <a:ext uri="{FF2B5EF4-FFF2-40B4-BE49-F238E27FC236}">
                  <a16:creationId xmlns:a16="http://schemas.microsoft.com/office/drawing/2014/main" id="{A4406FE3-B5C6-7A78-00E1-62ABACF1E12F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4" name="Input_receptor__1235">
              <a:extLst>
                <a:ext uri="{FF2B5EF4-FFF2-40B4-BE49-F238E27FC236}">
                  <a16:creationId xmlns:a16="http://schemas.microsoft.com/office/drawing/2014/main" id="{CB545B8C-CBA9-E8C7-A70E-9290CD625F4A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36">
              <a:extLst>
                <a:ext uri="{FF2B5EF4-FFF2-40B4-BE49-F238E27FC236}">
                  <a16:creationId xmlns:a16="http://schemas.microsoft.com/office/drawing/2014/main" id="{AB677A72-9B37-B9AB-462F-1B4EB9EA5AB2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37">
              <a:extLst>
                <a:ext uri="{FF2B5EF4-FFF2-40B4-BE49-F238E27FC236}">
                  <a16:creationId xmlns:a16="http://schemas.microsoft.com/office/drawing/2014/main" id="{C8EDB99C-23BF-164F-C1C2-39A874576C40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7" name="Input_receptor__1238">
              <a:extLst>
                <a:ext uri="{FF2B5EF4-FFF2-40B4-BE49-F238E27FC236}">
                  <a16:creationId xmlns:a16="http://schemas.microsoft.com/office/drawing/2014/main" id="{D95974BA-8798-A0D8-D370-7C676ECCD4CE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39">
              <a:extLst>
                <a:ext uri="{FF2B5EF4-FFF2-40B4-BE49-F238E27FC236}">
                  <a16:creationId xmlns:a16="http://schemas.microsoft.com/office/drawing/2014/main" id="{A72C6207-4288-5E6F-03FB-AC9A3F19FC99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9" name="Input_receptor__1240">
              <a:extLst>
                <a:ext uri="{FF2B5EF4-FFF2-40B4-BE49-F238E27FC236}">
                  <a16:creationId xmlns:a16="http://schemas.microsoft.com/office/drawing/2014/main" id="{62F1025F-C18E-E0A3-E116-CCB09C43C6DF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50" name="Input_receptor__1241">
              <a:extLst>
                <a:ext uri="{FF2B5EF4-FFF2-40B4-BE49-F238E27FC236}">
                  <a16:creationId xmlns:a16="http://schemas.microsoft.com/office/drawing/2014/main" id="{5E36F8F9-F820-268D-A405-7F9FBE37DDB3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51" name="Input_receptor__1242">
              <a:extLst>
                <a:ext uri="{FF2B5EF4-FFF2-40B4-BE49-F238E27FC236}">
                  <a16:creationId xmlns:a16="http://schemas.microsoft.com/office/drawing/2014/main" id="{C2FFE0E9-4B0D-A387-3649-1F16B2161A8B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52" name="Input_receptor__1243">
              <a:extLst>
                <a:ext uri="{FF2B5EF4-FFF2-40B4-BE49-F238E27FC236}">
                  <a16:creationId xmlns:a16="http://schemas.microsoft.com/office/drawing/2014/main" id="{4309E4D9-9A15-5761-7B35-6CBE42D0C568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53" name="Input_receptor__1244">
              <a:extLst>
                <a:ext uri="{FF2B5EF4-FFF2-40B4-BE49-F238E27FC236}">
                  <a16:creationId xmlns:a16="http://schemas.microsoft.com/office/drawing/2014/main" id="{EC07FC3E-5051-4110-5B4A-51DF91141086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54" name="Input_receptor__1245">
              <a:extLst>
                <a:ext uri="{FF2B5EF4-FFF2-40B4-BE49-F238E27FC236}">
                  <a16:creationId xmlns:a16="http://schemas.microsoft.com/office/drawing/2014/main" id="{604B8451-B679-7357-4E3C-C0271BAA527B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55" name="Input_receptor__1246">
              <a:extLst>
                <a:ext uri="{FF2B5EF4-FFF2-40B4-BE49-F238E27FC236}">
                  <a16:creationId xmlns:a16="http://schemas.microsoft.com/office/drawing/2014/main" id="{F09B6329-55BE-7AB9-12C1-3C74612D3467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56" name="Input_receptor__1247">
              <a:extLst>
                <a:ext uri="{FF2B5EF4-FFF2-40B4-BE49-F238E27FC236}">
                  <a16:creationId xmlns:a16="http://schemas.microsoft.com/office/drawing/2014/main" id="{F2FBE8CF-298F-A793-9609-2A78CF3133DD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7" name="Input_receptor__1248">
              <a:extLst>
                <a:ext uri="{FF2B5EF4-FFF2-40B4-BE49-F238E27FC236}">
                  <a16:creationId xmlns:a16="http://schemas.microsoft.com/office/drawing/2014/main" id="{F9F5E52F-B5F7-4E07-1CB4-F8B1700772E4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8" name="Input_receptor__1249">
              <a:extLst>
                <a:ext uri="{FF2B5EF4-FFF2-40B4-BE49-F238E27FC236}">
                  <a16:creationId xmlns:a16="http://schemas.microsoft.com/office/drawing/2014/main" id="{76C5A737-6225-36A5-2C5E-1835967AD069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9" name="Input_receptor__1250">
              <a:extLst>
                <a:ext uri="{FF2B5EF4-FFF2-40B4-BE49-F238E27FC236}">
                  <a16:creationId xmlns:a16="http://schemas.microsoft.com/office/drawing/2014/main" id="{D71DF3B8-D99E-A3C9-DC23-5DD81F4D9C12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60" name="Input_receptor__1251">
              <a:extLst>
                <a:ext uri="{FF2B5EF4-FFF2-40B4-BE49-F238E27FC236}">
                  <a16:creationId xmlns:a16="http://schemas.microsoft.com/office/drawing/2014/main" id="{F5E3DCF6-191B-ED46-FDE6-276F4CBC3F9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61" name="Input_receptor__1252">
              <a:extLst>
                <a:ext uri="{FF2B5EF4-FFF2-40B4-BE49-F238E27FC236}">
                  <a16:creationId xmlns:a16="http://schemas.microsoft.com/office/drawing/2014/main" id="{D2A0D51A-1E15-3722-DC9F-92B473D855E2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62" name="Input_receptor__1253">
              <a:extLst>
                <a:ext uri="{FF2B5EF4-FFF2-40B4-BE49-F238E27FC236}">
                  <a16:creationId xmlns:a16="http://schemas.microsoft.com/office/drawing/2014/main" id="{513B52C5-DDBF-9FE8-989A-6B4F3CD231BB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63" name="Input_receptor__1254">
              <a:extLst>
                <a:ext uri="{FF2B5EF4-FFF2-40B4-BE49-F238E27FC236}">
                  <a16:creationId xmlns:a16="http://schemas.microsoft.com/office/drawing/2014/main" id="{DCD3B350-E1EF-311C-ABD3-C633C6471494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64" name="Input_receptor__1255">
              <a:extLst>
                <a:ext uri="{FF2B5EF4-FFF2-40B4-BE49-F238E27FC236}">
                  <a16:creationId xmlns:a16="http://schemas.microsoft.com/office/drawing/2014/main" id="{38832B3F-EA0B-66B1-0862-6217859DC91D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65" name="Input_receptor__1256">
              <a:extLst>
                <a:ext uri="{FF2B5EF4-FFF2-40B4-BE49-F238E27FC236}">
                  <a16:creationId xmlns:a16="http://schemas.microsoft.com/office/drawing/2014/main" id="{0BA989E8-A9FA-A6C6-8D1D-D5FE1E16D62A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6" name="Input_receptor__1257">
              <a:extLst>
                <a:ext uri="{FF2B5EF4-FFF2-40B4-BE49-F238E27FC236}">
                  <a16:creationId xmlns:a16="http://schemas.microsoft.com/office/drawing/2014/main" id="{54E72201-1493-DF8A-19A7-763009F78B71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58">
              <a:extLst>
                <a:ext uri="{FF2B5EF4-FFF2-40B4-BE49-F238E27FC236}">
                  <a16:creationId xmlns:a16="http://schemas.microsoft.com/office/drawing/2014/main" id="{0E495CB3-0D44-66CF-B230-705E01D73AC3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8" name="Input_receptor__1259">
              <a:extLst>
                <a:ext uri="{FF2B5EF4-FFF2-40B4-BE49-F238E27FC236}">
                  <a16:creationId xmlns:a16="http://schemas.microsoft.com/office/drawing/2014/main" id="{0B398FAA-5C7A-A5FA-E3B2-15F75566BA15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9" name="Input_receptor__1260">
              <a:extLst>
                <a:ext uri="{FF2B5EF4-FFF2-40B4-BE49-F238E27FC236}">
                  <a16:creationId xmlns:a16="http://schemas.microsoft.com/office/drawing/2014/main" id="{418506AF-FB2F-113F-2757-8317E26E7274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1">
              <a:extLst>
                <a:ext uri="{FF2B5EF4-FFF2-40B4-BE49-F238E27FC236}">
                  <a16:creationId xmlns:a16="http://schemas.microsoft.com/office/drawing/2014/main" id="{909FCCFD-D17F-117E-144A-6AFEE3B6E5B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1" name="Input_receptor__1262">
              <a:extLst>
                <a:ext uri="{FF2B5EF4-FFF2-40B4-BE49-F238E27FC236}">
                  <a16:creationId xmlns:a16="http://schemas.microsoft.com/office/drawing/2014/main" id="{6A43F5A1-5516-D003-5F3A-43C8B1E134DA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63">
              <a:extLst>
                <a:ext uri="{FF2B5EF4-FFF2-40B4-BE49-F238E27FC236}">
                  <a16:creationId xmlns:a16="http://schemas.microsoft.com/office/drawing/2014/main" id="{B67FE8F7-00C2-03F1-226F-66A97011F1F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64">
              <a:extLst>
                <a:ext uri="{FF2B5EF4-FFF2-40B4-BE49-F238E27FC236}">
                  <a16:creationId xmlns:a16="http://schemas.microsoft.com/office/drawing/2014/main" id="{88CFAEB2-AEFB-481D-6CA5-94D19261FFFE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4" name="Input_receptor__1265">
              <a:extLst>
                <a:ext uri="{FF2B5EF4-FFF2-40B4-BE49-F238E27FC236}">
                  <a16:creationId xmlns:a16="http://schemas.microsoft.com/office/drawing/2014/main" id="{ED335814-D346-D673-2E25-F82B399226FA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5" name="Input_receptor__1266">
              <a:extLst>
                <a:ext uri="{FF2B5EF4-FFF2-40B4-BE49-F238E27FC236}">
                  <a16:creationId xmlns:a16="http://schemas.microsoft.com/office/drawing/2014/main" id="{6BCAA69A-3BE6-F38F-9308-2531EF8593CD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6" name="Input_receptor__1267">
              <a:extLst>
                <a:ext uri="{FF2B5EF4-FFF2-40B4-BE49-F238E27FC236}">
                  <a16:creationId xmlns:a16="http://schemas.microsoft.com/office/drawing/2014/main" id="{EDA041F5-7507-3FB0-3312-0FA60C571B7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68">
              <a:extLst>
                <a:ext uri="{FF2B5EF4-FFF2-40B4-BE49-F238E27FC236}">
                  <a16:creationId xmlns:a16="http://schemas.microsoft.com/office/drawing/2014/main" id="{3C8FC66A-C407-5BE1-94DB-A0F6E5C4B514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69">
              <a:extLst>
                <a:ext uri="{FF2B5EF4-FFF2-40B4-BE49-F238E27FC236}">
                  <a16:creationId xmlns:a16="http://schemas.microsoft.com/office/drawing/2014/main" id="{2F25341D-7849-E99A-8C7F-0F4AA4304CDF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9" name="Input_receptor__1270">
              <a:extLst>
                <a:ext uri="{FF2B5EF4-FFF2-40B4-BE49-F238E27FC236}">
                  <a16:creationId xmlns:a16="http://schemas.microsoft.com/office/drawing/2014/main" id="{BD68BAD6-2DDC-DC1A-A6F6-1A6D8CE5748A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0" name="Input_receptor__1271">
              <a:extLst>
                <a:ext uri="{FF2B5EF4-FFF2-40B4-BE49-F238E27FC236}">
                  <a16:creationId xmlns:a16="http://schemas.microsoft.com/office/drawing/2014/main" id="{3048B2BC-6FD4-9E29-B47B-4C503052E53D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1" name="Input_receptor__1272">
              <a:extLst>
                <a:ext uri="{FF2B5EF4-FFF2-40B4-BE49-F238E27FC236}">
                  <a16:creationId xmlns:a16="http://schemas.microsoft.com/office/drawing/2014/main" id="{5EF121B6-B2BC-DF50-1EFD-1F4708420097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2" name="Input_receptor__1273">
              <a:extLst>
                <a:ext uri="{FF2B5EF4-FFF2-40B4-BE49-F238E27FC236}">
                  <a16:creationId xmlns:a16="http://schemas.microsoft.com/office/drawing/2014/main" id="{AACAF1C3-05CE-2DFF-28AF-BFB53BECA614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3" name="Input_receptor__1274">
              <a:extLst>
                <a:ext uri="{FF2B5EF4-FFF2-40B4-BE49-F238E27FC236}">
                  <a16:creationId xmlns:a16="http://schemas.microsoft.com/office/drawing/2014/main" id="{65F58091-448D-C9DD-9B5B-1176564CC6A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75">
              <a:extLst>
                <a:ext uri="{FF2B5EF4-FFF2-40B4-BE49-F238E27FC236}">
                  <a16:creationId xmlns:a16="http://schemas.microsoft.com/office/drawing/2014/main" id="{6B5CFD13-6228-26BC-BFA0-CE0C51915C54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76">
              <a:extLst>
                <a:ext uri="{FF2B5EF4-FFF2-40B4-BE49-F238E27FC236}">
                  <a16:creationId xmlns:a16="http://schemas.microsoft.com/office/drawing/2014/main" id="{979898C4-B667-06AF-76B8-7AD94A46F73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77">
              <a:extLst>
                <a:ext uri="{FF2B5EF4-FFF2-40B4-BE49-F238E27FC236}">
                  <a16:creationId xmlns:a16="http://schemas.microsoft.com/office/drawing/2014/main" id="{0266E941-B5BF-0A88-DBC4-2BB3B99F9BBC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7" name="Input_receptor__1278">
              <a:extLst>
                <a:ext uri="{FF2B5EF4-FFF2-40B4-BE49-F238E27FC236}">
                  <a16:creationId xmlns:a16="http://schemas.microsoft.com/office/drawing/2014/main" id="{B45A9C47-58B4-60A3-7DA3-804BF460EABE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8" name="Input_receptor__1279">
              <a:extLst>
                <a:ext uri="{FF2B5EF4-FFF2-40B4-BE49-F238E27FC236}">
                  <a16:creationId xmlns:a16="http://schemas.microsoft.com/office/drawing/2014/main" id="{595095E8-D798-C09E-6211-4B4FB2FDAE75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9" name="Input_receptor__1280">
              <a:extLst>
                <a:ext uri="{FF2B5EF4-FFF2-40B4-BE49-F238E27FC236}">
                  <a16:creationId xmlns:a16="http://schemas.microsoft.com/office/drawing/2014/main" id="{FC7EC01C-EDF0-05FD-C041-C1469A889DF9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90" name="Input_receptor__1281">
              <a:extLst>
                <a:ext uri="{FF2B5EF4-FFF2-40B4-BE49-F238E27FC236}">
                  <a16:creationId xmlns:a16="http://schemas.microsoft.com/office/drawing/2014/main" id="{970A19FE-7F7C-B6D5-24D6-A8DE3A50781E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91" name="Input_receptor__1282">
              <a:extLst>
                <a:ext uri="{FF2B5EF4-FFF2-40B4-BE49-F238E27FC236}">
                  <a16:creationId xmlns:a16="http://schemas.microsoft.com/office/drawing/2014/main" id="{983687D8-5783-7C1E-EC85-6C22DC588B7C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92" name="Input_receptor__1283">
              <a:extLst>
                <a:ext uri="{FF2B5EF4-FFF2-40B4-BE49-F238E27FC236}">
                  <a16:creationId xmlns:a16="http://schemas.microsoft.com/office/drawing/2014/main" id="{7957AE3A-49CD-C36A-B382-284B9BE2BEE7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93" name="Input_receptor__1284">
              <a:extLst>
                <a:ext uri="{FF2B5EF4-FFF2-40B4-BE49-F238E27FC236}">
                  <a16:creationId xmlns:a16="http://schemas.microsoft.com/office/drawing/2014/main" id="{CBA9F9C0-2AF2-9F2F-FF6E-A4889689160C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94" name="Input_receptor__1285">
              <a:extLst>
                <a:ext uri="{FF2B5EF4-FFF2-40B4-BE49-F238E27FC236}">
                  <a16:creationId xmlns:a16="http://schemas.microsoft.com/office/drawing/2014/main" id="{E9902986-85BE-0349-61F8-5FC7CDE580FB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5" name="Input_receptor__1286">
              <a:extLst>
                <a:ext uri="{FF2B5EF4-FFF2-40B4-BE49-F238E27FC236}">
                  <a16:creationId xmlns:a16="http://schemas.microsoft.com/office/drawing/2014/main" id="{B29477BE-BE60-ECC7-EEAD-93991C28955A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96" name="Input_receptor__1287">
              <a:extLst>
                <a:ext uri="{FF2B5EF4-FFF2-40B4-BE49-F238E27FC236}">
                  <a16:creationId xmlns:a16="http://schemas.microsoft.com/office/drawing/2014/main" id="{131A3223-8ECD-D007-977E-3B277688CEF5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97" name="Input_receptor__1288">
              <a:extLst>
                <a:ext uri="{FF2B5EF4-FFF2-40B4-BE49-F238E27FC236}">
                  <a16:creationId xmlns:a16="http://schemas.microsoft.com/office/drawing/2014/main" id="{7D70A993-E0F6-055A-A688-5C400656B58F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8" name="Input_receptor__1289">
              <a:extLst>
                <a:ext uri="{FF2B5EF4-FFF2-40B4-BE49-F238E27FC236}">
                  <a16:creationId xmlns:a16="http://schemas.microsoft.com/office/drawing/2014/main" id="{92A88043-EF98-EC0C-77AA-4E49BADF2897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9" name="Input_receptor__1290">
              <a:extLst>
                <a:ext uri="{FF2B5EF4-FFF2-40B4-BE49-F238E27FC236}">
                  <a16:creationId xmlns:a16="http://schemas.microsoft.com/office/drawing/2014/main" id="{A11708B4-B863-432D-8FE6-6FB5BAEE71EE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0" name="Input_receptor__1291">
              <a:extLst>
                <a:ext uri="{FF2B5EF4-FFF2-40B4-BE49-F238E27FC236}">
                  <a16:creationId xmlns:a16="http://schemas.microsoft.com/office/drawing/2014/main" id="{75AA386D-0AB8-4D78-69CB-EA5DF8E3D12A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301" name="Input_receptor__1292">
              <a:extLst>
                <a:ext uri="{FF2B5EF4-FFF2-40B4-BE49-F238E27FC236}">
                  <a16:creationId xmlns:a16="http://schemas.microsoft.com/office/drawing/2014/main" id="{BD0B4638-BAB9-3A9B-FED9-3459D46098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2" name="Input_receptor__1293">
              <a:extLst>
                <a:ext uri="{FF2B5EF4-FFF2-40B4-BE49-F238E27FC236}">
                  <a16:creationId xmlns:a16="http://schemas.microsoft.com/office/drawing/2014/main" id="{2F30B4A4-E907-6D97-F1C6-527C004C27E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3" name="Input_receptor__1294">
              <a:extLst>
                <a:ext uri="{FF2B5EF4-FFF2-40B4-BE49-F238E27FC236}">
                  <a16:creationId xmlns:a16="http://schemas.microsoft.com/office/drawing/2014/main" id="{1074C529-BEEC-3A9D-2CF7-E89A938800AD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304" name="Input_receptor__1295">
              <a:extLst>
                <a:ext uri="{FF2B5EF4-FFF2-40B4-BE49-F238E27FC236}">
                  <a16:creationId xmlns:a16="http://schemas.microsoft.com/office/drawing/2014/main" id="{CBD95B23-6985-928C-D23E-7D853ABEC275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305" name="Input_receptor__1296">
              <a:extLst>
                <a:ext uri="{FF2B5EF4-FFF2-40B4-BE49-F238E27FC236}">
                  <a16:creationId xmlns:a16="http://schemas.microsoft.com/office/drawing/2014/main" id="{5CE554AE-4F79-9F1E-8693-040E8C6D69B0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306" name="Input_receptor__1297">
              <a:extLst>
                <a:ext uri="{FF2B5EF4-FFF2-40B4-BE49-F238E27FC236}">
                  <a16:creationId xmlns:a16="http://schemas.microsoft.com/office/drawing/2014/main" id="{B88144C0-4445-202C-9BE1-5FD649F66DFE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298">
              <a:extLst>
                <a:ext uri="{FF2B5EF4-FFF2-40B4-BE49-F238E27FC236}">
                  <a16:creationId xmlns:a16="http://schemas.microsoft.com/office/drawing/2014/main" id="{1A376CD7-34BC-91AA-301B-E15462FE9AE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8" name="Input_receptor__1299">
              <a:extLst>
                <a:ext uri="{FF2B5EF4-FFF2-40B4-BE49-F238E27FC236}">
                  <a16:creationId xmlns:a16="http://schemas.microsoft.com/office/drawing/2014/main" id="{CB06B6FD-0886-CF2A-A98B-0B219D5F703C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0">
              <a:extLst>
                <a:ext uri="{FF2B5EF4-FFF2-40B4-BE49-F238E27FC236}">
                  <a16:creationId xmlns:a16="http://schemas.microsoft.com/office/drawing/2014/main" id="{2ECE48D6-5CBF-ED0E-6EF6-F4EB7806E2E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0" name="Input_receptor__1301">
              <a:extLst>
                <a:ext uri="{FF2B5EF4-FFF2-40B4-BE49-F238E27FC236}">
                  <a16:creationId xmlns:a16="http://schemas.microsoft.com/office/drawing/2014/main" id="{2CB64F11-4A31-E61B-B1CF-87CBD2674FB9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02">
              <a:extLst>
                <a:ext uri="{FF2B5EF4-FFF2-40B4-BE49-F238E27FC236}">
                  <a16:creationId xmlns:a16="http://schemas.microsoft.com/office/drawing/2014/main" id="{7DE6C2D6-33EE-1A28-1431-C130602F9CB9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2" name="Input_receptor__1303">
              <a:extLst>
                <a:ext uri="{FF2B5EF4-FFF2-40B4-BE49-F238E27FC236}">
                  <a16:creationId xmlns:a16="http://schemas.microsoft.com/office/drawing/2014/main" id="{2A854134-47BB-1D19-AD53-CB96E896C314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3" name="Input_receptor__1304">
              <a:extLst>
                <a:ext uri="{FF2B5EF4-FFF2-40B4-BE49-F238E27FC236}">
                  <a16:creationId xmlns:a16="http://schemas.microsoft.com/office/drawing/2014/main" id="{08F4E65F-A515-36EA-13B4-F739D620A0C8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4" name="Input_receptor__1305">
              <a:extLst>
                <a:ext uri="{FF2B5EF4-FFF2-40B4-BE49-F238E27FC236}">
                  <a16:creationId xmlns:a16="http://schemas.microsoft.com/office/drawing/2014/main" id="{299EB891-FD52-187E-2709-511AD27DF31A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5" name="Input_receptor__1306">
              <a:extLst>
                <a:ext uri="{FF2B5EF4-FFF2-40B4-BE49-F238E27FC236}">
                  <a16:creationId xmlns:a16="http://schemas.microsoft.com/office/drawing/2014/main" id="{5E24ADD8-5C26-B5E2-BBC8-15B117E6DD50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07">
              <a:extLst>
                <a:ext uri="{FF2B5EF4-FFF2-40B4-BE49-F238E27FC236}">
                  <a16:creationId xmlns:a16="http://schemas.microsoft.com/office/drawing/2014/main" id="{DAB42514-2A01-7E9D-A3BB-7BC9B45AC5D0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08">
              <a:extLst>
                <a:ext uri="{FF2B5EF4-FFF2-40B4-BE49-F238E27FC236}">
                  <a16:creationId xmlns:a16="http://schemas.microsoft.com/office/drawing/2014/main" id="{81170A44-78D4-F5B7-161D-2C3082F32069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09">
              <a:extLst>
                <a:ext uri="{FF2B5EF4-FFF2-40B4-BE49-F238E27FC236}">
                  <a16:creationId xmlns:a16="http://schemas.microsoft.com/office/drawing/2014/main" id="{FB662EDC-44D2-B96C-25CA-177FC782D393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0">
              <a:extLst>
                <a:ext uri="{FF2B5EF4-FFF2-40B4-BE49-F238E27FC236}">
                  <a16:creationId xmlns:a16="http://schemas.microsoft.com/office/drawing/2014/main" id="{9EBDF9D2-C9C5-844A-0474-C72882CC7ABB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0" name="Input_receptor__1311">
              <a:extLst>
                <a:ext uri="{FF2B5EF4-FFF2-40B4-BE49-F238E27FC236}">
                  <a16:creationId xmlns:a16="http://schemas.microsoft.com/office/drawing/2014/main" id="{F3BC7804-8BAA-7402-4006-5736AC139F11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1" name="Input_receptor__1312">
              <a:extLst>
                <a:ext uri="{FF2B5EF4-FFF2-40B4-BE49-F238E27FC236}">
                  <a16:creationId xmlns:a16="http://schemas.microsoft.com/office/drawing/2014/main" id="{31924F24-06EF-A8B0-36A9-AAD6CD2EC110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2" name="Input_receptor__1313">
              <a:extLst>
                <a:ext uri="{FF2B5EF4-FFF2-40B4-BE49-F238E27FC236}">
                  <a16:creationId xmlns:a16="http://schemas.microsoft.com/office/drawing/2014/main" id="{AD9AA1F5-2DDD-CC54-2D88-393EC5691A65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3" name="Input_receptor__1314">
              <a:extLst>
                <a:ext uri="{FF2B5EF4-FFF2-40B4-BE49-F238E27FC236}">
                  <a16:creationId xmlns:a16="http://schemas.microsoft.com/office/drawing/2014/main" id="{90C16B32-C46E-65B3-3DDF-E7179F5F4B33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4" name="Input_receptor__1315">
              <a:extLst>
                <a:ext uri="{FF2B5EF4-FFF2-40B4-BE49-F238E27FC236}">
                  <a16:creationId xmlns:a16="http://schemas.microsoft.com/office/drawing/2014/main" id="{7EBC250F-227C-FB94-D0BE-06A26C62E591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5" name="Input_receptor__1316">
              <a:extLst>
                <a:ext uri="{FF2B5EF4-FFF2-40B4-BE49-F238E27FC236}">
                  <a16:creationId xmlns:a16="http://schemas.microsoft.com/office/drawing/2014/main" id="{551A1101-E746-BEBF-635D-FF0DEA01AFE2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6" name="Input_receptor__1317">
              <a:extLst>
                <a:ext uri="{FF2B5EF4-FFF2-40B4-BE49-F238E27FC236}">
                  <a16:creationId xmlns:a16="http://schemas.microsoft.com/office/drawing/2014/main" id="{C7585ED0-20AC-21ED-A80C-A381B1DF354E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7" name="Input_receptor__1318">
              <a:extLst>
                <a:ext uri="{FF2B5EF4-FFF2-40B4-BE49-F238E27FC236}">
                  <a16:creationId xmlns:a16="http://schemas.microsoft.com/office/drawing/2014/main" id="{A4743129-80B7-ADA9-D5C9-DDA9846A2D0F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8" name="Input_receptor__1319">
              <a:extLst>
                <a:ext uri="{FF2B5EF4-FFF2-40B4-BE49-F238E27FC236}">
                  <a16:creationId xmlns:a16="http://schemas.microsoft.com/office/drawing/2014/main" id="{0DB6D6BC-0FDB-9AE4-4316-E68AD0C7999B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9" name="Input_receptor__1320">
              <a:extLst>
                <a:ext uri="{FF2B5EF4-FFF2-40B4-BE49-F238E27FC236}">
                  <a16:creationId xmlns:a16="http://schemas.microsoft.com/office/drawing/2014/main" id="{3802E4F4-53DD-3DC1-CCA1-EA1FAE616FC7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30" name="Input_receptor__1321">
              <a:extLst>
                <a:ext uri="{FF2B5EF4-FFF2-40B4-BE49-F238E27FC236}">
                  <a16:creationId xmlns:a16="http://schemas.microsoft.com/office/drawing/2014/main" id="{327AB58B-1009-FD16-D069-F37059CA5904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31" name="Input_receptor__1322">
              <a:extLst>
                <a:ext uri="{FF2B5EF4-FFF2-40B4-BE49-F238E27FC236}">
                  <a16:creationId xmlns:a16="http://schemas.microsoft.com/office/drawing/2014/main" id="{BF9B5604-8732-01A3-B2FA-DBE98D167AE1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32" name="Input_receptor__1323">
              <a:extLst>
                <a:ext uri="{FF2B5EF4-FFF2-40B4-BE49-F238E27FC236}">
                  <a16:creationId xmlns:a16="http://schemas.microsoft.com/office/drawing/2014/main" id="{080574AD-3814-D11C-3F5C-05B522C47CD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33" name="Input_receptor__1324">
              <a:extLst>
                <a:ext uri="{FF2B5EF4-FFF2-40B4-BE49-F238E27FC236}">
                  <a16:creationId xmlns:a16="http://schemas.microsoft.com/office/drawing/2014/main" id="{9F2ED981-172C-0295-157E-7DA2E46C46CE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34" name="Input_receptor__1325">
              <a:extLst>
                <a:ext uri="{FF2B5EF4-FFF2-40B4-BE49-F238E27FC236}">
                  <a16:creationId xmlns:a16="http://schemas.microsoft.com/office/drawing/2014/main" id="{9E786C2B-3CC0-9347-1109-F2FEFC0F196B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5" name="Input_receptor__1326">
              <a:extLst>
                <a:ext uri="{FF2B5EF4-FFF2-40B4-BE49-F238E27FC236}">
                  <a16:creationId xmlns:a16="http://schemas.microsoft.com/office/drawing/2014/main" id="{4FC19C33-291B-1664-2F47-9D4A896E0DF5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6" name="Input_receptor__1327">
              <a:extLst>
                <a:ext uri="{FF2B5EF4-FFF2-40B4-BE49-F238E27FC236}">
                  <a16:creationId xmlns:a16="http://schemas.microsoft.com/office/drawing/2014/main" id="{CA23887C-CD08-43B7-80DF-12A3C9CC5661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7" name="Input_receptor__1328">
              <a:extLst>
                <a:ext uri="{FF2B5EF4-FFF2-40B4-BE49-F238E27FC236}">
                  <a16:creationId xmlns:a16="http://schemas.microsoft.com/office/drawing/2014/main" id="{DB578716-DF71-4B18-4D65-DFDE5386B2D4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29">
              <a:extLst>
                <a:ext uri="{FF2B5EF4-FFF2-40B4-BE49-F238E27FC236}">
                  <a16:creationId xmlns:a16="http://schemas.microsoft.com/office/drawing/2014/main" id="{73A2B1E4-B7C7-AAD0-41CF-07AADA73521D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9" name="Input_receptor__1330">
              <a:extLst>
                <a:ext uri="{FF2B5EF4-FFF2-40B4-BE49-F238E27FC236}">
                  <a16:creationId xmlns:a16="http://schemas.microsoft.com/office/drawing/2014/main" id="{D8782762-50B7-6345-A639-526BB109E107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40" name="Input_receptor__1331">
              <a:extLst>
                <a:ext uri="{FF2B5EF4-FFF2-40B4-BE49-F238E27FC236}">
                  <a16:creationId xmlns:a16="http://schemas.microsoft.com/office/drawing/2014/main" id="{800DC074-C8E2-22F5-738E-D86DE6F93406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41" name="Input_receptor__1332">
              <a:extLst>
                <a:ext uri="{FF2B5EF4-FFF2-40B4-BE49-F238E27FC236}">
                  <a16:creationId xmlns:a16="http://schemas.microsoft.com/office/drawing/2014/main" id="{6B6AF4CB-F477-70EA-AC88-87E15036926D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42" name="Input_receptor__1333">
              <a:extLst>
                <a:ext uri="{FF2B5EF4-FFF2-40B4-BE49-F238E27FC236}">
                  <a16:creationId xmlns:a16="http://schemas.microsoft.com/office/drawing/2014/main" id="{80354EBD-71E5-9E6C-FE77-0E810F855B91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43" name="Input_receptor__1334">
              <a:extLst>
                <a:ext uri="{FF2B5EF4-FFF2-40B4-BE49-F238E27FC236}">
                  <a16:creationId xmlns:a16="http://schemas.microsoft.com/office/drawing/2014/main" id="{840CD102-2DC0-C330-C291-DA990BDAB7A4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44" name="Input_receptor__1335">
              <a:extLst>
                <a:ext uri="{FF2B5EF4-FFF2-40B4-BE49-F238E27FC236}">
                  <a16:creationId xmlns:a16="http://schemas.microsoft.com/office/drawing/2014/main" id="{7E9D2F45-9566-1BD3-D121-79D4C55B633A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45" name="Input_receptor__1336">
              <a:extLst>
                <a:ext uri="{FF2B5EF4-FFF2-40B4-BE49-F238E27FC236}">
                  <a16:creationId xmlns:a16="http://schemas.microsoft.com/office/drawing/2014/main" id="{C542485E-4FB1-6B0E-0A1D-027B84827EBF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46" name="Input_receptor__1337">
              <a:extLst>
                <a:ext uri="{FF2B5EF4-FFF2-40B4-BE49-F238E27FC236}">
                  <a16:creationId xmlns:a16="http://schemas.microsoft.com/office/drawing/2014/main" id="{B7D45051-4A2C-327E-83A7-52267F4D00C3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7" name="Input_receptor__1338">
              <a:extLst>
                <a:ext uri="{FF2B5EF4-FFF2-40B4-BE49-F238E27FC236}">
                  <a16:creationId xmlns:a16="http://schemas.microsoft.com/office/drawing/2014/main" id="{6B7FCAAD-C280-761B-2C97-BE0CF28FB722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39">
              <a:extLst>
                <a:ext uri="{FF2B5EF4-FFF2-40B4-BE49-F238E27FC236}">
                  <a16:creationId xmlns:a16="http://schemas.microsoft.com/office/drawing/2014/main" id="{A2C35E52-BC27-8292-7C90-C2C5084F15D1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0">
              <a:extLst>
                <a:ext uri="{FF2B5EF4-FFF2-40B4-BE49-F238E27FC236}">
                  <a16:creationId xmlns:a16="http://schemas.microsoft.com/office/drawing/2014/main" id="{47AD7B38-921E-10B2-9F74-42C887F7A755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0" name="Input_receptor__1341">
              <a:extLst>
                <a:ext uri="{FF2B5EF4-FFF2-40B4-BE49-F238E27FC236}">
                  <a16:creationId xmlns:a16="http://schemas.microsoft.com/office/drawing/2014/main" id="{0EBD11DD-A25B-CD6C-F62B-6F4A7F20A7EB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42">
              <a:extLst>
                <a:ext uri="{FF2B5EF4-FFF2-40B4-BE49-F238E27FC236}">
                  <a16:creationId xmlns:a16="http://schemas.microsoft.com/office/drawing/2014/main" id="{C70AF9C3-93FF-F0CF-5E1C-27ED9F86109A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43">
              <a:extLst>
                <a:ext uri="{FF2B5EF4-FFF2-40B4-BE49-F238E27FC236}">
                  <a16:creationId xmlns:a16="http://schemas.microsoft.com/office/drawing/2014/main" id="{CEDC79A6-C73C-6420-1E57-A1A99998AE61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3" name="Input_receptor__1344">
              <a:extLst>
                <a:ext uri="{FF2B5EF4-FFF2-40B4-BE49-F238E27FC236}">
                  <a16:creationId xmlns:a16="http://schemas.microsoft.com/office/drawing/2014/main" id="{FA59643B-6086-F469-1B8C-CF7438BCC9B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45">
              <a:extLst>
                <a:ext uri="{FF2B5EF4-FFF2-40B4-BE49-F238E27FC236}">
                  <a16:creationId xmlns:a16="http://schemas.microsoft.com/office/drawing/2014/main" id="{A6B0AB7A-8FA7-8F40-A70C-E777763B912E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5" name="Input_receptor__1346">
              <a:extLst>
                <a:ext uri="{FF2B5EF4-FFF2-40B4-BE49-F238E27FC236}">
                  <a16:creationId xmlns:a16="http://schemas.microsoft.com/office/drawing/2014/main" id="{2454A04E-22F3-B432-D2EC-4E27C240060F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6" name="Input_receptor__1347">
              <a:extLst>
                <a:ext uri="{FF2B5EF4-FFF2-40B4-BE49-F238E27FC236}">
                  <a16:creationId xmlns:a16="http://schemas.microsoft.com/office/drawing/2014/main" id="{F80EDB10-1913-D6F7-089F-8CC3DDF8A64E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7" name="Input_receptor__1348">
              <a:extLst>
                <a:ext uri="{FF2B5EF4-FFF2-40B4-BE49-F238E27FC236}">
                  <a16:creationId xmlns:a16="http://schemas.microsoft.com/office/drawing/2014/main" id="{64945CE1-3E27-F3E7-F62F-05120B61D58F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49">
              <a:extLst>
                <a:ext uri="{FF2B5EF4-FFF2-40B4-BE49-F238E27FC236}">
                  <a16:creationId xmlns:a16="http://schemas.microsoft.com/office/drawing/2014/main" id="{8CEE11FE-D33A-D09B-0A2A-24904D883ACA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0">
              <a:extLst>
                <a:ext uri="{FF2B5EF4-FFF2-40B4-BE49-F238E27FC236}">
                  <a16:creationId xmlns:a16="http://schemas.microsoft.com/office/drawing/2014/main" id="{DE06A7B2-ED3A-BD7F-8B4F-60AD45A78745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1">
              <a:extLst>
                <a:ext uri="{FF2B5EF4-FFF2-40B4-BE49-F238E27FC236}">
                  <a16:creationId xmlns:a16="http://schemas.microsoft.com/office/drawing/2014/main" id="{AB48509F-5E56-F9E1-B53C-EEFED60A1F63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52">
              <a:extLst>
                <a:ext uri="{FF2B5EF4-FFF2-40B4-BE49-F238E27FC236}">
                  <a16:creationId xmlns:a16="http://schemas.microsoft.com/office/drawing/2014/main" id="{47FC99B9-0B40-E9C7-9953-25D01F36CAB6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53">
              <a:extLst>
                <a:ext uri="{FF2B5EF4-FFF2-40B4-BE49-F238E27FC236}">
                  <a16:creationId xmlns:a16="http://schemas.microsoft.com/office/drawing/2014/main" id="{B7A4206D-9741-206F-B96F-2F8D0C85D448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63" name="Input_receptor__1354">
              <a:extLst>
                <a:ext uri="{FF2B5EF4-FFF2-40B4-BE49-F238E27FC236}">
                  <a16:creationId xmlns:a16="http://schemas.microsoft.com/office/drawing/2014/main" id="{A8B949A7-135F-1F72-8F6E-D25111A7476F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55">
              <a:extLst>
                <a:ext uri="{FF2B5EF4-FFF2-40B4-BE49-F238E27FC236}">
                  <a16:creationId xmlns:a16="http://schemas.microsoft.com/office/drawing/2014/main" id="{47980DC5-8A7F-5E4A-FCAE-374DC41B7C57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65" name="Input_receptor__1356">
              <a:extLst>
                <a:ext uri="{FF2B5EF4-FFF2-40B4-BE49-F238E27FC236}">
                  <a16:creationId xmlns:a16="http://schemas.microsoft.com/office/drawing/2014/main" id="{255EA6CD-5EE6-CC4B-B234-3DB21B186776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66" name="Input_receptor__1357">
              <a:extLst>
                <a:ext uri="{FF2B5EF4-FFF2-40B4-BE49-F238E27FC236}">
                  <a16:creationId xmlns:a16="http://schemas.microsoft.com/office/drawing/2014/main" id="{6976AD55-BC2C-2C9B-3D69-37296EEBB668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7" name="Input_receptor__1358">
              <a:extLst>
                <a:ext uri="{FF2B5EF4-FFF2-40B4-BE49-F238E27FC236}">
                  <a16:creationId xmlns:a16="http://schemas.microsoft.com/office/drawing/2014/main" id="{BADF74B9-67B6-8DFB-8CC1-6E3FD78C198C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8" name="Input_receptor__1359">
              <a:extLst>
                <a:ext uri="{FF2B5EF4-FFF2-40B4-BE49-F238E27FC236}">
                  <a16:creationId xmlns:a16="http://schemas.microsoft.com/office/drawing/2014/main" id="{40018EBC-0610-9415-5669-EFCFE024A778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9" name="Input_receptor__1360">
              <a:extLst>
                <a:ext uri="{FF2B5EF4-FFF2-40B4-BE49-F238E27FC236}">
                  <a16:creationId xmlns:a16="http://schemas.microsoft.com/office/drawing/2014/main" id="{D4F8AB83-511B-2D22-5C70-68C334336D27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70" name="Input_receptor__1361">
              <a:extLst>
                <a:ext uri="{FF2B5EF4-FFF2-40B4-BE49-F238E27FC236}">
                  <a16:creationId xmlns:a16="http://schemas.microsoft.com/office/drawing/2014/main" id="{5DDDF1AB-4CB5-689E-6D0C-2FED942833B0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71" name="Input_receptor__1362">
              <a:extLst>
                <a:ext uri="{FF2B5EF4-FFF2-40B4-BE49-F238E27FC236}">
                  <a16:creationId xmlns:a16="http://schemas.microsoft.com/office/drawing/2014/main" id="{3605A8DF-2A1A-B307-54E4-A0A9173FBDC1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72" name="Input_receptor__1363">
              <a:extLst>
                <a:ext uri="{FF2B5EF4-FFF2-40B4-BE49-F238E27FC236}">
                  <a16:creationId xmlns:a16="http://schemas.microsoft.com/office/drawing/2014/main" id="{9AAACE76-3651-0455-90F5-B221C715F13D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73" name="Input_receptor__1364">
              <a:extLst>
                <a:ext uri="{FF2B5EF4-FFF2-40B4-BE49-F238E27FC236}">
                  <a16:creationId xmlns:a16="http://schemas.microsoft.com/office/drawing/2014/main" id="{AE7395DE-394B-94EE-BB10-9C5892402D1D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74" name="Input_receptor__1365">
              <a:extLst>
                <a:ext uri="{FF2B5EF4-FFF2-40B4-BE49-F238E27FC236}">
                  <a16:creationId xmlns:a16="http://schemas.microsoft.com/office/drawing/2014/main" id="{769BC560-BF76-7612-167A-8E30F8757BF0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75" name="Input_receptor__1366">
              <a:extLst>
                <a:ext uri="{FF2B5EF4-FFF2-40B4-BE49-F238E27FC236}">
                  <a16:creationId xmlns:a16="http://schemas.microsoft.com/office/drawing/2014/main" id="{4943F927-5A0A-57AA-5F9F-EB144CB2AD9B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76" name="Input_receptor__1367">
              <a:extLst>
                <a:ext uri="{FF2B5EF4-FFF2-40B4-BE49-F238E27FC236}">
                  <a16:creationId xmlns:a16="http://schemas.microsoft.com/office/drawing/2014/main" id="{C9856BD8-E6C5-2B52-ADEE-95FCC1CCD964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68">
              <a:extLst>
                <a:ext uri="{FF2B5EF4-FFF2-40B4-BE49-F238E27FC236}">
                  <a16:creationId xmlns:a16="http://schemas.microsoft.com/office/drawing/2014/main" id="{E54828E9-1DB9-03C5-285A-BDD65B420D27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69">
              <a:extLst>
                <a:ext uri="{FF2B5EF4-FFF2-40B4-BE49-F238E27FC236}">
                  <a16:creationId xmlns:a16="http://schemas.microsoft.com/office/drawing/2014/main" id="{06F66B54-CE95-641B-3F23-95F663EC7A7F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0">
              <a:extLst>
                <a:ext uri="{FF2B5EF4-FFF2-40B4-BE49-F238E27FC236}">
                  <a16:creationId xmlns:a16="http://schemas.microsoft.com/office/drawing/2014/main" id="{039ECBDB-66D9-822B-A70E-866CF23C6B50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1">
              <a:extLst>
                <a:ext uri="{FF2B5EF4-FFF2-40B4-BE49-F238E27FC236}">
                  <a16:creationId xmlns:a16="http://schemas.microsoft.com/office/drawing/2014/main" id="{3EC512E0-0995-572A-EB83-5D72249A2CCF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1" name="Input_receptor__1372">
              <a:extLst>
                <a:ext uri="{FF2B5EF4-FFF2-40B4-BE49-F238E27FC236}">
                  <a16:creationId xmlns:a16="http://schemas.microsoft.com/office/drawing/2014/main" id="{F87C4BD9-F6D6-4491-F1D9-E5ED07CD0741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2" name="Input_receptor__1373">
              <a:extLst>
                <a:ext uri="{FF2B5EF4-FFF2-40B4-BE49-F238E27FC236}">
                  <a16:creationId xmlns:a16="http://schemas.microsoft.com/office/drawing/2014/main" id="{218A7042-4F28-6AFB-137A-29341D6B1EE6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3" name="Input_receptor__1374">
              <a:extLst>
                <a:ext uri="{FF2B5EF4-FFF2-40B4-BE49-F238E27FC236}">
                  <a16:creationId xmlns:a16="http://schemas.microsoft.com/office/drawing/2014/main" id="{FB11571B-BCF2-BEC3-8B33-44EE5D9CA050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4" name="Input_receptor__1375">
              <a:extLst>
                <a:ext uri="{FF2B5EF4-FFF2-40B4-BE49-F238E27FC236}">
                  <a16:creationId xmlns:a16="http://schemas.microsoft.com/office/drawing/2014/main" id="{42F406DD-D9F1-88A9-EDF9-F5618EB26FA2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5" name="Input_receptor__1376">
              <a:extLst>
                <a:ext uri="{FF2B5EF4-FFF2-40B4-BE49-F238E27FC236}">
                  <a16:creationId xmlns:a16="http://schemas.microsoft.com/office/drawing/2014/main" id="{AB81ED2B-7C18-05A1-014B-C364C75ACBDB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6" name="Input_receptor__1377">
              <a:extLst>
                <a:ext uri="{FF2B5EF4-FFF2-40B4-BE49-F238E27FC236}">
                  <a16:creationId xmlns:a16="http://schemas.microsoft.com/office/drawing/2014/main" id="{53EB54C8-41D6-06F3-3E12-E40332C3BB2C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7" name="Input_receptor__1378">
              <a:extLst>
                <a:ext uri="{FF2B5EF4-FFF2-40B4-BE49-F238E27FC236}">
                  <a16:creationId xmlns:a16="http://schemas.microsoft.com/office/drawing/2014/main" id="{5695800A-D5D3-B38C-44F3-38F4DE3FB5D3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8" name="Input_receptor__1379">
              <a:extLst>
                <a:ext uri="{FF2B5EF4-FFF2-40B4-BE49-F238E27FC236}">
                  <a16:creationId xmlns:a16="http://schemas.microsoft.com/office/drawing/2014/main" id="{251EE0F0-2D51-B9BA-48DD-19C27C133B60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9" name="Input_receptor__1380">
              <a:extLst>
                <a:ext uri="{FF2B5EF4-FFF2-40B4-BE49-F238E27FC236}">
                  <a16:creationId xmlns:a16="http://schemas.microsoft.com/office/drawing/2014/main" id="{D06D3342-278D-CF60-19C1-F25055C3641A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90" name="Input_receptor__1381">
              <a:extLst>
                <a:ext uri="{FF2B5EF4-FFF2-40B4-BE49-F238E27FC236}">
                  <a16:creationId xmlns:a16="http://schemas.microsoft.com/office/drawing/2014/main" id="{ED338E4C-0193-3983-A298-6D7D6B848540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91" name="Input_receptor__1382">
              <a:extLst>
                <a:ext uri="{FF2B5EF4-FFF2-40B4-BE49-F238E27FC236}">
                  <a16:creationId xmlns:a16="http://schemas.microsoft.com/office/drawing/2014/main" id="{76BB4139-EC17-A29F-67FA-6183267CBC36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92" name="Input_receptor__1383">
              <a:extLst>
                <a:ext uri="{FF2B5EF4-FFF2-40B4-BE49-F238E27FC236}">
                  <a16:creationId xmlns:a16="http://schemas.microsoft.com/office/drawing/2014/main" id="{0F5690DE-6217-99A4-FA38-8B4844692AAD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3" name="Input_receptor__1384">
              <a:extLst>
                <a:ext uri="{FF2B5EF4-FFF2-40B4-BE49-F238E27FC236}">
                  <a16:creationId xmlns:a16="http://schemas.microsoft.com/office/drawing/2014/main" id="{6F7EA53D-75D2-DD91-45A8-FEF67601531E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85">
              <a:extLst>
                <a:ext uri="{FF2B5EF4-FFF2-40B4-BE49-F238E27FC236}">
                  <a16:creationId xmlns:a16="http://schemas.microsoft.com/office/drawing/2014/main" id="{01A9CECA-6881-F61A-3400-D8D7429589E7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86">
              <a:extLst>
                <a:ext uri="{FF2B5EF4-FFF2-40B4-BE49-F238E27FC236}">
                  <a16:creationId xmlns:a16="http://schemas.microsoft.com/office/drawing/2014/main" id="{3466309D-71B8-4BFE-D525-62D37FC0D62B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87">
              <a:extLst>
                <a:ext uri="{FF2B5EF4-FFF2-40B4-BE49-F238E27FC236}">
                  <a16:creationId xmlns:a16="http://schemas.microsoft.com/office/drawing/2014/main" id="{784D017C-C776-FCEE-4E38-4E4C4AA792A1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7" name="Input_receptor__1388">
              <a:extLst>
                <a:ext uri="{FF2B5EF4-FFF2-40B4-BE49-F238E27FC236}">
                  <a16:creationId xmlns:a16="http://schemas.microsoft.com/office/drawing/2014/main" id="{91ED9FA8-D1DE-2FCE-318B-DEAAFA87B9C7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89">
              <a:extLst>
                <a:ext uri="{FF2B5EF4-FFF2-40B4-BE49-F238E27FC236}">
                  <a16:creationId xmlns:a16="http://schemas.microsoft.com/office/drawing/2014/main" id="{DA8F0440-F44B-3C7F-05C4-B4BCA556132D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0">
              <a:extLst>
                <a:ext uri="{FF2B5EF4-FFF2-40B4-BE49-F238E27FC236}">
                  <a16:creationId xmlns:a16="http://schemas.microsoft.com/office/drawing/2014/main" id="{0B35CB88-6FAD-02DD-FA42-A4C2955A78D3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1">
              <a:extLst>
                <a:ext uri="{FF2B5EF4-FFF2-40B4-BE49-F238E27FC236}">
                  <a16:creationId xmlns:a16="http://schemas.microsoft.com/office/drawing/2014/main" id="{879DAB19-2D09-F517-9EA1-C98378ADE4D1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401" name="Input_receptor__1392">
              <a:extLst>
                <a:ext uri="{FF2B5EF4-FFF2-40B4-BE49-F238E27FC236}">
                  <a16:creationId xmlns:a16="http://schemas.microsoft.com/office/drawing/2014/main" id="{1A7DBDDC-544F-3513-1B30-3A12CC210010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2" name="Input_receptor__1393">
              <a:extLst>
                <a:ext uri="{FF2B5EF4-FFF2-40B4-BE49-F238E27FC236}">
                  <a16:creationId xmlns:a16="http://schemas.microsoft.com/office/drawing/2014/main" id="{048788C2-5FF8-AB86-6E4B-FF99EA87A74A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3" name="Input_receptor__1394">
              <a:extLst>
                <a:ext uri="{FF2B5EF4-FFF2-40B4-BE49-F238E27FC236}">
                  <a16:creationId xmlns:a16="http://schemas.microsoft.com/office/drawing/2014/main" id="{4CFB22F0-880F-52E0-AEDD-F183946FE598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4" name="Input_receptor__1395">
              <a:extLst>
                <a:ext uri="{FF2B5EF4-FFF2-40B4-BE49-F238E27FC236}">
                  <a16:creationId xmlns:a16="http://schemas.microsoft.com/office/drawing/2014/main" id="{8B411B73-8263-1885-C59A-DB5623BDF133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405" name="Input_receptor__1396">
              <a:extLst>
                <a:ext uri="{FF2B5EF4-FFF2-40B4-BE49-F238E27FC236}">
                  <a16:creationId xmlns:a16="http://schemas.microsoft.com/office/drawing/2014/main" id="{6043F7E0-2EE5-A258-F188-57B79474C983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406" name="Input_receptor__1397">
              <a:extLst>
                <a:ext uri="{FF2B5EF4-FFF2-40B4-BE49-F238E27FC236}">
                  <a16:creationId xmlns:a16="http://schemas.microsoft.com/office/drawing/2014/main" id="{69AC96BB-3AD5-611E-8E61-F898E0AA040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7" name="Input_receptor__1398">
              <a:extLst>
                <a:ext uri="{FF2B5EF4-FFF2-40B4-BE49-F238E27FC236}">
                  <a16:creationId xmlns:a16="http://schemas.microsoft.com/office/drawing/2014/main" id="{E0440451-3D33-31DE-D2A6-B9324379F4C9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8" name="Input_receptor__1399">
              <a:extLst>
                <a:ext uri="{FF2B5EF4-FFF2-40B4-BE49-F238E27FC236}">
                  <a16:creationId xmlns:a16="http://schemas.microsoft.com/office/drawing/2014/main" id="{D51F6868-E683-FB64-6A71-D0093674EFE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9" name="Input_receptor__1400">
              <a:extLst>
                <a:ext uri="{FF2B5EF4-FFF2-40B4-BE49-F238E27FC236}">
                  <a16:creationId xmlns:a16="http://schemas.microsoft.com/office/drawing/2014/main" id="{359EF98B-5CC7-91B9-272B-593C4A0CCA5D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10" name="Input_receptor__1401">
              <a:extLst>
                <a:ext uri="{FF2B5EF4-FFF2-40B4-BE49-F238E27FC236}">
                  <a16:creationId xmlns:a16="http://schemas.microsoft.com/office/drawing/2014/main" id="{4974B68A-8BE6-A3CE-DA8C-7779B39F2B69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11" name="Input_receptor__1402">
              <a:extLst>
                <a:ext uri="{FF2B5EF4-FFF2-40B4-BE49-F238E27FC236}">
                  <a16:creationId xmlns:a16="http://schemas.microsoft.com/office/drawing/2014/main" id="{1D08315B-D6B0-A0D5-8DD2-D51C359B7B3D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12" name="Input_receptor__1403">
              <a:extLst>
                <a:ext uri="{FF2B5EF4-FFF2-40B4-BE49-F238E27FC236}">
                  <a16:creationId xmlns:a16="http://schemas.microsoft.com/office/drawing/2014/main" id="{80C1FD3A-96CF-6E8F-D0C9-996B00DFEC0D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13" name="Input_receptor__1404">
              <a:extLst>
                <a:ext uri="{FF2B5EF4-FFF2-40B4-BE49-F238E27FC236}">
                  <a16:creationId xmlns:a16="http://schemas.microsoft.com/office/drawing/2014/main" id="{3AE0D911-80EB-0A5A-20F2-8BD0795F3A9B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05">
              <a:extLst>
                <a:ext uri="{FF2B5EF4-FFF2-40B4-BE49-F238E27FC236}">
                  <a16:creationId xmlns:a16="http://schemas.microsoft.com/office/drawing/2014/main" id="{2DAA3C1C-628E-F0FA-E623-9E77FE75A63A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5" name="Input_receptor__1406">
              <a:extLst>
                <a:ext uri="{FF2B5EF4-FFF2-40B4-BE49-F238E27FC236}">
                  <a16:creationId xmlns:a16="http://schemas.microsoft.com/office/drawing/2014/main" id="{F72881D0-6E3F-5120-9CE4-957B96C1A132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07">
              <a:extLst>
                <a:ext uri="{FF2B5EF4-FFF2-40B4-BE49-F238E27FC236}">
                  <a16:creationId xmlns:a16="http://schemas.microsoft.com/office/drawing/2014/main" id="{47139E20-4EC3-AB55-F253-D0E6EECF5A33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08">
              <a:extLst>
                <a:ext uri="{FF2B5EF4-FFF2-40B4-BE49-F238E27FC236}">
                  <a16:creationId xmlns:a16="http://schemas.microsoft.com/office/drawing/2014/main" id="{F829B146-E9EF-DD0B-DF00-2956CE08456F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8" name="Input_receptor__1409">
              <a:extLst>
                <a:ext uri="{FF2B5EF4-FFF2-40B4-BE49-F238E27FC236}">
                  <a16:creationId xmlns:a16="http://schemas.microsoft.com/office/drawing/2014/main" id="{476476CF-E9FB-760F-0D66-AD3614D5F294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0">
              <a:extLst>
                <a:ext uri="{FF2B5EF4-FFF2-40B4-BE49-F238E27FC236}">
                  <a16:creationId xmlns:a16="http://schemas.microsoft.com/office/drawing/2014/main" id="{CA95835A-FE41-8299-7143-50535DE26936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0" name="Input_receptor__1411">
              <a:extLst>
                <a:ext uri="{FF2B5EF4-FFF2-40B4-BE49-F238E27FC236}">
                  <a16:creationId xmlns:a16="http://schemas.microsoft.com/office/drawing/2014/main" id="{FC3E83D5-F49A-D8AF-8BBD-94C312D5042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12">
              <a:extLst>
                <a:ext uri="{FF2B5EF4-FFF2-40B4-BE49-F238E27FC236}">
                  <a16:creationId xmlns:a16="http://schemas.microsoft.com/office/drawing/2014/main" id="{6C91BF7E-ACE2-7779-01D3-628ECD0C5C7A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13">
              <a:extLst>
                <a:ext uri="{FF2B5EF4-FFF2-40B4-BE49-F238E27FC236}">
                  <a16:creationId xmlns:a16="http://schemas.microsoft.com/office/drawing/2014/main" id="{7D5B5AEE-B40E-B57F-C1F1-A2211797878F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14">
              <a:extLst>
                <a:ext uri="{FF2B5EF4-FFF2-40B4-BE49-F238E27FC236}">
                  <a16:creationId xmlns:a16="http://schemas.microsoft.com/office/drawing/2014/main" id="{B340E22F-D76F-476A-B90D-339F5D6C8BE3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15">
              <a:extLst>
                <a:ext uri="{FF2B5EF4-FFF2-40B4-BE49-F238E27FC236}">
                  <a16:creationId xmlns:a16="http://schemas.microsoft.com/office/drawing/2014/main" id="{D068CF0C-5B1E-B017-D583-603EA81D9B3E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5" name="Input_receptor__1416">
              <a:extLst>
                <a:ext uri="{FF2B5EF4-FFF2-40B4-BE49-F238E27FC236}">
                  <a16:creationId xmlns:a16="http://schemas.microsoft.com/office/drawing/2014/main" id="{0F908470-BD51-DF2D-CED3-A2390A0B87B7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6" name="Input_receptor__1417">
              <a:extLst>
                <a:ext uri="{FF2B5EF4-FFF2-40B4-BE49-F238E27FC236}">
                  <a16:creationId xmlns:a16="http://schemas.microsoft.com/office/drawing/2014/main" id="{FD50E012-2ACC-23BA-52DA-0C419DE829DA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18">
              <a:extLst>
                <a:ext uri="{FF2B5EF4-FFF2-40B4-BE49-F238E27FC236}">
                  <a16:creationId xmlns:a16="http://schemas.microsoft.com/office/drawing/2014/main" id="{C4BC556B-DDD6-392E-38C9-D05BB1A6FDBA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8" name="Input_receptor__1419">
              <a:extLst>
                <a:ext uri="{FF2B5EF4-FFF2-40B4-BE49-F238E27FC236}">
                  <a16:creationId xmlns:a16="http://schemas.microsoft.com/office/drawing/2014/main" id="{5E55D4AA-0141-96C7-D7A4-A18C35DC7C88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9" name="Input_receptor__1420">
              <a:extLst>
                <a:ext uri="{FF2B5EF4-FFF2-40B4-BE49-F238E27FC236}">
                  <a16:creationId xmlns:a16="http://schemas.microsoft.com/office/drawing/2014/main" id="{BF5F8007-2792-E54E-0ED9-B44C295EB78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30" name="Input_receptor__1421">
              <a:extLst>
                <a:ext uri="{FF2B5EF4-FFF2-40B4-BE49-F238E27FC236}">
                  <a16:creationId xmlns:a16="http://schemas.microsoft.com/office/drawing/2014/main" id="{947D7781-9AAA-9D4C-B284-A9C329475A91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31" name="Input_receptor__1422">
              <a:extLst>
                <a:ext uri="{FF2B5EF4-FFF2-40B4-BE49-F238E27FC236}">
                  <a16:creationId xmlns:a16="http://schemas.microsoft.com/office/drawing/2014/main" id="{A33AFF18-A6D1-96B9-7DA3-DCB36F9007AD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32" name="Input_receptor__1423">
              <a:extLst>
                <a:ext uri="{FF2B5EF4-FFF2-40B4-BE49-F238E27FC236}">
                  <a16:creationId xmlns:a16="http://schemas.microsoft.com/office/drawing/2014/main" id="{19410650-AB28-3551-6DFE-BFABE2192D57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33" name="Input_receptor__1424">
              <a:extLst>
                <a:ext uri="{FF2B5EF4-FFF2-40B4-BE49-F238E27FC236}">
                  <a16:creationId xmlns:a16="http://schemas.microsoft.com/office/drawing/2014/main" id="{5F60D3F2-4167-8159-02C4-8E0B60574E79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34" name="Input_receptor__1425">
              <a:extLst>
                <a:ext uri="{FF2B5EF4-FFF2-40B4-BE49-F238E27FC236}">
                  <a16:creationId xmlns:a16="http://schemas.microsoft.com/office/drawing/2014/main" id="{DFEEE7D2-8CCA-3424-1843-D5DD348DDB53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35" name="Input_receptor__1426">
              <a:extLst>
                <a:ext uri="{FF2B5EF4-FFF2-40B4-BE49-F238E27FC236}">
                  <a16:creationId xmlns:a16="http://schemas.microsoft.com/office/drawing/2014/main" id="{132D9CC2-D323-971B-705F-228540D4FCD5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6" name="Input_receptor__1427">
              <a:extLst>
                <a:ext uri="{FF2B5EF4-FFF2-40B4-BE49-F238E27FC236}">
                  <a16:creationId xmlns:a16="http://schemas.microsoft.com/office/drawing/2014/main" id="{13623CBC-454E-EF3D-7366-CE6EE1456D85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28">
              <a:extLst>
                <a:ext uri="{FF2B5EF4-FFF2-40B4-BE49-F238E27FC236}">
                  <a16:creationId xmlns:a16="http://schemas.microsoft.com/office/drawing/2014/main" id="{ACCD167A-E51A-B87B-B083-6D16D566246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29">
              <a:extLst>
                <a:ext uri="{FF2B5EF4-FFF2-40B4-BE49-F238E27FC236}">
                  <a16:creationId xmlns:a16="http://schemas.microsoft.com/office/drawing/2014/main" id="{FE0D9ABC-FBB7-5370-A5CD-67169A794F00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9" name="Input_receptor__1430">
              <a:extLst>
                <a:ext uri="{FF2B5EF4-FFF2-40B4-BE49-F238E27FC236}">
                  <a16:creationId xmlns:a16="http://schemas.microsoft.com/office/drawing/2014/main" id="{219270F4-B429-B7EB-93F7-C79F34EA1EC0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40" name="Input_receptor__1431">
              <a:extLst>
                <a:ext uri="{FF2B5EF4-FFF2-40B4-BE49-F238E27FC236}">
                  <a16:creationId xmlns:a16="http://schemas.microsoft.com/office/drawing/2014/main" id="{14ED29EB-89CA-DCCC-A4EA-2D6E4ACC0127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41" name="Input_receptor__1432">
              <a:extLst>
                <a:ext uri="{FF2B5EF4-FFF2-40B4-BE49-F238E27FC236}">
                  <a16:creationId xmlns:a16="http://schemas.microsoft.com/office/drawing/2014/main" id="{EA38E94D-67E3-9748-F92D-0C8344C7DD40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42" name="Input_receptor__1433">
              <a:extLst>
                <a:ext uri="{FF2B5EF4-FFF2-40B4-BE49-F238E27FC236}">
                  <a16:creationId xmlns:a16="http://schemas.microsoft.com/office/drawing/2014/main" id="{822334BF-B759-6539-67F8-27E7C1FC58AB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43" name="Input_receptor__1434">
              <a:extLst>
                <a:ext uri="{FF2B5EF4-FFF2-40B4-BE49-F238E27FC236}">
                  <a16:creationId xmlns:a16="http://schemas.microsoft.com/office/drawing/2014/main" id="{BAA48C68-BF9B-E0AD-9221-1939A0E05ECF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44" name="Input_receptor__1435">
              <a:extLst>
                <a:ext uri="{FF2B5EF4-FFF2-40B4-BE49-F238E27FC236}">
                  <a16:creationId xmlns:a16="http://schemas.microsoft.com/office/drawing/2014/main" id="{0C0DA8BB-A81A-E558-3DF4-707AB092AFDE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45" name="Input_receptor__1436">
              <a:extLst>
                <a:ext uri="{FF2B5EF4-FFF2-40B4-BE49-F238E27FC236}">
                  <a16:creationId xmlns:a16="http://schemas.microsoft.com/office/drawing/2014/main" id="{1615377A-4280-F34D-E62F-1482D87BAB2C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46" name="Input_receptor__1437">
              <a:extLst>
                <a:ext uri="{FF2B5EF4-FFF2-40B4-BE49-F238E27FC236}">
                  <a16:creationId xmlns:a16="http://schemas.microsoft.com/office/drawing/2014/main" id="{8434D127-287B-B803-7B02-D1F2B9BF4BF1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7" name="Input_receptor__1438">
              <a:extLst>
                <a:ext uri="{FF2B5EF4-FFF2-40B4-BE49-F238E27FC236}">
                  <a16:creationId xmlns:a16="http://schemas.microsoft.com/office/drawing/2014/main" id="{916DC4DF-D3ED-4401-DA9F-DEB380941E25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8" name="Input_receptor__1439">
              <a:extLst>
                <a:ext uri="{FF2B5EF4-FFF2-40B4-BE49-F238E27FC236}">
                  <a16:creationId xmlns:a16="http://schemas.microsoft.com/office/drawing/2014/main" id="{087106EB-9C91-A128-E360-6CC2CEA8AB80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9" name="Input_receptor__1440">
              <a:extLst>
                <a:ext uri="{FF2B5EF4-FFF2-40B4-BE49-F238E27FC236}">
                  <a16:creationId xmlns:a16="http://schemas.microsoft.com/office/drawing/2014/main" id="{E74D824B-7AFE-DE6C-4213-CC3917AD3CE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50" name="Input_receptor__1441">
              <a:extLst>
                <a:ext uri="{FF2B5EF4-FFF2-40B4-BE49-F238E27FC236}">
                  <a16:creationId xmlns:a16="http://schemas.microsoft.com/office/drawing/2014/main" id="{CB4ABBC2-9E7C-19CA-8776-76884A31E641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51" name="Input_receptor__1442">
              <a:extLst>
                <a:ext uri="{FF2B5EF4-FFF2-40B4-BE49-F238E27FC236}">
                  <a16:creationId xmlns:a16="http://schemas.microsoft.com/office/drawing/2014/main" id="{337374B7-AEE1-6AC9-89CA-50DB88EC812E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2" name="Input_receptor__1443">
              <a:extLst>
                <a:ext uri="{FF2B5EF4-FFF2-40B4-BE49-F238E27FC236}">
                  <a16:creationId xmlns:a16="http://schemas.microsoft.com/office/drawing/2014/main" id="{69E8CBCD-916A-7859-22E7-FB93725F942D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3" name="Input_receptor__1444">
              <a:extLst>
                <a:ext uri="{FF2B5EF4-FFF2-40B4-BE49-F238E27FC236}">
                  <a16:creationId xmlns:a16="http://schemas.microsoft.com/office/drawing/2014/main" id="{F6A4CBA0-3173-66E4-5354-58F0A2871238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45">
              <a:extLst>
                <a:ext uri="{FF2B5EF4-FFF2-40B4-BE49-F238E27FC236}">
                  <a16:creationId xmlns:a16="http://schemas.microsoft.com/office/drawing/2014/main" id="{5E59088C-4144-601B-08C4-33387EA01B1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46">
              <a:extLst>
                <a:ext uri="{FF2B5EF4-FFF2-40B4-BE49-F238E27FC236}">
                  <a16:creationId xmlns:a16="http://schemas.microsoft.com/office/drawing/2014/main" id="{03A2AC95-1847-5B73-D1FA-EED74E716BEC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47">
              <a:extLst>
                <a:ext uri="{FF2B5EF4-FFF2-40B4-BE49-F238E27FC236}">
                  <a16:creationId xmlns:a16="http://schemas.microsoft.com/office/drawing/2014/main" id="{FF614C17-9A76-54BB-04BA-2A915B9C2AB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48">
              <a:extLst>
                <a:ext uri="{FF2B5EF4-FFF2-40B4-BE49-F238E27FC236}">
                  <a16:creationId xmlns:a16="http://schemas.microsoft.com/office/drawing/2014/main" id="{50BB6C1B-E92D-73ED-8D9E-49C74369E8E4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8" name="Input_receptor__1449">
              <a:extLst>
                <a:ext uri="{FF2B5EF4-FFF2-40B4-BE49-F238E27FC236}">
                  <a16:creationId xmlns:a16="http://schemas.microsoft.com/office/drawing/2014/main" id="{3F58AA1B-7642-10FE-B651-C8BE7487B432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0">
              <a:extLst>
                <a:ext uri="{FF2B5EF4-FFF2-40B4-BE49-F238E27FC236}">
                  <a16:creationId xmlns:a16="http://schemas.microsoft.com/office/drawing/2014/main" id="{1E788AC8-0909-07D6-26C8-E541F8B8B544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0" name="Input_receptor__1451">
              <a:extLst>
                <a:ext uri="{FF2B5EF4-FFF2-40B4-BE49-F238E27FC236}">
                  <a16:creationId xmlns:a16="http://schemas.microsoft.com/office/drawing/2014/main" id="{04750217-8288-D83A-A07C-914A623869C2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52">
              <a:extLst>
                <a:ext uri="{FF2B5EF4-FFF2-40B4-BE49-F238E27FC236}">
                  <a16:creationId xmlns:a16="http://schemas.microsoft.com/office/drawing/2014/main" id="{F3289326-E8C7-66E4-CFE8-5C8C4D605FA9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53">
              <a:extLst>
                <a:ext uri="{FF2B5EF4-FFF2-40B4-BE49-F238E27FC236}">
                  <a16:creationId xmlns:a16="http://schemas.microsoft.com/office/drawing/2014/main" id="{3F4D8130-BB5B-C52E-1A4C-3362774E9FCD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54">
              <a:extLst>
                <a:ext uri="{FF2B5EF4-FFF2-40B4-BE49-F238E27FC236}">
                  <a16:creationId xmlns:a16="http://schemas.microsoft.com/office/drawing/2014/main" id="{8489F5DD-902F-CE12-9106-266C59B4F236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4" name="Input_receptor__1455">
              <a:extLst>
                <a:ext uri="{FF2B5EF4-FFF2-40B4-BE49-F238E27FC236}">
                  <a16:creationId xmlns:a16="http://schemas.microsoft.com/office/drawing/2014/main" id="{B8A4CB9B-4314-6F5A-9D31-9C9C01E4AF3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56">
              <a:extLst>
                <a:ext uri="{FF2B5EF4-FFF2-40B4-BE49-F238E27FC236}">
                  <a16:creationId xmlns:a16="http://schemas.microsoft.com/office/drawing/2014/main" id="{4CB3FF8C-47CB-4596-7BAB-EE2A3398CE95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57">
              <a:extLst>
                <a:ext uri="{FF2B5EF4-FFF2-40B4-BE49-F238E27FC236}">
                  <a16:creationId xmlns:a16="http://schemas.microsoft.com/office/drawing/2014/main" id="{B2913AC4-5F82-2097-A0B4-69EA053DAC37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7" name="Input_receptor__1458">
              <a:extLst>
                <a:ext uri="{FF2B5EF4-FFF2-40B4-BE49-F238E27FC236}">
                  <a16:creationId xmlns:a16="http://schemas.microsoft.com/office/drawing/2014/main" id="{394B884D-DC9C-EA95-B25A-7A9C91E7E873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8" name="Input_receptor__1459">
              <a:extLst>
                <a:ext uri="{FF2B5EF4-FFF2-40B4-BE49-F238E27FC236}">
                  <a16:creationId xmlns:a16="http://schemas.microsoft.com/office/drawing/2014/main" id="{C7379120-BB2F-67DD-DC21-2BAC98D33847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9" name="Input_receptor__1460">
              <a:extLst>
                <a:ext uri="{FF2B5EF4-FFF2-40B4-BE49-F238E27FC236}">
                  <a16:creationId xmlns:a16="http://schemas.microsoft.com/office/drawing/2014/main" id="{0A39C409-B742-1A8F-066E-3137DF628A4C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70" name="Input_receptor__1461">
              <a:extLst>
                <a:ext uri="{FF2B5EF4-FFF2-40B4-BE49-F238E27FC236}">
                  <a16:creationId xmlns:a16="http://schemas.microsoft.com/office/drawing/2014/main" id="{D654F248-7998-3ACD-7CBD-159726C5B219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71" name="Input_receptor__1462">
              <a:extLst>
                <a:ext uri="{FF2B5EF4-FFF2-40B4-BE49-F238E27FC236}">
                  <a16:creationId xmlns:a16="http://schemas.microsoft.com/office/drawing/2014/main" id="{45CB1C24-8B72-6552-5D72-4C47AC4FFFE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72" name="Input_receptor__1463">
              <a:extLst>
                <a:ext uri="{FF2B5EF4-FFF2-40B4-BE49-F238E27FC236}">
                  <a16:creationId xmlns:a16="http://schemas.microsoft.com/office/drawing/2014/main" id="{69340519-C816-A8C8-A079-E0D1FEDFC0EB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73" name="Input_receptor__1464">
              <a:extLst>
                <a:ext uri="{FF2B5EF4-FFF2-40B4-BE49-F238E27FC236}">
                  <a16:creationId xmlns:a16="http://schemas.microsoft.com/office/drawing/2014/main" id="{6E872E7A-3337-5DFF-EF4B-E3E4057E31E9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74" name="Input_receptor__1465">
              <a:extLst>
                <a:ext uri="{FF2B5EF4-FFF2-40B4-BE49-F238E27FC236}">
                  <a16:creationId xmlns:a16="http://schemas.microsoft.com/office/drawing/2014/main" id="{16B03BDF-8096-CA28-0D26-EDCCBB97F2D9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75" name="Input_receptor__1466">
              <a:extLst>
                <a:ext uri="{FF2B5EF4-FFF2-40B4-BE49-F238E27FC236}">
                  <a16:creationId xmlns:a16="http://schemas.microsoft.com/office/drawing/2014/main" id="{285D8E64-8BFF-9873-6B50-250B002F7BBB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67">
              <a:extLst>
                <a:ext uri="{FF2B5EF4-FFF2-40B4-BE49-F238E27FC236}">
                  <a16:creationId xmlns:a16="http://schemas.microsoft.com/office/drawing/2014/main" id="{8C717F80-B6EE-0AFA-795D-7B2628CDE28D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68">
              <a:extLst>
                <a:ext uri="{FF2B5EF4-FFF2-40B4-BE49-F238E27FC236}">
                  <a16:creationId xmlns:a16="http://schemas.microsoft.com/office/drawing/2014/main" id="{52C508FD-5E96-3EA3-7553-8269339E9242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8" name="Input_receptor__1469">
              <a:extLst>
                <a:ext uri="{FF2B5EF4-FFF2-40B4-BE49-F238E27FC236}">
                  <a16:creationId xmlns:a16="http://schemas.microsoft.com/office/drawing/2014/main" id="{5502DC82-0CCA-EAF3-1BBD-0A86C7429B40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0">
              <a:extLst>
                <a:ext uri="{FF2B5EF4-FFF2-40B4-BE49-F238E27FC236}">
                  <a16:creationId xmlns:a16="http://schemas.microsoft.com/office/drawing/2014/main" id="{CEAFD662-27F5-C8EB-410C-F9F3146D35AE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80" name="Input_receptor__1471">
              <a:extLst>
                <a:ext uri="{FF2B5EF4-FFF2-40B4-BE49-F238E27FC236}">
                  <a16:creationId xmlns:a16="http://schemas.microsoft.com/office/drawing/2014/main" id="{050301BD-7630-3A0A-F718-349879AEA7DA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81" name="Input_receptor__1472">
              <a:extLst>
                <a:ext uri="{FF2B5EF4-FFF2-40B4-BE49-F238E27FC236}">
                  <a16:creationId xmlns:a16="http://schemas.microsoft.com/office/drawing/2014/main" id="{C4F24CDE-0336-72C4-7C25-0E9FBB546B3A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82" name="Input_receptor__1473">
              <a:extLst>
                <a:ext uri="{FF2B5EF4-FFF2-40B4-BE49-F238E27FC236}">
                  <a16:creationId xmlns:a16="http://schemas.microsoft.com/office/drawing/2014/main" id="{A570741B-FF56-3625-0F18-0A05E8CBCFD1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83" name="Input_receptor__1474">
              <a:extLst>
                <a:ext uri="{FF2B5EF4-FFF2-40B4-BE49-F238E27FC236}">
                  <a16:creationId xmlns:a16="http://schemas.microsoft.com/office/drawing/2014/main" id="{3761F1F9-AFD1-5F06-FF8C-B4C028A0C628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84" name="Input_receptor__1475">
              <a:extLst>
                <a:ext uri="{FF2B5EF4-FFF2-40B4-BE49-F238E27FC236}">
                  <a16:creationId xmlns:a16="http://schemas.microsoft.com/office/drawing/2014/main" id="{18B0B688-3766-61F5-B62D-C639D778EDB7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85" name="Input_receptor__1476">
              <a:extLst>
                <a:ext uri="{FF2B5EF4-FFF2-40B4-BE49-F238E27FC236}">
                  <a16:creationId xmlns:a16="http://schemas.microsoft.com/office/drawing/2014/main" id="{49FF5FE7-9101-394E-9DC3-142076FC5F12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86" name="Input_receptor__1477">
              <a:extLst>
                <a:ext uri="{FF2B5EF4-FFF2-40B4-BE49-F238E27FC236}">
                  <a16:creationId xmlns:a16="http://schemas.microsoft.com/office/drawing/2014/main" id="{B0173263-F7B9-6169-1685-162B37DAA93C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87" name="Input_receptor__1478">
              <a:extLst>
                <a:ext uri="{FF2B5EF4-FFF2-40B4-BE49-F238E27FC236}">
                  <a16:creationId xmlns:a16="http://schemas.microsoft.com/office/drawing/2014/main" id="{E69E357C-760D-8D61-1797-DC4901F3D9E8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8" name="Input_receptor__1479">
              <a:extLst>
                <a:ext uri="{FF2B5EF4-FFF2-40B4-BE49-F238E27FC236}">
                  <a16:creationId xmlns:a16="http://schemas.microsoft.com/office/drawing/2014/main" id="{312C0C53-2D67-CD5E-5733-A22810B8772A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0">
              <a:extLst>
                <a:ext uri="{FF2B5EF4-FFF2-40B4-BE49-F238E27FC236}">
                  <a16:creationId xmlns:a16="http://schemas.microsoft.com/office/drawing/2014/main" id="{50C069D3-6360-C45E-832F-E18E844C8B4D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0" name="Input_receptor__1481">
              <a:extLst>
                <a:ext uri="{FF2B5EF4-FFF2-40B4-BE49-F238E27FC236}">
                  <a16:creationId xmlns:a16="http://schemas.microsoft.com/office/drawing/2014/main" id="{67571DB9-25BC-D4A5-79CE-2E3C9A40B4E4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1" name="Input_receptor__1482">
              <a:extLst>
                <a:ext uri="{FF2B5EF4-FFF2-40B4-BE49-F238E27FC236}">
                  <a16:creationId xmlns:a16="http://schemas.microsoft.com/office/drawing/2014/main" id="{A95DB2A3-014A-1242-41A5-8A371947F7F8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2" name="Input_receptor__1483">
              <a:extLst>
                <a:ext uri="{FF2B5EF4-FFF2-40B4-BE49-F238E27FC236}">
                  <a16:creationId xmlns:a16="http://schemas.microsoft.com/office/drawing/2014/main" id="{88D1BFD2-BD3B-2980-357D-FB2DA0CFD568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84">
              <a:extLst>
                <a:ext uri="{FF2B5EF4-FFF2-40B4-BE49-F238E27FC236}">
                  <a16:creationId xmlns:a16="http://schemas.microsoft.com/office/drawing/2014/main" id="{3311FDE7-C405-BAE0-C0A6-ECBB73AA917C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4" name="Input_receptor__1485">
              <a:extLst>
                <a:ext uri="{FF2B5EF4-FFF2-40B4-BE49-F238E27FC236}">
                  <a16:creationId xmlns:a16="http://schemas.microsoft.com/office/drawing/2014/main" id="{7FFDE5BA-0141-1068-4747-FC47EDEAC68D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86">
              <a:extLst>
                <a:ext uri="{FF2B5EF4-FFF2-40B4-BE49-F238E27FC236}">
                  <a16:creationId xmlns:a16="http://schemas.microsoft.com/office/drawing/2014/main" id="{FEC83F03-7248-4C6C-E83C-307595F57779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6" name="Input_receptor__1487">
              <a:extLst>
                <a:ext uri="{FF2B5EF4-FFF2-40B4-BE49-F238E27FC236}">
                  <a16:creationId xmlns:a16="http://schemas.microsoft.com/office/drawing/2014/main" id="{8A05AA59-B5F7-53F2-1228-9B3B6EBC7AD1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88">
              <a:extLst>
                <a:ext uri="{FF2B5EF4-FFF2-40B4-BE49-F238E27FC236}">
                  <a16:creationId xmlns:a16="http://schemas.microsoft.com/office/drawing/2014/main" id="{9A5543A6-84B0-F820-87B0-373E1D051B11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89">
              <a:extLst>
                <a:ext uri="{FF2B5EF4-FFF2-40B4-BE49-F238E27FC236}">
                  <a16:creationId xmlns:a16="http://schemas.microsoft.com/office/drawing/2014/main" id="{AB0A009F-8396-E793-00B2-2D667A457385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9" name="Input_receptor__1490">
              <a:extLst>
                <a:ext uri="{FF2B5EF4-FFF2-40B4-BE49-F238E27FC236}">
                  <a16:creationId xmlns:a16="http://schemas.microsoft.com/office/drawing/2014/main" id="{F5A64B9B-032D-964F-90FC-21BA4FE33788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500" name="Input_receptor__1491">
              <a:extLst>
                <a:ext uri="{FF2B5EF4-FFF2-40B4-BE49-F238E27FC236}">
                  <a16:creationId xmlns:a16="http://schemas.microsoft.com/office/drawing/2014/main" id="{13C82F70-63B4-80A5-5184-585922BBE4B2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501" name="Input_receptor__1492">
              <a:extLst>
                <a:ext uri="{FF2B5EF4-FFF2-40B4-BE49-F238E27FC236}">
                  <a16:creationId xmlns:a16="http://schemas.microsoft.com/office/drawing/2014/main" id="{F34DE00E-2534-5853-9F17-0110EFFD81FE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502" name="Input_receptor__1493">
              <a:extLst>
                <a:ext uri="{FF2B5EF4-FFF2-40B4-BE49-F238E27FC236}">
                  <a16:creationId xmlns:a16="http://schemas.microsoft.com/office/drawing/2014/main" id="{A1E4BED7-7A99-D009-4007-CAC5C03E40FF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503" name="Input_receptor__1494">
              <a:extLst>
                <a:ext uri="{FF2B5EF4-FFF2-40B4-BE49-F238E27FC236}">
                  <a16:creationId xmlns:a16="http://schemas.microsoft.com/office/drawing/2014/main" id="{9ACF124C-5612-7BA2-136C-A5D1C2B3CC2F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504" name="Input_receptor__1495">
              <a:extLst>
                <a:ext uri="{FF2B5EF4-FFF2-40B4-BE49-F238E27FC236}">
                  <a16:creationId xmlns:a16="http://schemas.microsoft.com/office/drawing/2014/main" id="{2B2D8D81-5675-8F16-65B4-3B04912FA3E3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505" name="Input_receptor__1496">
              <a:extLst>
                <a:ext uri="{FF2B5EF4-FFF2-40B4-BE49-F238E27FC236}">
                  <a16:creationId xmlns:a16="http://schemas.microsoft.com/office/drawing/2014/main" id="{B09B6719-1430-F34E-D59E-5C71A6453043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506" name="Input_receptor__1497">
              <a:extLst>
                <a:ext uri="{FF2B5EF4-FFF2-40B4-BE49-F238E27FC236}">
                  <a16:creationId xmlns:a16="http://schemas.microsoft.com/office/drawing/2014/main" id="{EC40DD5A-9269-1432-97E6-32D8F64CEE09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7" name="Input_receptor__1498">
              <a:extLst>
                <a:ext uri="{FF2B5EF4-FFF2-40B4-BE49-F238E27FC236}">
                  <a16:creationId xmlns:a16="http://schemas.microsoft.com/office/drawing/2014/main" id="{7A06697A-9587-21EC-3D7B-97D6E2800846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8" name="Input_receptor__1499">
              <a:extLst>
                <a:ext uri="{FF2B5EF4-FFF2-40B4-BE49-F238E27FC236}">
                  <a16:creationId xmlns:a16="http://schemas.microsoft.com/office/drawing/2014/main" id="{133E8D6A-367C-E53F-6563-DC0C55F1E82F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9" name="Input_receptor__1500">
              <a:extLst>
                <a:ext uri="{FF2B5EF4-FFF2-40B4-BE49-F238E27FC236}">
                  <a16:creationId xmlns:a16="http://schemas.microsoft.com/office/drawing/2014/main" id="{7EC855DE-1287-5175-6569-E551AEA5AF4C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10" name="Input_receptor__1501">
              <a:extLst>
                <a:ext uri="{FF2B5EF4-FFF2-40B4-BE49-F238E27FC236}">
                  <a16:creationId xmlns:a16="http://schemas.microsoft.com/office/drawing/2014/main" id="{D229989C-6722-3C3A-21F6-A3398A045380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11" name="Input_receptor__1502">
              <a:extLst>
                <a:ext uri="{FF2B5EF4-FFF2-40B4-BE49-F238E27FC236}">
                  <a16:creationId xmlns:a16="http://schemas.microsoft.com/office/drawing/2014/main" id="{C85556A7-7E9D-2773-4ADA-FD5B19BFFE85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2" name="Input_receptor__1503">
              <a:extLst>
                <a:ext uri="{FF2B5EF4-FFF2-40B4-BE49-F238E27FC236}">
                  <a16:creationId xmlns:a16="http://schemas.microsoft.com/office/drawing/2014/main" id="{BEA32304-5030-8825-FFE4-56BEF403AC6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3" name="Input_receptor__1504">
              <a:extLst>
                <a:ext uri="{FF2B5EF4-FFF2-40B4-BE49-F238E27FC236}">
                  <a16:creationId xmlns:a16="http://schemas.microsoft.com/office/drawing/2014/main" id="{4D6AD03C-CE67-391E-668E-4A899FC8CD86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4" name="Input_receptor__1505">
              <a:extLst>
                <a:ext uri="{FF2B5EF4-FFF2-40B4-BE49-F238E27FC236}">
                  <a16:creationId xmlns:a16="http://schemas.microsoft.com/office/drawing/2014/main" id="{0F7DEC9B-669C-91CD-4190-8BC9AEA42DA8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06">
              <a:extLst>
                <a:ext uri="{FF2B5EF4-FFF2-40B4-BE49-F238E27FC236}">
                  <a16:creationId xmlns:a16="http://schemas.microsoft.com/office/drawing/2014/main" id="{4C14697E-1C8E-19CD-7FD2-365D447648A2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6" name="Input_receptor__1507">
              <a:extLst>
                <a:ext uri="{FF2B5EF4-FFF2-40B4-BE49-F238E27FC236}">
                  <a16:creationId xmlns:a16="http://schemas.microsoft.com/office/drawing/2014/main" id="{4D5004C6-7F99-BBD5-A78B-FFADA26F3296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7" name="Input_receptor__1508">
              <a:extLst>
                <a:ext uri="{FF2B5EF4-FFF2-40B4-BE49-F238E27FC236}">
                  <a16:creationId xmlns:a16="http://schemas.microsoft.com/office/drawing/2014/main" id="{125F96F7-14A2-12B7-2BEA-181CE29F427A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8" name="Input_receptor__1509">
              <a:extLst>
                <a:ext uri="{FF2B5EF4-FFF2-40B4-BE49-F238E27FC236}">
                  <a16:creationId xmlns:a16="http://schemas.microsoft.com/office/drawing/2014/main" id="{0BEE506F-4267-B7C8-614D-EA21FE07D5B7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9" name="Input_receptor__1510">
              <a:extLst>
                <a:ext uri="{FF2B5EF4-FFF2-40B4-BE49-F238E27FC236}">
                  <a16:creationId xmlns:a16="http://schemas.microsoft.com/office/drawing/2014/main" id="{8A5D6A1E-D516-C61D-0A6A-527B53746EB0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20" name="Input_receptor__1511">
              <a:extLst>
                <a:ext uri="{FF2B5EF4-FFF2-40B4-BE49-F238E27FC236}">
                  <a16:creationId xmlns:a16="http://schemas.microsoft.com/office/drawing/2014/main" id="{9965B052-8A17-D5FF-768B-D8219D89D54A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21" name="Input_receptor__1512">
              <a:extLst>
                <a:ext uri="{FF2B5EF4-FFF2-40B4-BE49-F238E27FC236}">
                  <a16:creationId xmlns:a16="http://schemas.microsoft.com/office/drawing/2014/main" id="{DCC27704-0184-B7BC-F1EE-D50847F4A435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22" name="Input_receptor__1513">
              <a:extLst>
                <a:ext uri="{FF2B5EF4-FFF2-40B4-BE49-F238E27FC236}">
                  <a16:creationId xmlns:a16="http://schemas.microsoft.com/office/drawing/2014/main" id="{27ADA547-CE81-192C-F249-645E541EC40C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23" name="Input_receptor__1514">
              <a:extLst>
                <a:ext uri="{FF2B5EF4-FFF2-40B4-BE49-F238E27FC236}">
                  <a16:creationId xmlns:a16="http://schemas.microsoft.com/office/drawing/2014/main" id="{DE0044C9-DF5A-380F-368D-D0B36D980F57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24" name="Input_receptor__1515">
              <a:extLst>
                <a:ext uri="{FF2B5EF4-FFF2-40B4-BE49-F238E27FC236}">
                  <a16:creationId xmlns:a16="http://schemas.microsoft.com/office/drawing/2014/main" id="{B6094505-78A9-0C83-84F3-761813AD1623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16">
              <a:extLst>
                <a:ext uri="{FF2B5EF4-FFF2-40B4-BE49-F238E27FC236}">
                  <a16:creationId xmlns:a16="http://schemas.microsoft.com/office/drawing/2014/main" id="{B03CD571-65C2-8649-A39E-D5121B8AEE5D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17">
              <a:extLst>
                <a:ext uri="{FF2B5EF4-FFF2-40B4-BE49-F238E27FC236}">
                  <a16:creationId xmlns:a16="http://schemas.microsoft.com/office/drawing/2014/main" id="{4DF808F7-A4CC-A430-EF3F-998E05D547DF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18">
              <a:extLst>
                <a:ext uri="{FF2B5EF4-FFF2-40B4-BE49-F238E27FC236}">
                  <a16:creationId xmlns:a16="http://schemas.microsoft.com/office/drawing/2014/main" id="{54733D7D-4554-9574-BE7D-7ABCEA640B94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19">
              <a:extLst>
                <a:ext uri="{FF2B5EF4-FFF2-40B4-BE49-F238E27FC236}">
                  <a16:creationId xmlns:a16="http://schemas.microsoft.com/office/drawing/2014/main" id="{AB46CE52-3952-B3B5-4899-88C70CA236F6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0">
              <a:extLst>
                <a:ext uri="{FF2B5EF4-FFF2-40B4-BE49-F238E27FC236}">
                  <a16:creationId xmlns:a16="http://schemas.microsoft.com/office/drawing/2014/main" id="{00A08B82-37D8-8F9A-486C-0F9DC1C1F95D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30" name="Input_receptor__1521">
              <a:extLst>
                <a:ext uri="{FF2B5EF4-FFF2-40B4-BE49-F238E27FC236}">
                  <a16:creationId xmlns:a16="http://schemas.microsoft.com/office/drawing/2014/main" id="{902290C1-A6B7-64CB-C17D-B284A1ED6F89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31" name="Input_receptor__1522">
              <a:extLst>
                <a:ext uri="{FF2B5EF4-FFF2-40B4-BE49-F238E27FC236}">
                  <a16:creationId xmlns:a16="http://schemas.microsoft.com/office/drawing/2014/main" id="{B8048D6C-F948-8606-1C48-0555DE66BDC4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32" name="Input_receptor__1523">
              <a:extLst>
                <a:ext uri="{FF2B5EF4-FFF2-40B4-BE49-F238E27FC236}">
                  <a16:creationId xmlns:a16="http://schemas.microsoft.com/office/drawing/2014/main" id="{ECCEDB5B-E094-ABE2-A74A-FC432CEF9E3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33" name="Input_receptor__1524">
              <a:extLst>
                <a:ext uri="{FF2B5EF4-FFF2-40B4-BE49-F238E27FC236}">
                  <a16:creationId xmlns:a16="http://schemas.microsoft.com/office/drawing/2014/main" id="{440C46D3-CF89-2E31-B565-6ED5FEF7D6D8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34" name="Input_receptor__1525">
              <a:extLst>
                <a:ext uri="{FF2B5EF4-FFF2-40B4-BE49-F238E27FC236}">
                  <a16:creationId xmlns:a16="http://schemas.microsoft.com/office/drawing/2014/main" id="{F6F88C05-C2EE-501F-BCCA-C80F70BA0348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35" name="Input_receptor__1526">
              <a:extLst>
                <a:ext uri="{FF2B5EF4-FFF2-40B4-BE49-F238E27FC236}">
                  <a16:creationId xmlns:a16="http://schemas.microsoft.com/office/drawing/2014/main" id="{96F19364-B778-9B29-1CB8-49AE4C5AC4FB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36" name="Input_receptor__1527">
              <a:extLst>
                <a:ext uri="{FF2B5EF4-FFF2-40B4-BE49-F238E27FC236}">
                  <a16:creationId xmlns:a16="http://schemas.microsoft.com/office/drawing/2014/main" id="{740524F5-475E-9E19-9B15-6C01D6343E43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37" name="Input_receptor__1528">
              <a:extLst>
                <a:ext uri="{FF2B5EF4-FFF2-40B4-BE49-F238E27FC236}">
                  <a16:creationId xmlns:a16="http://schemas.microsoft.com/office/drawing/2014/main" id="{66227DA6-DFBA-C92E-DCB6-DF47D55D40BB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8" name="Input_receptor__1529">
              <a:extLst>
                <a:ext uri="{FF2B5EF4-FFF2-40B4-BE49-F238E27FC236}">
                  <a16:creationId xmlns:a16="http://schemas.microsoft.com/office/drawing/2014/main" id="{50A8580C-2814-11D0-B347-C2091C35B23C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0">
              <a:extLst>
                <a:ext uri="{FF2B5EF4-FFF2-40B4-BE49-F238E27FC236}">
                  <a16:creationId xmlns:a16="http://schemas.microsoft.com/office/drawing/2014/main" id="{7626B32B-7AC2-9C79-8483-83E90E76468C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1">
              <a:extLst>
                <a:ext uri="{FF2B5EF4-FFF2-40B4-BE49-F238E27FC236}">
                  <a16:creationId xmlns:a16="http://schemas.microsoft.com/office/drawing/2014/main" id="{25041453-5EFE-933F-B24F-565C27686037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1" name="Input_receptor__1532">
              <a:extLst>
                <a:ext uri="{FF2B5EF4-FFF2-40B4-BE49-F238E27FC236}">
                  <a16:creationId xmlns:a16="http://schemas.microsoft.com/office/drawing/2014/main" id="{01A60472-D539-322E-B4AE-119A20093937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2" name="Input_receptor__1533">
              <a:extLst>
                <a:ext uri="{FF2B5EF4-FFF2-40B4-BE49-F238E27FC236}">
                  <a16:creationId xmlns:a16="http://schemas.microsoft.com/office/drawing/2014/main" id="{6F7DCCF5-09E3-1B0F-1308-60E4C58D8BF2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34">
              <a:extLst>
                <a:ext uri="{FF2B5EF4-FFF2-40B4-BE49-F238E27FC236}">
                  <a16:creationId xmlns:a16="http://schemas.microsoft.com/office/drawing/2014/main" id="{BE72BA0E-35DF-E3FE-0FEE-A992F2AFC18F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35">
              <a:extLst>
                <a:ext uri="{FF2B5EF4-FFF2-40B4-BE49-F238E27FC236}">
                  <a16:creationId xmlns:a16="http://schemas.microsoft.com/office/drawing/2014/main" id="{6BDE18EA-375A-B44A-B6E5-34A837110F8B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5" name="Input_receptor__1536">
              <a:extLst>
                <a:ext uri="{FF2B5EF4-FFF2-40B4-BE49-F238E27FC236}">
                  <a16:creationId xmlns:a16="http://schemas.microsoft.com/office/drawing/2014/main" id="{77FCDBEB-ED82-BB94-3A0C-8F3716DEDDE0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6" name="Input_receptor__1537">
              <a:extLst>
                <a:ext uri="{FF2B5EF4-FFF2-40B4-BE49-F238E27FC236}">
                  <a16:creationId xmlns:a16="http://schemas.microsoft.com/office/drawing/2014/main" id="{8370F499-5EC2-00E2-9D42-0F7CB82CF5B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7" name="Input_receptor__1538">
              <a:extLst>
                <a:ext uri="{FF2B5EF4-FFF2-40B4-BE49-F238E27FC236}">
                  <a16:creationId xmlns:a16="http://schemas.microsoft.com/office/drawing/2014/main" id="{CC658122-A704-1256-3214-548B764DBD05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8" name="Input_receptor__1539">
              <a:extLst>
                <a:ext uri="{FF2B5EF4-FFF2-40B4-BE49-F238E27FC236}">
                  <a16:creationId xmlns:a16="http://schemas.microsoft.com/office/drawing/2014/main" id="{508A6941-A01F-47EA-E80D-F919BDCB7009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9" name="Input_receptor__1540">
              <a:extLst>
                <a:ext uri="{FF2B5EF4-FFF2-40B4-BE49-F238E27FC236}">
                  <a16:creationId xmlns:a16="http://schemas.microsoft.com/office/drawing/2014/main" id="{A62740CF-7692-E14A-0738-D89144FFC0C2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50" name="Input_receptor__1541">
              <a:extLst>
                <a:ext uri="{FF2B5EF4-FFF2-40B4-BE49-F238E27FC236}">
                  <a16:creationId xmlns:a16="http://schemas.microsoft.com/office/drawing/2014/main" id="{F31636B6-5ADC-F04E-D448-FA8B976E97F4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51" name="Input_receptor__1542">
              <a:extLst>
                <a:ext uri="{FF2B5EF4-FFF2-40B4-BE49-F238E27FC236}">
                  <a16:creationId xmlns:a16="http://schemas.microsoft.com/office/drawing/2014/main" id="{336369B7-69B5-EDB8-4B9D-41A06B7EE186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52" name="Input_receptor__1543">
              <a:extLst>
                <a:ext uri="{FF2B5EF4-FFF2-40B4-BE49-F238E27FC236}">
                  <a16:creationId xmlns:a16="http://schemas.microsoft.com/office/drawing/2014/main" id="{91B3A0DD-05E7-E29A-D742-215B7477EAF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53" name="Input_receptor__1544">
              <a:extLst>
                <a:ext uri="{FF2B5EF4-FFF2-40B4-BE49-F238E27FC236}">
                  <a16:creationId xmlns:a16="http://schemas.microsoft.com/office/drawing/2014/main" id="{8A4802A0-FE61-D365-F879-9999B7CA24DC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54" name="Input_receptor__1545">
              <a:extLst>
                <a:ext uri="{FF2B5EF4-FFF2-40B4-BE49-F238E27FC236}">
                  <a16:creationId xmlns:a16="http://schemas.microsoft.com/office/drawing/2014/main" id="{0CB67B87-E719-760E-51FB-DCEAB8C78455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55" name="Input_receptor__1546">
              <a:extLst>
                <a:ext uri="{FF2B5EF4-FFF2-40B4-BE49-F238E27FC236}">
                  <a16:creationId xmlns:a16="http://schemas.microsoft.com/office/drawing/2014/main" id="{F32CD505-655D-F31E-C312-565131A5FE3B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56" name="Input_receptor__1547">
              <a:extLst>
                <a:ext uri="{FF2B5EF4-FFF2-40B4-BE49-F238E27FC236}">
                  <a16:creationId xmlns:a16="http://schemas.microsoft.com/office/drawing/2014/main" id="{C8AABDA8-5F93-0A6F-6230-A922BFFEE119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57" name="Input_receptor__1548">
              <a:extLst>
                <a:ext uri="{FF2B5EF4-FFF2-40B4-BE49-F238E27FC236}">
                  <a16:creationId xmlns:a16="http://schemas.microsoft.com/office/drawing/2014/main" id="{95468326-51CE-46BF-50C2-BA2814B3EC99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8" name="Input_receptor__1549">
              <a:extLst>
                <a:ext uri="{FF2B5EF4-FFF2-40B4-BE49-F238E27FC236}">
                  <a16:creationId xmlns:a16="http://schemas.microsoft.com/office/drawing/2014/main" id="{8ECDF9BE-BB08-A7BA-7821-93E432880221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9" name="Input_receptor__1550">
              <a:extLst>
                <a:ext uri="{FF2B5EF4-FFF2-40B4-BE49-F238E27FC236}">
                  <a16:creationId xmlns:a16="http://schemas.microsoft.com/office/drawing/2014/main" id="{670AEB91-3655-D267-6823-3B0F71A7479C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60" name="Input_receptor__1551">
              <a:extLst>
                <a:ext uri="{FF2B5EF4-FFF2-40B4-BE49-F238E27FC236}">
                  <a16:creationId xmlns:a16="http://schemas.microsoft.com/office/drawing/2014/main" id="{60670B8B-99A8-BE10-FD10-2067FB6F75F0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61" name="Input_receptor__1552">
              <a:extLst>
                <a:ext uri="{FF2B5EF4-FFF2-40B4-BE49-F238E27FC236}">
                  <a16:creationId xmlns:a16="http://schemas.microsoft.com/office/drawing/2014/main" id="{5C3A0A9E-A360-F4E0-885C-1B7B843836A6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62" name="Input_receptor__1553">
              <a:extLst>
                <a:ext uri="{FF2B5EF4-FFF2-40B4-BE49-F238E27FC236}">
                  <a16:creationId xmlns:a16="http://schemas.microsoft.com/office/drawing/2014/main" id="{A3F73BC5-E91D-EAEC-6F6A-B8F6E4026F88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63" name="Input_receptor__1554">
              <a:extLst>
                <a:ext uri="{FF2B5EF4-FFF2-40B4-BE49-F238E27FC236}">
                  <a16:creationId xmlns:a16="http://schemas.microsoft.com/office/drawing/2014/main" id="{F52BA118-1379-4BE5-8A5C-E0897C429A8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64" name="Input_receptor__1555">
              <a:extLst>
                <a:ext uri="{FF2B5EF4-FFF2-40B4-BE49-F238E27FC236}">
                  <a16:creationId xmlns:a16="http://schemas.microsoft.com/office/drawing/2014/main" id="{2BEDF438-382D-7019-2118-662B22564C69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65" name="Input_receptor__1556">
              <a:extLst>
                <a:ext uri="{FF2B5EF4-FFF2-40B4-BE49-F238E27FC236}">
                  <a16:creationId xmlns:a16="http://schemas.microsoft.com/office/drawing/2014/main" id="{72A73B03-A8A2-31FB-43E0-CA2DF33A0CED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66" name="Input_receptor__1557">
              <a:extLst>
                <a:ext uri="{FF2B5EF4-FFF2-40B4-BE49-F238E27FC236}">
                  <a16:creationId xmlns:a16="http://schemas.microsoft.com/office/drawing/2014/main" id="{5DC7DF9E-FC16-7555-06CA-9CEA501567A0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7" name="Input_receptor__1558">
              <a:extLst>
                <a:ext uri="{FF2B5EF4-FFF2-40B4-BE49-F238E27FC236}">
                  <a16:creationId xmlns:a16="http://schemas.microsoft.com/office/drawing/2014/main" id="{9F6E657D-8D12-54B2-EEA1-A52C7F15E5CA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8" name="Input_receptor__1559">
              <a:extLst>
                <a:ext uri="{FF2B5EF4-FFF2-40B4-BE49-F238E27FC236}">
                  <a16:creationId xmlns:a16="http://schemas.microsoft.com/office/drawing/2014/main" id="{C50B32A8-78C7-6921-A63F-DC04490D9EED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0">
              <a:extLst>
                <a:ext uri="{FF2B5EF4-FFF2-40B4-BE49-F238E27FC236}">
                  <a16:creationId xmlns:a16="http://schemas.microsoft.com/office/drawing/2014/main" id="{E86BB28A-EB92-A868-68EE-F4A692FEB15F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0" name="Input_receptor__1561">
              <a:extLst>
                <a:ext uri="{FF2B5EF4-FFF2-40B4-BE49-F238E27FC236}">
                  <a16:creationId xmlns:a16="http://schemas.microsoft.com/office/drawing/2014/main" id="{DE883AE6-5963-F7B6-97CD-F125AF0B29AE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62">
              <a:extLst>
                <a:ext uri="{FF2B5EF4-FFF2-40B4-BE49-F238E27FC236}">
                  <a16:creationId xmlns:a16="http://schemas.microsoft.com/office/drawing/2014/main" id="{D0773E23-52D4-01D5-30E5-65B3B1FD4366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2" name="Input_receptor__1563">
              <a:extLst>
                <a:ext uri="{FF2B5EF4-FFF2-40B4-BE49-F238E27FC236}">
                  <a16:creationId xmlns:a16="http://schemas.microsoft.com/office/drawing/2014/main" id="{767B4A9D-4F34-EC2A-DB12-3E5A1DB73FC5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64">
              <a:extLst>
                <a:ext uri="{FF2B5EF4-FFF2-40B4-BE49-F238E27FC236}">
                  <a16:creationId xmlns:a16="http://schemas.microsoft.com/office/drawing/2014/main" id="{EE888455-BBD6-D5C4-6C16-4EC4A00CF0E2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65">
              <a:extLst>
                <a:ext uri="{FF2B5EF4-FFF2-40B4-BE49-F238E27FC236}">
                  <a16:creationId xmlns:a16="http://schemas.microsoft.com/office/drawing/2014/main" id="{2C175ACF-100A-8718-F658-E0837E914F0E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66">
              <a:extLst>
                <a:ext uri="{FF2B5EF4-FFF2-40B4-BE49-F238E27FC236}">
                  <a16:creationId xmlns:a16="http://schemas.microsoft.com/office/drawing/2014/main" id="{266D27D9-560A-C308-86B4-69949C492E1D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6" name="Input_receptor__1567">
              <a:extLst>
                <a:ext uri="{FF2B5EF4-FFF2-40B4-BE49-F238E27FC236}">
                  <a16:creationId xmlns:a16="http://schemas.microsoft.com/office/drawing/2014/main" id="{6AE04588-B1C5-A612-D0E1-D6D10BEB038A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68">
              <a:extLst>
                <a:ext uri="{FF2B5EF4-FFF2-40B4-BE49-F238E27FC236}">
                  <a16:creationId xmlns:a16="http://schemas.microsoft.com/office/drawing/2014/main" id="{3CAD9546-E55D-51E2-20F5-745EC72ED262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8" name="Input_receptor__1569">
              <a:extLst>
                <a:ext uri="{FF2B5EF4-FFF2-40B4-BE49-F238E27FC236}">
                  <a16:creationId xmlns:a16="http://schemas.microsoft.com/office/drawing/2014/main" id="{DE2C4924-E7EA-3856-5CED-D4FC660B0663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0">
              <a:extLst>
                <a:ext uri="{FF2B5EF4-FFF2-40B4-BE49-F238E27FC236}">
                  <a16:creationId xmlns:a16="http://schemas.microsoft.com/office/drawing/2014/main" id="{9528538F-08D8-9C7F-2883-4934AEC6E0C3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80" name="Input_receptor__1571">
              <a:extLst>
                <a:ext uri="{FF2B5EF4-FFF2-40B4-BE49-F238E27FC236}">
                  <a16:creationId xmlns:a16="http://schemas.microsoft.com/office/drawing/2014/main" id="{E323886E-10B9-F765-A100-2633D3882B55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81" name="Input_receptor__1572">
              <a:extLst>
                <a:ext uri="{FF2B5EF4-FFF2-40B4-BE49-F238E27FC236}">
                  <a16:creationId xmlns:a16="http://schemas.microsoft.com/office/drawing/2014/main" id="{6E3C711E-DB81-9052-B7ED-6C985ABAD2DA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82" name="Input_receptor__1573">
              <a:extLst>
                <a:ext uri="{FF2B5EF4-FFF2-40B4-BE49-F238E27FC236}">
                  <a16:creationId xmlns:a16="http://schemas.microsoft.com/office/drawing/2014/main" id="{63AC0F91-89CF-CE8D-43C2-3CF3072F4182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83" name="Input_receptor__1574">
              <a:extLst>
                <a:ext uri="{FF2B5EF4-FFF2-40B4-BE49-F238E27FC236}">
                  <a16:creationId xmlns:a16="http://schemas.microsoft.com/office/drawing/2014/main" id="{B658B469-CA7D-6970-D97E-0C8B149B9225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84" name="Input_receptor__1575">
              <a:extLst>
                <a:ext uri="{FF2B5EF4-FFF2-40B4-BE49-F238E27FC236}">
                  <a16:creationId xmlns:a16="http://schemas.microsoft.com/office/drawing/2014/main" id="{31C5D324-1749-A24E-B96E-D2D2BDBB9FE1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85" name="Input_receptor__1576">
              <a:extLst>
                <a:ext uri="{FF2B5EF4-FFF2-40B4-BE49-F238E27FC236}">
                  <a16:creationId xmlns:a16="http://schemas.microsoft.com/office/drawing/2014/main" id="{A1114F23-3DD4-CD76-4787-324FCE51E2EE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86" name="Input_receptor__1577">
              <a:extLst>
                <a:ext uri="{FF2B5EF4-FFF2-40B4-BE49-F238E27FC236}">
                  <a16:creationId xmlns:a16="http://schemas.microsoft.com/office/drawing/2014/main" id="{181BCB4D-EA6A-B2CC-DC08-50844DE5A2D3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87" name="Input_receptor__1578">
              <a:extLst>
                <a:ext uri="{FF2B5EF4-FFF2-40B4-BE49-F238E27FC236}">
                  <a16:creationId xmlns:a16="http://schemas.microsoft.com/office/drawing/2014/main" id="{A44BF75F-136D-1BC8-E37E-C0101817FF15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8" name="Input_receptor__1579">
              <a:extLst>
                <a:ext uri="{FF2B5EF4-FFF2-40B4-BE49-F238E27FC236}">
                  <a16:creationId xmlns:a16="http://schemas.microsoft.com/office/drawing/2014/main" id="{08D60D92-FFFB-EE4C-4A20-B410F134BA1F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9" name="Input_receptor__1580">
              <a:extLst>
                <a:ext uri="{FF2B5EF4-FFF2-40B4-BE49-F238E27FC236}">
                  <a16:creationId xmlns:a16="http://schemas.microsoft.com/office/drawing/2014/main" id="{186D3C02-3CF5-B35F-8DCC-844A33D2D057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90" name="Input_receptor__1581">
              <a:extLst>
                <a:ext uri="{FF2B5EF4-FFF2-40B4-BE49-F238E27FC236}">
                  <a16:creationId xmlns:a16="http://schemas.microsoft.com/office/drawing/2014/main" id="{28018773-20D4-0D66-4457-3EE37168A8DD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91" name="Input_receptor__1582">
              <a:extLst>
                <a:ext uri="{FF2B5EF4-FFF2-40B4-BE49-F238E27FC236}">
                  <a16:creationId xmlns:a16="http://schemas.microsoft.com/office/drawing/2014/main" id="{97CBA3FA-9BFF-BBD0-E743-A448D43CB76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92" name="Input_receptor__1583">
              <a:extLst>
                <a:ext uri="{FF2B5EF4-FFF2-40B4-BE49-F238E27FC236}">
                  <a16:creationId xmlns:a16="http://schemas.microsoft.com/office/drawing/2014/main" id="{CCFD5DE8-B53B-B5D8-FBC3-7D7E18BDBD7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93" name="Input_receptor__1584">
              <a:extLst>
                <a:ext uri="{FF2B5EF4-FFF2-40B4-BE49-F238E27FC236}">
                  <a16:creationId xmlns:a16="http://schemas.microsoft.com/office/drawing/2014/main" id="{9F60CACE-4868-FE1A-B054-3E7AFFED34C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4" name="Input_receptor__1585">
              <a:extLst>
                <a:ext uri="{FF2B5EF4-FFF2-40B4-BE49-F238E27FC236}">
                  <a16:creationId xmlns:a16="http://schemas.microsoft.com/office/drawing/2014/main" id="{56C42476-DBE7-889F-F0A7-CC4BE4BA3B56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5" name="Input_receptor__1586">
              <a:extLst>
                <a:ext uri="{FF2B5EF4-FFF2-40B4-BE49-F238E27FC236}">
                  <a16:creationId xmlns:a16="http://schemas.microsoft.com/office/drawing/2014/main" id="{53DD1BC2-4ECC-F9A6-2E4C-0AA3A2D63BF5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87">
              <a:extLst>
                <a:ext uri="{FF2B5EF4-FFF2-40B4-BE49-F238E27FC236}">
                  <a16:creationId xmlns:a16="http://schemas.microsoft.com/office/drawing/2014/main" id="{9BAD3C68-7D2B-2E97-7204-E8A837BCA8FF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88">
              <a:extLst>
                <a:ext uri="{FF2B5EF4-FFF2-40B4-BE49-F238E27FC236}">
                  <a16:creationId xmlns:a16="http://schemas.microsoft.com/office/drawing/2014/main" id="{4536AA12-DCFD-C1C1-8E75-EEED2AF11FC5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89">
              <a:extLst>
                <a:ext uri="{FF2B5EF4-FFF2-40B4-BE49-F238E27FC236}">
                  <a16:creationId xmlns:a16="http://schemas.microsoft.com/office/drawing/2014/main" id="{488BF15A-D3CF-EEE7-7CE7-41E5829C013C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0">
              <a:extLst>
                <a:ext uri="{FF2B5EF4-FFF2-40B4-BE49-F238E27FC236}">
                  <a16:creationId xmlns:a16="http://schemas.microsoft.com/office/drawing/2014/main" id="{6038C43D-A1F4-68F8-1519-8BC6ABA69D91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1">
              <a:extLst>
                <a:ext uri="{FF2B5EF4-FFF2-40B4-BE49-F238E27FC236}">
                  <a16:creationId xmlns:a16="http://schemas.microsoft.com/office/drawing/2014/main" id="{3DCBFAFD-2BA1-8ED3-1126-1962AEF71F96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1" name="Input_receptor__1592">
              <a:extLst>
                <a:ext uri="{FF2B5EF4-FFF2-40B4-BE49-F238E27FC236}">
                  <a16:creationId xmlns:a16="http://schemas.microsoft.com/office/drawing/2014/main" id="{63A6A859-CE2C-B13E-8BD8-607E0C265F6F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2" name="Input_receptor__1593">
              <a:extLst>
                <a:ext uri="{FF2B5EF4-FFF2-40B4-BE49-F238E27FC236}">
                  <a16:creationId xmlns:a16="http://schemas.microsoft.com/office/drawing/2014/main" id="{D4A661D7-ECA9-C463-2392-8B666CFE6622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3" name="Input_receptor__1594">
              <a:extLst>
                <a:ext uri="{FF2B5EF4-FFF2-40B4-BE49-F238E27FC236}">
                  <a16:creationId xmlns:a16="http://schemas.microsoft.com/office/drawing/2014/main" id="{76987537-E7A3-1903-FFC5-AB3CCBFA07A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4" name="Input_receptor__1595">
              <a:extLst>
                <a:ext uri="{FF2B5EF4-FFF2-40B4-BE49-F238E27FC236}">
                  <a16:creationId xmlns:a16="http://schemas.microsoft.com/office/drawing/2014/main" id="{A0FEE3FD-8F7E-5FD1-5294-101708F77534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596">
              <a:extLst>
                <a:ext uri="{FF2B5EF4-FFF2-40B4-BE49-F238E27FC236}">
                  <a16:creationId xmlns:a16="http://schemas.microsoft.com/office/drawing/2014/main" id="{91A8EFE4-D7CB-94E8-A4E0-62376059584B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6" name="Input_receptor__1597">
              <a:extLst>
                <a:ext uri="{FF2B5EF4-FFF2-40B4-BE49-F238E27FC236}">
                  <a16:creationId xmlns:a16="http://schemas.microsoft.com/office/drawing/2014/main" id="{C1B996B0-FD21-B223-C20F-D1545935A4B1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7" name="Input_receptor__1598">
              <a:extLst>
                <a:ext uri="{FF2B5EF4-FFF2-40B4-BE49-F238E27FC236}">
                  <a16:creationId xmlns:a16="http://schemas.microsoft.com/office/drawing/2014/main" id="{ADF4D9EC-828B-5C06-CE55-B43EB83558AF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8" name="Input_receptor__1599">
              <a:extLst>
                <a:ext uri="{FF2B5EF4-FFF2-40B4-BE49-F238E27FC236}">
                  <a16:creationId xmlns:a16="http://schemas.microsoft.com/office/drawing/2014/main" id="{6EAF82F1-F6BB-E53B-1810-E776EAAE82D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9" name="Input_receptor__1600">
              <a:extLst>
                <a:ext uri="{FF2B5EF4-FFF2-40B4-BE49-F238E27FC236}">
                  <a16:creationId xmlns:a16="http://schemas.microsoft.com/office/drawing/2014/main" id="{8A813D7B-49B5-8E64-AA49-043B0AE9EB98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10" name="Input_receptor__1601">
              <a:extLst>
                <a:ext uri="{FF2B5EF4-FFF2-40B4-BE49-F238E27FC236}">
                  <a16:creationId xmlns:a16="http://schemas.microsoft.com/office/drawing/2014/main" id="{0E4AA7B5-85C3-F107-7E8D-43B6C5475A1B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11" name="Input_receptor__1602">
              <a:extLst>
                <a:ext uri="{FF2B5EF4-FFF2-40B4-BE49-F238E27FC236}">
                  <a16:creationId xmlns:a16="http://schemas.microsoft.com/office/drawing/2014/main" id="{47E2B3DD-8D38-3B12-605E-D454711E2DA7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12" name="Input_receptor__1603">
              <a:extLst>
                <a:ext uri="{FF2B5EF4-FFF2-40B4-BE49-F238E27FC236}">
                  <a16:creationId xmlns:a16="http://schemas.microsoft.com/office/drawing/2014/main" id="{85020CBA-C8FA-538A-EC44-0901D1D90D7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13" name="Input_receptor__1604">
              <a:extLst>
                <a:ext uri="{FF2B5EF4-FFF2-40B4-BE49-F238E27FC236}">
                  <a16:creationId xmlns:a16="http://schemas.microsoft.com/office/drawing/2014/main" id="{676A64C1-7C6E-BD71-B9FF-BCCAEBED84A8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14" name="Input_receptor__1605">
              <a:extLst>
                <a:ext uri="{FF2B5EF4-FFF2-40B4-BE49-F238E27FC236}">
                  <a16:creationId xmlns:a16="http://schemas.microsoft.com/office/drawing/2014/main" id="{511860BA-1444-164E-1C0C-B9E46D5DE04B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15" name="Input_receptor__1606">
              <a:extLst>
                <a:ext uri="{FF2B5EF4-FFF2-40B4-BE49-F238E27FC236}">
                  <a16:creationId xmlns:a16="http://schemas.microsoft.com/office/drawing/2014/main" id="{D92954B3-F1BC-A3DC-969E-026D7770AD46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6" name="Input_receptor__1607">
              <a:extLst>
                <a:ext uri="{FF2B5EF4-FFF2-40B4-BE49-F238E27FC236}">
                  <a16:creationId xmlns:a16="http://schemas.microsoft.com/office/drawing/2014/main" id="{9AEB4096-9F43-5DFE-86FB-971908298AEA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7" name="Input_receptor__1608">
              <a:extLst>
                <a:ext uri="{FF2B5EF4-FFF2-40B4-BE49-F238E27FC236}">
                  <a16:creationId xmlns:a16="http://schemas.microsoft.com/office/drawing/2014/main" id="{3AE4C116-D77E-0F2D-25AC-B0C485F9F592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8" name="Input_receptor__1609">
              <a:extLst>
                <a:ext uri="{FF2B5EF4-FFF2-40B4-BE49-F238E27FC236}">
                  <a16:creationId xmlns:a16="http://schemas.microsoft.com/office/drawing/2014/main" id="{9BA61E33-E770-D4E9-07CD-A802F5F7EB00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0">
              <a:extLst>
                <a:ext uri="{FF2B5EF4-FFF2-40B4-BE49-F238E27FC236}">
                  <a16:creationId xmlns:a16="http://schemas.microsoft.com/office/drawing/2014/main" id="{7D535499-6253-BDC7-B119-E97163758568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0" name="Input_receptor__1611">
              <a:extLst>
                <a:ext uri="{FF2B5EF4-FFF2-40B4-BE49-F238E27FC236}">
                  <a16:creationId xmlns:a16="http://schemas.microsoft.com/office/drawing/2014/main" id="{77952871-C9E2-416B-2C96-5418C76564E6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12">
              <a:extLst>
                <a:ext uri="{FF2B5EF4-FFF2-40B4-BE49-F238E27FC236}">
                  <a16:creationId xmlns:a16="http://schemas.microsoft.com/office/drawing/2014/main" id="{6D96A6C8-AC58-8367-C600-6C5ABD295903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2" name="Input_receptor__1613">
              <a:extLst>
                <a:ext uri="{FF2B5EF4-FFF2-40B4-BE49-F238E27FC236}">
                  <a16:creationId xmlns:a16="http://schemas.microsoft.com/office/drawing/2014/main" id="{3514A185-BAD6-BDF9-101B-2B41DE2A2FB7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3" name="Input_receptor__1614">
              <a:extLst>
                <a:ext uri="{FF2B5EF4-FFF2-40B4-BE49-F238E27FC236}">
                  <a16:creationId xmlns:a16="http://schemas.microsoft.com/office/drawing/2014/main" id="{A367E8B3-331E-375A-08CC-ACDFDD83A456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15">
              <a:extLst>
                <a:ext uri="{FF2B5EF4-FFF2-40B4-BE49-F238E27FC236}">
                  <a16:creationId xmlns:a16="http://schemas.microsoft.com/office/drawing/2014/main" id="{11C796C9-F2A9-918E-0274-AB8AD97121FE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16">
              <a:extLst>
                <a:ext uri="{FF2B5EF4-FFF2-40B4-BE49-F238E27FC236}">
                  <a16:creationId xmlns:a16="http://schemas.microsoft.com/office/drawing/2014/main" id="{18645769-7DCE-410E-08BB-9A075B894042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17">
              <a:extLst>
                <a:ext uri="{FF2B5EF4-FFF2-40B4-BE49-F238E27FC236}">
                  <a16:creationId xmlns:a16="http://schemas.microsoft.com/office/drawing/2014/main" id="{3D77B59E-FCB9-3344-DA76-A128977F4E86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7" name="Input_receptor__1618">
              <a:extLst>
                <a:ext uri="{FF2B5EF4-FFF2-40B4-BE49-F238E27FC236}">
                  <a16:creationId xmlns:a16="http://schemas.microsoft.com/office/drawing/2014/main" id="{2CA04239-B18F-1C0F-DFC9-E6032AAB3B51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19">
              <a:extLst>
                <a:ext uri="{FF2B5EF4-FFF2-40B4-BE49-F238E27FC236}">
                  <a16:creationId xmlns:a16="http://schemas.microsoft.com/office/drawing/2014/main" id="{5D618747-540A-3DD8-BA1B-99B7A38E18EE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0">
              <a:extLst>
                <a:ext uri="{FF2B5EF4-FFF2-40B4-BE49-F238E27FC236}">
                  <a16:creationId xmlns:a16="http://schemas.microsoft.com/office/drawing/2014/main" id="{406F3CCC-5B38-7153-59C8-729B68922CBF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1">
              <a:extLst>
                <a:ext uri="{FF2B5EF4-FFF2-40B4-BE49-F238E27FC236}">
                  <a16:creationId xmlns:a16="http://schemas.microsoft.com/office/drawing/2014/main" id="{5CF41E53-D3FF-2B59-C062-988BA3765F5A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1" name="Input_receptor__1622">
              <a:extLst>
                <a:ext uri="{FF2B5EF4-FFF2-40B4-BE49-F238E27FC236}">
                  <a16:creationId xmlns:a16="http://schemas.microsoft.com/office/drawing/2014/main" id="{409B9EB8-DE89-7585-5575-DC2D50EB1072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23">
              <a:extLst>
                <a:ext uri="{FF2B5EF4-FFF2-40B4-BE49-F238E27FC236}">
                  <a16:creationId xmlns:a16="http://schemas.microsoft.com/office/drawing/2014/main" id="{D6F4FE8E-46A6-2691-FD2D-F1B8F7E14D5E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3" name="Input_receptor__1624">
              <a:extLst>
                <a:ext uri="{FF2B5EF4-FFF2-40B4-BE49-F238E27FC236}">
                  <a16:creationId xmlns:a16="http://schemas.microsoft.com/office/drawing/2014/main" id="{38853528-CB1C-6C95-4031-B746255E0B77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4" name="Input_receptor__1625">
              <a:extLst>
                <a:ext uri="{FF2B5EF4-FFF2-40B4-BE49-F238E27FC236}">
                  <a16:creationId xmlns:a16="http://schemas.microsoft.com/office/drawing/2014/main" id="{BA871405-6CFF-AA80-C194-5A5E4351075A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26">
              <a:extLst>
                <a:ext uri="{FF2B5EF4-FFF2-40B4-BE49-F238E27FC236}">
                  <a16:creationId xmlns:a16="http://schemas.microsoft.com/office/drawing/2014/main" id="{2AD4E267-A6B7-6ECA-0755-F5D76C8868B5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27">
              <a:extLst>
                <a:ext uri="{FF2B5EF4-FFF2-40B4-BE49-F238E27FC236}">
                  <a16:creationId xmlns:a16="http://schemas.microsoft.com/office/drawing/2014/main" id="{41EF56AF-49E9-E890-9DC3-686DC277F6C8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7" name="Input_receptor__1628">
              <a:extLst>
                <a:ext uri="{FF2B5EF4-FFF2-40B4-BE49-F238E27FC236}">
                  <a16:creationId xmlns:a16="http://schemas.microsoft.com/office/drawing/2014/main" id="{BF1AD377-3A18-B6DF-A45A-A5E56D5B771E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8" name="Input_receptor__1629">
              <a:extLst>
                <a:ext uri="{FF2B5EF4-FFF2-40B4-BE49-F238E27FC236}">
                  <a16:creationId xmlns:a16="http://schemas.microsoft.com/office/drawing/2014/main" id="{673A0405-0811-6726-6B0D-88570C76F363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0">
              <a:extLst>
                <a:ext uri="{FF2B5EF4-FFF2-40B4-BE49-F238E27FC236}">
                  <a16:creationId xmlns:a16="http://schemas.microsoft.com/office/drawing/2014/main" id="{7CC9C634-ED64-BEC1-947F-E684EDAA88F4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0" name="Input_receptor__1631">
              <a:extLst>
                <a:ext uri="{FF2B5EF4-FFF2-40B4-BE49-F238E27FC236}">
                  <a16:creationId xmlns:a16="http://schemas.microsoft.com/office/drawing/2014/main" id="{30A0AE45-ACD1-A19E-432E-F4038C90DDF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32">
              <a:extLst>
                <a:ext uri="{FF2B5EF4-FFF2-40B4-BE49-F238E27FC236}">
                  <a16:creationId xmlns:a16="http://schemas.microsoft.com/office/drawing/2014/main" id="{510F1FC7-BDD8-789C-ADBD-45CFF38AF412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2" name="Input_receptor__1633">
              <a:extLst>
                <a:ext uri="{FF2B5EF4-FFF2-40B4-BE49-F238E27FC236}">
                  <a16:creationId xmlns:a16="http://schemas.microsoft.com/office/drawing/2014/main" id="{5F1A0C9E-AA2A-548D-6D3A-A9CF2CCB8295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3" name="Input_receptor__1634">
              <a:extLst>
                <a:ext uri="{FF2B5EF4-FFF2-40B4-BE49-F238E27FC236}">
                  <a16:creationId xmlns:a16="http://schemas.microsoft.com/office/drawing/2014/main" id="{9D13973D-B649-6BB6-152B-A5C9042E1A8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4" name="Input_receptor__1635">
              <a:extLst>
                <a:ext uri="{FF2B5EF4-FFF2-40B4-BE49-F238E27FC236}">
                  <a16:creationId xmlns:a16="http://schemas.microsoft.com/office/drawing/2014/main" id="{8D10EA73-6F7D-AFC4-954A-9984725D27C5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5" name="Input_receptor__1636">
              <a:extLst>
                <a:ext uri="{FF2B5EF4-FFF2-40B4-BE49-F238E27FC236}">
                  <a16:creationId xmlns:a16="http://schemas.microsoft.com/office/drawing/2014/main" id="{71107182-A2B7-FBAE-7325-4F7A47BDC0B4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6" name="Input_receptor__1637">
              <a:extLst>
                <a:ext uri="{FF2B5EF4-FFF2-40B4-BE49-F238E27FC236}">
                  <a16:creationId xmlns:a16="http://schemas.microsoft.com/office/drawing/2014/main" id="{0AEC2E6B-AE22-FB2F-24F8-8126E39FBD0A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7" name="Input_receptor__1638">
              <a:extLst>
                <a:ext uri="{FF2B5EF4-FFF2-40B4-BE49-F238E27FC236}">
                  <a16:creationId xmlns:a16="http://schemas.microsoft.com/office/drawing/2014/main" id="{6A8FCC2F-810C-BAA7-F1EC-240186A7C2B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8" name="Input_receptor__1639">
              <a:extLst>
                <a:ext uri="{FF2B5EF4-FFF2-40B4-BE49-F238E27FC236}">
                  <a16:creationId xmlns:a16="http://schemas.microsoft.com/office/drawing/2014/main" id="{630C4A0A-4AF7-136E-32F4-BA699E49C556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9" name="Input_receptor__1640">
              <a:extLst>
                <a:ext uri="{FF2B5EF4-FFF2-40B4-BE49-F238E27FC236}">
                  <a16:creationId xmlns:a16="http://schemas.microsoft.com/office/drawing/2014/main" id="{EAE27849-C674-6BDB-BE10-F04614FA4847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50" name="Input_receptor__1641">
              <a:extLst>
                <a:ext uri="{FF2B5EF4-FFF2-40B4-BE49-F238E27FC236}">
                  <a16:creationId xmlns:a16="http://schemas.microsoft.com/office/drawing/2014/main" id="{CC2BC64D-F611-0DEC-1904-12B911C8F5F1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51" name="Input_receptor__1642">
              <a:extLst>
                <a:ext uri="{FF2B5EF4-FFF2-40B4-BE49-F238E27FC236}">
                  <a16:creationId xmlns:a16="http://schemas.microsoft.com/office/drawing/2014/main" id="{B6EE569F-4641-C257-9FCD-8544F686F608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52" name="Input_receptor__1643">
              <a:extLst>
                <a:ext uri="{FF2B5EF4-FFF2-40B4-BE49-F238E27FC236}">
                  <a16:creationId xmlns:a16="http://schemas.microsoft.com/office/drawing/2014/main" id="{B76790DC-524C-7C8E-0272-0EA262210648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53" name="Input_receptor__1644">
              <a:extLst>
                <a:ext uri="{FF2B5EF4-FFF2-40B4-BE49-F238E27FC236}">
                  <a16:creationId xmlns:a16="http://schemas.microsoft.com/office/drawing/2014/main" id="{BEF4D71A-4A05-1FDA-6621-14D979367DD9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4" name="Input_receptor__1645">
              <a:extLst>
                <a:ext uri="{FF2B5EF4-FFF2-40B4-BE49-F238E27FC236}">
                  <a16:creationId xmlns:a16="http://schemas.microsoft.com/office/drawing/2014/main" id="{DF55A695-5FD8-E1C7-F366-3A9B281D2C9C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5" name="Input_receptor__1646">
              <a:extLst>
                <a:ext uri="{FF2B5EF4-FFF2-40B4-BE49-F238E27FC236}">
                  <a16:creationId xmlns:a16="http://schemas.microsoft.com/office/drawing/2014/main" id="{3DEEC1EB-6C68-4282-AA1F-3AF1DC137A7F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6" name="Input_receptor__1647">
              <a:extLst>
                <a:ext uri="{FF2B5EF4-FFF2-40B4-BE49-F238E27FC236}">
                  <a16:creationId xmlns:a16="http://schemas.microsoft.com/office/drawing/2014/main" id="{CD858D6E-0858-7151-E523-8A865612DBEB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48">
              <a:extLst>
                <a:ext uri="{FF2B5EF4-FFF2-40B4-BE49-F238E27FC236}">
                  <a16:creationId xmlns:a16="http://schemas.microsoft.com/office/drawing/2014/main" id="{57718F9B-3B9C-EC62-4591-796FBD5F18D6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49">
              <a:extLst>
                <a:ext uri="{FF2B5EF4-FFF2-40B4-BE49-F238E27FC236}">
                  <a16:creationId xmlns:a16="http://schemas.microsoft.com/office/drawing/2014/main" id="{E0985B36-A04E-6C1F-50C9-E5DA3D940A35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9" name="Input_receptor__1650">
              <a:extLst>
                <a:ext uri="{FF2B5EF4-FFF2-40B4-BE49-F238E27FC236}">
                  <a16:creationId xmlns:a16="http://schemas.microsoft.com/office/drawing/2014/main" id="{7775B2C7-6A52-C415-2771-7DF7DBB47B9B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0" name="Input_receptor__1651">
              <a:extLst>
                <a:ext uri="{FF2B5EF4-FFF2-40B4-BE49-F238E27FC236}">
                  <a16:creationId xmlns:a16="http://schemas.microsoft.com/office/drawing/2014/main" id="{BA6E9462-6283-B5E5-0998-E00B7912691B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52">
              <a:extLst>
                <a:ext uri="{FF2B5EF4-FFF2-40B4-BE49-F238E27FC236}">
                  <a16:creationId xmlns:a16="http://schemas.microsoft.com/office/drawing/2014/main" id="{35E5C61E-B19C-83C9-9567-163FBBEF7FB0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2" name="Input_receptor__1653">
              <a:extLst>
                <a:ext uri="{FF2B5EF4-FFF2-40B4-BE49-F238E27FC236}">
                  <a16:creationId xmlns:a16="http://schemas.microsoft.com/office/drawing/2014/main" id="{8EC21CCA-0515-0859-C9C0-E91A979A02D4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3" name="Input_receptor__1654">
              <a:extLst>
                <a:ext uri="{FF2B5EF4-FFF2-40B4-BE49-F238E27FC236}">
                  <a16:creationId xmlns:a16="http://schemas.microsoft.com/office/drawing/2014/main" id="{C8A24827-5D68-A202-516A-B42EEA5811FA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55">
              <a:extLst>
                <a:ext uri="{FF2B5EF4-FFF2-40B4-BE49-F238E27FC236}">
                  <a16:creationId xmlns:a16="http://schemas.microsoft.com/office/drawing/2014/main" id="{8C5FEC21-50E3-342F-1884-B5E8E9631EF3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5" name="Input_receptor__1656">
              <a:extLst>
                <a:ext uri="{FF2B5EF4-FFF2-40B4-BE49-F238E27FC236}">
                  <a16:creationId xmlns:a16="http://schemas.microsoft.com/office/drawing/2014/main" id="{C8BFDF60-2007-C6C9-4B42-BF6FB622DB51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6" name="Input_receptor__1657">
              <a:extLst>
                <a:ext uri="{FF2B5EF4-FFF2-40B4-BE49-F238E27FC236}">
                  <a16:creationId xmlns:a16="http://schemas.microsoft.com/office/drawing/2014/main" id="{5418D4BD-28C7-CC8E-6DCE-538309C265B0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58">
              <a:extLst>
                <a:ext uri="{FF2B5EF4-FFF2-40B4-BE49-F238E27FC236}">
                  <a16:creationId xmlns:a16="http://schemas.microsoft.com/office/drawing/2014/main" id="{74087D0F-ED58-641E-7119-7A5FE8BD53F6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8" name="Input_receptor__1659">
              <a:extLst>
                <a:ext uri="{FF2B5EF4-FFF2-40B4-BE49-F238E27FC236}">
                  <a16:creationId xmlns:a16="http://schemas.microsoft.com/office/drawing/2014/main" id="{DB237CDE-A292-3079-6930-C83B31F39756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9" name="Input_receptor__1660">
              <a:extLst>
                <a:ext uri="{FF2B5EF4-FFF2-40B4-BE49-F238E27FC236}">
                  <a16:creationId xmlns:a16="http://schemas.microsoft.com/office/drawing/2014/main" id="{5719A6D1-AEF6-F07B-8AAA-53DAC7049765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70" name="Input_receptor__1661">
              <a:extLst>
                <a:ext uri="{FF2B5EF4-FFF2-40B4-BE49-F238E27FC236}">
                  <a16:creationId xmlns:a16="http://schemas.microsoft.com/office/drawing/2014/main" id="{B5C8CBE2-10CE-6917-D44E-66E2F2AFEEA0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71" name="Input_receptor__1662">
              <a:extLst>
                <a:ext uri="{FF2B5EF4-FFF2-40B4-BE49-F238E27FC236}">
                  <a16:creationId xmlns:a16="http://schemas.microsoft.com/office/drawing/2014/main" id="{7E9D0E86-F2DF-7DEA-25CC-440623EA8F93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72" name="Input_receptor__1663">
              <a:extLst>
                <a:ext uri="{FF2B5EF4-FFF2-40B4-BE49-F238E27FC236}">
                  <a16:creationId xmlns:a16="http://schemas.microsoft.com/office/drawing/2014/main" id="{4A090B94-E6B8-4D02-7D84-6D524E61FEFC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73" name="Input_receptor__1664">
              <a:extLst>
                <a:ext uri="{FF2B5EF4-FFF2-40B4-BE49-F238E27FC236}">
                  <a16:creationId xmlns:a16="http://schemas.microsoft.com/office/drawing/2014/main" id="{2341746C-BD00-F541-7A04-5F3C386B00F4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74" name="Input_receptor__1665">
              <a:extLst>
                <a:ext uri="{FF2B5EF4-FFF2-40B4-BE49-F238E27FC236}">
                  <a16:creationId xmlns:a16="http://schemas.microsoft.com/office/drawing/2014/main" id="{71074523-15E9-45D1-C947-76E65C95E163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75" name="Input_receptor__1666">
              <a:extLst>
                <a:ext uri="{FF2B5EF4-FFF2-40B4-BE49-F238E27FC236}">
                  <a16:creationId xmlns:a16="http://schemas.microsoft.com/office/drawing/2014/main" id="{71A96E63-9DA6-B8FC-FED7-E91907690D22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76" name="Input_receptor__1667">
              <a:extLst>
                <a:ext uri="{FF2B5EF4-FFF2-40B4-BE49-F238E27FC236}">
                  <a16:creationId xmlns:a16="http://schemas.microsoft.com/office/drawing/2014/main" id="{3A29856A-16A0-8F3D-1FB5-9E9038DB5A08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77" name="Input_receptor__1668">
              <a:extLst>
                <a:ext uri="{FF2B5EF4-FFF2-40B4-BE49-F238E27FC236}">
                  <a16:creationId xmlns:a16="http://schemas.microsoft.com/office/drawing/2014/main" id="{E59BEB73-ECC4-FECD-F8F9-DA726A69D1F9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8" name="Input_receptor__1669">
              <a:extLst>
                <a:ext uri="{FF2B5EF4-FFF2-40B4-BE49-F238E27FC236}">
                  <a16:creationId xmlns:a16="http://schemas.microsoft.com/office/drawing/2014/main" id="{C610FA96-4AEB-4A19-A93C-65F6B043BE40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9" name="Input_receptor__1670">
              <a:extLst>
                <a:ext uri="{FF2B5EF4-FFF2-40B4-BE49-F238E27FC236}">
                  <a16:creationId xmlns:a16="http://schemas.microsoft.com/office/drawing/2014/main" id="{4B319BC2-3A2F-96AB-443F-9C1CC9442122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80" name="Input_receptor__1671">
              <a:extLst>
                <a:ext uri="{FF2B5EF4-FFF2-40B4-BE49-F238E27FC236}">
                  <a16:creationId xmlns:a16="http://schemas.microsoft.com/office/drawing/2014/main" id="{FCFDE9F0-7625-0FFB-769C-06FC78505A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81" name="Input_receptor__1672">
              <a:extLst>
                <a:ext uri="{FF2B5EF4-FFF2-40B4-BE49-F238E27FC236}">
                  <a16:creationId xmlns:a16="http://schemas.microsoft.com/office/drawing/2014/main" id="{3D870789-8BE4-033F-E919-B85E5450C880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82" name="Input_receptor__1673">
              <a:extLst>
                <a:ext uri="{FF2B5EF4-FFF2-40B4-BE49-F238E27FC236}">
                  <a16:creationId xmlns:a16="http://schemas.microsoft.com/office/drawing/2014/main" id="{D03E1929-1C6D-20D9-642D-0A7C38365BDC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83" name="Input_receptor__1674">
              <a:extLst>
                <a:ext uri="{FF2B5EF4-FFF2-40B4-BE49-F238E27FC236}">
                  <a16:creationId xmlns:a16="http://schemas.microsoft.com/office/drawing/2014/main" id="{D0F3DB67-580F-1CFC-F371-2B2565AECE61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4" name="Input_receptor__1675">
              <a:extLst>
                <a:ext uri="{FF2B5EF4-FFF2-40B4-BE49-F238E27FC236}">
                  <a16:creationId xmlns:a16="http://schemas.microsoft.com/office/drawing/2014/main" id="{EEBDFA52-2E23-1684-6D3F-DE1306B1EE19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85" name="Input_receptor__1676">
              <a:extLst>
                <a:ext uri="{FF2B5EF4-FFF2-40B4-BE49-F238E27FC236}">
                  <a16:creationId xmlns:a16="http://schemas.microsoft.com/office/drawing/2014/main" id="{0F1D84C0-7D76-108E-6E84-DA13290030F1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6" name="Input_receptor__1677">
              <a:extLst>
                <a:ext uri="{FF2B5EF4-FFF2-40B4-BE49-F238E27FC236}">
                  <a16:creationId xmlns:a16="http://schemas.microsoft.com/office/drawing/2014/main" id="{AE6D4D7E-B3BD-5446-3758-CB2607D2B7CD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87" name="Input_receptor__1678">
              <a:extLst>
                <a:ext uri="{FF2B5EF4-FFF2-40B4-BE49-F238E27FC236}">
                  <a16:creationId xmlns:a16="http://schemas.microsoft.com/office/drawing/2014/main" id="{DD6B9AFF-451B-14EC-6354-401CF897CB08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8" name="Input_receptor__1679">
              <a:extLst>
                <a:ext uri="{FF2B5EF4-FFF2-40B4-BE49-F238E27FC236}">
                  <a16:creationId xmlns:a16="http://schemas.microsoft.com/office/drawing/2014/main" id="{52802970-6C58-E53F-921F-D72C498470CE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0">
              <a:extLst>
                <a:ext uri="{FF2B5EF4-FFF2-40B4-BE49-F238E27FC236}">
                  <a16:creationId xmlns:a16="http://schemas.microsoft.com/office/drawing/2014/main" id="{84708400-24FA-B448-D6AB-2B7740B8A12B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0" name="Input_receptor__1681">
              <a:extLst>
                <a:ext uri="{FF2B5EF4-FFF2-40B4-BE49-F238E27FC236}">
                  <a16:creationId xmlns:a16="http://schemas.microsoft.com/office/drawing/2014/main" id="{440CDCF3-9CD3-E859-0C6E-F364B96AE588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82">
              <a:extLst>
                <a:ext uri="{FF2B5EF4-FFF2-40B4-BE49-F238E27FC236}">
                  <a16:creationId xmlns:a16="http://schemas.microsoft.com/office/drawing/2014/main" id="{AC9D519D-B7F1-01D2-76B3-A4E9CCB53411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83">
              <a:extLst>
                <a:ext uri="{FF2B5EF4-FFF2-40B4-BE49-F238E27FC236}">
                  <a16:creationId xmlns:a16="http://schemas.microsoft.com/office/drawing/2014/main" id="{1E70D8A5-22BC-2859-196F-57FEC3459531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3" name="Input_receptor__1684">
              <a:extLst>
                <a:ext uri="{FF2B5EF4-FFF2-40B4-BE49-F238E27FC236}">
                  <a16:creationId xmlns:a16="http://schemas.microsoft.com/office/drawing/2014/main" id="{28AC6EBC-3279-A7A3-AABC-86E45BD6B5A3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85">
              <a:extLst>
                <a:ext uri="{FF2B5EF4-FFF2-40B4-BE49-F238E27FC236}">
                  <a16:creationId xmlns:a16="http://schemas.microsoft.com/office/drawing/2014/main" id="{B16BF795-31CE-5BE7-A6DE-09C5F84797CC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86">
              <a:extLst>
                <a:ext uri="{FF2B5EF4-FFF2-40B4-BE49-F238E27FC236}">
                  <a16:creationId xmlns:a16="http://schemas.microsoft.com/office/drawing/2014/main" id="{9BFB8DED-422F-4FE7-0ABC-924EEECD56D8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6" name="Input_receptor__1687">
              <a:extLst>
                <a:ext uri="{FF2B5EF4-FFF2-40B4-BE49-F238E27FC236}">
                  <a16:creationId xmlns:a16="http://schemas.microsoft.com/office/drawing/2014/main" id="{B6210089-3A59-4FE4-5A65-D9F263D3C0B8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88">
              <a:extLst>
                <a:ext uri="{FF2B5EF4-FFF2-40B4-BE49-F238E27FC236}">
                  <a16:creationId xmlns:a16="http://schemas.microsoft.com/office/drawing/2014/main" id="{496E63DE-ADEB-816A-C7A8-4DFFA35A7419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89">
              <a:extLst>
                <a:ext uri="{FF2B5EF4-FFF2-40B4-BE49-F238E27FC236}">
                  <a16:creationId xmlns:a16="http://schemas.microsoft.com/office/drawing/2014/main" id="{5FC49D97-BB0B-790D-F4B5-B2C378501162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0">
              <a:extLst>
                <a:ext uri="{FF2B5EF4-FFF2-40B4-BE49-F238E27FC236}">
                  <a16:creationId xmlns:a16="http://schemas.microsoft.com/office/drawing/2014/main" id="{AA34FB97-F60F-EDDB-19DD-58FC18C7B35B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1">
              <a:extLst>
                <a:ext uri="{FF2B5EF4-FFF2-40B4-BE49-F238E27FC236}">
                  <a16:creationId xmlns:a16="http://schemas.microsoft.com/office/drawing/2014/main" id="{3B0C919F-9D79-E287-5906-AEC98E066603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1" name="Input_receptor__1692">
              <a:extLst>
                <a:ext uri="{FF2B5EF4-FFF2-40B4-BE49-F238E27FC236}">
                  <a16:creationId xmlns:a16="http://schemas.microsoft.com/office/drawing/2014/main" id="{601E75F3-85AE-04D2-77AF-CB9C5A908814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2" name="Input_receptor__1693">
              <a:extLst>
                <a:ext uri="{FF2B5EF4-FFF2-40B4-BE49-F238E27FC236}">
                  <a16:creationId xmlns:a16="http://schemas.microsoft.com/office/drawing/2014/main" id="{089D5C27-85AF-7E35-C236-FCEE530FE9DA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694">
              <a:extLst>
                <a:ext uri="{FF2B5EF4-FFF2-40B4-BE49-F238E27FC236}">
                  <a16:creationId xmlns:a16="http://schemas.microsoft.com/office/drawing/2014/main" id="{42139550-DBE0-E0CA-BBB8-84AA4108002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4" name="Input_receptor__1695">
              <a:extLst>
                <a:ext uri="{FF2B5EF4-FFF2-40B4-BE49-F238E27FC236}">
                  <a16:creationId xmlns:a16="http://schemas.microsoft.com/office/drawing/2014/main" id="{B22820CF-AE6E-8AFB-6D86-4BFDF7589723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696">
              <a:extLst>
                <a:ext uri="{FF2B5EF4-FFF2-40B4-BE49-F238E27FC236}">
                  <a16:creationId xmlns:a16="http://schemas.microsoft.com/office/drawing/2014/main" id="{0A184176-9A5A-D3E7-56DA-0CD5C9B4D645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697">
              <a:extLst>
                <a:ext uri="{FF2B5EF4-FFF2-40B4-BE49-F238E27FC236}">
                  <a16:creationId xmlns:a16="http://schemas.microsoft.com/office/drawing/2014/main" id="{E7513628-0AA7-9A5A-C7C3-CB8356538F77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7" name="Input_receptor__1698">
              <a:extLst>
                <a:ext uri="{FF2B5EF4-FFF2-40B4-BE49-F238E27FC236}">
                  <a16:creationId xmlns:a16="http://schemas.microsoft.com/office/drawing/2014/main" id="{65FD666F-D1FA-602D-E2A4-B80E15B475FF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8" name="Input_receptor__1699">
              <a:extLst>
                <a:ext uri="{FF2B5EF4-FFF2-40B4-BE49-F238E27FC236}">
                  <a16:creationId xmlns:a16="http://schemas.microsoft.com/office/drawing/2014/main" id="{A085FBE8-87B0-931A-8575-088B75E5AA47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9" name="Input_receptor__1700">
              <a:extLst>
                <a:ext uri="{FF2B5EF4-FFF2-40B4-BE49-F238E27FC236}">
                  <a16:creationId xmlns:a16="http://schemas.microsoft.com/office/drawing/2014/main" id="{7CF15DAB-D911-60AB-D2EB-426F22857526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10" name="Input_receptor__1701">
              <a:extLst>
                <a:ext uri="{FF2B5EF4-FFF2-40B4-BE49-F238E27FC236}">
                  <a16:creationId xmlns:a16="http://schemas.microsoft.com/office/drawing/2014/main" id="{A2A07796-EFAE-2A3F-20BC-95F56382603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11" name="Input_receptor__1702">
              <a:extLst>
                <a:ext uri="{FF2B5EF4-FFF2-40B4-BE49-F238E27FC236}">
                  <a16:creationId xmlns:a16="http://schemas.microsoft.com/office/drawing/2014/main" id="{62C0DE31-0D05-E3FF-4332-5717682791C7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12" name="Input_receptor__1703">
              <a:extLst>
                <a:ext uri="{FF2B5EF4-FFF2-40B4-BE49-F238E27FC236}">
                  <a16:creationId xmlns:a16="http://schemas.microsoft.com/office/drawing/2014/main" id="{1641BA3F-087E-98A0-BDCD-F7038FF33C42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13" name="Input_receptor__1704">
              <a:extLst>
                <a:ext uri="{FF2B5EF4-FFF2-40B4-BE49-F238E27FC236}">
                  <a16:creationId xmlns:a16="http://schemas.microsoft.com/office/drawing/2014/main" id="{FDF5D56F-3B01-87D6-3467-3CE09D91C2D7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14" name="Input_receptor__1705">
              <a:extLst>
                <a:ext uri="{FF2B5EF4-FFF2-40B4-BE49-F238E27FC236}">
                  <a16:creationId xmlns:a16="http://schemas.microsoft.com/office/drawing/2014/main" id="{B3DD410D-18F4-45F7-3DDB-8B5CB3ACB14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5" name="Input_receptor__1706">
              <a:extLst>
                <a:ext uri="{FF2B5EF4-FFF2-40B4-BE49-F238E27FC236}">
                  <a16:creationId xmlns:a16="http://schemas.microsoft.com/office/drawing/2014/main" id="{B8CBAD4A-E543-9634-FB8F-24160E0B48BA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6" name="Input_receptor__1707">
              <a:extLst>
                <a:ext uri="{FF2B5EF4-FFF2-40B4-BE49-F238E27FC236}">
                  <a16:creationId xmlns:a16="http://schemas.microsoft.com/office/drawing/2014/main" id="{7BE35494-6D97-3033-D914-C768B8C372CC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7" name="Input_receptor__1708">
              <a:extLst>
                <a:ext uri="{FF2B5EF4-FFF2-40B4-BE49-F238E27FC236}">
                  <a16:creationId xmlns:a16="http://schemas.microsoft.com/office/drawing/2014/main" id="{EAB50FE4-6904-AA65-12B1-4B84C30AA927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8" name="Input_receptor__1709">
              <a:extLst>
                <a:ext uri="{FF2B5EF4-FFF2-40B4-BE49-F238E27FC236}">
                  <a16:creationId xmlns:a16="http://schemas.microsoft.com/office/drawing/2014/main" id="{95B668C5-7529-1D0A-4ED8-668A8CD04160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9" name="Input_receptor__1710">
              <a:extLst>
                <a:ext uri="{FF2B5EF4-FFF2-40B4-BE49-F238E27FC236}">
                  <a16:creationId xmlns:a16="http://schemas.microsoft.com/office/drawing/2014/main" id="{D3839643-DD73-6A6A-1B04-A2F276FBA05A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20" name="Input_receptor__1711">
              <a:extLst>
                <a:ext uri="{FF2B5EF4-FFF2-40B4-BE49-F238E27FC236}">
                  <a16:creationId xmlns:a16="http://schemas.microsoft.com/office/drawing/2014/main" id="{D528D2AD-A687-E881-B3F8-773D352D5734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21" name="Input_receptor__1712">
              <a:extLst>
                <a:ext uri="{FF2B5EF4-FFF2-40B4-BE49-F238E27FC236}">
                  <a16:creationId xmlns:a16="http://schemas.microsoft.com/office/drawing/2014/main" id="{731F953F-CE80-D1EE-E139-3281B72060A2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22" name="Input_receptor__1713">
              <a:extLst>
                <a:ext uri="{FF2B5EF4-FFF2-40B4-BE49-F238E27FC236}">
                  <a16:creationId xmlns:a16="http://schemas.microsoft.com/office/drawing/2014/main" id="{5156B9A8-8DEB-B87B-1BF0-5E457DA4028D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23" name="Input_receptor__1714">
              <a:extLst>
                <a:ext uri="{FF2B5EF4-FFF2-40B4-BE49-F238E27FC236}">
                  <a16:creationId xmlns:a16="http://schemas.microsoft.com/office/drawing/2014/main" id="{E54C1485-91C1-7EFD-EB4D-6E2BA1101260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24" name="Input_receptor__1715">
              <a:extLst>
                <a:ext uri="{FF2B5EF4-FFF2-40B4-BE49-F238E27FC236}">
                  <a16:creationId xmlns:a16="http://schemas.microsoft.com/office/drawing/2014/main" id="{881C1C72-015C-147D-34B5-8453227F50DD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25" name="Input_receptor__1716">
              <a:extLst>
                <a:ext uri="{FF2B5EF4-FFF2-40B4-BE49-F238E27FC236}">
                  <a16:creationId xmlns:a16="http://schemas.microsoft.com/office/drawing/2014/main" id="{0BBD02D4-BCD6-2CDF-9009-F12640B28FB3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26" name="Input_receptor__1717">
              <a:extLst>
                <a:ext uri="{FF2B5EF4-FFF2-40B4-BE49-F238E27FC236}">
                  <a16:creationId xmlns:a16="http://schemas.microsoft.com/office/drawing/2014/main" id="{1FF09F00-CD85-E86F-CDBF-715882816929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27" name="Input_receptor__1718">
              <a:extLst>
                <a:ext uri="{FF2B5EF4-FFF2-40B4-BE49-F238E27FC236}">
                  <a16:creationId xmlns:a16="http://schemas.microsoft.com/office/drawing/2014/main" id="{57C4469F-F57C-CD98-031D-7C19755D9802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19">
              <a:extLst>
                <a:ext uri="{FF2B5EF4-FFF2-40B4-BE49-F238E27FC236}">
                  <a16:creationId xmlns:a16="http://schemas.microsoft.com/office/drawing/2014/main" id="{E44A792E-87D7-6F14-724E-78001CFD4D3B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0">
              <a:extLst>
                <a:ext uri="{FF2B5EF4-FFF2-40B4-BE49-F238E27FC236}">
                  <a16:creationId xmlns:a16="http://schemas.microsoft.com/office/drawing/2014/main" id="{EBEAD4D0-707F-8CAB-8B14-2ECC7CB6B74F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0" name="Input_receptor__1721">
              <a:extLst>
                <a:ext uri="{FF2B5EF4-FFF2-40B4-BE49-F238E27FC236}">
                  <a16:creationId xmlns:a16="http://schemas.microsoft.com/office/drawing/2014/main" id="{9283F191-EA46-2BDA-FA02-0A1F7B0BE96C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22">
              <a:extLst>
                <a:ext uri="{FF2B5EF4-FFF2-40B4-BE49-F238E27FC236}">
                  <a16:creationId xmlns:a16="http://schemas.microsoft.com/office/drawing/2014/main" id="{5072BC2F-FB4F-B0D6-89CF-E18BF010BE9E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2" name="Input_receptor__1723">
              <a:extLst>
                <a:ext uri="{FF2B5EF4-FFF2-40B4-BE49-F238E27FC236}">
                  <a16:creationId xmlns:a16="http://schemas.microsoft.com/office/drawing/2014/main" id="{81DDB401-7CD5-C693-0F0E-7E622284CE26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3" name="Input_receptor__1724">
              <a:extLst>
                <a:ext uri="{FF2B5EF4-FFF2-40B4-BE49-F238E27FC236}">
                  <a16:creationId xmlns:a16="http://schemas.microsoft.com/office/drawing/2014/main" id="{6E8886CF-30DE-5024-BA9B-633CA581A021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4" name="Input_receptor__1725">
              <a:extLst>
                <a:ext uri="{FF2B5EF4-FFF2-40B4-BE49-F238E27FC236}">
                  <a16:creationId xmlns:a16="http://schemas.microsoft.com/office/drawing/2014/main" id="{087B6D5F-C203-67B8-0FEE-989A427FBD9B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5" name="Input_receptor__1726">
              <a:extLst>
                <a:ext uri="{FF2B5EF4-FFF2-40B4-BE49-F238E27FC236}">
                  <a16:creationId xmlns:a16="http://schemas.microsoft.com/office/drawing/2014/main" id="{9EAD05BE-BC1C-217C-F654-C1B73329C667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6" name="Input_receptor__1727">
              <a:extLst>
                <a:ext uri="{FF2B5EF4-FFF2-40B4-BE49-F238E27FC236}">
                  <a16:creationId xmlns:a16="http://schemas.microsoft.com/office/drawing/2014/main" id="{2FF87696-9883-F75B-A2AA-FD5E1931C09F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7" name="Input_receptor__1728">
              <a:extLst>
                <a:ext uri="{FF2B5EF4-FFF2-40B4-BE49-F238E27FC236}">
                  <a16:creationId xmlns:a16="http://schemas.microsoft.com/office/drawing/2014/main" id="{38C51649-D788-E93F-D01D-EBE0928F81CC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8" name="Input_receptor__1729">
              <a:extLst>
                <a:ext uri="{FF2B5EF4-FFF2-40B4-BE49-F238E27FC236}">
                  <a16:creationId xmlns:a16="http://schemas.microsoft.com/office/drawing/2014/main" id="{89B16074-8F1B-F3E5-BF43-AACC66287194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9" name="Input_receptor__1730">
              <a:extLst>
                <a:ext uri="{FF2B5EF4-FFF2-40B4-BE49-F238E27FC236}">
                  <a16:creationId xmlns:a16="http://schemas.microsoft.com/office/drawing/2014/main" id="{3FA5958A-9C55-038E-D827-85E3121F5C50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40" name="Input_receptor__1731">
              <a:extLst>
                <a:ext uri="{FF2B5EF4-FFF2-40B4-BE49-F238E27FC236}">
                  <a16:creationId xmlns:a16="http://schemas.microsoft.com/office/drawing/2014/main" id="{E42BB5B2-558D-164B-7682-8DA4B45F8A0D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41" name="Input_receptor__1732">
              <a:extLst>
                <a:ext uri="{FF2B5EF4-FFF2-40B4-BE49-F238E27FC236}">
                  <a16:creationId xmlns:a16="http://schemas.microsoft.com/office/drawing/2014/main" id="{A3446B21-B28B-A76C-CE67-89BA7D502864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42" name="Input_receptor__1733">
              <a:extLst>
                <a:ext uri="{FF2B5EF4-FFF2-40B4-BE49-F238E27FC236}">
                  <a16:creationId xmlns:a16="http://schemas.microsoft.com/office/drawing/2014/main" id="{D9494BD3-0A13-A866-B79C-C0C45197FAFF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43" name="Input_receptor__1734">
              <a:extLst>
                <a:ext uri="{FF2B5EF4-FFF2-40B4-BE49-F238E27FC236}">
                  <a16:creationId xmlns:a16="http://schemas.microsoft.com/office/drawing/2014/main" id="{395ECC5A-563A-1606-2943-A0C4FB1448A4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4" name="Input_receptor__1735">
              <a:extLst>
                <a:ext uri="{FF2B5EF4-FFF2-40B4-BE49-F238E27FC236}">
                  <a16:creationId xmlns:a16="http://schemas.microsoft.com/office/drawing/2014/main" id="{4DEAC381-F852-59C5-D158-DD14A78034B1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36">
              <a:extLst>
                <a:ext uri="{FF2B5EF4-FFF2-40B4-BE49-F238E27FC236}">
                  <a16:creationId xmlns:a16="http://schemas.microsoft.com/office/drawing/2014/main" id="{A66D2B1F-A39E-2030-AF78-D89DABBE3279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6" name="Input_receptor__1737">
              <a:extLst>
                <a:ext uri="{FF2B5EF4-FFF2-40B4-BE49-F238E27FC236}">
                  <a16:creationId xmlns:a16="http://schemas.microsoft.com/office/drawing/2014/main" id="{C4132BDB-92C5-D15B-9D56-67C34025FAE3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7" name="Input_receptor__1738">
              <a:extLst>
                <a:ext uri="{FF2B5EF4-FFF2-40B4-BE49-F238E27FC236}">
                  <a16:creationId xmlns:a16="http://schemas.microsoft.com/office/drawing/2014/main" id="{2C65363C-1141-AA57-DD29-F875F4BCEE29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39">
              <a:extLst>
                <a:ext uri="{FF2B5EF4-FFF2-40B4-BE49-F238E27FC236}">
                  <a16:creationId xmlns:a16="http://schemas.microsoft.com/office/drawing/2014/main" id="{034AD4D2-5329-EFB2-CAD2-A0CC950A2F9B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0">
              <a:extLst>
                <a:ext uri="{FF2B5EF4-FFF2-40B4-BE49-F238E27FC236}">
                  <a16:creationId xmlns:a16="http://schemas.microsoft.com/office/drawing/2014/main" id="{78DA65B0-4C3A-B3C3-F213-EEE255452F6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50" name="Input_receptor__1741">
              <a:extLst>
                <a:ext uri="{FF2B5EF4-FFF2-40B4-BE49-F238E27FC236}">
                  <a16:creationId xmlns:a16="http://schemas.microsoft.com/office/drawing/2014/main" id="{9D059158-3774-BDBC-A41E-3F9D2C8C0D6C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51" name="Input_receptor__1742">
              <a:extLst>
                <a:ext uri="{FF2B5EF4-FFF2-40B4-BE49-F238E27FC236}">
                  <a16:creationId xmlns:a16="http://schemas.microsoft.com/office/drawing/2014/main" id="{1883B167-39EE-C6A7-2D63-63B9E4EB6F36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52" name="Input_receptor__1743">
              <a:extLst>
                <a:ext uri="{FF2B5EF4-FFF2-40B4-BE49-F238E27FC236}">
                  <a16:creationId xmlns:a16="http://schemas.microsoft.com/office/drawing/2014/main" id="{DD0D9482-66AF-992D-DCAB-FCF2682A9BA5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53" name="Input_receptor__1744">
              <a:extLst>
                <a:ext uri="{FF2B5EF4-FFF2-40B4-BE49-F238E27FC236}">
                  <a16:creationId xmlns:a16="http://schemas.microsoft.com/office/drawing/2014/main" id="{E3823FB7-490C-0286-D067-65C82013C671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54" name="Input_receptor__1745">
              <a:extLst>
                <a:ext uri="{FF2B5EF4-FFF2-40B4-BE49-F238E27FC236}">
                  <a16:creationId xmlns:a16="http://schemas.microsoft.com/office/drawing/2014/main" id="{FAEF4DE0-8D0E-0387-9FA6-0AF9E7E8F56B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55" name="Input_receptor__1746">
              <a:extLst>
                <a:ext uri="{FF2B5EF4-FFF2-40B4-BE49-F238E27FC236}">
                  <a16:creationId xmlns:a16="http://schemas.microsoft.com/office/drawing/2014/main" id="{EAF64F9A-305C-50CD-94C8-8B9F6F16A259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56" name="Input_receptor__1747">
              <a:extLst>
                <a:ext uri="{FF2B5EF4-FFF2-40B4-BE49-F238E27FC236}">
                  <a16:creationId xmlns:a16="http://schemas.microsoft.com/office/drawing/2014/main" id="{62B2A26E-0BF9-B82E-875D-37ED850DEF05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57" name="Input_receptor__1748">
              <a:extLst>
                <a:ext uri="{FF2B5EF4-FFF2-40B4-BE49-F238E27FC236}">
                  <a16:creationId xmlns:a16="http://schemas.microsoft.com/office/drawing/2014/main" id="{D19BA27C-3085-B6C5-B3F5-F880426193D6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8" name="Input_receptor__1749">
              <a:extLst>
                <a:ext uri="{FF2B5EF4-FFF2-40B4-BE49-F238E27FC236}">
                  <a16:creationId xmlns:a16="http://schemas.microsoft.com/office/drawing/2014/main" id="{0D180A3F-D093-5D22-4401-A5A71970DCF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9" name="Input_receptor__1750">
              <a:extLst>
                <a:ext uri="{FF2B5EF4-FFF2-40B4-BE49-F238E27FC236}">
                  <a16:creationId xmlns:a16="http://schemas.microsoft.com/office/drawing/2014/main" id="{1208A4C5-451F-5A4F-48F4-9D8328B96FF2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60" name="Input_receptor__1751">
              <a:extLst>
                <a:ext uri="{FF2B5EF4-FFF2-40B4-BE49-F238E27FC236}">
                  <a16:creationId xmlns:a16="http://schemas.microsoft.com/office/drawing/2014/main" id="{6378F5F3-1F6E-D43C-82B9-6D54708843D5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61" name="Input_receptor__1752">
              <a:extLst>
                <a:ext uri="{FF2B5EF4-FFF2-40B4-BE49-F238E27FC236}">
                  <a16:creationId xmlns:a16="http://schemas.microsoft.com/office/drawing/2014/main" id="{E2785370-65D1-A281-446B-9926F9C62424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62" name="Input_receptor__1753">
              <a:extLst>
                <a:ext uri="{FF2B5EF4-FFF2-40B4-BE49-F238E27FC236}">
                  <a16:creationId xmlns:a16="http://schemas.microsoft.com/office/drawing/2014/main" id="{E990B965-407F-6018-E157-97212374F9B9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63" name="Input_receptor__1754">
              <a:extLst>
                <a:ext uri="{FF2B5EF4-FFF2-40B4-BE49-F238E27FC236}">
                  <a16:creationId xmlns:a16="http://schemas.microsoft.com/office/drawing/2014/main" id="{8AA52D85-AB65-57E5-8698-5BD28F6040ED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4" name="Input_receptor__1755">
              <a:extLst>
                <a:ext uri="{FF2B5EF4-FFF2-40B4-BE49-F238E27FC236}">
                  <a16:creationId xmlns:a16="http://schemas.microsoft.com/office/drawing/2014/main" id="{00F20CEC-5E4B-4279-5816-E07AC5B14D1E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5" name="Input_receptor__1756">
              <a:extLst>
                <a:ext uri="{FF2B5EF4-FFF2-40B4-BE49-F238E27FC236}">
                  <a16:creationId xmlns:a16="http://schemas.microsoft.com/office/drawing/2014/main" id="{19CC9C8A-872C-335C-1593-8F6E83A6E913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6" name="Input_receptor__1757">
              <a:extLst>
                <a:ext uri="{FF2B5EF4-FFF2-40B4-BE49-F238E27FC236}">
                  <a16:creationId xmlns:a16="http://schemas.microsoft.com/office/drawing/2014/main" id="{A075BD73-13CE-054F-AD9E-4D08B5B207BF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7" name="Input_receptor__1758">
              <a:extLst>
                <a:ext uri="{FF2B5EF4-FFF2-40B4-BE49-F238E27FC236}">
                  <a16:creationId xmlns:a16="http://schemas.microsoft.com/office/drawing/2014/main" id="{1ADA3B06-EB54-BF97-8F1E-2F0C1F18B91D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8" name="Input_receptor__1759">
              <a:extLst>
                <a:ext uri="{FF2B5EF4-FFF2-40B4-BE49-F238E27FC236}">
                  <a16:creationId xmlns:a16="http://schemas.microsoft.com/office/drawing/2014/main" id="{27EFF8E2-2D24-39EA-E1A0-EE9716B682FF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9" name="Input_receptor__1760">
              <a:extLst>
                <a:ext uri="{FF2B5EF4-FFF2-40B4-BE49-F238E27FC236}">
                  <a16:creationId xmlns:a16="http://schemas.microsoft.com/office/drawing/2014/main" id="{1F6E5AFE-466A-826C-4E3D-622DAD3D5F9B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70" name="Input_receptor__1761">
              <a:extLst>
                <a:ext uri="{FF2B5EF4-FFF2-40B4-BE49-F238E27FC236}">
                  <a16:creationId xmlns:a16="http://schemas.microsoft.com/office/drawing/2014/main" id="{D25175FF-4AAF-42D1-2A00-383FEC1620B1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71" name="Input_receptor__1762">
              <a:extLst>
                <a:ext uri="{FF2B5EF4-FFF2-40B4-BE49-F238E27FC236}">
                  <a16:creationId xmlns:a16="http://schemas.microsoft.com/office/drawing/2014/main" id="{E5D234A1-908D-6194-D07C-0E0CB77BF942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72" name="Input_receptor__1763">
              <a:extLst>
                <a:ext uri="{FF2B5EF4-FFF2-40B4-BE49-F238E27FC236}">
                  <a16:creationId xmlns:a16="http://schemas.microsoft.com/office/drawing/2014/main" id="{1AE86FD2-F439-076C-A1FE-064BFAAAA264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73" name="Input_receptor__1764">
              <a:extLst>
                <a:ext uri="{FF2B5EF4-FFF2-40B4-BE49-F238E27FC236}">
                  <a16:creationId xmlns:a16="http://schemas.microsoft.com/office/drawing/2014/main" id="{B2F9EAD3-EA28-2B32-496F-49DA289B2EF5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74" name="Input_receptor__1765">
              <a:extLst>
                <a:ext uri="{FF2B5EF4-FFF2-40B4-BE49-F238E27FC236}">
                  <a16:creationId xmlns:a16="http://schemas.microsoft.com/office/drawing/2014/main" id="{EC8C36B2-7D53-11CA-9C0C-3624A9708D89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75" name="Input_receptor__1766">
              <a:extLst>
                <a:ext uri="{FF2B5EF4-FFF2-40B4-BE49-F238E27FC236}">
                  <a16:creationId xmlns:a16="http://schemas.microsoft.com/office/drawing/2014/main" id="{063E11C4-A3DC-FB17-5360-D3D5AA83A122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6" name="Input_receptor__1767">
              <a:extLst>
                <a:ext uri="{FF2B5EF4-FFF2-40B4-BE49-F238E27FC236}">
                  <a16:creationId xmlns:a16="http://schemas.microsoft.com/office/drawing/2014/main" id="{AECA631C-996B-C43F-C3CA-57D65FC614A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7" name="Input_receptor__1768">
              <a:extLst>
                <a:ext uri="{FF2B5EF4-FFF2-40B4-BE49-F238E27FC236}">
                  <a16:creationId xmlns:a16="http://schemas.microsoft.com/office/drawing/2014/main" id="{875794A5-B6DE-8F36-53C8-FC0CC432A5EF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8" name="Input_receptor__1769">
              <a:extLst>
                <a:ext uri="{FF2B5EF4-FFF2-40B4-BE49-F238E27FC236}">
                  <a16:creationId xmlns:a16="http://schemas.microsoft.com/office/drawing/2014/main" id="{526019BB-57FE-A551-B821-69697E2A8248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9" name="Input_receptor__1770">
              <a:extLst>
                <a:ext uri="{FF2B5EF4-FFF2-40B4-BE49-F238E27FC236}">
                  <a16:creationId xmlns:a16="http://schemas.microsoft.com/office/drawing/2014/main" id="{6AD2653C-2479-0E9A-F7D4-53C165CC2073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80" name="Input_receptor__1771">
              <a:extLst>
                <a:ext uri="{FF2B5EF4-FFF2-40B4-BE49-F238E27FC236}">
                  <a16:creationId xmlns:a16="http://schemas.microsoft.com/office/drawing/2014/main" id="{23424511-A932-5C18-AFD4-42FB2F038A91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81" name="Input_receptor__1772">
              <a:extLst>
                <a:ext uri="{FF2B5EF4-FFF2-40B4-BE49-F238E27FC236}">
                  <a16:creationId xmlns:a16="http://schemas.microsoft.com/office/drawing/2014/main" id="{A5340E65-459D-5BA1-F69F-015A340564CD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82" name="Input_receptor__1773">
              <a:extLst>
                <a:ext uri="{FF2B5EF4-FFF2-40B4-BE49-F238E27FC236}">
                  <a16:creationId xmlns:a16="http://schemas.microsoft.com/office/drawing/2014/main" id="{28EEF998-7847-805A-5E1D-3A08315263C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83" name="Input_receptor__1774">
              <a:extLst>
                <a:ext uri="{FF2B5EF4-FFF2-40B4-BE49-F238E27FC236}">
                  <a16:creationId xmlns:a16="http://schemas.microsoft.com/office/drawing/2014/main" id="{1676BB59-6C9B-6F9E-9B05-41BF34A1680E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84" name="Input_receptor__1775">
              <a:extLst>
                <a:ext uri="{FF2B5EF4-FFF2-40B4-BE49-F238E27FC236}">
                  <a16:creationId xmlns:a16="http://schemas.microsoft.com/office/drawing/2014/main" id="{42E404F6-8D0A-E7C6-5EC0-9D0980585A17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85" name="Input_receptor__1776">
              <a:extLst>
                <a:ext uri="{FF2B5EF4-FFF2-40B4-BE49-F238E27FC236}">
                  <a16:creationId xmlns:a16="http://schemas.microsoft.com/office/drawing/2014/main" id="{7B694BAE-F208-DBDF-7120-A44A81FEB1F0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6" name="Input_receptor__1777">
              <a:extLst>
                <a:ext uri="{FF2B5EF4-FFF2-40B4-BE49-F238E27FC236}">
                  <a16:creationId xmlns:a16="http://schemas.microsoft.com/office/drawing/2014/main" id="{8D4B7BB9-E700-BCF6-2BB8-37386D3DC6DC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7" name="Input_receptor__1778">
              <a:extLst>
                <a:ext uri="{FF2B5EF4-FFF2-40B4-BE49-F238E27FC236}">
                  <a16:creationId xmlns:a16="http://schemas.microsoft.com/office/drawing/2014/main" id="{5707BC28-D2EF-D231-0D13-49BCA6246008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8" name="Input_receptor__1779">
              <a:extLst>
                <a:ext uri="{FF2B5EF4-FFF2-40B4-BE49-F238E27FC236}">
                  <a16:creationId xmlns:a16="http://schemas.microsoft.com/office/drawing/2014/main" id="{F2C79E83-9EC3-09F6-B5F1-90F18D9940C9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9" name="Input_receptor__1780">
              <a:extLst>
                <a:ext uri="{FF2B5EF4-FFF2-40B4-BE49-F238E27FC236}">
                  <a16:creationId xmlns:a16="http://schemas.microsoft.com/office/drawing/2014/main" id="{9570DE08-8267-9557-7BE0-466982146AB4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90" name="Input_receptor__1781">
              <a:extLst>
                <a:ext uri="{FF2B5EF4-FFF2-40B4-BE49-F238E27FC236}">
                  <a16:creationId xmlns:a16="http://schemas.microsoft.com/office/drawing/2014/main" id="{295DDE5F-1F3A-07EC-15C5-FE8955A44749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91" name="Input_receptor__1782">
              <a:extLst>
                <a:ext uri="{FF2B5EF4-FFF2-40B4-BE49-F238E27FC236}">
                  <a16:creationId xmlns:a16="http://schemas.microsoft.com/office/drawing/2014/main" id="{EF0F6ACF-0386-FFDB-78D8-173A2CBEDCC6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2" name="Input_receptor__1783">
              <a:extLst>
                <a:ext uri="{FF2B5EF4-FFF2-40B4-BE49-F238E27FC236}">
                  <a16:creationId xmlns:a16="http://schemas.microsoft.com/office/drawing/2014/main" id="{CF85B56C-32B0-8730-973A-939BC174D14E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3" name="Input_receptor__1784">
              <a:extLst>
                <a:ext uri="{FF2B5EF4-FFF2-40B4-BE49-F238E27FC236}">
                  <a16:creationId xmlns:a16="http://schemas.microsoft.com/office/drawing/2014/main" id="{A5E92741-84D3-9371-3D9D-F9D0195DE8B8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4" name="Input_receptor__1785">
              <a:extLst>
                <a:ext uri="{FF2B5EF4-FFF2-40B4-BE49-F238E27FC236}">
                  <a16:creationId xmlns:a16="http://schemas.microsoft.com/office/drawing/2014/main" id="{57C6C1D4-AA1B-6373-1372-6DF816B22C16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5" name="Input_receptor__1786">
              <a:extLst>
                <a:ext uri="{FF2B5EF4-FFF2-40B4-BE49-F238E27FC236}">
                  <a16:creationId xmlns:a16="http://schemas.microsoft.com/office/drawing/2014/main" id="{3CCB543B-3F5E-EA8C-E750-292A62299179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6" name="Input_receptor__1787">
              <a:extLst>
                <a:ext uri="{FF2B5EF4-FFF2-40B4-BE49-F238E27FC236}">
                  <a16:creationId xmlns:a16="http://schemas.microsoft.com/office/drawing/2014/main" id="{AA6C7DB4-B845-F18F-11AD-43F65824EBD3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7" name="Input_receptor__1788">
              <a:extLst>
                <a:ext uri="{FF2B5EF4-FFF2-40B4-BE49-F238E27FC236}">
                  <a16:creationId xmlns:a16="http://schemas.microsoft.com/office/drawing/2014/main" id="{4F7AD13D-0A21-E0DA-5A5E-C788AD9C43B9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8" name="Input_receptor__1789">
              <a:extLst>
                <a:ext uri="{FF2B5EF4-FFF2-40B4-BE49-F238E27FC236}">
                  <a16:creationId xmlns:a16="http://schemas.microsoft.com/office/drawing/2014/main" id="{D1A7B384-0196-6F52-7D7D-C68458078D54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9" name="Input_receptor__1790">
              <a:extLst>
                <a:ext uri="{FF2B5EF4-FFF2-40B4-BE49-F238E27FC236}">
                  <a16:creationId xmlns:a16="http://schemas.microsoft.com/office/drawing/2014/main" id="{C2D55529-5980-81E1-A48D-C94452C8769E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800" name="Input_receptor__1791">
              <a:extLst>
                <a:ext uri="{FF2B5EF4-FFF2-40B4-BE49-F238E27FC236}">
                  <a16:creationId xmlns:a16="http://schemas.microsoft.com/office/drawing/2014/main" id="{93B03B6A-A3E4-A074-333C-F4CFC491C9F2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1" name="Input_receptor__1792">
              <a:extLst>
                <a:ext uri="{FF2B5EF4-FFF2-40B4-BE49-F238E27FC236}">
                  <a16:creationId xmlns:a16="http://schemas.microsoft.com/office/drawing/2014/main" id="{CBB3E1C5-C648-4B36-E430-D490537B6598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2" name="Input_receptor__1793">
              <a:extLst>
                <a:ext uri="{FF2B5EF4-FFF2-40B4-BE49-F238E27FC236}">
                  <a16:creationId xmlns:a16="http://schemas.microsoft.com/office/drawing/2014/main" id="{79C81418-5C32-1806-1C8B-D122F7D10C2B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803" name="Input_receptor__1794">
              <a:extLst>
                <a:ext uri="{FF2B5EF4-FFF2-40B4-BE49-F238E27FC236}">
                  <a16:creationId xmlns:a16="http://schemas.microsoft.com/office/drawing/2014/main" id="{8F714521-EC66-43C1-194E-F8DC5741CE8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804" name="Input_receptor__1795">
              <a:extLst>
                <a:ext uri="{FF2B5EF4-FFF2-40B4-BE49-F238E27FC236}">
                  <a16:creationId xmlns:a16="http://schemas.microsoft.com/office/drawing/2014/main" id="{C0046871-0B88-2335-3DA8-3A7F838A6B65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805" name="Input_receptor__1796">
              <a:extLst>
                <a:ext uri="{FF2B5EF4-FFF2-40B4-BE49-F238E27FC236}">
                  <a16:creationId xmlns:a16="http://schemas.microsoft.com/office/drawing/2014/main" id="{7FA45A20-8F6D-13B4-283E-AC00E0D02FD7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6" name="Input_receptor__1797">
              <a:extLst>
                <a:ext uri="{FF2B5EF4-FFF2-40B4-BE49-F238E27FC236}">
                  <a16:creationId xmlns:a16="http://schemas.microsoft.com/office/drawing/2014/main" id="{68E661E5-CB78-32B3-BC4F-69B98F1D1BFE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7" name="Input_receptor__1798">
              <a:extLst>
                <a:ext uri="{FF2B5EF4-FFF2-40B4-BE49-F238E27FC236}">
                  <a16:creationId xmlns:a16="http://schemas.microsoft.com/office/drawing/2014/main" id="{6B4D562A-8CA8-4461-3F4C-B252BDE3E52A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8" name="Input_receptor__1799">
              <a:extLst>
                <a:ext uri="{FF2B5EF4-FFF2-40B4-BE49-F238E27FC236}">
                  <a16:creationId xmlns:a16="http://schemas.microsoft.com/office/drawing/2014/main" id="{D8977629-F2AC-A146-18E3-372C28BCA705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0">
              <a:extLst>
                <a:ext uri="{FF2B5EF4-FFF2-40B4-BE49-F238E27FC236}">
                  <a16:creationId xmlns:a16="http://schemas.microsoft.com/office/drawing/2014/main" id="{6C25CAEA-379F-0296-A31A-2C102FC7D0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10" name="Input_receptor__1801">
              <a:extLst>
                <a:ext uri="{FF2B5EF4-FFF2-40B4-BE49-F238E27FC236}">
                  <a16:creationId xmlns:a16="http://schemas.microsoft.com/office/drawing/2014/main" id="{6FDBCF13-CEE2-C886-E951-5AAE66DD1564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1" name="Input_receptor__1802">
              <a:extLst>
                <a:ext uri="{FF2B5EF4-FFF2-40B4-BE49-F238E27FC236}">
                  <a16:creationId xmlns:a16="http://schemas.microsoft.com/office/drawing/2014/main" id="{6439EE08-36FD-996D-8A0C-02BFE2293F46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12" name="Input_receptor__1803">
              <a:extLst>
                <a:ext uri="{FF2B5EF4-FFF2-40B4-BE49-F238E27FC236}">
                  <a16:creationId xmlns:a16="http://schemas.microsoft.com/office/drawing/2014/main" id="{FF77643C-0CAF-65E1-8E8D-96BA1E0393A2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13" name="Input_receptor__1804">
              <a:extLst>
                <a:ext uri="{FF2B5EF4-FFF2-40B4-BE49-F238E27FC236}">
                  <a16:creationId xmlns:a16="http://schemas.microsoft.com/office/drawing/2014/main" id="{8D0B4659-66D0-F1D0-90D6-54DB8963F505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4" name="Input_receptor__1805">
              <a:extLst>
                <a:ext uri="{FF2B5EF4-FFF2-40B4-BE49-F238E27FC236}">
                  <a16:creationId xmlns:a16="http://schemas.microsoft.com/office/drawing/2014/main" id="{382EBAD8-8DB1-AF00-BA70-C7C68134BE9E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5" name="Input_receptor__1806">
              <a:extLst>
                <a:ext uri="{FF2B5EF4-FFF2-40B4-BE49-F238E27FC236}">
                  <a16:creationId xmlns:a16="http://schemas.microsoft.com/office/drawing/2014/main" id="{D11680C8-112A-81DD-4253-20055D9F8939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6" name="Input_receptor__1807">
              <a:extLst>
                <a:ext uri="{FF2B5EF4-FFF2-40B4-BE49-F238E27FC236}">
                  <a16:creationId xmlns:a16="http://schemas.microsoft.com/office/drawing/2014/main" id="{F40B9664-D253-89F8-C6E6-46F40AA520F1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7" name="Input_receptor__1808">
              <a:extLst>
                <a:ext uri="{FF2B5EF4-FFF2-40B4-BE49-F238E27FC236}">
                  <a16:creationId xmlns:a16="http://schemas.microsoft.com/office/drawing/2014/main" id="{8A6D9703-8BF7-208C-FB3A-3C60CA4175B8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8" name="Input_receptor__1809">
              <a:extLst>
                <a:ext uri="{FF2B5EF4-FFF2-40B4-BE49-F238E27FC236}">
                  <a16:creationId xmlns:a16="http://schemas.microsoft.com/office/drawing/2014/main" id="{C8A25074-C288-517F-E90C-CFE3374A0F02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9" name="Input_receptor__1810">
              <a:extLst>
                <a:ext uri="{FF2B5EF4-FFF2-40B4-BE49-F238E27FC236}">
                  <a16:creationId xmlns:a16="http://schemas.microsoft.com/office/drawing/2014/main" id="{E6416D17-1C80-3A62-B6BB-6CAE487E06B1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20" name="Input_receptor__1811">
              <a:extLst>
                <a:ext uri="{FF2B5EF4-FFF2-40B4-BE49-F238E27FC236}">
                  <a16:creationId xmlns:a16="http://schemas.microsoft.com/office/drawing/2014/main" id="{59475061-88A6-FBC9-7694-0AA61972D61D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12">
              <a:extLst>
                <a:ext uri="{FF2B5EF4-FFF2-40B4-BE49-F238E27FC236}">
                  <a16:creationId xmlns:a16="http://schemas.microsoft.com/office/drawing/2014/main" id="{16BDCD82-B4B3-5E8D-37B5-EBE825BC9DE0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13">
              <a:extLst>
                <a:ext uri="{FF2B5EF4-FFF2-40B4-BE49-F238E27FC236}">
                  <a16:creationId xmlns:a16="http://schemas.microsoft.com/office/drawing/2014/main" id="{AB40A3AA-8B5B-276F-C039-13C05DA7C1D7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14">
              <a:extLst>
                <a:ext uri="{FF2B5EF4-FFF2-40B4-BE49-F238E27FC236}">
                  <a16:creationId xmlns:a16="http://schemas.microsoft.com/office/drawing/2014/main" id="{91566327-FBB7-D509-9EA6-E9D2BC1EC815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4" name="Input_receptor__1815">
              <a:extLst>
                <a:ext uri="{FF2B5EF4-FFF2-40B4-BE49-F238E27FC236}">
                  <a16:creationId xmlns:a16="http://schemas.microsoft.com/office/drawing/2014/main" id="{5DA9C736-01CA-9555-1E82-AD6990795421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5" name="Input_receptor__1816">
              <a:extLst>
                <a:ext uri="{FF2B5EF4-FFF2-40B4-BE49-F238E27FC236}">
                  <a16:creationId xmlns:a16="http://schemas.microsoft.com/office/drawing/2014/main" id="{384E5D60-99F9-53E7-898B-64864A03E310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6" name="Input_receptor__1817">
              <a:extLst>
                <a:ext uri="{FF2B5EF4-FFF2-40B4-BE49-F238E27FC236}">
                  <a16:creationId xmlns:a16="http://schemas.microsoft.com/office/drawing/2014/main" id="{1842F8BA-B9DB-8DE2-1EDE-1E955ADF5FA1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7" name="Input_receptor__1818">
              <a:extLst>
                <a:ext uri="{FF2B5EF4-FFF2-40B4-BE49-F238E27FC236}">
                  <a16:creationId xmlns:a16="http://schemas.microsoft.com/office/drawing/2014/main" id="{18D99F83-34B9-E498-4A86-B2333BA3488B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8" name="Input_receptor__1819">
              <a:extLst>
                <a:ext uri="{FF2B5EF4-FFF2-40B4-BE49-F238E27FC236}">
                  <a16:creationId xmlns:a16="http://schemas.microsoft.com/office/drawing/2014/main" id="{BF282228-71AA-AEB3-D5FB-7422E0CC07F3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9" name="Input_receptor__1820">
              <a:extLst>
                <a:ext uri="{FF2B5EF4-FFF2-40B4-BE49-F238E27FC236}">
                  <a16:creationId xmlns:a16="http://schemas.microsoft.com/office/drawing/2014/main" id="{E7689BB1-189C-C49F-C65F-3D5CE2162EC3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30" name="Input_receptor__1821">
              <a:extLst>
                <a:ext uri="{FF2B5EF4-FFF2-40B4-BE49-F238E27FC236}">
                  <a16:creationId xmlns:a16="http://schemas.microsoft.com/office/drawing/2014/main" id="{32DF92B6-C4B4-73EB-DEC5-5E2D52222B89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31" name="Input_receptor__1822">
              <a:extLst>
                <a:ext uri="{FF2B5EF4-FFF2-40B4-BE49-F238E27FC236}">
                  <a16:creationId xmlns:a16="http://schemas.microsoft.com/office/drawing/2014/main" id="{92D7E917-4FF8-D5F2-B2E5-F8DCCD273CF5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2" name="Input_receptor__1823">
              <a:extLst>
                <a:ext uri="{FF2B5EF4-FFF2-40B4-BE49-F238E27FC236}">
                  <a16:creationId xmlns:a16="http://schemas.microsoft.com/office/drawing/2014/main" id="{6132C67A-E180-3B9B-8DA1-A94C65452FE4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3" name="Input_receptor__1824">
              <a:extLst>
                <a:ext uri="{FF2B5EF4-FFF2-40B4-BE49-F238E27FC236}">
                  <a16:creationId xmlns:a16="http://schemas.microsoft.com/office/drawing/2014/main" id="{F6822F9B-15E2-C404-DF2F-00C65A63DE3A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4" name="Input_receptor__1825">
              <a:extLst>
                <a:ext uri="{FF2B5EF4-FFF2-40B4-BE49-F238E27FC236}">
                  <a16:creationId xmlns:a16="http://schemas.microsoft.com/office/drawing/2014/main" id="{F7B2D826-BBE6-3723-8799-DD669F0E15E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5" name="Input_receptor__1826">
              <a:extLst>
                <a:ext uri="{FF2B5EF4-FFF2-40B4-BE49-F238E27FC236}">
                  <a16:creationId xmlns:a16="http://schemas.microsoft.com/office/drawing/2014/main" id="{089452AE-0A5A-28FE-BD25-3C5C33BEFA50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6" name="Input_receptor__1827">
              <a:extLst>
                <a:ext uri="{FF2B5EF4-FFF2-40B4-BE49-F238E27FC236}">
                  <a16:creationId xmlns:a16="http://schemas.microsoft.com/office/drawing/2014/main" id="{331761F0-071A-A2B5-69A2-D8B83E385CAA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7" name="Input_receptor__1828">
              <a:extLst>
                <a:ext uri="{FF2B5EF4-FFF2-40B4-BE49-F238E27FC236}">
                  <a16:creationId xmlns:a16="http://schemas.microsoft.com/office/drawing/2014/main" id="{519EF7C8-BAD5-F6B2-2DD3-109E1678AF0F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8" name="Input_receptor__1829">
              <a:extLst>
                <a:ext uri="{FF2B5EF4-FFF2-40B4-BE49-F238E27FC236}">
                  <a16:creationId xmlns:a16="http://schemas.microsoft.com/office/drawing/2014/main" id="{CE1A5129-C87D-6DB3-D74A-458D80DEF01F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9" name="Input_receptor__1830">
              <a:extLst>
                <a:ext uri="{FF2B5EF4-FFF2-40B4-BE49-F238E27FC236}">
                  <a16:creationId xmlns:a16="http://schemas.microsoft.com/office/drawing/2014/main" id="{063CE1F6-4516-14FB-9C11-6A85F0BB63DD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40" name="Input_receptor__1831">
              <a:extLst>
                <a:ext uri="{FF2B5EF4-FFF2-40B4-BE49-F238E27FC236}">
                  <a16:creationId xmlns:a16="http://schemas.microsoft.com/office/drawing/2014/main" id="{7A9F7245-46C6-D644-60CF-8723F0E57784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1" name="Input_receptor__1832">
              <a:extLst>
                <a:ext uri="{FF2B5EF4-FFF2-40B4-BE49-F238E27FC236}">
                  <a16:creationId xmlns:a16="http://schemas.microsoft.com/office/drawing/2014/main" id="{560F5505-DA19-E3C7-A80C-94FE13055A30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33">
              <a:extLst>
                <a:ext uri="{FF2B5EF4-FFF2-40B4-BE49-F238E27FC236}">
                  <a16:creationId xmlns:a16="http://schemas.microsoft.com/office/drawing/2014/main" id="{4C75B61E-BD09-F64E-E6A9-6D71760118B3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34">
              <a:extLst>
                <a:ext uri="{FF2B5EF4-FFF2-40B4-BE49-F238E27FC236}">
                  <a16:creationId xmlns:a16="http://schemas.microsoft.com/office/drawing/2014/main" id="{DE2DFA1B-FBD3-3BBB-9195-D363E4541C7B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35">
              <a:extLst>
                <a:ext uri="{FF2B5EF4-FFF2-40B4-BE49-F238E27FC236}">
                  <a16:creationId xmlns:a16="http://schemas.microsoft.com/office/drawing/2014/main" id="{0ADEAEB5-6476-10A5-9546-01AB5C0A8D84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36">
              <a:extLst>
                <a:ext uri="{FF2B5EF4-FFF2-40B4-BE49-F238E27FC236}">
                  <a16:creationId xmlns:a16="http://schemas.microsoft.com/office/drawing/2014/main" id="{90BE85E0-6A37-7358-A03B-D69E8B12335D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37">
              <a:extLst>
                <a:ext uri="{FF2B5EF4-FFF2-40B4-BE49-F238E27FC236}">
                  <a16:creationId xmlns:a16="http://schemas.microsoft.com/office/drawing/2014/main" id="{1898BFF5-453A-0911-4C96-F77636718FDA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38">
              <a:extLst>
                <a:ext uri="{FF2B5EF4-FFF2-40B4-BE49-F238E27FC236}">
                  <a16:creationId xmlns:a16="http://schemas.microsoft.com/office/drawing/2014/main" id="{0B2AF02E-A12E-E811-CD93-7FA0417A1B81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8" name="Input_receptor__1839">
              <a:extLst>
                <a:ext uri="{FF2B5EF4-FFF2-40B4-BE49-F238E27FC236}">
                  <a16:creationId xmlns:a16="http://schemas.microsoft.com/office/drawing/2014/main" id="{DCA000DD-1CE2-2806-8353-8C46D9BED069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9" name="Input_receptor__1840">
              <a:extLst>
                <a:ext uri="{FF2B5EF4-FFF2-40B4-BE49-F238E27FC236}">
                  <a16:creationId xmlns:a16="http://schemas.microsoft.com/office/drawing/2014/main" id="{DA38F13A-3521-743E-870B-58BD0B654E46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50" name="Input_receptor__1841">
              <a:extLst>
                <a:ext uri="{FF2B5EF4-FFF2-40B4-BE49-F238E27FC236}">
                  <a16:creationId xmlns:a16="http://schemas.microsoft.com/office/drawing/2014/main" id="{5280FAEF-9DF7-E17D-E42D-7363B8848C85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51" name="Input_receptor__1842">
              <a:extLst>
                <a:ext uri="{FF2B5EF4-FFF2-40B4-BE49-F238E27FC236}">
                  <a16:creationId xmlns:a16="http://schemas.microsoft.com/office/drawing/2014/main" id="{90375606-AB85-6296-DFA1-3853438F27F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52" name="Input_receptor__1843">
              <a:extLst>
                <a:ext uri="{FF2B5EF4-FFF2-40B4-BE49-F238E27FC236}">
                  <a16:creationId xmlns:a16="http://schemas.microsoft.com/office/drawing/2014/main" id="{DD1D93F4-CF01-075D-0981-77708610FFF8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53" name="Input_receptor__1844">
              <a:extLst>
                <a:ext uri="{FF2B5EF4-FFF2-40B4-BE49-F238E27FC236}">
                  <a16:creationId xmlns:a16="http://schemas.microsoft.com/office/drawing/2014/main" id="{1F0D70FA-8E0D-058C-99AF-667BABF12C5E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54" name="Input_receptor__1845">
              <a:extLst>
                <a:ext uri="{FF2B5EF4-FFF2-40B4-BE49-F238E27FC236}">
                  <a16:creationId xmlns:a16="http://schemas.microsoft.com/office/drawing/2014/main" id="{79AEB880-3615-BDB6-A539-EA14B6C44113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55" name="Input_receptor__1846">
              <a:extLst>
                <a:ext uri="{FF2B5EF4-FFF2-40B4-BE49-F238E27FC236}">
                  <a16:creationId xmlns:a16="http://schemas.microsoft.com/office/drawing/2014/main" id="{5D6B3253-F50E-0598-6849-402098B8745D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56" name="Input_receptor__1847">
              <a:extLst>
                <a:ext uri="{FF2B5EF4-FFF2-40B4-BE49-F238E27FC236}">
                  <a16:creationId xmlns:a16="http://schemas.microsoft.com/office/drawing/2014/main" id="{24A48E7C-B7AF-2A89-6002-9D8B786317DB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7" name="Input_receptor__1848">
              <a:extLst>
                <a:ext uri="{FF2B5EF4-FFF2-40B4-BE49-F238E27FC236}">
                  <a16:creationId xmlns:a16="http://schemas.microsoft.com/office/drawing/2014/main" id="{E980E7EA-BC52-8FE6-1CE2-9050666F3AB7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8" name="Input_receptor__1849">
              <a:extLst>
                <a:ext uri="{FF2B5EF4-FFF2-40B4-BE49-F238E27FC236}">
                  <a16:creationId xmlns:a16="http://schemas.microsoft.com/office/drawing/2014/main" id="{F672E85F-9C00-146A-A9A7-A1A686ADBFDB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9" name="Input_receptor__1850">
              <a:extLst>
                <a:ext uri="{FF2B5EF4-FFF2-40B4-BE49-F238E27FC236}">
                  <a16:creationId xmlns:a16="http://schemas.microsoft.com/office/drawing/2014/main" id="{51A181F8-0711-D571-8304-37F17A4BE238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60" name="Input_receptor__1851">
              <a:extLst>
                <a:ext uri="{FF2B5EF4-FFF2-40B4-BE49-F238E27FC236}">
                  <a16:creationId xmlns:a16="http://schemas.microsoft.com/office/drawing/2014/main" id="{28D9B925-C86E-44D2-1641-9CED8D6AC721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61" name="Input_receptor__1852">
              <a:extLst>
                <a:ext uri="{FF2B5EF4-FFF2-40B4-BE49-F238E27FC236}">
                  <a16:creationId xmlns:a16="http://schemas.microsoft.com/office/drawing/2014/main" id="{2E59AF21-FD1B-B94D-A758-6FA57D94DAB9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53">
              <a:extLst>
                <a:ext uri="{FF2B5EF4-FFF2-40B4-BE49-F238E27FC236}">
                  <a16:creationId xmlns:a16="http://schemas.microsoft.com/office/drawing/2014/main" id="{AE4DE5A8-9917-56AD-5547-B16173AADAB4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3" name="Input_receptor__1854">
              <a:extLst>
                <a:ext uri="{FF2B5EF4-FFF2-40B4-BE49-F238E27FC236}">
                  <a16:creationId xmlns:a16="http://schemas.microsoft.com/office/drawing/2014/main" id="{BD58597D-2054-CDB6-9A92-C677EE3E1472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55">
              <a:extLst>
                <a:ext uri="{FF2B5EF4-FFF2-40B4-BE49-F238E27FC236}">
                  <a16:creationId xmlns:a16="http://schemas.microsoft.com/office/drawing/2014/main" id="{1AA7715F-79EC-B464-D74D-EA2982D63162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5" name="Input_receptor__1856">
              <a:extLst>
                <a:ext uri="{FF2B5EF4-FFF2-40B4-BE49-F238E27FC236}">
                  <a16:creationId xmlns:a16="http://schemas.microsoft.com/office/drawing/2014/main" id="{5C461A10-86EE-EBAF-A35A-2B14F3FEC075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57">
              <a:extLst>
                <a:ext uri="{FF2B5EF4-FFF2-40B4-BE49-F238E27FC236}">
                  <a16:creationId xmlns:a16="http://schemas.microsoft.com/office/drawing/2014/main" id="{6CE80D27-EC9F-C297-A257-A143E7BF498C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7" name="Input_receptor__1858">
              <a:extLst>
                <a:ext uri="{FF2B5EF4-FFF2-40B4-BE49-F238E27FC236}">
                  <a16:creationId xmlns:a16="http://schemas.microsoft.com/office/drawing/2014/main" id="{DC4EE6CA-4F38-6C2B-94E3-F86475689BAC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8" name="Input_receptor__1859">
              <a:extLst>
                <a:ext uri="{FF2B5EF4-FFF2-40B4-BE49-F238E27FC236}">
                  <a16:creationId xmlns:a16="http://schemas.microsoft.com/office/drawing/2014/main" id="{2589308F-2B73-28DA-29E8-07EC97DD2270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9" name="Input_receptor__1860">
              <a:extLst>
                <a:ext uri="{FF2B5EF4-FFF2-40B4-BE49-F238E27FC236}">
                  <a16:creationId xmlns:a16="http://schemas.microsoft.com/office/drawing/2014/main" id="{8D9DD4D2-CB57-CA89-645D-786779082FB2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1">
              <a:extLst>
                <a:ext uri="{FF2B5EF4-FFF2-40B4-BE49-F238E27FC236}">
                  <a16:creationId xmlns:a16="http://schemas.microsoft.com/office/drawing/2014/main" id="{02B447FD-33CF-464F-56B4-04A700497858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62">
              <a:extLst>
                <a:ext uri="{FF2B5EF4-FFF2-40B4-BE49-F238E27FC236}">
                  <a16:creationId xmlns:a16="http://schemas.microsoft.com/office/drawing/2014/main" id="{AA953787-2037-DED3-4117-23DC5428AE23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63">
              <a:extLst>
                <a:ext uri="{FF2B5EF4-FFF2-40B4-BE49-F238E27FC236}">
                  <a16:creationId xmlns:a16="http://schemas.microsoft.com/office/drawing/2014/main" id="{CAF417DB-F254-C6F8-EFA7-EB457C9405B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64">
              <a:extLst>
                <a:ext uri="{FF2B5EF4-FFF2-40B4-BE49-F238E27FC236}">
                  <a16:creationId xmlns:a16="http://schemas.microsoft.com/office/drawing/2014/main" id="{B2E7EB99-61A6-4BA5-1328-F49B3C1408D3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65">
              <a:extLst>
                <a:ext uri="{FF2B5EF4-FFF2-40B4-BE49-F238E27FC236}">
                  <a16:creationId xmlns:a16="http://schemas.microsoft.com/office/drawing/2014/main" id="{A76A9A4C-B6DF-0E4E-3AED-30894132063A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66">
              <a:extLst>
                <a:ext uri="{FF2B5EF4-FFF2-40B4-BE49-F238E27FC236}">
                  <a16:creationId xmlns:a16="http://schemas.microsoft.com/office/drawing/2014/main" id="{88C03016-4046-59A7-64C7-EF54609602F6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6" name="Input_receptor__1867">
              <a:extLst>
                <a:ext uri="{FF2B5EF4-FFF2-40B4-BE49-F238E27FC236}">
                  <a16:creationId xmlns:a16="http://schemas.microsoft.com/office/drawing/2014/main" id="{ED291ED8-5382-030C-C186-8E7C69F82B40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68">
              <a:extLst>
                <a:ext uri="{FF2B5EF4-FFF2-40B4-BE49-F238E27FC236}">
                  <a16:creationId xmlns:a16="http://schemas.microsoft.com/office/drawing/2014/main" id="{91111F48-9585-41FE-9A64-5C3BBE1E4D3D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8" name="Input_receptor__1869">
              <a:extLst>
                <a:ext uri="{FF2B5EF4-FFF2-40B4-BE49-F238E27FC236}">
                  <a16:creationId xmlns:a16="http://schemas.microsoft.com/office/drawing/2014/main" id="{31D470FC-1C9E-648C-86AA-09C4A9851E43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9" name="Input_receptor__1870">
              <a:extLst>
                <a:ext uri="{FF2B5EF4-FFF2-40B4-BE49-F238E27FC236}">
                  <a16:creationId xmlns:a16="http://schemas.microsoft.com/office/drawing/2014/main" id="{49640DFC-42BE-9068-2068-AB9CAED46694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80" name="Input_receptor__1871">
              <a:extLst>
                <a:ext uri="{FF2B5EF4-FFF2-40B4-BE49-F238E27FC236}">
                  <a16:creationId xmlns:a16="http://schemas.microsoft.com/office/drawing/2014/main" id="{C18A698D-ACD6-F455-04ED-17B828DEDB70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81" name="Input_receptor__1872">
              <a:extLst>
                <a:ext uri="{FF2B5EF4-FFF2-40B4-BE49-F238E27FC236}">
                  <a16:creationId xmlns:a16="http://schemas.microsoft.com/office/drawing/2014/main" id="{7D79E78A-461F-204B-C440-F50676E79052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82" name="Input_receptor__1873">
              <a:extLst>
                <a:ext uri="{FF2B5EF4-FFF2-40B4-BE49-F238E27FC236}">
                  <a16:creationId xmlns:a16="http://schemas.microsoft.com/office/drawing/2014/main" id="{41E409F7-1756-6B43-BAE5-BCA34214B090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83" name="Input_receptor__1874">
              <a:extLst>
                <a:ext uri="{FF2B5EF4-FFF2-40B4-BE49-F238E27FC236}">
                  <a16:creationId xmlns:a16="http://schemas.microsoft.com/office/drawing/2014/main" id="{E9285C32-2D9D-54B2-1CA8-1071B2940BD3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84" name="Input_receptor__1875">
              <a:extLst>
                <a:ext uri="{FF2B5EF4-FFF2-40B4-BE49-F238E27FC236}">
                  <a16:creationId xmlns:a16="http://schemas.microsoft.com/office/drawing/2014/main" id="{05F71B34-D4BB-3600-E848-2917886AEAA3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85" name="Input_receptor__1876">
              <a:extLst>
                <a:ext uri="{FF2B5EF4-FFF2-40B4-BE49-F238E27FC236}">
                  <a16:creationId xmlns:a16="http://schemas.microsoft.com/office/drawing/2014/main" id="{71D14F73-F0AF-7367-52D3-1B04DF093DD9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86" name="Input_receptor__1877">
              <a:extLst>
                <a:ext uri="{FF2B5EF4-FFF2-40B4-BE49-F238E27FC236}">
                  <a16:creationId xmlns:a16="http://schemas.microsoft.com/office/drawing/2014/main" id="{7CB2F216-DB73-08EC-7D65-41DF4A96AD9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87" name="Input_receptor__1878">
              <a:extLst>
                <a:ext uri="{FF2B5EF4-FFF2-40B4-BE49-F238E27FC236}">
                  <a16:creationId xmlns:a16="http://schemas.microsoft.com/office/drawing/2014/main" id="{2AD0752F-D88A-8DCA-FF42-04DF99A12295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8" name="Input_receptor__1879">
              <a:extLst>
                <a:ext uri="{FF2B5EF4-FFF2-40B4-BE49-F238E27FC236}">
                  <a16:creationId xmlns:a16="http://schemas.microsoft.com/office/drawing/2014/main" id="{EFE3C85A-4657-329A-0CCB-208A7ECD5A96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9" name="Input_receptor__1880">
              <a:extLst>
                <a:ext uri="{FF2B5EF4-FFF2-40B4-BE49-F238E27FC236}">
                  <a16:creationId xmlns:a16="http://schemas.microsoft.com/office/drawing/2014/main" id="{8CF3E201-C7E6-12F1-8176-12BF4B4EA7AB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90" name="Input_receptor__1881">
              <a:extLst>
                <a:ext uri="{FF2B5EF4-FFF2-40B4-BE49-F238E27FC236}">
                  <a16:creationId xmlns:a16="http://schemas.microsoft.com/office/drawing/2014/main" id="{B082F101-6D6D-C131-207C-C867380ABD32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91" name="Input_receptor__1882">
              <a:extLst>
                <a:ext uri="{FF2B5EF4-FFF2-40B4-BE49-F238E27FC236}">
                  <a16:creationId xmlns:a16="http://schemas.microsoft.com/office/drawing/2014/main" id="{5B1F4D37-CBA9-EAF3-1D58-32F74D2B9E54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92" name="Input_receptor__1883">
              <a:extLst>
                <a:ext uri="{FF2B5EF4-FFF2-40B4-BE49-F238E27FC236}">
                  <a16:creationId xmlns:a16="http://schemas.microsoft.com/office/drawing/2014/main" id="{CDF29DA9-371C-0DD1-137E-10CA295D8824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93" name="Input_receptor__1884">
              <a:extLst>
                <a:ext uri="{FF2B5EF4-FFF2-40B4-BE49-F238E27FC236}">
                  <a16:creationId xmlns:a16="http://schemas.microsoft.com/office/drawing/2014/main" id="{661809CF-935E-BBA1-9211-40A7E656BD96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94" name="Input_receptor__1885">
              <a:extLst>
                <a:ext uri="{FF2B5EF4-FFF2-40B4-BE49-F238E27FC236}">
                  <a16:creationId xmlns:a16="http://schemas.microsoft.com/office/drawing/2014/main" id="{9D610961-F3A0-F73C-DF6C-8B91F6CB8A64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95" name="Input_receptor__1886">
              <a:extLst>
                <a:ext uri="{FF2B5EF4-FFF2-40B4-BE49-F238E27FC236}">
                  <a16:creationId xmlns:a16="http://schemas.microsoft.com/office/drawing/2014/main" id="{43BEFCC6-B4EB-B945-81D4-54860371A51B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96" name="Input_receptor__1887">
              <a:extLst>
                <a:ext uri="{FF2B5EF4-FFF2-40B4-BE49-F238E27FC236}">
                  <a16:creationId xmlns:a16="http://schemas.microsoft.com/office/drawing/2014/main" id="{7780E944-A4E2-A855-3EF7-8820181055C0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7" name="Input_receptor__1888">
              <a:extLst>
                <a:ext uri="{FF2B5EF4-FFF2-40B4-BE49-F238E27FC236}">
                  <a16:creationId xmlns:a16="http://schemas.microsoft.com/office/drawing/2014/main" id="{89C1E326-CE52-C31E-674C-B365130B5F97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8" name="Input_receptor__1889">
              <a:extLst>
                <a:ext uri="{FF2B5EF4-FFF2-40B4-BE49-F238E27FC236}">
                  <a16:creationId xmlns:a16="http://schemas.microsoft.com/office/drawing/2014/main" id="{C5F3388D-C42B-E5C6-67E0-6ABD8D60984F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9" name="Input_receptor__1890">
              <a:extLst>
                <a:ext uri="{FF2B5EF4-FFF2-40B4-BE49-F238E27FC236}">
                  <a16:creationId xmlns:a16="http://schemas.microsoft.com/office/drawing/2014/main" id="{33D54660-6242-3E95-E8AF-1C9AABF88C5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900" name="Input_receptor__1891">
              <a:extLst>
                <a:ext uri="{FF2B5EF4-FFF2-40B4-BE49-F238E27FC236}">
                  <a16:creationId xmlns:a16="http://schemas.microsoft.com/office/drawing/2014/main" id="{A80C72D8-2DBB-B8EC-FEFE-47DCB4F9F2F2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1" name="Input_receptor__1892">
              <a:extLst>
                <a:ext uri="{FF2B5EF4-FFF2-40B4-BE49-F238E27FC236}">
                  <a16:creationId xmlns:a16="http://schemas.microsoft.com/office/drawing/2014/main" id="{E1BED73B-60DC-5E4A-F66A-9E4556D0E889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902" name="Input_receptor__1893">
              <a:extLst>
                <a:ext uri="{FF2B5EF4-FFF2-40B4-BE49-F238E27FC236}">
                  <a16:creationId xmlns:a16="http://schemas.microsoft.com/office/drawing/2014/main" id="{0D667FF6-7AC7-234B-1CB6-9F91282EF1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903" name="Input_receptor__1894">
              <a:extLst>
                <a:ext uri="{FF2B5EF4-FFF2-40B4-BE49-F238E27FC236}">
                  <a16:creationId xmlns:a16="http://schemas.microsoft.com/office/drawing/2014/main" id="{6C18C9F0-6573-0B6D-CAD0-8B4D892C8D93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4" name="Input_receptor__1895">
              <a:extLst>
                <a:ext uri="{FF2B5EF4-FFF2-40B4-BE49-F238E27FC236}">
                  <a16:creationId xmlns:a16="http://schemas.microsoft.com/office/drawing/2014/main" id="{3C63467B-5100-0FB6-6B19-4C065FFEE5D7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905" name="Input_receptor__1896">
              <a:extLst>
                <a:ext uri="{FF2B5EF4-FFF2-40B4-BE49-F238E27FC236}">
                  <a16:creationId xmlns:a16="http://schemas.microsoft.com/office/drawing/2014/main" id="{4874B18B-5184-8199-4DA3-0B1E91B4F6C5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6" name="Input_receptor__1897">
              <a:extLst>
                <a:ext uri="{FF2B5EF4-FFF2-40B4-BE49-F238E27FC236}">
                  <a16:creationId xmlns:a16="http://schemas.microsoft.com/office/drawing/2014/main" id="{1682BD88-A9CF-9D7F-EE88-568FF0F95B63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907" name="Input_receptor__1898">
              <a:extLst>
                <a:ext uri="{FF2B5EF4-FFF2-40B4-BE49-F238E27FC236}">
                  <a16:creationId xmlns:a16="http://schemas.microsoft.com/office/drawing/2014/main" id="{3D211A6E-FA4F-4AE3-A896-331D77BD4C6D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8" name="Input_receptor__1899">
              <a:extLst>
                <a:ext uri="{FF2B5EF4-FFF2-40B4-BE49-F238E27FC236}">
                  <a16:creationId xmlns:a16="http://schemas.microsoft.com/office/drawing/2014/main" id="{C6B912D2-0A1F-2DBC-FF6D-636E16A87D2B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9" name="Input_receptor__1900">
              <a:extLst>
                <a:ext uri="{FF2B5EF4-FFF2-40B4-BE49-F238E27FC236}">
                  <a16:creationId xmlns:a16="http://schemas.microsoft.com/office/drawing/2014/main" id="{37CA6077-AFA3-3604-3554-7C7197F8738E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10" name="Input_receptor__1901">
              <a:extLst>
                <a:ext uri="{FF2B5EF4-FFF2-40B4-BE49-F238E27FC236}">
                  <a16:creationId xmlns:a16="http://schemas.microsoft.com/office/drawing/2014/main" id="{ED1E5C53-86B3-EB69-5399-652CD884AC82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11" name="Input_receptor__1902">
              <a:extLst>
                <a:ext uri="{FF2B5EF4-FFF2-40B4-BE49-F238E27FC236}">
                  <a16:creationId xmlns:a16="http://schemas.microsoft.com/office/drawing/2014/main" id="{120F422E-C7D7-051C-4A05-A4A91CDB4237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12" name="Input_receptor__1903">
              <a:extLst>
                <a:ext uri="{FF2B5EF4-FFF2-40B4-BE49-F238E27FC236}">
                  <a16:creationId xmlns:a16="http://schemas.microsoft.com/office/drawing/2014/main" id="{D449F94E-0CBC-D5E2-2BEF-8CB20D5B5CC2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13" name="Input_receptor__1904">
              <a:extLst>
                <a:ext uri="{FF2B5EF4-FFF2-40B4-BE49-F238E27FC236}">
                  <a16:creationId xmlns:a16="http://schemas.microsoft.com/office/drawing/2014/main" id="{F7C699B4-561C-499D-4A7F-AA5268A54D78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14" name="Input_receptor__1905">
              <a:extLst>
                <a:ext uri="{FF2B5EF4-FFF2-40B4-BE49-F238E27FC236}">
                  <a16:creationId xmlns:a16="http://schemas.microsoft.com/office/drawing/2014/main" id="{659D389C-EC64-8B49-CBE4-327C3E9C6043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15" name="Input_receptor__1906">
              <a:extLst>
                <a:ext uri="{FF2B5EF4-FFF2-40B4-BE49-F238E27FC236}">
                  <a16:creationId xmlns:a16="http://schemas.microsoft.com/office/drawing/2014/main" id="{3DEA4363-ACA3-099D-4DB7-B06F91A34E87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16" name="Input_receptor__1907">
              <a:extLst>
                <a:ext uri="{FF2B5EF4-FFF2-40B4-BE49-F238E27FC236}">
                  <a16:creationId xmlns:a16="http://schemas.microsoft.com/office/drawing/2014/main" id="{4445ADCE-8951-448D-A482-6BA60B12EFFB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17" name="Input_receptor__1908">
              <a:extLst>
                <a:ext uri="{FF2B5EF4-FFF2-40B4-BE49-F238E27FC236}">
                  <a16:creationId xmlns:a16="http://schemas.microsoft.com/office/drawing/2014/main" id="{E80906AD-E856-5752-BADC-7B9C676EC3ED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8" name="Input_receptor__1909">
              <a:extLst>
                <a:ext uri="{FF2B5EF4-FFF2-40B4-BE49-F238E27FC236}">
                  <a16:creationId xmlns:a16="http://schemas.microsoft.com/office/drawing/2014/main" id="{4B5AE714-A7DD-91CA-7A56-7FD5F84719CB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9" name="Input_receptor__1910">
              <a:extLst>
                <a:ext uri="{FF2B5EF4-FFF2-40B4-BE49-F238E27FC236}">
                  <a16:creationId xmlns:a16="http://schemas.microsoft.com/office/drawing/2014/main" id="{7FB232AF-2241-B1C8-8BEF-6F39E1CAB343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20" name="Input_receptor__1911">
              <a:extLst>
                <a:ext uri="{FF2B5EF4-FFF2-40B4-BE49-F238E27FC236}">
                  <a16:creationId xmlns:a16="http://schemas.microsoft.com/office/drawing/2014/main" id="{BC548BFC-D98D-C72C-CF7B-F93E5E3E7C0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21" name="Input_receptor__1912">
              <a:extLst>
                <a:ext uri="{FF2B5EF4-FFF2-40B4-BE49-F238E27FC236}">
                  <a16:creationId xmlns:a16="http://schemas.microsoft.com/office/drawing/2014/main" id="{8152A82B-EF4E-C456-7DB0-A0DD2F0BC829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22" name="Input_receptor__1913">
              <a:extLst>
                <a:ext uri="{FF2B5EF4-FFF2-40B4-BE49-F238E27FC236}">
                  <a16:creationId xmlns:a16="http://schemas.microsoft.com/office/drawing/2014/main" id="{A9BE38A2-24F3-04A0-2DD0-6D63DF3ABE86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23" name="Input_receptor__1914">
              <a:extLst>
                <a:ext uri="{FF2B5EF4-FFF2-40B4-BE49-F238E27FC236}">
                  <a16:creationId xmlns:a16="http://schemas.microsoft.com/office/drawing/2014/main" id="{70D33747-8F49-7027-B30B-9A99E43592E2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24" name="Input_receptor__1915">
              <a:extLst>
                <a:ext uri="{FF2B5EF4-FFF2-40B4-BE49-F238E27FC236}">
                  <a16:creationId xmlns:a16="http://schemas.microsoft.com/office/drawing/2014/main" id="{61BFF7B1-A147-21AD-5373-C36366D1469A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25" name="Input_receptor__1916">
              <a:extLst>
                <a:ext uri="{FF2B5EF4-FFF2-40B4-BE49-F238E27FC236}">
                  <a16:creationId xmlns:a16="http://schemas.microsoft.com/office/drawing/2014/main" id="{24678E38-F5C2-9266-E04D-EC28BE321173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26" name="Input_receptor__1917">
              <a:extLst>
                <a:ext uri="{FF2B5EF4-FFF2-40B4-BE49-F238E27FC236}">
                  <a16:creationId xmlns:a16="http://schemas.microsoft.com/office/drawing/2014/main" id="{C001674A-0CC3-0748-1D78-E2E043B452C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27" name="Input_receptor__1918">
              <a:extLst>
                <a:ext uri="{FF2B5EF4-FFF2-40B4-BE49-F238E27FC236}">
                  <a16:creationId xmlns:a16="http://schemas.microsoft.com/office/drawing/2014/main" id="{50BEDF20-60DE-4A4C-8D91-8CC341BC6BDC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8" name="Input_receptor__1919">
              <a:extLst>
                <a:ext uri="{FF2B5EF4-FFF2-40B4-BE49-F238E27FC236}">
                  <a16:creationId xmlns:a16="http://schemas.microsoft.com/office/drawing/2014/main" id="{5D0E0272-10FD-16F3-A090-54B45D331FAA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9" name="Input_receptor__1920">
              <a:extLst>
                <a:ext uri="{FF2B5EF4-FFF2-40B4-BE49-F238E27FC236}">
                  <a16:creationId xmlns:a16="http://schemas.microsoft.com/office/drawing/2014/main" id="{0543B4F1-E01F-CD5C-0570-D1D9C4C0AFFD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30" name="Input_receptor__1921">
              <a:extLst>
                <a:ext uri="{FF2B5EF4-FFF2-40B4-BE49-F238E27FC236}">
                  <a16:creationId xmlns:a16="http://schemas.microsoft.com/office/drawing/2014/main" id="{B37F295C-7810-BAA2-256F-8FC4DCC339F9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31" name="Input_receptor__1922">
              <a:extLst>
                <a:ext uri="{FF2B5EF4-FFF2-40B4-BE49-F238E27FC236}">
                  <a16:creationId xmlns:a16="http://schemas.microsoft.com/office/drawing/2014/main" id="{4861B59A-F907-1F14-2DCD-77D7292B67D5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32" name="Input_receptor__1923">
              <a:extLst>
                <a:ext uri="{FF2B5EF4-FFF2-40B4-BE49-F238E27FC236}">
                  <a16:creationId xmlns:a16="http://schemas.microsoft.com/office/drawing/2014/main" id="{CD72612A-01AC-1DDC-972D-B56AB9B116BC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33" name="Input_receptor__1924">
              <a:extLst>
                <a:ext uri="{FF2B5EF4-FFF2-40B4-BE49-F238E27FC236}">
                  <a16:creationId xmlns:a16="http://schemas.microsoft.com/office/drawing/2014/main" id="{BC323F7D-A2E0-4EA3-2F94-9633E6A84EA1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34" name="Input_receptor__1925">
              <a:extLst>
                <a:ext uri="{FF2B5EF4-FFF2-40B4-BE49-F238E27FC236}">
                  <a16:creationId xmlns:a16="http://schemas.microsoft.com/office/drawing/2014/main" id="{79A888FF-C379-9F58-BC1E-4F5E0EF43C66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35" name="Input_receptor__1926">
              <a:extLst>
                <a:ext uri="{FF2B5EF4-FFF2-40B4-BE49-F238E27FC236}">
                  <a16:creationId xmlns:a16="http://schemas.microsoft.com/office/drawing/2014/main" id="{16101FF3-3BDE-1ABA-36EA-85363E634DFE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6" name="Input_receptor__1927">
              <a:extLst>
                <a:ext uri="{FF2B5EF4-FFF2-40B4-BE49-F238E27FC236}">
                  <a16:creationId xmlns:a16="http://schemas.microsoft.com/office/drawing/2014/main" id="{95F27DF3-968B-F9D0-3298-24CD421D900E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7" name="Input_receptor__1928">
              <a:extLst>
                <a:ext uri="{FF2B5EF4-FFF2-40B4-BE49-F238E27FC236}">
                  <a16:creationId xmlns:a16="http://schemas.microsoft.com/office/drawing/2014/main" id="{90F5C882-D632-96F8-8F30-6DF49E351EBC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8" name="Input_receptor__1929">
              <a:extLst>
                <a:ext uri="{FF2B5EF4-FFF2-40B4-BE49-F238E27FC236}">
                  <a16:creationId xmlns:a16="http://schemas.microsoft.com/office/drawing/2014/main" id="{44A7BFD6-407C-BC69-B401-ACBD941A6B15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0">
              <a:extLst>
                <a:ext uri="{FF2B5EF4-FFF2-40B4-BE49-F238E27FC236}">
                  <a16:creationId xmlns:a16="http://schemas.microsoft.com/office/drawing/2014/main" id="{0647AC50-2416-EC76-5011-9A9E0C43C2D9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1">
              <a:extLst>
                <a:ext uri="{FF2B5EF4-FFF2-40B4-BE49-F238E27FC236}">
                  <a16:creationId xmlns:a16="http://schemas.microsoft.com/office/drawing/2014/main" id="{1D5034CD-7374-244D-F004-5C41B1E1B192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1" name="Input_receptor__1932">
              <a:extLst>
                <a:ext uri="{FF2B5EF4-FFF2-40B4-BE49-F238E27FC236}">
                  <a16:creationId xmlns:a16="http://schemas.microsoft.com/office/drawing/2014/main" id="{F5172C77-7D8A-D8DA-235E-17C61FB8A186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2" name="Input_receptor__1933">
              <a:extLst>
                <a:ext uri="{FF2B5EF4-FFF2-40B4-BE49-F238E27FC236}">
                  <a16:creationId xmlns:a16="http://schemas.microsoft.com/office/drawing/2014/main" id="{7A47D46F-0929-36A7-3A7B-A1A29280DECC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43" name="Input_receptor__1934">
              <a:extLst>
                <a:ext uri="{FF2B5EF4-FFF2-40B4-BE49-F238E27FC236}">
                  <a16:creationId xmlns:a16="http://schemas.microsoft.com/office/drawing/2014/main" id="{75D0F718-70E3-DE96-6E10-65E5CB9C0278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4" name="Input_receptor__1935">
              <a:extLst>
                <a:ext uri="{FF2B5EF4-FFF2-40B4-BE49-F238E27FC236}">
                  <a16:creationId xmlns:a16="http://schemas.microsoft.com/office/drawing/2014/main" id="{EDFA4E69-DD28-6F01-E376-579B21B55641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45" name="Input_receptor__1936">
              <a:extLst>
                <a:ext uri="{FF2B5EF4-FFF2-40B4-BE49-F238E27FC236}">
                  <a16:creationId xmlns:a16="http://schemas.microsoft.com/office/drawing/2014/main" id="{9A720C9B-5A4E-C87B-5AF6-45BA562CCD82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46" name="Input_receptor__1937">
              <a:extLst>
                <a:ext uri="{FF2B5EF4-FFF2-40B4-BE49-F238E27FC236}">
                  <a16:creationId xmlns:a16="http://schemas.microsoft.com/office/drawing/2014/main" id="{6452A950-C565-2AD4-DE10-70457ECC708A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47" name="Input_receptor__1938">
              <a:extLst>
                <a:ext uri="{FF2B5EF4-FFF2-40B4-BE49-F238E27FC236}">
                  <a16:creationId xmlns:a16="http://schemas.microsoft.com/office/drawing/2014/main" id="{75F9FFC0-CE16-50DF-3F69-B07A972D2D63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8" name="Input_receptor__1939">
              <a:extLst>
                <a:ext uri="{FF2B5EF4-FFF2-40B4-BE49-F238E27FC236}">
                  <a16:creationId xmlns:a16="http://schemas.microsoft.com/office/drawing/2014/main" id="{0AC23213-5970-0545-E1FB-BF8014A8A8EB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9" name="Input_receptor__1940">
              <a:extLst>
                <a:ext uri="{FF2B5EF4-FFF2-40B4-BE49-F238E27FC236}">
                  <a16:creationId xmlns:a16="http://schemas.microsoft.com/office/drawing/2014/main" id="{584E932D-3BBA-AD3E-97F9-CE3A2F053F09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50" name="Input_receptor__1941">
              <a:extLst>
                <a:ext uri="{FF2B5EF4-FFF2-40B4-BE49-F238E27FC236}">
                  <a16:creationId xmlns:a16="http://schemas.microsoft.com/office/drawing/2014/main" id="{281AB4EB-4E81-68AB-BAFE-3F66995299EA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51" name="Input_receptor__1942">
              <a:extLst>
                <a:ext uri="{FF2B5EF4-FFF2-40B4-BE49-F238E27FC236}">
                  <a16:creationId xmlns:a16="http://schemas.microsoft.com/office/drawing/2014/main" id="{81E078E4-4A76-AE3D-5716-225E7279BFDD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52" name="Input_receptor__1943">
              <a:extLst>
                <a:ext uri="{FF2B5EF4-FFF2-40B4-BE49-F238E27FC236}">
                  <a16:creationId xmlns:a16="http://schemas.microsoft.com/office/drawing/2014/main" id="{C27493B6-AB41-C6A0-9ABE-21C2F257159D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3" name="Input_receptor__1944">
              <a:extLst>
                <a:ext uri="{FF2B5EF4-FFF2-40B4-BE49-F238E27FC236}">
                  <a16:creationId xmlns:a16="http://schemas.microsoft.com/office/drawing/2014/main" id="{706EA3FB-386B-12EE-0F57-624049C6C5DE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4" name="Input_receptor__1945">
              <a:extLst>
                <a:ext uri="{FF2B5EF4-FFF2-40B4-BE49-F238E27FC236}">
                  <a16:creationId xmlns:a16="http://schemas.microsoft.com/office/drawing/2014/main" id="{AF63C7E9-B6C3-3A41-0D8D-E3E7CE00A198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5" name="Input_receptor__1946">
              <a:extLst>
                <a:ext uri="{FF2B5EF4-FFF2-40B4-BE49-F238E27FC236}">
                  <a16:creationId xmlns:a16="http://schemas.microsoft.com/office/drawing/2014/main" id="{D83E228F-FAF5-5085-CEDA-A5EFDCDED8C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6" name="Input_receptor__1947">
              <a:extLst>
                <a:ext uri="{FF2B5EF4-FFF2-40B4-BE49-F238E27FC236}">
                  <a16:creationId xmlns:a16="http://schemas.microsoft.com/office/drawing/2014/main" id="{5C3CF830-A93E-1BE5-2F14-E9990B58BDEE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7" name="Input_receptor__1948">
              <a:extLst>
                <a:ext uri="{FF2B5EF4-FFF2-40B4-BE49-F238E27FC236}">
                  <a16:creationId xmlns:a16="http://schemas.microsoft.com/office/drawing/2014/main" id="{3E722F02-E872-179C-4DE6-5E09C54B3736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8" name="Input_receptor__1949">
              <a:extLst>
                <a:ext uri="{FF2B5EF4-FFF2-40B4-BE49-F238E27FC236}">
                  <a16:creationId xmlns:a16="http://schemas.microsoft.com/office/drawing/2014/main" id="{D54765E4-EA06-DD1C-3C95-38ECA00B328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9" name="Input_receptor__1950">
              <a:extLst>
                <a:ext uri="{FF2B5EF4-FFF2-40B4-BE49-F238E27FC236}">
                  <a16:creationId xmlns:a16="http://schemas.microsoft.com/office/drawing/2014/main" id="{51B6F606-CD0A-9C7F-EFCC-3C6145923A8D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60" name="Input_receptor__1951">
              <a:extLst>
                <a:ext uri="{FF2B5EF4-FFF2-40B4-BE49-F238E27FC236}">
                  <a16:creationId xmlns:a16="http://schemas.microsoft.com/office/drawing/2014/main" id="{B88215E8-FC00-4164-22F7-5FADFC7D1B57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61" name="Input_receptor__1952">
              <a:extLst>
                <a:ext uri="{FF2B5EF4-FFF2-40B4-BE49-F238E27FC236}">
                  <a16:creationId xmlns:a16="http://schemas.microsoft.com/office/drawing/2014/main" id="{CAE8CA1F-6D71-E9BF-3B8C-EA58D8847641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62" name="Input_receptor__1953">
              <a:extLst>
                <a:ext uri="{FF2B5EF4-FFF2-40B4-BE49-F238E27FC236}">
                  <a16:creationId xmlns:a16="http://schemas.microsoft.com/office/drawing/2014/main" id="{FE4D5644-F317-1680-7686-4B10F22EFC21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63" name="Input_receptor__1954">
              <a:extLst>
                <a:ext uri="{FF2B5EF4-FFF2-40B4-BE49-F238E27FC236}">
                  <a16:creationId xmlns:a16="http://schemas.microsoft.com/office/drawing/2014/main" id="{060E1F4B-C07C-943C-0278-60EA5932DE9F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64" name="Input_receptor__1955">
              <a:extLst>
                <a:ext uri="{FF2B5EF4-FFF2-40B4-BE49-F238E27FC236}">
                  <a16:creationId xmlns:a16="http://schemas.microsoft.com/office/drawing/2014/main" id="{818A675D-E8E3-A1F9-0AE0-369DE9D0FEE6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65" name="Input_receptor__1956">
              <a:extLst>
                <a:ext uri="{FF2B5EF4-FFF2-40B4-BE49-F238E27FC236}">
                  <a16:creationId xmlns:a16="http://schemas.microsoft.com/office/drawing/2014/main" id="{580D3EA3-C576-51A9-FA88-9DADEEA1E3A9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66" name="Input_receptor__1957">
              <a:extLst>
                <a:ext uri="{FF2B5EF4-FFF2-40B4-BE49-F238E27FC236}">
                  <a16:creationId xmlns:a16="http://schemas.microsoft.com/office/drawing/2014/main" id="{E7189C30-AF47-2848-DD2F-295E39B5A96C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67" name="Input_receptor__1958">
              <a:extLst>
                <a:ext uri="{FF2B5EF4-FFF2-40B4-BE49-F238E27FC236}">
                  <a16:creationId xmlns:a16="http://schemas.microsoft.com/office/drawing/2014/main" id="{BC25473F-5A96-E27D-A4A4-EC5BCFAE768D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8" name="Input_receptor__1959">
              <a:extLst>
                <a:ext uri="{FF2B5EF4-FFF2-40B4-BE49-F238E27FC236}">
                  <a16:creationId xmlns:a16="http://schemas.microsoft.com/office/drawing/2014/main" id="{BE4BBC16-06ED-0166-6B2D-73307A903F23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9" name="Input_receptor__1960">
              <a:extLst>
                <a:ext uri="{FF2B5EF4-FFF2-40B4-BE49-F238E27FC236}">
                  <a16:creationId xmlns:a16="http://schemas.microsoft.com/office/drawing/2014/main" id="{AAED2E71-05AA-92B0-5992-25819C4513F4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70" name="Input_receptor__1961">
              <a:extLst>
                <a:ext uri="{FF2B5EF4-FFF2-40B4-BE49-F238E27FC236}">
                  <a16:creationId xmlns:a16="http://schemas.microsoft.com/office/drawing/2014/main" id="{A5ED9D67-8844-27D3-4E43-08D5E2269352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71" name="Input_receptor__1962">
              <a:extLst>
                <a:ext uri="{FF2B5EF4-FFF2-40B4-BE49-F238E27FC236}">
                  <a16:creationId xmlns:a16="http://schemas.microsoft.com/office/drawing/2014/main" id="{DA2F4B9D-7382-CAE2-A317-9FB2C7938E46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72" name="Input_receptor__1963">
              <a:extLst>
                <a:ext uri="{FF2B5EF4-FFF2-40B4-BE49-F238E27FC236}">
                  <a16:creationId xmlns:a16="http://schemas.microsoft.com/office/drawing/2014/main" id="{236E92CF-50AE-C78C-35DB-9579CDB56572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73" name="Input_receptor__1964">
              <a:extLst>
                <a:ext uri="{FF2B5EF4-FFF2-40B4-BE49-F238E27FC236}">
                  <a16:creationId xmlns:a16="http://schemas.microsoft.com/office/drawing/2014/main" id="{599EA348-5D7A-A760-22E4-D772C10F8FDD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74" name="Input_receptor__1965">
              <a:extLst>
                <a:ext uri="{FF2B5EF4-FFF2-40B4-BE49-F238E27FC236}">
                  <a16:creationId xmlns:a16="http://schemas.microsoft.com/office/drawing/2014/main" id="{95CC894F-CE6C-5027-1FAA-BAB948A5EE6E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75" name="Input_receptor__1966">
              <a:extLst>
                <a:ext uri="{FF2B5EF4-FFF2-40B4-BE49-F238E27FC236}">
                  <a16:creationId xmlns:a16="http://schemas.microsoft.com/office/drawing/2014/main" id="{28912300-6C98-282F-62D2-C7A6261D401B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76" name="Input_receptor__1967">
              <a:extLst>
                <a:ext uri="{FF2B5EF4-FFF2-40B4-BE49-F238E27FC236}">
                  <a16:creationId xmlns:a16="http://schemas.microsoft.com/office/drawing/2014/main" id="{75851CB3-F0C7-032A-E7C2-73630966F888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77" name="Input_receptor__1968">
              <a:extLst>
                <a:ext uri="{FF2B5EF4-FFF2-40B4-BE49-F238E27FC236}">
                  <a16:creationId xmlns:a16="http://schemas.microsoft.com/office/drawing/2014/main" id="{34018E9D-24BD-8768-913D-8F4C10805BF9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8" name="Input_receptor__1969">
              <a:extLst>
                <a:ext uri="{FF2B5EF4-FFF2-40B4-BE49-F238E27FC236}">
                  <a16:creationId xmlns:a16="http://schemas.microsoft.com/office/drawing/2014/main" id="{327C4758-DD0C-C8BB-8400-77133AEEC0F2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9" name="Input_receptor__1970">
              <a:extLst>
                <a:ext uri="{FF2B5EF4-FFF2-40B4-BE49-F238E27FC236}">
                  <a16:creationId xmlns:a16="http://schemas.microsoft.com/office/drawing/2014/main" id="{8A1DDDA8-CA12-0AA3-740D-6D0687333902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80" name="Find | 3D voxel U-Net box">
            <a:extLst>
              <a:ext uri="{FF2B5EF4-FFF2-40B4-BE49-F238E27FC236}">
                <a16:creationId xmlns:a16="http://schemas.microsoft.com/office/drawing/2014/main" id="{0224D5DB-70D3-18F6-97AE-C711EDDE6B08}"/>
              </a:ext>
            </a:extLst>
          </p:cNvPr>
          <p:cNvSpPr/>
          <p:nvPr/>
        </p:nvSpPr>
        <p:spPr>
          <a:xfrm>
            <a:off x="174363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F7FAFE"/>
          </a:solidFill>
          <a:ln w="10795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981" name="TextBox 6223">
            <a:extLst>
              <a:ext uri="{FF2B5EF4-FFF2-40B4-BE49-F238E27FC236}">
                <a16:creationId xmlns:a16="http://schemas.microsoft.com/office/drawing/2014/main" id="{E6960B20-6980-652D-6074-AC25569C5904}"/>
              </a:ext>
            </a:extLst>
          </p:cNvPr>
          <p:cNvSpPr txBox="1"/>
          <p:nvPr/>
        </p:nvSpPr>
        <p:spPr>
          <a:xfrm>
            <a:off x="174363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1982" name="TextBox 6224">
            <a:extLst>
              <a:ext uri="{FF2B5EF4-FFF2-40B4-BE49-F238E27FC236}">
                <a16:creationId xmlns:a16="http://schemas.microsoft.com/office/drawing/2014/main" id="{1F6060D3-DE65-C062-2083-854CAFD95E61}"/>
              </a:ext>
            </a:extLst>
          </p:cNvPr>
          <p:cNvSpPr txBox="1"/>
          <p:nvPr/>
        </p:nvSpPr>
        <p:spPr>
          <a:xfrm>
            <a:off x="1743491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1983" name="TextBox 10003">
            <a:extLst>
              <a:ext uri="{FF2B5EF4-FFF2-40B4-BE49-F238E27FC236}">
                <a16:creationId xmlns:a16="http://schemas.microsoft.com/office/drawing/2014/main" id="{058F53CF-0188-2363-2658-06DE9D36277A}"/>
              </a:ext>
            </a:extLst>
          </p:cNvPr>
          <p:cNvSpPr txBox="1"/>
          <p:nvPr/>
        </p:nvSpPr>
        <p:spPr>
          <a:xfrm>
            <a:off x="190975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1984" name="TextBox 10004">
            <a:extLst>
              <a:ext uri="{FF2B5EF4-FFF2-40B4-BE49-F238E27FC236}">
                <a16:creationId xmlns:a16="http://schemas.microsoft.com/office/drawing/2014/main" id="{C82B97A2-A714-3558-F1D3-9BD3905C4445}"/>
              </a:ext>
            </a:extLst>
          </p:cNvPr>
          <p:cNvSpPr txBox="1"/>
          <p:nvPr/>
        </p:nvSpPr>
        <p:spPr>
          <a:xfrm>
            <a:off x="255840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1985" name="TextBox 10005">
            <a:extLst>
              <a:ext uri="{FF2B5EF4-FFF2-40B4-BE49-F238E27FC236}">
                <a16:creationId xmlns:a16="http://schemas.microsoft.com/office/drawing/2014/main" id="{92EC81E4-D5C2-9F26-F151-A7A2199B384A}"/>
              </a:ext>
            </a:extLst>
          </p:cNvPr>
          <p:cNvSpPr txBox="1"/>
          <p:nvPr/>
        </p:nvSpPr>
        <p:spPr>
          <a:xfrm>
            <a:off x="320705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1986" name="Find | Point Transformer V3 box">
            <a:extLst>
              <a:ext uri="{FF2B5EF4-FFF2-40B4-BE49-F238E27FC236}">
                <a16:creationId xmlns:a16="http://schemas.microsoft.com/office/drawing/2014/main" id="{39A919B5-9E99-7528-F658-8CAE4AC0DF6C}"/>
              </a:ext>
            </a:extLst>
          </p:cNvPr>
          <p:cNvSpPr/>
          <p:nvPr/>
        </p:nvSpPr>
        <p:spPr>
          <a:xfrm>
            <a:off x="174363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7F5FB"/>
          </a:solidFill>
          <a:ln w="10795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987" name="Find | PTV3 stage 1 (no pseudo)">
            <a:extLst>
              <a:ext uri="{FF2B5EF4-FFF2-40B4-BE49-F238E27FC236}">
                <a16:creationId xmlns:a16="http://schemas.microsoft.com/office/drawing/2014/main" id="{D8B46DD5-63B2-D11B-3B7F-43FB99F307F6}"/>
              </a:ext>
            </a:extLst>
          </p:cNvPr>
          <p:cNvGrpSpPr/>
          <p:nvPr/>
        </p:nvGrpSpPr>
        <p:grpSpPr>
          <a:xfrm>
            <a:off x="1834605" y="1222153"/>
            <a:ext cx="276863" cy="197759"/>
            <a:chOff x="1837958" y="1438830"/>
            <a:chExt cx="279225" cy="243090"/>
          </a:xfrm>
        </p:grpSpPr>
        <p:sp>
          <p:nvSpPr>
            <p:cNvPr id="1988" name="rect_1844">
              <a:extLst>
                <a:ext uri="{FF2B5EF4-FFF2-40B4-BE49-F238E27FC236}">
                  <a16:creationId xmlns:a16="http://schemas.microsoft.com/office/drawing/2014/main" id="{93572BF9-C192-BF24-40C2-7E6A3D8072C9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9" name="ellipse_1845">
              <a:extLst>
                <a:ext uri="{FF2B5EF4-FFF2-40B4-BE49-F238E27FC236}">
                  <a16:creationId xmlns:a16="http://schemas.microsoft.com/office/drawing/2014/main" id="{DFC17B53-AD9D-A0B2-DFD4-97B8BF06C735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0" name="ellipse_1846">
              <a:extLst>
                <a:ext uri="{FF2B5EF4-FFF2-40B4-BE49-F238E27FC236}">
                  <a16:creationId xmlns:a16="http://schemas.microsoft.com/office/drawing/2014/main" id="{7CE0D72C-27F9-01CA-1CB3-4C679221497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1" name="ellipse_1847">
              <a:extLst>
                <a:ext uri="{FF2B5EF4-FFF2-40B4-BE49-F238E27FC236}">
                  <a16:creationId xmlns:a16="http://schemas.microsoft.com/office/drawing/2014/main" id="{F049DDC3-D9E6-B1B1-E77D-DE2D60E0B72D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2" name="ellipse_1848">
              <a:extLst>
                <a:ext uri="{FF2B5EF4-FFF2-40B4-BE49-F238E27FC236}">
                  <a16:creationId xmlns:a16="http://schemas.microsoft.com/office/drawing/2014/main" id="{3E390D46-07F7-3356-E8C9-B21E734BE31C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3" name="ellipse_1849">
              <a:extLst>
                <a:ext uri="{FF2B5EF4-FFF2-40B4-BE49-F238E27FC236}">
                  <a16:creationId xmlns:a16="http://schemas.microsoft.com/office/drawing/2014/main" id="{186B5FDB-5CD4-C486-03C2-AF6661702E3F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4" name="ellipse_1850">
              <a:extLst>
                <a:ext uri="{FF2B5EF4-FFF2-40B4-BE49-F238E27FC236}">
                  <a16:creationId xmlns:a16="http://schemas.microsoft.com/office/drawing/2014/main" id="{C1F3523D-4464-AA27-0D5A-341B72BF5DC0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5" name="ellipse_1851">
              <a:extLst>
                <a:ext uri="{FF2B5EF4-FFF2-40B4-BE49-F238E27FC236}">
                  <a16:creationId xmlns:a16="http://schemas.microsoft.com/office/drawing/2014/main" id="{57550D94-17D1-3364-8853-93A620970B09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6" name="ellipse_1852">
              <a:extLst>
                <a:ext uri="{FF2B5EF4-FFF2-40B4-BE49-F238E27FC236}">
                  <a16:creationId xmlns:a16="http://schemas.microsoft.com/office/drawing/2014/main" id="{28D7C6CE-432E-67E9-319B-9494FC1BC259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7" name="ellipse_1853">
              <a:extLst>
                <a:ext uri="{FF2B5EF4-FFF2-40B4-BE49-F238E27FC236}">
                  <a16:creationId xmlns:a16="http://schemas.microsoft.com/office/drawing/2014/main" id="{05ABE63F-D27F-2AD7-F0DF-9E904210D620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8" name="ellipse_1854">
              <a:extLst>
                <a:ext uri="{FF2B5EF4-FFF2-40B4-BE49-F238E27FC236}">
                  <a16:creationId xmlns:a16="http://schemas.microsoft.com/office/drawing/2014/main" id="{233011C0-313C-AEB8-3B67-3791EE83F34E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999" name="PTV3 forward 1">
            <a:extLst>
              <a:ext uri="{FF2B5EF4-FFF2-40B4-BE49-F238E27FC236}">
                <a16:creationId xmlns:a16="http://schemas.microsoft.com/office/drawing/2014/main" id="{5AF7C73F-5B97-B52E-A8F7-1D07B0F6B9C3}"/>
              </a:ext>
            </a:extLst>
          </p:cNvPr>
          <p:cNvSpPr/>
          <p:nvPr/>
        </p:nvSpPr>
        <p:spPr>
          <a:xfrm>
            <a:off x="2127288" y="1321033"/>
            <a:ext cx="118656" cy="1"/>
          </a:xfrm>
          <a:custGeom>
            <a:avLst/>
            <a:gdLst/>
            <a:ahLst/>
            <a:cxnLst/>
            <a:rect l="0" t="0" r="w" b="h"/>
            <a:pathLst>
              <a:path w="137160" h="1">
                <a:moveTo>
                  <a:pt x="0" y="0"/>
                </a:moveTo>
                <a:lnTo>
                  <a:pt x="137160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2000" name="Find | PTV3 stage 2 (no pseudo)">
            <a:extLst>
              <a:ext uri="{FF2B5EF4-FFF2-40B4-BE49-F238E27FC236}">
                <a16:creationId xmlns:a16="http://schemas.microsoft.com/office/drawing/2014/main" id="{34626515-1D87-9FDA-5AEA-4198E9C0C796}"/>
              </a:ext>
            </a:extLst>
          </p:cNvPr>
          <p:cNvGrpSpPr/>
          <p:nvPr/>
        </p:nvGrpSpPr>
        <p:grpSpPr>
          <a:xfrm>
            <a:off x="2265368" y="1218198"/>
            <a:ext cx="269656" cy="205670"/>
            <a:chOff x="2276505" y="1465110"/>
            <a:chExt cx="243090" cy="190530"/>
          </a:xfrm>
        </p:grpSpPr>
        <p:sp>
          <p:nvSpPr>
            <p:cNvPr id="2001" name="rect_1860">
              <a:extLst>
                <a:ext uri="{FF2B5EF4-FFF2-40B4-BE49-F238E27FC236}">
                  <a16:creationId xmlns:a16="http://schemas.microsoft.com/office/drawing/2014/main" id="{2DCE41B2-2E01-FBE3-8235-83692EF5BE46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2" name="ellipse_1861">
              <a:extLst>
                <a:ext uri="{FF2B5EF4-FFF2-40B4-BE49-F238E27FC236}">
                  <a16:creationId xmlns:a16="http://schemas.microsoft.com/office/drawing/2014/main" id="{EC7471F0-B616-F446-8F29-348B52DFAE2C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3" name="ellipse_1862">
              <a:extLst>
                <a:ext uri="{FF2B5EF4-FFF2-40B4-BE49-F238E27FC236}">
                  <a16:creationId xmlns:a16="http://schemas.microsoft.com/office/drawing/2014/main" id="{A7408153-9908-5636-6A96-3F0E71520D11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4" name="ellipse_1863">
              <a:extLst>
                <a:ext uri="{FF2B5EF4-FFF2-40B4-BE49-F238E27FC236}">
                  <a16:creationId xmlns:a16="http://schemas.microsoft.com/office/drawing/2014/main" id="{7A932570-2415-843E-18DB-BC2212C80506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5" name="ellipse_1864">
              <a:extLst>
                <a:ext uri="{FF2B5EF4-FFF2-40B4-BE49-F238E27FC236}">
                  <a16:creationId xmlns:a16="http://schemas.microsoft.com/office/drawing/2014/main" id="{CA3673D2-A768-9CA4-423F-8375A7AAC506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6" name="ellipse_1865">
              <a:extLst>
                <a:ext uri="{FF2B5EF4-FFF2-40B4-BE49-F238E27FC236}">
                  <a16:creationId xmlns:a16="http://schemas.microsoft.com/office/drawing/2014/main" id="{54162E2B-08E5-057D-BCC8-A09D96285DE5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7" name="ellipse_1866">
              <a:extLst>
                <a:ext uri="{FF2B5EF4-FFF2-40B4-BE49-F238E27FC236}">
                  <a16:creationId xmlns:a16="http://schemas.microsoft.com/office/drawing/2014/main" id="{228B4CC4-5346-AC7A-296E-8F1434C52B94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8" name="ellipse_1867">
              <a:extLst>
                <a:ext uri="{FF2B5EF4-FFF2-40B4-BE49-F238E27FC236}">
                  <a16:creationId xmlns:a16="http://schemas.microsoft.com/office/drawing/2014/main" id="{C9039F06-A72E-4274-BECF-E151458F1942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09" name="ellipse_1868">
              <a:extLst>
                <a:ext uri="{FF2B5EF4-FFF2-40B4-BE49-F238E27FC236}">
                  <a16:creationId xmlns:a16="http://schemas.microsoft.com/office/drawing/2014/main" id="{EBFD3430-2730-BF3C-0DAB-1989073F6844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010" name="PTV3 forward 2">
            <a:extLst>
              <a:ext uri="{FF2B5EF4-FFF2-40B4-BE49-F238E27FC236}">
                <a16:creationId xmlns:a16="http://schemas.microsoft.com/office/drawing/2014/main" id="{D9A7C9D2-4970-196D-E557-F3EF04FC85B6}"/>
              </a:ext>
            </a:extLst>
          </p:cNvPr>
          <p:cNvSpPr/>
          <p:nvPr/>
        </p:nvSpPr>
        <p:spPr>
          <a:xfrm>
            <a:off x="2554449" y="1321033"/>
            <a:ext cx="142387" cy="1"/>
          </a:xfrm>
          <a:custGeom>
            <a:avLst/>
            <a:gdLst/>
            <a:ahLst/>
            <a:cxnLst/>
            <a:rect l="0" t="0" r="w" b="h"/>
            <a:pathLst>
              <a:path w="164592" h="1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2011" name="Find | PTV3 stage 3 (no pseudo)">
            <a:extLst>
              <a:ext uri="{FF2B5EF4-FFF2-40B4-BE49-F238E27FC236}">
                <a16:creationId xmlns:a16="http://schemas.microsoft.com/office/drawing/2014/main" id="{F1C3FEFB-CA97-898D-E70A-CE0DFBF02FA6}"/>
              </a:ext>
            </a:extLst>
          </p:cNvPr>
          <p:cNvGrpSpPr/>
          <p:nvPr/>
        </p:nvGrpSpPr>
        <p:grpSpPr>
          <a:xfrm>
            <a:off x="2713208" y="1230063"/>
            <a:ext cx="244120" cy="181939"/>
            <a:chOff x="2703555" y="1491390"/>
            <a:chExt cx="190530" cy="137970"/>
          </a:xfrm>
        </p:grpSpPr>
        <p:sp>
          <p:nvSpPr>
            <p:cNvPr id="2012" name="rect_1874">
              <a:extLst>
                <a:ext uri="{FF2B5EF4-FFF2-40B4-BE49-F238E27FC236}">
                  <a16:creationId xmlns:a16="http://schemas.microsoft.com/office/drawing/2014/main" id="{93F6E4B1-3011-2CAB-4B03-6D60D3A9A05A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13" name="ellipse_1875">
              <a:extLst>
                <a:ext uri="{FF2B5EF4-FFF2-40B4-BE49-F238E27FC236}">
                  <a16:creationId xmlns:a16="http://schemas.microsoft.com/office/drawing/2014/main" id="{B2163DE5-2007-97BF-575D-0ADC3652DE11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14" name="ellipse_1876">
              <a:extLst>
                <a:ext uri="{FF2B5EF4-FFF2-40B4-BE49-F238E27FC236}">
                  <a16:creationId xmlns:a16="http://schemas.microsoft.com/office/drawing/2014/main" id="{E4737E89-C8AD-2FE6-D8AB-5604DADFB979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15" name="ellipse_1877">
              <a:extLst>
                <a:ext uri="{FF2B5EF4-FFF2-40B4-BE49-F238E27FC236}">
                  <a16:creationId xmlns:a16="http://schemas.microsoft.com/office/drawing/2014/main" id="{F7DE79B6-D4B1-A669-2B5B-788DBB4668E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16" name="ellipse_1878">
              <a:extLst>
                <a:ext uri="{FF2B5EF4-FFF2-40B4-BE49-F238E27FC236}">
                  <a16:creationId xmlns:a16="http://schemas.microsoft.com/office/drawing/2014/main" id="{24402ACB-ADC4-BE0F-EAFA-77CEF2230160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17" name="ellipse_1879">
              <a:extLst>
                <a:ext uri="{FF2B5EF4-FFF2-40B4-BE49-F238E27FC236}">
                  <a16:creationId xmlns:a16="http://schemas.microsoft.com/office/drawing/2014/main" id="{5C99D413-5AC5-C399-BAA0-33BF7E141EF9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018" name="PTV3 forward 3">
            <a:extLst>
              <a:ext uri="{FF2B5EF4-FFF2-40B4-BE49-F238E27FC236}">
                <a16:creationId xmlns:a16="http://schemas.microsoft.com/office/drawing/2014/main" id="{132E6259-912A-2B4A-B666-9ADAABA1DE9A}"/>
              </a:ext>
            </a:extLst>
          </p:cNvPr>
          <p:cNvSpPr/>
          <p:nvPr/>
        </p:nvSpPr>
        <p:spPr>
          <a:xfrm>
            <a:off x="2973698" y="1321033"/>
            <a:ext cx="142387" cy="1"/>
          </a:xfrm>
          <a:custGeom>
            <a:avLst/>
            <a:gdLst/>
            <a:ahLst/>
            <a:cxnLst/>
            <a:rect l="0" t="0" r="w" b="h"/>
            <a:pathLst>
              <a:path w="164592" h="1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2019" name="Find | PTV3 stage 4 (no pseudo)">
            <a:extLst>
              <a:ext uri="{FF2B5EF4-FFF2-40B4-BE49-F238E27FC236}">
                <a16:creationId xmlns:a16="http://schemas.microsoft.com/office/drawing/2014/main" id="{D52D8069-C97E-F538-7DA8-8C73712E278E}"/>
              </a:ext>
            </a:extLst>
          </p:cNvPr>
          <p:cNvGrpSpPr/>
          <p:nvPr/>
        </p:nvGrpSpPr>
        <p:grpSpPr>
          <a:xfrm>
            <a:off x="3135511" y="1218198"/>
            <a:ext cx="269656" cy="205670"/>
            <a:chOff x="3097755" y="1465110"/>
            <a:chExt cx="243090" cy="190530"/>
          </a:xfrm>
        </p:grpSpPr>
        <p:sp>
          <p:nvSpPr>
            <p:cNvPr id="2020" name="rect_1885">
              <a:extLst>
                <a:ext uri="{FF2B5EF4-FFF2-40B4-BE49-F238E27FC236}">
                  <a16:creationId xmlns:a16="http://schemas.microsoft.com/office/drawing/2014/main" id="{458048F6-8E44-0F4D-6544-D298AF105668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1" name="ellipse_1886">
              <a:extLst>
                <a:ext uri="{FF2B5EF4-FFF2-40B4-BE49-F238E27FC236}">
                  <a16:creationId xmlns:a16="http://schemas.microsoft.com/office/drawing/2014/main" id="{97E80F6E-2AD2-1648-04FD-EB92CCDC094E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2" name="ellipse_1887">
              <a:extLst>
                <a:ext uri="{FF2B5EF4-FFF2-40B4-BE49-F238E27FC236}">
                  <a16:creationId xmlns:a16="http://schemas.microsoft.com/office/drawing/2014/main" id="{C21535E3-74D8-98D1-DBDF-AE123E75ABBC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3" name="ellipse_1888">
              <a:extLst>
                <a:ext uri="{FF2B5EF4-FFF2-40B4-BE49-F238E27FC236}">
                  <a16:creationId xmlns:a16="http://schemas.microsoft.com/office/drawing/2014/main" id="{1CBBC9D5-0A50-8784-9F9D-6B6837257A57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4" name="ellipse_1889">
              <a:extLst>
                <a:ext uri="{FF2B5EF4-FFF2-40B4-BE49-F238E27FC236}">
                  <a16:creationId xmlns:a16="http://schemas.microsoft.com/office/drawing/2014/main" id="{E4E436C1-F914-C694-FC09-9A2775105A2C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5" name="ellipse_1890">
              <a:extLst>
                <a:ext uri="{FF2B5EF4-FFF2-40B4-BE49-F238E27FC236}">
                  <a16:creationId xmlns:a16="http://schemas.microsoft.com/office/drawing/2014/main" id="{E64E5D5D-42B7-B6E8-5BCE-0AF6815A1A1B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6" name="ellipse_1891">
              <a:extLst>
                <a:ext uri="{FF2B5EF4-FFF2-40B4-BE49-F238E27FC236}">
                  <a16:creationId xmlns:a16="http://schemas.microsoft.com/office/drawing/2014/main" id="{29979441-9A46-FD4F-5EF9-57D1E2D96675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7" name="ellipse_1892">
              <a:extLst>
                <a:ext uri="{FF2B5EF4-FFF2-40B4-BE49-F238E27FC236}">
                  <a16:creationId xmlns:a16="http://schemas.microsoft.com/office/drawing/2014/main" id="{5F5D3C83-AE82-D734-D3CC-10B1412F7776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28" name="ellipse_1893">
              <a:extLst>
                <a:ext uri="{FF2B5EF4-FFF2-40B4-BE49-F238E27FC236}">
                  <a16:creationId xmlns:a16="http://schemas.microsoft.com/office/drawing/2014/main" id="{09FFE84E-9924-0ACA-D90F-A502C9C7874F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029" name="PTV3 forward 4">
            <a:extLst>
              <a:ext uri="{FF2B5EF4-FFF2-40B4-BE49-F238E27FC236}">
                <a16:creationId xmlns:a16="http://schemas.microsoft.com/office/drawing/2014/main" id="{1B845282-DC02-4A19-8706-7DF124567B9D}"/>
              </a:ext>
            </a:extLst>
          </p:cNvPr>
          <p:cNvSpPr/>
          <p:nvPr/>
        </p:nvSpPr>
        <p:spPr>
          <a:xfrm>
            <a:off x="3424590" y="1321033"/>
            <a:ext cx="118656" cy="1"/>
          </a:xfrm>
          <a:custGeom>
            <a:avLst/>
            <a:gdLst/>
            <a:ahLst/>
            <a:cxnLst/>
            <a:rect l="0" t="0" r="w" b="h"/>
            <a:pathLst>
              <a:path w="137160" h="1">
                <a:moveTo>
                  <a:pt x="0" y="0"/>
                </a:moveTo>
                <a:lnTo>
                  <a:pt x="137160" y="0"/>
                </a:lnTo>
              </a:path>
            </a:pathLst>
          </a:custGeom>
          <a:noFill/>
          <a:ln w="10795" cap="rnd" cmpd="sng" algn="ctr">
            <a:solidFill>
              <a:srgbClr val="8E7CB5"/>
            </a:solidFill>
            <a:prstDash val="solid"/>
            <a:round/>
            <a:headEnd type="none" w="med" len="med"/>
            <a:tailEnd type="triangle" w="sm" len="sm"/>
          </a:ln>
        </p:spPr>
      </p:sp>
      <p:grpSp>
        <p:nvGrpSpPr>
          <p:cNvPr id="2030" name="Find | PTV3 stage 5 (no pseudo)">
            <a:extLst>
              <a:ext uri="{FF2B5EF4-FFF2-40B4-BE49-F238E27FC236}">
                <a16:creationId xmlns:a16="http://schemas.microsoft.com/office/drawing/2014/main" id="{C384FA75-B638-A6DE-B03F-D504195EF10B}"/>
              </a:ext>
            </a:extLst>
          </p:cNvPr>
          <p:cNvGrpSpPr/>
          <p:nvPr/>
        </p:nvGrpSpPr>
        <p:grpSpPr>
          <a:xfrm>
            <a:off x="3559066" y="1222153"/>
            <a:ext cx="276863" cy="197759"/>
            <a:chOff x="3473888" y="1438830"/>
            <a:chExt cx="279225" cy="243090"/>
          </a:xfrm>
        </p:grpSpPr>
        <p:sp>
          <p:nvSpPr>
            <p:cNvPr id="2031" name="rect_1899">
              <a:extLst>
                <a:ext uri="{FF2B5EF4-FFF2-40B4-BE49-F238E27FC236}">
                  <a16:creationId xmlns:a16="http://schemas.microsoft.com/office/drawing/2014/main" id="{30E7D741-3CFD-6EAA-89A5-76BD160B2CFF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2" name="ellipse_1900">
              <a:extLst>
                <a:ext uri="{FF2B5EF4-FFF2-40B4-BE49-F238E27FC236}">
                  <a16:creationId xmlns:a16="http://schemas.microsoft.com/office/drawing/2014/main" id="{584FDB94-F506-121E-C5F9-05EF5331340A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3" name="ellipse_1901">
              <a:extLst>
                <a:ext uri="{FF2B5EF4-FFF2-40B4-BE49-F238E27FC236}">
                  <a16:creationId xmlns:a16="http://schemas.microsoft.com/office/drawing/2014/main" id="{42B24C65-7489-ECF4-C3E9-A43A2EF1AEB5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4" name="ellipse_1902">
              <a:extLst>
                <a:ext uri="{FF2B5EF4-FFF2-40B4-BE49-F238E27FC236}">
                  <a16:creationId xmlns:a16="http://schemas.microsoft.com/office/drawing/2014/main" id="{10DAC03B-268C-BD36-FEC5-73D7DBC65CDB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5" name="ellipse_1903">
              <a:extLst>
                <a:ext uri="{FF2B5EF4-FFF2-40B4-BE49-F238E27FC236}">
                  <a16:creationId xmlns:a16="http://schemas.microsoft.com/office/drawing/2014/main" id="{0B3E2258-853D-1B36-3E49-3E1FC080224B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6" name="ellipse_1904">
              <a:extLst>
                <a:ext uri="{FF2B5EF4-FFF2-40B4-BE49-F238E27FC236}">
                  <a16:creationId xmlns:a16="http://schemas.microsoft.com/office/drawing/2014/main" id="{809ED377-5087-C99A-6955-08DB4FF0972C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7" name="ellipse_1905">
              <a:extLst>
                <a:ext uri="{FF2B5EF4-FFF2-40B4-BE49-F238E27FC236}">
                  <a16:creationId xmlns:a16="http://schemas.microsoft.com/office/drawing/2014/main" id="{0BE307F8-719A-F0E1-D336-58B62E1A92F6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8" name="ellipse_1906">
              <a:extLst>
                <a:ext uri="{FF2B5EF4-FFF2-40B4-BE49-F238E27FC236}">
                  <a16:creationId xmlns:a16="http://schemas.microsoft.com/office/drawing/2014/main" id="{1DC0B83A-DEC0-965E-1008-1DBADCC8D14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39" name="ellipse_1907">
              <a:extLst>
                <a:ext uri="{FF2B5EF4-FFF2-40B4-BE49-F238E27FC236}">
                  <a16:creationId xmlns:a16="http://schemas.microsoft.com/office/drawing/2014/main" id="{0B32DA57-DF68-0F03-1BC8-03B9188EC407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40" name="ellipse_1908">
              <a:extLst>
                <a:ext uri="{FF2B5EF4-FFF2-40B4-BE49-F238E27FC236}">
                  <a16:creationId xmlns:a16="http://schemas.microsoft.com/office/drawing/2014/main" id="{F43A6604-BF37-CD1B-980F-9691C418A21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41" name="ellipse_1909">
              <a:extLst>
                <a:ext uri="{FF2B5EF4-FFF2-40B4-BE49-F238E27FC236}">
                  <a16:creationId xmlns:a16="http://schemas.microsoft.com/office/drawing/2014/main" id="{71B94517-9187-EACC-C2F9-F0A100A2FF16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042" name="PTV3 Recycle loop">
            <a:extLst>
              <a:ext uri="{FF2B5EF4-FFF2-40B4-BE49-F238E27FC236}">
                <a16:creationId xmlns:a16="http://schemas.microsoft.com/office/drawing/2014/main" id="{DDC273F8-B22B-0479-C0D3-094813BE59D5}"/>
              </a:ext>
            </a:extLst>
          </p:cNvPr>
          <p:cNvSpPr/>
          <p:nvPr/>
        </p:nvSpPr>
        <p:spPr>
          <a:xfrm>
            <a:off x="1973036" y="1439688"/>
            <a:ext cx="1724462" cy="102835"/>
          </a:xfrm>
          <a:custGeom>
            <a:avLst/>
            <a:gdLst/>
            <a:ahLst/>
            <a:cxnLst/>
            <a:rect l="0" t="0" r="w" b="h"/>
            <a:pathLst>
              <a:path w="1993392" h="118872">
                <a:moveTo>
                  <a:pt x="1993392" y="0"/>
                </a:moveTo>
                <a:lnTo>
                  <a:pt x="1993392" y="118872"/>
                </a:lnTo>
                <a:lnTo>
                  <a:pt x="0" y="118872"/>
                </a:lnTo>
                <a:lnTo>
                  <a:pt x="0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2043" name="Rectangle 12150">
            <a:extLst>
              <a:ext uri="{FF2B5EF4-FFF2-40B4-BE49-F238E27FC236}">
                <a16:creationId xmlns:a16="http://schemas.microsoft.com/office/drawing/2014/main" id="{150A2265-B213-E00D-118C-2309C7D6B84E}"/>
              </a:ext>
            </a:extLst>
          </p:cNvPr>
          <p:cNvSpPr/>
          <p:nvPr/>
        </p:nvSpPr>
        <p:spPr>
          <a:xfrm>
            <a:off x="2629598" y="1487151"/>
            <a:ext cx="411339" cy="102835"/>
          </a:xfrm>
          <a:prstGeom prst="rect">
            <a:avLst/>
          </a:prstGeom>
          <a:solidFill>
            <a:srgbClr val="F7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044" name="TextBox 12151">
            <a:extLst>
              <a:ext uri="{FF2B5EF4-FFF2-40B4-BE49-F238E27FC236}">
                <a16:creationId xmlns:a16="http://schemas.microsoft.com/office/drawing/2014/main" id="{7BEB720C-F094-6C41-B944-10D2EA845389}"/>
              </a:ext>
            </a:extLst>
          </p:cNvPr>
          <p:cNvSpPr txBox="1"/>
          <p:nvPr/>
        </p:nvSpPr>
        <p:spPr>
          <a:xfrm>
            <a:off x="261377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045" name="TextBox 12152">
            <a:extLst>
              <a:ext uri="{FF2B5EF4-FFF2-40B4-BE49-F238E27FC236}">
                <a16:creationId xmlns:a16="http://schemas.microsoft.com/office/drawing/2014/main" id="{56D62EE8-83F4-C44F-4AE7-E5DCA86B073C}"/>
              </a:ext>
            </a:extLst>
          </p:cNvPr>
          <p:cNvSpPr txBox="1"/>
          <p:nvPr/>
        </p:nvSpPr>
        <p:spPr>
          <a:xfrm>
            <a:off x="174363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046" name="Voxel-to-point fusion 1">
            <a:extLst>
              <a:ext uri="{FF2B5EF4-FFF2-40B4-BE49-F238E27FC236}">
                <a16:creationId xmlns:a16="http://schemas.microsoft.com/office/drawing/2014/main" id="{DD171F44-05B9-F1AC-6DD4-C6D271F6610E}"/>
              </a:ext>
            </a:extLst>
          </p:cNvPr>
          <p:cNvSpPr/>
          <p:nvPr/>
        </p:nvSpPr>
        <p:spPr>
          <a:xfrm>
            <a:off x="1973037" y="1028349"/>
            <a:ext cx="1" cy="181939"/>
          </a:xfrm>
          <a:custGeom>
            <a:avLst/>
            <a:gdLst/>
            <a:ahLst/>
            <a:cxnLst/>
            <a:rect l="0" t="0" r="w" b="h"/>
            <a:pathLst>
              <a:path w="1" h="210312">
                <a:moveTo>
                  <a:pt x="0" y="0"/>
                </a:moveTo>
                <a:lnTo>
                  <a:pt x="0" y="210312"/>
                </a:lnTo>
              </a:path>
            </a:pathLst>
          </a:custGeom>
          <a:noFill/>
          <a:ln w="1143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2047" name="Voxel-to-point fusion 3">
            <a:extLst>
              <a:ext uri="{FF2B5EF4-FFF2-40B4-BE49-F238E27FC236}">
                <a16:creationId xmlns:a16="http://schemas.microsoft.com/office/drawing/2014/main" id="{5B1571D6-FDAE-32C0-EAD8-34BFEE8D3A32}"/>
              </a:ext>
            </a:extLst>
          </p:cNvPr>
          <p:cNvSpPr/>
          <p:nvPr/>
        </p:nvSpPr>
        <p:spPr>
          <a:xfrm>
            <a:off x="2835267" y="1028349"/>
            <a:ext cx="1" cy="181939"/>
          </a:xfrm>
          <a:custGeom>
            <a:avLst/>
            <a:gdLst/>
            <a:ahLst/>
            <a:cxnLst/>
            <a:rect l="0" t="0" r="w" b="h"/>
            <a:pathLst>
              <a:path w="1" h="210312">
                <a:moveTo>
                  <a:pt x="0" y="0"/>
                </a:moveTo>
                <a:lnTo>
                  <a:pt x="0" y="210312"/>
                </a:lnTo>
              </a:path>
            </a:pathLst>
          </a:custGeom>
          <a:noFill/>
          <a:ln w="1143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2048" name="Voxel-to-point fusion 5">
            <a:extLst>
              <a:ext uri="{FF2B5EF4-FFF2-40B4-BE49-F238E27FC236}">
                <a16:creationId xmlns:a16="http://schemas.microsoft.com/office/drawing/2014/main" id="{9A8463EB-303F-C514-C6D5-3C2138591410}"/>
              </a:ext>
            </a:extLst>
          </p:cNvPr>
          <p:cNvSpPr/>
          <p:nvPr/>
        </p:nvSpPr>
        <p:spPr>
          <a:xfrm>
            <a:off x="3697498" y="1028349"/>
            <a:ext cx="1" cy="181939"/>
          </a:xfrm>
          <a:custGeom>
            <a:avLst/>
            <a:gdLst/>
            <a:ahLst/>
            <a:cxnLst/>
            <a:rect l="0" t="0" r="w" b="h"/>
            <a:pathLst>
              <a:path w="1" h="210312">
                <a:moveTo>
                  <a:pt x="0" y="0"/>
                </a:moveTo>
                <a:lnTo>
                  <a:pt x="0" y="210312"/>
                </a:lnTo>
              </a:path>
            </a:pathLst>
          </a:custGeom>
          <a:noFill/>
          <a:ln w="1143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2049" name="TextBox 12153">
            <a:extLst>
              <a:ext uri="{FF2B5EF4-FFF2-40B4-BE49-F238E27FC236}">
                <a16:creationId xmlns:a16="http://schemas.microsoft.com/office/drawing/2014/main" id="{BC769BC7-3981-0A8F-5443-4DB7CEC5AA84}"/>
              </a:ext>
            </a:extLst>
          </p:cNvPr>
          <p:cNvSpPr txBox="1"/>
          <p:nvPr/>
        </p:nvSpPr>
        <p:spPr>
          <a:xfrm>
            <a:off x="2590045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050" name="Find | Blobs output card">
            <a:extLst>
              <a:ext uri="{FF2B5EF4-FFF2-40B4-BE49-F238E27FC236}">
                <a16:creationId xmlns:a16="http://schemas.microsoft.com/office/drawing/2014/main" id="{8058E67F-5404-B2A7-4150-4CD685DDBA99}"/>
              </a:ext>
            </a:extLst>
          </p:cNvPr>
          <p:cNvSpPr/>
          <p:nvPr/>
        </p:nvSpPr>
        <p:spPr>
          <a:xfrm>
            <a:off x="404418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051" name="TextBox 12155">
            <a:extLst>
              <a:ext uri="{FF2B5EF4-FFF2-40B4-BE49-F238E27FC236}">
                <a16:creationId xmlns:a16="http://schemas.microsoft.com/office/drawing/2014/main" id="{14D129D8-CF4D-78C0-9E7C-35AA92AD1F99}"/>
              </a:ext>
            </a:extLst>
          </p:cNvPr>
          <p:cNvSpPr txBox="1"/>
          <p:nvPr/>
        </p:nvSpPr>
        <p:spPr>
          <a:xfrm>
            <a:off x="392051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2052" name="TextBox 12160">
            <a:extLst>
              <a:ext uri="{FF2B5EF4-FFF2-40B4-BE49-F238E27FC236}">
                <a16:creationId xmlns:a16="http://schemas.microsoft.com/office/drawing/2014/main" id="{DD89AE60-F007-F280-C3BC-2B89A7F1A62D}"/>
              </a:ext>
            </a:extLst>
          </p:cNvPr>
          <p:cNvSpPr txBox="1"/>
          <p:nvPr/>
        </p:nvSpPr>
        <p:spPr>
          <a:xfrm>
            <a:off x="534876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2053" name="TextBox 12161">
            <a:extLst>
              <a:ext uri="{FF2B5EF4-FFF2-40B4-BE49-F238E27FC236}">
                <a16:creationId xmlns:a16="http://schemas.microsoft.com/office/drawing/2014/main" id="{9C55D576-C82E-113B-96EE-BD026E9BA80B}"/>
              </a:ext>
            </a:extLst>
          </p:cNvPr>
          <p:cNvSpPr txBox="1"/>
          <p:nvPr/>
        </p:nvSpPr>
        <p:spPr>
          <a:xfrm>
            <a:off x="2563797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2054" name="Match | Center divider">
            <a:extLst>
              <a:ext uri="{FF2B5EF4-FFF2-40B4-BE49-F238E27FC236}">
                <a16:creationId xmlns:a16="http://schemas.microsoft.com/office/drawing/2014/main" id="{E62C946C-0DFB-2B89-E45F-0635A47D15AD}"/>
              </a:ext>
            </a:extLst>
          </p:cNvPr>
          <p:cNvSpPr/>
          <p:nvPr/>
        </p:nvSpPr>
        <p:spPr>
          <a:xfrm>
            <a:off x="2474533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055" name="TextBox 12164">
            <a:extLst>
              <a:ext uri="{FF2B5EF4-FFF2-40B4-BE49-F238E27FC236}">
                <a16:creationId xmlns:a16="http://schemas.microsoft.com/office/drawing/2014/main" id="{BA963F5B-43A7-680E-A112-89D10CA5E621}"/>
              </a:ext>
            </a:extLst>
          </p:cNvPr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grpSp>
        <p:nvGrpSpPr>
          <p:cNvPr id="2056" name="Match | Fig1 Receptor">
            <a:extLst>
              <a:ext uri="{FF2B5EF4-FFF2-40B4-BE49-F238E27FC236}">
                <a16:creationId xmlns:a16="http://schemas.microsoft.com/office/drawing/2014/main" id="{AF9DA45A-0AF1-BA18-19CD-E6B56046E895}"/>
              </a:ext>
            </a:extLst>
          </p:cNvPr>
          <p:cNvGrpSpPr/>
          <p:nvPr/>
        </p:nvGrpSpPr>
        <p:grpSpPr>
          <a:xfrm>
            <a:off x="608030" y="2373113"/>
            <a:ext cx="280854" cy="348056"/>
            <a:chOff x="599474" y="4025272"/>
            <a:chExt cx="1349091" cy="1671901"/>
          </a:xfrm>
        </p:grpSpPr>
        <p:sp>
          <p:nvSpPr>
            <p:cNvPr id="2057" name="Input_receptor__227">
              <a:extLst>
                <a:ext uri="{FF2B5EF4-FFF2-40B4-BE49-F238E27FC236}">
                  <a16:creationId xmlns:a16="http://schemas.microsoft.com/office/drawing/2014/main" id="{29869DDF-D233-CD5F-C4F5-44A48F0A7307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058" name="Input_receptor__228">
              <a:extLst>
                <a:ext uri="{FF2B5EF4-FFF2-40B4-BE49-F238E27FC236}">
                  <a16:creationId xmlns:a16="http://schemas.microsoft.com/office/drawing/2014/main" id="{84FEF3C4-35A9-816C-B089-1214DE05F0B2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059" name="Input_receptor__229">
              <a:extLst>
                <a:ext uri="{FF2B5EF4-FFF2-40B4-BE49-F238E27FC236}">
                  <a16:creationId xmlns:a16="http://schemas.microsoft.com/office/drawing/2014/main" id="{23A8E01C-E9BB-2738-1A63-3B95F9EBAC01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060" name="Input_receptor__230">
              <a:extLst>
                <a:ext uri="{FF2B5EF4-FFF2-40B4-BE49-F238E27FC236}">
                  <a16:creationId xmlns:a16="http://schemas.microsoft.com/office/drawing/2014/main" id="{98C42682-9F69-EFC9-FF86-317D47D61BF4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061" name="Input_receptor__231">
              <a:extLst>
                <a:ext uri="{FF2B5EF4-FFF2-40B4-BE49-F238E27FC236}">
                  <a16:creationId xmlns:a16="http://schemas.microsoft.com/office/drawing/2014/main" id="{1EF6E330-1FCF-6B20-66DD-61425A9B38B7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062" name="Input_receptor__232">
              <a:extLst>
                <a:ext uri="{FF2B5EF4-FFF2-40B4-BE49-F238E27FC236}">
                  <a16:creationId xmlns:a16="http://schemas.microsoft.com/office/drawing/2014/main" id="{79BDE4DF-E615-1AAB-CB9D-5734826767CB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063" name="Input_receptor__233">
              <a:extLst>
                <a:ext uri="{FF2B5EF4-FFF2-40B4-BE49-F238E27FC236}">
                  <a16:creationId xmlns:a16="http://schemas.microsoft.com/office/drawing/2014/main" id="{5746E7B6-BB1C-DE06-8692-BA21013B247D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064" name="Input_receptor__234">
              <a:extLst>
                <a:ext uri="{FF2B5EF4-FFF2-40B4-BE49-F238E27FC236}">
                  <a16:creationId xmlns:a16="http://schemas.microsoft.com/office/drawing/2014/main" id="{19852AEA-1D7A-64DF-D546-CCD4E83037B2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065" name="Input_receptor__235">
              <a:extLst>
                <a:ext uri="{FF2B5EF4-FFF2-40B4-BE49-F238E27FC236}">
                  <a16:creationId xmlns:a16="http://schemas.microsoft.com/office/drawing/2014/main" id="{FAEB6796-3131-C5B3-4BFC-BAC950BC77BE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066" name="Input_receptor__236">
              <a:extLst>
                <a:ext uri="{FF2B5EF4-FFF2-40B4-BE49-F238E27FC236}">
                  <a16:creationId xmlns:a16="http://schemas.microsoft.com/office/drawing/2014/main" id="{E1C7C614-962B-9008-3544-1F35FAD09EC3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067" name="Input_receptor__237">
              <a:extLst>
                <a:ext uri="{FF2B5EF4-FFF2-40B4-BE49-F238E27FC236}">
                  <a16:creationId xmlns:a16="http://schemas.microsoft.com/office/drawing/2014/main" id="{02DC7A29-C467-A913-0015-BE1236DD1ED9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068" name="Input_receptor__238">
              <a:extLst>
                <a:ext uri="{FF2B5EF4-FFF2-40B4-BE49-F238E27FC236}">
                  <a16:creationId xmlns:a16="http://schemas.microsoft.com/office/drawing/2014/main" id="{CB402552-53D8-2CD7-A77A-ACC1E314A271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069" name="Input_receptor__239">
              <a:extLst>
                <a:ext uri="{FF2B5EF4-FFF2-40B4-BE49-F238E27FC236}">
                  <a16:creationId xmlns:a16="http://schemas.microsoft.com/office/drawing/2014/main" id="{00E1C2FD-F6CF-903F-018F-870E631BE96A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070" name="Input_receptor__240">
              <a:extLst>
                <a:ext uri="{FF2B5EF4-FFF2-40B4-BE49-F238E27FC236}">
                  <a16:creationId xmlns:a16="http://schemas.microsoft.com/office/drawing/2014/main" id="{A09739B0-D12D-9385-38A9-168A08FF7061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071" name="Input_receptor__241">
              <a:extLst>
                <a:ext uri="{FF2B5EF4-FFF2-40B4-BE49-F238E27FC236}">
                  <a16:creationId xmlns:a16="http://schemas.microsoft.com/office/drawing/2014/main" id="{AACE3BE3-E2D1-6AFB-124C-0CAEC30D6D29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072" name="Input_receptor__242">
              <a:extLst>
                <a:ext uri="{FF2B5EF4-FFF2-40B4-BE49-F238E27FC236}">
                  <a16:creationId xmlns:a16="http://schemas.microsoft.com/office/drawing/2014/main" id="{8F4FCF04-465C-2D6C-0E22-E3B860D6EF36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073" name="Input_receptor__243">
              <a:extLst>
                <a:ext uri="{FF2B5EF4-FFF2-40B4-BE49-F238E27FC236}">
                  <a16:creationId xmlns:a16="http://schemas.microsoft.com/office/drawing/2014/main" id="{F468DAD5-0BFE-18C4-C3AE-BD93F020802C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074" name="Input_receptor__244">
              <a:extLst>
                <a:ext uri="{FF2B5EF4-FFF2-40B4-BE49-F238E27FC236}">
                  <a16:creationId xmlns:a16="http://schemas.microsoft.com/office/drawing/2014/main" id="{E9B767FB-E633-DF9E-7EF4-8938D7D6BCB0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075" name="Input_receptor__245">
              <a:extLst>
                <a:ext uri="{FF2B5EF4-FFF2-40B4-BE49-F238E27FC236}">
                  <a16:creationId xmlns:a16="http://schemas.microsoft.com/office/drawing/2014/main" id="{64F7E2F1-4979-7EC1-1A04-65B6ED6F44D5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076" name="Input_receptor__246">
              <a:extLst>
                <a:ext uri="{FF2B5EF4-FFF2-40B4-BE49-F238E27FC236}">
                  <a16:creationId xmlns:a16="http://schemas.microsoft.com/office/drawing/2014/main" id="{E2A176E2-47F3-42FB-7431-A787F751EF49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77" name="Input_receptor__247">
              <a:extLst>
                <a:ext uri="{FF2B5EF4-FFF2-40B4-BE49-F238E27FC236}">
                  <a16:creationId xmlns:a16="http://schemas.microsoft.com/office/drawing/2014/main" id="{FF97F188-A64D-D804-11AB-1C10F4EBD271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78" name="Input_receptor__248">
              <a:extLst>
                <a:ext uri="{FF2B5EF4-FFF2-40B4-BE49-F238E27FC236}">
                  <a16:creationId xmlns:a16="http://schemas.microsoft.com/office/drawing/2014/main" id="{ECD4B42E-D01B-B94F-E004-67CD63255E9E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79" name="Input_receptor__249">
              <a:extLst>
                <a:ext uri="{FF2B5EF4-FFF2-40B4-BE49-F238E27FC236}">
                  <a16:creationId xmlns:a16="http://schemas.microsoft.com/office/drawing/2014/main" id="{8C7E0996-392F-076E-C56B-46B5CC64A5FF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80" name="Input_receptor__250">
              <a:extLst>
                <a:ext uri="{FF2B5EF4-FFF2-40B4-BE49-F238E27FC236}">
                  <a16:creationId xmlns:a16="http://schemas.microsoft.com/office/drawing/2014/main" id="{83830129-AD80-6157-7CB2-815A28DAD5D4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81" name="Input_receptor__251">
              <a:extLst>
                <a:ext uri="{FF2B5EF4-FFF2-40B4-BE49-F238E27FC236}">
                  <a16:creationId xmlns:a16="http://schemas.microsoft.com/office/drawing/2014/main" id="{36C81C31-CAE8-654F-C683-325D4DB7734B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82" name="Input_receptor__252">
              <a:extLst>
                <a:ext uri="{FF2B5EF4-FFF2-40B4-BE49-F238E27FC236}">
                  <a16:creationId xmlns:a16="http://schemas.microsoft.com/office/drawing/2014/main" id="{F93F24E4-449B-80EC-667F-42E639FF6948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83" name="Input_receptor__253">
              <a:extLst>
                <a:ext uri="{FF2B5EF4-FFF2-40B4-BE49-F238E27FC236}">
                  <a16:creationId xmlns:a16="http://schemas.microsoft.com/office/drawing/2014/main" id="{2F18D159-A504-E030-5F3E-3D0E343FBD0E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84" name="Input_receptor__254">
              <a:extLst>
                <a:ext uri="{FF2B5EF4-FFF2-40B4-BE49-F238E27FC236}">
                  <a16:creationId xmlns:a16="http://schemas.microsoft.com/office/drawing/2014/main" id="{3A49420A-F2F5-D0D3-B62D-959D849732AF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085" name="Input_receptor__255">
              <a:extLst>
                <a:ext uri="{FF2B5EF4-FFF2-40B4-BE49-F238E27FC236}">
                  <a16:creationId xmlns:a16="http://schemas.microsoft.com/office/drawing/2014/main" id="{84D22B37-53DC-3C6C-7CA7-7CE7F3C9FEC8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086" name="Input_receptor__256">
              <a:extLst>
                <a:ext uri="{FF2B5EF4-FFF2-40B4-BE49-F238E27FC236}">
                  <a16:creationId xmlns:a16="http://schemas.microsoft.com/office/drawing/2014/main" id="{EAC648AD-9350-DAE9-E966-31EBAA56BB05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087" name="Input_receptor__257">
              <a:extLst>
                <a:ext uri="{FF2B5EF4-FFF2-40B4-BE49-F238E27FC236}">
                  <a16:creationId xmlns:a16="http://schemas.microsoft.com/office/drawing/2014/main" id="{69D00143-2373-6696-62FD-2D92E309D7C1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088" name="Input_receptor__258">
              <a:extLst>
                <a:ext uri="{FF2B5EF4-FFF2-40B4-BE49-F238E27FC236}">
                  <a16:creationId xmlns:a16="http://schemas.microsoft.com/office/drawing/2014/main" id="{738AF054-47C0-3D00-A54B-746D370A6305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089" name="Input_receptor__259">
              <a:extLst>
                <a:ext uri="{FF2B5EF4-FFF2-40B4-BE49-F238E27FC236}">
                  <a16:creationId xmlns:a16="http://schemas.microsoft.com/office/drawing/2014/main" id="{1DEF836E-1DBA-2441-1370-278E6B3ECFCF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090" name="Input_receptor__260">
              <a:extLst>
                <a:ext uri="{FF2B5EF4-FFF2-40B4-BE49-F238E27FC236}">
                  <a16:creationId xmlns:a16="http://schemas.microsoft.com/office/drawing/2014/main" id="{55BB8F5B-E8E5-D992-95CE-7B078C48BAE6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091" name="Input_receptor__261">
              <a:extLst>
                <a:ext uri="{FF2B5EF4-FFF2-40B4-BE49-F238E27FC236}">
                  <a16:creationId xmlns:a16="http://schemas.microsoft.com/office/drawing/2014/main" id="{650AF8BE-AB55-9D45-50D3-488E2B9BFE44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092" name="Input_receptor__262">
              <a:extLst>
                <a:ext uri="{FF2B5EF4-FFF2-40B4-BE49-F238E27FC236}">
                  <a16:creationId xmlns:a16="http://schemas.microsoft.com/office/drawing/2014/main" id="{665B49D8-9E49-EEDF-E221-336AF82E473F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093" name="Input_receptor__263">
              <a:extLst>
                <a:ext uri="{FF2B5EF4-FFF2-40B4-BE49-F238E27FC236}">
                  <a16:creationId xmlns:a16="http://schemas.microsoft.com/office/drawing/2014/main" id="{F7BF2971-E8C6-8351-73D4-49CF06DC1632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094" name="Input_receptor__264">
              <a:extLst>
                <a:ext uri="{FF2B5EF4-FFF2-40B4-BE49-F238E27FC236}">
                  <a16:creationId xmlns:a16="http://schemas.microsoft.com/office/drawing/2014/main" id="{EACEE252-BA3B-3D1C-7E63-EA161336673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095" name="Input_receptor__265">
              <a:extLst>
                <a:ext uri="{FF2B5EF4-FFF2-40B4-BE49-F238E27FC236}">
                  <a16:creationId xmlns:a16="http://schemas.microsoft.com/office/drawing/2014/main" id="{23B5EDA0-BCC6-209F-24BE-1066066603D0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096" name="Input_receptor__266">
              <a:extLst>
                <a:ext uri="{FF2B5EF4-FFF2-40B4-BE49-F238E27FC236}">
                  <a16:creationId xmlns:a16="http://schemas.microsoft.com/office/drawing/2014/main" id="{70061C36-29FC-CD2A-6C10-4A090E3690A0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097" name="Input_receptor__267">
              <a:extLst>
                <a:ext uri="{FF2B5EF4-FFF2-40B4-BE49-F238E27FC236}">
                  <a16:creationId xmlns:a16="http://schemas.microsoft.com/office/drawing/2014/main" id="{D0944785-08C0-A65A-52A5-A7264D71871B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098" name="Input_receptor__268">
              <a:extLst>
                <a:ext uri="{FF2B5EF4-FFF2-40B4-BE49-F238E27FC236}">
                  <a16:creationId xmlns:a16="http://schemas.microsoft.com/office/drawing/2014/main" id="{EBF47CB5-E6D9-3A04-864B-8F6D71FC0D37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099" name="Input_receptor__269">
              <a:extLst>
                <a:ext uri="{FF2B5EF4-FFF2-40B4-BE49-F238E27FC236}">
                  <a16:creationId xmlns:a16="http://schemas.microsoft.com/office/drawing/2014/main" id="{D240FA01-FAA0-5EC8-13BC-7B92E49402A9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100" name="Input_receptor__270">
              <a:extLst>
                <a:ext uri="{FF2B5EF4-FFF2-40B4-BE49-F238E27FC236}">
                  <a16:creationId xmlns:a16="http://schemas.microsoft.com/office/drawing/2014/main" id="{6215DE8B-CDAB-4ABE-BAAE-14839DB6C3E2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101" name="Input_receptor__271">
              <a:extLst>
                <a:ext uri="{FF2B5EF4-FFF2-40B4-BE49-F238E27FC236}">
                  <a16:creationId xmlns:a16="http://schemas.microsoft.com/office/drawing/2014/main" id="{9BB1E901-69B7-A317-2C72-744E1A74C7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102" name="Input_receptor__272">
              <a:extLst>
                <a:ext uri="{FF2B5EF4-FFF2-40B4-BE49-F238E27FC236}">
                  <a16:creationId xmlns:a16="http://schemas.microsoft.com/office/drawing/2014/main" id="{6F505A88-7A9D-62AD-B910-F1649A8863F5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103" name="Input_receptor__273">
              <a:extLst>
                <a:ext uri="{FF2B5EF4-FFF2-40B4-BE49-F238E27FC236}">
                  <a16:creationId xmlns:a16="http://schemas.microsoft.com/office/drawing/2014/main" id="{447A763E-56DB-1211-AA53-9D0528273BE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104" name="Input_receptor__274">
              <a:extLst>
                <a:ext uri="{FF2B5EF4-FFF2-40B4-BE49-F238E27FC236}">
                  <a16:creationId xmlns:a16="http://schemas.microsoft.com/office/drawing/2014/main" id="{00A33899-AC48-EB8F-2913-D8016E1FF515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105" name="Input_receptor__275">
              <a:extLst>
                <a:ext uri="{FF2B5EF4-FFF2-40B4-BE49-F238E27FC236}">
                  <a16:creationId xmlns:a16="http://schemas.microsoft.com/office/drawing/2014/main" id="{8D187EF1-97A4-C4DC-8FA5-892699A755FA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106" name="Input_receptor__276">
              <a:extLst>
                <a:ext uri="{FF2B5EF4-FFF2-40B4-BE49-F238E27FC236}">
                  <a16:creationId xmlns:a16="http://schemas.microsoft.com/office/drawing/2014/main" id="{099EF55C-4977-2980-965D-43A84BA514E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107" name="Input_receptor__277">
              <a:extLst>
                <a:ext uri="{FF2B5EF4-FFF2-40B4-BE49-F238E27FC236}">
                  <a16:creationId xmlns:a16="http://schemas.microsoft.com/office/drawing/2014/main" id="{4634651F-4D21-222F-990D-349B2A3FCC4A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108" name="Input_receptor__278">
              <a:extLst>
                <a:ext uri="{FF2B5EF4-FFF2-40B4-BE49-F238E27FC236}">
                  <a16:creationId xmlns:a16="http://schemas.microsoft.com/office/drawing/2014/main" id="{2438E8E3-6E2F-D604-15A6-2881ADB6AA5A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109" name="Input_receptor__279">
              <a:extLst>
                <a:ext uri="{FF2B5EF4-FFF2-40B4-BE49-F238E27FC236}">
                  <a16:creationId xmlns:a16="http://schemas.microsoft.com/office/drawing/2014/main" id="{91C2835D-00F3-1FC2-EB43-176AF5EB6C12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110" name="Input_receptor__280">
              <a:extLst>
                <a:ext uri="{FF2B5EF4-FFF2-40B4-BE49-F238E27FC236}">
                  <a16:creationId xmlns:a16="http://schemas.microsoft.com/office/drawing/2014/main" id="{98D4F4AA-656A-5B62-59EC-8E83E47B842C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111" name="Input_receptor__281">
              <a:extLst>
                <a:ext uri="{FF2B5EF4-FFF2-40B4-BE49-F238E27FC236}">
                  <a16:creationId xmlns:a16="http://schemas.microsoft.com/office/drawing/2014/main" id="{FC9CFC1C-003F-7FBA-FF17-AAF7CCECA03B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2" name="Input_receptor__282">
              <a:extLst>
                <a:ext uri="{FF2B5EF4-FFF2-40B4-BE49-F238E27FC236}">
                  <a16:creationId xmlns:a16="http://schemas.microsoft.com/office/drawing/2014/main" id="{B2CC5B6D-E3B8-6F56-8C8C-5C88C6548E93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3" name="Input_receptor__283">
              <a:extLst>
                <a:ext uri="{FF2B5EF4-FFF2-40B4-BE49-F238E27FC236}">
                  <a16:creationId xmlns:a16="http://schemas.microsoft.com/office/drawing/2014/main" id="{B2E3D6E8-BB39-0E15-9987-A852718FDCE2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4" name="Input_receptor__284">
              <a:extLst>
                <a:ext uri="{FF2B5EF4-FFF2-40B4-BE49-F238E27FC236}">
                  <a16:creationId xmlns:a16="http://schemas.microsoft.com/office/drawing/2014/main" id="{DFF295FF-CB50-2C8A-8A16-10C813EE85B8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5" name="Input_receptor__285">
              <a:extLst>
                <a:ext uri="{FF2B5EF4-FFF2-40B4-BE49-F238E27FC236}">
                  <a16:creationId xmlns:a16="http://schemas.microsoft.com/office/drawing/2014/main" id="{B89A7293-F924-BF4C-C2CA-297D6E642B91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6" name="Input_receptor__286">
              <a:extLst>
                <a:ext uri="{FF2B5EF4-FFF2-40B4-BE49-F238E27FC236}">
                  <a16:creationId xmlns:a16="http://schemas.microsoft.com/office/drawing/2014/main" id="{8A3766C8-26B3-59ED-8DD3-A84185A0C885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7" name="Input_receptor__287">
              <a:extLst>
                <a:ext uri="{FF2B5EF4-FFF2-40B4-BE49-F238E27FC236}">
                  <a16:creationId xmlns:a16="http://schemas.microsoft.com/office/drawing/2014/main" id="{07851885-E784-796B-4BDA-B39E51F5CFB0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8" name="Input_receptor__288">
              <a:extLst>
                <a:ext uri="{FF2B5EF4-FFF2-40B4-BE49-F238E27FC236}">
                  <a16:creationId xmlns:a16="http://schemas.microsoft.com/office/drawing/2014/main" id="{01042BFC-93D9-6232-0C6D-EC8A0C4ECD8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19" name="Input_receptor__289">
              <a:extLst>
                <a:ext uri="{FF2B5EF4-FFF2-40B4-BE49-F238E27FC236}">
                  <a16:creationId xmlns:a16="http://schemas.microsoft.com/office/drawing/2014/main" id="{6C514382-0C7B-E4EC-66CD-E6ADA77D4C08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20" name="Input_receptor__290">
              <a:extLst>
                <a:ext uri="{FF2B5EF4-FFF2-40B4-BE49-F238E27FC236}">
                  <a16:creationId xmlns:a16="http://schemas.microsoft.com/office/drawing/2014/main" id="{4ADEB8B5-4183-5894-323A-DD60AE32001B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21" name="Input_receptor__291">
              <a:extLst>
                <a:ext uri="{FF2B5EF4-FFF2-40B4-BE49-F238E27FC236}">
                  <a16:creationId xmlns:a16="http://schemas.microsoft.com/office/drawing/2014/main" id="{369C78AD-49F1-3287-89B0-D90C3771A8B4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22" name="Input_receptor__292">
              <a:extLst>
                <a:ext uri="{FF2B5EF4-FFF2-40B4-BE49-F238E27FC236}">
                  <a16:creationId xmlns:a16="http://schemas.microsoft.com/office/drawing/2014/main" id="{F282B4D9-559E-72FF-6A4A-FE5C25D90CA7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123" name="Input_receptor__293">
              <a:extLst>
                <a:ext uri="{FF2B5EF4-FFF2-40B4-BE49-F238E27FC236}">
                  <a16:creationId xmlns:a16="http://schemas.microsoft.com/office/drawing/2014/main" id="{1944C9E3-E9F8-9672-566E-8E418C9E49DC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124" name="Input_receptor__294">
              <a:extLst>
                <a:ext uri="{FF2B5EF4-FFF2-40B4-BE49-F238E27FC236}">
                  <a16:creationId xmlns:a16="http://schemas.microsoft.com/office/drawing/2014/main" id="{7EC354EC-48A1-2C8E-6153-AC78DA69ADEF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125" name="Input_receptor__295">
              <a:extLst>
                <a:ext uri="{FF2B5EF4-FFF2-40B4-BE49-F238E27FC236}">
                  <a16:creationId xmlns:a16="http://schemas.microsoft.com/office/drawing/2014/main" id="{E9188A47-E536-5B6A-E5BE-A7459C2FBFDB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126" name="Input_receptor__296">
              <a:extLst>
                <a:ext uri="{FF2B5EF4-FFF2-40B4-BE49-F238E27FC236}">
                  <a16:creationId xmlns:a16="http://schemas.microsoft.com/office/drawing/2014/main" id="{A8F8C3CF-16C6-8341-C264-DA0F67AE3E86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127" name="Input_receptor__297">
              <a:extLst>
                <a:ext uri="{FF2B5EF4-FFF2-40B4-BE49-F238E27FC236}">
                  <a16:creationId xmlns:a16="http://schemas.microsoft.com/office/drawing/2014/main" id="{57BD345C-CD7A-808A-2735-69E1DFEA5B5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128" name="Input_receptor__298">
              <a:extLst>
                <a:ext uri="{FF2B5EF4-FFF2-40B4-BE49-F238E27FC236}">
                  <a16:creationId xmlns:a16="http://schemas.microsoft.com/office/drawing/2014/main" id="{17E6FF39-30DE-03B8-9DFD-5B19CA53E7D2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29" name="Input_receptor__299">
              <a:extLst>
                <a:ext uri="{FF2B5EF4-FFF2-40B4-BE49-F238E27FC236}">
                  <a16:creationId xmlns:a16="http://schemas.microsoft.com/office/drawing/2014/main" id="{2B8C378B-052A-5CA7-253F-79C286264ACA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0" name="Input_receptor__300">
              <a:extLst>
                <a:ext uri="{FF2B5EF4-FFF2-40B4-BE49-F238E27FC236}">
                  <a16:creationId xmlns:a16="http://schemas.microsoft.com/office/drawing/2014/main" id="{EE746523-26AE-A9D9-228C-7C9D67B500AD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1" name="Input_receptor__301">
              <a:extLst>
                <a:ext uri="{FF2B5EF4-FFF2-40B4-BE49-F238E27FC236}">
                  <a16:creationId xmlns:a16="http://schemas.microsoft.com/office/drawing/2014/main" id="{16437427-F64B-A9CE-7753-97C645D76D01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2" name="Input_receptor__302">
              <a:extLst>
                <a:ext uri="{FF2B5EF4-FFF2-40B4-BE49-F238E27FC236}">
                  <a16:creationId xmlns:a16="http://schemas.microsoft.com/office/drawing/2014/main" id="{A07CDC74-6426-B416-FAE3-A14E67D90A3B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3" name="Input_receptor__303">
              <a:extLst>
                <a:ext uri="{FF2B5EF4-FFF2-40B4-BE49-F238E27FC236}">
                  <a16:creationId xmlns:a16="http://schemas.microsoft.com/office/drawing/2014/main" id="{74EEB293-A0BE-3BDC-F535-341A2E4DBABD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4" name="Input_receptor__304">
              <a:extLst>
                <a:ext uri="{FF2B5EF4-FFF2-40B4-BE49-F238E27FC236}">
                  <a16:creationId xmlns:a16="http://schemas.microsoft.com/office/drawing/2014/main" id="{D4E3BF5C-880A-EA45-7F8F-36F30D4C0B0A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5" name="Input_receptor__305">
              <a:extLst>
                <a:ext uri="{FF2B5EF4-FFF2-40B4-BE49-F238E27FC236}">
                  <a16:creationId xmlns:a16="http://schemas.microsoft.com/office/drawing/2014/main" id="{CFBCDC0A-E0D4-6161-A754-15F24233B0D3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6" name="Input_receptor__306">
              <a:extLst>
                <a:ext uri="{FF2B5EF4-FFF2-40B4-BE49-F238E27FC236}">
                  <a16:creationId xmlns:a16="http://schemas.microsoft.com/office/drawing/2014/main" id="{72FBA419-F99F-0F09-616B-F64B85A92074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7" name="Input_receptor__307">
              <a:extLst>
                <a:ext uri="{FF2B5EF4-FFF2-40B4-BE49-F238E27FC236}">
                  <a16:creationId xmlns:a16="http://schemas.microsoft.com/office/drawing/2014/main" id="{ADD2EE02-27D6-3576-382B-9D24C8BAA98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8" name="Input_receptor__308">
              <a:extLst>
                <a:ext uri="{FF2B5EF4-FFF2-40B4-BE49-F238E27FC236}">
                  <a16:creationId xmlns:a16="http://schemas.microsoft.com/office/drawing/2014/main" id="{90F15CB4-AB43-BD51-6087-9B5D89861DFD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2139" name="Input_receptor__309">
              <a:extLst>
                <a:ext uri="{FF2B5EF4-FFF2-40B4-BE49-F238E27FC236}">
                  <a16:creationId xmlns:a16="http://schemas.microsoft.com/office/drawing/2014/main" id="{2E93FDE9-5326-C164-95E9-F7DA6D26B82F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2140" name="Input_receptor__310">
              <a:extLst>
                <a:ext uri="{FF2B5EF4-FFF2-40B4-BE49-F238E27FC236}">
                  <a16:creationId xmlns:a16="http://schemas.microsoft.com/office/drawing/2014/main" id="{E7D7D079-D7D7-8136-89C5-258FF2DE57A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1" name="Input_receptor__311">
              <a:extLst>
                <a:ext uri="{FF2B5EF4-FFF2-40B4-BE49-F238E27FC236}">
                  <a16:creationId xmlns:a16="http://schemas.microsoft.com/office/drawing/2014/main" id="{8EFE0230-FC9F-62C4-D970-F3CACBD1AC49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2" name="Input_receptor__312">
              <a:extLst>
                <a:ext uri="{FF2B5EF4-FFF2-40B4-BE49-F238E27FC236}">
                  <a16:creationId xmlns:a16="http://schemas.microsoft.com/office/drawing/2014/main" id="{B57E2E11-9111-77D4-8D32-A036DD9C1532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3" name="Input_receptor__313">
              <a:extLst>
                <a:ext uri="{FF2B5EF4-FFF2-40B4-BE49-F238E27FC236}">
                  <a16:creationId xmlns:a16="http://schemas.microsoft.com/office/drawing/2014/main" id="{413CBE34-321F-2EC3-CE03-82C002947DB7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4" name="Input_receptor__314">
              <a:extLst>
                <a:ext uri="{FF2B5EF4-FFF2-40B4-BE49-F238E27FC236}">
                  <a16:creationId xmlns:a16="http://schemas.microsoft.com/office/drawing/2014/main" id="{8F966851-BE61-4BD2-AECD-4C41D74287E2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5" name="Input_receptor__315">
              <a:extLst>
                <a:ext uri="{FF2B5EF4-FFF2-40B4-BE49-F238E27FC236}">
                  <a16:creationId xmlns:a16="http://schemas.microsoft.com/office/drawing/2014/main" id="{0C67D960-E93C-1315-1AE3-EAB5B6C9333F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6" name="Input_receptor__316">
              <a:extLst>
                <a:ext uri="{FF2B5EF4-FFF2-40B4-BE49-F238E27FC236}">
                  <a16:creationId xmlns:a16="http://schemas.microsoft.com/office/drawing/2014/main" id="{ADA1ED5A-E440-66D3-C9A1-F09B63294567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7" name="Input_receptor__317">
              <a:extLst>
                <a:ext uri="{FF2B5EF4-FFF2-40B4-BE49-F238E27FC236}">
                  <a16:creationId xmlns:a16="http://schemas.microsoft.com/office/drawing/2014/main" id="{E3FD885C-C78A-658E-01A7-5FB99BE675E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8" name="Input_receptor__318">
              <a:extLst>
                <a:ext uri="{FF2B5EF4-FFF2-40B4-BE49-F238E27FC236}">
                  <a16:creationId xmlns:a16="http://schemas.microsoft.com/office/drawing/2014/main" id="{B69DB7F1-0BFB-BD93-CC0C-F2E4535BBFB9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49" name="Input_receptor__319">
              <a:extLst>
                <a:ext uri="{FF2B5EF4-FFF2-40B4-BE49-F238E27FC236}">
                  <a16:creationId xmlns:a16="http://schemas.microsoft.com/office/drawing/2014/main" id="{5E4945B0-A704-7C7E-D832-D10BF0F3E193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50" name="Input_receptor__320">
              <a:extLst>
                <a:ext uri="{FF2B5EF4-FFF2-40B4-BE49-F238E27FC236}">
                  <a16:creationId xmlns:a16="http://schemas.microsoft.com/office/drawing/2014/main" id="{BA3D72C7-0898-B93E-BB7B-3695864EE18A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2151" name="Input_receptor__321">
              <a:extLst>
                <a:ext uri="{FF2B5EF4-FFF2-40B4-BE49-F238E27FC236}">
                  <a16:creationId xmlns:a16="http://schemas.microsoft.com/office/drawing/2014/main" id="{BF75D4B8-74EA-6305-098E-DA3CFA9D8A7E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2152" name="Input_receptor__322">
              <a:extLst>
                <a:ext uri="{FF2B5EF4-FFF2-40B4-BE49-F238E27FC236}">
                  <a16:creationId xmlns:a16="http://schemas.microsoft.com/office/drawing/2014/main" id="{FD5451B3-B87E-ADDA-81AF-1607B90A5E4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2153" name="Input_receptor__323">
              <a:extLst>
                <a:ext uri="{FF2B5EF4-FFF2-40B4-BE49-F238E27FC236}">
                  <a16:creationId xmlns:a16="http://schemas.microsoft.com/office/drawing/2014/main" id="{54821EB7-84ED-844F-3230-23999D16AC54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2154" name="Input_receptor__324">
              <a:extLst>
                <a:ext uri="{FF2B5EF4-FFF2-40B4-BE49-F238E27FC236}">
                  <a16:creationId xmlns:a16="http://schemas.microsoft.com/office/drawing/2014/main" id="{6B2EA076-D557-19CF-19F7-B2D9744D4AB1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2155" name="Input_receptor__325">
              <a:extLst>
                <a:ext uri="{FF2B5EF4-FFF2-40B4-BE49-F238E27FC236}">
                  <a16:creationId xmlns:a16="http://schemas.microsoft.com/office/drawing/2014/main" id="{13D58C2B-3982-CEA5-86E9-76DE8206B8A3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56" name="Input_receptor__326">
              <a:extLst>
                <a:ext uri="{FF2B5EF4-FFF2-40B4-BE49-F238E27FC236}">
                  <a16:creationId xmlns:a16="http://schemas.microsoft.com/office/drawing/2014/main" id="{DA390CBC-3B61-5B02-D9C0-D2752D238670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57" name="Input_receptor__327">
              <a:extLst>
                <a:ext uri="{FF2B5EF4-FFF2-40B4-BE49-F238E27FC236}">
                  <a16:creationId xmlns:a16="http://schemas.microsoft.com/office/drawing/2014/main" id="{CDED46F8-C270-6CBB-E4F1-0BBAAD964A8B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58" name="Input_receptor__328">
              <a:extLst>
                <a:ext uri="{FF2B5EF4-FFF2-40B4-BE49-F238E27FC236}">
                  <a16:creationId xmlns:a16="http://schemas.microsoft.com/office/drawing/2014/main" id="{239C6158-16F2-A227-1BEC-5DD95937A2F8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59" name="Input_receptor__329">
              <a:extLst>
                <a:ext uri="{FF2B5EF4-FFF2-40B4-BE49-F238E27FC236}">
                  <a16:creationId xmlns:a16="http://schemas.microsoft.com/office/drawing/2014/main" id="{E38B94E5-D02C-B3DD-8E82-FCFAE701398A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0" name="Input_receptor__330">
              <a:extLst>
                <a:ext uri="{FF2B5EF4-FFF2-40B4-BE49-F238E27FC236}">
                  <a16:creationId xmlns:a16="http://schemas.microsoft.com/office/drawing/2014/main" id="{52524F46-C637-04E6-C406-63B7071CBC99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2161" name="Input_receptor__331">
              <a:extLst>
                <a:ext uri="{FF2B5EF4-FFF2-40B4-BE49-F238E27FC236}">
                  <a16:creationId xmlns:a16="http://schemas.microsoft.com/office/drawing/2014/main" id="{7E9DB668-768B-D405-650B-11D40F639609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2" name="Input_receptor__332">
              <a:extLst>
                <a:ext uri="{FF2B5EF4-FFF2-40B4-BE49-F238E27FC236}">
                  <a16:creationId xmlns:a16="http://schemas.microsoft.com/office/drawing/2014/main" id="{5E13FDA4-EE60-9B74-84C6-F4B64582E58F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3" name="Input_receptor__333">
              <a:extLst>
                <a:ext uri="{FF2B5EF4-FFF2-40B4-BE49-F238E27FC236}">
                  <a16:creationId xmlns:a16="http://schemas.microsoft.com/office/drawing/2014/main" id="{670A432C-33F9-6948-4F08-4510A5717BFF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4" name="Input_receptor__334">
              <a:extLst>
                <a:ext uri="{FF2B5EF4-FFF2-40B4-BE49-F238E27FC236}">
                  <a16:creationId xmlns:a16="http://schemas.microsoft.com/office/drawing/2014/main" id="{C9911FDA-A947-1C3C-AD64-6FEBD6F44EB9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5" name="Input_receptor__335">
              <a:extLst>
                <a:ext uri="{FF2B5EF4-FFF2-40B4-BE49-F238E27FC236}">
                  <a16:creationId xmlns:a16="http://schemas.microsoft.com/office/drawing/2014/main" id="{72E18C1A-3539-8383-C13F-AD09876CE46A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6" name="Input_receptor__336">
              <a:extLst>
                <a:ext uri="{FF2B5EF4-FFF2-40B4-BE49-F238E27FC236}">
                  <a16:creationId xmlns:a16="http://schemas.microsoft.com/office/drawing/2014/main" id="{CCF756D9-E494-FC18-960F-0820A66B038D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7" name="Input_receptor__337">
              <a:extLst>
                <a:ext uri="{FF2B5EF4-FFF2-40B4-BE49-F238E27FC236}">
                  <a16:creationId xmlns:a16="http://schemas.microsoft.com/office/drawing/2014/main" id="{76B1BB1F-0FBC-28EC-E4DC-975EB55D07C3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2168" name="Input_receptor__338">
              <a:extLst>
                <a:ext uri="{FF2B5EF4-FFF2-40B4-BE49-F238E27FC236}">
                  <a16:creationId xmlns:a16="http://schemas.microsoft.com/office/drawing/2014/main" id="{EC4769A7-B8A2-1682-79A6-AF21F1479982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2169" name="Input_receptor__339">
              <a:extLst>
                <a:ext uri="{FF2B5EF4-FFF2-40B4-BE49-F238E27FC236}">
                  <a16:creationId xmlns:a16="http://schemas.microsoft.com/office/drawing/2014/main" id="{BDE892EB-DEDB-10A4-E346-5F52E896420B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2170" name="Input_receptor__340">
              <a:extLst>
                <a:ext uri="{FF2B5EF4-FFF2-40B4-BE49-F238E27FC236}">
                  <a16:creationId xmlns:a16="http://schemas.microsoft.com/office/drawing/2014/main" id="{2726FD10-27A8-2FAE-67ED-BC16BFF97F8A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2171" name="Input_receptor__341">
              <a:extLst>
                <a:ext uri="{FF2B5EF4-FFF2-40B4-BE49-F238E27FC236}">
                  <a16:creationId xmlns:a16="http://schemas.microsoft.com/office/drawing/2014/main" id="{1C1E7445-D6E5-C87B-7131-7B28BDEF25A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2172" name="Input_receptor__342">
              <a:extLst>
                <a:ext uri="{FF2B5EF4-FFF2-40B4-BE49-F238E27FC236}">
                  <a16:creationId xmlns:a16="http://schemas.microsoft.com/office/drawing/2014/main" id="{F218DC7F-DD81-1B97-D512-1BF5F895BC7D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2173" name="Input_receptor__343">
              <a:extLst>
                <a:ext uri="{FF2B5EF4-FFF2-40B4-BE49-F238E27FC236}">
                  <a16:creationId xmlns:a16="http://schemas.microsoft.com/office/drawing/2014/main" id="{FA30DBE3-EBEA-37A7-4099-45C8BF877299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2174" name="Input_receptor__344">
              <a:extLst>
                <a:ext uri="{FF2B5EF4-FFF2-40B4-BE49-F238E27FC236}">
                  <a16:creationId xmlns:a16="http://schemas.microsoft.com/office/drawing/2014/main" id="{6701A55B-6DD9-8A04-A806-99C0DBD976F7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2175" name="Input_receptor__345">
              <a:extLst>
                <a:ext uri="{FF2B5EF4-FFF2-40B4-BE49-F238E27FC236}">
                  <a16:creationId xmlns:a16="http://schemas.microsoft.com/office/drawing/2014/main" id="{1F63E4E9-6591-573C-BE46-83320C2F2FE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2176" name="Input_receptor__346">
              <a:extLst>
                <a:ext uri="{FF2B5EF4-FFF2-40B4-BE49-F238E27FC236}">
                  <a16:creationId xmlns:a16="http://schemas.microsoft.com/office/drawing/2014/main" id="{8CC961ED-9721-DCD2-C887-EF0BC837D5C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2177" name="Input_receptor__347">
              <a:extLst>
                <a:ext uri="{FF2B5EF4-FFF2-40B4-BE49-F238E27FC236}">
                  <a16:creationId xmlns:a16="http://schemas.microsoft.com/office/drawing/2014/main" id="{5846F26F-87C2-6F1D-5A17-058A50C97755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2178" name="Input_receptor__348">
              <a:extLst>
                <a:ext uri="{FF2B5EF4-FFF2-40B4-BE49-F238E27FC236}">
                  <a16:creationId xmlns:a16="http://schemas.microsoft.com/office/drawing/2014/main" id="{68079091-1D25-6AA1-B6D2-91D6AB97A20E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2179" name="Input_receptor__349">
              <a:extLst>
                <a:ext uri="{FF2B5EF4-FFF2-40B4-BE49-F238E27FC236}">
                  <a16:creationId xmlns:a16="http://schemas.microsoft.com/office/drawing/2014/main" id="{7F0F9E8B-EAE1-E1C2-976E-FB7E4FD93989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2180" name="Input_receptor__350">
              <a:extLst>
                <a:ext uri="{FF2B5EF4-FFF2-40B4-BE49-F238E27FC236}">
                  <a16:creationId xmlns:a16="http://schemas.microsoft.com/office/drawing/2014/main" id="{FAB25250-BFD0-F19A-386C-75B68A3627D6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2181" name="Input_receptor__351">
              <a:extLst>
                <a:ext uri="{FF2B5EF4-FFF2-40B4-BE49-F238E27FC236}">
                  <a16:creationId xmlns:a16="http://schemas.microsoft.com/office/drawing/2014/main" id="{6E3B984C-C54B-27EF-46F7-8014670C3B4E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2182" name="Input_receptor__352">
              <a:extLst>
                <a:ext uri="{FF2B5EF4-FFF2-40B4-BE49-F238E27FC236}">
                  <a16:creationId xmlns:a16="http://schemas.microsoft.com/office/drawing/2014/main" id="{23361647-7DE5-BA08-BE24-29FEF310904A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2183" name="Input_receptor__353">
              <a:extLst>
                <a:ext uri="{FF2B5EF4-FFF2-40B4-BE49-F238E27FC236}">
                  <a16:creationId xmlns:a16="http://schemas.microsoft.com/office/drawing/2014/main" id="{380CA6EE-02E0-417A-61A8-409487B10030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2184" name="Input_receptor__354">
              <a:extLst>
                <a:ext uri="{FF2B5EF4-FFF2-40B4-BE49-F238E27FC236}">
                  <a16:creationId xmlns:a16="http://schemas.microsoft.com/office/drawing/2014/main" id="{93C02ED2-A36F-E360-F6B4-102A0C9B09A6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85" name="Input_receptor__355">
              <a:extLst>
                <a:ext uri="{FF2B5EF4-FFF2-40B4-BE49-F238E27FC236}">
                  <a16:creationId xmlns:a16="http://schemas.microsoft.com/office/drawing/2014/main" id="{522D2BCD-4D04-7CBE-5D43-0E948F7429E2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2186" name="Input_receptor__356">
              <a:extLst>
                <a:ext uri="{FF2B5EF4-FFF2-40B4-BE49-F238E27FC236}">
                  <a16:creationId xmlns:a16="http://schemas.microsoft.com/office/drawing/2014/main" id="{9569EB41-BDB5-BDED-73EA-14A3B65158A5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87" name="Input_receptor__357">
              <a:extLst>
                <a:ext uri="{FF2B5EF4-FFF2-40B4-BE49-F238E27FC236}">
                  <a16:creationId xmlns:a16="http://schemas.microsoft.com/office/drawing/2014/main" id="{A6A70519-4C8F-DD01-64F1-7756C03C5E0A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88" name="Input_receptor__358">
              <a:extLst>
                <a:ext uri="{FF2B5EF4-FFF2-40B4-BE49-F238E27FC236}">
                  <a16:creationId xmlns:a16="http://schemas.microsoft.com/office/drawing/2014/main" id="{BAA3DF53-DA3B-711B-2DC7-69FE4F781E3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89" name="Input_receptor__359">
              <a:extLst>
                <a:ext uri="{FF2B5EF4-FFF2-40B4-BE49-F238E27FC236}">
                  <a16:creationId xmlns:a16="http://schemas.microsoft.com/office/drawing/2014/main" id="{8B604F36-0E4D-9211-8519-16B9861706C4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90" name="Input_receptor__360">
              <a:extLst>
                <a:ext uri="{FF2B5EF4-FFF2-40B4-BE49-F238E27FC236}">
                  <a16:creationId xmlns:a16="http://schemas.microsoft.com/office/drawing/2014/main" id="{83F7E59C-B60D-8003-C27C-B22FB3E05E9D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91" name="Input_receptor__361">
              <a:extLst>
                <a:ext uri="{FF2B5EF4-FFF2-40B4-BE49-F238E27FC236}">
                  <a16:creationId xmlns:a16="http://schemas.microsoft.com/office/drawing/2014/main" id="{8FE722FE-EB98-699A-4211-4E58A57E1202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92" name="Input_receptor__362">
              <a:extLst>
                <a:ext uri="{FF2B5EF4-FFF2-40B4-BE49-F238E27FC236}">
                  <a16:creationId xmlns:a16="http://schemas.microsoft.com/office/drawing/2014/main" id="{E51AA5AB-BC5D-CE53-8410-82E93A58C481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93" name="Input_receptor__363">
              <a:extLst>
                <a:ext uri="{FF2B5EF4-FFF2-40B4-BE49-F238E27FC236}">
                  <a16:creationId xmlns:a16="http://schemas.microsoft.com/office/drawing/2014/main" id="{9AAAABB8-6DEE-AB12-6553-0E7FBE62331D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94" name="Input_receptor__364">
              <a:extLst>
                <a:ext uri="{FF2B5EF4-FFF2-40B4-BE49-F238E27FC236}">
                  <a16:creationId xmlns:a16="http://schemas.microsoft.com/office/drawing/2014/main" id="{8661D284-C7E8-9409-8938-19D4DC8A0F3D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95" name="Input_receptor__365">
              <a:extLst>
                <a:ext uri="{FF2B5EF4-FFF2-40B4-BE49-F238E27FC236}">
                  <a16:creationId xmlns:a16="http://schemas.microsoft.com/office/drawing/2014/main" id="{FC82CF71-FD90-3E86-DD89-32B47DA9E13F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2196" name="Input_receptor__366">
              <a:extLst>
                <a:ext uri="{FF2B5EF4-FFF2-40B4-BE49-F238E27FC236}">
                  <a16:creationId xmlns:a16="http://schemas.microsoft.com/office/drawing/2014/main" id="{6E494DBF-F36B-13F0-7668-FAC2E9CA2C9D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2197" name="Input_receptor__367">
              <a:extLst>
                <a:ext uri="{FF2B5EF4-FFF2-40B4-BE49-F238E27FC236}">
                  <a16:creationId xmlns:a16="http://schemas.microsoft.com/office/drawing/2014/main" id="{CAA4A65A-97DC-2273-6014-A4A3595ABB52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2198" name="Input_receptor__368">
              <a:extLst>
                <a:ext uri="{FF2B5EF4-FFF2-40B4-BE49-F238E27FC236}">
                  <a16:creationId xmlns:a16="http://schemas.microsoft.com/office/drawing/2014/main" id="{7F2C25B6-A6C5-6BB6-3FAA-EE03AA64764A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199" name="Input_receptor__369">
              <a:extLst>
                <a:ext uri="{FF2B5EF4-FFF2-40B4-BE49-F238E27FC236}">
                  <a16:creationId xmlns:a16="http://schemas.microsoft.com/office/drawing/2014/main" id="{86F421DC-80FF-AC64-225A-1E133361EB57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0" name="Input_receptor__370">
              <a:extLst>
                <a:ext uri="{FF2B5EF4-FFF2-40B4-BE49-F238E27FC236}">
                  <a16:creationId xmlns:a16="http://schemas.microsoft.com/office/drawing/2014/main" id="{2D4A6DF6-26BC-ED12-CDFA-1769F6147FDD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2201" name="Input_receptor__371">
              <a:extLst>
                <a:ext uri="{FF2B5EF4-FFF2-40B4-BE49-F238E27FC236}">
                  <a16:creationId xmlns:a16="http://schemas.microsoft.com/office/drawing/2014/main" id="{6960994A-C3CB-C253-7381-1E2C0A1D82DC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2" name="Input_receptor__372">
              <a:extLst>
                <a:ext uri="{FF2B5EF4-FFF2-40B4-BE49-F238E27FC236}">
                  <a16:creationId xmlns:a16="http://schemas.microsoft.com/office/drawing/2014/main" id="{92B532AA-8F46-E997-7498-32A24E8BF500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2203" name="Input_receptor__373">
              <a:extLst>
                <a:ext uri="{FF2B5EF4-FFF2-40B4-BE49-F238E27FC236}">
                  <a16:creationId xmlns:a16="http://schemas.microsoft.com/office/drawing/2014/main" id="{469FBEB1-2CF7-1B82-A99D-41034B151377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4" name="Input_receptor__374">
              <a:extLst>
                <a:ext uri="{FF2B5EF4-FFF2-40B4-BE49-F238E27FC236}">
                  <a16:creationId xmlns:a16="http://schemas.microsoft.com/office/drawing/2014/main" id="{F5B60991-FF66-5275-0810-FF9255D114D9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5" name="Input_receptor__375">
              <a:extLst>
                <a:ext uri="{FF2B5EF4-FFF2-40B4-BE49-F238E27FC236}">
                  <a16:creationId xmlns:a16="http://schemas.microsoft.com/office/drawing/2014/main" id="{C562FACE-C543-512D-D677-0F7CFC0703EF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6" name="Input_receptor__376">
              <a:extLst>
                <a:ext uri="{FF2B5EF4-FFF2-40B4-BE49-F238E27FC236}">
                  <a16:creationId xmlns:a16="http://schemas.microsoft.com/office/drawing/2014/main" id="{16A2CABB-2DA5-3C5A-31C6-C4175F00B637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7" name="Input_receptor__377">
              <a:extLst>
                <a:ext uri="{FF2B5EF4-FFF2-40B4-BE49-F238E27FC236}">
                  <a16:creationId xmlns:a16="http://schemas.microsoft.com/office/drawing/2014/main" id="{2E1A3755-3683-869E-9539-555D15CD5B47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8" name="Input_receptor__378">
              <a:extLst>
                <a:ext uri="{FF2B5EF4-FFF2-40B4-BE49-F238E27FC236}">
                  <a16:creationId xmlns:a16="http://schemas.microsoft.com/office/drawing/2014/main" id="{7EE9B667-7928-E0C4-76A6-59706D0B4251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09" name="Input_receptor__379">
              <a:extLst>
                <a:ext uri="{FF2B5EF4-FFF2-40B4-BE49-F238E27FC236}">
                  <a16:creationId xmlns:a16="http://schemas.microsoft.com/office/drawing/2014/main" id="{A723B203-2D45-BF47-7FC5-C402A2EFCA66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2210" name="Input_receptor__380">
              <a:extLst>
                <a:ext uri="{FF2B5EF4-FFF2-40B4-BE49-F238E27FC236}">
                  <a16:creationId xmlns:a16="http://schemas.microsoft.com/office/drawing/2014/main" id="{465EC471-250A-101B-7E5C-E187A19B3FB4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2211" name="Input_receptor__381">
              <a:extLst>
                <a:ext uri="{FF2B5EF4-FFF2-40B4-BE49-F238E27FC236}">
                  <a16:creationId xmlns:a16="http://schemas.microsoft.com/office/drawing/2014/main" id="{D25C1526-9E7E-C467-6A16-9B25C3D586B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2212" name="Input_receptor__382">
              <a:extLst>
                <a:ext uri="{FF2B5EF4-FFF2-40B4-BE49-F238E27FC236}">
                  <a16:creationId xmlns:a16="http://schemas.microsoft.com/office/drawing/2014/main" id="{0A05882B-9722-B217-D5E4-38C2D8920CBF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2213" name="Input_receptor__383">
              <a:extLst>
                <a:ext uri="{FF2B5EF4-FFF2-40B4-BE49-F238E27FC236}">
                  <a16:creationId xmlns:a16="http://schemas.microsoft.com/office/drawing/2014/main" id="{D9B70432-CCC2-7989-C85A-2C0236E8AFC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2214" name="Input_receptor__384">
              <a:extLst>
                <a:ext uri="{FF2B5EF4-FFF2-40B4-BE49-F238E27FC236}">
                  <a16:creationId xmlns:a16="http://schemas.microsoft.com/office/drawing/2014/main" id="{7EE79EAA-0A70-B1C5-E97D-159FA4053B09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15" name="Input_receptor__385">
              <a:extLst>
                <a:ext uri="{FF2B5EF4-FFF2-40B4-BE49-F238E27FC236}">
                  <a16:creationId xmlns:a16="http://schemas.microsoft.com/office/drawing/2014/main" id="{EC26D59F-ADD3-7B30-54CF-F1095AF1154B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2216" name="Input_receptor__386">
              <a:extLst>
                <a:ext uri="{FF2B5EF4-FFF2-40B4-BE49-F238E27FC236}">
                  <a16:creationId xmlns:a16="http://schemas.microsoft.com/office/drawing/2014/main" id="{FECCAF30-1B13-5C7D-F7B2-6CEFD9D164F3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17" name="Input_receptor__387">
              <a:extLst>
                <a:ext uri="{FF2B5EF4-FFF2-40B4-BE49-F238E27FC236}">
                  <a16:creationId xmlns:a16="http://schemas.microsoft.com/office/drawing/2014/main" id="{F5E3395E-D679-AD6E-0B01-B7FD8957F9ED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18" name="Input_receptor__388">
              <a:extLst>
                <a:ext uri="{FF2B5EF4-FFF2-40B4-BE49-F238E27FC236}">
                  <a16:creationId xmlns:a16="http://schemas.microsoft.com/office/drawing/2014/main" id="{9BD71867-66EA-917B-C9CB-B9EAF4768237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19" name="Input_receptor__389">
              <a:extLst>
                <a:ext uri="{FF2B5EF4-FFF2-40B4-BE49-F238E27FC236}">
                  <a16:creationId xmlns:a16="http://schemas.microsoft.com/office/drawing/2014/main" id="{9AD644DB-3427-C3AA-51D0-A03AD5CB37D9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0" name="Input_receptor__390">
              <a:extLst>
                <a:ext uri="{FF2B5EF4-FFF2-40B4-BE49-F238E27FC236}">
                  <a16:creationId xmlns:a16="http://schemas.microsoft.com/office/drawing/2014/main" id="{54C7DA1F-5670-7D78-4774-56D319145502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1" name="Input_receptor__391">
              <a:extLst>
                <a:ext uri="{FF2B5EF4-FFF2-40B4-BE49-F238E27FC236}">
                  <a16:creationId xmlns:a16="http://schemas.microsoft.com/office/drawing/2014/main" id="{8BBE9118-CFB0-9B15-7C20-C96668066D10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2" name="Input_receptor__392">
              <a:extLst>
                <a:ext uri="{FF2B5EF4-FFF2-40B4-BE49-F238E27FC236}">
                  <a16:creationId xmlns:a16="http://schemas.microsoft.com/office/drawing/2014/main" id="{AA2B6F13-F7FE-7543-14A9-7C97D626E76D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3" name="Input_receptor__393">
              <a:extLst>
                <a:ext uri="{FF2B5EF4-FFF2-40B4-BE49-F238E27FC236}">
                  <a16:creationId xmlns:a16="http://schemas.microsoft.com/office/drawing/2014/main" id="{1B4241D6-FA74-AA21-427D-248B86290FEB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4" name="Input_receptor__394">
              <a:extLst>
                <a:ext uri="{FF2B5EF4-FFF2-40B4-BE49-F238E27FC236}">
                  <a16:creationId xmlns:a16="http://schemas.microsoft.com/office/drawing/2014/main" id="{F4289DF0-8267-FA50-7333-D8752CF525E0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5" name="Input_receptor__395">
              <a:extLst>
                <a:ext uri="{FF2B5EF4-FFF2-40B4-BE49-F238E27FC236}">
                  <a16:creationId xmlns:a16="http://schemas.microsoft.com/office/drawing/2014/main" id="{E58D5896-F78D-82E9-DD78-35ED38D1E102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6" name="Input_receptor__396">
              <a:extLst>
                <a:ext uri="{FF2B5EF4-FFF2-40B4-BE49-F238E27FC236}">
                  <a16:creationId xmlns:a16="http://schemas.microsoft.com/office/drawing/2014/main" id="{52BE9187-6443-2C1D-A438-E6BF619133E2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2227" name="Input_receptor__397">
              <a:extLst>
                <a:ext uri="{FF2B5EF4-FFF2-40B4-BE49-F238E27FC236}">
                  <a16:creationId xmlns:a16="http://schemas.microsoft.com/office/drawing/2014/main" id="{C9868126-2AEA-7069-B5CA-65BCC4874B7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8" name="Input_receptor__398">
              <a:extLst>
                <a:ext uri="{FF2B5EF4-FFF2-40B4-BE49-F238E27FC236}">
                  <a16:creationId xmlns:a16="http://schemas.microsoft.com/office/drawing/2014/main" id="{D2827117-C7E7-90F4-10F4-110D081F42B3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2229" name="Input_receptor__399">
              <a:extLst>
                <a:ext uri="{FF2B5EF4-FFF2-40B4-BE49-F238E27FC236}">
                  <a16:creationId xmlns:a16="http://schemas.microsoft.com/office/drawing/2014/main" id="{04B184EE-7F18-6673-C2FD-AE6779C0AF54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2230" name="Input_receptor__400">
              <a:extLst>
                <a:ext uri="{FF2B5EF4-FFF2-40B4-BE49-F238E27FC236}">
                  <a16:creationId xmlns:a16="http://schemas.microsoft.com/office/drawing/2014/main" id="{AA1D2AD6-B884-A088-376C-CE63CAB57CD8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2231" name="Input_receptor__401">
              <a:extLst>
                <a:ext uri="{FF2B5EF4-FFF2-40B4-BE49-F238E27FC236}">
                  <a16:creationId xmlns:a16="http://schemas.microsoft.com/office/drawing/2014/main" id="{78503F47-F8E6-7758-A5F5-5ADBD0CB0460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2232" name="Input_receptor__402">
              <a:extLst>
                <a:ext uri="{FF2B5EF4-FFF2-40B4-BE49-F238E27FC236}">
                  <a16:creationId xmlns:a16="http://schemas.microsoft.com/office/drawing/2014/main" id="{4F88B27C-A045-188F-1A8B-9117DB761569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2233" name="Input_receptor__403">
              <a:extLst>
                <a:ext uri="{FF2B5EF4-FFF2-40B4-BE49-F238E27FC236}">
                  <a16:creationId xmlns:a16="http://schemas.microsoft.com/office/drawing/2014/main" id="{99EBFF03-9C4D-B5A5-E813-73950030939C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2234" name="Input_receptor__404">
              <a:extLst>
                <a:ext uri="{FF2B5EF4-FFF2-40B4-BE49-F238E27FC236}">
                  <a16:creationId xmlns:a16="http://schemas.microsoft.com/office/drawing/2014/main" id="{123D117E-B380-66BB-F5D3-3E294FD5DFBB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2235" name="Input_receptor__405">
              <a:extLst>
                <a:ext uri="{FF2B5EF4-FFF2-40B4-BE49-F238E27FC236}">
                  <a16:creationId xmlns:a16="http://schemas.microsoft.com/office/drawing/2014/main" id="{8094D9CD-FB27-67E7-E6E2-F6DF0B424BB1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36" name="Input_receptor__406">
              <a:extLst>
                <a:ext uri="{FF2B5EF4-FFF2-40B4-BE49-F238E27FC236}">
                  <a16:creationId xmlns:a16="http://schemas.microsoft.com/office/drawing/2014/main" id="{94723779-7937-F4D1-DA9B-A3AA9F2B4CD9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37" name="Input_receptor__407">
              <a:extLst>
                <a:ext uri="{FF2B5EF4-FFF2-40B4-BE49-F238E27FC236}">
                  <a16:creationId xmlns:a16="http://schemas.microsoft.com/office/drawing/2014/main" id="{4EA68439-2C30-260B-C569-072C55E98299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38" name="Input_receptor__408">
              <a:extLst>
                <a:ext uri="{FF2B5EF4-FFF2-40B4-BE49-F238E27FC236}">
                  <a16:creationId xmlns:a16="http://schemas.microsoft.com/office/drawing/2014/main" id="{BE0E26BE-CF0D-591C-0AF4-905190F54532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39" name="Input_receptor__409">
              <a:extLst>
                <a:ext uri="{FF2B5EF4-FFF2-40B4-BE49-F238E27FC236}">
                  <a16:creationId xmlns:a16="http://schemas.microsoft.com/office/drawing/2014/main" id="{ED5F4A49-BF54-A479-DB44-C442459B7B47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40" name="Input_receptor__410">
              <a:extLst>
                <a:ext uri="{FF2B5EF4-FFF2-40B4-BE49-F238E27FC236}">
                  <a16:creationId xmlns:a16="http://schemas.microsoft.com/office/drawing/2014/main" id="{A35D6D87-4308-B057-6EEC-DD1D05583892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41" name="Input_receptor__411">
              <a:extLst>
                <a:ext uri="{FF2B5EF4-FFF2-40B4-BE49-F238E27FC236}">
                  <a16:creationId xmlns:a16="http://schemas.microsoft.com/office/drawing/2014/main" id="{A2EBB3DA-77EC-B9D1-2024-F8E88304DD85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42" name="Input_receptor__412">
              <a:extLst>
                <a:ext uri="{FF2B5EF4-FFF2-40B4-BE49-F238E27FC236}">
                  <a16:creationId xmlns:a16="http://schemas.microsoft.com/office/drawing/2014/main" id="{46B6DFB1-7EC5-C50C-E461-C53DE24F4260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43" name="Input_receptor__413">
              <a:extLst>
                <a:ext uri="{FF2B5EF4-FFF2-40B4-BE49-F238E27FC236}">
                  <a16:creationId xmlns:a16="http://schemas.microsoft.com/office/drawing/2014/main" id="{86942BD4-8596-6D19-3C89-BA125043576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44" name="Input_receptor__414">
              <a:extLst>
                <a:ext uri="{FF2B5EF4-FFF2-40B4-BE49-F238E27FC236}">
                  <a16:creationId xmlns:a16="http://schemas.microsoft.com/office/drawing/2014/main" id="{6FA5715B-1552-F703-C00B-1C332B6A16C4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2245" name="Input_receptor__415">
              <a:extLst>
                <a:ext uri="{FF2B5EF4-FFF2-40B4-BE49-F238E27FC236}">
                  <a16:creationId xmlns:a16="http://schemas.microsoft.com/office/drawing/2014/main" id="{F4A4B30E-C963-9B04-3571-EEC4B63D7184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2246" name="Input_receptor__416">
              <a:extLst>
                <a:ext uri="{FF2B5EF4-FFF2-40B4-BE49-F238E27FC236}">
                  <a16:creationId xmlns:a16="http://schemas.microsoft.com/office/drawing/2014/main" id="{4069E85B-DF09-A7E7-12A2-6E07A55C2CF5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47" name="Input_receptor__417">
              <a:extLst>
                <a:ext uri="{FF2B5EF4-FFF2-40B4-BE49-F238E27FC236}">
                  <a16:creationId xmlns:a16="http://schemas.microsoft.com/office/drawing/2014/main" id="{9173428E-BC7F-652A-E078-C319FA9E60A5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48" name="Input_receptor__418">
              <a:extLst>
                <a:ext uri="{FF2B5EF4-FFF2-40B4-BE49-F238E27FC236}">
                  <a16:creationId xmlns:a16="http://schemas.microsoft.com/office/drawing/2014/main" id="{D4A59130-9AEB-1EA8-4C3D-7FA9FF7E1EF3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2249" name="Input_receptor__419">
              <a:extLst>
                <a:ext uri="{FF2B5EF4-FFF2-40B4-BE49-F238E27FC236}">
                  <a16:creationId xmlns:a16="http://schemas.microsoft.com/office/drawing/2014/main" id="{CBAD3805-DC5C-E185-CAF5-A8BF8C226A79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50" name="Input_receptor__420">
              <a:extLst>
                <a:ext uri="{FF2B5EF4-FFF2-40B4-BE49-F238E27FC236}">
                  <a16:creationId xmlns:a16="http://schemas.microsoft.com/office/drawing/2014/main" id="{35F8725C-8F35-E258-728B-FC2608ACE39D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2251" name="Input_receptor__421">
              <a:extLst>
                <a:ext uri="{FF2B5EF4-FFF2-40B4-BE49-F238E27FC236}">
                  <a16:creationId xmlns:a16="http://schemas.microsoft.com/office/drawing/2014/main" id="{D6A4B5A0-803C-1722-703D-7C198577E683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52" name="Input_receptor__422">
              <a:extLst>
                <a:ext uri="{FF2B5EF4-FFF2-40B4-BE49-F238E27FC236}">
                  <a16:creationId xmlns:a16="http://schemas.microsoft.com/office/drawing/2014/main" id="{07965632-5E5D-8CA9-7D45-D1ECC3C22064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53" name="Input_receptor__423">
              <a:extLst>
                <a:ext uri="{FF2B5EF4-FFF2-40B4-BE49-F238E27FC236}">
                  <a16:creationId xmlns:a16="http://schemas.microsoft.com/office/drawing/2014/main" id="{8160F22B-AA16-FC32-CD2A-7C586F02E409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2254" name="Input_receptor__424">
              <a:extLst>
                <a:ext uri="{FF2B5EF4-FFF2-40B4-BE49-F238E27FC236}">
                  <a16:creationId xmlns:a16="http://schemas.microsoft.com/office/drawing/2014/main" id="{5F56E8DA-B781-7800-8E93-6B696495AE0E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2255" name="Input_receptor__425">
              <a:extLst>
                <a:ext uri="{FF2B5EF4-FFF2-40B4-BE49-F238E27FC236}">
                  <a16:creationId xmlns:a16="http://schemas.microsoft.com/office/drawing/2014/main" id="{F13018B2-AE42-B59F-5CE7-375071AE682D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2256" name="Input_receptor__426">
              <a:extLst>
                <a:ext uri="{FF2B5EF4-FFF2-40B4-BE49-F238E27FC236}">
                  <a16:creationId xmlns:a16="http://schemas.microsoft.com/office/drawing/2014/main" id="{816EE393-D31B-7F01-7C02-56C846B8845B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2257" name="Input_receptor__427">
              <a:extLst>
                <a:ext uri="{FF2B5EF4-FFF2-40B4-BE49-F238E27FC236}">
                  <a16:creationId xmlns:a16="http://schemas.microsoft.com/office/drawing/2014/main" id="{21191167-1FE3-684C-3927-F71D42AB23D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58" name="Input_receptor__428">
              <a:extLst>
                <a:ext uri="{FF2B5EF4-FFF2-40B4-BE49-F238E27FC236}">
                  <a16:creationId xmlns:a16="http://schemas.microsoft.com/office/drawing/2014/main" id="{E5E170D5-183A-1EBF-6E9B-916566ED5CAD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2259" name="Input_receptor__429">
              <a:extLst>
                <a:ext uri="{FF2B5EF4-FFF2-40B4-BE49-F238E27FC236}">
                  <a16:creationId xmlns:a16="http://schemas.microsoft.com/office/drawing/2014/main" id="{73540862-BADE-CCBC-03A0-1E252AEF65A2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0" name="Input_receptor__430">
              <a:extLst>
                <a:ext uri="{FF2B5EF4-FFF2-40B4-BE49-F238E27FC236}">
                  <a16:creationId xmlns:a16="http://schemas.microsoft.com/office/drawing/2014/main" id="{FF7CD3AB-389C-7EE4-0736-DC5C8644610D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1" name="Input_receptor__431">
              <a:extLst>
                <a:ext uri="{FF2B5EF4-FFF2-40B4-BE49-F238E27FC236}">
                  <a16:creationId xmlns:a16="http://schemas.microsoft.com/office/drawing/2014/main" id="{4A5FAB5E-AD97-11F1-6BA0-3C161A6DA6F9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2" name="Input_receptor__432">
              <a:extLst>
                <a:ext uri="{FF2B5EF4-FFF2-40B4-BE49-F238E27FC236}">
                  <a16:creationId xmlns:a16="http://schemas.microsoft.com/office/drawing/2014/main" id="{2E8075F3-06ED-753C-851F-DD697A0CD9F0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3" name="Input_receptor__433">
              <a:extLst>
                <a:ext uri="{FF2B5EF4-FFF2-40B4-BE49-F238E27FC236}">
                  <a16:creationId xmlns:a16="http://schemas.microsoft.com/office/drawing/2014/main" id="{70C4099C-F655-C0A1-36E3-B6C0CA021EF7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4" name="Input_receptor__434">
              <a:extLst>
                <a:ext uri="{FF2B5EF4-FFF2-40B4-BE49-F238E27FC236}">
                  <a16:creationId xmlns:a16="http://schemas.microsoft.com/office/drawing/2014/main" id="{F4391AA7-5F35-7185-5BD4-F761661FFDEC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5" name="Input_receptor__435">
              <a:extLst>
                <a:ext uri="{FF2B5EF4-FFF2-40B4-BE49-F238E27FC236}">
                  <a16:creationId xmlns:a16="http://schemas.microsoft.com/office/drawing/2014/main" id="{6D15CDFA-EB0D-CAE6-939F-46FD65C4B855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2266" name="Input_receptor__436">
              <a:extLst>
                <a:ext uri="{FF2B5EF4-FFF2-40B4-BE49-F238E27FC236}">
                  <a16:creationId xmlns:a16="http://schemas.microsoft.com/office/drawing/2014/main" id="{CA954029-36AA-96AE-4C1B-FE146828CEA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7" name="Input_receptor__437">
              <a:extLst>
                <a:ext uri="{FF2B5EF4-FFF2-40B4-BE49-F238E27FC236}">
                  <a16:creationId xmlns:a16="http://schemas.microsoft.com/office/drawing/2014/main" id="{F7BE5F8D-F893-9B77-CB2E-41298E61729E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8" name="Input_receptor__438">
              <a:extLst>
                <a:ext uri="{FF2B5EF4-FFF2-40B4-BE49-F238E27FC236}">
                  <a16:creationId xmlns:a16="http://schemas.microsoft.com/office/drawing/2014/main" id="{B473F738-D02C-72FE-FAB9-C3303F9CB288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69" name="Input_receptor__439">
              <a:extLst>
                <a:ext uri="{FF2B5EF4-FFF2-40B4-BE49-F238E27FC236}">
                  <a16:creationId xmlns:a16="http://schemas.microsoft.com/office/drawing/2014/main" id="{342D5359-6A51-2B4F-E801-3362DF8640EB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70" name="Input_receptor__440">
              <a:extLst>
                <a:ext uri="{FF2B5EF4-FFF2-40B4-BE49-F238E27FC236}">
                  <a16:creationId xmlns:a16="http://schemas.microsoft.com/office/drawing/2014/main" id="{C74211A1-E84F-3FE0-C44B-AD853B95FAAB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71" name="Input_receptor__441">
              <a:extLst>
                <a:ext uri="{FF2B5EF4-FFF2-40B4-BE49-F238E27FC236}">
                  <a16:creationId xmlns:a16="http://schemas.microsoft.com/office/drawing/2014/main" id="{2D067DD2-EA32-740E-CE13-D02B9D678D2A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2272" name="Input_receptor__442">
              <a:extLst>
                <a:ext uri="{FF2B5EF4-FFF2-40B4-BE49-F238E27FC236}">
                  <a16:creationId xmlns:a16="http://schemas.microsoft.com/office/drawing/2014/main" id="{B814E41D-FB14-1E07-06C2-72F653C8B737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2273" name="Input_receptor__443">
              <a:extLst>
                <a:ext uri="{FF2B5EF4-FFF2-40B4-BE49-F238E27FC236}">
                  <a16:creationId xmlns:a16="http://schemas.microsoft.com/office/drawing/2014/main" id="{1975388B-C511-2EC5-799B-5816951F01E0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2274" name="Input_receptor__444">
              <a:extLst>
                <a:ext uri="{FF2B5EF4-FFF2-40B4-BE49-F238E27FC236}">
                  <a16:creationId xmlns:a16="http://schemas.microsoft.com/office/drawing/2014/main" id="{92AE147E-522D-487F-3103-DD7D542D4F56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75" name="Input_receptor__445">
              <a:extLst>
                <a:ext uri="{FF2B5EF4-FFF2-40B4-BE49-F238E27FC236}">
                  <a16:creationId xmlns:a16="http://schemas.microsoft.com/office/drawing/2014/main" id="{BED3E606-37AD-7E11-0899-C0A4772B7482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76" name="Input_receptor__446">
              <a:extLst>
                <a:ext uri="{FF2B5EF4-FFF2-40B4-BE49-F238E27FC236}">
                  <a16:creationId xmlns:a16="http://schemas.microsoft.com/office/drawing/2014/main" id="{B8D8845B-A229-4EA5-9058-57D62CCC8188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2277" name="Input_receptor__447">
              <a:extLst>
                <a:ext uri="{FF2B5EF4-FFF2-40B4-BE49-F238E27FC236}">
                  <a16:creationId xmlns:a16="http://schemas.microsoft.com/office/drawing/2014/main" id="{47708720-207A-7CF2-36F9-2D0FF1F5B769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78" name="Input_receptor__448">
              <a:extLst>
                <a:ext uri="{FF2B5EF4-FFF2-40B4-BE49-F238E27FC236}">
                  <a16:creationId xmlns:a16="http://schemas.microsoft.com/office/drawing/2014/main" id="{CDA5DBE1-B3D5-2CB0-8CDE-0ABE01FF0D80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2279" name="Input_receptor__449">
              <a:extLst>
                <a:ext uri="{FF2B5EF4-FFF2-40B4-BE49-F238E27FC236}">
                  <a16:creationId xmlns:a16="http://schemas.microsoft.com/office/drawing/2014/main" id="{E805988B-0DE7-6855-5646-F6C825712257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80" name="Input_receptor__450">
              <a:extLst>
                <a:ext uri="{FF2B5EF4-FFF2-40B4-BE49-F238E27FC236}">
                  <a16:creationId xmlns:a16="http://schemas.microsoft.com/office/drawing/2014/main" id="{BC45A368-EB22-92D4-4C3B-71A0D4448825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81" name="Input_receptor__451">
              <a:extLst>
                <a:ext uri="{FF2B5EF4-FFF2-40B4-BE49-F238E27FC236}">
                  <a16:creationId xmlns:a16="http://schemas.microsoft.com/office/drawing/2014/main" id="{E5EB8A0E-FE2C-A422-2F92-9BA3E20EBE15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82" name="Input_receptor__452">
              <a:extLst>
                <a:ext uri="{FF2B5EF4-FFF2-40B4-BE49-F238E27FC236}">
                  <a16:creationId xmlns:a16="http://schemas.microsoft.com/office/drawing/2014/main" id="{A4555142-E802-7C66-2F4B-79E9F18BA7D8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83" name="Input_receptor__453">
              <a:extLst>
                <a:ext uri="{FF2B5EF4-FFF2-40B4-BE49-F238E27FC236}">
                  <a16:creationId xmlns:a16="http://schemas.microsoft.com/office/drawing/2014/main" id="{29A366E5-1C2C-B1E6-261C-FBE0EFF1AF0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84" name="Input_receptor__454">
              <a:extLst>
                <a:ext uri="{FF2B5EF4-FFF2-40B4-BE49-F238E27FC236}">
                  <a16:creationId xmlns:a16="http://schemas.microsoft.com/office/drawing/2014/main" id="{B01FA59D-9966-89C6-56AF-43F4FDB5CB94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85" name="Input_receptor__455">
              <a:extLst>
                <a:ext uri="{FF2B5EF4-FFF2-40B4-BE49-F238E27FC236}">
                  <a16:creationId xmlns:a16="http://schemas.microsoft.com/office/drawing/2014/main" id="{B2467B9E-4347-9B2D-15E6-0C24223FCC79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2286" name="Input_receptor__456">
              <a:extLst>
                <a:ext uri="{FF2B5EF4-FFF2-40B4-BE49-F238E27FC236}">
                  <a16:creationId xmlns:a16="http://schemas.microsoft.com/office/drawing/2014/main" id="{8518E88E-F3DF-3A7C-60F4-6A1EC8BE4619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87" name="Input_receptor__457">
              <a:extLst>
                <a:ext uri="{FF2B5EF4-FFF2-40B4-BE49-F238E27FC236}">
                  <a16:creationId xmlns:a16="http://schemas.microsoft.com/office/drawing/2014/main" id="{FDEFF5BD-63D0-54EE-39C0-40E7E61A7BA4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2288" name="Input_receptor__458">
              <a:extLst>
                <a:ext uri="{FF2B5EF4-FFF2-40B4-BE49-F238E27FC236}">
                  <a16:creationId xmlns:a16="http://schemas.microsoft.com/office/drawing/2014/main" id="{B9157EFD-9B75-CEE0-1A4F-FF73FA6EF54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89" name="Input_receptor__459">
              <a:extLst>
                <a:ext uri="{FF2B5EF4-FFF2-40B4-BE49-F238E27FC236}">
                  <a16:creationId xmlns:a16="http://schemas.microsoft.com/office/drawing/2014/main" id="{9403BA71-ACD6-DCD8-FDC5-094D7B21640A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90" name="Input_receptor__460">
              <a:extLst>
                <a:ext uri="{FF2B5EF4-FFF2-40B4-BE49-F238E27FC236}">
                  <a16:creationId xmlns:a16="http://schemas.microsoft.com/office/drawing/2014/main" id="{97F1471B-1B8C-6EDA-9D04-D5397EB2AD89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91" name="Input_receptor__461">
              <a:extLst>
                <a:ext uri="{FF2B5EF4-FFF2-40B4-BE49-F238E27FC236}">
                  <a16:creationId xmlns:a16="http://schemas.microsoft.com/office/drawing/2014/main" id="{E8DF643F-ABF1-5D4D-1A87-094848DA6D62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92" name="Input_receptor__462">
              <a:extLst>
                <a:ext uri="{FF2B5EF4-FFF2-40B4-BE49-F238E27FC236}">
                  <a16:creationId xmlns:a16="http://schemas.microsoft.com/office/drawing/2014/main" id="{5BF8D7C2-510B-D326-2A9F-19C6C122A5EC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2293" name="Input_receptor__463">
              <a:extLst>
                <a:ext uri="{FF2B5EF4-FFF2-40B4-BE49-F238E27FC236}">
                  <a16:creationId xmlns:a16="http://schemas.microsoft.com/office/drawing/2014/main" id="{5F45C29B-8597-D07D-5677-9E5E425C2DFC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94" name="Input_receptor__464">
              <a:extLst>
                <a:ext uri="{FF2B5EF4-FFF2-40B4-BE49-F238E27FC236}">
                  <a16:creationId xmlns:a16="http://schemas.microsoft.com/office/drawing/2014/main" id="{0EF64D5F-3FC6-C460-AE5F-5FD964361CBE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2295" name="Input_receptor__465">
              <a:extLst>
                <a:ext uri="{FF2B5EF4-FFF2-40B4-BE49-F238E27FC236}">
                  <a16:creationId xmlns:a16="http://schemas.microsoft.com/office/drawing/2014/main" id="{79714CFD-83FE-A80E-80A9-29CD99453F23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96" name="Input_receptor__466">
              <a:extLst>
                <a:ext uri="{FF2B5EF4-FFF2-40B4-BE49-F238E27FC236}">
                  <a16:creationId xmlns:a16="http://schemas.microsoft.com/office/drawing/2014/main" id="{BBA98F93-3D5C-DCE7-E32C-88E3A1AD2474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97" name="Input_receptor__467">
              <a:extLst>
                <a:ext uri="{FF2B5EF4-FFF2-40B4-BE49-F238E27FC236}">
                  <a16:creationId xmlns:a16="http://schemas.microsoft.com/office/drawing/2014/main" id="{09E931DF-4743-8FB3-9830-4B87B21043B9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2298" name="Input_receptor__468">
              <a:extLst>
                <a:ext uri="{FF2B5EF4-FFF2-40B4-BE49-F238E27FC236}">
                  <a16:creationId xmlns:a16="http://schemas.microsoft.com/office/drawing/2014/main" id="{85192042-6FEA-A7EE-4E33-110FAD4B1CC8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2299" name="Input_receptor__469">
              <a:extLst>
                <a:ext uri="{FF2B5EF4-FFF2-40B4-BE49-F238E27FC236}">
                  <a16:creationId xmlns:a16="http://schemas.microsoft.com/office/drawing/2014/main" id="{D43E85BB-5E68-ABD9-BA0B-B04000AD0EEF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2300" name="Input_receptor__470">
              <a:extLst>
                <a:ext uri="{FF2B5EF4-FFF2-40B4-BE49-F238E27FC236}">
                  <a16:creationId xmlns:a16="http://schemas.microsoft.com/office/drawing/2014/main" id="{F2B18DC1-4376-EC86-D7BE-E286A307BD6E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2301" name="Input_receptor__471">
              <a:extLst>
                <a:ext uri="{FF2B5EF4-FFF2-40B4-BE49-F238E27FC236}">
                  <a16:creationId xmlns:a16="http://schemas.microsoft.com/office/drawing/2014/main" id="{DB0F43CE-7880-E459-115F-F416B3CC5506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2302" name="Input_receptor__472">
              <a:extLst>
                <a:ext uri="{FF2B5EF4-FFF2-40B4-BE49-F238E27FC236}">
                  <a16:creationId xmlns:a16="http://schemas.microsoft.com/office/drawing/2014/main" id="{EC6E71B4-BF2C-9B52-5561-334E81B3AE6D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2303" name="Input_receptor__473">
              <a:extLst>
                <a:ext uri="{FF2B5EF4-FFF2-40B4-BE49-F238E27FC236}">
                  <a16:creationId xmlns:a16="http://schemas.microsoft.com/office/drawing/2014/main" id="{E0403663-FE03-21AA-40D6-D925D5B77CBC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2304" name="Input_receptor__474">
              <a:extLst>
                <a:ext uri="{FF2B5EF4-FFF2-40B4-BE49-F238E27FC236}">
                  <a16:creationId xmlns:a16="http://schemas.microsoft.com/office/drawing/2014/main" id="{6D592A04-3B7D-58D8-BBBE-842614B1AF8A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2305" name="Input_receptor__475">
              <a:extLst>
                <a:ext uri="{FF2B5EF4-FFF2-40B4-BE49-F238E27FC236}">
                  <a16:creationId xmlns:a16="http://schemas.microsoft.com/office/drawing/2014/main" id="{C56249E7-E42F-1974-7566-2D987339901A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06" name="Input_receptor__476">
              <a:extLst>
                <a:ext uri="{FF2B5EF4-FFF2-40B4-BE49-F238E27FC236}">
                  <a16:creationId xmlns:a16="http://schemas.microsoft.com/office/drawing/2014/main" id="{845091CE-F74D-577B-3FE6-804C07500609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07" name="Input_receptor__477">
              <a:extLst>
                <a:ext uri="{FF2B5EF4-FFF2-40B4-BE49-F238E27FC236}">
                  <a16:creationId xmlns:a16="http://schemas.microsoft.com/office/drawing/2014/main" id="{F1DA36AC-B0E9-77CE-AF2E-1495EF98C22C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08" name="Input_receptor__478">
              <a:extLst>
                <a:ext uri="{FF2B5EF4-FFF2-40B4-BE49-F238E27FC236}">
                  <a16:creationId xmlns:a16="http://schemas.microsoft.com/office/drawing/2014/main" id="{34E70AF8-03F1-D174-07E5-6ACE82E1B399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09" name="Input_receptor__479">
              <a:extLst>
                <a:ext uri="{FF2B5EF4-FFF2-40B4-BE49-F238E27FC236}">
                  <a16:creationId xmlns:a16="http://schemas.microsoft.com/office/drawing/2014/main" id="{56173FE2-E913-5902-341F-B739B6FEC176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0" name="Input_receptor__480">
              <a:extLst>
                <a:ext uri="{FF2B5EF4-FFF2-40B4-BE49-F238E27FC236}">
                  <a16:creationId xmlns:a16="http://schemas.microsoft.com/office/drawing/2014/main" id="{80DDDACF-6BEE-AD1D-A9C2-B8AC071DD708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1" name="Input_receptor__481">
              <a:extLst>
                <a:ext uri="{FF2B5EF4-FFF2-40B4-BE49-F238E27FC236}">
                  <a16:creationId xmlns:a16="http://schemas.microsoft.com/office/drawing/2014/main" id="{30697247-5C9D-AB9C-AEBF-446FFCA70EF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2312" name="Input_receptor__482">
              <a:extLst>
                <a:ext uri="{FF2B5EF4-FFF2-40B4-BE49-F238E27FC236}">
                  <a16:creationId xmlns:a16="http://schemas.microsoft.com/office/drawing/2014/main" id="{BBFC7A27-A886-E2E9-E82C-F9474D950710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3" name="Input_receptor__483">
              <a:extLst>
                <a:ext uri="{FF2B5EF4-FFF2-40B4-BE49-F238E27FC236}">
                  <a16:creationId xmlns:a16="http://schemas.microsoft.com/office/drawing/2014/main" id="{590D9513-523B-45D9-679A-329716C96FD5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4" name="Input_receptor__484">
              <a:extLst>
                <a:ext uri="{FF2B5EF4-FFF2-40B4-BE49-F238E27FC236}">
                  <a16:creationId xmlns:a16="http://schemas.microsoft.com/office/drawing/2014/main" id="{3E446209-3FF4-B5F4-9CE4-160EEDF00A85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5" name="Input_receptor__485">
              <a:extLst>
                <a:ext uri="{FF2B5EF4-FFF2-40B4-BE49-F238E27FC236}">
                  <a16:creationId xmlns:a16="http://schemas.microsoft.com/office/drawing/2014/main" id="{09DEB1FC-5F8A-E4E8-5D4F-8F3DBA513798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6" name="Input_receptor__486">
              <a:extLst>
                <a:ext uri="{FF2B5EF4-FFF2-40B4-BE49-F238E27FC236}">
                  <a16:creationId xmlns:a16="http://schemas.microsoft.com/office/drawing/2014/main" id="{D61CA8ED-E646-60C6-C58F-EC3C5AF743F7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7" name="Input_receptor__487">
              <a:extLst>
                <a:ext uri="{FF2B5EF4-FFF2-40B4-BE49-F238E27FC236}">
                  <a16:creationId xmlns:a16="http://schemas.microsoft.com/office/drawing/2014/main" id="{DB8C4818-3F25-8061-9AB4-0E7E97E75891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2318" name="Input_receptor__488">
              <a:extLst>
                <a:ext uri="{FF2B5EF4-FFF2-40B4-BE49-F238E27FC236}">
                  <a16:creationId xmlns:a16="http://schemas.microsoft.com/office/drawing/2014/main" id="{BF36FD29-1D39-600A-6E49-CE1E7E98592A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19" name="Input_receptor__489">
              <a:extLst>
                <a:ext uri="{FF2B5EF4-FFF2-40B4-BE49-F238E27FC236}">
                  <a16:creationId xmlns:a16="http://schemas.microsoft.com/office/drawing/2014/main" id="{C414017A-F416-8165-57A7-53784A66942B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0" name="Input_receptor__490">
              <a:extLst>
                <a:ext uri="{FF2B5EF4-FFF2-40B4-BE49-F238E27FC236}">
                  <a16:creationId xmlns:a16="http://schemas.microsoft.com/office/drawing/2014/main" id="{2077BD83-7048-15FD-FEED-07A64BFC4C1D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1" name="Input_receptor__491">
              <a:extLst>
                <a:ext uri="{FF2B5EF4-FFF2-40B4-BE49-F238E27FC236}">
                  <a16:creationId xmlns:a16="http://schemas.microsoft.com/office/drawing/2014/main" id="{B12690CE-C7EE-5B55-46D3-7FF5BEE651B2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2" name="Input_receptor__492">
              <a:extLst>
                <a:ext uri="{FF2B5EF4-FFF2-40B4-BE49-F238E27FC236}">
                  <a16:creationId xmlns:a16="http://schemas.microsoft.com/office/drawing/2014/main" id="{9257C883-6FB5-3537-35D3-B2EC38B2C42F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2323" name="Input_receptor__493">
              <a:extLst>
                <a:ext uri="{FF2B5EF4-FFF2-40B4-BE49-F238E27FC236}">
                  <a16:creationId xmlns:a16="http://schemas.microsoft.com/office/drawing/2014/main" id="{D0EBCA75-091F-DD17-DC13-925B822D246D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4" name="Input_receptor__494">
              <a:extLst>
                <a:ext uri="{FF2B5EF4-FFF2-40B4-BE49-F238E27FC236}">
                  <a16:creationId xmlns:a16="http://schemas.microsoft.com/office/drawing/2014/main" id="{F7DC35F4-991F-EEFD-5830-F3318F184D4C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5" name="Input_receptor__495">
              <a:extLst>
                <a:ext uri="{FF2B5EF4-FFF2-40B4-BE49-F238E27FC236}">
                  <a16:creationId xmlns:a16="http://schemas.microsoft.com/office/drawing/2014/main" id="{4E2E71B2-069E-7F45-ED7C-70C2D37CEAFB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2326" name="Input_receptor__496">
              <a:extLst>
                <a:ext uri="{FF2B5EF4-FFF2-40B4-BE49-F238E27FC236}">
                  <a16:creationId xmlns:a16="http://schemas.microsoft.com/office/drawing/2014/main" id="{82041A9B-23D4-54C7-21EE-51ECEEA2F6FE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7" name="Input_receptor__497">
              <a:extLst>
                <a:ext uri="{FF2B5EF4-FFF2-40B4-BE49-F238E27FC236}">
                  <a16:creationId xmlns:a16="http://schemas.microsoft.com/office/drawing/2014/main" id="{0FA16D5A-16F9-0474-54FC-B8F407A71C88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8" name="Input_receptor__498">
              <a:extLst>
                <a:ext uri="{FF2B5EF4-FFF2-40B4-BE49-F238E27FC236}">
                  <a16:creationId xmlns:a16="http://schemas.microsoft.com/office/drawing/2014/main" id="{A2F5587E-13F5-2F05-6BCF-DA5354BA2DDB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2329" name="Input_receptor__499">
              <a:extLst>
                <a:ext uri="{FF2B5EF4-FFF2-40B4-BE49-F238E27FC236}">
                  <a16:creationId xmlns:a16="http://schemas.microsoft.com/office/drawing/2014/main" id="{834DEEE8-0149-6C0E-F8CE-E9753C36E8E2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2330" name="Input_receptor__500">
              <a:extLst>
                <a:ext uri="{FF2B5EF4-FFF2-40B4-BE49-F238E27FC236}">
                  <a16:creationId xmlns:a16="http://schemas.microsoft.com/office/drawing/2014/main" id="{16000444-7A32-03D0-C81C-14126D8B54D8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2331" name="Input_receptor__501">
              <a:extLst>
                <a:ext uri="{FF2B5EF4-FFF2-40B4-BE49-F238E27FC236}">
                  <a16:creationId xmlns:a16="http://schemas.microsoft.com/office/drawing/2014/main" id="{E1D823BF-D09E-C924-0AE2-6B7CC8E1213A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2332" name="Input_receptor__502">
              <a:extLst>
                <a:ext uri="{FF2B5EF4-FFF2-40B4-BE49-F238E27FC236}">
                  <a16:creationId xmlns:a16="http://schemas.microsoft.com/office/drawing/2014/main" id="{73E962A9-4DC5-6F01-EF0B-7FFF4E389A02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2333" name="Input_receptor__503">
              <a:extLst>
                <a:ext uri="{FF2B5EF4-FFF2-40B4-BE49-F238E27FC236}">
                  <a16:creationId xmlns:a16="http://schemas.microsoft.com/office/drawing/2014/main" id="{251DD08C-DE76-D169-558E-88CACB4DF0A7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2334" name="Input_receptor__504">
              <a:extLst>
                <a:ext uri="{FF2B5EF4-FFF2-40B4-BE49-F238E27FC236}">
                  <a16:creationId xmlns:a16="http://schemas.microsoft.com/office/drawing/2014/main" id="{B1433910-2106-E8A6-D54E-662E4321D339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2335" name="Input_receptor__505">
              <a:extLst>
                <a:ext uri="{FF2B5EF4-FFF2-40B4-BE49-F238E27FC236}">
                  <a16:creationId xmlns:a16="http://schemas.microsoft.com/office/drawing/2014/main" id="{1A39BEFC-41FA-B8C9-E826-B0479B54CE7B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2336" name="Input_receptor__506">
              <a:extLst>
                <a:ext uri="{FF2B5EF4-FFF2-40B4-BE49-F238E27FC236}">
                  <a16:creationId xmlns:a16="http://schemas.microsoft.com/office/drawing/2014/main" id="{6349FB3D-4F4A-60B7-4990-F14E2D37C778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2337" name="Input_receptor__507">
              <a:extLst>
                <a:ext uri="{FF2B5EF4-FFF2-40B4-BE49-F238E27FC236}">
                  <a16:creationId xmlns:a16="http://schemas.microsoft.com/office/drawing/2014/main" id="{7EE64467-5766-E463-DB08-4F0D7A8FCC5C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2338" name="Input_receptor__508">
              <a:extLst>
                <a:ext uri="{FF2B5EF4-FFF2-40B4-BE49-F238E27FC236}">
                  <a16:creationId xmlns:a16="http://schemas.microsoft.com/office/drawing/2014/main" id="{B158F8FB-6089-D989-A1A7-6AC6DE41A41A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2339" name="Input_receptor__509">
              <a:extLst>
                <a:ext uri="{FF2B5EF4-FFF2-40B4-BE49-F238E27FC236}">
                  <a16:creationId xmlns:a16="http://schemas.microsoft.com/office/drawing/2014/main" id="{D3CF58B8-69DE-5345-FCA9-6B78992A6CE2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2340" name="Input_receptor__510">
              <a:extLst>
                <a:ext uri="{FF2B5EF4-FFF2-40B4-BE49-F238E27FC236}">
                  <a16:creationId xmlns:a16="http://schemas.microsoft.com/office/drawing/2014/main" id="{B9B26586-F615-842C-ED2B-2308955B344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2341" name="Input_receptor__511">
              <a:extLst>
                <a:ext uri="{FF2B5EF4-FFF2-40B4-BE49-F238E27FC236}">
                  <a16:creationId xmlns:a16="http://schemas.microsoft.com/office/drawing/2014/main" id="{3236D1BF-F41A-D2C2-AC32-BE4C64AA3093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2342" name="Input_receptor__512">
              <a:extLst>
                <a:ext uri="{FF2B5EF4-FFF2-40B4-BE49-F238E27FC236}">
                  <a16:creationId xmlns:a16="http://schemas.microsoft.com/office/drawing/2014/main" id="{72C13C33-F54F-6311-BE19-38B22258231C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2343" name="Input_receptor__513">
              <a:extLst>
                <a:ext uri="{FF2B5EF4-FFF2-40B4-BE49-F238E27FC236}">
                  <a16:creationId xmlns:a16="http://schemas.microsoft.com/office/drawing/2014/main" id="{DCB53C12-9151-3CF5-2E17-5C893D6EAF91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2344" name="Input_receptor__514">
              <a:extLst>
                <a:ext uri="{FF2B5EF4-FFF2-40B4-BE49-F238E27FC236}">
                  <a16:creationId xmlns:a16="http://schemas.microsoft.com/office/drawing/2014/main" id="{8849E87D-F974-3FF9-42D5-1E2ADC7AE86D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2345" name="Input_receptor__515">
              <a:extLst>
                <a:ext uri="{FF2B5EF4-FFF2-40B4-BE49-F238E27FC236}">
                  <a16:creationId xmlns:a16="http://schemas.microsoft.com/office/drawing/2014/main" id="{6E9255D2-68A5-FDC2-0D0E-DF012ED86964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2346" name="Input_receptor__516">
              <a:extLst>
                <a:ext uri="{FF2B5EF4-FFF2-40B4-BE49-F238E27FC236}">
                  <a16:creationId xmlns:a16="http://schemas.microsoft.com/office/drawing/2014/main" id="{E8302F78-74FE-62DE-0A1B-0ABF6F10F427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47" name="Input_receptor__517">
              <a:extLst>
                <a:ext uri="{FF2B5EF4-FFF2-40B4-BE49-F238E27FC236}">
                  <a16:creationId xmlns:a16="http://schemas.microsoft.com/office/drawing/2014/main" id="{3FB01086-80D3-358C-E70F-4DDD23CB5FBE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2348" name="Input_receptor__518">
              <a:extLst>
                <a:ext uri="{FF2B5EF4-FFF2-40B4-BE49-F238E27FC236}">
                  <a16:creationId xmlns:a16="http://schemas.microsoft.com/office/drawing/2014/main" id="{1BD71BEF-41A2-AC64-12CE-594A4730BD2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49" name="Input_receptor__519">
              <a:extLst>
                <a:ext uri="{FF2B5EF4-FFF2-40B4-BE49-F238E27FC236}">
                  <a16:creationId xmlns:a16="http://schemas.microsoft.com/office/drawing/2014/main" id="{7ADF4071-D54E-0821-B581-2C098D324674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0" name="Input_receptor__520">
              <a:extLst>
                <a:ext uri="{FF2B5EF4-FFF2-40B4-BE49-F238E27FC236}">
                  <a16:creationId xmlns:a16="http://schemas.microsoft.com/office/drawing/2014/main" id="{0E036A5A-52C5-1A63-2FB1-41AB5F07CA4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1" name="Input_receptor__521">
              <a:extLst>
                <a:ext uri="{FF2B5EF4-FFF2-40B4-BE49-F238E27FC236}">
                  <a16:creationId xmlns:a16="http://schemas.microsoft.com/office/drawing/2014/main" id="{ED642184-5108-0F35-9D65-3BDFD66C8DB6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2" name="Input_receptor__522">
              <a:extLst>
                <a:ext uri="{FF2B5EF4-FFF2-40B4-BE49-F238E27FC236}">
                  <a16:creationId xmlns:a16="http://schemas.microsoft.com/office/drawing/2014/main" id="{E3C74713-A029-D34E-0496-82131DD2F7E2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3" name="Input_receptor__523">
              <a:extLst>
                <a:ext uri="{FF2B5EF4-FFF2-40B4-BE49-F238E27FC236}">
                  <a16:creationId xmlns:a16="http://schemas.microsoft.com/office/drawing/2014/main" id="{8AEE620D-E0D3-34A1-3ECA-E3BA9CD069CB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4" name="Input_receptor__524">
              <a:extLst>
                <a:ext uri="{FF2B5EF4-FFF2-40B4-BE49-F238E27FC236}">
                  <a16:creationId xmlns:a16="http://schemas.microsoft.com/office/drawing/2014/main" id="{810CC2A8-4AAD-784E-E163-29A91E167E40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5" name="Input_receptor__525">
              <a:extLst>
                <a:ext uri="{FF2B5EF4-FFF2-40B4-BE49-F238E27FC236}">
                  <a16:creationId xmlns:a16="http://schemas.microsoft.com/office/drawing/2014/main" id="{08770358-7CE7-716A-A4D5-5A1BD1C10C36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6" name="Input_receptor__526">
              <a:extLst>
                <a:ext uri="{FF2B5EF4-FFF2-40B4-BE49-F238E27FC236}">
                  <a16:creationId xmlns:a16="http://schemas.microsoft.com/office/drawing/2014/main" id="{B19B7355-8E47-C796-7ECF-7E43FE2D1C94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7" name="Input_receptor__527">
              <a:extLst>
                <a:ext uri="{FF2B5EF4-FFF2-40B4-BE49-F238E27FC236}">
                  <a16:creationId xmlns:a16="http://schemas.microsoft.com/office/drawing/2014/main" id="{5BCB208A-FC60-8336-8F6C-54134B3A72E5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8" name="Input_receptor__528">
              <a:extLst>
                <a:ext uri="{FF2B5EF4-FFF2-40B4-BE49-F238E27FC236}">
                  <a16:creationId xmlns:a16="http://schemas.microsoft.com/office/drawing/2014/main" id="{8B14A541-BEA1-F6B6-AFF8-ED6463635616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59" name="Input_receptor__529">
              <a:extLst>
                <a:ext uri="{FF2B5EF4-FFF2-40B4-BE49-F238E27FC236}">
                  <a16:creationId xmlns:a16="http://schemas.microsoft.com/office/drawing/2014/main" id="{70865005-6665-6700-2B1D-5DE777A59D1C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2360" name="Input_receptor__530">
              <a:extLst>
                <a:ext uri="{FF2B5EF4-FFF2-40B4-BE49-F238E27FC236}">
                  <a16:creationId xmlns:a16="http://schemas.microsoft.com/office/drawing/2014/main" id="{2E1BA507-84BC-250F-B259-8BC1E402B3E5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61" name="Input_receptor__531">
              <a:extLst>
                <a:ext uri="{FF2B5EF4-FFF2-40B4-BE49-F238E27FC236}">
                  <a16:creationId xmlns:a16="http://schemas.microsoft.com/office/drawing/2014/main" id="{EECEE85C-2AFD-86C7-3492-825DC075B6C3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62" name="Input_receptor__532">
              <a:extLst>
                <a:ext uri="{FF2B5EF4-FFF2-40B4-BE49-F238E27FC236}">
                  <a16:creationId xmlns:a16="http://schemas.microsoft.com/office/drawing/2014/main" id="{6374997B-A532-475F-A089-4F86C6E61834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2363" name="Input_receptor__533">
              <a:extLst>
                <a:ext uri="{FF2B5EF4-FFF2-40B4-BE49-F238E27FC236}">
                  <a16:creationId xmlns:a16="http://schemas.microsoft.com/office/drawing/2014/main" id="{4FE0BF31-C62E-E4BA-29CF-84A9851DD2C6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64" name="Input_receptor__534">
              <a:extLst>
                <a:ext uri="{FF2B5EF4-FFF2-40B4-BE49-F238E27FC236}">
                  <a16:creationId xmlns:a16="http://schemas.microsoft.com/office/drawing/2014/main" id="{982AF006-2211-3111-A219-5FE9FCEE3048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2365" name="Input_receptor__535">
              <a:extLst>
                <a:ext uri="{FF2B5EF4-FFF2-40B4-BE49-F238E27FC236}">
                  <a16:creationId xmlns:a16="http://schemas.microsoft.com/office/drawing/2014/main" id="{5BD80431-7631-50D2-08E2-A029FCFAB996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66" name="Input_receptor__536">
              <a:extLst>
                <a:ext uri="{FF2B5EF4-FFF2-40B4-BE49-F238E27FC236}">
                  <a16:creationId xmlns:a16="http://schemas.microsoft.com/office/drawing/2014/main" id="{9D529256-B3CB-DA20-51AB-9B3F76EA4EA3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67" name="Input_receptor__537">
              <a:extLst>
                <a:ext uri="{FF2B5EF4-FFF2-40B4-BE49-F238E27FC236}">
                  <a16:creationId xmlns:a16="http://schemas.microsoft.com/office/drawing/2014/main" id="{C87BF206-0097-34C8-803C-FFCE1E523D03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68" name="Input_receptor__538">
              <a:extLst>
                <a:ext uri="{FF2B5EF4-FFF2-40B4-BE49-F238E27FC236}">
                  <a16:creationId xmlns:a16="http://schemas.microsoft.com/office/drawing/2014/main" id="{9AC9DA20-7ABB-60E6-430E-DDA3E80D2D63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69" name="Input_receptor__539">
              <a:extLst>
                <a:ext uri="{FF2B5EF4-FFF2-40B4-BE49-F238E27FC236}">
                  <a16:creationId xmlns:a16="http://schemas.microsoft.com/office/drawing/2014/main" id="{E8CED184-D6D5-595C-4C81-2EAC9C59EDC6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2370" name="Input_receptor__540">
              <a:extLst>
                <a:ext uri="{FF2B5EF4-FFF2-40B4-BE49-F238E27FC236}">
                  <a16:creationId xmlns:a16="http://schemas.microsoft.com/office/drawing/2014/main" id="{7CBED5E6-FA9C-062A-115E-E21362B87D5D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71" name="Input_receptor__541">
              <a:extLst>
                <a:ext uri="{FF2B5EF4-FFF2-40B4-BE49-F238E27FC236}">
                  <a16:creationId xmlns:a16="http://schemas.microsoft.com/office/drawing/2014/main" id="{B9357B57-ADE2-B7BF-D0C5-EADB7E2A6D7D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72" name="Input_receptor__542">
              <a:extLst>
                <a:ext uri="{FF2B5EF4-FFF2-40B4-BE49-F238E27FC236}">
                  <a16:creationId xmlns:a16="http://schemas.microsoft.com/office/drawing/2014/main" id="{33AE2945-96F2-9651-E088-62A0E7B63EB2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73" name="Input_receptor__543">
              <a:extLst>
                <a:ext uri="{FF2B5EF4-FFF2-40B4-BE49-F238E27FC236}">
                  <a16:creationId xmlns:a16="http://schemas.microsoft.com/office/drawing/2014/main" id="{B2F918E6-EA14-2AE7-AF44-2B920DD5489C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74" name="Input_receptor__544">
              <a:extLst>
                <a:ext uri="{FF2B5EF4-FFF2-40B4-BE49-F238E27FC236}">
                  <a16:creationId xmlns:a16="http://schemas.microsoft.com/office/drawing/2014/main" id="{F1C9F18D-4821-ABDD-2F25-31035A1BD5E3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2375" name="Input_receptor__545">
              <a:extLst>
                <a:ext uri="{FF2B5EF4-FFF2-40B4-BE49-F238E27FC236}">
                  <a16:creationId xmlns:a16="http://schemas.microsoft.com/office/drawing/2014/main" id="{DEAA6CA3-91FE-5310-26D6-3A258E4DC40A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76" name="Input_receptor__546">
              <a:extLst>
                <a:ext uri="{FF2B5EF4-FFF2-40B4-BE49-F238E27FC236}">
                  <a16:creationId xmlns:a16="http://schemas.microsoft.com/office/drawing/2014/main" id="{3A77BB52-7157-B3E8-EB71-0915CEC62ACC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77" name="Input_receptor__547">
              <a:extLst>
                <a:ext uri="{FF2B5EF4-FFF2-40B4-BE49-F238E27FC236}">
                  <a16:creationId xmlns:a16="http://schemas.microsoft.com/office/drawing/2014/main" id="{AC650D43-3F57-1570-9961-54898850FB12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2378" name="Input_receptor__548">
              <a:extLst>
                <a:ext uri="{FF2B5EF4-FFF2-40B4-BE49-F238E27FC236}">
                  <a16:creationId xmlns:a16="http://schemas.microsoft.com/office/drawing/2014/main" id="{764FA192-5E53-D76D-ABF6-55DAC50CC04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2379" name="Input_receptor__549">
              <a:extLst>
                <a:ext uri="{FF2B5EF4-FFF2-40B4-BE49-F238E27FC236}">
                  <a16:creationId xmlns:a16="http://schemas.microsoft.com/office/drawing/2014/main" id="{1196C03F-685A-2A1E-2602-975A68508E72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2380" name="Input_receptor__550">
              <a:extLst>
                <a:ext uri="{FF2B5EF4-FFF2-40B4-BE49-F238E27FC236}">
                  <a16:creationId xmlns:a16="http://schemas.microsoft.com/office/drawing/2014/main" id="{1EA82B7E-727F-50AB-F34C-38033B3D6173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2381" name="Input_receptor__551">
              <a:extLst>
                <a:ext uri="{FF2B5EF4-FFF2-40B4-BE49-F238E27FC236}">
                  <a16:creationId xmlns:a16="http://schemas.microsoft.com/office/drawing/2014/main" id="{2F02DBE0-C75C-96F7-FC67-B1F229CCBC47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2382" name="Input_receptor__552">
              <a:extLst>
                <a:ext uri="{FF2B5EF4-FFF2-40B4-BE49-F238E27FC236}">
                  <a16:creationId xmlns:a16="http://schemas.microsoft.com/office/drawing/2014/main" id="{652A4F24-DD05-B806-1AA0-004E04FD9648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2383" name="Input_receptor__553">
              <a:extLst>
                <a:ext uri="{FF2B5EF4-FFF2-40B4-BE49-F238E27FC236}">
                  <a16:creationId xmlns:a16="http://schemas.microsoft.com/office/drawing/2014/main" id="{69AC76E2-BC98-1DCA-3F9E-6BB284ED7075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2384" name="Input_receptor__554">
              <a:extLst>
                <a:ext uri="{FF2B5EF4-FFF2-40B4-BE49-F238E27FC236}">
                  <a16:creationId xmlns:a16="http://schemas.microsoft.com/office/drawing/2014/main" id="{4BADED4D-7953-FB96-DA17-68B73F94624B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2385" name="Input_receptor__555">
              <a:extLst>
                <a:ext uri="{FF2B5EF4-FFF2-40B4-BE49-F238E27FC236}">
                  <a16:creationId xmlns:a16="http://schemas.microsoft.com/office/drawing/2014/main" id="{8F128868-AB1B-F205-B6D1-D30A48E74748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2386" name="Input_receptor__556">
              <a:extLst>
                <a:ext uri="{FF2B5EF4-FFF2-40B4-BE49-F238E27FC236}">
                  <a16:creationId xmlns:a16="http://schemas.microsoft.com/office/drawing/2014/main" id="{13819F8C-C78C-1A53-57C9-C57558A8229D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2387" name="Input_receptor__557">
              <a:extLst>
                <a:ext uri="{FF2B5EF4-FFF2-40B4-BE49-F238E27FC236}">
                  <a16:creationId xmlns:a16="http://schemas.microsoft.com/office/drawing/2014/main" id="{6B968A79-2355-C18F-DED6-CC981FEE3ABA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2388" name="Input_receptor__558">
              <a:extLst>
                <a:ext uri="{FF2B5EF4-FFF2-40B4-BE49-F238E27FC236}">
                  <a16:creationId xmlns:a16="http://schemas.microsoft.com/office/drawing/2014/main" id="{1DB27321-C4F3-D509-B194-6EFB8E66720A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2389" name="Input_receptor__559">
              <a:extLst>
                <a:ext uri="{FF2B5EF4-FFF2-40B4-BE49-F238E27FC236}">
                  <a16:creationId xmlns:a16="http://schemas.microsoft.com/office/drawing/2014/main" id="{1BB35572-1F41-96B2-3223-C53063A34C16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0" name="Input_receptor__560">
              <a:extLst>
                <a:ext uri="{FF2B5EF4-FFF2-40B4-BE49-F238E27FC236}">
                  <a16:creationId xmlns:a16="http://schemas.microsoft.com/office/drawing/2014/main" id="{D3792D5B-38BC-5FE0-5DA8-7828CC26CDDE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1" name="Input_receptor__561">
              <a:extLst>
                <a:ext uri="{FF2B5EF4-FFF2-40B4-BE49-F238E27FC236}">
                  <a16:creationId xmlns:a16="http://schemas.microsoft.com/office/drawing/2014/main" id="{36B6BC1B-378F-7BF7-E26A-CB48EB882FD2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2" name="Input_receptor__562">
              <a:extLst>
                <a:ext uri="{FF2B5EF4-FFF2-40B4-BE49-F238E27FC236}">
                  <a16:creationId xmlns:a16="http://schemas.microsoft.com/office/drawing/2014/main" id="{A4B7FFCE-2DE2-9346-E190-E39C7DFA35B6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3" name="Input_receptor__563">
              <a:extLst>
                <a:ext uri="{FF2B5EF4-FFF2-40B4-BE49-F238E27FC236}">
                  <a16:creationId xmlns:a16="http://schemas.microsoft.com/office/drawing/2014/main" id="{E5B2D41F-2345-B4CB-4E43-0426AB9E4396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4" name="Input_receptor__564">
              <a:extLst>
                <a:ext uri="{FF2B5EF4-FFF2-40B4-BE49-F238E27FC236}">
                  <a16:creationId xmlns:a16="http://schemas.microsoft.com/office/drawing/2014/main" id="{D23F56D4-58D6-5279-22AB-D540C1CF4040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5" name="Input_receptor__565">
              <a:extLst>
                <a:ext uri="{FF2B5EF4-FFF2-40B4-BE49-F238E27FC236}">
                  <a16:creationId xmlns:a16="http://schemas.microsoft.com/office/drawing/2014/main" id="{34E6E0EE-0273-2449-F063-853919CD213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6" name="Input_receptor__566">
              <a:extLst>
                <a:ext uri="{FF2B5EF4-FFF2-40B4-BE49-F238E27FC236}">
                  <a16:creationId xmlns:a16="http://schemas.microsoft.com/office/drawing/2014/main" id="{00DF1C9A-7F75-9B35-C53B-9C07A911870D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7" name="Input_receptor__567">
              <a:extLst>
                <a:ext uri="{FF2B5EF4-FFF2-40B4-BE49-F238E27FC236}">
                  <a16:creationId xmlns:a16="http://schemas.microsoft.com/office/drawing/2014/main" id="{CD88B7BA-74E5-8290-0B02-6547AA612AA7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8" name="Input_receptor__568">
              <a:extLst>
                <a:ext uri="{FF2B5EF4-FFF2-40B4-BE49-F238E27FC236}">
                  <a16:creationId xmlns:a16="http://schemas.microsoft.com/office/drawing/2014/main" id="{48DC81A6-8F71-496E-2985-6A9DC297C7D8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399" name="Input_receptor__569">
              <a:extLst>
                <a:ext uri="{FF2B5EF4-FFF2-40B4-BE49-F238E27FC236}">
                  <a16:creationId xmlns:a16="http://schemas.microsoft.com/office/drawing/2014/main" id="{95267081-07DC-A83E-A7AE-B09330B7F0F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400" name="Input_receptor__570">
              <a:extLst>
                <a:ext uri="{FF2B5EF4-FFF2-40B4-BE49-F238E27FC236}">
                  <a16:creationId xmlns:a16="http://schemas.microsoft.com/office/drawing/2014/main" id="{4D5536A6-6981-9CD5-DA50-E6E4ADE89E53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401" name="Input_receptor__571">
              <a:extLst>
                <a:ext uri="{FF2B5EF4-FFF2-40B4-BE49-F238E27FC236}">
                  <a16:creationId xmlns:a16="http://schemas.microsoft.com/office/drawing/2014/main" id="{71215512-3D17-7F1A-7159-242683CF96CC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402" name="Input_receptor__572">
              <a:extLst>
                <a:ext uri="{FF2B5EF4-FFF2-40B4-BE49-F238E27FC236}">
                  <a16:creationId xmlns:a16="http://schemas.microsoft.com/office/drawing/2014/main" id="{C54D214F-6702-220B-EEE2-A85B9A950CA2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2403" name="Input_receptor__573">
              <a:extLst>
                <a:ext uri="{FF2B5EF4-FFF2-40B4-BE49-F238E27FC236}">
                  <a16:creationId xmlns:a16="http://schemas.microsoft.com/office/drawing/2014/main" id="{85F6DFEE-84C7-63B6-B9DA-D450ED8E7E7B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04" name="Input_receptor__574">
              <a:extLst>
                <a:ext uri="{FF2B5EF4-FFF2-40B4-BE49-F238E27FC236}">
                  <a16:creationId xmlns:a16="http://schemas.microsoft.com/office/drawing/2014/main" id="{72FC9148-466D-B442-48D5-7D14968C41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05" name="Input_receptor__575">
              <a:extLst>
                <a:ext uri="{FF2B5EF4-FFF2-40B4-BE49-F238E27FC236}">
                  <a16:creationId xmlns:a16="http://schemas.microsoft.com/office/drawing/2014/main" id="{9CBBD218-C05A-BD52-8367-F1CF9E79474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2406" name="Input_receptor__576">
              <a:extLst>
                <a:ext uri="{FF2B5EF4-FFF2-40B4-BE49-F238E27FC236}">
                  <a16:creationId xmlns:a16="http://schemas.microsoft.com/office/drawing/2014/main" id="{1979A8AB-B472-7F06-37D6-28216436B4F6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07" name="Input_receptor__577">
              <a:extLst>
                <a:ext uri="{FF2B5EF4-FFF2-40B4-BE49-F238E27FC236}">
                  <a16:creationId xmlns:a16="http://schemas.microsoft.com/office/drawing/2014/main" id="{34AAE6FF-C11C-2C66-9511-49550E9716C2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08" name="Input_receptor__578">
              <a:extLst>
                <a:ext uri="{FF2B5EF4-FFF2-40B4-BE49-F238E27FC236}">
                  <a16:creationId xmlns:a16="http://schemas.microsoft.com/office/drawing/2014/main" id="{A948086D-A235-DC47-C729-6D015D43F8DE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09" name="Input_receptor__579">
              <a:extLst>
                <a:ext uri="{FF2B5EF4-FFF2-40B4-BE49-F238E27FC236}">
                  <a16:creationId xmlns:a16="http://schemas.microsoft.com/office/drawing/2014/main" id="{2C81E8BA-BBFB-9295-5316-BADB2520B594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10" name="Input_receptor__580">
              <a:extLst>
                <a:ext uri="{FF2B5EF4-FFF2-40B4-BE49-F238E27FC236}">
                  <a16:creationId xmlns:a16="http://schemas.microsoft.com/office/drawing/2014/main" id="{3F522D20-19E6-34DD-17A9-9DEE2385799A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2411" name="Input_receptor__581">
              <a:extLst>
                <a:ext uri="{FF2B5EF4-FFF2-40B4-BE49-F238E27FC236}">
                  <a16:creationId xmlns:a16="http://schemas.microsoft.com/office/drawing/2014/main" id="{5735F10E-9C36-91A0-4384-C69376CEA294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12" name="Input_receptor__582">
              <a:extLst>
                <a:ext uri="{FF2B5EF4-FFF2-40B4-BE49-F238E27FC236}">
                  <a16:creationId xmlns:a16="http://schemas.microsoft.com/office/drawing/2014/main" id="{0B889A18-0F25-687C-2289-734CA917C6D8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13" name="Input_receptor__583">
              <a:extLst>
                <a:ext uri="{FF2B5EF4-FFF2-40B4-BE49-F238E27FC236}">
                  <a16:creationId xmlns:a16="http://schemas.microsoft.com/office/drawing/2014/main" id="{3BBACFBA-46E9-DA97-BC0B-57CB0DE44143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2414" name="Input_receptor__584">
              <a:extLst>
                <a:ext uri="{FF2B5EF4-FFF2-40B4-BE49-F238E27FC236}">
                  <a16:creationId xmlns:a16="http://schemas.microsoft.com/office/drawing/2014/main" id="{3EACFEDA-8A58-AAA2-665B-5751B0A87157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15" name="Input_receptor__585">
              <a:extLst>
                <a:ext uri="{FF2B5EF4-FFF2-40B4-BE49-F238E27FC236}">
                  <a16:creationId xmlns:a16="http://schemas.microsoft.com/office/drawing/2014/main" id="{44984A16-1732-741F-7A2F-6EFC3D0DDA7F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16" name="Input_receptor__586">
              <a:extLst>
                <a:ext uri="{FF2B5EF4-FFF2-40B4-BE49-F238E27FC236}">
                  <a16:creationId xmlns:a16="http://schemas.microsoft.com/office/drawing/2014/main" id="{67F0D3C0-D54C-FB4F-FB04-17C0131730CA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2417" name="Input_receptor__587">
              <a:extLst>
                <a:ext uri="{FF2B5EF4-FFF2-40B4-BE49-F238E27FC236}">
                  <a16:creationId xmlns:a16="http://schemas.microsoft.com/office/drawing/2014/main" id="{C9E154D0-01D0-E632-ACA7-97B11C2B1C48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18" name="Input_receptor__588">
              <a:extLst>
                <a:ext uri="{FF2B5EF4-FFF2-40B4-BE49-F238E27FC236}">
                  <a16:creationId xmlns:a16="http://schemas.microsoft.com/office/drawing/2014/main" id="{CD477EF1-A25D-45A9-267C-5C75547DF2FD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19" name="Input_receptor__589">
              <a:extLst>
                <a:ext uri="{FF2B5EF4-FFF2-40B4-BE49-F238E27FC236}">
                  <a16:creationId xmlns:a16="http://schemas.microsoft.com/office/drawing/2014/main" id="{F42F75D7-40A6-EE3B-3B33-1AC7274E8E69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2420" name="Input_receptor__590">
              <a:extLst>
                <a:ext uri="{FF2B5EF4-FFF2-40B4-BE49-F238E27FC236}">
                  <a16:creationId xmlns:a16="http://schemas.microsoft.com/office/drawing/2014/main" id="{C4394058-5338-47A9-E308-42499BCA07D0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1" name="Input_receptor__591">
              <a:extLst>
                <a:ext uri="{FF2B5EF4-FFF2-40B4-BE49-F238E27FC236}">
                  <a16:creationId xmlns:a16="http://schemas.microsoft.com/office/drawing/2014/main" id="{15163A42-0C6D-7F2F-8445-FF76354B657A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2" name="Input_receptor__592">
              <a:extLst>
                <a:ext uri="{FF2B5EF4-FFF2-40B4-BE49-F238E27FC236}">
                  <a16:creationId xmlns:a16="http://schemas.microsoft.com/office/drawing/2014/main" id="{E63F4C66-4F7C-FF5E-77C8-B51A146EE79E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3" name="Input_receptor__593">
              <a:extLst>
                <a:ext uri="{FF2B5EF4-FFF2-40B4-BE49-F238E27FC236}">
                  <a16:creationId xmlns:a16="http://schemas.microsoft.com/office/drawing/2014/main" id="{E55EBD25-720C-093D-1391-D4D70AFD8E45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4" name="Input_receptor__594">
              <a:extLst>
                <a:ext uri="{FF2B5EF4-FFF2-40B4-BE49-F238E27FC236}">
                  <a16:creationId xmlns:a16="http://schemas.microsoft.com/office/drawing/2014/main" id="{7906627C-0A74-39C1-1315-7432A0A8F325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5" name="Input_receptor__595">
              <a:extLst>
                <a:ext uri="{FF2B5EF4-FFF2-40B4-BE49-F238E27FC236}">
                  <a16:creationId xmlns:a16="http://schemas.microsoft.com/office/drawing/2014/main" id="{FAAF889C-9475-03BE-2910-18C7E4455E2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6" name="Input_receptor__596">
              <a:extLst>
                <a:ext uri="{FF2B5EF4-FFF2-40B4-BE49-F238E27FC236}">
                  <a16:creationId xmlns:a16="http://schemas.microsoft.com/office/drawing/2014/main" id="{A2B47F15-80E5-9F55-2DA7-43EA6829A4F5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7" name="Input_receptor__597">
              <a:extLst>
                <a:ext uri="{FF2B5EF4-FFF2-40B4-BE49-F238E27FC236}">
                  <a16:creationId xmlns:a16="http://schemas.microsoft.com/office/drawing/2014/main" id="{55139DD4-A9D7-625F-9302-D3B346353E78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8" name="Input_receptor__598">
              <a:extLst>
                <a:ext uri="{FF2B5EF4-FFF2-40B4-BE49-F238E27FC236}">
                  <a16:creationId xmlns:a16="http://schemas.microsoft.com/office/drawing/2014/main" id="{DFE8739D-E16E-9E86-DF25-A0D54F29DE5E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29" name="Input_receptor__599">
              <a:extLst>
                <a:ext uri="{FF2B5EF4-FFF2-40B4-BE49-F238E27FC236}">
                  <a16:creationId xmlns:a16="http://schemas.microsoft.com/office/drawing/2014/main" id="{D8D0C536-7E12-E8E2-0F50-702B17E48B07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2430" name="Input_receptor__600">
              <a:extLst>
                <a:ext uri="{FF2B5EF4-FFF2-40B4-BE49-F238E27FC236}">
                  <a16:creationId xmlns:a16="http://schemas.microsoft.com/office/drawing/2014/main" id="{4E0F3ECA-6833-38F3-4289-47703E0A5A50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1" name="Input_receptor__601">
              <a:extLst>
                <a:ext uri="{FF2B5EF4-FFF2-40B4-BE49-F238E27FC236}">
                  <a16:creationId xmlns:a16="http://schemas.microsoft.com/office/drawing/2014/main" id="{A8ED51B3-F85A-D25C-98C8-C25DAB4597ED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2" name="Input_receptor__602">
              <a:extLst>
                <a:ext uri="{FF2B5EF4-FFF2-40B4-BE49-F238E27FC236}">
                  <a16:creationId xmlns:a16="http://schemas.microsoft.com/office/drawing/2014/main" id="{393E3925-AAFC-2DBF-AA92-7F225E477998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3" name="Input_receptor__603">
              <a:extLst>
                <a:ext uri="{FF2B5EF4-FFF2-40B4-BE49-F238E27FC236}">
                  <a16:creationId xmlns:a16="http://schemas.microsoft.com/office/drawing/2014/main" id="{298AFE98-25DB-5FB9-A64F-31CE6DFBA38A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4" name="Input_receptor__604">
              <a:extLst>
                <a:ext uri="{FF2B5EF4-FFF2-40B4-BE49-F238E27FC236}">
                  <a16:creationId xmlns:a16="http://schemas.microsoft.com/office/drawing/2014/main" id="{7F395DA5-3B2B-E2F6-75CE-B4B8D074E6AB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5" name="Input_receptor__605">
              <a:extLst>
                <a:ext uri="{FF2B5EF4-FFF2-40B4-BE49-F238E27FC236}">
                  <a16:creationId xmlns:a16="http://schemas.microsoft.com/office/drawing/2014/main" id="{99DDB78A-04AD-B62B-6397-A6A29472A644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6" name="Input_receptor__606">
              <a:extLst>
                <a:ext uri="{FF2B5EF4-FFF2-40B4-BE49-F238E27FC236}">
                  <a16:creationId xmlns:a16="http://schemas.microsoft.com/office/drawing/2014/main" id="{F82DF35B-B94A-94FE-848B-B033744568B7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7" name="Input_receptor__607">
              <a:extLst>
                <a:ext uri="{FF2B5EF4-FFF2-40B4-BE49-F238E27FC236}">
                  <a16:creationId xmlns:a16="http://schemas.microsoft.com/office/drawing/2014/main" id="{D35BEF00-AAEA-108E-B67A-5757123BA0FE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8" name="Input_receptor__608">
              <a:extLst>
                <a:ext uri="{FF2B5EF4-FFF2-40B4-BE49-F238E27FC236}">
                  <a16:creationId xmlns:a16="http://schemas.microsoft.com/office/drawing/2014/main" id="{B32A6843-D405-2703-84A4-C712C4B9964A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39" name="Input_receptor__609">
              <a:extLst>
                <a:ext uri="{FF2B5EF4-FFF2-40B4-BE49-F238E27FC236}">
                  <a16:creationId xmlns:a16="http://schemas.microsoft.com/office/drawing/2014/main" id="{BD74519A-2955-DF5A-2D9A-15D0991D105A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40" name="Input_receptor__610">
              <a:extLst>
                <a:ext uri="{FF2B5EF4-FFF2-40B4-BE49-F238E27FC236}">
                  <a16:creationId xmlns:a16="http://schemas.microsoft.com/office/drawing/2014/main" id="{B8CE9E68-E62B-4163-F37B-F396519B9F73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41" name="Input_receptor__611">
              <a:extLst>
                <a:ext uri="{FF2B5EF4-FFF2-40B4-BE49-F238E27FC236}">
                  <a16:creationId xmlns:a16="http://schemas.microsoft.com/office/drawing/2014/main" id="{DD38D28A-5A5E-A26F-2D6A-DAC2AEDE1E8A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2442" name="Input_receptor__612">
              <a:extLst>
                <a:ext uri="{FF2B5EF4-FFF2-40B4-BE49-F238E27FC236}">
                  <a16:creationId xmlns:a16="http://schemas.microsoft.com/office/drawing/2014/main" id="{6AE97E8F-A541-17D2-C9AB-656E2AD638D9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43" name="Input_receptor__613">
              <a:extLst>
                <a:ext uri="{FF2B5EF4-FFF2-40B4-BE49-F238E27FC236}">
                  <a16:creationId xmlns:a16="http://schemas.microsoft.com/office/drawing/2014/main" id="{09C02E1D-0A12-5EC7-89CF-233EEFE11EA3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44" name="Input_receptor__614">
              <a:extLst>
                <a:ext uri="{FF2B5EF4-FFF2-40B4-BE49-F238E27FC236}">
                  <a16:creationId xmlns:a16="http://schemas.microsoft.com/office/drawing/2014/main" id="{469D0582-5404-5470-D601-684F681CF26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2445" name="Input_receptor__615">
              <a:extLst>
                <a:ext uri="{FF2B5EF4-FFF2-40B4-BE49-F238E27FC236}">
                  <a16:creationId xmlns:a16="http://schemas.microsoft.com/office/drawing/2014/main" id="{69093E0D-4D1A-FC94-9456-D7AA5A546F2C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2446" name="Input_receptor__616">
              <a:extLst>
                <a:ext uri="{FF2B5EF4-FFF2-40B4-BE49-F238E27FC236}">
                  <a16:creationId xmlns:a16="http://schemas.microsoft.com/office/drawing/2014/main" id="{60B624AF-0CDA-674D-D4EE-13188136D21C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47" name="Input_receptor__617">
              <a:extLst>
                <a:ext uri="{FF2B5EF4-FFF2-40B4-BE49-F238E27FC236}">
                  <a16:creationId xmlns:a16="http://schemas.microsoft.com/office/drawing/2014/main" id="{A56F54AE-E3C2-04F5-6FAB-2C4CB7B0F31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48" name="Input_receptor__618">
              <a:extLst>
                <a:ext uri="{FF2B5EF4-FFF2-40B4-BE49-F238E27FC236}">
                  <a16:creationId xmlns:a16="http://schemas.microsoft.com/office/drawing/2014/main" id="{0F9EBF13-78C3-07C8-656B-E831354B1F11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49" name="Input_receptor__619">
              <a:extLst>
                <a:ext uri="{FF2B5EF4-FFF2-40B4-BE49-F238E27FC236}">
                  <a16:creationId xmlns:a16="http://schemas.microsoft.com/office/drawing/2014/main" id="{BD47416A-D407-907F-C319-92FEE0AA78CD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0" name="Input_receptor__620">
              <a:extLst>
                <a:ext uri="{FF2B5EF4-FFF2-40B4-BE49-F238E27FC236}">
                  <a16:creationId xmlns:a16="http://schemas.microsoft.com/office/drawing/2014/main" id="{E08EFA9A-CDBC-5746-0F33-702585D4FFA8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1" name="Input_receptor__621">
              <a:extLst>
                <a:ext uri="{FF2B5EF4-FFF2-40B4-BE49-F238E27FC236}">
                  <a16:creationId xmlns:a16="http://schemas.microsoft.com/office/drawing/2014/main" id="{DD0AD716-7258-83BD-1422-8EB9FFCA0CFB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2" name="Input_receptor__622">
              <a:extLst>
                <a:ext uri="{FF2B5EF4-FFF2-40B4-BE49-F238E27FC236}">
                  <a16:creationId xmlns:a16="http://schemas.microsoft.com/office/drawing/2014/main" id="{506349D7-5EE5-FFBF-2C8E-8806547570A7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3" name="Input_receptor__623">
              <a:extLst>
                <a:ext uri="{FF2B5EF4-FFF2-40B4-BE49-F238E27FC236}">
                  <a16:creationId xmlns:a16="http://schemas.microsoft.com/office/drawing/2014/main" id="{426D1BED-A9F1-3E81-4B7F-E04989B204F7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4" name="Input_receptor__624">
              <a:extLst>
                <a:ext uri="{FF2B5EF4-FFF2-40B4-BE49-F238E27FC236}">
                  <a16:creationId xmlns:a16="http://schemas.microsoft.com/office/drawing/2014/main" id="{A2F38E56-B48B-1C1A-B10D-D6292FDF7A2E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5" name="Input_receptor__625">
              <a:extLst>
                <a:ext uri="{FF2B5EF4-FFF2-40B4-BE49-F238E27FC236}">
                  <a16:creationId xmlns:a16="http://schemas.microsoft.com/office/drawing/2014/main" id="{4CF9F8E7-7450-E2C6-EAE3-60B8996F3A9A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6" name="Input_receptor__626">
              <a:extLst>
                <a:ext uri="{FF2B5EF4-FFF2-40B4-BE49-F238E27FC236}">
                  <a16:creationId xmlns:a16="http://schemas.microsoft.com/office/drawing/2014/main" id="{381CC58D-C8AA-79DA-1566-61EF89A40564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7" name="Input_receptor__627">
              <a:extLst>
                <a:ext uri="{FF2B5EF4-FFF2-40B4-BE49-F238E27FC236}">
                  <a16:creationId xmlns:a16="http://schemas.microsoft.com/office/drawing/2014/main" id="{6A2E3C4A-33E0-96D4-AE36-FBD45C33A82C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8" name="Input_receptor__628">
              <a:extLst>
                <a:ext uri="{FF2B5EF4-FFF2-40B4-BE49-F238E27FC236}">
                  <a16:creationId xmlns:a16="http://schemas.microsoft.com/office/drawing/2014/main" id="{0B0B9648-0245-848C-3AA8-5759DBFF41C2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59" name="Input_receptor__629">
              <a:extLst>
                <a:ext uri="{FF2B5EF4-FFF2-40B4-BE49-F238E27FC236}">
                  <a16:creationId xmlns:a16="http://schemas.microsoft.com/office/drawing/2014/main" id="{04F0D3E7-F4C5-B7D1-A2D6-E0E8A6F62A4F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60" name="Input_receptor__630">
              <a:extLst>
                <a:ext uri="{FF2B5EF4-FFF2-40B4-BE49-F238E27FC236}">
                  <a16:creationId xmlns:a16="http://schemas.microsoft.com/office/drawing/2014/main" id="{1F1A0AD3-AE55-68FD-B314-88133A9D3EC3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61" name="Input_receptor__631">
              <a:extLst>
                <a:ext uri="{FF2B5EF4-FFF2-40B4-BE49-F238E27FC236}">
                  <a16:creationId xmlns:a16="http://schemas.microsoft.com/office/drawing/2014/main" id="{EBF7F6E0-2EFD-974E-A902-FC33D190D01D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62" name="Input_receptor__632">
              <a:extLst>
                <a:ext uri="{FF2B5EF4-FFF2-40B4-BE49-F238E27FC236}">
                  <a16:creationId xmlns:a16="http://schemas.microsoft.com/office/drawing/2014/main" id="{955C4FC6-9591-71EA-90FF-064C90A06D8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2463" name="Input_receptor__633">
              <a:extLst>
                <a:ext uri="{FF2B5EF4-FFF2-40B4-BE49-F238E27FC236}">
                  <a16:creationId xmlns:a16="http://schemas.microsoft.com/office/drawing/2014/main" id="{278822B6-14B6-FDA8-1470-FCAF3A1DFA3D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2464" name="Input_receptor__634">
              <a:extLst>
                <a:ext uri="{FF2B5EF4-FFF2-40B4-BE49-F238E27FC236}">
                  <a16:creationId xmlns:a16="http://schemas.microsoft.com/office/drawing/2014/main" id="{B2414811-B584-2F31-6E86-A1D1383ECD2B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2465" name="Input_receptor__635">
              <a:extLst>
                <a:ext uri="{FF2B5EF4-FFF2-40B4-BE49-F238E27FC236}">
                  <a16:creationId xmlns:a16="http://schemas.microsoft.com/office/drawing/2014/main" id="{2732109D-7EF8-5F7F-6110-2E2A35BB546D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2466" name="Input_receptor__636">
              <a:extLst>
                <a:ext uri="{FF2B5EF4-FFF2-40B4-BE49-F238E27FC236}">
                  <a16:creationId xmlns:a16="http://schemas.microsoft.com/office/drawing/2014/main" id="{90069A73-86C3-8FE8-796B-7157A17F48F5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2467" name="Input_receptor__637">
              <a:extLst>
                <a:ext uri="{FF2B5EF4-FFF2-40B4-BE49-F238E27FC236}">
                  <a16:creationId xmlns:a16="http://schemas.microsoft.com/office/drawing/2014/main" id="{ACE985F6-0B5A-7645-2C1B-EAE14AF49F6F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2468" name="Input_receptor__638">
              <a:extLst>
                <a:ext uri="{FF2B5EF4-FFF2-40B4-BE49-F238E27FC236}">
                  <a16:creationId xmlns:a16="http://schemas.microsoft.com/office/drawing/2014/main" id="{DD5F6EEA-8ABD-1BAE-10E0-4361CC5FD550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2469" name="Input_receptor__639">
              <a:extLst>
                <a:ext uri="{FF2B5EF4-FFF2-40B4-BE49-F238E27FC236}">
                  <a16:creationId xmlns:a16="http://schemas.microsoft.com/office/drawing/2014/main" id="{59A3F07F-44EA-1F14-7F1F-7A3B51B6D7F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2470" name="Input_receptor__640">
              <a:extLst>
                <a:ext uri="{FF2B5EF4-FFF2-40B4-BE49-F238E27FC236}">
                  <a16:creationId xmlns:a16="http://schemas.microsoft.com/office/drawing/2014/main" id="{B1420742-7516-34D6-1400-5762054D1271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2471" name="Input_receptor__641">
              <a:extLst>
                <a:ext uri="{FF2B5EF4-FFF2-40B4-BE49-F238E27FC236}">
                  <a16:creationId xmlns:a16="http://schemas.microsoft.com/office/drawing/2014/main" id="{00C99440-3116-0C23-A572-A8977501D50A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2472" name="Input_receptor__642">
              <a:extLst>
                <a:ext uri="{FF2B5EF4-FFF2-40B4-BE49-F238E27FC236}">
                  <a16:creationId xmlns:a16="http://schemas.microsoft.com/office/drawing/2014/main" id="{48A3C14D-F094-8116-16BC-BAFDDB7A639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2473" name="Input_receptor__643">
              <a:extLst>
                <a:ext uri="{FF2B5EF4-FFF2-40B4-BE49-F238E27FC236}">
                  <a16:creationId xmlns:a16="http://schemas.microsoft.com/office/drawing/2014/main" id="{44BF8DDD-3854-4613-E466-D1267A850389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2474" name="Input_receptor__644">
              <a:extLst>
                <a:ext uri="{FF2B5EF4-FFF2-40B4-BE49-F238E27FC236}">
                  <a16:creationId xmlns:a16="http://schemas.microsoft.com/office/drawing/2014/main" id="{A5C13F1C-92FD-E637-6439-42243802471E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2475" name="Input_receptor__645">
              <a:extLst>
                <a:ext uri="{FF2B5EF4-FFF2-40B4-BE49-F238E27FC236}">
                  <a16:creationId xmlns:a16="http://schemas.microsoft.com/office/drawing/2014/main" id="{9F6FC74B-92E3-CD50-49AF-1E673CDB576C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2476" name="Input_receptor__646">
              <a:extLst>
                <a:ext uri="{FF2B5EF4-FFF2-40B4-BE49-F238E27FC236}">
                  <a16:creationId xmlns:a16="http://schemas.microsoft.com/office/drawing/2014/main" id="{700D7122-E62E-3F5D-4FD8-16191D38BDF8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2477" name="Input_receptor__647">
              <a:extLst>
                <a:ext uri="{FF2B5EF4-FFF2-40B4-BE49-F238E27FC236}">
                  <a16:creationId xmlns:a16="http://schemas.microsoft.com/office/drawing/2014/main" id="{CE2C89F8-3464-0AA4-A86E-D033077FC81B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2478" name="Input_receptor__648">
              <a:extLst>
                <a:ext uri="{FF2B5EF4-FFF2-40B4-BE49-F238E27FC236}">
                  <a16:creationId xmlns:a16="http://schemas.microsoft.com/office/drawing/2014/main" id="{37379294-4D32-5AF9-3935-EC8CAFC9CE85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2479" name="Input_receptor__649">
              <a:extLst>
                <a:ext uri="{FF2B5EF4-FFF2-40B4-BE49-F238E27FC236}">
                  <a16:creationId xmlns:a16="http://schemas.microsoft.com/office/drawing/2014/main" id="{30DB3F6F-3DB2-F1FB-EE1E-D8888C96DD3F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2480" name="Input_receptor__650">
              <a:extLst>
                <a:ext uri="{FF2B5EF4-FFF2-40B4-BE49-F238E27FC236}">
                  <a16:creationId xmlns:a16="http://schemas.microsoft.com/office/drawing/2014/main" id="{82356ED3-75AB-AF6F-311B-E4C9018B15D4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1" name="Input_receptor__651">
              <a:extLst>
                <a:ext uri="{FF2B5EF4-FFF2-40B4-BE49-F238E27FC236}">
                  <a16:creationId xmlns:a16="http://schemas.microsoft.com/office/drawing/2014/main" id="{BE90C74F-E663-4333-2B33-152E9BF67E40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2" name="Input_receptor__652">
              <a:extLst>
                <a:ext uri="{FF2B5EF4-FFF2-40B4-BE49-F238E27FC236}">
                  <a16:creationId xmlns:a16="http://schemas.microsoft.com/office/drawing/2014/main" id="{7998AEB6-95EB-E701-05FB-CEFB21E02624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3" name="Input_receptor__653">
              <a:extLst>
                <a:ext uri="{FF2B5EF4-FFF2-40B4-BE49-F238E27FC236}">
                  <a16:creationId xmlns:a16="http://schemas.microsoft.com/office/drawing/2014/main" id="{2C1FB6CC-6F92-6658-61C1-C3DD5ACD4694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4" name="Input_receptor__654">
              <a:extLst>
                <a:ext uri="{FF2B5EF4-FFF2-40B4-BE49-F238E27FC236}">
                  <a16:creationId xmlns:a16="http://schemas.microsoft.com/office/drawing/2014/main" id="{31494400-A9E2-4D59-9D59-09B02CE93A9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5" name="Input_receptor__655">
              <a:extLst>
                <a:ext uri="{FF2B5EF4-FFF2-40B4-BE49-F238E27FC236}">
                  <a16:creationId xmlns:a16="http://schemas.microsoft.com/office/drawing/2014/main" id="{E4F560EB-36CF-EF35-6656-FBE7BC511794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6" name="Input_receptor__656">
              <a:extLst>
                <a:ext uri="{FF2B5EF4-FFF2-40B4-BE49-F238E27FC236}">
                  <a16:creationId xmlns:a16="http://schemas.microsoft.com/office/drawing/2014/main" id="{5FA9C86A-37CC-67A8-6896-C2DC588A2048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7" name="Input_receptor__657">
              <a:extLst>
                <a:ext uri="{FF2B5EF4-FFF2-40B4-BE49-F238E27FC236}">
                  <a16:creationId xmlns:a16="http://schemas.microsoft.com/office/drawing/2014/main" id="{3813BE62-04FA-942F-F638-4B3B49D4A0BC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88" name="Input_receptor__658">
              <a:extLst>
                <a:ext uri="{FF2B5EF4-FFF2-40B4-BE49-F238E27FC236}">
                  <a16:creationId xmlns:a16="http://schemas.microsoft.com/office/drawing/2014/main" id="{4FFFD751-FD23-635A-05C5-DC763098E912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2489" name="Input_receptor__659">
              <a:extLst>
                <a:ext uri="{FF2B5EF4-FFF2-40B4-BE49-F238E27FC236}">
                  <a16:creationId xmlns:a16="http://schemas.microsoft.com/office/drawing/2014/main" id="{0799577C-4D05-F56B-24C6-FA178DF19090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0" name="Input_receptor__660">
              <a:extLst>
                <a:ext uri="{FF2B5EF4-FFF2-40B4-BE49-F238E27FC236}">
                  <a16:creationId xmlns:a16="http://schemas.microsoft.com/office/drawing/2014/main" id="{B39E6701-44C5-1486-EEF7-17336434B0E3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1" name="Input_receptor__661">
              <a:extLst>
                <a:ext uri="{FF2B5EF4-FFF2-40B4-BE49-F238E27FC236}">
                  <a16:creationId xmlns:a16="http://schemas.microsoft.com/office/drawing/2014/main" id="{501E2F1E-18DA-A238-CBAD-CE5F028ED400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2" name="Input_receptor__662">
              <a:extLst>
                <a:ext uri="{FF2B5EF4-FFF2-40B4-BE49-F238E27FC236}">
                  <a16:creationId xmlns:a16="http://schemas.microsoft.com/office/drawing/2014/main" id="{4A646B5A-9E5F-2F64-2C97-F6FC2563DF28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3" name="Input_receptor__663">
              <a:extLst>
                <a:ext uri="{FF2B5EF4-FFF2-40B4-BE49-F238E27FC236}">
                  <a16:creationId xmlns:a16="http://schemas.microsoft.com/office/drawing/2014/main" id="{1ADF2E12-5C21-2B08-8CA5-C63114D26E90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4" name="Input_receptor__664">
              <a:extLst>
                <a:ext uri="{FF2B5EF4-FFF2-40B4-BE49-F238E27FC236}">
                  <a16:creationId xmlns:a16="http://schemas.microsoft.com/office/drawing/2014/main" id="{44085F21-B8D2-3BD4-2111-C37ECACFF611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5" name="Input_receptor__665">
              <a:extLst>
                <a:ext uri="{FF2B5EF4-FFF2-40B4-BE49-F238E27FC236}">
                  <a16:creationId xmlns:a16="http://schemas.microsoft.com/office/drawing/2014/main" id="{802FB366-90E0-657E-0A75-95C4C3F533C8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6" name="Input_receptor__666">
              <a:extLst>
                <a:ext uri="{FF2B5EF4-FFF2-40B4-BE49-F238E27FC236}">
                  <a16:creationId xmlns:a16="http://schemas.microsoft.com/office/drawing/2014/main" id="{FE2B9218-378B-42BA-F908-31B7E38633C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7" name="Input_receptor__667">
              <a:extLst>
                <a:ext uri="{FF2B5EF4-FFF2-40B4-BE49-F238E27FC236}">
                  <a16:creationId xmlns:a16="http://schemas.microsoft.com/office/drawing/2014/main" id="{A2D54A6C-38C6-D499-0227-890F967DDBE6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8" name="Input_receptor__668">
              <a:extLst>
                <a:ext uri="{FF2B5EF4-FFF2-40B4-BE49-F238E27FC236}">
                  <a16:creationId xmlns:a16="http://schemas.microsoft.com/office/drawing/2014/main" id="{15EF3F82-8DAA-6827-3C24-084B6DD4DDB9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499" name="Input_receptor__669">
              <a:extLst>
                <a:ext uri="{FF2B5EF4-FFF2-40B4-BE49-F238E27FC236}">
                  <a16:creationId xmlns:a16="http://schemas.microsoft.com/office/drawing/2014/main" id="{A78C4F4B-2C55-9490-2483-0FD64A96E1D3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2500" name="Input_receptor__670">
              <a:extLst>
                <a:ext uri="{FF2B5EF4-FFF2-40B4-BE49-F238E27FC236}">
                  <a16:creationId xmlns:a16="http://schemas.microsoft.com/office/drawing/2014/main" id="{81FB608B-C4A7-BED6-29E7-6280B80CF1C2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1" name="Input_receptor__671">
              <a:extLst>
                <a:ext uri="{FF2B5EF4-FFF2-40B4-BE49-F238E27FC236}">
                  <a16:creationId xmlns:a16="http://schemas.microsoft.com/office/drawing/2014/main" id="{24825AE4-F277-067C-61C0-23F8D4B5392F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2" name="Input_receptor__672">
              <a:extLst>
                <a:ext uri="{FF2B5EF4-FFF2-40B4-BE49-F238E27FC236}">
                  <a16:creationId xmlns:a16="http://schemas.microsoft.com/office/drawing/2014/main" id="{49DBB138-FDF8-C652-83AE-EB6DA6669865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3" name="Input_receptor__673">
              <a:extLst>
                <a:ext uri="{FF2B5EF4-FFF2-40B4-BE49-F238E27FC236}">
                  <a16:creationId xmlns:a16="http://schemas.microsoft.com/office/drawing/2014/main" id="{99EC6E45-4E0F-5910-BB57-1425EB3AF8D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4" name="Input_receptor__674">
              <a:extLst>
                <a:ext uri="{FF2B5EF4-FFF2-40B4-BE49-F238E27FC236}">
                  <a16:creationId xmlns:a16="http://schemas.microsoft.com/office/drawing/2014/main" id="{5F0F800F-C3A1-0200-D5AA-AF5D8F50EE6E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5" name="Input_receptor__675">
              <a:extLst>
                <a:ext uri="{FF2B5EF4-FFF2-40B4-BE49-F238E27FC236}">
                  <a16:creationId xmlns:a16="http://schemas.microsoft.com/office/drawing/2014/main" id="{B0677A77-99DB-4B65-0B8F-4DBE415DA319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6" name="Input_receptor__676">
              <a:extLst>
                <a:ext uri="{FF2B5EF4-FFF2-40B4-BE49-F238E27FC236}">
                  <a16:creationId xmlns:a16="http://schemas.microsoft.com/office/drawing/2014/main" id="{B4F4004B-4B0D-B8A7-46ED-EAB21016AB3E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7" name="Input_receptor__677">
              <a:extLst>
                <a:ext uri="{FF2B5EF4-FFF2-40B4-BE49-F238E27FC236}">
                  <a16:creationId xmlns:a16="http://schemas.microsoft.com/office/drawing/2014/main" id="{49386B46-A826-DCC8-41D7-5D9E863E481F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2508" name="Input_receptor__678">
              <a:extLst>
                <a:ext uri="{FF2B5EF4-FFF2-40B4-BE49-F238E27FC236}">
                  <a16:creationId xmlns:a16="http://schemas.microsoft.com/office/drawing/2014/main" id="{9EF28160-1B7C-0DE8-3CC3-03C003691F68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2509" name="Input_receptor__679">
              <a:extLst>
                <a:ext uri="{FF2B5EF4-FFF2-40B4-BE49-F238E27FC236}">
                  <a16:creationId xmlns:a16="http://schemas.microsoft.com/office/drawing/2014/main" id="{5E8E5F14-54E7-7F8A-428A-F9CF647F6219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2510" name="Input_receptor__680">
              <a:extLst>
                <a:ext uri="{FF2B5EF4-FFF2-40B4-BE49-F238E27FC236}">
                  <a16:creationId xmlns:a16="http://schemas.microsoft.com/office/drawing/2014/main" id="{0D3135B6-2416-72FB-3257-D74FC9FDD922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2511" name="Input_receptor__681">
              <a:extLst>
                <a:ext uri="{FF2B5EF4-FFF2-40B4-BE49-F238E27FC236}">
                  <a16:creationId xmlns:a16="http://schemas.microsoft.com/office/drawing/2014/main" id="{98DEB7A1-21E6-FE04-FD32-837EC6422BFD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2512" name="Input_receptor__682">
              <a:extLst>
                <a:ext uri="{FF2B5EF4-FFF2-40B4-BE49-F238E27FC236}">
                  <a16:creationId xmlns:a16="http://schemas.microsoft.com/office/drawing/2014/main" id="{9DB5005F-F927-9F20-179D-23889488A923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2513" name="Input_receptor__683">
              <a:extLst>
                <a:ext uri="{FF2B5EF4-FFF2-40B4-BE49-F238E27FC236}">
                  <a16:creationId xmlns:a16="http://schemas.microsoft.com/office/drawing/2014/main" id="{6CB4655F-34F0-A550-3063-1B79FE58F6DB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2514" name="Input_receptor__684">
              <a:extLst>
                <a:ext uri="{FF2B5EF4-FFF2-40B4-BE49-F238E27FC236}">
                  <a16:creationId xmlns:a16="http://schemas.microsoft.com/office/drawing/2014/main" id="{8C5268B8-FB7D-E074-1F35-F55AA771FF12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2515" name="Input_receptor__685">
              <a:extLst>
                <a:ext uri="{FF2B5EF4-FFF2-40B4-BE49-F238E27FC236}">
                  <a16:creationId xmlns:a16="http://schemas.microsoft.com/office/drawing/2014/main" id="{70E3AB48-04D7-68AE-75A9-8D6E2D427C3D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2516" name="Input_receptor__686">
              <a:extLst>
                <a:ext uri="{FF2B5EF4-FFF2-40B4-BE49-F238E27FC236}">
                  <a16:creationId xmlns:a16="http://schemas.microsoft.com/office/drawing/2014/main" id="{5EEB0CC7-938F-FE84-F0D5-DCFE9399A6E1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17" name="Input_receptor__687">
              <a:extLst>
                <a:ext uri="{FF2B5EF4-FFF2-40B4-BE49-F238E27FC236}">
                  <a16:creationId xmlns:a16="http://schemas.microsoft.com/office/drawing/2014/main" id="{CA0769F7-52F7-A09C-D1C4-00A4BA5DD2FE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18" name="Input_receptor__688">
              <a:extLst>
                <a:ext uri="{FF2B5EF4-FFF2-40B4-BE49-F238E27FC236}">
                  <a16:creationId xmlns:a16="http://schemas.microsoft.com/office/drawing/2014/main" id="{DB041511-A96E-A025-1493-43149B4379D0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19" name="Input_receptor__689">
              <a:extLst>
                <a:ext uri="{FF2B5EF4-FFF2-40B4-BE49-F238E27FC236}">
                  <a16:creationId xmlns:a16="http://schemas.microsoft.com/office/drawing/2014/main" id="{32D7559C-F820-1F74-CDA3-63409D90B318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0" name="Input_receptor__690">
              <a:extLst>
                <a:ext uri="{FF2B5EF4-FFF2-40B4-BE49-F238E27FC236}">
                  <a16:creationId xmlns:a16="http://schemas.microsoft.com/office/drawing/2014/main" id="{40CAA57A-4C9C-36EF-73D9-27D721E12CD7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1" name="Input_receptor__691">
              <a:extLst>
                <a:ext uri="{FF2B5EF4-FFF2-40B4-BE49-F238E27FC236}">
                  <a16:creationId xmlns:a16="http://schemas.microsoft.com/office/drawing/2014/main" id="{88F48D48-B8BD-ABFD-848A-B5A87B8B0BAE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2" name="Input_receptor__692">
              <a:extLst>
                <a:ext uri="{FF2B5EF4-FFF2-40B4-BE49-F238E27FC236}">
                  <a16:creationId xmlns:a16="http://schemas.microsoft.com/office/drawing/2014/main" id="{D70F21CF-09B3-8EB8-7919-4BB87ACED21A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3" name="Input_receptor__693">
              <a:extLst>
                <a:ext uri="{FF2B5EF4-FFF2-40B4-BE49-F238E27FC236}">
                  <a16:creationId xmlns:a16="http://schemas.microsoft.com/office/drawing/2014/main" id="{B1E31FE9-186B-976C-3CCC-6AF1EEEBB685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2524" name="Input_receptor__694">
              <a:extLst>
                <a:ext uri="{FF2B5EF4-FFF2-40B4-BE49-F238E27FC236}">
                  <a16:creationId xmlns:a16="http://schemas.microsoft.com/office/drawing/2014/main" id="{144F3DF5-3707-B9EF-8F10-0435E1EC27AB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5" name="Input_receptor__695">
              <a:extLst>
                <a:ext uri="{FF2B5EF4-FFF2-40B4-BE49-F238E27FC236}">
                  <a16:creationId xmlns:a16="http://schemas.microsoft.com/office/drawing/2014/main" id="{057D9579-21B8-3264-9346-C24EF476CC87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6" name="Input_receptor__696">
              <a:extLst>
                <a:ext uri="{FF2B5EF4-FFF2-40B4-BE49-F238E27FC236}">
                  <a16:creationId xmlns:a16="http://schemas.microsoft.com/office/drawing/2014/main" id="{0892AA99-28C4-B512-6CE0-4D5CF1EE90C1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7" name="Input_receptor__697">
              <a:extLst>
                <a:ext uri="{FF2B5EF4-FFF2-40B4-BE49-F238E27FC236}">
                  <a16:creationId xmlns:a16="http://schemas.microsoft.com/office/drawing/2014/main" id="{F51F2658-91F2-0048-0512-9512A4DA07C0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8" name="Input_receptor__698">
              <a:extLst>
                <a:ext uri="{FF2B5EF4-FFF2-40B4-BE49-F238E27FC236}">
                  <a16:creationId xmlns:a16="http://schemas.microsoft.com/office/drawing/2014/main" id="{FB4A447F-0C3A-2AC0-89E7-F6972120AB42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29" name="Input_receptor__699">
              <a:extLst>
                <a:ext uri="{FF2B5EF4-FFF2-40B4-BE49-F238E27FC236}">
                  <a16:creationId xmlns:a16="http://schemas.microsoft.com/office/drawing/2014/main" id="{5DE5F902-9CBC-835B-2387-E456E49FE727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0" name="Input_receptor__700">
              <a:extLst>
                <a:ext uri="{FF2B5EF4-FFF2-40B4-BE49-F238E27FC236}">
                  <a16:creationId xmlns:a16="http://schemas.microsoft.com/office/drawing/2014/main" id="{032A5C06-C829-3C5B-E007-87CF03E5194B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1" name="Input_receptor__701">
              <a:extLst>
                <a:ext uri="{FF2B5EF4-FFF2-40B4-BE49-F238E27FC236}">
                  <a16:creationId xmlns:a16="http://schemas.microsoft.com/office/drawing/2014/main" id="{5818D8F1-EDC9-EA2A-FE02-298A4BD1A34D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2" name="Input_receptor__702">
              <a:extLst>
                <a:ext uri="{FF2B5EF4-FFF2-40B4-BE49-F238E27FC236}">
                  <a16:creationId xmlns:a16="http://schemas.microsoft.com/office/drawing/2014/main" id="{C669419B-F041-A76A-F2FF-7C1362CC7CEA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3" name="Input_receptor__703">
              <a:extLst>
                <a:ext uri="{FF2B5EF4-FFF2-40B4-BE49-F238E27FC236}">
                  <a16:creationId xmlns:a16="http://schemas.microsoft.com/office/drawing/2014/main" id="{81629538-0EB7-358C-C350-220378E3E394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2534" name="Input_receptor__704">
              <a:extLst>
                <a:ext uri="{FF2B5EF4-FFF2-40B4-BE49-F238E27FC236}">
                  <a16:creationId xmlns:a16="http://schemas.microsoft.com/office/drawing/2014/main" id="{7CF41B9C-8B70-6B68-9DFD-149BF25EF70D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5" name="Input_receptor__705">
              <a:extLst>
                <a:ext uri="{FF2B5EF4-FFF2-40B4-BE49-F238E27FC236}">
                  <a16:creationId xmlns:a16="http://schemas.microsoft.com/office/drawing/2014/main" id="{B6B9BC6F-C92A-F80C-D0D0-6F0436F4F878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2536" name="Input_receptor__706">
              <a:extLst>
                <a:ext uri="{FF2B5EF4-FFF2-40B4-BE49-F238E27FC236}">
                  <a16:creationId xmlns:a16="http://schemas.microsoft.com/office/drawing/2014/main" id="{6DE0C26E-49B8-3BE7-5EAE-89486E6DB3FC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7" name="Input_receptor__707">
              <a:extLst>
                <a:ext uri="{FF2B5EF4-FFF2-40B4-BE49-F238E27FC236}">
                  <a16:creationId xmlns:a16="http://schemas.microsoft.com/office/drawing/2014/main" id="{CB0A1813-0C7A-07BA-275A-AA62E7483665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8" name="Input_receptor__708">
              <a:extLst>
                <a:ext uri="{FF2B5EF4-FFF2-40B4-BE49-F238E27FC236}">
                  <a16:creationId xmlns:a16="http://schemas.microsoft.com/office/drawing/2014/main" id="{1DCD6430-E0B5-8A03-EAFD-AD9E94A3AE1B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39" name="Input_receptor__709">
              <a:extLst>
                <a:ext uri="{FF2B5EF4-FFF2-40B4-BE49-F238E27FC236}">
                  <a16:creationId xmlns:a16="http://schemas.microsoft.com/office/drawing/2014/main" id="{6377F409-C2BD-304D-15C8-DB9788B5CAB9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40" name="Input_receptor__710">
              <a:extLst>
                <a:ext uri="{FF2B5EF4-FFF2-40B4-BE49-F238E27FC236}">
                  <a16:creationId xmlns:a16="http://schemas.microsoft.com/office/drawing/2014/main" id="{36F20D76-1D54-8374-638B-D728CD3262E3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41" name="Input_receptor__711">
              <a:extLst>
                <a:ext uri="{FF2B5EF4-FFF2-40B4-BE49-F238E27FC236}">
                  <a16:creationId xmlns:a16="http://schemas.microsoft.com/office/drawing/2014/main" id="{85F93D2E-0BBF-4BAE-C1D6-D225F25C3DE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2542" name="Input_receptor__712">
              <a:extLst>
                <a:ext uri="{FF2B5EF4-FFF2-40B4-BE49-F238E27FC236}">
                  <a16:creationId xmlns:a16="http://schemas.microsoft.com/office/drawing/2014/main" id="{4002C1E5-F70C-1B35-86B3-F2285623B0BC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2543" name="Input_receptor__713">
              <a:extLst>
                <a:ext uri="{FF2B5EF4-FFF2-40B4-BE49-F238E27FC236}">
                  <a16:creationId xmlns:a16="http://schemas.microsoft.com/office/drawing/2014/main" id="{23E64020-4D15-4AEF-4393-7F66175C7B86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44" name="Input_receptor__714">
              <a:extLst>
                <a:ext uri="{FF2B5EF4-FFF2-40B4-BE49-F238E27FC236}">
                  <a16:creationId xmlns:a16="http://schemas.microsoft.com/office/drawing/2014/main" id="{5BC06926-FB29-5724-39B1-9E4B8BFC3741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45" name="Input_receptor__715">
              <a:extLst>
                <a:ext uri="{FF2B5EF4-FFF2-40B4-BE49-F238E27FC236}">
                  <a16:creationId xmlns:a16="http://schemas.microsoft.com/office/drawing/2014/main" id="{1C761F63-5417-093A-3727-6B65AD0FCDA5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2546" name="Input_receptor__716">
              <a:extLst>
                <a:ext uri="{FF2B5EF4-FFF2-40B4-BE49-F238E27FC236}">
                  <a16:creationId xmlns:a16="http://schemas.microsoft.com/office/drawing/2014/main" id="{5C23C27C-B3AC-5079-CDE0-BFC7B6A0EF3C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47" name="Input_receptor__717">
              <a:extLst>
                <a:ext uri="{FF2B5EF4-FFF2-40B4-BE49-F238E27FC236}">
                  <a16:creationId xmlns:a16="http://schemas.microsoft.com/office/drawing/2014/main" id="{BB51EE7D-0B1A-DC99-D480-6BC655E62D22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48" name="Input_receptor__718">
              <a:extLst>
                <a:ext uri="{FF2B5EF4-FFF2-40B4-BE49-F238E27FC236}">
                  <a16:creationId xmlns:a16="http://schemas.microsoft.com/office/drawing/2014/main" id="{D8F01A7C-08C1-43D1-0ECF-7A73D8CB7C4B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49" name="Input_receptor__719">
              <a:extLst>
                <a:ext uri="{FF2B5EF4-FFF2-40B4-BE49-F238E27FC236}">
                  <a16:creationId xmlns:a16="http://schemas.microsoft.com/office/drawing/2014/main" id="{19987048-3B84-9A39-0F02-516970AEF095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50" name="Input_receptor__720">
              <a:extLst>
                <a:ext uri="{FF2B5EF4-FFF2-40B4-BE49-F238E27FC236}">
                  <a16:creationId xmlns:a16="http://schemas.microsoft.com/office/drawing/2014/main" id="{E037768E-F3E4-D176-C80A-1234CF3B664F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2551" name="Input_receptor__721">
              <a:extLst>
                <a:ext uri="{FF2B5EF4-FFF2-40B4-BE49-F238E27FC236}">
                  <a16:creationId xmlns:a16="http://schemas.microsoft.com/office/drawing/2014/main" id="{824EE0A9-DE28-DEE6-C114-77BD49E4BC8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52" name="Input_receptor__722">
              <a:extLst>
                <a:ext uri="{FF2B5EF4-FFF2-40B4-BE49-F238E27FC236}">
                  <a16:creationId xmlns:a16="http://schemas.microsoft.com/office/drawing/2014/main" id="{48B70B83-976A-5637-1282-E5287B8BDCE6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53" name="Input_receptor__723">
              <a:extLst>
                <a:ext uri="{FF2B5EF4-FFF2-40B4-BE49-F238E27FC236}">
                  <a16:creationId xmlns:a16="http://schemas.microsoft.com/office/drawing/2014/main" id="{8A5370D9-6ACF-60FE-15A1-EEF8E8AECC63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2554" name="Input_receptor__724">
              <a:extLst>
                <a:ext uri="{FF2B5EF4-FFF2-40B4-BE49-F238E27FC236}">
                  <a16:creationId xmlns:a16="http://schemas.microsoft.com/office/drawing/2014/main" id="{00B2C34C-AD96-16CC-2137-A9706D9D7EA3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2555" name="Input_receptor__725">
              <a:extLst>
                <a:ext uri="{FF2B5EF4-FFF2-40B4-BE49-F238E27FC236}">
                  <a16:creationId xmlns:a16="http://schemas.microsoft.com/office/drawing/2014/main" id="{5EA336E7-2614-ED97-EABE-58A900EE4D9C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56" name="Input_receptor__726">
              <a:extLst>
                <a:ext uri="{FF2B5EF4-FFF2-40B4-BE49-F238E27FC236}">
                  <a16:creationId xmlns:a16="http://schemas.microsoft.com/office/drawing/2014/main" id="{DAC5AAEE-955D-B77D-41EE-CF95DA58B1F1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57" name="Input_receptor__727">
              <a:extLst>
                <a:ext uri="{FF2B5EF4-FFF2-40B4-BE49-F238E27FC236}">
                  <a16:creationId xmlns:a16="http://schemas.microsoft.com/office/drawing/2014/main" id="{DC164992-94C4-8F96-AAC9-826B54CA2C95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58" name="Input_receptor__728">
              <a:extLst>
                <a:ext uri="{FF2B5EF4-FFF2-40B4-BE49-F238E27FC236}">
                  <a16:creationId xmlns:a16="http://schemas.microsoft.com/office/drawing/2014/main" id="{9C37D1F2-6128-B349-4BB8-B02EAE534260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59" name="Input_receptor__729">
              <a:extLst>
                <a:ext uri="{FF2B5EF4-FFF2-40B4-BE49-F238E27FC236}">
                  <a16:creationId xmlns:a16="http://schemas.microsoft.com/office/drawing/2014/main" id="{73374DC6-3FB8-667A-253A-759AFA7B2D39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0" name="Input_receptor__730">
              <a:extLst>
                <a:ext uri="{FF2B5EF4-FFF2-40B4-BE49-F238E27FC236}">
                  <a16:creationId xmlns:a16="http://schemas.microsoft.com/office/drawing/2014/main" id="{D45DA4C0-1DDF-192B-9796-1FBF57CFDC69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1" name="Input_receptor__731">
              <a:extLst>
                <a:ext uri="{FF2B5EF4-FFF2-40B4-BE49-F238E27FC236}">
                  <a16:creationId xmlns:a16="http://schemas.microsoft.com/office/drawing/2014/main" id="{623513F8-76DA-0AFC-B01D-C5EA989755D9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2562" name="Input_receptor__732">
              <a:extLst>
                <a:ext uri="{FF2B5EF4-FFF2-40B4-BE49-F238E27FC236}">
                  <a16:creationId xmlns:a16="http://schemas.microsoft.com/office/drawing/2014/main" id="{D66E64BB-0D55-EFE7-9B4A-335643E7BC11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3" name="Input_receptor__733">
              <a:extLst>
                <a:ext uri="{FF2B5EF4-FFF2-40B4-BE49-F238E27FC236}">
                  <a16:creationId xmlns:a16="http://schemas.microsoft.com/office/drawing/2014/main" id="{193F7FA9-FEDB-C583-08DE-8784926DA3D5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2564" name="Input_receptor__734">
              <a:extLst>
                <a:ext uri="{FF2B5EF4-FFF2-40B4-BE49-F238E27FC236}">
                  <a16:creationId xmlns:a16="http://schemas.microsoft.com/office/drawing/2014/main" id="{4F15100B-6C07-6273-AED9-0A9FA7A6D52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5" name="Input_receptor__735">
              <a:extLst>
                <a:ext uri="{FF2B5EF4-FFF2-40B4-BE49-F238E27FC236}">
                  <a16:creationId xmlns:a16="http://schemas.microsoft.com/office/drawing/2014/main" id="{26924DE4-0C0A-6671-78B1-6952FBF85900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6" name="Input_receptor__736">
              <a:extLst>
                <a:ext uri="{FF2B5EF4-FFF2-40B4-BE49-F238E27FC236}">
                  <a16:creationId xmlns:a16="http://schemas.microsoft.com/office/drawing/2014/main" id="{0E0FD14B-8377-B8A6-C41E-C3060B9CDEFC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7" name="Input_receptor__737">
              <a:extLst>
                <a:ext uri="{FF2B5EF4-FFF2-40B4-BE49-F238E27FC236}">
                  <a16:creationId xmlns:a16="http://schemas.microsoft.com/office/drawing/2014/main" id="{79BDE277-9761-3833-E9E8-88782351499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8" name="Input_receptor__738">
              <a:extLst>
                <a:ext uri="{FF2B5EF4-FFF2-40B4-BE49-F238E27FC236}">
                  <a16:creationId xmlns:a16="http://schemas.microsoft.com/office/drawing/2014/main" id="{08497B4B-5D1C-1DFA-ACB0-B3F37AED4EA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69" name="Input_receptor__739">
              <a:extLst>
                <a:ext uri="{FF2B5EF4-FFF2-40B4-BE49-F238E27FC236}">
                  <a16:creationId xmlns:a16="http://schemas.microsoft.com/office/drawing/2014/main" id="{B495605E-5E13-FA72-4180-49DD6876BA1F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70" name="Input_receptor__740">
              <a:extLst>
                <a:ext uri="{FF2B5EF4-FFF2-40B4-BE49-F238E27FC236}">
                  <a16:creationId xmlns:a16="http://schemas.microsoft.com/office/drawing/2014/main" id="{8016940B-66A4-4827-E9A2-E9B6D814C43F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71" name="Input_receptor__741">
              <a:extLst>
                <a:ext uri="{FF2B5EF4-FFF2-40B4-BE49-F238E27FC236}">
                  <a16:creationId xmlns:a16="http://schemas.microsoft.com/office/drawing/2014/main" id="{7DDD5EF4-B6F7-F61E-1D8F-578C7E39AC92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2572" name="Input_receptor__742">
              <a:extLst>
                <a:ext uri="{FF2B5EF4-FFF2-40B4-BE49-F238E27FC236}">
                  <a16:creationId xmlns:a16="http://schemas.microsoft.com/office/drawing/2014/main" id="{2C98454D-3BB6-6464-8054-E4E0CBC4F24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2573" name="Input_receptor__743">
              <a:extLst>
                <a:ext uri="{FF2B5EF4-FFF2-40B4-BE49-F238E27FC236}">
                  <a16:creationId xmlns:a16="http://schemas.microsoft.com/office/drawing/2014/main" id="{5389F965-8C8E-96B9-8AED-6CA4E782B446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2574" name="Input_receptor__744">
              <a:extLst>
                <a:ext uri="{FF2B5EF4-FFF2-40B4-BE49-F238E27FC236}">
                  <a16:creationId xmlns:a16="http://schemas.microsoft.com/office/drawing/2014/main" id="{02F82E43-E9E7-4C23-9186-90C3895174AD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2575" name="Input_receptor__745">
              <a:extLst>
                <a:ext uri="{FF2B5EF4-FFF2-40B4-BE49-F238E27FC236}">
                  <a16:creationId xmlns:a16="http://schemas.microsoft.com/office/drawing/2014/main" id="{94DC0451-7561-AA39-B399-E3E9E6FA485E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2576" name="Input_receptor__746">
              <a:extLst>
                <a:ext uri="{FF2B5EF4-FFF2-40B4-BE49-F238E27FC236}">
                  <a16:creationId xmlns:a16="http://schemas.microsoft.com/office/drawing/2014/main" id="{CD006440-7D9E-3F5B-1540-001B80FFA7DF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2577" name="Input_receptor__747">
              <a:extLst>
                <a:ext uri="{FF2B5EF4-FFF2-40B4-BE49-F238E27FC236}">
                  <a16:creationId xmlns:a16="http://schemas.microsoft.com/office/drawing/2014/main" id="{3E6CB8D3-2523-5BAB-7D75-6D358746342E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2578" name="Input_receptor__748">
              <a:extLst>
                <a:ext uri="{FF2B5EF4-FFF2-40B4-BE49-F238E27FC236}">
                  <a16:creationId xmlns:a16="http://schemas.microsoft.com/office/drawing/2014/main" id="{112DF030-F501-537D-C01E-62D42F5DB488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2579" name="Input_receptor__749">
              <a:extLst>
                <a:ext uri="{FF2B5EF4-FFF2-40B4-BE49-F238E27FC236}">
                  <a16:creationId xmlns:a16="http://schemas.microsoft.com/office/drawing/2014/main" id="{6B935D08-DCF8-2A8E-8BCF-EF3F7D567D36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2580" name="Input_receptor__750">
              <a:extLst>
                <a:ext uri="{FF2B5EF4-FFF2-40B4-BE49-F238E27FC236}">
                  <a16:creationId xmlns:a16="http://schemas.microsoft.com/office/drawing/2014/main" id="{969748F4-FF12-180B-595F-FAE9D20B0C3A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2581" name="Input_receptor__751">
              <a:extLst>
                <a:ext uri="{FF2B5EF4-FFF2-40B4-BE49-F238E27FC236}">
                  <a16:creationId xmlns:a16="http://schemas.microsoft.com/office/drawing/2014/main" id="{4D53F570-D08F-6B6F-E678-E6E7845CD638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2582" name="Input_receptor__752">
              <a:extLst>
                <a:ext uri="{FF2B5EF4-FFF2-40B4-BE49-F238E27FC236}">
                  <a16:creationId xmlns:a16="http://schemas.microsoft.com/office/drawing/2014/main" id="{81919A59-3298-7EFF-CDE9-777CE0533145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83" name="Input_receptor__753">
              <a:extLst>
                <a:ext uri="{FF2B5EF4-FFF2-40B4-BE49-F238E27FC236}">
                  <a16:creationId xmlns:a16="http://schemas.microsoft.com/office/drawing/2014/main" id="{345C8D03-BB56-1CCC-4756-D503CC8E680E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2584" name="Input_receptor__754">
              <a:extLst>
                <a:ext uri="{FF2B5EF4-FFF2-40B4-BE49-F238E27FC236}">
                  <a16:creationId xmlns:a16="http://schemas.microsoft.com/office/drawing/2014/main" id="{9D6BEAF8-DE22-77A7-8CCE-9F4F1C9D668C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85" name="Input_receptor__755">
              <a:extLst>
                <a:ext uri="{FF2B5EF4-FFF2-40B4-BE49-F238E27FC236}">
                  <a16:creationId xmlns:a16="http://schemas.microsoft.com/office/drawing/2014/main" id="{FDBEC64B-CC8A-5E5E-0760-954096C57CE9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86" name="Input_receptor__756">
              <a:extLst>
                <a:ext uri="{FF2B5EF4-FFF2-40B4-BE49-F238E27FC236}">
                  <a16:creationId xmlns:a16="http://schemas.microsoft.com/office/drawing/2014/main" id="{1C0991F5-48D4-76E6-1C70-9F75CF5D7CC5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87" name="Input_receptor__757">
              <a:extLst>
                <a:ext uri="{FF2B5EF4-FFF2-40B4-BE49-F238E27FC236}">
                  <a16:creationId xmlns:a16="http://schemas.microsoft.com/office/drawing/2014/main" id="{92B9DC80-AFB3-02FD-63E0-5A94CE7AE17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88" name="Input_receptor__758">
              <a:extLst>
                <a:ext uri="{FF2B5EF4-FFF2-40B4-BE49-F238E27FC236}">
                  <a16:creationId xmlns:a16="http://schemas.microsoft.com/office/drawing/2014/main" id="{54AAFD68-3DC7-61F4-38D2-94452057F1EA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89" name="Input_receptor__759">
              <a:extLst>
                <a:ext uri="{FF2B5EF4-FFF2-40B4-BE49-F238E27FC236}">
                  <a16:creationId xmlns:a16="http://schemas.microsoft.com/office/drawing/2014/main" id="{1F1C497E-2B63-F1CD-EB7D-673EA7E63E6D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90" name="Input_receptor__760">
              <a:extLst>
                <a:ext uri="{FF2B5EF4-FFF2-40B4-BE49-F238E27FC236}">
                  <a16:creationId xmlns:a16="http://schemas.microsoft.com/office/drawing/2014/main" id="{F80436B9-D71E-0A85-93AE-A748ED349FA9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91" name="Input_receptor__761">
              <a:extLst>
                <a:ext uri="{FF2B5EF4-FFF2-40B4-BE49-F238E27FC236}">
                  <a16:creationId xmlns:a16="http://schemas.microsoft.com/office/drawing/2014/main" id="{0B2C180A-8638-731C-EEF5-053E2561DEFD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92" name="Input_receptor__762">
              <a:extLst>
                <a:ext uri="{FF2B5EF4-FFF2-40B4-BE49-F238E27FC236}">
                  <a16:creationId xmlns:a16="http://schemas.microsoft.com/office/drawing/2014/main" id="{AAFB735C-7645-F36A-6C10-BC3FC5450A7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93" name="Input_receptor__763">
              <a:extLst>
                <a:ext uri="{FF2B5EF4-FFF2-40B4-BE49-F238E27FC236}">
                  <a16:creationId xmlns:a16="http://schemas.microsoft.com/office/drawing/2014/main" id="{3B4614B7-6E6F-11FA-C4EE-3C88F8233462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2594" name="Input_receptor__764">
              <a:extLst>
                <a:ext uri="{FF2B5EF4-FFF2-40B4-BE49-F238E27FC236}">
                  <a16:creationId xmlns:a16="http://schemas.microsoft.com/office/drawing/2014/main" id="{CF8C32F7-105D-9597-5EF0-857B0384ECFF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2595" name="Input_receptor__765">
              <a:extLst>
                <a:ext uri="{FF2B5EF4-FFF2-40B4-BE49-F238E27FC236}">
                  <a16:creationId xmlns:a16="http://schemas.microsoft.com/office/drawing/2014/main" id="{8A3B5C94-5ACD-FB21-8B5C-4038FFF8210A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2596" name="Input_receptor__766">
              <a:extLst>
                <a:ext uri="{FF2B5EF4-FFF2-40B4-BE49-F238E27FC236}">
                  <a16:creationId xmlns:a16="http://schemas.microsoft.com/office/drawing/2014/main" id="{F9976FE8-3B77-0968-6EE8-D6BF45FF153F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2597" name="Input_receptor__767">
              <a:extLst>
                <a:ext uri="{FF2B5EF4-FFF2-40B4-BE49-F238E27FC236}">
                  <a16:creationId xmlns:a16="http://schemas.microsoft.com/office/drawing/2014/main" id="{48BEE2F5-F593-A52A-111E-BB26EF545C7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2598" name="Input_receptor__768">
              <a:extLst>
                <a:ext uri="{FF2B5EF4-FFF2-40B4-BE49-F238E27FC236}">
                  <a16:creationId xmlns:a16="http://schemas.microsoft.com/office/drawing/2014/main" id="{F2CECC6E-EAB7-9F1B-7B6B-23A2FC197DAE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2599" name="Input_receptor__769">
              <a:extLst>
                <a:ext uri="{FF2B5EF4-FFF2-40B4-BE49-F238E27FC236}">
                  <a16:creationId xmlns:a16="http://schemas.microsoft.com/office/drawing/2014/main" id="{58274E73-B58E-EE41-6B30-F7D3719F8C4B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2600" name="Input_receptor__770">
              <a:extLst>
                <a:ext uri="{FF2B5EF4-FFF2-40B4-BE49-F238E27FC236}">
                  <a16:creationId xmlns:a16="http://schemas.microsoft.com/office/drawing/2014/main" id="{E73A2D90-A90D-D0A1-2590-3EBC202B9BDF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2601" name="Input_receptor__771">
              <a:extLst>
                <a:ext uri="{FF2B5EF4-FFF2-40B4-BE49-F238E27FC236}">
                  <a16:creationId xmlns:a16="http://schemas.microsoft.com/office/drawing/2014/main" id="{3FF56F77-2AEA-9670-45E7-E652F3A3F7F6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2602" name="Input_receptor__772">
              <a:extLst>
                <a:ext uri="{FF2B5EF4-FFF2-40B4-BE49-F238E27FC236}">
                  <a16:creationId xmlns:a16="http://schemas.microsoft.com/office/drawing/2014/main" id="{38C6414F-E358-C3FD-0C52-1F28DA71B3D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2603" name="Input_receptor__773">
              <a:extLst>
                <a:ext uri="{FF2B5EF4-FFF2-40B4-BE49-F238E27FC236}">
                  <a16:creationId xmlns:a16="http://schemas.microsoft.com/office/drawing/2014/main" id="{8AD47591-510F-C683-DB1A-FF8B798597B5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2604" name="Input_receptor__774">
              <a:extLst>
                <a:ext uri="{FF2B5EF4-FFF2-40B4-BE49-F238E27FC236}">
                  <a16:creationId xmlns:a16="http://schemas.microsoft.com/office/drawing/2014/main" id="{0BC3FDF8-E6EC-4006-19A9-82778F32C000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2605" name="Input_receptor__775">
              <a:extLst>
                <a:ext uri="{FF2B5EF4-FFF2-40B4-BE49-F238E27FC236}">
                  <a16:creationId xmlns:a16="http://schemas.microsoft.com/office/drawing/2014/main" id="{5B8EF6BB-CB11-BC36-D4BB-43BF3F19341B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2606" name="Input_receptor__776">
              <a:extLst>
                <a:ext uri="{FF2B5EF4-FFF2-40B4-BE49-F238E27FC236}">
                  <a16:creationId xmlns:a16="http://schemas.microsoft.com/office/drawing/2014/main" id="{79D385D9-D929-19CA-2CD0-CFDF274F35A0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2607" name="Input_receptor__777">
              <a:extLst>
                <a:ext uri="{FF2B5EF4-FFF2-40B4-BE49-F238E27FC236}">
                  <a16:creationId xmlns:a16="http://schemas.microsoft.com/office/drawing/2014/main" id="{B4691A79-CE42-59F6-E196-191573173C62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08" name="Input_receptor__778">
              <a:extLst>
                <a:ext uri="{FF2B5EF4-FFF2-40B4-BE49-F238E27FC236}">
                  <a16:creationId xmlns:a16="http://schemas.microsoft.com/office/drawing/2014/main" id="{98C9D625-A7AD-A5F2-589B-C7DB942C57B1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09" name="Input_receptor__779">
              <a:extLst>
                <a:ext uri="{FF2B5EF4-FFF2-40B4-BE49-F238E27FC236}">
                  <a16:creationId xmlns:a16="http://schemas.microsoft.com/office/drawing/2014/main" id="{594E563C-90F4-10A0-59FB-EECA01F5A574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0" name="Input_receptor__780">
              <a:extLst>
                <a:ext uri="{FF2B5EF4-FFF2-40B4-BE49-F238E27FC236}">
                  <a16:creationId xmlns:a16="http://schemas.microsoft.com/office/drawing/2014/main" id="{30B3CD6A-9B1D-810E-6BEC-E43B5FE97635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1" name="Input_receptor__781">
              <a:extLst>
                <a:ext uri="{FF2B5EF4-FFF2-40B4-BE49-F238E27FC236}">
                  <a16:creationId xmlns:a16="http://schemas.microsoft.com/office/drawing/2014/main" id="{45A89EFA-10F1-D23F-8C94-3DBDE4DA8690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2" name="Input_receptor__782">
              <a:extLst>
                <a:ext uri="{FF2B5EF4-FFF2-40B4-BE49-F238E27FC236}">
                  <a16:creationId xmlns:a16="http://schemas.microsoft.com/office/drawing/2014/main" id="{B998CE38-E18C-0E33-5CFF-0A69BB5AE573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3" name="Input_receptor__783">
              <a:extLst>
                <a:ext uri="{FF2B5EF4-FFF2-40B4-BE49-F238E27FC236}">
                  <a16:creationId xmlns:a16="http://schemas.microsoft.com/office/drawing/2014/main" id="{4D171DDF-2D85-7483-F7B8-BE4955290448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4" name="Input_receptor__784">
              <a:extLst>
                <a:ext uri="{FF2B5EF4-FFF2-40B4-BE49-F238E27FC236}">
                  <a16:creationId xmlns:a16="http://schemas.microsoft.com/office/drawing/2014/main" id="{E8BA3510-3BD7-5229-7E17-E967DE7683A5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2615" name="Input_receptor__785">
              <a:extLst>
                <a:ext uri="{FF2B5EF4-FFF2-40B4-BE49-F238E27FC236}">
                  <a16:creationId xmlns:a16="http://schemas.microsoft.com/office/drawing/2014/main" id="{79C57E3C-C5D0-AB7B-BEE3-DD89B2B74994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2616" name="Input_receptor__786">
              <a:extLst>
                <a:ext uri="{FF2B5EF4-FFF2-40B4-BE49-F238E27FC236}">
                  <a16:creationId xmlns:a16="http://schemas.microsoft.com/office/drawing/2014/main" id="{6A7F27D1-ACE3-145B-9C6A-DAD10F96521C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7" name="Input_receptor__787">
              <a:extLst>
                <a:ext uri="{FF2B5EF4-FFF2-40B4-BE49-F238E27FC236}">
                  <a16:creationId xmlns:a16="http://schemas.microsoft.com/office/drawing/2014/main" id="{F22ACF10-4AF1-B9BB-4466-A20FEE65829B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8" name="Input_receptor__788">
              <a:extLst>
                <a:ext uri="{FF2B5EF4-FFF2-40B4-BE49-F238E27FC236}">
                  <a16:creationId xmlns:a16="http://schemas.microsoft.com/office/drawing/2014/main" id="{FA47205A-4490-5B51-0C2D-96469A9BA490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19" name="Input_receptor__789">
              <a:extLst>
                <a:ext uri="{FF2B5EF4-FFF2-40B4-BE49-F238E27FC236}">
                  <a16:creationId xmlns:a16="http://schemas.microsoft.com/office/drawing/2014/main" id="{664585F9-4AD2-F8BA-9F1D-26689F9F15D2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2620" name="Input_receptor__790">
              <a:extLst>
                <a:ext uri="{FF2B5EF4-FFF2-40B4-BE49-F238E27FC236}">
                  <a16:creationId xmlns:a16="http://schemas.microsoft.com/office/drawing/2014/main" id="{83F6F268-A9F5-AD5C-9648-0104524F4252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21" name="Input_receptor__791">
              <a:extLst>
                <a:ext uri="{FF2B5EF4-FFF2-40B4-BE49-F238E27FC236}">
                  <a16:creationId xmlns:a16="http://schemas.microsoft.com/office/drawing/2014/main" id="{C87DBC2F-6943-FD6B-889F-BC4D5A064922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22" name="Input_receptor__792">
              <a:extLst>
                <a:ext uri="{FF2B5EF4-FFF2-40B4-BE49-F238E27FC236}">
                  <a16:creationId xmlns:a16="http://schemas.microsoft.com/office/drawing/2014/main" id="{B26631B4-7DD2-3AB3-5B56-EC2D09D626AF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23" name="Input_receptor__793">
              <a:extLst>
                <a:ext uri="{FF2B5EF4-FFF2-40B4-BE49-F238E27FC236}">
                  <a16:creationId xmlns:a16="http://schemas.microsoft.com/office/drawing/2014/main" id="{17BA71D6-1ADE-861C-9949-EB2752693B26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2624" name="Input_receptor__794">
              <a:extLst>
                <a:ext uri="{FF2B5EF4-FFF2-40B4-BE49-F238E27FC236}">
                  <a16:creationId xmlns:a16="http://schemas.microsoft.com/office/drawing/2014/main" id="{CFAD7624-A807-3E22-FEE6-605CB4DD64DC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2625" name="Input_receptor__795">
              <a:extLst>
                <a:ext uri="{FF2B5EF4-FFF2-40B4-BE49-F238E27FC236}">
                  <a16:creationId xmlns:a16="http://schemas.microsoft.com/office/drawing/2014/main" id="{1EBEF08F-65CE-3478-85ED-003040400EFE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2626" name="Input_receptor__796">
              <a:extLst>
                <a:ext uri="{FF2B5EF4-FFF2-40B4-BE49-F238E27FC236}">
                  <a16:creationId xmlns:a16="http://schemas.microsoft.com/office/drawing/2014/main" id="{F5BB943C-ACC1-9D1B-F406-52CA9B309138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2627" name="Input_receptor__797">
              <a:extLst>
                <a:ext uri="{FF2B5EF4-FFF2-40B4-BE49-F238E27FC236}">
                  <a16:creationId xmlns:a16="http://schemas.microsoft.com/office/drawing/2014/main" id="{C4B4A92C-3342-F52F-24BF-1D3DE1A06BF6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2628" name="Input_receptor__798">
              <a:extLst>
                <a:ext uri="{FF2B5EF4-FFF2-40B4-BE49-F238E27FC236}">
                  <a16:creationId xmlns:a16="http://schemas.microsoft.com/office/drawing/2014/main" id="{49555DB5-0B41-6345-BA9E-B555D1089A51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2629" name="Input_receptor__799">
              <a:extLst>
                <a:ext uri="{FF2B5EF4-FFF2-40B4-BE49-F238E27FC236}">
                  <a16:creationId xmlns:a16="http://schemas.microsoft.com/office/drawing/2014/main" id="{B01876DD-67FC-8C6C-82CF-4FA7BD89AF1B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2630" name="Input_receptor__800">
              <a:extLst>
                <a:ext uri="{FF2B5EF4-FFF2-40B4-BE49-F238E27FC236}">
                  <a16:creationId xmlns:a16="http://schemas.microsoft.com/office/drawing/2014/main" id="{A20420ED-C719-0B1A-B461-AFC8E90E2CE0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2631" name="Input_receptor__801">
              <a:extLst>
                <a:ext uri="{FF2B5EF4-FFF2-40B4-BE49-F238E27FC236}">
                  <a16:creationId xmlns:a16="http://schemas.microsoft.com/office/drawing/2014/main" id="{9C1D9A41-3D5C-155A-D2A5-FA382CA939F2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2632" name="Input_receptor__802">
              <a:extLst>
                <a:ext uri="{FF2B5EF4-FFF2-40B4-BE49-F238E27FC236}">
                  <a16:creationId xmlns:a16="http://schemas.microsoft.com/office/drawing/2014/main" id="{D250165E-9A9A-0536-C078-F45A56CADFCC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2633" name="Input_receptor__803">
              <a:extLst>
                <a:ext uri="{FF2B5EF4-FFF2-40B4-BE49-F238E27FC236}">
                  <a16:creationId xmlns:a16="http://schemas.microsoft.com/office/drawing/2014/main" id="{A89ADC8F-5F33-F732-9735-A670D0A29D73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34" name="Input_receptor__804">
              <a:extLst>
                <a:ext uri="{FF2B5EF4-FFF2-40B4-BE49-F238E27FC236}">
                  <a16:creationId xmlns:a16="http://schemas.microsoft.com/office/drawing/2014/main" id="{582AD0D2-0BE1-1FB1-D1AD-E4DEDDF151CC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35" name="Input_receptor__805">
              <a:extLst>
                <a:ext uri="{FF2B5EF4-FFF2-40B4-BE49-F238E27FC236}">
                  <a16:creationId xmlns:a16="http://schemas.microsoft.com/office/drawing/2014/main" id="{EA4E4E3F-66BC-E7A3-A731-B440C01FCAC4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36" name="Input_receptor__806">
              <a:extLst>
                <a:ext uri="{FF2B5EF4-FFF2-40B4-BE49-F238E27FC236}">
                  <a16:creationId xmlns:a16="http://schemas.microsoft.com/office/drawing/2014/main" id="{18FC7218-1DDF-079F-DFA7-980AA5067C6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37" name="Input_receptor__807">
              <a:extLst>
                <a:ext uri="{FF2B5EF4-FFF2-40B4-BE49-F238E27FC236}">
                  <a16:creationId xmlns:a16="http://schemas.microsoft.com/office/drawing/2014/main" id="{9ED219E0-9992-C5B1-91C2-8EB2E05FBA5C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38" name="Input_receptor__808">
              <a:extLst>
                <a:ext uri="{FF2B5EF4-FFF2-40B4-BE49-F238E27FC236}">
                  <a16:creationId xmlns:a16="http://schemas.microsoft.com/office/drawing/2014/main" id="{B41F4B36-B768-356C-4CC5-093A8E9A05FF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2639" name="Input_receptor__809">
              <a:extLst>
                <a:ext uri="{FF2B5EF4-FFF2-40B4-BE49-F238E27FC236}">
                  <a16:creationId xmlns:a16="http://schemas.microsoft.com/office/drawing/2014/main" id="{FA77FEB6-687F-308D-9A81-D5FDFA877AE1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40" name="Input_receptor__810">
              <a:extLst>
                <a:ext uri="{FF2B5EF4-FFF2-40B4-BE49-F238E27FC236}">
                  <a16:creationId xmlns:a16="http://schemas.microsoft.com/office/drawing/2014/main" id="{4223095C-8D90-4A10-9F7D-EF7BC6FA178F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41" name="Input_receptor__811">
              <a:extLst>
                <a:ext uri="{FF2B5EF4-FFF2-40B4-BE49-F238E27FC236}">
                  <a16:creationId xmlns:a16="http://schemas.microsoft.com/office/drawing/2014/main" id="{29172493-C86E-8486-6959-4B64F1D388F8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42" name="Input_receptor__812">
              <a:extLst>
                <a:ext uri="{FF2B5EF4-FFF2-40B4-BE49-F238E27FC236}">
                  <a16:creationId xmlns:a16="http://schemas.microsoft.com/office/drawing/2014/main" id="{97BD7E4A-33CE-F76A-EDC2-33A91B0F13FB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2643" name="Input_receptor__813">
              <a:extLst>
                <a:ext uri="{FF2B5EF4-FFF2-40B4-BE49-F238E27FC236}">
                  <a16:creationId xmlns:a16="http://schemas.microsoft.com/office/drawing/2014/main" id="{D3CEAF10-8B66-CE27-60F8-F54E57B57840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2644" name="Input_receptor__814">
              <a:extLst>
                <a:ext uri="{FF2B5EF4-FFF2-40B4-BE49-F238E27FC236}">
                  <a16:creationId xmlns:a16="http://schemas.microsoft.com/office/drawing/2014/main" id="{EB20CB9E-F91A-CAA6-FA2B-FA9743ECD5B5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2645" name="Input_receptor__815">
              <a:extLst>
                <a:ext uri="{FF2B5EF4-FFF2-40B4-BE49-F238E27FC236}">
                  <a16:creationId xmlns:a16="http://schemas.microsoft.com/office/drawing/2014/main" id="{2FFD4291-4336-971D-838F-262064ADF79A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2646" name="Input_receptor__816">
              <a:extLst>
                <a:ext uri="{FF2B5EF4-FFF2-40B4-BE49-F238E27FC236}">
                  <a16:creationId xmlns:a16="http://schemas.microsoft.com/office/drawing/2014/main" id="{F66A9CC6-C8EA-FFBA-2FCC-5D1381C06B7C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2647" name="Input_receptor__817">
              <a:extLst>
                <a:ext uri="{FF2B5EF4-FFF2-40B4-BE49-F238E27FC236}">
                  <a16:creationId xmlns:a16="http://schemas.microsoft.com/office/drawing/2014/main" id="{9D795B2D-108E-B197-FC5C-B23F99673CA3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2648" name="Input_receptor__818">
              <a:extLst>
                <a:ext uri="{FF2B5EF4-FFF2-40B4-BE49-F238E27FC236}">
                  <a16:creationId xmlns:a16="http://schemas.microsoft.com/office/drawing/2014/main" id="{734C4676-978D-CB84-C112-E57D6EC577FF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2649" name="Input_receptor__819">
              <a:extLst>
                <a:ext uri="{FF2B5EF4-FFF2-40B4-BE49-F238E27FC236}">
                  <a16:creationId xmlns:a16="http://schemas.microsoft.com/office/drawing/2014/main" id="{9F7A7A98-4323-A45B-B3F6-F7FDC184A907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2650" name="Input_receptor__820">
              <a:extLst>
                <a:ext uri="{FF2B5EF4-FFF2-40B4-BE49-F238E27FC236}">
                  <a16:creationId xmlns:a16="http://schemas.microsoft.com/office/drawing/2014/main" id="{0E01F6F3-A7B6-E6CE-3217-78EA8D89D54F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2651" name="Input_receptor__821">
              <a:extLst>
                <a:ext uri="{FF2B5EF4-FFF2-40B4-BE49-F238E27FC236}">
                  <a16:creationId xmlns:a16="http://schemas.microsoft.com/office/drawing/2014/main" id="{E206A928-0A71-4CAA-3C51-35C2EB04C8B7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52" name="Input_receptor__822">
              <a:extLst>
                <a:ext uri="{FF2B5EF4-FFF2-40B4-BE49-F238E27FC236}">
                  <a16:creationId xmlns:a16="http://schemas.microsoft.com/office/drawing/2014/main" id="{E44928C6-EF4B-9548-7692-7D67F2AA0591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2653" name="Input_receptor__823">
              <a:extLst>
                <a:ext uri="{FF2B5EF4-FFF2-40B4-BE49-F238E27FC236}">
                  <a16:creationId xmlns:a16="http://schemas.microsoft.com/office/drawing/2014/main" id="{D24A1653-7A45-2446-C787-A8EDA3D5A4B2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54" name="Input_receptor__824">
              <a:extLst>
                <a:ext uri="{FF2B5EF4-FFF2-40B4-BE49-F238E27FC236}">
                  <a16:creationId xmlns:a16="http://schemas.microsoft.com/office/drawing/2014/main" id="{F42099DE-7EBB-70B7-6E0D-6BD86148E921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55" name="Input_receptor__825">
              <a:extLst>
                <a:ext uri="{FF2B5EF4-FFF2-40B4-BE49-F238E27FC236}">
                  <a16:creationId xmlns:a16="http://schemas.microsoft.com/office/drawing/2014/main" id="{30404DEA-80E5-0B95-7A9D-E38C957E22BE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56" name="Input_receptor__826">
              <a:extLst>
                <a:ext uri="{FF2B5EF4-FFF2-40B4-BE49-F238E27FC236}">
                  <a16:creationId xmlns:a16="http://schemas.microsoft.com/office/drawing/2014/main" id="{E713C57E-C123-200B-19A5-3AB8BC922CB9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57" name="Input_receptor__827">
              <a:extLst>
                <a:ext uri="{FF2B5EF4-FFF2-40B4-BE49-F238E27FC236}">
                  <a16:creationId xmlns:a16="http://schemas.microsoft.com/office/drawing/2014/main" id="{CCDD8E45-02E2-D8CB-2D92-40ADC46984F0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58" name="Input_receptor__828">
              <a:extLst>
                <a:ext uri="{FF2B5EF4-FFF2-40B4-BE49-F238E27FC236}">
                  <a16:creationId xmlns:a16="http://schemas.microsoft.com/office/drawing/2014/main" id="{D6A5C739-9349-E2F9-15AD-A8EFEB8CA270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2659" name="Input_receptor__829">
              <a:extLst>
                <a:ext uri="{FF2B5EF4-FFF2-40B4-BE49-F238E27FC236}">
                  <a16:creationId xmlns:a16="http://schemas.microsoft.com/office/drawing/2014/main" id="{FFF59928-7D1F-11CE-9685-912D76BD8A5D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0" name="Input_receptor__830">
              <a:extLst>
                <a:ext uri="{FF2B5EF4-FFF2-40B4-BE49-F238E27FC236}">
                  <a16:creationId xmlns:a16="http://schemas.microsoft.com/office/drawing/2014/main" id="{DDC248E8-12B7-B2A3-D0B5-B11DB4A85C8D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1" name="Input_receptor__831">
              <a:extLst>
                <a:ext uri="{FF2B5EF4-FFF2-40B4-BE49-F238E27FC236}">
                  <a16:creationId xmlns:a16="http://schemas.microsoft.com/office/drawing/2014/main" id="{F9A2F11C-15D0-FA1C-4B8B-F87C413C7491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2" name="Input_receptor__832">
              <a:extLst>
                <a:ext uri="{FF2B5EF4-FFF2-40B4-BE49-F238E27FC236}">
                  <a16:creationId xmlns:a16="http://schemas.microsoft.com/office/drawing/2014/main" id="{F689AE36-7A63-4294-A0FA-7834DAA1C32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3" name="Input_receptor__833">
              <a:extLst>
                <a:ext uri="{FF2B5EF4-FFF2-40B4-BE49-F238E27FC236}">
                  <a16:creationId xmlns:a16="http://schemas.microsoft.com/office/drawing/2014/main" id="{93BD2683-A3F7-70E4-02B2-681D6252E3A9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4" name="Input_receptor__834">
              <a:extLst>
                <a:ext uri="{FF2B5EF4-FFF2-40B4-BE49-F238E27FC236}">
                  <a16:creationId xmlns:a16="http://schemas.microsoft.com/office/drawing/2014/main" id="{B9983BB5-114C-9DD7-5B8C-5CE3FC8FF663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5" name="Input_receptor__835">
              <a:extLst>
                <a:ext uri="{FF2B5EF4-FFF2-40B4-BE49-F238E27FC236}">
                  <a16:creationId xmlns:a16="http://schemas.microsoft.com/office/drawing/2014/main" id="{161146A2-6134-25EF-21DD-A29942E6CF03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6" name="Input_receptor__836">
              <a:extLst>
                <a:ext uri="{FF2B5EF4-FFF2-40B4-BE49-F238E27FC236}">
                  <a16:creationId xmlns:a16="http://schemas.microsoft.com/office/drawing/2014/main" id="{71DE01B3-FB71-8FB5-FC54-0B6DB3782CB3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67" name="Input_receptor__837">
              <a:extLst>
                <a:ext uri="{FF2B5EF4-FFF2-40B4-BE49-F238E27FC236}">
                  <a16:creationId xmlns:a16="http://schemas.microsoft.com/office/drawing/2014/main" id="{F9AEDD99-551C-256F-3A05-95B02A9F674B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2668" name="Input_receptor__838">
              <a:extLst>
                <a:ext uri="{FF2B5EF4-FFF2-40B4-BE49-F238E27FC236}">
                  <a16:creationId xmlns:a16="http://schemas.microsoft.com/office/drawing/2014/main" id="{1B6D38CE-8806-AEAA-2C7C-1067E12BAE5F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2669" name="Input_receptor__839">
              <a:extLst>
                <a:ext uri="{FF2B5EF4-FFF2-40B4-BE49-F238E27FC236}">
                  <a16:creationId xmlns:a16="http://schemas.microsoft.com/office/drawing/2014/main" id="{B32D0873-F4A9-668D-D586-B92A3E4A6E49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70" name="Input_receptor__840">
              <a:extLst>
                <a:ext uri="{FF2B5EF4-FFF2-40B4-BE49-F238E27FC236}">
                  <a16:creationId xmlns:a16="http://schemas.microsoft.com/office/drawing/2014/main" id="{0C0BFC0F-80CF-82ED-8105-7EC7E45FF404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71" name="Input_receptor__841">
              <a:extLst>
                <a:ext uri="{FF2B5EF4-FFF2-40B4-BE49-F238E27FC236}">
                  <a16:creationId xmlns:a16="http://schemas.microsoft.com/office/drawing/2014/main" id="{8ADD4C9E-D90E-1907-E8F8-F12E992FBB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72" name="Input_receptor__842">
              <a:extLst>
                <a:ext uri="{FF2B5EF4-FFF2-40B4-BE49-F238E27FC236}">
                  <a16:creationId xmlns:a16="http://schemas.microsoft.com/office/drawing/2014/main" id="{EF66E0B9-D700-CA0B-3093-954D7E6F9486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2673" name="Input_receptor__843">
              <a:extLst>
                <a:ext uri="{FF2B5EF4-FFF2-40B4-BE49-F238E27FC236}">
                  <a16:creationId xmlns:a16="http://schemas.microsoft.com/office/drawing/2014/main" id="{CC568027-9CAF-9AC5-8BAC-D723220DBC70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2674" name="Input_receptor__844">
              <a:extLst>
                <a:ext uri="{FF2B5EF4-FFF2-40B4-BE49-F238E27FC236}">
                  <a16:creationId xmlns:a16="http://schemas.microsoft.com/office/drawing/2014/main" id="{8F606B06-33B3-810D-A830-D24FF309199A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2675" name="Input_receptor__845">
              <a:extLst>
                <a:ext uri="{FF2B5EF4-FFF2-40B4-BE49-F238E27FC236}">
                  <a16:creationId xmlns:a16="http://schemas.microsoft.com/office/drawing/2014/main" id="{4158E77C-AE67-7056-D4A7-3DE59D3AF7F9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2676" name="Input_receptor__846">
              <a:extLst>
                <a:ext uri="{FF2B5EF4-FFF2-40B4-BE49-F238E27FC236}">
                  <a16:creationId xmlns:a16="http://schemas.microsoft.com/office/drawing/2014/main" id="{2FC2ECF1-EA53-5A84-C4C2-4AA72429B8EF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2677" name="Input_receptor__847">
              <a:extLst>
                <a:ext uri="{FF2B5EF4-FFF2-40B4-BE49-F238E27FC236}">
                  <a16:creationId xmlns:a16="http://schemas.microsoft.com/office/drawing/2014/main" id="{B1AD4EFE-9E0B-925B-FACA-1638BA2319F1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2678" name="Input_receptor__848">
              <a:extLst>
                <a:ext uri="{FF2B5EF4-FFF2-40B4-BE49-F238E27FC236}">
                  <a16:creationId xmlns:a16="http://schemas.microsoft.com/office/drawing/2014/main" id="{646C9949-D7CE-17A1-59E2-F7BE10126D48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2679" name="Input_receptor__849">
              <a:extLst>
                <a:ext uri="{FF2B5EF4-FFF2-40B4-BE49-F238E27FC236}">
                  <a16:creationId xmlns:a16="http://schemas.microsoft.com/office/drawing/2014/main" id="{91F2EFD8-F8BC-49AF-C6CE-7E42F56AC46F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2680" name="Input_receptor__850">
              <a:extLst>
                <a:ext uri="{FF2B5EF4-FFF2-40B4-BE49-F238E27FC236}">
                  <a16:creationId xmlns:a16="http://schemas.microsoft.com/office/drawing/2014/main" id="{0295BDA1-74F8-1668-383B-4A26949D51E1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2681" name="Input_receptor__851">
              <a:extLst>
                <a:ext uri="{FF2B5EF4-FFF2-40B4-BE49-F238E27FC236}">
                  <a16:creationId xmlns:a16="http://schemas.microsoft.com/office/drawing/2014/main" id="{FF5B6CFB-99AF-9FA6-9ED7-5EF6B5F192AE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2682" name="Input_receptor__852">
              <a:extLst>
                <a:ext uri="{FF2B5EF4-FFF2-40B4-BE49-F238E27FC236}">
                  <a16:creationId xmlns:a16="http://schemas.microsoft.com/office/drawing/2014/main" id="{06FA26A7-DC62-2941-D364-B865216642B4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2683" name="Input_receptor__853">
              <a:extLst>
                <a:ext uri="{FF2B5EF4-FFF2-40B4-BE49-F238E27FC236}">
                  <a16:creationId xmlns:a16="http://schemas.microsoft.com/office/drawing/2014/main" id="{481A055B-6F2F-6ED3-8C22-D9A7B0F87CE0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2684" name="Input_receptor__854">
              <a:extLst>
                <a:ext uri="{FF2B5EF4-FFF2-40B4-BE49-F238E27FC236}">
                  <a16:creationId xmlns:a16="http://schemas.microsoft.com/office/drawing/2014/main" id="{0E29D1EE-9C05-1C0A-87E2-12E327F80156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2685" name="Input_receptor__855">
              <a:extLst>
                <a:ext uri="{FF2B5EF4-FFF2-40B4-BE49-F238E27FC236}">
                  <a16:creationId xmlns:a16="http://schemas.microsoft.com/office/drawing/2014/main" id="{30D241D7-0F40-C8F4-8783-1B568AB1E9D4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2686" name="Input_receptor__856">
              <a:extLst>
                <a:ext uri="{FF2B5EF4-FFF2-40B4-BE49-F238E27FC236}">
                  <a16:creationId xmlns:a16="http://schemas.microsoft.com/office/drawing/2014/main" id="{DD8A75D8-217B-19A5-EAC6-B5F9456CF8D7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2687" name="Input_receptor__857">
              <a:extLst>
                <a:ext uri="{FF2B5EF4-FFF2-40B4-BE49-F238E27FC236}">
                  <a16:creationId xmlns:a16="http://schemas.microsoft.com/office/drawing/2014/main" id="{394DAB71-28B3-1BB9-DFC7-4B14BB1E04F6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2688" name="Input_receptor__858">
              <a:extLst>
                <a:ext uri="{FF2B5EF4-FFF2-40B4-BE49-F238E27FC236}">
                  <a16:creationId xmlns:a16="http://schemas.microsoft.com/office/drawing/2014/main" id="{D86C319E-B422-2E54-2019-42D405593722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2689" name="Input_receptor__859">
              <a:extLst>
                <a:ext uri="{FF2B5EF4-FFF2-40B4-BE49-F238E27FC236}">
                  <a16:creationId xmlns:a16="http://schemas.microsoft.com/office/drawing/2014/main" id="{31EBDC9B-D64F-EAC3-8C5A-BFA355E2DF88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2690" name="Input_receptor__860">
              <a:extLst>
                <a:ext uri="{FF2B5EF4-FFF2-40B4-BE49-F238E27FC236}">
                  <a16:creationId xmlns:a16="http://schemas.microsoft.com/office/drawing/2014/main" id="{E8095411-A26F-C374-4562-53A2EC681088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2691" name="Input_receptor__861">
              <a:extLst>
                <a:ext uri="{FF2B5EF4-FFF2-40B4-BE49-F238E27FC236}">
                  <a16:creationId xmlns:a16="http://schemas.microsoft.com/office/drawing/2014/main" id="{7ABB2AF0-9E51-CB63-11AE-F16C3EE20D06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692" name="Input_receptor__862">
              <a:extLst>
                <a:ext uri="{FF2B5EF4-FFF2-40B4-BE49-F238E27FC236}">
                  <a16:creationId xmlns:a16="http://schemas.microsoft.com/office/drawing/2014/main" id="{DEDBB4E0-760D-B5FE-EF67-33A1D909AAA0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693" name="Input_receptor__863">
              <a:extLst>
                <a:ext uri="{FF2B5EF4-FFF2-40B4-BE49-F238E27FC236}">
                  <a16:creationId xmlns:a16="http://schemas.microsoft.com/office/drawing/2014/main" id="{9AB24F3A-88A5-886B-5B4E-63409967FF39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694" name="Input_receptor__864">
              <a:extLst>
                <a:ext uri="{FF2B5EF4-FFF2-40B4-BE49-F238E27FC236}">
                  <a16:creationId xmlns:a16="http://schemas.microsoft.com/office/drawing/2014/main" id="{DE5C4F9E-2DF2-E712-E31D-41F8AC73F00F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2695" name="Input_receptor__865">
              <a:extLst>
                <a:ext uri="{FF2B5EF4-FFF2-40B4-BE49-F238E27FC236}">
                  <a16:creationId xmlns:a16="http://schemas.microsoft.com/office/drawing/2014/main" id="{D1FD3F63-0576-8818-E29D-41488259CC69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696" name="Input_receptor__866">
              <a:extLst>
                <a:ext uri="{FF2B5EF4-FFF2-40B4-BE49-F238E27FC236}">
                  <a16:creationId xmlns:a16="http://schemas.microsoft.com/office/drawing/2014/main" id="{9E48249B-D326-D290-6736-EB1436BB3513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697" name="Input_receptor__867">
              <a:extLst>
                <a:ext uri="{FF2B5EF4-FFF2-40B4-BE49-F238E27FC236}">
                  <a16:creationId xmlns:a16="http://schemas.microsoft.com/office/drawing/2014/main" id="{184A3201-9FB5-A71F-1E01-7C07021E7E57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698" name="Input_receptor__868">
              <a:extLst>
                <a:ext uri="{FF2B5EF4-FFF2-40B4-BE49-F238E27FC236}">
                  <a16:creationId xmlns:a16="http://schemas.microsoft.com/office/drawing/2014/main" id="{EC0C6EB4-0287-1F6D-26E4-D3CBBDBB4328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699" name="Input_receptor__869">
              <a:extLst>
                <a:ext uri="{FF2B5EF4-FFF2-40B4-BE49-F238E27FC236}">
                  <a16:creationId xmlns:a16="http://schemas.microsoft.com/office/drawing/2014/main" id="{3224093B-DCED-4B27-7FAF-DD694DF6D1E6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2700" name="Input_receptor__870">
              <a:extLst>
                <a:ext uri="{FF2B5EF4-FFF2-40B4-BE49-F238E27FC236}">
                  <a16:creationId xmlns:a16="http://schemas.microsoft.com/office/drawing/2014/main" id="{953B753E-D5BC-FF6E-E804-8202514A9F25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701" name="Input_receptor__871">
              <a:extLst>
                <a:ext uri="{FF2B5EF4-FFF2-40B4-BE49-F238E27FC236}">
                  <a16:creationId xmlns:a16="http://schemas.microsoft.com/office/drawing/2014/main" id="{3C2BB278-6C9E-1FC0-DD56-387C70313163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702" name="Input_receptor__872">
              <a:extLst>
                <a:ext uri="{FF2B5EF4-FFF2-40B4-BE49-F238E27FC236}">
                  <a16:creationId xmlns:a16="http://schemas.microsoft.com/office/drawing/2014/main" id="{7C50760D-2B17-75B3-D56F-8C9533EFBBE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703" name="Input_receptor__873">
              <a:extLst>
                <a:ext uri="{FF2B5EF4-FFF2-40B4-BE49-F238E27FC236}">
                  <a16:creationId xmlns:a16="http://schemas.microsoft.com/office/drawing/2014/main" id="{D94A6521-B517-8BFA-947B-C3ACBEDFB2E2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704" name="Input_receptor__874">
              <a:extLst>
                <a:ext uri="{FF2B5EF4-FFF2-40B4-BE49-F238E27FC236}">
                  <a16:creationId xmlns:a16="http://schemas.microsoft.com/office/drawing/2014/main" id="{C8CC8441-1FBC-8714-4D26-DDDB3BB6C346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2705" name="Input_receptor__875">
              <a:extLst>
                <a:ext uri="{FF2B5EF4-FFF2-40B4-BE49-F238E27FC236}">
                  <a16:creationId xmlns:a16="http://schemas.microsoft.com/office/drawing/2014/main" id="{E57093AF-E45A-CA9C-4153-37E1E56EBF6F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2706" name="Input_receptor__876">
              <a:extLst>
                <a:ext uri="{FF2B5EF4-FFF2-40B4-BE49-F238E27FC236}">
                  <a16:creationId xmlns:a16="http://schemas.microsoft.com/office/drawing/2014/main" id="{5A8FF727-5278-8DC5-21CE-1D86659ACC38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07" name="Input_receptor__877">
              <a:extLst>
                <a:ext uri="{FF2B5EF4-FFF2-40B4-BE49-F238E27FC236}">
                  <a16:creationId xmlns:a16="http://schemas.microsoft.com/office/drawing/2014/main" id="{BDC4339C-5960-6045-5525-C3FDE644FFA9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2708" name="Input_receptor__878">
              <a:extLst>
                <a:ext uri="{FF2B5EF4-FFF2-40B4-BE49-F238E27FC236}">
                  <a16:creationId xmlns:a16="http://schemas.microsoft.com/office/drawing/2014/main" id="{07427A8E-0838-E4F9-EFC5-C57BC1455451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09" name="Input_receptor__879">
              <a:extLst>
                <a:ext uri="{FF2B5EF4-FFF2-40B4-BE49-F238E27FC236}">
                  <a16:creationId xmlns:a16="http://schemas.microsoft.com/office/drawing/2014/main" id="{D3BBE731-140B-58A6-9F7B-E1BA34FD144A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0" name="Input_receptor__880">
              <a:extLst>
                <a:ext uri="{FF2B5EF4-FFF2-40B4-BE49-F238E27FC236}">
                  <a16:creationId xmlns:a16="http://schemas.microsoft.com/office/drawing/2014/main" id="{4D5FF6C9-78D7-3C6A-AB57-EBC5F0B2D073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1" name="Input_receptor__881">
              <a:extLst>
                <a:ext uri="{FF2B5EF4-FFF2-40B4-BE49-F238E27FC236}">
                  <a16:creationId xmlns:a16="http://schemas.microsoft.com/office/drawing/2014/main" id="{A37BAFED-FFCD-644A-651E-E2AF26473B7D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2" name="Input_receptor__882">
              <a:extLst>
                <a:ext uri="{FF2B5EF4-FFF2-40B4-BE49-F238E27FC236}">
                  <a16:creationId xmlns:a16="http://schemas.microsoft.com/office/drawing/2014/main" id="{9FCE18FA-2282-12A4-B290-22B2393E967B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3" name="Input_receptor__883">
              <a:extLst>
                <a:ext uri="{FF2B5EF4-FFF2-40B4-BE49-F238E27FC236}">
                  <a16:creationId xmlns:a16="http://schemas.microsoft.com/office/drawing/2014/main" id="{55EA1A50-083D-9BE9-F0F1-A1F02C59E46B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2714" name="Input_receptor__884">
              <a:extLst>
                <a:ext uri="{FF2B5EF4-FFF2-40B4-BE49-F238E27FC236}">
                  <a16:creationId xmlns:a16="http://schemas.microsoft.com/office/drawing/2014/main" id="{5E160183-C059-DF6C-7B8E-0798D781B183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5" name="Input_receptor__885">
              <a:extLst>
                <a:ext uri="{FF2B5EF4-FFF2-40B4-BE49-F238E27FC236}">
                  <a16:creationId xmlns:a16="http://schemas.microsoft.com/office/drawing/2014/main" id="{38B23CBA-A179-B5EE-0231-11BF23CA113F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6" name="Input_receptor__886">
              <a:extLst>
                <a:ext uri="{FF2B5EF4-FFF2-40B4-BE49-F238E27FC236}">
                  <a16:creationId xmlns:a16="http://schemas.microsoft.com/office/drawing/2014/main" id="{F6EC5B3F-2BBC-250D-54DA-DF223A40C5B5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7" name="Input_receptor__887">
              <a:extLst>
                <a:ext uri="{FF2B5EF4-FFF2-40B4-BE49-F238E27FC236}">
                  <a16:creationId xmlns:a16="http://schemas.microsoft.com/office/drawing/2014/main" id="{CEC05B26-3926-9616-31B1-C858C9A91AF4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8" name="Input_receptor__888">
              <a:extLst>
                <a:ext uri="{FF2B5EF4-FFF2-40B4-BE49-F238E27FC236}">
                  <a16:creationId xmlns:a16="http://schemas.microsoft.com/office/drawing/2014/main" id="{A24CFBC3-A88D-BC80-590A-7DDF92CBDC42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19" name="Input_receptor__889">
              <a:extLst>
                <a:ext uri="{FF2B5EF4-FFF2-40B4-BE49-F238E27FC236}">
                  <a16:creationId xmlns:a16="http://schemas.microsoft.com/office/drawing/2014/main" id="{0C8EB55B-DCC7-C0FF-C331-805C3FB8C237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2720" name="Input_receptor__890">
              <a:extLst>
                <a:ext uri="{FF2B5EF4-FFF2-40B4-BE49-F238E27FC236}">
                  <a16:creationId xmlns:a16="http://schemas.microsoft.com/office/drawing/2014/main" id="{AD1CFE5C-8520-5BE7-1461-0ACF723F662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2721" name="Input_receptor__891">
              <a:extLst>
                <a:ext uri="{FF2B5EF4-FFF2-40B4-BE49-F238E27FC236}">
                  <a16:creationId xmlns:a16="http://schemas.microsoft.com/office/drawing/2014/main" id="{3FDBC99E-A2FE-5993-F236-60810DB47ED7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2722" name="Input_receptor__892">
              <a:extLst>
                <a:ext uri="{FF2B5EF4-FFF2-40B4-BE49-F238E27FC236}">
                  <a16:creationId xmlns:a16="http://schemas.microsoft.com/office/drawing/2014/main" id="{83A58DCF-0353-4FD6-D4ED-DC949761D40A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2723" name="Input_receptor__893">
              <a:extLst>
                <a:ext uri="{FF2B5EF4-FFF2-40B4-BE49-F238E27FC236}">
                  <a16:creationId xmlns:a16="http://schemas.microsoft.com/office/drawing/2014/main" id="{396F71C2-E04B-206F-E3C1-1F52AC07A3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2724" name="Input_receptor__894">
              <a:extLst>
                <a:ext uri="{FF2B5EF4-FFF2-40B4-BE49-F238E27FC236}">
                  <a16:creationId xmlns:a16="http://schemas.microsoft.com/office/drawing/2014/main" id="{DFFBFFC3-DD42-1182-6BF1-7492E8EFF57B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25" name="Input_receptor__895">
              <a:extLst>
                <a:ext uri="{FF2B5EF4-FFF2-40B4-BE49-F238E27FC236}">
                  <a16:creationId xmlns:a16="http://schemas.microsoft.com/office/drawing/2014/main" id="{15235561-1322-5082-C2D6-3C37122F2849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26" name="Input_receptor__896">
              <a:extLst>
                <a:ext uri="{FF2B5EF4-FFF2-40B4-BE49-F238E27FC236}">
                  <a16:creationId xmlns:a16="http://schemas.microsoft.com/office/drawing/2014/main" id="{762E83CE-D043-9B8B-4345-A93DF7EDE642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27" name="Input_receptor__897">
              <a:extLst>
                <a:ext uri="{FF2B5EF4-FFF2-40B4-BE49-F238E27FC236}">
                  <a16:creationId xmlns:a16="http://schemas.microsoft.com/office/drawing/2014/main" id="{A6BF86EF-2994-ECED-1FAD-C58E53813ECF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28" name="Input_receptor__898">
              <a:extLst>
                <a:ext uri="{FF2B5EF4-FFF2-40B4-BE49-F238E27FC236}">
                  <a16:creationId xmlns:a16="http://schemas.microsoft.com/office/drawing/2014/main" id="{B9463A1C-61EA-6BCE-E14E-222502921A75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2729" name="Input_receptor__899">
              <a:extLst>
                <a:ext uri="{FF2B5EF4-FFF2-40B4-BE49-F238E27FC236}">
                  <a16:creationId xmlns:a16="http://schemas.microsoft.com/office/drawing/2014/main" id="{64230F41-5A68-00EF-CC05-BC273988D7B9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0" name="Input_receptor__900">
              <a:extLst>
                <a:ext uri="{FF2B5EF4-FFF2-40B4-BE49-F238E27FC236}">
                  <a16:creationId xmlns:a16="http://schemas.microsoft.com/office/drawing/2014/main" id="{C60CDB9E-CD57-2571-63AA-9D80CE9867EC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1" name="Input_receptor__901">
              <a:extLst>
                <a:ext uri="{FF2B5EF4-FFF2-40B4-BE49-F238E27FC236}">
                  <a16:creationId xmlns:a16="http://schemas.microsoft.com/office/drawing/2014/main" id="{C84C837A-80DE-1F8D-A35E-68BBC99CA9B5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2" name="Input_receptor__902">
              <a:extLst>
                <a:ext uri="{FF2B5EF4-FFF2-40B4-BE49-F238E27FC236}">
                  <a16:creationId xmlns:a16="http://schemas.microsoft.com/office/drawing/2014/main" id="{D5A7FB41-95AC-4F7D-35F5-0883CDB73FA7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3" name="Input_receptor__903">
              <a:extLst>
                <a:ext uri="{FF2B5EF4-FFF2-40B4-BE49-F238E27FC236}">
                  <a16:creationId xmlns:a16="http://schemas.microsoft.com/office/drawing/2014/main" id="{8C34D5C6-9B2F-F5AF-9C79-3C3E1A0B1AD6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4" name="Input_receptor__904">
              <a:extLst>
                <a:ext uri="{FF2B5EF4-FFF2-40B4-BE49-F238E27FC236}">
                  <a16:creationId xmlns:a16="http://schemas.microsoft.com/office/drawing/2014/main" id="{C93AFBAC-5520-1D15-F4F0-C129337FF790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5" name="Input_receptor__905">
              <a:extLst>
                <a:ext uri="{FF2B5EF4-FFF2-40B4-BE49-F238E27FC236}">
                  <a16:creationId xmlns:a16="http://schemas.microsoft.com/office/drawing/2014/main" id="{A4BB42BE-DF34-EF30-81DB-3F81E5B99169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6" name="Input_receptor__906">
              <a:extLst>
                <a:ext uri="{FF2B5EF4-FFF2-40B4-BE49-F238E27FC236}">
                  <a16:creationId xmlns:a16="http://schemas.microsoft.com/office/drawing/2014/main" id="{4761C1B1-67AB-258A-25E1-BADA55B34BFB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2737" name="Input_receptor__907">
              <a:extLst>
                <a:ext uri="{FF2B5EF4-FFF2-40B4-BE49-F238E27FC236}">
                  <a16:creationId xmlns:a16="http://schemas.microsoft.com/office/drawing/2014/main" id="{3FA9BFA9-D429-4CE6-BE45-C0D445BBFC0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8" name="Input_receptor__908">
              <a:extLst>
                <a:ext uri="{FF2B5EF4-FFF2-40B4-BE49-F238E27FC236}">
                  <a16:creationId xmlns:a16="http://schemas.microsoft.com/office/drawing/2014/main" id="{FD6F04BA-A8B2-D6E6-7866-887FD42B5EB8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2739" name="Input_receptor__909">
              <a:extLst>
                <a:ext uri="{FF2B5EF4-FFF2-40B4-BE49-F238E27FC236}">
                  <a16:creationId xmlns:a16="http://schemas.microsoft.com/office/drawing/2014/main" id="{2E0F0434-C52C-E5BA-74F7-03C7A5CB3A31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2740" name="Input_receptor__910">
              <a:extLst>
                <a:ext uri="{FF2B5EF4-FFF2-40B4-BE49-F238E27FC236}">
                  <a16:creationId xmlns:a16="http://schemas.microsoft.com/office/drawing/2014/main" id="{9D1F434F-CD2F-2499-9604-26F36ABF916A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1" name="Input_receptor__911">
              <a:extLst>
                <a:ext uri="{FF2B5EF4-FFF2-40B4-BE49-F238E27FC236}">
                  <a16:creationId xmlns:a16="http://schemas.microsoft.com/office/drawing/2014/main" id="{7514BC01-6449-DFB2-31D0-E0A2053D404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2" name="Input_receptor__912">
              <a:extLst>
                <a:ext uri="{FF2B5EF4-FFF2-40B4-BE49-F238E27FC236}">
                  <a16:creationId xmlns:a16="http://schemas.microsoft.com/office/drawing/2014/main" id="{1A69411A-95EF-3379-D238-2ABEA9C5B238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3" name="Input_receptor__913">
              <a:extLst>
                <a:ext uri="{FF2B5EF4-FFF2-40B4-BE49-F238E27FC236}">
                  <a16:creationId xmlns:a16="http://schemas.microsoft.com/office/drawing/2014/main" id="{94C9A640-6FC8-9830-76C2-ACB48989AAED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4" name="Input_receptor__914">
              <a:extLst>
                <a:ext uri="{FF2B5EF4-FFF2-40B4-BE49-F238E27FC236}">
                  <a16:creationId xmlns:a16="http://schemas.microsoft.com/office/drawing/2014/main" id="{6FD0A5B2-E249-90DE-E218-81F6027F468F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5" name="Input_receptor__915">
              <a:extLst>
                <a:ext uri="{FF2B5EF4-FFF2-40B4-BE49-F238E27FC236}">
                  <a16:creationId xmlns:a16="http://schemas.microsoft.com/office/drawing/2014/main" id="{A8FAAC02-E486-FC21-74ED-AD35D90AE354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6" name="Input_receptor__916">
              <a:extLst>
                <a:ext uri="{FF2B5EF4-FFF2-40B4-BE49-F238E27FC236}">
                  <a16:creationId xmlns:a16="http://schemas.microsoft.com/office/drawing/2014/main" id="{49A2BF45-B28C-718D-8F5D-85AB8C7C9C0F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7" name="Input_receptor__917">
              <a:extLst>
                <a:ext uri="{FF2B5EF4-FFF2-40B4-BE49-F238E27FC236}">
                  <a16:creationId xmlns:a16="http://schemas.microsoft.com/office/drawing/2014/main" id="{730EEEDD-4185-51E9-9E9F-D4FDE7F41039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48" name="Input_receptor__918">
              <a:extLst>
                <a:ext uri="{FF2B5EF4-FFF2-40B4-BE49-F238E27FC236}">
                  <a16:creationId xmlns:a16="http://schemas.microsoft.com/office/drawing/2014/main" id="{4B4DDDE6-15DB-7D29-7B7D-097021347B3F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2749" name="Input_receptor__919">
              <a:extLst>
                <a:ext uri="{FF2B5EF4-FFF2-40B4-BE49-F238E27FC236}">
                  <a16:creationId xmlns:a16="http://schemas.microsoft.com/office/drawing/2014/main" id="{BB9D74AD-1215-6C20-82E9-D8F7EE0D0D4D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2750" name="Input_receptor__920">
              <a:extLst>
                <a:ext uri="{FF2B5EF4-FFF2-40B4-BE49-F238E27FC236}">
                  <a16:creationId xmlns:a16="http://schemas.microsoft.com/office/drawing/2014/main" id="{2F24CF6D-5F87-E5D4-D54E-90B803BFC938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2751" name="Input_receptor__921">
              <a:extLst>
                <a:ext uri="{FF2B5EF4-FFF2-40B4-BE49-F238E27FC236}">
                  <a16:creationId xmlns:a16="http://schemas.microsoft.com/office/drawing/2014/main" id="{B8FF5AB9-35FF-E1FC-6FC0-758BB18C871F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2752" name="Input_receptor__922">
              <a:extLst>
                <a:ext uri="{FF2B5EF4-FFF2-40B4-BE49-F238E27FC236}">
                  <a16:creationId xmlns:a16="http://schemas.microsoft.com/office/drawing/2014/main" id="{7F346F36-FF7C-4AB9-7B19-8C9853962551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2753" name="Input_receptor__923">
              <a:extLst>
                <a:ext uri="{FF2B5EF4-FFF2-40B4-BE49-F238E27FC236}">
                  <a16:creationId xmlns:a16="http://schemas.microsoft.com/office/drawing/2014/main" id="{149D621E-B975-BA7E-F50E-AC03C9BB0C3F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2754" name="Input_receptor__924">
              <a:extLst>
                <a:ext uri="{FF2B5EF4-FFF2-40B4-BE49-F238E27FC236}">
                  <a16:creationId xmlns:a16="http://schemas.microsoft.com/office/drawing/2014/main" id="{2F562B28-A366-92D4-4087-845F1AFFCCC1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2755" name="Input_receptor__925">
              <a:extLst>
                <a:ext uri="{FF2B5EF4-FFF2-40B4-BE49-F238E27FC236}">
                  <a16:creationId xmlns:a16="http://schemas.microsoft.com/office/drawing/2014/main" id="{FCB0ECEE-A278-C314-FE99-3170DA567365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2756" name="Input_receptor__926">
              <a:extLst>
                <a:ext uri="{FF2B5EF4-FFF2-40B4-BE49-F238E27FC236}">
                  <a16:creationId xmlns:a16="http://schemas.microsoft.com/office/drawing/2014/main" id="{80AB58D4-D097-44A4-2761-65507615895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2757" name="Input_receptor__927">
              <a:extLst>
                <a:ext uri="{FF2B5EF4-FFF2-40B4-BE49-F238E27FC236}">
                  <a16:creationId xmlns:a16="http://schemas.microsoft.com/office/drawing/2014/main" id="{832AD28E-5530-96A5-9C00-D3FBCA0C0C76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2758" name="Input_receptor__928">
              <a:extLst>
                <a:ext uri="{FF2B5EF4-FFF2-40B4-BE49-F238E27FC236}">
                  <a16:creationId xmlns:a16="http://schemas.microsoft.com/office/drawing/2014/main" id="{EF523AE4-7324-8386-0B75-EE16CCBB0422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59" name="Input_receptor__929">
              <a:extLst>
                <a:ext uri="{FF2B5EF4-FFF2-40B4-BE49-F238E27FC236}">
                  <a16:creationId xmlns:a16="http://schemas.microsoft.com/office/drawing/2014/main" id="{3397FCCD-F109-A255-DC31-3DF481FF8BE5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60" name="Input_receptor__930">
              <a:extLst>
                <a:ext uri="{FF2B5EF4-FFF2-40B4-BE49-F238E27FC236}">
                  <a16:creationId xmlns:a16="http://schemas.microsoft.com/office/drawing/2014/main" id="{A0B5B572-8AE6-DEEF-D67A-115A19F8938D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61" name="Input_receptor__931">
              <a:extLst>
                <a:ext uri="{FF2B5EF4-FFF2-40B4-BE49-F238E27FC236}">
                  <a16:creationId xmlns:a16="http://schemas.microsoft.com/office/drawing/2014/main" id="{B32351CB-54C8-FA15-0AEE-2511BCE1A57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62" name="Input_receptor__932">
              <a:extLst>
                <a:ext uri="{FF2B5EF4-FFF2-40B4-BE49-F238E27FC236}">
                  <a16:creationId xmlns:a16="http://schemas.microsoft.com/office/drawing/2014/main" id="{C4FD0DE2-CC5B-31E6-E57E-9FEF670FBC41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63" name="Input_receptor__933">
              <a:extLst>
                <a:ext uri="{FF2B5EF4-FFF2-40B4-BE49-F238E27FC236}">
                  <a16:creationId xmlns:a16="http://schemas.microsoft.com/office/drawing/2014/main" id="{9287DF45-2DF3-2673-5484-96AB2346F10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64" name="Input_receptor__934">
              <a:extLst>
                <a:ext uri="{FF2B5EF4-FFF2-40B4-BE49-F238E27FC236}">
                  <a16:creationId xmlns:a16="http://schemas.microsoft.com/office/drawing/2014/main" id="{A9E0A095-BF1A-1173-2DD4-89CAC5757A3E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65" name="Input_receptor__935">
              <a:extLst>
                <a:ext uri="{FF2B5EF4-FFF2-40B4-BE49-F238E27FC236}">
                  <a16:creationId xmlns:a16="http://schemas.microsoft.com/office/drawing/2014/main" id="{031AF379-9805-6355-454F-2619A92180C3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66" name="Input_receptor__936">
              <a:extLst>
                <a:ext uri="{FF2B5EF4-FFF2-40B4-BE49-F238E27FC236}">
                  <a16:creationId xmlns:a16="http://schemas.microsoft.com/office/drawing/2014/main" id="{61C6F77E-536B-6A37-DE94-019399AB26C1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67" name="Input_receptor__937">
              <a:extLst>
                <a:ext uri="{FF2B5EF4-FFF2-40B4-BE49-F238E27FC236}">
                  <a16:creationId xmlns:a16="http://schemas.microsoft.com/office/drawing/2014/main" id="{BF965D2E-1821-5A9A-05E3-5A00A89BE911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68" name="Input_receptor__938">
              <a:extLst>
                <a:ext uri="{FF2B5EF4-FFF2-40B4-BE49-F238E27FC236}">
                  <a16:creationId xmlns:a16="http://schemas.microsoft.com/office/drawing/2014/main" id="{D77118AE-D72E-CA38-EF7B-0A31BB1E8482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69" name="Input_receptor__939">
              <a:extLst>
                <a:ext uri="{FF2B5EF4-FFF2-40B4-BE49-F238E27FC236}">
                  <a16:creationId xmlns:a16="http://schemas.microsoft.com/office/drawing/2014/main" id="{E89B22C9-120E-5C63-0DD6-273CF256ED3A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70" name="Input_receptor__940">
              <a:extLst>
                <a:ext uri="{FF2B5EF4-FFF2-40B4-BE49-F238E27FC236}">
                  <a16:creationId xmlns:a16="http://schemas.microsoft.com/office/drawing/2014/main" id="{D7FF7037-9531-72E6-1BC1-30856EBC6712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71" name="Input_receptor__941">
              <a:extLst>
                <a:ext uri="{FF2B5EF4-FFF2-40B4-BE49-F238E27FC236}">
                  <a16:creationId xmlns:a16="http://schemas.microsoft.com/office/drawing/2014/main" id="{31E85A1D-4733-F234-04E9-DE99A33454A9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72" name="Input_receptor__942">
              <a:extLst>
                <a:ext uri="{FF2B5EF4-FFF2-40B4-BE49-F238E27FC236}">
                  <a16:creationId xmlns:a16="http://schemas.microsoft.com/office/drawing/2014/main" id="{AA68F4AF-4F79-A0A8-238C-EA3B8974A5A5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73" name="Input_receptor__943">
              <a:extLst>
                <a:ext uri="{FF2B5EF4-FFF2-40B4-BE49-F238E27FC236}">
                  <a16:creationId xmlns:a16="http://schemas.microsoft.com/office/drawing/2014/main" id="{C03E62E3-A392-FC6A-80AB-071506660246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74" name="Input_receptor__944">
              <a:extLst>
                <a:ext uri="{FF2B5EF4-FFF2-40B4-BE49-F238E27FC236}">
                  <a16:creationId xmlns:a16="http://schemas.microsoft.com/office/drawing/2014/main" id="{FD297C1D-628B-5B90-6C0A-0FCE9A498C4D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75" name="Input_receptor__945">
              <a:extLst>
                <a:ext uri="{FF2B5EF4-FFF2-40B4-BE49-F238E27FC236}">
                  <a16:creationId xmlns:a16="http://schemas.microsoft.com/office/drawing/2014/main" id="{49225B94-F24B-FCF8-0EEF-13DB41DD21C7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76" name="Input_receptor__946">
              <a:extLst>
                <a:ext uri="{FF2B5EF4-FFF2-40B4-BE49-F238E27FC236}">
                  <a16:creationId xmlns:a16="http://schemas.microsoft.com/office/drawing/2014/main" id="{83C54E5F-9B69-0B45-9579-27D5968F78E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77" name="Input_receptor__947">
              <a:extLst>
                <a:ext uri="{FF2B5EF4-FFF2-40B4-BE49-F238E27FC236}">
                  <a16:creationId xmlns:a16="http://schemas.microsoft.com/office/drawing/2014/main" id="{A8F84962-E7D7-932E-6AA5-844F71BA5C76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78" name="Input_receptor__948">
              <a:extLst>
                <a:ext uri="{FF2B5EF4-FFF2-40B4-BE49-F238E27FC236}">
                  <a16:creationId xmlns:a16="http://schemas.microsoft.com/office/drawing/2014/main" id="{4AC25843-EA05-9CA6-1D91-B8AD51A420EB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79" name="Input_receptor__949">
              <a:extLst>
                <a:ext uri="{FF2B5EF4-FFF2-40B4-BE49-F238E27FC236}">
                  <a16:creationId xmlns:a16="http://schemas.microsoft.com/office/drawing/2014/main" id="{2794AC24-7424-F348-124B-1264A4D1540B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80" name="Input_receptor__950">
              <a:extLst>
                <a:ext uri="{FF2B5EF4-FFF2-40B4-BE49-F238E27FC236}">
                  <a16:creationId xmlns:a16="http://schemas.microsoft.com/office/drawing/2014/main" id="{345D31CF-CC90-38D8-F765-F6EBFA3ADBEA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81" name="Input_receptor__951">
              <a:extLst>
                <a:ext uri="{FF2B5EF4-FFF2-40B4-BE49-F238E27FC236}">
                  <a16:creationId xmlns:a16="http://schemas.microsoft.com/office/drawing/2014/main" id="{7A205B2C-F48B-EDED-1506-1F1095C2B6A6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82" name="Input_receptor__952">
              <a:extLst>
                <a:ext uri="{FF2B5EF4-FFF2-40B4-BE49-F238E27FC236}">
                  <a16:creationId xmlns:a16="http://schemas.microsoft.com/office/drawing/2014/main" id="{16CA3328-80BC-17DC-43AD-CB83293B2CFF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2783" name="Input_receptor__953">
              <a:extLst>
                <a:ext uri="{FF2B5EF4-FFF2-40B4-BE49-F238E27FC236}">
                  <a16:creationId xmlns:a16="http://schemas.microsoft.com/office/drawing/2014/main" id="{07EE9CCC-5E5D-700A-6156-F39DE91687C0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84" name="Input_receptor__954">
              <a:extLst>
                <a:ext uri="{FF2B5EF4-FFF2-40B4-BE49-F238E27FC236}">
                  <a16:creationId xmlns:a16="http://schemas.microsoft.com/office/drawing/2014/main" id="{47E3DDE5-F319-9784-71F4-5377D17F431B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2785" name="Input_receptor__955">
              <a:extLst>
                <a:ext uri="{FF2B5EF4-FFF2-40B4-BE49-F238E27FC236}">
                  <a16:creationId xmlns:a16="http://schemas.microsoft.com/office/drawing/2014/main" id="{76D2EC6B-C248-2736-66BB-8136E0E25084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2786" name="Input_receptor__956">
              <a:extLst>
                <a:ext uri="{FF2B5EF4-FFF2-40B4-BE49-F238E27FC236}">
                  <a16:creationId xmlns:a16="http://schemas.microsoft.com/office/drawing/2014/main" id="{79FC0E5C-5E2E-D360-7D9E-54EDCB1BC65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2787" name="Input_receptor__957">
              <a:extLst>
                <a:ext uri="{FF2B5EF4-FFF2-40B4-BE49-F238E27FC236}">
                  <a16:creationId xmlns:a16="http://schemas.microsoft.com/office/drawing/2014/main" id="{DC125A87-AAEF-58EA-43E3-013F9C2F3E5B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2788" name="Input_receptor__958">
              <a:extLst>
                <a:ext uri="{FF2B5EF4-FFF2-40B4-BE49-F238E27FC236}">
                  <a16:creationId xmlns:a16="http://schemas.microsoft.com/office/drawing/2014/main" id="{2E016DC7-7729-6B52-2361-0FDAD3A0869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2789" name="Input_receptor__959">
              <a:extLst>
                <a:ext uri="{FF2B5EF4-FFF2-40B4-BE49-F238E27FC236}">
                  <a16:creationId xmlns:a16="http://schemas.microsoft.com/office/drawing/2014/main" id="{964A68A8-8F5B-EDBD-DE85-56F0128928D4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2790" name="Input_receptor__960">
              <a:extLst>
                <a:ext uri="{FF2B5EF4-FFF2-40B4-BE49-F238E27FC236}">
                  <a16:creationId xmlns:a16="http://schemas.microsoft.com/office/drawing/2014/main" id="{987EC6EB-6CFA-C270-375D-41E230C2692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2791" name="Input_receptor__961">
              <a:extLst>
                <a:ext uri="{FF2B5EF4-FFF2-40B4-BE49-F238E27FC236}">
                  <a16:creationId xmlns:a16="http://schemas.microsoft.com/office/drawing/2014/main" id="{7A2ED313-9760-C1E4-13F9-9FB13C8FA8BD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2792" name="Input_receptor__962">
              <a:extLst>
                <a:ext uri="{FF2B5EF4-FFF2-40B4-BE49-F238E27FC236}">
                  <a16:creationId xmlns:a16="http://schemas.microsoft.com/office/drawing/2014/main" id="{6CE9E49D-C24E-70C5-2BCB-398A7842223B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2793" name="Input_receptor__963">
              <a:extLst>
                <a:ext uri="{FF2B5EF4-FFF2-40B4-BE49-F238E27FC236}">
                  <a16:creationId xmlns:a16="http://schemas.microsoft.com/office/drawing/2014/main" id="{7057FDB2-02CD-DF76-4561-0A1FCA4B4990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2794" name="Input_receptor__964">
              <a:extLst>
                <a:ext uri="{FF2B5EF4-FFF2-40B4-BE49-F238E27FC236}">
                  <a16:creationId xmlns:a16="http://schemas.microsoft.com/office/drawing/2014/main" id="{8D7EDEF1-6C7B-0514-2ACE-0C31E3E38280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2795" name="Input_receptor__965">
              <a:extLst>
                <a:ext uri="{FF2B5EF4-FFF2-40B4-BE49-F238E27FC236}">
                  <a16:creationId xmlns:a16="http://schemas.microsoft.com/office/drawing/2014/main" id="{2CA7F565-8033-019E-DA1D-C12F08D14E23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796" name="Input_receptor__966">
              <a:extLst>
                <a:ext uri="{FF2B5EF4-FFF2-40B4-BE49-F238E27FC236}">
                  <a16:creationId xmlns:a16="http://schemas.microsoft.com/office/drawing/2014/main" id="{CFB9F1EB-475C-36E1-E2CA-BB354FB93619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797" name="Input_receptor__967">
              <a:extLst>
                <a:ext uri="{FF2B5EF4-FFF2-40B4-BE49-F238E27FC236}">
                  <a16:creationId xmlns:a16="http://schemas.microsoft.com/office/drawing/2014/main" id="{469B804A-7FE7-CDA5-35D7-EB02DB5C76CE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2798" name="Input_receptor__968">
              <a:extLst>
                <a:ext uri="{FF2B5EF4-FFF2-40B4-BE49-F238E27FC236}">
                  <a16:creationId xmlns:a16="http://schemas.microsoft.com/office/drawing/2014/main" id="{90E73AE1-9936-2704-6D2A-BA0C57D9D4C1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799" name="Input_receptor__969">
              <a:extLst>
                <a:ext uri="{FF2B5EF4-FFF2-40B4-BE49-F238E27FC236}">
                  <a16:creationId xmlns:a16="http://schemas.microsoft.com/office/drawing/2014/main" id="{DD7A305E-77A7-AB54-31A1-444155837C03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0" name="Input_receptor__970">
              <a:extLst>
                <a:ext uri="{FF2B5EF4-FFF2-40B4-BE49-F238E27FC236}">
                  <a16:creationId xmlns:a16="http://schemas.microsoft.com/office/drawing/2014/main" id="{28413208-7DC8-4E8A-D5D4-563C118E43BB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1" name="Input_receptor__971">
              <a:extLst>
                <a:ext uri="{FF2B5EF4-FFF2-40B4-BE49-F238E27FC236}">
                  <a16:creationId xmlns:a16="http://schemas.microsoft.com/office/drawing/2014/main" id="{580C0E47-DA3C-B171-B023-7BC975BC75E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2802" name="Input_receptor__972">
              <a:extLst>
                <a:ext uri="{FF2B5EF4-FFF2-40B4-BE49-F238E27FC236}">
                  <a16:creationId xmlns:a16="http://schemas.microsoft.com/office/drawing/2014/main" id="{D273550E-5174-0DA7-48B2-07D6715C6069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2803" name="Input_receptor__973">
              <a:extLst>
                <a:ext uri="{FF2B5EF4-FFF2-40B4-BE49-F238E27FC236}">
                  <a16:creationId xmlns:a16="http://schemas.microsoft.com/office/drawing/2014/main" id="{C788508E-1D70-98B6-3A0E-BA156B3974C6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4" name="Input_receptor__974">
              <a:extLst>
                <a:ext uri="{FF2B5EF4-FFF2-40B4-BE49-F238E27FC236}">
                  <a16:creationId xmlns:a16="http://schemas.microsoft.com/office/drawing/2014/main" id="{B25B7DE1-AFB8-A3FA-CC4C-E5F12E46886E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5" name="Input_receptor__975">
              <a:extLst>
                <a:ext uri="{FF2B5EF4-FFF2-40B4-BE49-F238E27FC236}">
                  <a16:creationId xmlns:a16="http://schemas.microsoft.com/office/drawing/2014/main" id="{1B1CB1F1-13B1-D7F4-976F-27605C2DED6D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6" name="Input_receptor__976">
              <a:extLst>
                <a:ext uri="{FF2B5EF4-FFF2-40B4-BE49-F238E27FC236}">
                  <a16:creationId xmlns:a16="http://schemas.microsoft.com/office/drawing/2014/main" id="{9A38E2A6-069C-CC81-30E8-22B76699B719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7" name="Input_receptor__977">
              <a:extLst>
                <a:ext uri="{FF2B5EF4-FFF2-40B4-BE49-F238E27FC236}">
                  <a16:creationId xmlns:a16="http://schemas.microsoft.com/office/drawing/2014/main" id="{1BACE99E-A7BE-23C2-BFB0-7842216820F0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8" name="Input_receptor__978">
              <a:extLst>
                <a:ext uri="{FF2B5EF4-FFF2-40B4-BE49-F238E27FC236}">
                  <a16:creationId xmlns:a16="http://schemas.microsoft.com/office/drawing/2014/main" id="{0EAFE140-25F1-4598-7390-38FC3FDC2926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09" name="Input_receptor__979">
              <a:extLst>
                <a:ext uri="{FF2B5EF4-FFF2-40B4-BE49-F238E27FC236}">
                  <a16:creationId xmlns:a16="http://schemas.microsoft.com/office/drawing/2014/main" id="{BB490EAA-392A-8B47-3191-890A70EA21C2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10" name="Input_receptor__980">
              <a:extLst>
                <a:ext uri="{FF2B5EF4-FFF2-40B4-BE49-F238E27FC236}">
                  <a16:creationId xmlns:a16="http://schemas.microsoft.com/office/drawing/2014/main" id="{8BE2D8B3-674A-ABF9-693E-9BA0F5A806BF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11" name="Input_receptor__981">
              <a:extLst>
                <a:ext uri="{FF2B5EF4-FFF2-40B4-BE49-F238E27FC236}">
                  <a16:creationId xmlns:a16="http://schemas.microsoft.com/office/drawing/2014/main" id="{DE4220A9-467B-795F-BC47-B450728E0CD7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2812" name="Input_receptor__982">
              <a:extLst>
                <a:ext uri="{FF2B5EF4-FFF2-40B4-BE49-F238E27FC236}">
                  <a16:creationId xmlns:a16="http://schemas.microsoft.com/office/drawing/2014/main" id="{4C62E682-0C0F-8FB3-CCAA-C612D6D248B6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13" name="Input_receptor__983">
              <a:extLst>
                <a:ext uri="{FF2B5EF4-FFF2-40B4-BE49-F238E27FC236}">
                  <a16:creationId xmlns:a16="http://schemas.microsoft.com/office/drawing/2014/main" id="{09F04042-81B2-60A2-0482-BD18C9A29921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2814" name="Input_receptor__984">
              <a:extLst>
                <a:ext uri="{FF2B5EF4-FFF2-40B4-BE49-F238E27FC236}">
                  <a16:creationId xmlns:a16="http://schemas.microsoft.com/office/drawing/2014/main" id="{CF20D1D0-0CBB-13FA-368F-2C41CB15DF85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2815" name="Input_receptor__985">
              <a:extLst>
                <a:ext uri="{FF2B5EF4-FFF2-40B4-BE49-F238E27FC236}">
                  <a16:creationId xmlns:a16="http://schemas.microsoft.com/office/drawing/2014/main" id="{C77D4B1A-9B5B-D7B3-344D-0CF3E3C6B127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2816" name="Input_receptor__986">
              <a:extLst>
                <a:ext uri="{FF2B5EF4-FFF2-40B4-BE49-F238E27FC236}">
                  <a16:creationId xmlns:a16="http://schemas.microsoft.com/office/drawing/2014/main" id="{66458B64-816F-7A6A-16A8-AA40BDA1CC4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2817" name="Input_receptor__987">
              <a:extLst>
                <a:ext uri="{FF2B5EF4-FFF2-40B4-BE49-F238E27FC236}">
                  <a16:creationId xmlns:a16="http://schemas.microsoft.com/office/drawing/2014/main" id="{DC39ABF0-4198-7758-4511-5C1FEDD04912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2818" name="Input_receptor__988">
              <a:extLst>
                <a:ext uri="{FF2B5EF4-FFF2-40B4-BE49-F238E27FC236}">
                  <a16:creationId xmlns:a16="http://schemas.microsoft.com/office/drawing/2014/main" id="{E612E01B-7CD0-29CF-F46C-CD14D389EBC6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2819" name="Input_receptor__989">
              <a:extLst>
                <a:ext uri="{FF2B5EF4-FFF2-40B4-BE49-F238E27FC236}">
                  <a16:creationId xmlns:a16="http://schemas.microsoft.com/office/drawing/2014/main" id="{BB142EB1-20F8-7213-4BB8-C440F245EBAE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2820" name="Input_receptor__990">
              <a:extLst>
                <a:ext uri="{FF2B5EF4-FFF2-40B4-BE49-F238E27FC236}">
                  <a16:creationId xmlns:a16="http://schemas.microsoft.com/office/drawing/2014/main" id="{FC31CCE6-5928-6E70-019C-A1AC542AD92C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2821" name="Input_receptor__991">
              <a:extLst>
                <a:ext uri="{FF2B5EF4-FFF2-40B4-BE49-F238E27FC236}">
                  <a16:creationId xmlns:a16="http://schemas.microsoft.com/office/drawing/2014/main" id="{2C9619AB-98A8-0E75-F323-9EE82A13C832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2822" name="Input_receptor__992">
              <a:extLst>
                <a:ext uri="{FF2B5EF4-FFF2-40B4-BE49-F238E27FC236}">
                  <a16:creationId xmlns:a16="http://schemas.microsoft.com/office/drawing/2014/main" id="{BC968027-9DF7-6FC6-7C49-B6955BCC5A4F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2823" name="Input_receptor__993">
              <a:extLst>
                <a:ext uri="{FF2B5EF4-FFF2-40B4-BE49-F238E27FC236}">
                  <a16:creationId xmlns:a16="http://schemas.microsoft.com/office/drawing/2014/main" id="{F9D70891-5E6E-627F-CDBA-C0B38AA1056A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2824" name="Input_receptor__994">
              <a:extLst>
                <a:ext uri="{FF2B5EF4-FFF2-40B4-BE49-F238E27FC236}">
                  <a16:creationId xmlns:a16="http://schemas.microsoft.com/office/drawing/2014/main" id="{5AEA966A-1308-74C2-43C5-DCE7216A992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2825" name="Input_receptor__995">
              <a:extLst>
                <a:ext uri="{FF2B5EF4-FFF2-40B4-BE49-F238E27FC236}">
                  <a16:creationId xmlns:a16="http://schemas.microsoft.com/office/drawing/2014/main" id="{581B2859-6094-5B37-ACDF-14559BA764B1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2826" name="Input_receptor__996">
              <a:extLst>
                <a:ext uri="{FF2B5EF4-FFF2-40B4-BE49-F238E27FC236}">
                  <a16:creationId xmlns:a16="http://schemas.microsoft.com/office/drawing/2014/main" id="{E0EEDDAE-DC73-AFCB-151C-8239C867EA72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2827" name="Input_receptor__997">
              <a:extLst>
                <a:ext uri="{FF2B5EF4-FFF2-40B4-BE49-F238E27FC236}">
                  <a16:creationId xmlns:a16="http://schemas.microsoft.com/office/drawing/2014/main" id="{0A52D3F2-2A0A-C8BF-F23D-9B7B6EBACB33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2828" name="Input_receptor__998">
              <a:extLst>
                <a:ext uri="{FF2B5EF4-FFF2-40B4-BE49-F238E27FC236}">
                  <a16:creationId xmlns:a16="http://schemas.microsoft.com/office/drawing/2014/main" id="{5CD26303-6A47-D32D-863F-0BCE14C8B4B5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2829" name="Input_receptor__999">
              <a:extLst>
                <a:ext uri="{FF2B5EF4-FFF2-40B4-BE49-F238E27FC236}">
                  <a16:creationId xmlns:a16="http://schemas.microsoft.com/office/drawing/2014/main" id="{4F251295-4164-276E-DFE7-80EC9516A23D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2830" name="Input_receptor__1000">
              <a:extLst>
                <a:ext uri="{FF2B5EF4-FFF2-40B4-BE49-F238E27FC236}">
                  <a16:creationId xmlns:a16="http://schemas.microsoft.com/office/drawing/2014/main" id="{7A8CA189-100E-E5C7-8659-F829791FEC05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2831" name="Input_receptor__1001">
              <a:extLst>
                <a:ext uri="{FF2B5EF4-FFF2-40B4-BE49-F238E27FC236}">
                  <a16:creationId xmlns:a16="http://schemas.microsoft.com/office/drawing/2014/main" id="{ADFF6584-5ED8-F261-A861-880F2F9A9D19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2832" name="Input_receptor__1002">
              <a:extLst>
                <a:ext uri="{FF2B5EF4-FFF2-40B4-BE49-F238E27FC236}">
                  <a16:creationId xmlns:a16="http://schemas.microsoft.com/office/drawing/2014/main" id="{9F8C023D-4BD0-720C-5827-99D2BE4F600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2833" name="Input_receptor__1003">
              <a:extLst>
                <a:ext uri="{FF2B5EF4-FFF2-40B4-BE49-F238E27FC236}">
                  <a16:creationId xmlns:a16="http://schemas.microsoft.com/office/drawing/2014/main" id="{7FA55DB4-7AC7-4B9D-E194-C1240D4660F8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34" name="Input_receptor__1004">
              <a:extLst>
                <a:ext uri="{FF2B5EF4-FFF2-40B4-BE49-F238E27FC236}">
                  <a16:creationId xmlns:a16="http://schemas.microsoft.com/office/drawing/2014/main" id="{682874B6-0AB4-B682-FE4E-F984DC8E6C9F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35" name="Input_receptor__1005">
              <a:extLst>
                <a:ext uri="{FF2B5EF4-FFF2-40B4-BE49-F238E27FC236}">
                  <a16:creationId xmlns:a16="http://schemas.microsoft.com/office/drawing/2014/main" id="{D9D50125-BEB8-9815-3514-B4FD0B28D7AD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36" name="Input_receptor__1006">
              <a:extLst>
                <a:ext uri="{FF2B5EF4-FFF2-40B4-BE49-F238E27FC236}">
                  <a16:creationId xmlns:a16="http://schemas.microsoft.com/office/drawing/2014/main" id="{3789C97F-E7F5-DA41-D198-180A07711B08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37" name="Input_receptor__1007">
              <a:extLst>
                <a:ext uri="{FF2B5EF4-FFF2-40B4-BE49-F238E27FC236}">
                  <a16:creationId xmlns:a16="http://schemas.microsoft.com/office/drawing/2014/main" id="{9E497EF7-C621-ED68-3C26-1160D94A966F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38" name="Input_receptor__1008">
              <a:extLst>
                <a:ext uri="{FF2B5EF4-FFF2-40B4-BE49-F238E27FC236}">
                  <a16:creationId xmlns:a16="http://schemas.microsoft.com/office/drawing/2014/main" id="{F8D9336F-8025-BC94-44DE-301FE89D0308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39" name="Input_receptor__1009">
              <a:extLst>
                <a:ext uri="{FF2B5EF4-FFF2-40B4-BE49-F238E27FC236}">
                  <a16:creationId xmlns:a16="http://schemas.microsoft.com/office/drawing/2014/main" id="{BD29B328-1CBC-32E4-BA84-E1A73167752B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40" name="Input_receptor__1010">
              <a:extLst>
                <a:ext uri="{FF2B5EF4-FFF2-40B4-BE49-F238E27FC236}">
                  <a16:creationId xmlns:a16="http://schemas.microsoft.com/office/drawing/2014/main" id="{BD04D0EF-A130-A5CC-E0BB-1A4A9250E268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2841" name="Input_receptor__1011">
              <a:extLst>
                <a:ext uri="{FF2B5EF4-FFF2-40B4-BE49-F238E27FC236}">
                  <a16:creationId xmlns:a16="http://schemas.microsoft.com/office/drawing/2014/main" id="{3679C471-ED49-1132-DC62-7548988CC9BE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42" name="Input_receptor__1012">
              <a:extLst>
                <a:ext uri="{FF2B5EF4-FFF2-40B4-BE49-F238E27FC236}">
                  <a16:creationId xmlns:a16="http://schemas.microsoft.com/office/drawing/2014/main" id="{24931FC8-F808-AE9F-FA5C-CF90C04A2F09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2843" name="Input_receptor__1013">
              <a:extLst>
                <a:ext uri="{FF2B5EF4-FFF2-40B4-BE49-F238E27FC236}">
                  <a16:creationId xmlns:a16="http://schemas.microsoft.com/office/drawing/2014/main" id="{266246BA-6D47-226C-9E08-A50D9C767DE7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44" name="Input_receptor__1014">
              <a:extLst>
                <a:ext uri="{FF2B5EF4-FFF2-40B4-BE49-F238E27FC236}">
                  <a16:creationId xmlns:a16="http://schemas.microsoft.com/office/drawing/2014/main" id="{C8E46464-0181-A9F3-EA59-8446B07A21C2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45" name="Input_receptor__1015">
              <a:extLst>
                <a:ext uri="{FF2B5EF4-FFF2-40B4-BE49-F238E27FC236}">
                  <a16:creationId xmlns:a16="http://schemas.microsoft.com/office/drawing/2014/main" id="{26A41D35-C1D6-D763-F06D-458C39164188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46" name="Input_receptor__1016">
              <a:extLst>
                <a:ext uri="{FF2B5EF4-FFF2-40B4-BE49-F238E27FC236}">
                  <a16:creationId xmlns:a16="http://schemas.microsoft.com/office/drawing/2014/main" id="{5940519F-8372-84AE-8F13-FD5A0D5AD359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2847" name="Input_receptor__1017">
              <a:extLst>
                <a:ext uri="{FF2B5EF4-FFF2-40B4-BE49-F238E27FC236}">
                  <a16:creationId xmlns:a16="http://schemas.microsoft.com/office/drawing/2014/main" id="{E1CD5BB8-1C10-C90C-0C02-88740044FE69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48" name="Input_receptor__1018">
              <a:extLst>
                <a:ext uri="{FF2B5EF4-FFF2-40B4-BE49-F238E27FC236}">
                  <a16:creationId xmlns:a16="http://schemas.microsoft.com/office/drawing/2014/main" id="{D2B3C46A-B512-615D-F574-491F115FE36E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49" name="Input_receptor__1019">
              <a:extLst>
                <a:ext uri="{FF2B5EF4-FFF2-40B4-BE49-F238E27FC236}">
                  <a16:creationId xmlns:a16="http://schemas.microsoft.com/office/drawing/2014/main" id="{839935E6-C69A-795E-A53B-51F6B73D47B7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0" name="Input_receptor__1020">
              <a:extLst>
                <a:ext uri="{FF2B5EF4-FFF2-40B4-BE49-F238E27FC236}">
                  <a16:creationId xmlns:a16="http://schemas.microsoft.com/office/drawing/2014/main" id="{8F6944FA-2931-9F82-F9BB-86704FFF3BA9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1" name="Input_receptor__1021">
              <a:extLst>
                <a:ext uri="{FF2B5EF4-FFF2-40B4-BE49-F238E27FC236}">
                  <a16:creationId xmlns:a16="http://schemas.microsoft.com/office/drawing/2014/main" id="{EC218B0F-668D-7E46-7B35-8906445E70A2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2" name="Input_receptor__1022">
              <a:extLst>
                <a:ext uri="{FF2B5EF4-FFF2-40B4-BE49-F238E27FC236}">
                  <a16:creationId xmlns:a16="http://schemas.microsoft.com/office/drawing/2014/main" id="{C8B9B4C1-3FB6-CD11-5BF2-A2E635E024F9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3" name="Input_receptor__1023">
              <a:extLst>
                <a:ext uri="{FF2B5EF4-FFF2-40B4-BE49-F238E27FC236}">
                  <a16:creationId xmlns:a16="http://schemas.microsoft.com/office/drawing/2014/main" id="{BB82CCC8-3EB7-C17D-C2C3-691009C3EB3A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4" name="Input_receptor__1024">
              <a:extLst>
                <a:ext uri="{FF2B5EF4-FFF2-40B4-BE49-F238E27FC236}">
                  <a16:creationId xmlns:a16="http://schemas.microsoft.com/office/drawing/2014/main" id="{63EA73CB-3759-4B4A-A011-71E0608F544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5" name="Input_receptor__1025">
              <a:extLst>
                <a:ext uri="{FF2B5EF4-FFF2-40B4-BE49-F238E27FC236}">
                  <a16:creationId xmlns:a16="http://schemas.microsoft.com/office/drawing/2014/main" id="{3D0D5F82-4B24-C3C5-A532-53DC28F50401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6" name="Input_receptor__1026">
              <a:extLst>
                <a:ext uri="{FF2B5EF4-FFF2-40B4-BE49-F238E27FC236}">
                  <a16:creationId xmlns:a16="http://schemas.microsoft.com/office/drawing/2014/main" id="{639F6985-26D0-C6DB-9626-BB443F51FC1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7" name="Input_receptor__1027">
              <a:extLst>
                <a:ext uri="{FF2B5EF4-FFF2-40B4-BE49-F238E27FC236}">
                  <a16:creationId xmlns:a16="http://schemas.microsoft.com/office/drawing/2014/main" id="{E60559CB-97D7-40E9-6571-6CBD23BDE15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8" name="Input_receptor__1028">
              <a:extLst>
                <a:ext uri="{FF2B5EF4-FFF2-40B4-BE49-F238E27FC236}">
                  <a16:creationId xmlns:a16="http://schemas.microsoft.com/office/drawing/2014/main" id="{E796883A-64F8-681E-D256-BDF1B62169CC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59" name="Input_receptor__1029">
              <a:extLst>
                <a:ext uri="{FF2B5EF4-FFF2-40B4-BE49-F238E27FC236}">
                  <a16:creationId xmlns:a16="http://schemas.microsoft.com/office/drawing/2014/main" id="{E9E2C7AB-EC0E-6F0D-3D1A-0F552820FD6F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60" name="Input_receptor__1030">
              <a:extLst>
                <a:ext uri="{FF2B5EF4-FFF2-40B4-BE49-F238E27FC236}">
                  <a16:creationId xmlns:a16="http://schemas.microsoft.com/office/drawing/2014/main" id="{664F21FC-0BDE-795D-9527-5CA8C9DEA130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2861" name="Input_receptor__1031">
              <a:extLst>
                <a:ext uri="{FF2B5EF4-FFF2-40B4-BE49-F238E27FC236}">
                  <a16:creationId xmlns:a16="http://schemas.microsoft.com/office/drawing/2014/main" id="{61110C1A-1D4B-D3E2-F452-765993DC0084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2862" name="Input_receptor__1032">
              <a:extLst>
                <a:ext uri="{FF2B5EF4-FFF2-40B4-BE49-F238E27FC236}">
                  <a16:creationId xmlns:a16="http://schemas.microsoft.com/office/drawing/2014/main" id="{51281ED8-7877-B588-F0F5-52D5D1BA59AF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2863" name="Input_receptor__1033">
              <a:extLst>
                <a:ext uri="{FF2B5EF4-FFF2-40B4-BE49-F238E27FC236}">
                  <a16:creationId xmlns:a16="http://schemas.microsoft.com/office/drawing/2014/main" id="{1FA29672-E099-4939-D580-0B4872DE8BEF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2864" name="Input_receptor__1034">
              <a:extLst>
                <a:ext uri="{FF2B5EF4-FFF2-40B4-BE49-F238E27FC236}">
                  <a16:creationId xmlns:a16="http://schemas.microsoft.com/office/drawing/2014/main" id="{5E1882C6-9EF2-294A-92D0-AA9EFA940265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2865" name="Input_receptor__1035">
              <a:extLst>
                <a:ext uri="{FF2B5EF4-FFF2-40B4-BE49-F238E27FC236}">
                  <a16:creationId xmlns:a16="http://schemas.microsoft.com/office/drawing/2014/main" id="{DA234FEB-64C3-855C-0511-D0BB294186F8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2866" name="Input_receptor__1036">
              <a:extLst>
                <a:ext uri="{FF2B5EF4-FFF2-40B4-BE49-F238E27FC236}">
                  <a16:creationId xmlns:a16="http://schemas.microsoft.com/office/drawing/2014/main" id="{DF209F3B-CEB5-322B-AF1A-F7F1CA30590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2867" name="Input_receptor__1037">
              <a:extLst>
                <a:ext uri="{FF2B5EF4-FFF2-40B4-BE49-F238E27FC236}">
                  <a16:creationId xmlns:a16="http://schemas.microsoft.com/office/drawing/2014/main" id="{48C1E3A9-FFB8-2B70-9D1D-D91E6B9B9850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2868" name="Input_receptor__1038">
              <a:extLst>
                <a:ext uri="{FF2B5EF4-FFF2-40B4-BE49-F238E27FC236}">
                  <a16:creationId xmlns:a16="http://schemas.microsoft.com/office/drawing/2014/main" id="{14B76CAD-9DC6-4CB1-1F51-CDD7F9A3460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2869" name="Input_receptor__1039">
              <a:extLst>
                <a:ext uri="{FF2B5EF4-FFF2-40B4-BE49-F238E27FC236}">
                  <a16:creationId xmlns:a16="http://schemas.microsoft.com/office/drawing/2014/main" id="{6E017B32-E034-06D5-8C39-785A1DA6E209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2870" name="Input_receptor__1040">
              <a:extLst>
                <a:ext uri="{FF2B5EF4-FFF2-40B4-BE49-F238E27FC236}">
                  <a16:creationId xmlns:a16="http://schemas.microsoft.com/office/drawing/2014/main" id="{F00C817D-43D3-DD21-4CB9-347199BEBAFA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2871" name="Input_receptor__1041">
              <a:extLst>
                <a:ext uri="{FF2B5EF4-FFF2-40B4-BE49-F238E27FC236}">
                  <a16:creationId xmlns:a16="http://schemas.microsoft.com/office/drawing/2014/main" id="{1F0BC5AB-D8C7-86CC-FC0A-295F39D692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2872" name="Input_receptor__1042">
              <a:extLst>
                <a:ext uri="{FF2B5EF4-FFF2-40B4-BE49-F238E27FC236}">
                  <a16:creationId xmlns:a16="http://schemas.microsoft.com/office/drawing/2014/main" id="{59980922-DC5B-B631-5CB9-2EB58FD3866B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2873" name="Input_receptor__1043">
              <a:extLst>
                <a:ext uri="{FF2B5EF4-FFF2-40B4-BE49-F238E27FC236}">
                  <a16:creationId xmlns:a16="http://schemas.microsoft.com/office/drawing/2014/main" id="{CB757A64-BD6E-D948-CAB4-9554CB3E3255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2874" name="Input_receptor__1044">
              <a:extLst>
                <a:ext uri="{FF2B5EF4-FFF2-40B4-BE49-F238E27FC236}">
                  <a16:creationId xmlns:a16="http://schemas.microsoft.com/office/drawing/2014/main" id="{4D0C8148-721A-A050-E0C4-D7686900EE73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2875" name="Input_receptor__1045">
              <a:extLst>
                <a:ext uri="{FF2B5EF4-FFF2-40B4-BE49-F238E27FC236}">
                  <a16:creationId xmlns:a16="http://schemas.microsoft.com/office/drawing/2014/main" id="{D25C6325-EBE2-E382-918F-31039320ED9F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76" name="Input_receptor__1046">
              <a:extLst>
                <a:ext uri="{FF2B5EF4-FFF2-40B4-BE49-F238E27FC236}">
                  <a16:creationId xmlns:a16="http://schemas.microsoft.com/office/drawing/2014/main" id="{0440AF8B-B870-22FB-6CCB-C0EC939C86CF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77" name="Input_receptor__1047">
              <a:extLst>
                <a:ext uri="{FF2B5EF4-FFF2-40B4-BE49-F238E27FC236}">
                  <a16:creationId xmlns:a16="http://schemas.microsoft.com/office/drawing/2014/main" id="{602BC934-2120-05EB-4FDC-026941ACBA41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78" name="Input_receptor__1048">
              <a:extLst>
                <a:ext uri="{FF2B5EF4-FFF2-40B4-BE49-F238E27FC236}">
                  <a16:creationId xmlns:a16="http://schemas.microsoft.com/office/drawing/2014/main" id="{86133535-C75C-05E0-C545-96C6A38CEEAA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79" name="Input_receptor__1049">
              <a:extLst>
                <a:ext uri="{FF2B5EF4-FFF2-40B4-BE49-F238E27FC236}">
                  <a16:creationId xmlns:a16="http://schemas.microsoft.com/office/drawing/2014/main" id="{89409A29-2BAE-FD31-A6B9-FAF46214B5A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80" name="Input_receptor__1050">
              <a:extLst>
                <a:ext uri="{FF2B5EF4-FFF2-40B4-BE49-F238E27FC236}">
                  <a16:creationId xmlns:a16="http://schemas.microsoft.com/office/drawing/2014/main" id="{E235EEE6-B0B4-1BDA-E347-BE617B97FE14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81" name="Input_receptor__1051">
              <a:extLst>
                <a:ext uri="{FF2B5EF4-FFF2-40B4-BE49-F238E27FC236}">
                  <a16:creationId xmlns:a16="http://schemas.microsoft.com/office/drawing/2014/main" id="{63D3D168-D42F-089A-E329-F081EFB16C01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82" name="Input_receptor__1052">
              <a:extLst>
                <a:ext uri="{FF2B5EF4-FFF2-40B4-BE49-F238E27FC236}">
                  <a16:creationId xmlns:a16="http://schemas.microsoft.com/office/drawing/2014/main" id="{06FD3509-BCFB-6CF0-2FF1-41CAE53F605C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83" name="Input_receptor__1053">
              <a:extLst>
                <a:ext uri="{FF2B5EF4-FFF2-40B4-BE49-F238E27FC236}">
                  <a16:creationId xmlns:a16="http://schemas.microsoft.com/office/drawing/2014/main" id="{6A5C0486-A97E-BFEB-7699-CCB5228BBF2F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84" name="Input_receptor__1054">
              <a:extLst>
                <a:ext uri="{FF2B5EF4-FFF2-40B4-BE49-F238E27FC236}">
                  <a16:creationId xmlns:a16="http://schemas.microsoft.com/office/drawing/2014/main" id="{50D3591B-8407-CA43-24FB-A63FA7DE5DAA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85" name="Input_receptor__1055">
              <a:extLst>
                <a:ext uri="{FF2B5EF4-FFF2-40B4-BE49-F238E27FC236}">
                  <a16:creationId xmlns:a16="http://schemas.microsoft.com/office/drawing/2014/main" id="{E9CCD8F5-C3D1-67D5-7974-CFC16CD3A709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86" name="Input_receptor__1056">
              <a:extLst>
                <a:ext uri="{FF2B5EF4-FFF2-40B4-BE49-F238E27FC236}">
                  <a16:creationId xmlns:a16="http://schemas.microsoft.com/office/drawing/2014/main" id="{CCF6E9AD-8D7A-AA5A-4E05-9FD01D90E4A1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87" name="Input_receptor__1057">
              <a:extLst>
                <a:ext uri="{FF2B5EF4-FFF2-40B4-BE49-F238E27FC236}">
                  <a16:creationId xmlns:a16="http://schemas.microsoft.com/office/drawing/2014/main" id="{471BAFEC-3C0A-AD23-966E-8C41F69BF2F6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88" name="Input_receptor__1058">
              <a:extLst>
                <a:ext uri="{FF2B5EF4-FFF2-40B4-BE49-F238E27FC236}">
                  <a16:creationId xmlns:a16="http://schemas.microsoft.com/office/drawing/2014/main" id="{85F2664A-39C5-5C99-715B-51681CB62052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89" name="Input_receptor__1059">
              <a:extLst>
                <a:ext uri="{FF2B5EF4-FFF2-40B4-BE49-F238E27FC236}">
                  <a16:creationId xmlns:a16="http://schemas.microsoft.com/office/drawing/2014/main" id="{0CAB6592-3A6B-D262-0B6D-CEB467908F32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0" name="Input_receptor__1060">
              <a:extLst>
                <a:ext uri="{FF2B5EF4-FFF2-40B4-BE49-F238E27FC236}">
                  <a16:creationId xmlns:a16="http://schemas.microsoft.com/office/drawing/2014/main" id="{CDAE3D78-2697-B381-35B4-9885159E59C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91" name="Input_receptor__1061">
              <a:extLst>
                <a:ext uri="{FF2B5EF4-FFF2-40B4-BE49-F238E27FC236}">
                  <a16:creationId xmlns:a16="http://schemas.microsoft.com/office/drawing/2014/main" id="{872100E0-D46C-D335-98A6-7A6CAFA33E46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2" name="Input_receptor__1062">
              <a:extLst>
                <a:ext uri="{FF2B5EF4-FFF2-40B4-BE49-F238E27FC236}">
                  <a16:creationId xmlns:a16="http://schemas.microsoft.com/office/drawing/2014/main" id="{7F527929-5F4B-F465-2FBF-80CE70914867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3" name="Input_receptor__1063">
              <a:extLst>
                <a:ext uri="{FF2B5EF4-FFF2-40B4-BE49-F238E27FC236}">
                  <a16:creationId xmlns:a16="http://schemas.microsoft.com/office/drawing/2014/main" id="{965E783A-1959-B913-00B6-059F1FAA648C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4" name="Input_receptor__1064">
              <a:extLst>
                <a:ext uri="{FF2B5EF4-FFF2-40B4-BE49-F238E27FC236}">
                  <a16:creationId xmlns:a16="http://schemas.microsoft.com/office/drawing/2014/main" id="{6F9CB3BD-2B84-DA04-10D7-72DE7A1D3D17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5" name="Input_receptor__1065">
              <a:extLst>
                <a:ext uri="{FF2B5EF4-FFF2-40B4-BE49-F238E27FC236}">
                  <a16:creationId xmlns:a16="http://schemas.microsoft.com/office/drawing/2014/main" id="{C06BF779-7789-FD45-9CD9-66DCC5CD8F7A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6" name="Input_receptor__1066">
              <a:extLst>
                <a:ext uri="{FF2B5EF4-FFF2-40B4-BE49-F238E27FC236}">
                  <a16:creationId xmlns:a16="http://schemas.microsoft.com/office/drawing/2014/main" id="{1AE8606F-B259-9FC4-E4E7-EE314331C386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7" name="Input_receptor__1067">
              <a:extLst>
                <a:ext uri="{FF2B5EF4-FFF2-40B4-BE49-F238E27FC236}">
                  <a16:creationId xmlns:a16="http://schemas.microsoft.com/office/drawing/2014/main" id="{F748F947-4E1B-66A5-33F1-7203B7B1805D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2898" name="Input_receptor__1068">
              <a:extLst>
                <a:ext uri="{FF2B5EF4-FFF2-40B4-BE49-F238E27FC236}">
                  <a16:creationId xmlns:a16="http://schemas.microsoft.com/office/drawing/2014/main" id="{F197B759-771E-5AA7-B150-5256311DA601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899" name="Input_receptor__1069">
              <a:extLst>
                <a:ext uri="{FF2B5EF4-FFF2-40B4-BE49-F238E27FC236}">
                  <a16:creationId xmlns:a16="http://schemas.microsoft.com/office/drawing/2014/main" id="{25DE8997-5445-3140-BC43-0E2586FEC4D3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900" name="Input_receptor__1070">
              <a:extLst>
                <a:ext uri="{FF2B5EF4-FFF2-40B4-BE49-F238E27FC236}">
                  <a16:creationId xmlns:a16="http://schemas.microsoft.com/office/drawing/2014/main" id="{9D4D5EA2-F58B-03BF-9629-E265E870023F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901" name="Input_receptor__1071">
              <a:extLst>
                <a:ext uri="{FF2B5EF4-FFF2-40B4-BE49-F238E27FC236}">
                  <a16:creationId xmlns:a16="http://schemas.microsoft.com/office/drawing/2014/main" id="{45E73464-5130-EFF2-2EF3-14DEFCCE4259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902" name="Input_receptor__1072">
              <a:extLst>
                <a:ext uri="{FF2B5EF4-FFF2-40B4-BE49-F238E27FC236}">
                  <a16:creationId xmlns:a16="http://schemas.microsoft.com/office/drawing/2014/main" id="{722FC5BF-A27B-6FFE-A3E7-EC5A6A6DAFE2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903" name="Input_receptor__1073">
              <a:extLst>
                <a:ext uri="{FF2B5EF4-FFF2-40B4-BE49-F238E27FC236}">
                  <a16:creationId xmlns:a16="http://schemas.microsoft.com/office/drawing/2014/main" id="{2C74C951-6FBC-6C5D-D3F2-D473D4B0CC71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904" name="Input_receptor__1074">
              <a:extLst>
                <a:ext uri="{FF2B5EF4-FFF2-40B4-BE49-F238E27FC236}">
                  <a16:creationId xmlns:a16="http://schemas.microsoft.com/office/drawing/2014/main" id="{D88AC821-4A01-FC11-E796-CBC6D61B2956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2905" name="Input_receptor__1075">
              <a:extLst>
                <a:ext uri="{FF2B5EF4-FFF2-40B4-BE49-F238E27FC236}">
                  <a16:creationId xmlns:a16="http://schemas.microsoft.com/office/drawing/2014/main" id="{A5C0EF85-8FA4-D261-DA6F-C03868554BA5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2906" name="Input_receptor__1076">
              <a:extLst>
                <a:ext uri="{FF2B5EF4-FFF2-40B4-BE49-F238E27FC236}">
                  <a16:creationId xmlns:a16="http://schemas.microsoft.com/office/drawing/2014/main" id="{D8FEE178-5BBD-BEF0-83C6-D15677AE94AE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2907" name="Input_receptor__1077">
              <a:extLst>
                <a:ext uri="{FF2B5EF4-FFF2-40B4-BE49-F238E27FC236}">
                  <a16:creationId xmlns:a16="http://schemas.microsoft.com/office/drawing/2014/main" id="{8B4D3A23-D85C-43D9-6195-41B90552FABE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2908" name="Input_receptor__1078">
              <a:extLst>
                <a:ext uri="{FF2B5EF4-FFF2-40B4-BE49-F238E27FC236}">
                  <a16:creationId xmlns:a16="http://schemas.microsoft.com/office/drawing/2014/main" id="{DD0E1330-2091-35CF-D5E6-6FCAF7CF307E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2909" name="Input_receptor__1079">
              <a:extLst>
                <a:ext uri="{FF2B5EF4-FFF2-40B4-BE49-F238E27FC236}">
                  <a16:creationId xmlns:a16="http://schemas.microsoft.com/office/drawing/2014/main" id="{AF652E1E-9EB3-8C48-3F1E-3CDB70DFFF82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2910" name="Input_receptor__1080">
              <a:extLst>
                <a:ext uri="{FF2B5EF4-FFF2-40B4-BE49-F238E27FC236}">
                  <a16:creationId xmlns:a16="http://schemas.microsoft.com/office/drawing/2014/main" id="{E3ECE02F-6E19-D116-6BAC-13AE61B1CB28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2911" name="Input_receptor__1081">
              <a:extLst>
                <a:ext uri="{FF2B5EF4-FFF2-40B4-BE49-F238E27FC236}">
                  <a16:creationId xmlns:a16="http://schemas.microsoft.com/office/drawing/2014/main" id="{F3F4ED91-336F-3648-6BFF-BC1B3F7A8510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2912" name="Input_receptor__1082">
              <a:extLst>
                <a:ext uri="{FF2B5EF4-FFF2-40B4-BE49-F238E27FC236}">
                  <a16:creationId xmlns:a16="http://schemas.microsoft.com/office/drawing/2014/main" id="{0A47BC78-7DC3-C0AC-3168-EB1952BE5343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2913" name="Input_receptor__1083">
              <a:extLst>
                <a:ext uri="{FF2B5EF4-FFF2-40B4-BE49-F238E27FC236}">
                  <a16:creationId xmlns:a16="http://schemas.microsoft.com/office/drawing/2014/main" id="{E5E26F25-1E60-25D3-03E1-48B95B4EE5B6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2914" name="Input_receptor__1084">
              <a:extLst>
                <a:ext uri="{FF2B5EF4-FFF2-40B4-BE49-F238E27FC236}">
                  <a16:creationId xmlns:a16="http://schemas.microsoft.com/office/drawing/2014/main" id="{E193543D-781A-3389-4AC6-BD9194924E5D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2915" name="Input_receptor__1085">
              <a:extLst>
                <a:ext uri="{FF2B5EF4-FFF2-40B4-BE49-F238E27FC236}">
                  <a16:creationId xmlns:a16="http://schemas.microsoft.com/office/drawing/2014/main" id="{80E4BFD2-DD93-7211-5009-7BE9ADA2C33D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16" name="Input_receptor__1086">
              <a:extLst>
                <a:ext uri="{FF2B5EF4-FFF2-40B4-BE49-F238E27FC236}">
                  <a16:creationId xmlns:a16="http://schemas.microsoft.com/office/drawing/2014/main" id="{2278705D-49D9-FC0D-8B0D-2278B5607C33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17" name="Input_receptor__1087">
              <a:extLst>
                <a:ext uri="{FF2B5EF4-FFF2-40B4-BE49-F238E27FC236}">
                  <a16:creationId xmlns:a16="http://schemas.microsoft.com/office/drawing/2014/main" id="{9F88803E-22CA-4E85-0BFD-74A16AA222FB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18" name="Input_receptor__1088">
              <a:extLst>
                <a:ext uri="{FF2B5EF4-FFF2-40B4-BE49-F238E27FC236}">
                  <a16:creationId xmlns:a16="http://schemas.microsoft.com/office/drawing/2014/main" id="{B15E754E-583C-2C9D-FA95-9D2868F671E4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19" name="Input_receptor__1089">
              <a:extLst>
                <a:ext uri="{FF2B5EF4-FFF2-40B4-BE49-F238E27FC236}">
                  <a16:creationId xmlns:a16="http://schemas.microsoft.com/office/drawing/2014/main" id="{053CFBF1-2CCD-E9EF-43FB-0A346262BAE7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20" name="Input_receptor__1090">
              <a:extLst>
                <a:ext uri="{FF2B5EF4-FFF2-40B4-BE49-F238E27FC236}">
                  <a16:creationId xmlns:a16="http://schemas.microsoft.com/office/drawing/2014/main" id="{390976AF-56F5-9320-3079-D9DEED68638B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21" name="Input_receptor__1091">
              <a:extLst>
                <a:ext uri="{FF2B5EF4-FFF2-40B4-BE49-F238E27FC236}">
                  <a16:creationId xmlns:a16="http://schemas.microsoft.com/office/drawing/2014/main" id="{1CABBDE1-40FF-0122-B324-1163139DDFA1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22" name="Input_receptor__1092">
              <a:extLst>
                <a:ext uri="{FF2B5EF4-FFF2-40B4-BE49-F238E27FC236}">
                  <a16:creationId xmlns:a16="http://schemas.microsoft.com/office/drawing/2014/main" id="{1893E0EA-C5F6-5EEB-9354-7663FB3D67AD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23" name="Input_receptor__1093">
              <a:extLst>
                <a:ext uri="{FF2B5EF4-FFF2-40B4-BE49-F238E27FC236}">
                  <a16:creationId xmlns:a16="http://schemas.microsoft.com/office/drawing/2014/main" id="{B589E05E-7C7A-5CB2-AE99-B9C5032C00C6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24" name="Input_receptor__1094">
              <a:extLst>
                <a:ext uri="{FF2B5EF4-FFF2-40B4-BE49-F238E27FC236}">
                  <a16:creationId xmlns:a16="http://schemas.microsoft.com/office/drawing/2014/main" id="{B82439AC-4561-1FA7-B4C9-A4416203C1AA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25" name="Input_receptor__1095">
              <a:extLst>
                <a:ext uri="{FF2B5EF4-FFF2-40B4-BE49-F238E27FC236}">
                  <a16:creationId xmlns:a16="http://schemas.microsoft.com/office/drawing/2014/main" id="{DC8A5C3A-3D93-07F8-92B8-C08433669C1A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26" name="Input_receptor__1096">
              <a:extLst>
                <a:ext uri="{FF2B5EF4-FFF2-40B4-BE49-F238E27FC236}">
                  <a16:creationId xmlns:a16="http://schemas.microsoft.com/office/drawing/2014/main" id="{F50321E3-A102-8D21-2280-7B69E0BC5E8F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27" name="Input_receptor__1097">
              <a:extLst>
                <a:ext uri="{FF2B5EF4-FFF2-40B4-BE49-F238E27FC236}">
                  <a16:creationId xmlns:a16="http://schemas.microsoft.com/office/drawing/2014/main" id="{399180BC-BA6C-8EE6-2C4E-A87952771B8F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28" name="Input_receptor__1098">
              <a:extLst>
                <a:ext uri="{FF2B5EF4-FFF2-40B4-BE49-F238E27FC236}">
                  <a16:creationId xmlns:a16="http://schemas.microsoft.com/office/drawing/2014/main" id="{5F8C14BD-9A2B-15B1-190E-DFC6D587B347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29" name="Input_receptor__1099">
              <a:extLst>
                <a:ext uri="{FF2B5EF4-FFF2-40B4-BE49-F238E27FC236}">
                  <a16:creationId xmlns:a16="http://schemas.microsoft.com/office/drawing/2014/main" id="{CC7F1DEC-23B4-8FE4-A54E-7D25C2DC252A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30" name="Input_receptor__1100">
              <a:extLst>
                <a:ext uri="{FF2B5EF4-FFF2-40B4-BE49-F238E27FC236}">
                  <a16:creationId xmlns:a16="http://schemas.microsoft.com/office/drawing/2014/main" id="{CAB6AEF6-3ADD-DD99-0A60-2ADC5C45D936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31" name="Input_receptor__1101">
              <a:extLst>
                <a:ext uri="{FF2B5EF4-FFF2-40B4-BE49-F238E27FC236}">
                  <a16:creationId xmlns:a16="http://schemas.microsoft.com/office/drawing/2014/main" id="{89FC8514-2465-AE77-41FF-CFEE8DA029D0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32" name="Input_receptor__1102">
              <a:extLst>
                <a:ext uri="{FF2B5EF4-FFF2-40B4-BE49-F238E27FC236}">
                  <a16:creationId xmlns:a16="http://schemas.microsoft.com/office/drawing/2014/main" id="{5D90B6C6-7E4A-C90F-107A-5F21E1B9EE65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33" name="Input_receptor__1103">
              <a:extLst>
                <a:ext uri="{FF2B5EF4-FFF2-40B4-BE49-F238E27FC236}">
                  <a16:creationId xmlns:a16="http://schemas.microsoft.com/office/drawing/2014/main" id="{37A24FEC-73CF-1476-639A-292F587AFEF0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34" name="Input_receptor__1104">
              <a:extLst>
                <a:ext uri="{FF2B5EF4-FFF2-40B4-BE49-F238E27FC236}">
                  <a16:creationId xmlns:a16="http://schemas.microsoft.com/office/drawing/2014/main" id="{621DC33F-202F-9C00-30D8-330B2F2887F3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2935" name="Input_receptor__1105">
              <a:extLst>
                <a:ext uri="{FF2B5EF4-FFF2-40B4-BE49-F238E27FC236}">
                  <a16:creationId xmlns:a16="http://schemas.microsoft.com/office/drawing/2014/main" id="{F440FDB0-289B-D2FB-AD53-26D35A09F2D4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36" name="Input_receptor__1106">
              <a:extLst>
                <a:ext uri="{FF2B5EF4-FFF2-40B4-BE49-F238E27FC236}">
                  <a16:creationId xmlns:a16="http://schemas.microsoft.com/office/drawing/2014/main" id="{29F8C1F0-9609-F8FE-C49B-0E75423D18F9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2937" name="Input_receptor__1107">
              <a:extLst>
                <a:ext uri="{FF2B5EF4-FFF2-40B4-BE49-F238E27FC236}">
                  <a16:creationId xmlns:a16="http://schemas.microsoft.com/office/drawing/2014/main" id="{737FAD77-8B6F-B285-7F59-5DC66A182341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38" name="Input_receptor__1108">
              <a:extLst>
                <a:ext uri="{FF2B5EF4-FFF2-40B4-BE49-F238E27FC236}">
                  <a16:creationId xmlns:a16="http://schemas.microsoft.com/office/drawing/2014/main" id="{4B50FF13-D121-48D3-2F29-201D769BD92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39" name="Input_receptor__1109">
              <a:extLst>
                <a:ext uri="{FF2B5EF4-FFF2-40B4-BE49-F238E27FC236}">
                  <a16:creationId xmlns:a16="http://schemas.microsoft.com/office/drawing/2014/main" id="{5C505B14-A3D5-4AF6-2CDE-6469553AC9CE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2940" name="Input_receptor__1110">
              <a:extLst>
                <a:ext uri="{FF2B5EF4-FFF2-40B4-BE49-F238E27FC236}">
                  <a16:creationId xmlns:a16="http://schemas.microsoft.com/office/drawing/2014/main" id="{E343423F-5B75-F4BE-60A8-F5E370098A1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41" name="Input_receptor__1111">
              <a:extLst>
                <a:ext uri="{FF2B5EF4-FFF2-40B4-BE49-F238E27FC236}">
                  <a16:creationId xmlns:a16="http://schemas.microsoft.com/office/drawing/2014/main" id="{16F4E098-8D01-8027-8B1E-7E6D30ECF255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42" name="Input_receptor__1112">
              <a:extLst>
                <a:ext uri="{FF2B5EF4-FFF2-40B4-BE49-F238E27FC236}">
                  <a16:creationId xmlns:a16="http://schemas.microsoft.com/office/drawing/2014/main" id="{FEFD7FF1-089F-C6F0-EFDE-C65187124256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43" name="Input_receptor__1113">
              <a:extLst>
                <a:ext uri="{FF2B5EF4-FFF2-40B4-BE49-F238E27FC236}">
                  <a16:creationId xmlns:a16="http://schemas.microsoft.com/office/drawing/2014/main" id="{D0BA30F4-BF7E-F461-E55B-300F814A1B05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2944" name="Input_receptor__1114">
              <a:extLst>
                <a:ext uri="{FF2B5EF4-FFF2-40B4-BE49-F238E27FC236}">
                  <a16:creationId xmlns:a16="http://schemas.microsoft.com/office/drawing/2014/main" id="{C159EF0A-5C7B-6D9C-A69E-D02DAB41AD0E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2945" name="Input_receptor__1115">
              <a:extLst>
                <a:ext uri="{FF2B5EF4-FFF2-40B4-BE49-F238E27FC236}">
                  <a16:creationId xmlns:a16="http://schemas.microsoft.com/office/drawing/2014/main" id="{68DFF366-4D56-5DED-D0C4-92340A6B9ECD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46" name="Input_receptor__1116">
              <a:extLst>
                <a:ext uri="{FF2B5EF4-FFF2-40B4-BE49-F238E27FC236}">
                  <a16:creationId xmlns:a16="http://schemas.microsoft.com/office/drawing/2014/main" id="{C62ADA7E-5F29-02BB-9043-3705A6388612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47" name="Input_receptor__1117">
              <a:extLst>
                <a:ext uri="{FF2B5EF4-FFF2-40B4-BE49-F238E27FC236}">
                  <a16:creationId xmlns:a16="http://schemas.microsoft.com/office/drawing/2014/main" id="{A17D13F0-A132-3942-7B52-633E0006E1F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2948" name="Input_receptor__1118">
              <a:extLst>
                <a:ext uri="{FF2B5EF4-FFF2-40B4-BE49-F238E27FC236}">
                  <a16:creationId xmlns:a16="http://schemas.microsoft.com/office/drawing/2014/main" id="{D2FDA438-A7A7-D894-C192-AE123E97D70D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2949" name="Input_receptor__1119">
              <a:extLst>
                <a:ext uri="{FF2B5EF4-FFF2-40B4-BE49-F238E27FC236}">
                  <a16:creationId xmlns:a16="http://schemas.microsoft.com/office/drawing/2014/main" id="{DAB36111-00C5-AD92-2A38-B1D42C1F5427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2950" name="Input_receptor__1120">
              <a:extLst>
                <a:ext uri="{FF2B5EF4-FFF2-40B4-BE49-F238E27FC236}">
                  <a16:creationId xmlns:a16="http://schemas.microsoft.com/office/drawing/2014/main" id="{9551F591-676B-F65D-657E-43D7F48AB878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2951" name="Input_receptor__1121">
              <a:extLst>
                <a:ext uri="{FF2B5EF4-FFF2-40B4-BE49-F238E27FC236}">
                  <a16:creationId xmlns:a16="http://schemas.microsoft.com/office/drawing/2014/main" id="{3B3C9FB9-0736-31BE-251F-7C9E1F5C6C0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2952" name="Input_receptor__1122">
              <a:extLst>
                <a:ext uri="{FF2B5EF4-FFF2-40B4-BE49-F238E27FC236}">
                  <a16:creationId xmlns:a16="http://schemas.microsoft.com/office/drawing/2014/main" id="{D9418519-5B66-09FA-65F7-0923E6295EE7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2953" name="Input_receptor__1123">
              <a:extLst>
                <a:ext uri="{FF2B5EF4-FFF2-40B4-BE49-F238E27FC236}">
                  <a16:creationId xmlns:a16="http://schemas.microsoft.com/office/drawing/2014/main" id="{127FA3B2-13C1-6642-DB20-31B3EC8F9F10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2954" name="Input_receptor__1124">
              <a:extLst>
                <a:ext uri="{FF2B5EF4-FFF2-40B4-BE49-F238E27FC236}">
                  <a16:creationId xmlns:a16="http://schemas.microsoft.com/office/drawing/2014/main" id="{F80A1A8F-5028-01D5-1707-6156274E7BDE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2955" name="Input_receptor__1125">
              <a:extLst>
                <a:ext uri="{FF2B5EF4-FFF2-40B4-BE49-F238E27FC236}">
                  <a16:creationId xmlns:a16="http://schemas.microsoft.com/office/drawing/2014/main" id="{54D148CD-12A5-4900-42A6-D540FBC01B13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56" name="Input_receptor__1126">
              <a:extLst>
                <a:ext uri="{FF2B5EF4-FFF2-40B4-BE49-F238E27FC236}">
                  <a16:creationId xmlns:a16="http://schemas.microsoft.com/office/drawing/2014/main" id="{61C4501A-0C32-D7B6-5BA0-57C4BF1E5914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2957" name="Input_receptor__1127">
              <a:extLst>
                <a:ext uri="{FF2B5EF4-FFF2-40B4-BE49-F238E27FC236}">
                  <a16:creationId xmlns:a16="http://schemas.microsoft.com/office/drawing/2014/main" id="{D59838F4-D329-6C68-655F-48C6C7484CD3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58" name="Input_receptor__1128">
              <a:extLst>
                <a:ext uri="{FF2B5EF4-FFF2-40B4-BE49-F238E27FC236}">
                  <a16:creationId xmlns:a16="http://schemas.microsoft.com/office/drawing/2014/main" id="{4A7B0118-7C33-96B2-156E-A322E4064D97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59" name="Input_receptor__1129">
              <a:extLst>
                <a:ext uri="{FF2B5EF4-FFF2-40B4-BE49-F238E27FC236}">
                  <a16:creationId xmlns:a16="http://schemas.microsoft.com/office/drawing/2014/main" id="{49108033-5E37-D1C7-5810-392317B24493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2960" name="Input_receptor__1130">
              <a:extLst>
                <a:ext uri="{FF2B5EF4-FFF2-40B4-BE49-F238E27FC236}">
                  <a16:creationId xmlns:a16="http://schemas.microsoft.com/office/drawing/2014/main" id="{8144F6DA-646B-5AC7-AC03-AC553F6A5CB2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1" name="Input_receptor__1131">
              <a:extLst>
                <a:ext uri="{FF2B5EF4-FFF2-40B4-BE49-F238E27FC236}">
                  <a16:creationId xmlns:a16="http://schemas.microsoft.com/office/drawing/2014/main" id="{B22DAF4F-FA86-0130-0621-ED6F359F6E28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2" name="Input_receptor__1132">
              <a:extLst>
                <a:ext uri="{FF2B5EF4-FFF2-40B4-BE49-F238E27FC236}">
                  <a16:creationId xmlns:a16="http://schemas.microsoft.com/office/drawing/2014/main" id="{7C438B5F-996B-93D6-FF40-773AAC5221D6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3" name="Input_receptor__1133">
              <a:extLst>
                <a:ext uri="{FF2B5EF4-FFF2-40B4-BE49-F238E27FC236}">
                  <a16:creationId xmlns:a16="http://schemas.microsoft.com/office/drawing/2014/main" id="{39F2143E-B44B-CE4F-8D25-0D5017DF8372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4" name="Input_receptor__1134">
              <a:extLst>
                <a:ext uri="{FF2B5EF4-FFF2-40B4-BE49-F238E27FC236}">
                  <a16:creationId xmlns:a16="http://schemas.microsoft.com/office/drawing/2014/main" id="{7B429D27-5D7A-9946-17E6-CAB5627B88B5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5" name="Input_receptor__1135">
              <a:extLst>
                <a:ext uri="{FF2B5EF4-FFF2-40B4-BE49-F238E27FC236}">
                  <a16:creationId xmlns:a16="http://schemas.microsoft.com/office/drawing/2014/main" id="{A95C363F-18D5-12B6-6FB7-08BA757EB749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6" name="Input_receptor__1136">
              <a:extLst>
                <a:ext uri="{FF2B5EF4-FFF2-40B4-BE49-F238E27FC236}">
                  <a16:creationId xmlns:a16="http://schemas.microsoft.com/office/drawing/2014/main" id="{97464A63-978A-6D72-60FF-1F1DF3D46283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7" name="Input_receptor__1137">
              <a:extLst>
                <a:ext uri="{FF2B5EF4-FFF2-40B4-BE49-F238E27FC236}">
                  <a16:creationId xmlns:a16="http://schemas.microsoft.com/office/drawing/2014/main" id="{9BF627F6-AB17-5176-9112-6DCB9D47C8E0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8" name="Input_receptor__1138">
              <a:extLst>
                <a:ext uri="{FF2B5EF4-FFF2-40B4-BE49-F238E27FC236}">
                  <a16:creationId xmlns:a16="http://schemas.microsoft.com/office/drawing/2014/main" id="{20C8D619-86E5-AC92-B594-353418F8FD9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69" name="Input_receptor__1139">
              <a:extLst>
                <a:ext uri="{FF2B5EF4-FFF2-40B4-BE49-F238E27FC236}">
                  <a16:creationId xmlns:a16="http://schemas.microsoft.com/office/drawing/2014/main" id="{7A46E1FF-35F9-9BD7-A1E6-8F14EBF2101A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70" name="Input_receptor__1140">
              <a:extLst>
                <a:ext uri="{FF2B5EF4-FFF2-40B4-BE49-F238E27FC236}">
                  <a16:creationId xmlns:a16="http://schemas.microsoft.com/office/drawing/2014/main" id="{EAEF1FFE-C65C-AF1B-4D8B-D70C67A507E3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71" name="Input_receptor__1141">
              <a:extLst>
                <a:ext uri="{FF2B5EF4-FFF2-40B4-BE49-F238E27FC236}">
                  <a16:creationId xmlns:a16="http://schemas.microsoft.com/office/drawing/2014/main" id="{35C8A449-2F26-1533-EEB8-2CE6EA03309C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72" name="Input_receptor__1142">
              <a:extLst>
                <a:ext uri="{FF2B5EF4-FFF2-40B4-BE49-F238E27FC236}">
                  <a16:creationId xmlns:a16="http://schemas.microsoft.com/office/drawing/2014/main" id="{67D888FC-4DBF-0014-66A1-C4D3A80C16FC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73" name="Input_receptor__1143">
              <a:extLst>
                <a:ext uri="{FF2B5EF4-FFF2-40B4-BE49-F238E27FC236}">
                  <a16:creationId xmlns:a16="http://schemas.microsoft.com/office/drawing/2014/main" id="{4AD5E0D2-964C-1E20-6746-3951E95239CC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2974" name="Input_receptor__1144">
              <a:extLst>
                <a:ext uri="{FF2B5EF4-FFF2-40B4-BE49-F238E27FC236}">
                  <a16:creationId xmlns:a16="http://schemas.microsoft.com/office/drawing/2014/main" id="{F1473E86-B989-4849-CCE6-D729BE08092C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2975" name="Input_receptor__1145">
              <a:extLst>
                <a:ext uri="{FF2B5EF4-FFF2-40B4-BE49-F238E27FC236}">
                  <a16:creationId xmlns:a16="http://schemas.microsoft.com/office/drawing/2014/main" id="{8EBC939F-B72A-7734-B604-068D70C3E030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76" name="Input_receptor__1146">
              <a:extLst>
                <a:ext uri="{FF2B5EF4-FFF2-40B4-BE49-F238E27FC236}">
                  <a16:creationId xmlns:a16="http://schemas.microsoft.com/office/drawing/2014/main" id="{6BD8626A-0776-BF92-978B-1CA881615678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2977" name="Input_receptor__1147">
              <a:extLst>
                <a:ext uri="{FF2B5EF4-FFF2-40B4-BE49-F238E27FC236}">
                  <a16:creationId xmlns:a16="http://schemas.microsoft.com/office/drawing/2014/main" id="{48D4823B-3E54-AD77-70E7-491562F19408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78" name="Input_receptor__1148">
              <a:extLst>
                <a:ext uri="{FF2B5EF4-FFF2-40B4-BE49-F238E27FC236}">
                  <a16:creationId xmlns:a16="http://schemas.microsoft.com/office/drawing/2014/main" id="{610A4C66-32D7-F7BC-CD28-31F8EDC3DB70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79" name="Input_receptor__1149">
              <a:extLst>
                <a:ext uri="{FF2B5EF4-FFF2-40B4-BE49-F238E27FC236}">
                  <a16:creationId xmlns:a16="http://schemas.microsoft.com/office/drawing/2014/main" id="{E74D51EB-4598-96B5-B3B9-44766E69360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0" name="Input_receptor__1150">
              <a:extLst>
                <a:ext uri="{FF2B5EF4-FFF2-40B4-BE49-F238E27FC236}">
                  <a16:creationId xmlns:a16="http://schemas.microsoft.com/office/drawing/2014/main" id="{FA0DA47B-535E-72B4-953C-EA76C8D1AFBE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1" name="Input_receptor__1151">
              <a:extLst>
                <a:ext uri="{FF2B5EF4-FFF2-40B4-BE49-F238E27FC236}">
                  <a16:creationId xmlns:a16="http://schemas.microsoft.com/office/drawing/2014/main" id="{9EF54DDD-DB18-8D88-FF53-862903AABFB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2" name="Input_receptor__1152">
              <a:extLst>
                <a:ext uri="{FF2B5EF4-FFF2-40B4-BE49-F238E27FC236}">
                  <a16:creationId xmlns:a16="http://schemas.microsoft.com/office/drawing/2014/main" id="{18B13F0C-6485-567B-06EE-28E3C7A7BF94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3" name="Input_receptor__1153">
              <a:extLst>
                <a:ext uri="{FF2B5EF4-FFF2-40B4-BE49-F238E27FC236}">
                  <a16:creationId xmlns:a16="http://schemas.microsoft.com/office/drawing/2014/main" id="{04659E70-1B0B-1033-ABC0-CB90D79B2140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4" name="Input_receptor__1154">
              <a:extLst>
                <a:ext uri="{FF2B5EF4-FFF2-40B4-BE49-F238E27FC236}">
                  <a16:creationId xmlns:a16="http://schemas.microsoft.com/office/drawing/2014/main" id="{C0CF60C1-DF8E-F353-A673-336C5FE40CDC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5" name="Input_receptor__1155">
              <a:extLst>
                <a:ext uri="{FF2B5EF4-FFF2-40B4-BE49-F238E27FC236}">
                  <a16:creationId xmlns:a16="http://schemas.microsoft.com/office/drawing/2014/main" id="{EA99C7A5-A8FA-53A9-E760-DA57A191289E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6" name="Input_receptor__1156">
              <a:extLst>
                <a:ext uri="{FF2B5EF4-FFF2-40B4-BE49-F238E27FC236}">
                  <a16:creationId xmlns:a16="http://schemas.microsoft.com/office/drawing/2014/main" id="{13F4D3F1-0F22-3B9E-A6F3-78CD6B3C93AB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2987" name="Input_receptor__1157">
              <a:extLst>
                <a:ext uri="{FF2B5EF4-FFF2-40B4-BE49-F238E27FC236}">
                  <a16:creationId xmlns:a16="http://schemas.microsoft.com/office/drawing/2014/main" id="{B28F6DF1-CB1D-A8D7-49ED-705EAD9760C6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8" name="Input_receptor__1158">
              <a:extLst>
                <a:ext uri="{FF2B5EF4-FFF2-40B4-BE49-F238E27FC236}">
                  <a16:creationId xmlns:a16="http://schemas.microsoft.com/office/drawing/2014/main" id="{49BFC9E1-D629-D076-8353-F1EE8EC7A527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89" name="Input_receptor__1159">
              <a:extLst>
                <a:ext uri="{FF2B5EF4-FFF2-40B4-BE49-F238E27FC236}">
                  <a16:creationId xmlns:a16="http://schemas.microsoft.com/office/drawing/2014/main" id="{324B9A02-0CE3-F976-F41A-7C51C2CF4722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2990" name="Input_receptor__1160">
              <a:extLst>
                <a:ext uri="{FF2B5EF4-FFF2-40B4-BE49-F238E27FC236}">
                  <a16:creationId xmlns:a16="http://schemas.microsoft.com/office/drawing/2014/main" id="{EE4E5099-2D44-C6DA-5396-3C40380CE8C5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2991" name="Input_receptor__1161">
              <a:extLst>
                <a:ext uri="{FF2B5EF4-FFF2-40B4-BE49-F238E27FC236}">
                  <a16:creationId xmlns:a16="http://schemas.microsoft.com/office/drawing/2014/main" id="{4FDB70C3-863A-C1AB-401C-51DC1536B791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2992" name="Input_receptor__1162">
              <a:extLst>
                <a:ext uri="{FF2B5EF4-FFF2-40B4-BE49-F238E27FC236}">
                  <a16:creationId xmlns:a16="http://schemas.microsoft.com/office/drawing/2014/main" id="{E5C8103E-B70B-FD7E-52A5-AE8A9F7702D5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93" name="Input_receptor__1163">
              <a:extLst>
                <a:ext uri="{FF2B5EF4-FFF2-40B4-BE49-F238E27FC236}">
                  <a16:creationId xmlns:a16="http://schemas.microsoft.com/office/drawing/2014/main" id="{6D4592E7-7198-5F7D-3765-BB7E7AAEC7E0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94" name="Input_receptor__1164">
              <a:extLst>
                <a:ext uri="{FF2B5EF4-FFF2-40B4-BE49-F238E27FC236}">
                  <a16:creationId xmlns:a16="http://schemas.microsoft.com/office/drawing/2014/main" id="{BD059EDC-5F28-90C1-FBE5-275D43CFE538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95" name="Input_receptor__1165">
              <a:extLst>
                <a:ext uri="{FF2B5EF4-FFF2-40B4-BE49-F238E27FC236}">
                  <a16:creationId xmlns:a16="http://schemas.microsoft.com/office/drawing/2014/main" id="{6F0465AC-BA25-80E2-7B79-4D2265B76D6D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96" name="Input_receptor__1166">
              <a:extLst>
                <a:ext uri="{FF2B5EF4-FFF2-40B4-BE49-F238E27FC236}">
                  <a16:creationId xmlns:a16="http://schemas.microsoft.com/office/drawing/2014/main" id="{1266B34C-EBC6-E3E9-7A1D-D822E76FD43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97" name="Input_receptor__1167">
              <a:extLst>
                <a:ext uri="{FF2B5EF4-FFF2-40B4-BE49-F238E27FC236}">
                  <a16:creationId xmlns:a16="http://schemas.microsoft.com/office/drawing/2014/main" id="{081912B9-37A6-C6AD-646E-15400F6C5761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98" name="Input_receptor__1168">
              <a:extLst>
                <a:ext uri="{FF2B5EF4-FFF2-40B4-BE49-F238E27FC236}">
                  <a16:creationId xmlns:a16="http://schemas.microsoft.com/office/drawing/2014/main" id="{CC62C9FA-01C9-8B69-C1F6-73F293292BD2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2999" name="Input_receptor__1169">
              <a:extLst>
                <a:ext uri="{FF2B5EF4-FFF2-40B4-BE49-F238E27FC236}">
                  <a16:creationId xmlns:a16="http://schemas.microsoft.com/office/drawing/2014/main" id="{90E1E47D-EF4C-EE3C-65DC-6E03CCA93ABC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3000" name="Input_receptor__1170">
              <a:extLst>
                <a:ext uri="{FF2B5EF4-FFF2-40B4-BE49-F238E27FC236}">
                  <a16:creationId xmlns:a16="http://schemas.microsoft.com/office/drawing/2014/main" id="{D08666A4-DF23-93F1-1EDA-F72811A1903B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3001" name="Input_receptor__1171">
              <a:extLst>
                <a:ext uri="{FF2B5EF4-FFF2-40B4-BE49-F238E27FC236}">
                  <a16:creationId xmlns:a16="http://schemas.microsoft.com/office/drawing/2014/main" id="{97D084F6-5A37-6B7A-A070-AFA01B614C14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3002" name="Input_receptor__1172">
              <a:extLst>
                <a:ext uri="{FF2B5EF4-FFF2-40B4-BE49-F238E27FC236}">
                  <a16:creationId xmlns:a16="http://schemas.microsoft.com/office/drawing/2014/main" id="{5376B15C-D521-CE66-D162-5711FAEA3E52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3003" name="Input_receptor__1173">
              <a:extLst>
                <a:ext uri="{FF2B5EF4-FFF2-40B4-BE49-F238E27FC236}">
                  <a16:creationId xmlns:a16="http://schemas.microsoft.com/office/drawing/2014/main" id="{F1DBCFCE-38E5-D795-B36A-A948C71E22E4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3004" name="Input_receptor__1174">
              <a:extLst>
                <a:ext uri="{FF2B5EF4-FFF2-40B4-BE49-F238E27FC236}">
                  <a16:creationId xmlns:a16="http://schemas.microsoft.com/office/drawing/2014/main" id="{FAC95A87-5042-04D3-8D25-6E04BCFB8A01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3005" name="Input_receptor__1175">
              <a:extLst>
                <a:ext uri="{FF2B5EF4-FFF2-40B4-BE49-F238E27FC236}">
                  <a16:creationId xmlns:a16="http://schemas.microsoft.com/office/drawing/2014/main" id="{AC1F1188-58D4-F728-556E-E708A7422E3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3006" name="Input_receptor__1176">
              <a:extLst>
                <a:ext uri="{FF2B5EF4-FFF2-40B4-BE49-F238E27FC236}">
                  <a16:creationId xmlns:a16="http://schemas.microsoft.com/office/drawing/2014/main" id="{3943039D-BD54-87DC-64FD-F524E0899909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3007" name="Input_receptor__1177">
              <a:extLst>
                <a:ext uri="{FF2B5EF4-FFF2-40B4-BE49-F238E27FC236}">
                  <a16:creationId xmlns:a16="http://schemas.microsoft.com/office/drawing/2014/main" id="{A1AA79B8-C110-E7EF-955F-34A629ACF964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08" name="Input_receptor__1178">
              <a:extLst>
                <a:ext uri="{FF2B5EF4-FFF2-40B4-BE49-F238E27FC236}">
                  <a16:creationId xmlns:a16="http://schemas.microsoft.com/office/drawing/2014/main" id="{34AB8AE1-684E-E1EF-A2A4-B837EFC8D6CB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09" name="Input_receptor__1179">
              <a:extLst>
                <a:ext uri="{FF2B5EF4-FFF2-40B4-BE49-F238E27FC236}">
                  <a16:creationId xmlns:a16="http://schemas.microsoft.com/office/drawing/2014/main" id="{763A72EC-8654-D2EA-5B0F-6D7495A6481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10" name="Input_receptor__1180">
              <a:extLst>
                <a:ext uri="{FF2B5EF4-FFF2-40B4-BE49-F238E27FC236}">
                  <a16:creationId xmlns:a16="http://schemas.microsoft.com/office/drawing/2014/main" id="{9FC12D75-493F-F9C1-DB27-B4D2C1B4B426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11" name="Input_receptor__1181">
              <a:extLst>
                <a:ext uri="{FF2B5EF4-FFF2-40B4-BE49-F238E27FC236}">
                  <a16:creationId xmlns:a16="http://schemas.microsoft.com/office/drawing/2014/main" id="{D3DE3755-5CBF-4D04-1828-8A529F16E26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12" name="Input_receptor__1182">
              <a:extLst>
                <a:ext uri="{FF2B5EF4-FFF2-40B4-BE49-F238E27FC236}">
                  <a16:creationId xmlns:a16="http://schemas.microsoft.com/office/drawing/2014/main" id="{CEE4E426-5753-64AF-9736-EB891D596035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13" name="Input_receptor__1183">
              <a:extLst>
                <a:ext uri="{FF2B5EF4-FFF2-40B4-BE49-F238E27FC236}">
                  <a16:creationId xmlns:a16="http://schemas.microsoft.com/office/drawing/2014/main" id="{EA266936-ADC0-777B-E559-DBE83BC93B93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14" name="Input_receptor__1184">
              <a:extLst>
                <a:ext uri="{FF2B5EF4-FFF2-40B4-BE49-F238E27FC236}">
                  <a16:creationId xmlns:a16="http://schemas.microsoft.com/office/drawing/2014/main" id="{C387AEDE-2E3B-700E-0C3B-3746E0F3F52C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15" name="Input_receptor__1185">
              <a:extLst>
                <a:ext uri="{FF2B5EF4-FFF2-40B4-BE49-F238E27FC236}">
                  <a16:creationId xmlns:a16="http://schemas.microsoft.com/office/drawing/2014/main" id="{083ABBDD-E2B7-53F6-0109-9BEC55AE022D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16" name="Input_receptor__1186">
              <a:extLst>
                <a:ext uri="{FF2B5EF4-FFF2-40B4-BE49-F238E27FC236}">
                  <a16:creationId xmlns:a16="http://schemas.microsoft.com/office/drawing/2014/main" id="{176F4A79-593A-2044-264E-498615D05EAD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17" name="Input_receptor__1187">
              <a:extLst>
                <a:ext uri="{FF2B5EF4-FFF2-40B4-BE49-F238E27FC236}">
                  <a16:creationId xmlns:a16="http://schemas.microsoft.com/office/drawing/2014/main" id="{A9FE64CC-8F01-7C5F-97BD-298B061CE853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18" name="Input_receptor__1188">
              <a:extLst>
                <a:ext uri="{FF2B5EF4-FFF2-40B4-BE49-F238E27FC236}">
                  <a16:creationId xmlns:a16="http://schemas.microsoft.com/office/drawing/2014/main" id="{2DE593C3-BC79-2A28-FD17-9458BC5D1208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19" name="Input_receptor__1189">
              <a:extLst>
                <a:ext uri="{FF2B5EF4-FFF2-40B4-BE49-F238E27FC236}">
                  <a16:creationId xmlns:a16="http://schemas.microsoft.com/office/drawing/2014/main" id="{2F101C9F-E540-0757-A91A-3FEBF35FA05E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20" name="Input_receptor__1190">
              <a:extLst>
                <a:ext uri="{FF2B5EF4-FFF2-40B4-BE49-F238E27FC236}">
                  <a16:creationId xmlns:a16="http://schemas.microsoft.com/office/drawing/2014/main" id="{12CF1BC5-6276-C866-2D53-7FE4DCB15F9A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21" name="Input_receptor__1191">
              <a:extLst>
                <a:ext uri="{FF2B5EF4-FFF2-40B4-BE49-F238E27FC236}">
                  <a16:creationId xmlns:a16="http://schemas.microsoft.com/office/drawing/2014/main" id="{15D1C028-71AC-D781-D04A-8D577BCF0E03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22" name="Input_receptor__1192">
              <a:extLst>
                <a:ext uri="{FF2B5EF4-FFF2-40B4-BE49-F238E27FC236}">
                  <a16:creationId xmlns:a16="http://schemas.microsoft.com/office/drawing/2014/main" id="{463A081F-43CB-8CFA-D9A4-5EF811D3548C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23" name="Input_receptor__1193">
              <a:extLst>
                <a:ext uri="{FF2B5EF4-FFF2-40B4-BE49-F238E27FC236}">
                  <a16:creationId xmlns:a16="http://schemas.microsoft.com/office/drawing/2014/main" id="{B5A5F3AC-ACDC-658B-9338-3A9F54724FDC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24" name="Input_receptor__1194">
              <a:extLst>
                <a:ext uri="{FF2B5EF4-FFF2-40B4-BE49-F238E27FC236}">
                  <a16:creationId xmlns:a16="http://schemas.microsoft.com/office/drawing/2014/main" id="{47B3FED2-1AB2-DA01-CDF8-C9BFC6E56026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25" name="Input_receptor__1195">
              <a:extLst>
                <a:ext uri="{FF2B5EF4-FFF2-40B4-BE49-F238E27FC236}">
                  <a16:creationId xmlns:a16="http://schemas.microsoft.com/office/drawing/2014/main" id="{050CE845-8E39-3705-8401-35D277B90765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26" name="Input_receptor__1196">
              <a:extLst>
                <a:ext uri="{FF2B5EF4-FFF2-40B4-BE49-F238E27FC236}">
                  <a16:creationId xmlns:a16="http://schemas.microsoft.com/office/drawing/2014/main" id="{0BD24256-4872-0750-61F0-3F0CB3FC0B2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27" name="Input_receptor__1197">
              <a:extLst>
                <a:ext uri="{FF2B5EF4-FFF2-40B4-BE49-F238E27FC236}">
                  <a16:creationId xmlns:a16="http://schemas.microsoft.com/office/drawing/2014/main" id="{027ED055-EA59-708B-9BC0-625895F06C1F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28" name="Input_receptor__1198">
              <a:extLst>
                <a:ext uri="{FF2B5EF4-FFF2-40B4-BE49-F238E27FC236}">
                  <a16:creationId xmlns:a16="http://schemas.microsoft.com/office/drawing/2014/main" id="{E00F9067-9283-7F27-582C-2165D70EE346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29" name="Input_receptor__1199">
              <a:extLst>
                <a:ext uri="{FF2B5EF4-FFF2-40B4-BE49-F238E27FC236}">
                  <a16:creationId xmlns:a16="http://schemas.microsoft.com/office/drawing/2014/main" id="{6C5AF123-D090-AF9E-12F6-F9CFE3F9CE99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0" name="Input_receptor__1200">
              <a:extLst>
                <a:ext uri="{FF2B5EF4-FFF2-40B4-BE49-F238E27FC236}">
                  <a16:creationId xmlns:a16="http://schemas.microsoft.com/office/drawing/2014/main" id="{D2CB37C8-8F25-86D4-AE51-5E2CA0223E75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1" name="Input_receptor__1201">
              <a:extLst>
                <a:ext uri="{FF2B5EF4-FFF2-40B4-BE49-F238E27FC236}">
                  <a16:creationId xmlns:a16="http://schemas.microsoft.com/office/drawing/2014/main" id="{856B61DC-C715-2A42-44DA-A935787B919B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2" name="Input_receptor__1202">
              <a:extLst>
                <a:ext uri="{FF2B5EF4-FFF2-40B4-BE49-F238E27FC236}">
                  <a16:creationId xmlns:a16="http://schemas.microsoft.com/office/drawing/2014/main" id="{6C1D6FA8-CC71-F462-8B96-D80EAD3EDBCF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3" name="Input_receptor__1203">
              <a:extLst>
                <a:ext uri="{FF2B5EF4-FFF2-40B4-BE49-F238E27FC236}">
                  <a16:creationId xmlns:a16="http://schemas.microsoft.com/office/drawing/2014/main" id="{91843EAA-75C3-6456-B355-557F4A6B1439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4" name="Input_receptor__1204">
              <a:extLst>
                <a:ext uri="{FF2B5EF4-FFF2-40B4-BE49-F238E27FC236}">
                  <a16:creationId xmlns:a16="http://schemas.microsoft.com/office/drawing/2014/main" id="{78AF544C-BCD7-0E9F-946D-98C69BE53104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5" name="Input_receptor__1205">
              <a:extLst>
                <a:ext uri="{FF2B5EF4-FFF2-40B4-BE49-F238E27FC236}">
                  <a16:creationId xmlns:a16="http://schemas.microsoft.com/office/drawing/2014/main" id="{2D3263A8-664E-E767-29B0-B8360CDC73CF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6" name="Input_receptor__1206">
              <a:extLst>
                <a:ext uri="{FF2B5EF4-FFF2-40B4-BE49-F238E27FC236}">
                  <a16:creationId xmlns:a16="http://schemas.microsoft.com/office/drawing/2014/main" id="{47CF9261-CCA2-12B8-58F7-5F74B5E07260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37" name="Input_receptor__1207">
              <a:extLst>
                <a:ext uri="{FF2B5EF4-FFF2-40B4-BE49-F238E27FC236}">
                  <a16:creationId xmlns:a16="http://schemas.microsoft.com/office/drawing/2014/main" id="{0FFF4028-D9BA-3AE6-4D26-52806C7ECDF3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8" name="Input_receptor__1208">
              <a:extLst>
                <a:ext uri="{FF2B5EF4-FFF2-40B4-BE49-F238E27FC236}">
                  <a16:creationId xmlns:a16="http://schemas.microsoft.com/office/drawing/2014/main" id="{483197A6-DFD1-025C-7B75-94034BCE6CF3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39" name="Input_receptor__1209">
              <a:extLst>
                <a:ext uri="{FF2B5EF4-FFF2-40B4-BE49-F238E27FC236}">
                  <a16:creationId xmlns:a16="http://schemas.microsoft.com/office/drawing/2014/main" id="{89B5355A-014C-E9AC-2831-DAB3B26A4DD8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40" name="Input_receptor__1210">
              <a:extLst>
                <a:ext uri="{FF2B5EF4-FFF2-40B4-BE49-F238E27FC236}">
                  <a16:creationId xmlns:a16="http://schemas.microsoft.com/office/drawing/2014/main" id="{380EB3E4-17E6-D756-7995-871E1C68DD38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3041" name="Input_receptor__1211">
              <a:extLst>
                <a:ext uri="{FF2B5EF4-FFF2-40B4-BE49-F238E27FC236}">
                  <a16:creationId xmlns:a16="http://schemas.microsoft.com/office/drawing/2014/main" id="{07028272-80BD-025C-5181-723967B6320E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3042" name="Input_receptor__1212">
              <a:extLst>
                <a:ext uri="{FF2B5EF4-FFF2-40B4-BE49-F238E27FC236}">
                  <a16:creationId xmlns:a16="http://schemas.microsoft.com/office/drawing/2014/main" id="{9E241BE5-1604-6831-C417-52B93887CC82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3043" name="Input_receptor__1213">
              <a:extLst>
                <a:ext uri="{FF2B5EF4-FFF2-40B4-BE49-F238E27FC236}">
                  <a16:creationId xmlns:a16="http://schemas.microsoft.com/office/drawing/2014/main" id="{E276540F-6089-F1EE-D907-3A0B44EB6E71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3044" name="Input_receptor__1214">
              <a:extLst>
                <a:ext uri="{FF2B5EF4-FFF2-40B4-BE49-F238E27FC236}">
                  <a16:creationId xmlns:a16="http://schemas.microsoft.com/office/drawing/2014/main" id="{D151C455-2782-925F-1B6B-F92DAEB31664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3045" name="Input_receptor__1215">
              <a:extLst>
                <a:ext uri="{FF2B5EF4-FFF2-40B4-BE49-F238E27FC236}">
                  <a16:creationId xmlns:a16="http://schemas.microsoft.com/office/drawing/2014/main" id="{E71F64AF-C55F-6479-B9A5-0F40D79D4F97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3046" name="Input_receptor__1216">
              <a:extLst>
                <a:ext uri="{FF2B5EF4-FFF2-40B4-BE49-F238E27FC236}">
                  <a16:creationId xmlns:a16="http://schemas.microsoft.com/office/drawing/2014/main" id="{310C69F1-6865-DBDF-885B-999902C1512A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3047" name="Input_receptor__1217">
              <a:extLst>
                <a:ext uri="{FF2B5EF4-FFF2-40B4-BE49-F238E27FC236}">
                  <a16:creationId xmlns:a16="http://schemas.microsoft.com/office/drawing/2014/main" id="{D3AC1ED3-04D5-F59B-ECA9-3DF19C836A17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3048" name="Input_receptor__1218">
              <a:extLst>
                <a:ext uri="{FF2B5EF4-FFF2-40B4-BE49-F238E27FC236}">
                  <a16:creationId xmlns:a16="http://schemas.microsoft.com/office/drawing/2014/main" id="{6FAA045D-C44F-27EE-63A4-34DB52C6E189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3049" name="Input_receptor__1219">
              <a:extLst>
                <a:ext uri="{FF2B5EF4-FFF2-40B4-BE49-F238E27FC236}">
                  <a16:creationId xmlns:a16="http://schemas.microsoft.com/office/drawing/2014/main" id="{3AC3576D-DC50-4EFC-788C-9A1C228A2E44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3050" name="Input_receptor__1220">
              <a:extLst>
                <a:ext uri="{FF2B5EF4-FFF2-40B4-BE49-F238E27FC236}">
                  <a16:creationId xmlns:a16="http://schemas.microsoft.com/office/drawing/2014/main" id="{67945AF5-4F2E-F3F1-4932-4FF95CCE29EA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3051" name="Input_receptor__1221">
              <a:extLst>
                <a:ext uri="{FF2B5EF4-FFF2-40B4-BE49-F238E27FC236}">
                  <a16:creationId xmlns:a16="http://schemas.microsoft.com/office/drawing/2014/main" id="{4060A2A7-EE34-811C-E2C2-35A98FC575F5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52" name="Input_receptor__1222">
              <a:extLst>
                <a:ext uri="{FF2B5EF4-FFF2-40B4-BE49-F238E27FC236}">
                  <a16:creationId xmlns:a16="http://schemas.microsoft.com/office/drawing/2014/main" id="{23973223-CD33-FD21-31AC-8F88F5A086D0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53" name="Input_receptor__1223">
              <a:extLst>
                <a:ext uri="{FF2B5EF4-FFF2-40B4-BE49-F238E27FC236}">
                  <a16:creationId xmlns:a16="http://schemas.microsoft.com/office/drawing/2014/main" id="{ED716BDF-789D-EE04-0ABE-2721AA153C84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54" name="Input_receptor__1224">
              <a:extLst>
                <a:ext uri="{FF2B5EF4-FFF2-40B4-BE49-F238E27FC236}">
                  <a16:creationId xmlns:a16="http://schemas.microsoft.com/office/drawing/2014/main" id="{209E4CFE-317F-559F-2770-B4B0DBFA4DE9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55" name="Input_receptor__1225">
              <a:extLst>
                <a:ext uri="{FF2B5EF4-FFF2-40B4-BE49-F238E27FC236}">
                  <a16:creationId xmlns:a16="http://schemas.microsoft.com/office/drawing/2014/main" id="{E67360AF-418F-5CCE-996A-221B3A4BA127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56" name="Input_receptor__1226">
              <a:extLst>
                <a:ext uri="{FF2B5EF4-FFF2-40B4-BE49-F238E27FC236}">
                  <a16:creationId xmlns:a16="http://schemas.microsoft.com/office/drawing/2014/main" id="{06E342EA-BC95-D14B-A977-6F044020AB91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57" name="Input_receptor__1227">
              <a:extLst>
                <a:ext uri="{FF2B5EF4-FFF2-40B4-BE49-F238E27FC236}">
                  <a16:creationId xmlns:a16="http://schemas.microsoft.com/office/drawing/2014/main" id="{A2E5637D-996A-CC66-8C00-53F3D29B5F15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58" name="Input_receptor__1228">
              <a:extLst>
                <a:ext uri="{FF2B5EF4-FFF2-40B4-BE49-F238E27FC236}">
                  <a16:creationId xmlns:a16="http://schemas.microsoft.com/office/drawing/2014/main" id="{D44D4506-7FA4-7447-778D-B02488669CD1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59" name="Input_receptor__1229">
              <a:extLst>
                <a:ext uri="{FF2B5EF4-FFF2-40B4-BE49-F238E27FC236}">
                  <a16:creationId xmlns:a16="http://schemas.microsoft.com/office/drawing/2014/main" id="{D4170316-E4F3-4AFE-E822-9D036140500B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60" name="Input_receptor__1230">
              <a:extLst>
                <a:ext uri="{FF2B5EF4-FFF2-40B4-BE49-F238E27FC236}">
                  <a16:creationId xmlns:a16="http://schemas.microsoft.com/office/drawing/2014/main" id="{79330A92-AEC0-255D-1F0B-EA7CAD35FD03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61" name="Input_receptor__1231">
              <a:extLst>
                <a:ext uri="{FF2B5EF4-FFF2-40B4-BE49-F238E27FC236}">
                  <a16:creationId xmlns:a16="http://schemas.microsoft.com/office/drawing/2014/main" id="{D71FD567-4769-41C7-FF57-2CFE8C1349B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62" name="Input_receptor__1232">
              <a:extLst>
                <a:ext uri="{FF2B5EF4-FFF2-40B4-BE49-F238E27FC236}">
                  <a16:creationId xmlns:a16="http://schemas.microsoft.com/office/drawing/2014/main" id="{036370C2-8E7B-4A3E-14D2-BE813E5E844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63" name="Input_receptor__1233">
              <a:extLst>
                <a:ext uri="{FF2B5EF4-FFF2-40B4-BE49-F238E27FC236}">
                  <a16:creationId xmlns:a16="http://schemas.microsoft.com/office/drawing/2014/main" id="{C44D7CB3-F799-DA88-1729-09A8624A6A9A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64" name="Input_receptor__1234">
              <a:extLst>
                <a:ext uri="{FF2B5EF4-FFF2-40B4-BE49-F238E27FC236}">
                  <a16:creationId xmlns:a16="http://schemas.microsoft.com/office/drawing/2014/main" id="{51222E50-5A70-D1AE-7735-A23673673721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65" name="Input_receptor__1235">
              <a:extLst>
                <a:ext uri="{FF2B5EF4-FFF2-40B4-BE49-F238E27FC236}">
                  <a16:creationId xmlns:a16="http://schemas.microsoft.com/office/drawing/2014/main" id="{49ADC47B-21E0-D0CF-0908-84C0672C1A9A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66" name="Input_receptor__1236">
              <a:extLst>
                <a:ext uri="{FF2B5EF4-FFF2-40B4-BE49-F238E27FC236}">
                  <a16:creationId xmlns:a16="http://schemas.microsoft.com/office/drawing/2014/main" id="{8075E042-1BE0-E9DF-73DA-BDBB7135A301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67" name="Input_receptor__1237">
              <a:extLst>
                <a:ext uri="{FF2B5EF4-FFF2-40B4-BE49-F238E27FC236}">
                  <a16:creationId xmlns:a16="http://schemas.microsoft.com/office/drawing/2014/main" id="{8B863FB4-297F-4EF4-0139-D35C76E161C2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68" name="Input_receptor__1238">
              <a:extLst>
                <a:ext uri="{FF2B5EF4-FFF2-40B4-BE49-F238E27FC236}">
                  <a16:creationId xmlns:a16="http://schemas.microsoft.com/office/drawing/2014/main" id="{DC151424-B531-6B7C-3FD2-E433CFAB51D7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69" name="Input_receptor__1239">
              <a:extLst>
                <a:ext uri="{FF2B5EF4-FFF2-40B4-BE49-F238E27FC236}">
                  <a16:creationId xmlns:a16="http://schemas.microsoft.com/office/drawing/2014/main" id="{5431636E-5A9A-BA4C-F8A6-F4665AE49168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70" name="Input_receptor__1240">
              <a:extLst>
                <a:ext uri="{FF2B5EF4-FFF2-40B4-BE49-F238E27FC236}">
                  <a16:creationId xmlns:a16="http://schemas.microsoft.com/office/drawing/2014/main" id="{6496E3C2-5311-E943-BEDC-8B38A1770044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71" name="Input_receptor__1241">
              <a:extLst>
                <a:ext uri="{FF2B5EF4-FFF2-40B4-BE49-F238E27FC236}">
                  <a16:creationId xmlns:a16="http://schemas.microsoft.com/office/drawing/2014/main" id="{BD4728AC-FCDA-20FB-6DE5-511AD1686F33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72" name="Input_receptor__1242">
              <a:extLst>
                <a:ext uri="{FF2B5EF4-FFF2-40B4-BE49-F238E27FC236}">
                  <a16:creationId xmlns:a16="http://schemas.microsoft.com/office/drawing/2014/main" id="{57F82DA5-292A-2856-2DAE-164B2010A2E6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73" name="Input_receptor__1243">
              <a:extLst>
                <a:ext uri="{FF2B5EF4-FFF2-40B4-BE49-F238E27FC236}">
                  <a16:creationId xmlns:a16="http://schemas.microsoft.com/office/drawing/2014/main" id="{3E7F1D3F-F447-178E-D2DE-424389152F09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74" name="Input_receptor__1244">
              <a:extLst>
                <a:ext uri="{FF2B5EF4-FFF2-40B4-BE49-F238E27FC236}">
                  <a16:creationId xmlns:a16="http://schemas.microsoft.com/office/drawing/2014/main" id="{A1BA293E-6FA7-4B12-BE6E-623448CC3BC9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75" name="Input_receptor__1245">
              <a:extLst>
                <a:ext uri="{FF2B5EF4-FFF2-40B4-BE49-F238E27FC236}">
                  <a16:creationId xmlns:a16="http://schemas.microsoft.com/office/drawing/2014/main" id="{43A27E39-B126-C3BF-AD58-8F59789B983D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3076" name="Input_receptor__1246">
              <a:extLst>
                <a:ext uri="{FF2B5EF4-FFF2-40B4-BE49-F238E27FC236}">
                  <a16:creationId xmlns:a16="http://schemas.microsoft.com/office/drawing/2014/main" id="{7DAA2D96-6F0C-7870-BCA0-B31CA68B1BB5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3077" name="Input_receptor__1247">
              <a:extLst>
                <a:ext uri="{FF2B5EF4-FFF2-40B4-BE49-F238E27FC236}">
                  <a16:creationId xmlns:a16="http://schemas.microsoft.com/office/drawing/2014/main" id="{97B34D05-9C78-9B3B-8824-A746EB127D0D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3078" name="Input_receptor__1248">
              <a:extLst>
                <a:ext uri="{FF2B5EF4-FFF2-40B4-BE49-F238E27FC236}">
                  <a16:creationId xmlns:a16="http://schemas.microsoft.com/office/drawing/2014/main" id="{688221CE-8476-DDDA-C6F4-B4E43452E11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3079" name="Input_receptor__1249">
              <a:extLst>
                <a:ext uri="{FF2B5EF4-FFF2-40B4-BE49-F238E27FC236}">
                  <a16:creationId xmlns:a16="http://schemas.microsoft.com/office/drawing/2014/main" id="{A727E54A-FB3F-D497-FBC3-84F178C5B593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3080" name="Input_receptor__1250">
              <a:extLst>
                <a:ext uri="{FF2B5EF4-FFF2-40B4-BE49-F238E27FC236}">
                  <a16:creationId xmlns:a16="http://schemas.microsoft.com/office/drawing/2014/main" id="{3F859E59-531E-4009-FEF2-D5A009986A90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3081" name="Input_receptor__1251">
              <a:extLst>
                <a:ext uri="{FF2B5EF4-FFF2-40B4-BE49-F238E27FC236}">
                  <a16:creationId xmlns:a16="http://schemas.microsoft.com/office/drawing/2014/main" id="{66ED6A87-ACE1-D89C-1A85-015F007781DD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3082" name="Input_receptor__1252">
              <a:extLst>
                <a:ext uri="{FF2B5EF4-FFF2-40B4-BE49-F238E27FC236}">
                  <a16:creationId xmlns:a16="http://schemas.microsoft.com/office/drawing/2014/main" id="{B71BE62E-7585-BFE0-3BCD-A2AD06CDA72D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3083" name="Input_receptor__1253">
              <a:extLst>
                <a:ext uri="{FF2B5EF4-FFF2-40B4-BE49-F238E27FC236}">
                  <a16:creationId xmlns:a16="http://schemas.microsoft.com/office/drawing/2014/main" id="{D5C701E8-4A60-7BBA-2BE2-F08787C71685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3084" name="Input_receptor__1254">
              <a:extLst>
                <a:ext uri="{FF2B5EF4-FFF2-40B4-BE49-F238E27FC236}">
                  <a16:creationId xmlns:a16="http://schemas.microsoft.com/office/drawing/2014/main" id="{8CAB65E3-7D43-EC83-1AD7-90B0C681CABC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3085" name="Input_receptor__1255">
              <a:extLst>
                <a:ext uri="{FF2B5EF4-FFF2-40B4-BE49-F238E27FC236}">
                  <a16:creationId xmlns:a16="http://schemas.microsoft.com/office/drawing/2014/main" id="{73F951C4-2294-9EFE-8981-3AA7BC0B4521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3086" name="Input_receptor__1256">
              <a:extLst>
                <a:ext uri="{FF2B5EF4-FFF2-40B4-BE49-F238E27FC236}">
                  <a16:creationId xmlns:a16="http://schemas.microsoft.com/office/drawing/2014/main" id="{7E3441F8-41A2-047B-6A16-5A9BD9F7630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087" name="Input_receptor__1257">
              <a:extLst>
                <a:ext uri="{FF2B5EF4-FFF2-40B4-BE49-F238E27FC236}">
                  <a16:creationId xmlns:a16="http://schemas.microsoft.com/office/drawing/2014/main" id="{217E860D-3806-4BD1-B618-D44350DA8A45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88" name="Input_receptor__1258">
              <a:extLst>
                <a:ext uri="{FF2B5EF4-FFF2-40B4-BE49-F238E27FC236}">
                  <a16:creationId xmlns:a16="http://schemas.microsoft.com/office/drawing/2014/main" id="{EFA7F7EC-573E-DCD5-68B5-E11E4690B62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89" name="Input_receptor__1259">
              <a:extLst>
                <a:ext uri="{FF2B5EF4-FFF2-40B4-BE49-F238E27FC236}">
                  <a16:creationId xmlns:a16="http://schemas.microsoft.com/office/drawing/2014/main" id="{319D5F43-D433-BE8E-BFC4-9CFECA2CB12C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090" name="Input_receptor__1260">
              <a:extLst>
                <a:ext uri="{FF2B5EF4-FFF2-40B4-BE49-F238E27FC236}">
                  <a16:creationId xmlns:a16="http://schemas.microsoft.com/office/drawing/2014/main" id="{7B87075E-FA71-4F49-86C2-F9041C362725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1" name="Input_receptor__1261">
              <a:extLst>
                <a:ext uri="{FF2B5EF4-FFF2-40B4-BE49-F238E27FC236}">
                  <a16:creationId xmlns:a16="http://schemas.microsoft.com/office/drawing/2014/main" id="{8555DB12-8018-56D5-5BE3-F00A1F84222D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2" name="Input_receptor__1262">
              <a:extLst>
                <a:ext uri="{FF2B5EF4-FFF2-40B4-BE49-F238E27FC236}">
                  <a16:creationId xmlns:a16="http://schemas.microsoft.com/office/drawing/2014/main" id="{2086F3B9-C6BE-AF91-B970-52833A8581C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3" name="Input_receptor__1263">
              <a:extLst>
                <a:ext uri="{FF2B5EF4-FFF2-40B4-BE49-F238E27FC236}">
                  <a16:creationId xmlns:a16="http://schemas.microsoft.com/office/drawing/2014/main" id="{43D7E092-1640-6FE2-1C9D-5846B448A7E5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4" name="Input_receptor__1264">
              <a:extLst>
                <a:ext uri="{FF2B5EF4-FFF2-40B4-BE49-F238E27FC236}">
                  <a16:creationId xmlns:a16="http://schemas.microsoft.com/office/drawing/2014/main" id="{EAFA6696-E599-4384-FB0F-BFF1C047DF3B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5" name="Input_receptor__1265">
              <a:extLst>
                <a:ext uri="{FF2B5EF4-FFF2-40B4-BE49-F238E27FC236}">
                  <a16:creationId xmlns:a16="http://schemas.microsoft.com/office/drawing/2014/main" id="{2871A22E-A146-1AA6-1B4A-AEA73041A377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6" name="Input_receptor__1266">
              <a:extLst>
                <a:ext uri="{FF2B5EF4-FFF2-40B4-BE49-F238E27FC236}">
                  <a16:creationId xmlns:a16="http://schemas.microsoft.com/office/drawing/2014/main" id="{8AA5FCEE-36BA-CC75-C4DF-E3BFCB326B16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097" name="Input_receptor__1267">
              <a:extLst>
                <a:ext uri="{FF2B5EF4-FFF2-40B4-BE49-F238E27FC236}">
                  <a16:creationId xmlns:a16="http://schemas.microsoft.com/office/drawing/2014/main" id="{DBD11825-7F83-E9BB-6D7D-7B9047FE0B5B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8" name="Input_receptor__1268">
              <a:extLst>
                <a:ext uri="{FF2B5EF4-FFF2-40B4-BE49-F238E27FC236}">
                  <a16:creationId xmlns:a16="http://schemas.microsoft.com/office/drawing/2014/main" id="{4AD22E2F-5194-E4E2-A5A8-18C30E0AED11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099" name="Input_receptor__1269">
              <a:extLst>
                <a:ext uri="{FF2B5EF4-FFF2-40B4-BE49-F238E27FC236}">
                  <a16:creationId xmlns:a16="http://schemas.microsoft.com/office/drawing/2014/main" id="{30234D67-B299-D7D8-437A-8ED188A5E121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100" name="Input_receptor__1270">
              <a:extLst>
                <a:ext uri="{FF2B5EF4-FFF2-40B4-BE49-F238E27FC236}">
                  <a16:creationId xmlns:a16="http://schemas.microsoft.com/office/drawing/2014/main" id="{8F9A9373-A65A-6E07-FCE8-32EE8ACAA9B1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01" name="Input_receptor__1271">
              <a:extLst>
                <a:ext uri="{FF2B5EF4-FFF2-40B4-BE49-F238E27FC236}">
                  <a16:creationId xmlns:a16="http://schemas.microsoft.com/office/drawing/2014/main" id="{BE83B968-0375-CE2A-0FEF-6BC43DD30A15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02" name="Input_receptor__1272">
              <a:extLst>
                <a:ext uri="{FF2B5EF4-FFF2-40B4-BE49-F238E27FC236}">
                  <a16:creationId xmlns:a16="http://schemas.microsoft.com/office/drawing/2014/main" id="{8210BD1F-421F-99EF-19D4-DE41D180F90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103" name="Input_receptor__1273">
              <a:extLst>
                <a:ext uri="{FF2B5EF4-FFF2-40B4-BE49-F238E27FC236}">
                  <a16:creationId xmlns:a16="http://schemas.microsoft.com/office/drawing/2014/main" id="{C2EEACF2-6B94-A520-08F2-5610E7DABD34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104" name="Input_receptor__1274">
              <a:extLst>
                <a:ext uri="{FF2B5EF4-FFF2-40B4-BE49-F238E27FC236}">
                  <a16:creationId xmlns:a16="http://schemas.microsoft.com/office/drawing/2014/main" id="{F77F2DE5-1864-92FE-0DBE-7C33FC6BB466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05" name="Input_receptor__1275">
              <a:extLst>
                <a:ext uri="{FF2B5EF4-FFF2-40B4-BE49-F238E27FC236}">
                  <a16:creationId xmlns:a16="http://schemas.microsoft.com/office/drawing/2014/main" id="{F6892E18-9D0D-6878-C95F-6A98214DEDD8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06" name="Input_receptor__1276">
              <a:extLst>
                <a:ext uri="{FF2B5EF4-FFF2-40B4-BE49-F238E27FC236}">
                  <a16:creationId xmlns:a16="http://schemas.microsoft.com/office/drawing/2014/main" id="{0442987C-07E9-0168-4D39-C9167BB69B89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07" name="Input_receptor__1277">
              <a:extLst>
                <a:ext uri="{FF2B5EF4-FFF2-40B4-BE49-F238E27FC236}">
                  <a16:creationId xmlns:a16="http://schemas.microsoft.com/office/drawing/2014/main" id="{AFCA7233-43E1-8B64-9C87-D93C02F734AA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08" name="Input_receptor__1278">
              <a:extLst>
                <a:ext uri="{FF2B5EF4-FFF2-40B4-BE49-F238E27FC236}">
                  <a16:creationId xmlns:a16="http://schemas.microsoft.com/office/drawing/2014/main" id="{6110758B-C7B8-3D63-267B-E586489158AF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109" name="Input_receptor__1279">
              <a:extLst>
                <a:ext uri="{FF2B5EF4-FFF2-40B4-BE49-F238E27FC236}">
                  <a16:creationId xmlns:a16="http://schemas.microsoft.com/office/drawing/2014/main" id="{5D6CC21E-215F-E2FE-D97F-EFC0970579F0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110" name="Input_receptor__1280">
              <a:extLst>
                <a:ext uri="{FF2B5EF4-FFF2-40B4-BE49-F238E27FC236}">
                  <a16:creationId xmlns:a16="http://schemas.microsoft.com/office/drawing/2014/main" id="{0BD6DA24-AAA1-AC71-0BA3-D95C8724F0DB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11" name="Input_receptor__1281">
              <a:extLst>
                <a:ext uri="{FF2B5EF4-FFF2-40B4-BE49-F238E27FC236}">
                  <a16:creationId xmlns:a16="http://schemas.microsoft.com/office/drawing/2014/main" id="{C30FF69B-ED38-CAA1-6B2C-DCD05EFA570F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12" name="Input_receptor__1282">
              <a:extLst>
                <a:ext uri="{FF2B5EF4-FFF2-40B4-BE49-F238E27FC236}">
                  <a16:creationId xmlns:a16="http://schemas.microsoft.com/office/drawing/2014/main" id="{C5592454-3CA1-47EE-BC42-7ECC3816A0E3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13" name="Input_receptor__1283">
              <a:extLst>
                <a:ext uri="{FF2B5EF4-FFF2-40B4-BE49-F238E27FC236}">
                  <a16:creationId xmlns:a16="http://schemas.microsoft.com/office/drawing/2014/main" id="{C5797460-D91F-8BEB-9949-FC5BC4CAA31E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14" name="Input_receptor__1284">
              <a:extLst>
                <a:ext uri="{FF2B5EF4-FFF2-40B4-BE49-F238E27FC236}">
                  <a16:creationId xmlns:a16="http://schemas.microsoft.com/office/drawing/2014/main" id="{D0A37620-BC99-BDFB-34B5-16ADA53F6531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15" name="Input_receptor__1285">
              <a:extLst>
                <a:ext uri="{FF2B5EF4-FFF2-40B4-BE49-F238E27FC236}">
                  <a16:creationId xmlns:a16="http://schemas.microsoft.com/office/drawing/2014/main" id="{5B35F049-20BC-8D24-7F3E-57DC9C2FA138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116" name="Input_receptor__1286">
              <a:extLst>
                <a:ext uri="{FF2B5EF4-FFF2-40B4-BE49-F238E27FC236}">
                  <a16:creationId xmlns:a16="http://schemas.microsoft.com/office/drawing/2014/main" id="{648899FB-3061-A8D3-9F8C-A153282CF5B1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17" name="Input_receptor__1287">
              <a:extLst>
                <a:ext uri="{FF2B5EF4-FFF2-40B4-BE49-F238E27FC236}">
                  <a16:creationId xmlns:a16="http://schemas.microsoft.com/office/drawing/2014/main" id="{3B7CE0B7-2552-FDF6-8E36-8671FA4790A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3118" name="Input_receptor__1288">
              <a:extLst>
                <a:ext uri="{FF2B5EF4-FFF2-40B4-BE49-F238E27FC236}">
                  <a16:creationId xmlns:a16="http://schemas.microsoft.com/office/drawing/2014/main" id="{64ED90DD-C04A-1BC8-0311-607601063432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3119" name="Input_receptor__1289">
              <a:extLst>
                <a:ext uri="{FF2B5EF4-FFF2-40B4-BE49-F238E27FC236}">
                  <a16:creationId xmlns:a16="http://schemas.microsoft.com/office/drawing/2014/main" id="{142E44CE-6214-7BA6-DFD1-04702D30C9AC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3120" name="Input_receptor__1290">
              <a:extLst>
                <a:ext uri="{FF2B5EF4-FFF2-40B4-BE49-F238E27FC236}">
                  <a16:creationId xmlns:a16="http://schemas.microsoft.com/office/drawing/2014/main" id="{0F5F5F67-2CB2-969C-DD04-F897790E9F4D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3121" name="Input_receptor__1291">
              <a:extLst>
                <a:ext uri="{FF2B5EF4-FFF2-40B4-BE49-F238E27FC236}">
                  <a16:creationId xmlns:a16="http://schemas.microsoft.com/office/drawing/2014/main" id="{534B8645-73E1-1096-67A9-CE0E4E02BB97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3122" name="Input_receptor__1292">
              <a:extLst>
                <a:ext uri="{FF2B5EF4-FFF2-40B4-BE49-F238E27FC236}">
                  <a16:creationId xmlns:a16="http://schemas.microsoft.com/office/drawing/2014/main" id="{FB52420F-22EF-1001-87DF-8EA57A42165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3123" name="Input_receptor__1293">
              <a:extLst>
                <a:ext uri="{FF2B5EF4-FFF2-40B4-BE49-F238E27FC236}">
                  <a16:creationId xmlns:a16="http://schemas.microsoft.com/office/drawing/2014/main" id="{12E768B5-8D3C-0E57-F687-287F3FC7BE36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3124" name="Input_receptor__1294">
              <a:extLst>
                <a:ext uri="{FF2B5EF4-FFF2-40B4-BE49-F238E27FC236}">
                  <a16:creationId xmlns:a16="http://schemas.microsoft.com/office/drawing/2014/main" id="{7A4DB6DD-9804-14EA-CB77-3EEEA8F54EB5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3125" name="Input_receptor__1295">
              <a:extLst>
                <a:ext uri="{FF2B5EF4-FFF2-40B4-BE49-F238E27FC236}">
                  <a16:creationId xmlns:a16="http://schemas.microsoft.com/office/drawing/2014/main" id="{64591B8D-3D75-5980-BF70-F7C57CCD964A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3126" name="Input_receptor__1296">
              <a:extLst>
                <a:ext uri="{FF2B5EF4-FFF2-40B4-BE49-F238E27FC236}">
                  <a16:creationId xmlns:a16="http://schemas.microsoft.com/office/drawing/2014/main" id="{C03EA8A6-EFFA-0A2A-6967-FB4281150402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3127" name="Input_receptor__1297">
              <a:extLst>
                <a:ext uri="{FF2B5EF4-FFF2-40B4-BE49-F238E27FC236}">
                  <a16:creationId xmlns:a16="http://schemas.microsoft.com/office/drawing/2014/main" id="{6FE25678-A94F-6296-8D28-D3121A8F8C8A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28" name="Input_receptor__1298">
              <a:extLst>
                <a:ext uri="{FF2B5EF4-FFF2-40B4-BE49-F238E27FC236}">
                  <a16:creationId xmlns:a16="http://schemas.microsoft.com/office/drawing/2014/main" id="{A4A163C9-65F9-75E0-E911-B171CF25066A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29" name="Input_receptor__1299">
              <a:extLst>
                <a:ext uri="{FF2B5EF4-FFF2-40B4-BE49-F238E27FC236}">
                  <a16:creationId xmlns:a16="http://schemas.microsoft.com/office/drawing/2014/main" id="{46C34FD5-CDF3-8CB4-4168-04B1894F834F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0" name="Input_receptor__1300">
              <a:extLst>
                <a:ext uri="{FF2B5EF4-FFF2-40B4-BE49-F238E27FC236}">
                  <a16:creationId xmlns:a16="http://schemas.microsoft.com/office/drawing/2014/main" id="{61BB7015-F35E-C2F6-4D87-334BD4C91388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1" name="Input_receptor__1301">
              <a:extLst>
                <a:ext uri="{FF2B5EF4-FFF2-40B4-BE49-F238E27FC236}">
                  <a16:creationId xmlns:a16="http://schemas.microsoft.com/office/drawing/2014/main" id="{7398CE47-D818-4614-1BA0-7DC32229EE31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32" name="Input_receptor__1302">
              <a:extLst>
                <a:ext uri="{FF2B5EF4-FFF2-40B4-BE49-F238E27FC236}">
                  <a16:creationId xmlns:a16="http://schemas.microsoft.com/office/drawing/2014/main" id="{614B3071-94D9-2477-5201-F51648497A23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3" name="Input_receptor__1303">
              <a:extLst>
                <a:ext uri="{FF2B5EF4-FFF2-40B4-BE49-F238E27FC236}">
                  <a16:creationId xmlns:a16="http://schemas.microsoft.com/office/drawing/2014/main" id="{5C23DB94-BBE8-B55B-59C7-5CF6E8A79854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4" name="Input_receptor__1304">
              <a:extLst>
                <a:ext uri="{FF2B5EF4-FFF2-40B4-BE49-F238E27FC236}">
                  <a16:creationId xmlns:a16="http://schemas.microsoft.com/office/drawing/2014/main" id="{E90220B5-E214-739C-EB13-7C45CDA55F7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5" name="Input_receptor__1305">
              <a:extLst>
                <a:ext uri="{FF2B5EF4-FFF2-40B4-BE49-F238E27FC236}">
                  <a16:creationId xmlns:a16="http://schemas.microsoft.com/office/drawing/2014/main" id="{345512C4-DC23-436F-A5B0-965759008EFC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6" name="Input_receptor__1306">
              <a:extLst>
                <a:ext uri="{FF2B5EF4-FFF2-40B4-BE49-F238E27FC236}">
                  <a16:creationId xmlns:a16="http://schemas.microsoft.com/office/drawing/2014/main" id="{3479B9D1-7AD2-DC0B-86D0-B30655659A87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7" name="Input_receptor__1307">
              <a:extLst>
                <a:ext uri="{FF2B5EF4-FFF2-40B4-BE49-F238E27FC236}">
                  <a16:creationId xmlns:a16="http://schemas.microsoft.com/office/drawing/2014/main" id="{11ECA647-CD52-CDFE-8FDC-05D78B3AF64B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38" name="Input_receptor__1308">
              <a:extLst>
                <a:ext uri="{FF2B5EF4-FFF2-40B4-BE49-F238E27FC236}">
                  <a16:creationId xmlns:a16="http://schemas.microsoft.com/office/drawing/2014/main" id="{B62A527C-8BF4-2F7C-F155-5E98806C0A0B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39" name="Input_receptor__1309">
              <a:extLst>
                <a:ext uri="{FF2B5EF4-FFF2-40B4-BE49-F238E27FC236}">
                  <a16:creationId xmlns:a16="http://schemas.microsoft.com/office/drawing/2014/main" id="{AE529526-8440-D213-6F62-5968E9DAA861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40" name="Input_receptor__1310">
              <a:extLst>
                <a:ext uri="{FF2B5EF4-FFF2-40B4-BE49-F238E27FC236}">
                  <a16:creationId xmlns:a16="http://schemas.microsoft.com/office/drawing/2014/main" id="{59257FED-80B7-A1DD-04A4-00EB10AA0CAB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41" name="Input_receptor__1311">
              <a:extLst>
                <a:ext uri="{FF2B5EF4-FFF2-40B4-BE49-F238E27FC236}">
                  <a16:creationId xmlns:a16="http://schemas.microsoft.com/office/drawing/2014/main" id="{13B324C2-5602-8478-1FA3-429A5BBF6D1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42" name="Input_receptor__1312">
              <a:extLst>
                <a:ext uri="{FF2B5EF4-FFF2-40B4-BE49-F238E27FC236}">
                  <a16:creationId xmlns:a16="http://schemas.microsoft.com/office/drawing/2014/main" id="{07B50607-BB81-5C7C-602A-0041A5054935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43" name="Input_receptor__1313">
              <a:extLst>
                <a:ext uri="{FF2B5EF4-FFF2-40B4-BE49-F238E27FC236}">
                  <a16:creationId xmlns:a16="http://schemas.microsoft.com/office/drawing/2014/main" id="{E9F30D8A-DCDF-EBC4-577E-EEBA164A1120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44" name="Input_receptor__1314">
              <a:extLst>
                <a:ext uri="{FF2B5EF4-FFF2-40B4-BE49-F238E27FC236}">
                  <a16:creationId xmlns:a16="http://schemas.microsoft.com/office/drawing/2014/main" id="{77A9360D-AB0B-10E7-E500-64CCDC91F570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45" name="Input_receptor__1315">
              <a:extLst>
                <a:ext uri="{FF2B5EF4-FFF2-40B4-BE49-F238E27FC236}">
                  <a16:creationId xmlns:a16="http://schemas.microsoft.com/office/drawing/2014/main" id="{19A24042-A18C-97F5-6957-D13355AE3778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46" name="Input_receptor__1316">
              <a:extLst>
                <a:ext uri="{FF2B5EF4-FFF2-40B4-BE49-F238E27FC236}">
                  <a16:creationId xmlns:a16="http://schemas.microsoft.com/office/drawing/2014/main" id="{236D433D-06B5-BF4C-0857-7F4C2300F985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47" name="Input_receptor__1317">
              <a:extLst>
                <a:ext uri="{FF2B5EF4-FFF2-40B4-BE49-F238E27FC236}">
                  <a16:creationId xmlns:a16="http://schemas.microsoft.com/office/drawing/2014/main" id="{FE995AA7-D882-C8E4-B960-5D9211586CAD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48" name="Input_receptor__1318">
              <a:extLst>
                <a:ext uri="{FF2B5EF4-FFF2-40B4-BE49-F238E27FC236}">
                  <a16:creationId xmlns:a16="http://schemas.microsoft.com/office/drawing/2014/main" id="{1695B9B3-6D77-454F-0588-6F707A6688B0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49" name="Input_receptor__1319">
              <a:extLst>
                <a:ext uri="{FF2B5EF4-FFF2-40B4-BE49-F238E27FC236}">
                  <a16:creationId xmlns:a16="http://schemas.microsoft.com/office/drawing/2014/main" id="{47A47369-D926-2D54-9FF5-287AAE48103C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50" name="Input_receptor__1320">
              <a:extLst>
                <a:ext uri="{FF2B5EF4-FFF2-40B4-BE49-F238E27FC236}">
                  <a16:creationId xmlns:a16="http://schemas.microsoft.com/office/drawing/2014/main" id="{C157E1F7-3731-C477-A6DF-D3B942933AE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51" name="Input_receptor__1321">
              <a:extLst>
                <a:ext uri="{FF2B5EF4-FFF2-40B4-BE49-F238E27FC236}">
                  <a16:creationId xmlns:a16="http://schemas.microsoft.com/office/drawing/2014/main" id="{7102656B-BD97-72D3-AB9E-D9596AD1BD17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3152" name="Input_receptor__1322">
              <a:extLst>
                <a:ext uri="{FF2B5EF4-FFF2-40B4-BE49-F238E27FC236}">
                  <a16:creationId xmlns:a16="http://schemas.microsoft.com/office/drawing/2014/main" id="{0C3A6302-5483-3762-40E7-99585F943DC6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3153" name="Input_receptor__1323">
              <a:extLst>
                <a:ext uri="{FF2B5EF4-FFF2-40B4-BE49-F238E27FC236}">
                  <a16:creationId xmlns:a16="http://schemas.microsoft.com/office/drawing/2014/main" id="{7D65A309-F6DA-720D-68ED-9EB725896ED2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3154" name="Input_receptor__1324">
              <a:extLst>
                <a:ext uri="{FF2B5EF4-FFF2-40B4-BE49-F238E27FC236}">
                  <a16:creationId xmlns:a16="http://schemas.microsoft.com/office/drawing/2014/main" id="{71FD3819-1036-CA2A-89BC-09F239C9E5A7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3155" name="Input_receptor__1325">
              <a:extLst>
                <a:ext uri="{FF2B5EF4-FFF2-40B4-BE49-F238E27FC236}">
                  <a16:creationId xmlns:a16="http://schemas.microsoft.com/office/drawing/2014/main" id="{F7604E9A-76EC-B75A-72A5-AD4B95C0CBBB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3156" name="Input_receptor__1326">
              <a:extLst>
                <a:ext uri="{FF2B5EF4-FFF2-40B4-BE49-F238E27FC236}">
                  <a16:creationId xmlns:a16="http://schemas.microsoft.com/office/drawing/2014/main" id="{A91CB95B-5B0E-0BCD-CC0B-F95DAA55E0FA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57" name="Input_receptor__1327">
              <a:extLst>
                <a:ext uri="{FF2B5EF4-FFF2-40B4-BE49-F238E27FC236}">
                  <a16:creationId xmlns:a16="http://schemas.microsoft.com/office/drawing/2014/main" id="{25867C1E-2EB9-F458-BB3A-C42983FED668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3158" name="Input_receptor__1328">
              <a:extLst>
                <a:ext uri="{FF2B5EF4-FFF2-40B4-BE49-F238E27FC236}">
                  <a16:creationId xmlns:a16="http://schemas.microsoft.com/office/drawing/2014/main" id="{D4304218-4153-5E99-15E1-506C8E2B0B13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59" name="Input_receptor__1329">
              <a:extLst>
                <a:ext uri="{FF2B5EF4-FFF2-40B4-BE49-F238E27FC236}">
                  <a16:creationId xmlns:a16="http://schemas.microsoft.com/office/drawing/2014/main" id="{A0FC235E-7DBE-7D02-B56A-7CC626971681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60" name="Input_receptor__1330">
              <a:extLst>
                <a:ext uri="{FF2B5EF4-FFF2-40B4-BE49-F238E27FC236}">
                  <a16:creationId xmlns:a16="http://schemas.microsoft.com/office/drawing/2014/main" id="{FD43719E-7877-533A-8663-BE4EDD9BEFDD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3161" name="Input_receptor__1331">
              <a:extLst>
                <a:ext uri="{FF2B5EF4-FFF2-40B4-BE49-F238E27FC236}">
                  <a16:creationId xmlns:a16="http://schemas.microsoft.com/office/drawing/2014/main" id="{96181A12-D16A-AB00-511C-0DA96FC00AD1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62" name="Input_receptor__1332">
              <a:extLst>
                <a:ext uri="{FF2B5EF4-FFF2-40B4-BE49-F238E27FC236}">
                  <a16:creationId xmlns:a16="http://schemas.microsoft.com/office/drawing/2014/main" id="{DA52384A-9AF5-1FC6-B909-9D5E0C3BED3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63" name="Input_receptor__1333">
              <a:extLst>
                <a:ext uri="{FF2B5EF4-FFF2-40B4-BE49-F238E27FC236}">
                  <a16:creationId xmlns:a16="http://schemas.microsoft.com/office/drawing/2014/main" id="{B57DA78D-07C6-28D9-EBB2-24F254D91DA4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64" name="Input_receptor__1334">
              <a:extLst>
                <a:ext uri="{FF2B5EF4-FFF2-40B4-BE49-F238E27FC236}">
                  <a16:creationId xmlns:a16="http://schemas.microsoft.com/office/drawing/2014/main" id="{B237E51C-8F29-72C8-7E38-9CC9A002399E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3165" name="Input_receptor__1335">
              <a:extLst>
                <a:ext uri="{FF2B5EF4-FFF2-40B4-BE49-F238E27FC236}">
                  <a16:creationId xmlns:a16="http://schemas.microsoft.com/office/drawing/2014/main" id="{FEEFC19A-FA72-BD82-8F6B-9752238449BF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66" name="Input_receptor__1336">
              <a:extLst>
                <a:ext uri="{FF2B5EF4-FFF2-40B4-BE49-F238E27FC236}">
                  <a16:creationId xmlns:a16="http://schemas.microsoft.com/office/drawing/2014/main" id="{F3D73B51-47BD-8F6E-C255-6EB628B4991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3167" name="Input_receptor__1337">
              <a:extLst>
                <a:ext uri="{FF2B5EF4-FFF2-40B4-BE49-F238E27FC236}">
                  <a16:creationId xmlns:a16="http://schemas.microsoft.com/office/drawing/2014/main" id="{B1FA7D7F-F451-AA06-CFFD-8B9B55D76642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68" name="Input_receptor__1338">
              <a:extLst>
                <a:ext uri="{FF2B5EF4-FFF2-40B4-BE49-F238E27FC236}">
                  <a16:creationId xmlns:a16="http://schemas.microsoft.com/office/drawing/2014/main" id="{5D97CCD9-4143-CC48-32CA-965AA5D9D76F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69" name="Input_receptor__1339">
              <a:extLst>
                <a:ext uri="{FF2B5EF4-FFF2-40B4-BE49-F238E27FC236}">
                  <a16:creationId xmlns:a16="http://schemas.microsoft.com/office/drawing/2014/main" id="{7DDD8AD2-0DC2-BB7C-1BE8-17CF47DABF26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70" name="Input_receptor__1340">
              <a:extLst>
                <a:ext uri="{FF2B5EF4-FFF2-40B4-BE49-F238E27FC236}">
                  <a16:creationId xmlns:a16="http://schemas.microsoft.com/office/drawing/2014/main" id="{98B7BB41-6F4B-A2E3-D174-90A940668020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71" name="Input_receptor__1341">
              <a:extLst>
                <a:ext uri="{FF2B5EF4-FFF2-40B4-BE49-F238E27FC236}">
                  <a16:creationId xmlns:a16="http://schemas.microsoft.com/office/drawing/2014/main" id="{43E39A7D-7B54-1D21-A0A7-3553C77BD8DF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72" name="Input_receptor__1342">
              <a:extLst>
                <a:ext uri="{FF2B5EF4-FFF2-40B4-BE49-F238E27FC236}">
                  <a16:creationId xmlns:a16="http://schemas.microsoft.com/office/drawing/2014/main" id="{80E6E9AA-0DAB-61D5-22F5-8D916D13C01B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73" name="Input_receptor__1343">
              <a:extLst>
                <a:ext uri="{FF2B5EF4-FFF2-40B4-BE49-F238E27FC236}">
                  <a16:creationId xmlns:a16="http://schemas.microsoft.com/office/drawing/2014/main" id="{A84EF66B-B997-8839-7828-BAB628217446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74" name="Input_receptor__1344">
              <a:extLst>
                <a:ext uri="{FF2B5EF4-FFF2-40B4-BE49-F238E27FC236}">
                  <a16:creationId xmlns:a16="http://schemas.microsoft.com/office/drawing/2014/main" id="{5D3B0F6E-324A-1821-00AB-769A1CEF3E13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75" name="Input_receptor__1345">
              <a:extLst>
                <a:ext uri="{FF2B5EF4-FFF2-40B4-BE49-F238E27FC236}">
                  <a16:creationId xmlns:a16="http://schemas.microsoft.com/office/drawing/2014/main" id="{9A025BC1-0C17-4085-88E7-E26E3E4558A6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76" name="Input_receptor__1346">
              <a:extLst>
                <a:ext uri="{FF2B5EF4-FFF2-40B4-BE49-F238E27FC236}">
                  <a16:creationId xmlns:a16="http://schemas.microsoft.com/office/drawing/2014/main" id="{4EA739A3-C157-4338-1CB9-C358C083BEA1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77" name="Input_receptor__1347">
              <a:extLst>
                <a:ext uri="{FF2B5EF4-FFF2-40B4-BE49-F238E27FC236}">
                  <a16:creationId xmlns:a16="http://schemas.microsoft.com/office/drawing/2014/main" id="{57E813B3-1AF3-A30E-75E6-203E2D34544F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78" name="Input_receptor__1348">
              <a:extLst>
                <a:ext uri="{FF2B5EF4-FFF2-40B4-BE49-F238E27FC236}">
                  <a16:creationId xmlns:a16="http://schemas.microsoft.com/office/drawing/2014/main" id="{338E47C1-5C98-BC48-5828-5B45B369B152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79" name="Input_receptor__1349">
              <a:extLst>
                <a:ext uri="{FF2B5EF4-FFF2-40B4-BE49-F238E27FC236}">
                  <a16:creationId xmlns:a16="http://schemas.microsoft.com/office/drawing/2014/main" id="{C29259FB-1622-E94D-1859-1C03C0A6DD4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80" name="Input_receptor__1350">
              <a:extLst>
                <a:ext uri="{FF2B5EF4-FFF2-40B4-BE49-F238E27FC236}">
                  <a16:creationId xmlns:a16="http://schemas.microsoft.com/office/drawing/2014/main" id="{F6B497B8-3A4D-9D83-40AB-F59565F7F67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81" name="Input_receptor__1351">
              <a:extLst>
                <a:ext uri="{FF2B5EF4-FFF2-40B4-BE49-F238E27FC236}">
                  <a16:creationId xmlns:a16="http://schemas.microsoft.com/office/drawing/2014/main" id="{9460B67F-12F2-2BCA-72DA-8E77A0F6A564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82" name="Input_receptor__1352">
              <a:extLst>
                <a:ext uri="{FF2B5EF4-FFF2-40B4-BE49-F238E27FC236}">
                  <a16:creationId xmlns:a16="http://schemas.microsoft.com/office/drawing/2014/main" id="{094E2B59-CD35-7B40-809E-DFA5BCE6BE46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83" name="Input_receptor__1353">
              <a:extLst>
                <a:ext uri="{FF2B5EF4-FFF2-40B4-BE49-F238E27FC236}">
                  <a16:creationId xmlns:a16="http://schemas.microsoft.com/office/drawing/2014/main" id="{BD66710C-7C00-2DF4-E1C6-49EC2A3AD782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84" name="Input_receptor__1354">
              <a:extLst>
                <a:ext uri="{FF2B5EF4-FFF2-40B4-BE49-F238E27FC236}">
                  <a16:creationId xmlns:a16="http://schemas.microsoft.com/office/drawing/2014/main" id="{A5F6ACBA-BEE5-7CF9-832E-1BF7D0DDB097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85" name="Input_receptor__1355">
              <a:extLst>
                <a:ext uri="{FF2B5EF4-FFF2-40B4-BE49-F238E27FC236}">
                  <a16:creationId xmlns:a16="http://schemas.microsoft.com/office/drawing/2014/main" id="{A13B09FA-C350-6B82-01DA-5B54F6672893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86" name="Input_receptor__1356">
              <a:extLst>
                <a:ext uri="{FF2B5EF4-FFF2-40B4-BE49-F238E27FC236}">
                  <a16:creationId xmlns:a16="http://schemas.microsoft.com/office/drawing/2014/main" id="{B956309C-32EF-976B-3A21-0CFB1B1E9920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3187" name="Input_receptor__1357">
              <a:extLst>
                <a:ext uri="{FF2B5EF4-FFF2-40B4-BE49-F238E27FC236}">
                  <a16:creationId xmlns:a16="http://schemas.microsoft.com/office/drawing/2014/main" id="{A5154F6C-882F-56F8-2D7F-C3403CC0A601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88" name="Input_receptor__1358">
              <a:extLst>
                <a:ext uri="{FF2B5EF4-FFF2-40B4-BE49-F238E27FC236}">
                  <a16:creationId xmlns:a16="http://schemas.microsoft.com/office/drawing/2014/main" id="{9F321004-6359-34D7-B171-F39D817B3CFC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89" name="Input_receptor__1359">
              <a:extLst>
                <a:ext uri="{FF2B5EF4-FFF2-40B4-BE49-F238E27FC236}">
                  <a16:creationId xmlns:a16="http://schemas.microsoft.com/office/drawing/2014/main" id="{F1B38062-F8A1-6BB0-9CBA-5ED9CEF2CD1B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90" name="Input_receptor__1360">
              <a:extLst>
                <a:ext uri="{FF2B5EF4-FFF2-40B4-BE49-F238E27FC236}">
                  <a16:creationId xmlns:a16="http://schemas.microsoft.com/office/drawing/2014/main" id="{AEC3E53C-0D15-274B-E55F-9CC65B280B61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91" name="Input_receptor__1361">
              <a:extLst>
                <a:ext uri="{FF2B5EF4-FFF2-40B4-BE49-F238E27FC236}">
                  <a16:creationId xmlns:a16="http://schemas.microsoft.com/office/drawing/2014/main" id="{1368F26D-3AEA-F187-F7D5-7C00500782EF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92" name="Input_receptor__1362">
              <a:extLst>
                <a:ext uri="{FF2B5EF4-FFF2-40B4-BE49-F238E27FC236}">
                  <a16:creationId xmlns:a16="http://schemas.microsoft.com/office/drawing/2014/main" id="{4F88E91D-626E-66DA-DC91-7EEF0EA38EF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93" name="Input_receptor__1363">
              <a:extLst>
                <a:ext uri="{FF2B5EF4-FFF2-40B4-BE49-F238E27FC236}">
                  <a16:creationId xmlns:a16="http://schemas.microsoft.com/office/drawing/2014/main" id="{E58A5B1A-6FEF-C995-02DF-C3A05BA5EFBC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94" name="Input_receptor__1364">
              <a:extLst>
                <a:ext uri="{FF2B5EF4-FFF2-40B4-BE49-F238E27FC236}">
                  <a16:creationId xmlns:a16="http://schemas.microsoft.com/office/drawing/2014/main" id="{80B3A8B0-F756-0274-0516-F4E42727AFD6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3195" name="Input_receptor__1365">
              <a:extLst>
                <a:ext uri="{FF2B5EF4-FFF2-40B4-BE49-F238E27FC236}">
                  <a16:creationId xmlns:a16="http://schemas.microsoft.com/office/drawing/2014/main" id="{AAA870EB-E4FB-D542-840C-2525EC140E0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3196" name="Input_receptor__1366">
              <a:extLst>
                <a:ext uri="{FF2B5EF4-FFF2-40B4-BE49-F238E27FC236}">
                  <a16:creationId xmlns:a16="http://schemas.microsoft.com/office/drawing/2014/main" id="{BCA92D0D-8AF3-47DC-459A-FF02EA3B093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3197" name="Input_receptor__1367">
              <a:extLst>
                <a:ext uri="{FF2B5EF4-FFF2-40B4-BE49-F238E27FC236}">
                  <a16:creationId xmlns:a16="http://schemas.microsoft.com/office/drawing/2014/main" id="{0CED5944-3F19-0A6C-724F-6957571EB12D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198" name="Input_receptor__1368">
              <a:extLst>
                <a:ext uri="{FF2B5EF4-FFF2-40B4-BE49-F238E27FC236}">
                  <a16:creationId xmlns:a16="http://schemas.microsoft.com/office/drawing/2014/main" id="{C7DD2159-03B8-CC8D-2ADC-C871543FE04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199" name="Input_receptor__1369">
              <a:extLst>
                <a:ext uri="{FF2B5EF4-FFF2-40B4-BE49-F238E27FC236}">
                  <a16:creationId xmlns:a16="http://schemas.microsoft.com/office/drawing/2014/main" id="{ADDD094A-7BE6-E0EC-98BD-E0B54640E1DF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0" name="Input_receptor__1370">
              <a:extLst>
                <a:ext uri="{FF2B5EF4-FFF2-40B4-BE49-F238E27FC236}">
                  <a16:creationId xmlns:a16="http://schemas.microsoft.com/office/drawing/2014/main" id="{E1EE5FBB-033E-740E-4D3A-DCFD9F6FAB9A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1" name="Input_receptor__1371">
              <a:extLst>
                <a:ext uri="{FF2B5EF4-FFF2-40B4-BE49-F238E27FC236}">
                  <a16:creationId xmlns:a16="http://schemas.microsoft.com/office/drawing/2014/main" id="{B15FE187-3836-1653-9816-577C4AB926D1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2" name="Input_receptor__1372">
              <a:extLst>
                <a:ext uri="{FF2B5EF4-FFF2-40B4-BE49-F238E27FC236}">
                  <a16:creationId xmlns:a16="http://schemas.microsoft.com/office/drawing/2014/main" id="{8F87DFD8-94F5-6701-4AEB-8F650054B350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3" name="Input_receptor__1373">
              <a:extLst>
                <a:ext uri="{FF2B5EF4-FFF2-40B4-BE49-F238E27FC236}">
                  <a16:creationId xmlns:a16="http://schemas.microsoft.com/office/drawing/2014/main" id="{93767C91-C711-B4EF-2576-02A5494B5767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4" name="Input_receptor__1374">
              <a:extLst>
                <a:ext uri="{FF2B5EF4-FFF2-40B4-BE49-F238E27FC236}">
                  <a16:creationId xmlns:a16="http://schemas.microsoft.com/office/drawing/2014/main" id="{7D173F10-0619-C73F-E84E-4B65FA62FA00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5" name="Input_receptor__1375">
              <a:extLst>
                <a:ext uri="{FF2B5EF4-FFF2-40B4-BE49-F238E27FC236}">
                  <a16:creationId xmlns:a16="http://schemas.microsoft.com/office/drawing/2014/main" id="{5C0B5DDA-3BF8-2198-E3E5-F477E2D7A8DA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6" name="Input_receptor__1376">
              <a:extLst>
                <a:ext uri="{FF2B5EF4-FFF2-40B4-BE49-F238E27FC236}">
                  <a16:creationId xmlns:a16="http://schemas.microsoft.com/office/drawing/2014/main" id="{7B9EA7D2-A16E-311B-3AA1-3EBBBC02A0F6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7" name="Input_receptor__1377">
              <a:extLst>
                <a:ext uri="{FF2B5EF4-FFF2-40B4-BE49-F238E27FC236}">
                  <a16:creationId xmlns:a16="http://schemas.microsoft.com/office/drawing/2014/main" id="{2876FBEA-4F2A-B5B9-9462-5CC9DAF02ABC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8" name="Input_receptor__1378">
              <a:extLst>
                <a:ext uri="{FF2B5EF4-FFF2-40B4-BE49-F238E27FC236}">
                  <a16:creationId xmlns:a16="http://schemas.microsoft.com/office/drawing/2014/main" id="{2739CDA2-0FE9-107E-CFAC-02CF4A33C58A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3209" name="Input_receptor__1379">
              <a:extLst>
                <a:ext uri="{FF2B5EF4-FFF2-40B4-BE49-F238E27FC236}">
                  <a16:creationId xmlns:a16="http://schemas.microsoft.com/office/drawing/2014/main" id="{5B30575B-1127-B0DC-A621-0B21AB650571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3210" name="Input_receptor__1380">
              <a:extLst>
                <a:ext uri="{FF2B5EF4-FFF2-40B4-BE49-F238E27FC236}">
                  <a16:creationId xmlns:a16="http://schemas.microsoft.com/office/drawing/2014/main" id="{46F21A23-166A-D71F-4EC2-F4D3918E3CB7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3211" name="Input_receptor__1381">
              <a:extLst>
                <a:ext uri="{FF2B5EF4-FFF2-40B4-BE49-F238E27FC236}">
                  <a16:creationId xmlns:a16="http://schemas.microsoft.com/office/drawing/2014/main" id="{873B7B57-6F95-99A4-6509-C5571A81C59C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3212" name="Input_receptor__1382">
              <a:extLst>
                <a:ext uri="{FF2B5EF4-FFF2-40B4-BE49-F238E27FC236}">
                  <a16:creationId xmlns:a16="http://schemas.microsoft.com/office/drawing/2014/main" id="{D4B8F8A4-97A0-A66A-0AA6-1F6EFEF3CF90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3213" name="Input_receptor__1383">
              <a:extLst>
                <a:ext uri="{FF2B5EF4-FFF2-40B4-BE49-F238E27FC236}">
                  <a16:creationId xmlns:a16="http://schemas.microsoft.com/office/drawing/2014/main" id="{082D5927-5768-56F7-DE96-E6976F83F878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14" name="Input_receptor__1384">
              <a:extLst>
                <a:ext uri="{FF2B5EF4-FFF2-40B4-BE49-F238E27FC236}">
                  <a16:creationId xmlns:a16="http://schemas.microsoft.com/office/drawing/2014/main" id="{BD70A39D-EE26-5DC6-40C3-1EA9164914EF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15" name="Input_receptor__1385">
              <a:extLst>
                <a:ext uri="{FF2B5EF4-FFF2-40B4-BE49-F238E27FC236}">
                  <a16:creationId xmlns:a16="http://schemas.microsoft.com/office/drawing/2014/main" id="{449B1C02-9173-1959-95B0-8D7A483189F3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16" name="Input_receptor__1386">
              <a:extLst>
                <a:ext uri="{FF2B5EF4-FFF2-40B4-BE49-F238E27FC236}">
                  <a16:creationId xmlns:a16="http://schemas.microsoft.com/office/drawing/2014/main" id="{DA4066D8-8C3B-41D2-7F3E-ACC8320406F1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17" name="Input_receptor__1387">
              <a:extLst>
                <a:ext uri="{FF2B5EF4-FFF2-40B4-BE49-F238E27FC236}">
                  <a16:creationId xmlns:a16="http://schemas.microsoft.com/office/drawing/2014/main" id="{73D99DAF-0855-1485-B34F-47484AE5CF65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18" name="Input_receptor__1388">
              <a:extLst>
                <a:ext uri="{FF2B5EF4-FFF2-40B4-BE49-F238E27FC236}">
                  <a16:creationId xmlns:a16="http://schemas.microsoft.com/office/drawing/2014/main" id="{F66889DB-F66C-1A94-EBAB-0BAAF92E7C73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3219" name="Input_receptor__1389">
              <a:extLst>
                <a:ext uri="{FF2B5EF4-FFF2-40B4-BE49-F238E27FC236}">
                  <a16:creationId xmlns:a16="http://schemas.microsoft.com/office/drawing/2014/main" id="{54E22FDE-E354-6D47-357C-3D0FEED8637D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20" name="Input_receptor__1390">
              <a:extLst>
                <a:ext uri="{FF2B5EF4-FFF2-40B4-BE49-F238E27FC236}">
                  <a16:creationId xmlns:a16="http://schemas.microsoft.com/office/drawing/2014/main" id="{3CCE4A0F-D420-ECFD-A4F8-2EABDE92D001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21" name="Input_receptor__1391">
              <a:extLst>
                <a:ext uri="{FF2B5EF4-FFF2-40B4-BE49-F238E27FC236}">
                  <a16:creationId xmlns:a16="http://schemas.microsoft.com/office/drawing/2014/main" id="{2F335AD9-96D1-9055-A953-244F47F2B35D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3222" name="Input_receptor__1392">
              <a:extLst>
                <a:ext uri="{FF2B5EF4-FFF2-40B4-BE49-F238E27FC236}">
                  <a16:creationId xmlns:a16="http://schemas.microsoft.com/office/drawing/2014/main" id="{31002116-72D3-751C-2051-949744F1207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23" name="Input_receptor__1393">
              <a:extLst>
                <a:ext uri="{FF2B5EF4-FFF2-40B4-BE49-F238E27FC236}">
                  <a16:creationId xmlns:a16="http://schemas.microsoft.com/office/drawing/2014/main" id="{DEC4373F-A793-10D3-A8E8-E94311B41D47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24" name="Input_receptor__1394">
              <a:extLst>
                <a:ext uri="{FF2B5EF4-FFF2-40B4-BE49-F238E27FC236}">
                  <a16:creationId xmlns:a16="http://schemas.microsoft.com/office/drawing/2014/main" id="{E37AB24C-A8A6-1E71-54F4-4F1CCE222AB3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25" name="Input_receptor__1395">
              <a:extLst>
                <a:ext uri="{FF2B5EF4-FFF2-40B4-BE49-F238E27FC236}">
                  <a16:creationId xmlns:a16="http://schemas.microsoft.com/office/drawing/2014/main" id="{EE0B4C88-3CB5-C649-B98D-1363A098635B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3226" name="Input_receptor__1396">
              <a:extLst>
                <a:ext uri="{FF2B5EF4-FFF2-40B4-BE49-F238E27FC236}">
                  <a16:creationId xmlns:a16="http://schemas.microsoft.com/office/drawing/2014/main" id="{07F02775-D379-2E54-4819-CDE8DE71FB15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3227" name="Input_receptor__1397">
              <a:extLst>
                <a:ext uri="{FF2B5EF4-FFF2-40B4-BE49-F238E27FC236}">
                  <a16:creationId xmlns:a16="http://schemas.microsoft.com/office/drawing/2014/main" id="{307F0E45-3BA5-ADEE-852B-E2DE29C30FA6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28" name="Input_receptor__1398">
              <a:extLst>
                <a:ext uri="{FF2B5EF4-FFF2-40B4-BE49-F238E27FC236}">
                  <a16:creationId xmlns:a16="http://schemas.microsoft.com/office/drawing/2014/main" id="{C476EA0E-A55C-E1CF-531A-C6F41166582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3229" name="Input_receptor__1399">
              <a:extLst>
                <a:ext uri="{FF2B5EF4-FFF2-40B4-BE49-F238E27FC236}">
                  <a16:creationId xmlns:a16="http://schemas.microsoft.com/office/drawing/2014/main" id="{FA3569F8-AC36-7109-A01A-86D63B5CB463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3230" name="Input_receptor__1400">
              <a:extLst>
                <a:ext uri="{FF2B5EF4-FFF2-40B4-BE49-F238E27FC236}">
                  <a16:creationId xmlns:a16="http://schemas.microsoft.com/office/drawing/2014/main" id="{0ED37D74-9EB2-D1F8-FAA4-430712838157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3231" name="Input_receptor__1401">
              <a:extLst>
                <a:ext uri="{FF2B5EF4-FFF2-40B4-BE49-F238E27FC236}">
                  <a16:creationId xmlns:a16="http://schemas.microsoft.com/office/drawing/2014/main" id="{27C9F88C-D732-EEBB-D30E-A1FA0040172D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3232" name="Input_receptor__1402">
              <a:extLst>
                <a:ext uri="{FF2B5EF4-FFF2-40B4-BE49-F238E27FC236}">
                  <a16:creationId xmlns:a16="http://schemas.microsoft.com/office/drawing/2014/main" id="{26D88948-07B7-4035-46A5-22173A15A757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3233" name="Input_receptor__1403">
              <a:extLst>
                <a:ext uri="{FF2B5EF4-FFF2-40B4-BE49-F238E27FC236}">
                  <a16:creationId xmlns:a16="http://schemas.microsoft.com/office/drawing/2014/main" id="{15D1A218-4E3C-C80E-0796-F90F14831CAD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3234" name="Input_receptor__1404">
              <a:extLst>
                <a:ext uri="{FF2B5EF4-FFF2-40B4-BE49-F238E27FC236}">
                  <a16:creationId xmlns:a16="http://schemas.microsoft.com/office/drawing/2014/main" id="{73C61D5A-F5F9-27C8-5F5F-077DD3EFDA63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35" name="Input_receptor__1405">
              <a:extLst>
                <a:ext uri="{FF2B5EF4-FFF2-40B4-BE49-F238E27FC236}">
                  <a16:creationId xmlns:a16="http://schemas.microsoft.com/office/drawing/2014/main" id="{CEE81B88-9013-365D-0CEA-3CA8C65C3B64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36" name="Input_receptor__1406">
              <a:extLst>
                <a:ext uri="{FF2B5EF4-FFF2-40B4-BE49-F238E27FC236}">
                  <a16:creationId xmlns:a16="http://schemas.microsoft.com/office/drawing/2014/main" id="{F8B18964-0000-6EB1-49BB-F965F52ED735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37" name="Input_receptor__1407">
              <a:extLst>
                <a:ext uri="{FF2B5EF4-FFF2-40B4-BE49-F238E27FC236}">
                  <a16:creationId xmlns:a16="http://schemas.microsoft.com/office/drawing/2014/main" id="{38A5384F-C5CF-1836-1EA4-8450F75BE612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3238" name="Input_receptor__1408">
              <a:extLst>
                <a:ext uri="{FF2B5EF4-FFF2-40B4-BE49-F238E27FC236}">
                  <a16:creationId xmlns:a16="http://schemas.microsoft.com/office/drawing/2014/main" id="{48AD2A14-700D-8CF3-43FE-83136EA65311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3239" name="Input_receptor__1409">
              <a:extLst>
                <a:ext uri="{FF2B5EF4-FFF2-40B4-BE49-F238E27FC236}">
                  <a16:creationId xmlns:a16="http://schemas.microsoft.com/office/drawing/2014/main" id="{6EFB546D-E78A-ED20-6566-8C941D522A6C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40" name="Input_receptor__1410">
              <a:extLst>
                <a:ext uri="{FF2B5EF4-FFF2-40B4-BE49-F238E27FC236}">
                  <a16:creationId xmlns:a16="http://schemas.microsoft.com/office/drawing/2014/main" id="{51B16B02-4AA4-19C4-52BF-6A89A70C2F3B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41" name="Input_receptor__1411">
              <a:extLst>
                <a:ext uri="{FF2B5EF4-FFF2-40B4-BE49-F238E27FC236}">
                  <a16:creationId xmlns:a16="http://schemas.microsoft.com/office/drawing/2014/main" id="{5F1BF6F8-AACA-5C64-0129-873024196C63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42" name="Input_receptor__1412">
              <a:extLst>
                <a:ext uri="{FF2B5EF4-FFF2-40B4-BE49-F238E27FC236}">
                  <a16:creationId xmlns:a16="http://schemas.microsoft.com/office/drawing/2014/main" id="{46718992-DB09-DEE4-BB8F-17EBD34395DB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43" name="Input_receptor__1413">
              <a:extLst>
                <a:ext uri="{FF2B5EF4-FFF2-40B4-BE49-F238E27FC236}">
                  <a16:creationId xmlns:a16="http://schemas.microsoft.com/office/drawing/2014/main" id="{349A721E-D959-1A09-E1D7-96ACCCEB6C7D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3244" name="Input_receptor__1414">
              <a:extLst>
                <a:ext uri="{FF2B5EF4-FFF2-40B4-BE49-F238E27FC236}">
                  <a16:creationId xmlns:a16="http://schemas.microsoft.com/office/drawing/2014/main" id="{03F72D39-A9D3-71E2-0A25-DCF65C03B9A6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45" name="Input_receptor__1415">
              <a:extLst>
                <a:ext uri="{FF2B5EF4-FFF2-40B4-BE49-F238E27FC236}">
                  <a16:creationId xmlns:a16="http://schemas.microsoft.com/office/drawing/2014/main" id="{03FE9490-04AD-80C9-EC91-D6CBA0C5A1CC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3246" name="Input_receptor__1416">
              <a:extLst>
                <a:ext uri="{FF2B5EF4-FFF2-40B4-BE49-F238E27FC236}">
                  <a16:creationId xmlns:a16="http://schemas.microsoft.com/office/drawing/2014/main" id="{20297B2A-B61C-1AC0-0688-6586EA011718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47" name="Input_receptor__1417">
              <a:extLst>
                <a:ext uri="{FF2B5EF4-FFF2-40B4-BE49-F238E27FC236}">
                  <a16:creationId xmlns:a16="http://schemas.microsoft.com/office/drawing/2014/main" id="{908B8BAB-32B1-DE85-0ECC-00458A2BBC0D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48" name="Input_receptor__1418">
              <a:extLst>
                <a:ext uri="{FF2B5EF4-FFF2-40B4-BE49-F238E27FC236}">
                  <a16:creationId xmlns:a16="http://schemas.microsoft.com/office/drawing/2014/main" id="{88095899-4EFA-AA1D-E9AB-B7C0D7E290A2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3249" name="Input_receptor__1419">
              <a:extLst>
                <a:ext uri="{FF2B5EF4-FFF2-40B4-BE49-F238E27FC236}">
                  <a16:creationId xmlns:a16="http://schemas.microsoft.com/office/drawing/2014/main" id="{66F0C984-7A75-872A-4238-3654C875546C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50" name="Input_receptor__1420">
              <a:extLst>
                <a:ext uri="{FF2B5EF4-FFF2-40B4-BE49-F238E27FC236}">
                  <a16:creationId xmlns:a16="http://schemas.microsoft.com/office/drawing/2014/main" id="{B1BE227D-2545-42A2-FAC4-FAF2B591CC64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51" name="Input_receptor__1421">
              <a:extLst>
                <a:ext uri="{FF2B5EF4-FFF2-40B4-BE49-F238E27FC236}">
                  <a16:creationId xmlns:a16="http://schemas.microsoft.com/office/drawing/2014/main" id="{999E186F-FE3A-DE2E-196F-A3497B1792B6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3252" name="Input_receptor__1422">
              <a:extLst>
                <a:ext uri="{FF2B5EF4-FFF2-40B4-BE49-F238E27FC236}">
                  <a16:creationId xmlns:a16="http://schemas.microsoft.com/office/drawing/2014/main" id="{CEC27D56-D819-956F-E904-A43EAB41683F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53" name="Input_receptor__1423">
              <a:extLst>
                <a:ext uri="{FF2B5EF4-FFF2-40B4-BE49-F238E27FC236}">
                  <a16:creationId xmlns:a16="http://schemas.microsoft.com/office/drawing/2014/main" id="{F1344EE0-25C7-6CE6-A4F5-CD3341DA840C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54" name="Input_receptor__1424">
              <a:extLst>
                <a:ext uri="{FF2B5EF4-FFF2-40B4-BE49-F238E27FC236}">
                  <a16:creationId xmlns:a16="http://schemas.microsoft.com/office/drawing/2014/main" id="{57845ED9-F743-CE21-2D66-2BABEC8D303E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3255" name="Input_receptor__1425">
              <a:extLst>
                <a:ext uri="{FF2B5EF4-FFF2-40B4-BE49-F238E27FC236}">
                  <a16:creationId xmlns:a16="http://schemas.microsoft.com/office/drawing/2014/main" id="{17A68533-EA69-4B65-0BA1-0B01A7EC8098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3256" name="Input_receptor__1426">
              <a:extLst>
                <a:ext uri="{FF2B5EF4-FFF2-40B4-BE49-F238E27FC236}">
                  <a16:creationId xmlns:a16="http://schemas.microsoft.com/office/drawing/2014/main" id="{F7397E54-FE11-55E2-465A-C79C5135F33C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3257" name="Input_receptor__1427">
              <a:extLst>
                <a:ext uri="{FF2B5EF4-FFF2-40B4-BE49-F238E27FC236}">
                  <a16:creationId xmlns:a16="http://schemas.microsoft.com/office/drawing/2014/main" id="{162732E5-B89C-2069-3C89-1A6C302C968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58" name="Input_receptor__1428">
              <a:extLst>
                <a:ext uri="{FF2B5EF4-FFF2-40B4-BE49-F238E27FC236}">
                  <a16:creationId xmlns:a16="http://schemas.microsoft.com/office/drawing/2014/main" id="{F6591A8A-2DB2-1710-9FA1-8FDE9E5CEA6F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59" name="Input_receptor__1429">
              <a:extLst>
                <a:ext uri="{FF2B5EF4-FFF2-40B4-BE49-F238E27FC236}">
                  <a16:creationId xmlns:a16="http://schemas.microsoft.com/office/drawing/2014/main" id="{F8F4A15F-5EAB-E489-A702-5CB687607630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60" name="Input_receptor__1430">
              <a:extLst>
                <a:ext uri="{FF2B5EF4-FFF2-40B4-BE49-F238E27FC236}">
                  <a16:creationId xmlns:a16="http://schemas.microsoft.com/office/drawing/2014/main" id="{133CFD7A-5859-2C4E-A1DC-D2AEECDC1B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61" name="Input_receptor__1431">
              <a:extLst>
                <a:ext uri="{FF2B5EF4-FFF2-40B4-BE49-F238E27FC236}">
                  <a16:creationId xmlns:a16="http://schemas.microsoft.com/office/drawing/2014/main" id="{F91674D6-F0DF-DEF7-43A1-09663AA8CA6F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3262" name="Input_receptor__1432">
              <a:extLst>
                <a:ext uri="{FF2B5EF4-FFF2-40B4-BE49-F238E27FC236}">
                  <a16:creationId xmlns:a16="http://schemas.microsoft.com/office/drawing/2014/main" id="{76EBE445-B36B-4D81-7B6A-350E29735017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63" name="Input_receptor__1433">
              <a:extLst>
                <a:ext uri="{FF2B5EF4-FFF2-40B4-BE49-F238E27FC236}">
                  <a16:creationId xmlns:a16="http://schemas.microsoft.com/office/drawing/2014/main" id="{D612BBFB-E669-C4EA-44D4-855F67DFA4EF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64" name="Input_receptor__1434">
              <a:extLst>
                <a:ext uri="{FF2B5EF4-FFF2-40B4-BE49-F238E27FC236}">
                  <a16:creationId xmlns:a16="http://schemas.microsoft.com/office/drawing/2014/main" id="{D796CA49-EC2F-B176-8BE5-3BB290C47EEB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65" name="Input_receptor__1435">
              <a:extLst>
                <a:ext uri="{FF2B5EF4-FFF2-40B4-BE49-F238E27FC236}">
                  <a16:creationId xmlns:a16="http://schemas.microsoft.com/office/drawing/2014/main" id="{08B706AA-E001-F534-24C2-EB151DB82708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66" name="Input_receptor__1436">
              <a:extLst>
                <a:ext uri="{FF2B5EF4-FFF2-40B4-BE49-F238E27FC236}">
                  <a16:creationId xmlns:a16="http://schemas.microsoft.com/office/drawing/2014/main" id="{5CB036A2-8BA1-95FC-A603-B81DC7989E64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3267" name="Input_receptor__1437">
              <a:extLst>
                <a:ext uri="{FF2B5EF4-FFF2-40B4-BE49-F238E27FC236}">
                  <a16:creationId xmlns:a16="http://schemas.microsoft.com/office/drawing/2014/main" id="{CB7F8E55-5B26-1F0C-E89F-A27DBC25BB1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3268" name="Input_receptor__1438">
              <a:extLst>
                <a:ext uri="{FF2B5EF4-FFF2-40B4-BE49-F238E27FC236}">
                  <a16:creationId xmlns:a16="http://schemas.microsoft.com/office/drawing/2014/main" id="{62B07B89-24B1-77C9-3BDA-57EAE3222692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3269" name="Input_receptor__1439">
              <a:extLst>
                <a:ext uri="{FF2B5EF4-FFF2-40B4-BE49-F238E27FC236}">
                  <a16:creationId xmlns:a16="http://schemas.microsoft.com/office/drawing/2014/main" id="{8F263C81-425E-EFD6-5F42-45CF89781ABC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3270" name="Input_receptor__1440">
              <a:extLst>
                <a:ext uri="{FF2B5EF4-FFF2-40B4-BE49-F238E27FC236}">
                  <a16:creationId xmlns:a16="http://schemas.microsoft.com/office/drawing/2014/main" id="{3EAF4F70-BC80-DDCF-A8E1-7C94E9C596B8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3271" name="Input_receptor__1441">
              <a:extLst>
                <a:ext uri="{FF2B5EF4-FFF2-40B4-BE49-F238E27FC236}">
                  <a16:creationId xmlns:a16="http://schemas.microsoft.com/office/drawing/2014/main" id="{348AD381-C80C-1106-48F5-C9E2E31EFC6A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3272" name="Input_receptor__1442">
              <a:extLst>
                <a:ext uri="{FF2B5EF4-FFF2-40B4-BE49-F238E27FC236}">
                  <a16:creationId xmlns:a16="http://schemas.microsoft.com/office/drawing/2014/main" id="{E52EC407-E196-3F04-535B-C395990771B6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73" name="Input_receptor__1443">
              <a:extLst>
                <a:ext uri="{FF2B5EF4-FFF2-40B4-BE49-F238E27FC236}">
                  <a16:creationId xmlns:a16="http://schemas.microsoft.com/office/drawing/2014/main" id="{DCE9C6A9-BEC7-9A10-64D3-F745DBD872A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74" name="Input_receptor__1444">
              <a:extLst>
                <a:ext uri="{FF2B5EF4-FFF2-40B4-BE49-F238E27FC236}">
                  <a16:creationId xmlns:a16="http://schemas.microsoft.com/office/drawing/2014/main" id="{DD0245A6-2E55-B992-4C82-308F9162EAEB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75" name="Input_receptor__1445">
              <a:extLst>
                <a:ext uri="{FF2B5EF4-FFF2-40B4-BE49-F238E27FC236}">
                  <a16:creationId xmlns:a16="http://schemas.microsoft.com/office/drawing/2014/main" id="{570A3008-6FBB-30BB-92DA-083E052DC6F1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76" name="Input_receptor__1446">
              <a:extLst>
                <a:ext uri="{FF2B5EF4-FFF2-40B4-BE49-F238E27FC236}">
                  <a16:creationId xmlns:a16="http://schemas.microsoft.com/office/drawing/2014/main" id="{B2B1EBEC-F2E0-A48E-01F4-4D94B05214E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77" name="Input_receptor__1447">
              <a:extLst>
                <a:ext uri="{FF2B5EF4-FFF2-40B4-BE49-F238E27FC236}">
                  <a16:creationId xmlns:a16="http://schemas.microsoft.com/office/drawing/2014/main" id="{4B3957F8-CFF5-181C-9E72-6AD52DF1855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78" name="Input_receptor__1448">
              <a:extLst>
                <a:ext uri="{FF2B5EF4-FFF2-40B4-BE49-F238E27FC236}">
                  <a16:creationId xmlns:a16="http://schemas.microsoft.com/office/drawing/2014/main" id="{09BCF523-AA13-7B5A-BE3E-109873A08DD8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79" name="Input_receptor__1449">
              <a:extLst>
                <a:ext uri="{FF2B5EF4-FFF2-40B4-BE49-F238E27FC236}">
                  <a16:creationId xmlns:a16="http://schemas.microsoft.com/office/drawing/2014/main" id="{4E29F43B-E4A2-07B0-FAB4-368CFB4A7B7E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80" name="Input_receptor__1450">
              <a:extLst>
                <a:ext uri="{FF2B5EF4-FFF2-40B4-BE49-F238E27FC236}">
                  <a16:creationId xmlns:a16="http://schemas.microsoft.com/office/drawing/2014/main" id="{38E5F14B-2648-61F8-17FE-44FEE68CC63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81" name="Input_receptor__1451">
              <a:extLst>
                <a:ext uri="{FF2B5EF4-FFF2-40B4-BE49-F238E27FC236}">
                  <a16:creationId xmlns:a16="http://schemas.microsoft.com/office/drawing/2014/main" id="{85C63A68-D313-C00E-8374-275175F6A065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82" name="Input_receptor__1452">
              <a:extLst>
                <a:ext uri="{FF2B5EF4-FFF2-40B4-BE49-F238E27FC236}">
                  <a16:creationId xmlns:a16="http://schemas.microsoft.com/office/drawing/2014/main" id="{FD5BF7CF-F085-E65B-76D9-BCC13934B58A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83" name="Input_receptor__1453">
              <a:extLst>
                <a:ext uri="{FF2B5EF4-FFF2-40B4-BE49-F238E27FC236}">
                  <a16:creationId xmlns:a16="http://schemas.microsoft.com/office/drawing/2014/main" id="{F340680A-ED37-27C6-E009-733367F28EE8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84" name="Input_receptor__1454">
              <a:extLst>
                <a:ext uri="{FF2B5EF4-FFF2-40B4-BE49-F238E27FC236}">
                  <a16:creationId xmlns:a16="http://schemas.microsoft.com/office/drawing/2014/main" id="{7B1A2794-0C17-C502-B9A6-65A23DA5C2E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85" name="Input_receptor__1455">
              <a:extLst>
                <a:ext uri="{FF2B5EF4-FFF2-40B4-BE49-F238E27FC236}">
                  <a16:creationId xmlns:a16="http://schemas.microsoft.com/office/drawing/2014/main" id="{7B99D077-F29E-A173-3350-ED3CB99628E7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86" name="Input_receptor__1456">
              <a:extLst>
                <a:ext uri="{FF2B5EF4-FFF2-40B4-BE49-F238E27FC236}">
                  <a16:creationId xmlns:a16="http://schemas.microsoft.com/office/drawing/2014/main" id="{D74DD0C2-319A-A768-88DB-382C84E0AA3A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87" name="Input_receptor__1457">
              <a:extLst>
                <a:ext uri="{FF2B5EF4-FFF2-40B4-BE49-F238E27FC236}">
                  <a16:creationId xmlns:a16="http://schemas.microsoft.com/office/drawing/2014/main" id="{7349D40D-F146-5D23-4059-6E98ACBE1689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88" name="Input_receptor__1458">
              <a:extLst>
                <a:ext uri="{FF2B5EF4-FFF2-40B4-BE49-F238E27FC236}">
                  <a16:creationId xmlns:a16="http://schemas.microsoft.com/office/drawing/2014/main" id="{8FEC4CDB-E1C0-3F81-B1C6-B10D83EFDDFF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89" name="Input_receptor__1459">
              <a:extLst>
                <a:ext uri="{FF2B5EF4-FFF2-40B4-BE49-F238E27FC236}">
                  <a16:creationId xmlns:a16="http://schemas.microsoft.com/office/drawing/2014/main" id="{136FEC8B-7459-AF7B-8B82-E6128A87C323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90" name="Input_receptor__1460">
              <a:extLst>
                <a:ext uri="{FF2B5EF4-FFF2-40B4-BE49-F238E27FC236}">
                  <a16:creationId xmlns:a16="http://schemas.microsoft.com/office/drawing/2014/main" id="{2E97A206-638C-5DFB-B023-D992A5A74447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91" name="Input_receptor__1461">
              <a:extLst>
                <a:ext uri="{FF2B5EF4-FFF2-40B4-BE49-F238E27FC236}">
                  <a16:creationId xmlns:a16="http://schemas.microsoft.com/office/drawing/2014/main" id="{946571F1-7CD5-A2BC-68A5-0532DD6B486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3292" name="Input_receptor__1462">
              <a:extLst>
                <a:ext uri="{FF2B5EF4-FFF2-40B4-BE49-F238E27FC236}">
                  <a16:creationId xmlns:a16="http://schemas.microsoft.com/office/drawing/2014/main" id="{C9246329-6B00-C5EC-4A89-38B5EFECE738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93" name="Input_receptor__1463">
              <a:extLst>
                <a:ext uri="{FF2B5EF4-FFF2-40B4-BE49-F238E27FC236}">
                  <a16:creationId xmlns:a16="http://schemas.microsoft.com/office/drawing/2014/main" id="{6294A050-7469-E5CD-28BE-1039A2CFD36C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94" name="Input_receptor__1464">
              <a:extLst>
                <a:ext uri="{FF2B5EF4-FFF2-40B4-BE49-F238E27FC236}">
                  <a16:creationId xmlns:a16="http://schemas.microsoft.com/office/drawing/2014/main" id="{FA9F10F6-7D42-AC0D-CD67-9EFF773C8641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3295" name="Input_receptor__1465">
              <a:extLst>
                <a:ext uri="{FF2B5EF4-FFF2-40B4-BE49-F238E27FC236}">
                  <a16:creationId xmlns:a16="http://schemas.microsoft.com/office/drawing/2014/main" id="{C339FC72-7E1A-AFD8-A472-659491676DC6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3296" name="Input_receptor__1466">
              <a:extLst>
                <a:ext uri="{FF2B5EF4-FFF2-40B4-BE49-F238E27FC236}">
                  <a16:creationId xmlns:a16="http://schemas.microsoft.com/office/drawing/2014/main" id="{95854885-17E5-56FD-70AA-21E5FF4AED26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297" name="Input_receptor__1467">
              <a:extLst>
                <a:ext uri="{FF2B5EF4-FFF2-40B4-BE49-F238E27FC236}">
                  <a16:creationId xmlns:a16="http://schemas.microsoft.com/office/drawing/2014/main" id="{A4F477BD-B797-2386-6BF4-D563A56A9764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298" name="Input_receptor__1468">
              <a:extLst>
                <a:ext uri="{FF2B5EF4-FFF2-40B4-BE49-F238E27FC236}">
                  <a16:creationId xmlns:a16="http://schemas.microsoft.com/office/drawing/2014/main" id="{917D6DB2-721C-AC4C-2AAE-78CC415E99DD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299" name="Input_receptor__1469">
              <a:extLst>
                <a:ext uri="{FF2B5EF4-FFF2-40B4-BE49-F238E27FC236}">
                  <a16:creationId xmlns:a16="http://schemas.microsoft.com/office/drawing/2014/main" id="{95C0E928-AA3E-12A3-EE36-A4327F780AFA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300" name="Input_receptor__1470">
              <a:extLst>
                <a:ext uri="{FF2B5EF4-FFF2-40B4-BE49-F238E27FC236}">
                  <a16:creationId xmlns:a16="http://schemas.microsoft.com/office/drawing/2014/main" id="{F8034DC5-41E0-8EA0-6419-C9A409BD3CDE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3301" name="Input_receptor__1471">
              <a:extLst>
                <a:ext uri="{FF2B5EF4-FFF2-40B4-BE49-F238E27FC236}">
                  <a16:creationId xmlns:a16="http://schemas.microsoft.com/office/drawing/2014/main" id="{46323AC4-B837-42A5-419A-82CC314BFED7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3302" name="Input_receptor__1472">
              <a:extLst>
                <a:ext uri="{FF2B5EF4-FFF2-40B4-BE49-F238E27FC236}">
                  <a16:creationId xmlns:a16="http://schemas.microsoft.com/office/drawing/2014/main" id="{0593EE66-610C-8029-2F85-61A58FFC2078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303" name="Input_receptor__1473">
              <a:extLst>
                <a:ext uri="{FF2B5EF4-FFF2-40B4-BE49-F238E27FC236}">
                  <a16:creationId xmlns:a16="http://schemas.microsoft.com/office/drawing/2014/main" id="{31D04963-A6EA-93EF-C8C7-CEEA32940B63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3304" name="Input_receptor__1474">
              <a:extLst>
                <a:ext uri="{FF2B5EF4-FFF2-40B4-BE49-F238E27FC236}">
                  <a16:creationId xmlns:a16="http://schemas.microsoft.com/office/drawing/2014/main" id="{B2ECC5E8-32CF-695C-8361-02523A3E12B5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305" name="Input_receptor__1475">
              <a:extLst>
                <a:ext uri="{FF2B5EF4-FFF2-40B4-BE49-F238E27FC236}">
                  <a16:creationId xmlns:a16="http://schemas.microsoft.com/office/drawing/2014/main" id="{796B7DE7-DAEF-76DA-661D-98C0F294A1E8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306" name="Input_receptor__1476">
              <a:extLst>
                <a:ext uri="{FF2B5EF4-FFF2-40B4-BE49-F238E27FC236}">
                  <a16:creationId xmlns:a16="http://schemas.microsoft.com/office/drawing/2014/main" id="{82FC373E-E5CE-DCDC-5589-4F3F6DB39415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3307" name="Input_receptor__1477">
              <a:extLst>
                <a:ext uri="{FF2B5EF4-FFF2-40B4-BE49-F238E27FC236}">
                  <a16:creationId xmlns:a16="http://schemas.microsoft.com/office/drawing/2014/main" id="{2F2B48A1-A9D0-BB7A-BBC8-4A7C8DD13684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3308" name="Input_receptor__1478">
              <a:extLst>
                <a:ext uri="{FF2B5EF4-FFF2-40B4-BE49-F238E27FC236}">
                  <a16:creationId xmlns:a16="http://schemas.microsoft.com/office/drawing/2014/main" id="{80380BCB-588F-2062-289D-5683BD7BD591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09" name="Input_receptor__1479">
              <a:extLst>
                <a:ext uri="{FF2B5EF4-FFF2-40B4-BE49-F238E27FC236}">
                  <a16:creationId xmlns:a16="http://schemas.microsoft.com/office/drawing/2014/main" id="{F098FB4D-C1EC-2B71-0C3A-397459B900E4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10" name="Input_receptor__1480">
              <a:extLst>
                <a:ext uri="{FF2B5EF4-FFF2-40B4-BE49-F238E27FC236}">
                  <a16:creationId xmlns:a16="http://schemas.microsoft.com/office/drawing/2014/main" id="{629EE9E2-D2F8-CE09-B86F-DCFD1E7D640B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3311" name="Input_receptor__1481">
              <a:extLst>
                <a:ext uri="{FF2B5EF4-FFF2-40B4-BE49-F238E27FC236}">
                  <a16:creationId xmlns:a16="http://schemas.microsoft.com/office/drawing/2014/main" id="{E8636309-BA44-0CA0-2C61-D61CF8CA0237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3312" name="Input_receptor__1482">
              <a:extLst>
                <a:ext uri="{FF2B5EF4-FFF2-40B4-BE49-F238E27FC236}">
                  <a16:creationId xmlns:a16="http://schemas.microsoft.com/office/drawing/2014/main" id="{F1F55EF8-AF54-2C7A-763B-6E794CB03B02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3313" name="Input_receptor__1483">
              <a:extLst>
                <a:ext uri="{FF2B5EF4-FFF2-40B4-BE49-F238E27FC236}">
                  <a16:creationId xmlns:a16="http://schemas.microsoft.com/office/drawing/2014/main" id="{DFA6C356-C2A9-0E3E-869B-E8E447F04197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14" name="Input_receptor__1484">
              <a:extLst>
                <a:ext uri="{FF2B5EF4-FFF2-40B4-BE49-F238E27FC236}">
                  <a16:creationId xmlns:a16="http://schemas.microsoft.com/office/drawing/2014/main" id="{D9486A10-5F19-CFFA-D8E8-9A8793A8978C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15" name="Input_receptor__1485">
              <a:extLst>
                <a:ext uri="{FF2B5EF4-FFF2-40B4-BE49-F238E27FC236}">
                  <a16:creationId xmlns:a16="http://schemas.microsoft.com/office/drawing/2014/main" id="{41631FE2-54E1-EB3E-8004-E29524EC5B21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3316" name="Input_receptor__1486">
              <a:extLst>
                <a:ext uri="{FF2B5EF4-FFF2-40B4-BE49-F238E27FC236}">
                  <a16:creationId xmlns:a16="http://schemas.microsoft.com/office/drawing/2014/main" id="{BED96B1C-1B1F-01A2-C878-B63FA466D77B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3317" name="Input_receptor__1487">
              <a:extLst>
                <a:ext uri="{FF2B5EF4-FFF2-40B4-BE49-F238E27FC236}">
                  <a16:creationId xmlns:a16="http://schemas.microsoft.com/office/drawing/2014/main" id="{25763CA8-EC19-1963-0488-B0ABD9DCEEE1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18" name="Input_receptor__1488">
              <a:extLst>
                <a:ext uri="{FF2B5EF4-FFF2-40B4-BE49-F238E27FC236}">
                  <a16:creationId xmlns:a16="http://schemas.microsoft.com/office/drawing/2014/main" id="{65FB78B1-F19F-FA5D-2ECA-20B0C4D3BFAF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19" name="Input_receptor__1489">
              <a:extLst>
                <a:ext uri="{FF2B5EF4-FFF2-40B4-BE49-F238E27FC236}">
                  <a16:creationId xmlns:a16="http://schemas.microsoft.com/office/drawing/2014/main" id="{23318763-DD39-44F9-0291-395EAD876333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20" name="Input_receptor__1490">
              <a:extLst>
                <a:ext uri="{FF2B5EF4-FFF2-40B4-BE49-F238E27FC236}">
                  <a16:creationId xmlns:a16="http://schemas.microsoft.com/office/drawing/2014/main" id="{6E2A8E70-9626-82F8-153A-3788ED5759C1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21" name="Input_receptor__1491">
              <a:extLst>
                <a:ext uri="{FF2B5EF4-FFF2-40B4-BE49-F238E27FC236}">
                  <a16:creationId xmlns:a16="http://schemas.microsoft.com/office/drawing/2014/main" id="{FC611172-04A4-F1F6-5B51-6DA64457E8B1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22" name="Input_receptor__1492">
              <a:extLst>
                <a:ext uri="{FF2B5EF4-FFF2-40B4-BE49-F238E27FC236}">
                  <a16:creationId xmlns:a16="http://schemas.microsoft.com/office/drawing/2014/main" id="{7EED84EA-2889-B0D3-482A-6D70BEAB057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3323" name="Input_receptor__1493">
              <a:extLst>
                <a:ext uri="{FF2B5EF4-FFF2-40B4-BE49-F238E27FC236}">
                  <a16:creationId xmlns:a16="http://schemas.microsoft.com/office/drawing/2014/main" id="{BA1E9235-6D4A-6724-1DFF-A8DEF29779FA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3324" name="Input_receptor__1494">
              <a:extLst>
                <a:ext uri="{FF2B5EF4-FFF2-40B4-BE49-F238E27FC236}">
                  <a16:creationId xmlns:a16="http://schemas.microsoft.com/office/drawing/2014/main" id="{16080217-7250-4E96-AD33-EBF831FED8A1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25" name="Input_receptor__1495">
              <a:extLst>
                <a:ext uri="{FF2B5EF4-FFF2-40B4-BE49-F238E27FC236}">
                  <a16:creationId xmlns:a16="http://schemas.microsoft.com/office/drawing/2014/main" id="{5339F22E-3309-2B8F-4CE1-BAD333B2D9E2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26" name="Input_receptor__1496">
              <a:extLst>
                <a:ext uri="{FF2B5EF4-FFF2-40B4-BE49-F238E27FC236}">
                  <a16:creationId xmlns:a16="http://schemas.microsoft.com/office/drawing/2014/main" id="{E693724E-C20A-EC37-BFF2-468721F6055E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3327" name="Input_receptor__1497">
              <a:extLst>
                <a:ext uri="{FF2B5EF4-FFF2-40B4-BE49-F238E27FC236}">
                  <a16:creationId xmlns:a16="http://schemas.microsoft.com/office/drawing/2014/main" id="{43A9B802-4082-0D8A-1664-550EF8ABB1BF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3328" name="Input_receptor__1498">
              <a:extLst>
                <a:ext uri="{FF2B5EF4-FFF2-40B4-BE49-F238E27FC236}">
                  <a16:creationId xmlns:a16="http://schemas.microsoft.com/office/drawing/2014/main" id="{51A8821C-716C-7959-587C-8F267179678A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3329" name="Input_receptor__1499">
              <a:extLst>
                <a:ext uri="{FF2B5EF4-FFF2-40B4-BE49-F238E27FC236}">
                  <a16:creationId xmlns:a16="http://schemas.microsoft.com/office/drawing/2014/main" id="{3BE22DEA-B4D4-7412-BD54-FFB1703DD6CA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3330" name="Input_receptor__1500">
              <a:extLst>
                <a:ext uri="{FF2B5EF4-FFF2-40B4-BE49-F238E27FC236}">
                  <a16:creationId xmlns:a16="http://schemas.microsoft.com/office/drawing/2014/main" id="{FD5615BB-3959-B682-78F3-CC98C042E19F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3331" name="Input_receptor__1501">
              <a:extLst>
                <a:ext uri="{FF2B5EF4-FFF2-40B4-BE49-F238E27FC236}">
                  <a16:creationId xmlns:a16="http://schemas.microsoft.com/office/drawing/2014/main" id="{F8F813E2-748F-B2B4-218C-863C8D7FB771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3332" name="Input_receptor__1502">
              <a:extLst>
                <a:ext uri="{FF2B5EF4-FFF2-40B4-BE49-F238E27FC236}">
                  <a16:creationId xmlns:a16="http://schemas.microsoft.com/office/drawing/2014/main" id="{AA880CF6-BE6A-0015-B0DB-B49EFE30468E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3333" name="Input_receptor__1503">
              <a:extLst>
                <a:ext uri="{FF2B5EF4-FFF2-40B4-BE49-F238E27FC236}">
                  <a16:creationId xmlns:a16="http://schemas.microsoft.com/office/drawing/2014/main" id="{EEE798A3-FA52-357E-86AA-1B9A47EA724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3334" name="Input_receptor__1504">
              <a:extLst>
                <a:ext uri="{FF2B5EF4-FFF2-40B4-BE49-F238E27FC236}">
                  <a16:creationId xmlns:a16="http://schemas.microsoft.com/office/drawing/2014/main" id="{A0E14344-BEC6-5E58-CBFD-F9FC4186AF61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35" name="Input_receptor__1505">
              <a:extLst>
                <a:ext uri="{FF2B5EF4-FFF2-40B4-BE49-F238E27FC236}">
                  <a16:creationId xmlns:a16="http://schemas.microsoft.com/office/drawing/2014/main" id="{FF91E73C-792E-8B96-C95D-81395DE55EB5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36" name="Input_receptor__1506">
              <a:extLst>
                <a:ext uri="{FF2B5EF4-FFF2-40B4-BE49-F238E27FC236}">
                  <a16:creationId xmlns:a16="http://schemas.microsoft.com/office/drawing/2014/main" id="{12ABBF94-0D97-0EBF-6ECD-AF7D45073D8F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3337" name="Input_receptor__1507">
              <a:extLst>
                <a:ext uri="{FF2B5EF4-FFF2-40B4-BE49-F238E27FC236}">
                  <a16:creationId xmlns:a16="http://schemas.microsoft.com/office/drawing/2014/main" id="{7A2BA4BA-A698-AB61-8962-F90F23EF7130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38" name="Input_receptor__1508">
              <a:extLst>
                <a:ext uri="{FF2B5EF4-FFF2-40B4-BE49-F238E27FC236}">
                  <a16:creationId xmlns:a16="http://schemas.microsoft.com/office/drawing/2014/main" id="{BD5689E5-B978-CDDC-CAD7-143B3ED0D37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39" name="Input_receptor__1509">
              <a:extLst>
                <a:ext uri="{FF2B5EF4-FFF2-40B4-BE49-F238E27FC236}">
                  <a16:creationId xmlns:a16="http://schemas.microsoft.com/office/drawing/2014/main" id="{7828E232-C010-D9DA-599F-D3DCBC9E5297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40" name="Input_receptor__1510">
              <a:extLst>
                <a:ext uri="{FF2B5EF4-FFF2-40B4-BE49-F238E27FC236}">
                  <a16:creationId xmlns:a16="http://schemas.microsoft.com/office/drawing/2014/main" id="{1DE60DE9-4143-9B69-4A20-1827BCD2F15F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41" name="Input_receptor__1511">
              <a:extLst>
                <a:ext uri="{FF2B5EF4-FFF2-40B4-BE49-F238E27FC236}">
                  <a16:creationId xmlns:a16="http://schemas.microsoft.com/office/drawing/2014/main" id="{47E41EA5-795D-228F-CC25-EA0F45E8076E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42" name="Input_receptor__1512">
              <a:extLst>
                <a:ext uri="{FF2B5EF4-FFF2-40B4-BE49-F238E27FC236}">
                  <a16:creationId xmlns:a16="http://schemas.microsoft.com/office/drawing/2014/main" id="{10921B41-B1C3-6160-D8DE-2DC3951EB6A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3343" name="Input_receptor__1513">
              <a:extLst>
                <a:ext uri="{FF2B5EF4-FFF2-40B4-BE49-F238E27FC236}">
                  <a16:creationId xmlns:a16="http://schemas.microsoft.com/office/drawing/2014/main" id="{696B808C-724A-FC25-F82D-E5A1CABF5F1C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44" name="Input_receptor__1514">
              <a:extLst>
                <a:ext uri="{FF2B5EF4-FFF2-40B4-BE49-F238E27FC236}">
                  <a16:creationId xmlns:a16="http://schemas.microsoft.com/office/drawing/2014/main" id="{8C259035-D030-D795-575D-B9BC97D77246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3345" name="Input_receptor__1515">
              <a:extLst>
                <a:ext uri="{FF2B5EF4-FFF2-40B4-BE49-F238E27FC236}">
                  <a16:creationId xmlns:a16="http://schemas.microsoft.com/office/drawing/2014/main" id="{69EE0C5A-6C32-F847-CF47-14E0AFF6900A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3346" name="Input_receptor__1516">
              <a:extLst>
                <a:ext uri="{FF2B5EF4-FFF2-40B4-BE49-F238E27FC236}">
                  <a16:creationId xmlns:a16="http://schemas.microsoft.com/office/drawing/2014/main" id="{CD8A45CC-2379-79B7-FD94-4419757B1AB3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47" name="Input_receptor__1517">
              <a:extLst>
                <a:ext uri="{FF2B5EF4-FFF2-40B4-BE49-F238E27FC236}">
                  <a16:creationId xmlns:a16="http://schemas.microsoft.com/office/drawing/2014/main" id="{3BE57E12-E860-8A7A-ACC0-89339CDCC7FD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48" name="Input_receptor__1518">
              <a:extLst>
                <a:ext uri="{FF2B5EF4-FFF2-40B4-BE49-F238E27FC236}">
                  <a16:creationId xmlns:a16="http://schemas.microsoft.com/office/drawing/2014/main" id="{282182BC-7B50-D304-7E35-E680FD7565F1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49" name="Input_receptor__1519">
              <a:extLst>
                <a:ext uri="{FF2B5EF4-FFF2-40B4-BE49-F238E27FC236}">
                  <a16:creationId xmlns:a16="http://schemas.microsoft.com/office/drawing/2014/main" id="{59304197-4A62-B0BF-9D7C-AB8FA0FD3718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50" name="Input_receptor__1520">
              <a:extLst>
                <a:ext uri="{FF2B5EF4-FFF2-40B4-BE49-F238E27FC236}">
                  <a16:creationId xmlns:a16="http://schemas.microsoft.com/office/drawing/2014/main" id="{955F5F1C-214E-0256-46A0-81155A922557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51" name="Input_receptor__1521">
              <a:extLst>
                <a:ext uri="{FF2B5EF4-FFF2-40B4-BE49-F238E27FC236}">
                  <a16:creationId xmlns:a16="http://schemas.microsoft.com/office/drawing/2014/main" id="{4CC03D53-A4EE-7B38-FB2D-3F0FA056EA42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3352" name="Input_receptor__1522">
              <a:extLst>
                <a:ext uri="{FF2B5EF4-FFF2-40B4-BE49-F238E27FC236}">
                  <a16:creationId xmlns:a16="http://schemas.microsoft.com/office/drawing/2014/main" id="{45195CD6-7140-B39D-58E9-F6E2A64B50BB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53" name="Input_receptor__1523">
              <a:extLst>
                <a:ext uri="{FF2B5EF4-FFF2-40B4-BE49-F238E27FC236}">
                  <a16:creationId xmlns:a16="http://schemas.microsoft.com/office/drawing/2014/main" id="{1F02320E-4958-104C-032C-CCEF7526A486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3354" name="Input_receptor__1524">
              <a:extLst>
                <a:ext uri="{FF2B5EF4-FFF2-40B4-BE49-F238E27FC236}">
                  <a16:creationId xmlns:a16="http://schemas.microsoft.com/office/drawing/2014/main" id="{D720E88E-1821-CD7E-51B0-2B4826597ECD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55" name="Input_receptor__1525">
              <a:extLst>
                <a:ext uri="{FF2B5EF4-FFF2-40B4-BE49-F238E27FC236}">
                  <a16:creationId xmlns:a16="http://schemas.microsoft.com/office/drawing/2014/main" id="{050D5A87-D64E-EF31-922A-AF77A5304EDC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56" name="Input_receptor__1526">
              <a:extLst>
                <a:ext uri="{FF2B5EF4-FFF2-40B4-BE49-F238E27FC236}">
                  <a16:creationId xmlns:a16="http://schemas.microsoft.com/office/drawing/2014/main" id="{9ED6AE50-EC68-E214-C546-8767844E4C4A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57" name="Input_receptor__1527">
              <a:extLst>
                <a:ext uri="{FF2B5EF4-FFF2-40B4-BE49-F238E27FC236}">
                  <a16:creationId xmlns:a16="http://schemas.microsoft.com/office/drawing/2014/main" id="{0959FF84-DD05-4761-C9B5-CAA5174B95D9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3358" name="Input_receptor__1528">
              <a:extLst>
                <a:ext uri="{FF2B5EF4-FFF2-40B4-BE49-F238E27FC236}">
                  <a16:creationId xmlns:a16="http://schemas.microsoft.com/office/drawing/2014/main" id="{3AD21DAD-63FC-91E9-5965-E2A8671D7E82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59" name="Input_receptor__1529">
              <a:extLst>
                <a:ext uri="{FF2B5EF4-FFF2-40B4-BE49-F238E27FC236}">
                  <a16:creationId xmlns:a16="http://schemas.microsoft.com/office/drawing/2014/main" id="{21F2C8B5-BF91-5E1D-75E3-A514C1795C7A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60" name="Input_receptor__1530">
              <a:extLst>
                <a:ext uri="{FF2B5EF4-FFF2-40B4-BE49-F238E27FC236}">
                  <a16:creationId xmlns:a16="http://schemas.microsoft.com/office/drawing/2014/main" id="{3BF37FC4-A584-1856-0F6F-9804C7670844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61" name="Input_receptor__1531">
              <a:extLst>
                <a:ext uri="{FF2B5EF4-FFF2-40B4-BE49-F238E27FC236}">
                  <a16:creationId xmlns:a16="http://schemas.microsoft.com/office/drawing/2014/main" id="{E68A7F0F-E039-026C-6AC4-14B65FF1D76A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62" name="Input_receptor__1532">
              <a:extLst>
                <a:ext uri="{FF2B5EF4-FFF2-40B4-BE49-F238E27FC236}">
                  <a16:creationId xmlns:a16="http://schemas.microsoft.com/office/drawing/2014/main" id="{3F277551-15FC-24AA-8447-80AA6E4ACBBD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3363" name="Input_receptor__1533">
              <a:extLst>
                <a:ext uri="{FF2B5EF4-FFF2-40B4-BE49-F238E27FC236}">
                  <a16:creationId xmlns:a16="http://schemas.microsoft.com/office/drawing/2014/main" id="{D39B7AEC-53F8-CE2C-EA42-899398E70D15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3364" name="Input_receptor__1534">
              <a:extLst>
                <a:ext uri="{FF2B5EF4-FFF2-40B4-BE49-F238E27FC236}">
                  <a16:creationId xmlns:a16="http://schemas.microsoft.com/office/drawing/2014/main" id="{96ADF463-4505-7ECF-F54B-BFC273B245BB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65" name="Input_receptor__1535">
              <a:extLst>
                <a:ext uri="{FF2B5EF4-FFF2-40B4-BE49-F238E27FC236}">
                  <a16:creationId xmlns:a16="http://schemas.microsoft.com/office/drawing/2014/main" id="{CF558477-70C3-417A-BDC3-4A1BCACA039B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3366" name="Input_receptor__1536">
              <a:extLst>
                <a:ext uri="{FF2B5EF4-FFF2-40B4-BE49-F238E27FC236}">
                  <a16:creationId xmlns:a16="http://schemas.microsoft.com/office/drawing/2014/main" id="{FA790F93-BAFC-15FC-8FCE-B216983BFC12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3367" name="Input_receptor__1537">
              <a:extLst>
                <a:ext uri="{FF2B5EF4-FFF2-40B4-BE49-F238E27FC236}">
                  <a16:creationId xmlns:a16="http://schemas.microsoft.com/office/drawing/2014/main" id="{E8989379-1D50-D37A-C4B9-1E19EB76081B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68" name="Input_receptor__1538">
              <a:extLst>
                <a:ext uri="{FF2B5EF4-FFF2-40B4-BE49-F238E27FC236}">
                  <a16:creationId xmlns:a16="http://schemas.microsoft.com/office/drawing/2014/main" id="{F91B5813-B3CE-FCF8-0EDE-D95DE1E3315A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69" name="Input_receptor__1539">
              <a:extLst>
                <a:ext uri="{FF2B5EF4-FFF2-40B4-BE49-F238E27FC236}">
                  <a16:creationId xmlns:a16="http://schemas.microsoft.com/office/drawing/2014/main" id="{6D68CEEA-1FA6-0434-C089-99EEF4B1E615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3370" name="Input_receptor__1540">
              <a:extLst>
                <a:ext uri="{FF2B5EF4-FFF2-40B4-BE49-F238E27FC236}">
                  <a16:creationId xmlns:a16="http://schemas.microsoft.com/office/drawing/2014/main" id="{9E86925D-7E85-5277-3341-7068A858AD5E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71" name="Input_receptor__1541">
              <a:extLst>
                <a:ext uri="{FF2B5EF4-FFF2-40B4-BE49-F238E27FC236}">
                  <a16:creationId xmlns:a16="http://schemas.microsoft.com/office/drawing/2014/main" id="{63C8B849-2300-1F02-96B3-D3B58B372AFE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3372" name="Input_receptor__1542">
              <a:extLst>
                <a:ext uri="{FF2B5EF4-FFF2-40B4-BE49-F238E27FC236}">
                  <a16:creationId xmlns:a16="http://schemas.microsoft.com/office/drawing/2014/main" id="{D841DD48-24F8-4E2F-5648-1156F12496C7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73" name="Input_receptor__1543">
              <a:extLst>
                <a:ext uri="{FF2B5EF4-FFF2-40B4-BE49-F238E27FC236}">
                  <a16:creationId xmlns:a16="http://schemas.microsoft.com/office/drawing/2014/main" id="{5FF186BD-29BC-E2DB-F840-1F0E87D0841B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74" name="Input_receptor__1544">
              <a:extLst>
                <a:ext uri="{FF2B5EF4-FFF2-40B4-BE49-F238E27FC236}">
                  <a16:creationId xmlns:a16="http://schemas.microsoft.com/office/drawing/2014/main" id="{DCCFAFE7-268C-43D1-52E6-09ADB9467DFB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3375" name="Input_receptor__1545">
              <a:extLst>
                <a:ext uri="{FF2B5EF4-FFF2-40B4-BE49-F238E27FC236}">
                  <a16:creationId xmlns:a16="http://schemas.microsoft.com/office/drawing/2014/main" id="{34C1F82F-7667-4F4F-3149-AA76EB0C67B9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3376" name="Input_receptor__1546">
              <a:extLst>
                <a:ext uri="{FF2B5EF4-FFF2-40B4-BE49-F238E27FC236}">
                  <a16:creationId xmlns:a16="http://schemas.microsoft.com/office/drawing/2014/main" id="{0D2987BA-0027-50A2-F9F2-1966F2DF7967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3377" name="Input_receptor__1547">
              <a:extLst>
                <a:ext uri="{FF2B5EF4-FFF2-40B4-BE49-F238E27FC236}">
                  <a16:creationId xmlns:a16="http://schemas.microsoft.com/office/drawing/2014/main" id="{F4C9A63C-EC2D-6FF3-526D-39B0E4352934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3378" name="Input_receptor__1548">
              <a:extLst>
                <a:ext uri="{FF2B5EF4-FFF2-40B4-BE49-F238E27FC236}">
                  <a16:creationId xmlns:a16="http://schemas.microsoft.com/office/drawing/2014/main" id="{E7C8F57E-26DE-BE97-1DC2-E0BD0F22D8B6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3379" name="Input_receptor__1549">
              <a:extLst>
                <a:ext uri="{FF2B5EF4-FFF2-40B4-BE49-F238E27FC236}">
                  <a16:creationId xmlns:a16="http://schemas.microsoft.com/office/drawing/2014/main" id="{A73DBC31-BDFE-52FD-526B-50CB5BDE3B60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3380" name="Input_receptor__1550">
              <a:extLst>
                <a:ext uri="{FF2B5EF4-FFF2-40B4-BE49-F238E27FC236}">
                  <a16:creationId xmlns:a16="http://schemas.microsoft.com/office/drawing/2014/main" id="{1EB107EB-9381-99BB-969A-1AA739ED7531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3381" name="Input_receptor__1551">
              <a:extLst>
                <a:ext uri="{FF2B5EF4-FFF2-40B4-BE49-F238E27FC236}">
                  <a16:creationId xmlns:a16="http://schemas.microsoft.com/office/drawing/2014/main" id="{BF041933-DDA6-CA82-9A6A-4869EA2D3011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3382" name="Input_receptor__1552">
              <a:extLst>
                <a:ext uri="{FF2B5EF4-FFF2-40B4-BE49-F238E27FC236}">
                  <a16:creationId xmlns:a16="http://schemas.microsoft.com/office/drawing/2014/main" id="{0DC40F22-445E-C614-1BC6-5963862376ED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3383" name="Input_receptor__1553">
              <a:extLst>
                <a:ext uri="{FF2B5EF4-FFF2-40B4-BE49-F238E27FC236}">
                  <a16:creationId xmlns:a16="http://schemas.microsoft.com/office/drawing/2014/main" id="{A6252D7A-DD00-3D6C-4515-6DD5BD3DD820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3384" name="Input_receptor__1554">
              <a:extLst>
                <a:ext uri="{FF2B5EF4-FFF2-40B4-BE49-F238E27FC236}">
                  <a16:creationId xmlns:a16="http://schemas.microsoft.com/office/drawing/2014/main" id="{22639827-6973-750D-5110-04768B12F554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3385" name="Input_receptor__1555">
              <a:extLst>
                <a:ext uri="{FF2B5EF4-FFF2-40B4-BE49-F238E27FC236}">
                  <a16:creationId xmlns:a16="http://schemas.microsoft.com/office/drawing/2014/main" id="{3C896FB9-6AF1-9651-A4AC-569018522DDE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3386" name="Input_receptor__1556">
              <a:extLst>
                <a:ext uri="{FF2B5EF4-FFF2-40B4-BE49-F238E27FC236}">
                  <a16:creationId xmlns:a16="http://schemas.microsoft.com/office/drawing/2014/main" id="{B984985C-F946-86CE-CDEA-C76D1B77E422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3387" name="Input_receptor__1557">
              <a:extLst>
                <a:ext uri="{FF2B5EF4-FFF2-40B4-BE49-F238E27FC236}">
                  <a16:creationId xmlns:a16="http://schemas.microsoft.com/office/drawing/2014/main" id="{55F66A69-BDD7-FB9D-39B9-04EB4D8DC168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3388" name="Input_receptor__1558">
              <a:extLst>
                <a:ext uri="{FF2B5EF4-FFF2-40B4-BE49-F238E27FC236}">
                  <a16:creationId xmlns:a16="http://schemas.microsoft.com/office/drawing/2014/main" id="{ADCA085C-B4DD-8F80-1F25-6E26F0CC5E4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89" name="Input_receptor__1559">
              <a:extLst>
                <a:ext uri="{FF2B5EF4-FFF2-40B4-BE49-F238E27FC236}">
                  <a16:creationId xmlns:a16="http://schemas.microsoft.com/office/drawing/2014/main" id="{E117B437-6C4E-CCE7-6CE3-80C4637AE093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90" name="Input_receptor__1560">
              <a:extLst>
                <a:ext uri="{FF2B5EF4-FFF2-40B4-BE49-F238E27FC236}">
                  <a16:creationId xmlns:a16="http://schemas.microsoft.com/office/drawing/2014/main" id="{34B2B76F-9695-F710-4001-2DF33FD91F87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91" name="Input_receptor__1561">
              <a:extLst>
                <a:ext uri="{FF2B5EF4-FFF2-40B4-BE49-F238E27FC236}">
                  <a16:creationId xmlns:a16="http://schemas.microsoft.com/office/drawing/2014/main" id="{410AC2A1-1B2E-C49B-39F1-BCF75546E747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3392" name="Input_receptor__1562">
              <a:extLst>
                <a:ext uri="{FF2B5EF4-FFF2-40B4-BE49-F238E27FC236}">
                  <a16:creationId xmlns:a16="http://schemas.microsoft.com/office/drawing/2014/main" id="{B5D5A914-D8CD-D457-0D63-91EB090F0C75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93" name="Input_receptor__1563">
              <a:extLst>
                <a:ext uri="{FF2B5EF4-FFF2-40B4-BE49-F238E27FC236}">
                  <a16:creationId xmlns:a16="http://schemas.microsoft.com/office/drawing/2014/main" id="{4A0A8C22-B56F-6784-2480-7919A564B9A5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94" name="Input_receptor__1564">
              <a:extLst>
                <a:ext uri="{FF2B5EF4-FFF2-40B4-BE49-F238E27FC236}">
                  <a16:creationId xmlns:a16="http://schemas.microsoft.com/office/drawing/2014/main" id="{7873691D-0784-832C-9E17-8259FF0374C6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95" name="Input_receptor__1565">
              <a:extLst>
                <a:ext uri="{FF2B5EF4-FFF2-40B4-BE49-F238E27FC236}">
                  <a16:creationId xmlns:a16="http://schemas.microsoft.com/office/drawing/2014/main" id="{9D01F8B8-B8E7-1789-66A0-0C27DA0E3194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96" name="Input_receptor__1566">
              <a:extLst>
                <a:ext uri="{FF2B5EF4-FFF2-40B4-BE49-F238E27FC236}">
                  <a16:creationId xmlns:a16="http://schemas.microsoft.com/office/drawing/2014/main" id="{A30A5798-D634-CBD4-608D-A0BA0C092CE1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3397" name="Input_receptor__1567">
              <a:extLst>
                <a:ext uri="{FF2B5EF4-FFF2-40B4-BE49-F238E27FC236}">
                  <a16:creationId xmlns:a16="http://schemas.microsoft.com/office/drawing/2014/main" id="{587EB686-0409-1352-8AF5-39911B9EB0D7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398" name="Input_receptor__1568">
              <a:extLst>
                <a:ext uri="{FF2B5EF4-FFF2-40B4-BE49-F238E27FC236}">
                  <a16:creationId xmlns:a16="http://schemas.microsoft.com/office/drawing/2014/main" id="{9302A905-5561-9CBF-67A9-B5DA3CA7255C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3399" name="Input_receptor__1569">
              <a:extLst>
                <a:ext uri="{FF2B5EF4-FFF2-40B4-BE49-F238E27FC236}">
                  <a16:creationId xmlns:a16="http://schemas.microsoft.com/office/drawing/2014/main" id="{311761DE-2DFE-E150-22B0-E3FB9188D401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3400" name="Input_receptor__1570">
              <a:extLst>
                <a:ext uri="{FF2B5EF4-FFF2-40B4-BE49-F238E27FC236}">
                  <a16:creationId xmlns:a16="http://schemas.microsoft.com/office/drawing/2014/main" id="{DDDF58F2-D304-8138-0472-BC090D83060C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3401" name="Input_receptor__1571">
              <a:extLst>
                <a:ext uri="{FF2B5EF4-FFF2-40B4-BE49-F238E27FC236}">
                  <a16:creationId xmlns:a16="http://schemas.microsoft.com/office/drawing/2014/main" id="{7E0E0D02-2E8C-6355-EF1E-FF02068E698A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402" name="Input_receptor__1572">
              <a:extLst>
                <a:ext uri="{FF2B5EF4-FFF2-40B4-BE49-F238E27FC236}">
                  <a16:creationId xmlns:a16="http://schemas.microsoft.com/office/drawing/2014/main" id="{B84FAEBA-52AD-0618-B202-15C340BDDD39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403" name="Input_receptor__1573">
              <a:extLst>
                <a:ext uri="{FF2B5EF4-FFF2-40B4-BE49-F238E27FC236}">
                  <a16:creationId xmlns:a16="http://schemas.microsoft.com/office/drawing/2014/main" id="{E60C3814-4E33-755F-D8EF-E342E45D6139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404" name="Input_receptor__1574">
              <a:extLst>
                <a:ext uri="{FF2B5EF4-FFF2-40B4-BE49-F238E27FC236}">
                  <a16:creationId xmlns:a16="http://schemas.microsoft.com/office/drawing/2014/main" id="{FA9BE2BC-D358-B733-5C3C-B4C00E9685C6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405" name="Input_receptor__1575">
              <a:extLst>
                <a:ext uri="{FF2B5EF4-FFF2-40B4-BE49-F238E27FC236}">
                  <a16:creationId xmlns:a16="http://schemas.microsoft.com/office/drawing/2014/main" id="{7DCF91F9-BAC1-97D3-B406-F9C54821072D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406" name="Input_receptor__1576">
              <a:extLst>
                <a:ext uri="{FF2B5EF4-FFF2-40B4-BE49-F238E27FC236}">
                  <a16:creationId xmlns:a16="http://schemas.microsoft.com/office/drawing/2014/main" id="{8134CAE9-3990-7BFA-A3EA-ADDAB414CE36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3407" name="Input_receptor__1577">
              <a:extLst>
                <a:ext uri="{FF2B5EF4-FFF2-40B4-BE49-F238E27FC236}">
                  <a16:creationId xmlns:a16="http://schemas.microsoft.com/office/drawing/2014/main" id="{AFB5AEF4-4A80-A770-0B71-D2A5CD9E2D7C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3408" name="Input_receptor__1578">
              <a:extLst>
                <a:ext uri="{FF2B5EF4-FFF2-40B4-BE49-F238E27FC236}">
                  <a16:creationId xmlns:a16="http://schemas.microsoft.com/office/drawing/2014/main" id="{921FEF51-FD91-F191-0F92-541AA5A1E69B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3409" name="Input_receptor__1579">
              <a:extLst>
                <a:ext uri="{FF2B5EF4-FFF2-40B4-BE49-F238E27FC236}">
                  <a16:creationId xmlns:a16="http://schemas.microsoft.com/office/drawing/2014/main" id="{7F0B8E7C-BBEA-6498-57B0-187AF80CA0BB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3410" name="Input_receptor__1580">
              <a:extLst>
                <a:ext uri="{FF2B5EF4-FFF2-40B4-BE49-F238E27FC236}">
                  <a16:creationId xmlns:a16="http://schemas.microsoft.com/office/drawing/2014/main" id="{C8168F8D-C948-C591-D2F6-79210B7C1E9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3411" name="Input_receptor__1581">
              <a:extLst>
                <a:ext uri="{FF2B5EF4-FFF2-40B4-BE49-F238E27FC236}">
                  <a16:creationId xmlns:a16="http://schemas.microsoft.com/office/drawing/2014/main" id="{C4E76305-15CA-8632-580A-C4ECDA2DBF05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3412" name="Input_receptor__1582">
              <a:extLst>
                <a:ext uri="{FF2B5EF4-FFF2-40B4-BE49-F238E27FC236}">
                  <a16:creationId xmlns:a16="http://schemas.microsoft.com/office/drawing/2014/main" id="{114095AB-0974-0F6A-95AF-6D4A50FEE65E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3413" name="Input_receptor__1583">
              <a:extLst>
                <a:ext uri="{FF2B5EF4-FFF2-40B4-BE49-F238E27FC236}">
                  <a16:creationId xmlns:a16="http://schemas.microsoft.com/office/drawing/2014/main" id="{565F5D39-6303-BE56-714F-E29B815C7B73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3414" name="Input_receptor__1584">
              <a:extLst>
                <a:ext uri="{FF2B5EF4-FFF2-40B4-BE49-F238E27FC236}">
                  <a16:creationId xmlns:a16="http://schemas.microsoft.com/office/drawing/2014/main" id="{A76C9073-D380-9FDA-F3BF-DF5F1F2DC894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15" name="Input_receptor__1585">
              <a:extLst>
                <a:ext uri="{FF2B5EF4-FFF2-40B4-BE49-F238E27FC236}">
                  <a16:creationId xmlns:a16="http://schemas.microsoft.com/office/drawing/2014/main" id="{7E220AA0-4EE6-A24F-177E-55C4F81C9E08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16" name="Input_receptor__1586">
              <a:extLst>
                <a:ext uri="{FF2B5EF4-FFF2-40B4-BE49-F238E27FC236}">
                  <a16:creationId xmlns:a16="http://schemas.microsoft.com/office/drawing/2014/main" id="{1A4D52C8-E522-CAC2-DF72-92A82522CD7A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17" name="Input_receptor__1587">
              <a:extLst>
                <a:ext uri="{FF2B5EF4-FFF2-40B4-BE49-F238E27FC236}">
                  <a16:creationId xmlns:a16="http://schemas.microsoft.com/office/drawing/2014/main" id="{45B33A84-73BE-3740-77A0-AF7FCA2A5C45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18" name="Input_receptor__1588">
              <a:extLst>
                <a:ext uri="{FF2B5EF4-FFF2-40B4-BE49-F238E27FC236}">
                  <a16:creationId xmlns:a16="http://schemas.microsoft.com/office/drawing/2014/main" id="{7C89190F-9106-B939-E62A-74F0DAC0D01E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19" name="Input_receptor__1589">
              <a:extLst>
                <a:ext uri="{FF2B5EF4-FFF2-40B4-BE49-F238E27FC236}">
                  <a16:creationId xmlns:a16="http://schemas.microsoft.com/office/drawing/2014/main" id="{836EED72-F53E-6CF7-507E-03E0A6E72522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20" name="Input_receptor__1590">
              <a:extLst>
                <a:ext uri="{FF2B5EF4-FFF2-40B4-BE49-F238E27FC236}">
                  <a16:creationId xmlns:a16="http://schemas.microsoft.com/office/drawing/2014/main" id="{FA7D1735-530E-3886-F418-8E723D5405A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21" name="Input_receptor__1591">
              <a:extLst>
                <a:ext uri="{FF2B5EF4-FFF2-40B4-BE49-F238E27FC236}">
                  <a16:creationId xmlns:a16="http://schemas.microsoft.com/office/drawing/2014/main" id="{3CDF0817-579D-EC4C-050C-83587553EBD4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22" name="Input_receptor__1592">
              <a:extLst>
                <a:ext uri="{FF2B5EF4-FFF2-40B4-BE49-F238E27FC236}">
                  <a16:creationId xmlns:a16="http://schemas.microsoft.com/office/drawing/2014/main" id="{3A5AD6A7-24A5-2F69-4F88-B7DAD3F155C9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23" name="Input_receptor__1593">
              <a:extLst>
                <a:ext uri="{FF2B5EF4-FFF2-40B4-BE49-F238E27FC236}">
                  <a16:creationId xmlns:a16="http://schemas.microsoft.com/office/drawing/2014/main" id="{9DD323AC-FAFD-7C9F-EFA5-CAD6F13F3955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24" name="Input_receptor__1594">
              <a:extLst>
                <a:ext uri="{FF2B5EF4-FFF2-40B4-BE49-F238E27FC236}">
                  <a16:creationId xmlns:a16="http://schemas.microsoft.com/office/drawing/2014/main" id="{B3560B3A-3D14-52D4-0346-90901D505F9D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25" name="Input_receptor__1595">
              <a:extLst>
                <a:ext uri="{FF2B5EF4-FFF2-40B4-BE49-F238E27FC236}">
                  <a16:creationId xmlns:a16="http://schemas.microsoft.com/office/drawing/2014/main" id="{DD57F164-1365-6CEC-1BB8-21B533FF848C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26" name="Input_receptor__1596">
              <a:extLst>
                <a:ext uri="{FF2B5EF4-FFF2-40B4-BE49-F238E27FC236}">
                  <a16:creationId xmlns:a16="http://schemas.microsoft.com/office/drawing/2014/main" id="{C85C0A3A-95CA-4EDE-F8D3-454D33A2FB75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27" name="Input_receptor__1597">
              <a:extLst>
                <a:ext uri="{FF2B5EF4-FFF2-40B4-BE49-F238E27FC236}">
                  <a16:creationId xmlns:a16="http://schemas.microsoft.com/office/drawing/2014/main" id="{0CF12016-7616-0A2D-8B6B-5C5E03666C8F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28" name="Input_receptor__1598">
              <a:extLst>
                <a:ext uri="{FF2B5EF4-FFF2-40B4-BE49-F238E27FC236}">
                  <a16:creationId xmlns:a16="http://schemas.microsoft.com/office/drawing/2014/main" id="{7650BEB7-6F34-8645-AB39-8B967AD1D754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29" name="Input_receptor__1599">
              <a:extLst>
                <a:ext uri="{FF2B5EF4-FFF2-40B4-BE49-F238E27FC236}">
                  <a16:creationId xmlns:a16="http://schemas.microsoft.com/office/drawing/2014/main" id="{C0377F9A-5ED3-0E16-CEAA-3EA6F01537CE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30" name="Input_receptor__1600">
              <a:extLst>
                <a:ext uri="{FF2B5EF4-FFF2-40B4-BE49-F238E27FC236}">
                  <a16:creationId xmlns:a16="http://schemas.microsoft.com/office/drawing/2014/main" id="{D7242A17-6E5B-368B-AF35-0D744F612D1B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31" name="Input_receptor__1601">
              <a:extLst>
                <a:ext uri="{FF2B5EF4-FFF2-40B4-BE49-F238E27FC236}">
                  <a16:creationId xmlns:a16="http://schemas.microsoft.com/office/drawing/2014/main" id="{407389B1-B96D-690E-A0C7-A417FEFFFDAF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32" name="Input_receptor__1602">
              <a:extLst>
                <a:ext uri="{FF2B5EF4-FFF2-40B4-BE49-F238E27FC236}">
                  <a16:creationId xmlns:a16="http://schemas.microsoft.com/office/drawing/2014/main" id="{F8998552-3EB9-3114-0413-5AE25FD9BEBD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33" name="Input_receptor__1603">
              <a:extLst>
                <a:ext uri="{FF2B5EF4-FFF2-40B4-BE49-F238E27FC236}">
                  <a16:creationId xmlns:a16="http://schemas.microsoft.com/office/drawing/2014/main" id="{CF8B23C4-6605-4CA1-9907-BD92320C9F98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3434" name="Input_receptor__1604">
              <a:extLst>
                <a:ext uri="{FF2B5EF4-FFF2-40B4-BE49-F238E27FC236}">
                  <a16:creationId xmlns:a16="http://schemas.microsoft.com/office/drawing/2014/main" id="{7A459254-CD1E-BD32-BE98-9B78B42A4C07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3435" name="Input_receptor__1605">
              <a:extLst>
                <a:ext uri="{FF2B5EF4-FFF2-40B4-BE49-F238E27FC236}">
                  <a16:creationId xmlns:a16="http://schemas.microsoft.com/office/drawing/2014/main" id="{3D961DC8-EE89-D546-E026-A991F385360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3436" name="Input_receptor__1606">
              <a:extLst>
                <a:ext uri="{FF2B5EF4-FFF2-40B4-BE49-F238E27FC236}">
                  <a16:creationId xmlns:a16="http://schemas.microsoft.com/office/drawing/2014/main" id="{2D5B7F91-E3FE-AF29-772E-44CF52CB8BE7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37" name="Input_receptor__1607">
              <a:extLst>
                <a:ext uri="{FF2B5EF4-FFF2-40B4-BE49-F238E27FC236}">
                  <a16:creationId xmlns:a16="http://schemas.microsoft.com/office/drawing/2014/main" id="{5B75CC7E-F0F3-9735-AB86-58A24775005C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38" name="Input_receptor__1608">
              <a:extLst>
                <a:ext uri="{FF2B5EF4-FFF2-40B4-BE49-F238E27FC236}">
                  <a16:creationId xmlns:a16="http://schemas.microsoft.com/office/drawing/2014/main" id="{5E14C117-A6BE-FFD6-AE99-8416C623A22D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39" name="Input_receptor__1609">
              <a:extLst>
                <a:ext uri="{FF2B5EF4-FFF2-40B4-BE49-F238E27FC236}">
                  <a16:creationId xmlns:a16="http://schemas.microsoft.com/office/drawing/2014/main" id="{63794945-FE43-8AC6-8CC6-2286558359E6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40" name="Input_receptor__1610">
              <a:extLst>
                <a:ext uri="{FF2B5EF4-FFF2-40B4-BE49-F238E27FC236}">
                  <a16:creationId xmlns:a16="http://schemas.microsoft.com/office/drawing/2014/main" id="{4E180BDB-73EB-7913-1A72-5B297E388E44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41" name="Input_receptor__1611">
              <a:extLst>
                <a:ext uri="{FF2B5EF4-FFF2-40B4-BE49-F238E27FC236}">
                  <a16:creationId xmlns:a16="http://schemas.microsoft.com/office/drawing/2014/main" id="{EB49F597-98DB-35F8-EBBF-3BAB184B0400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42" name="Input_receptor__1612">
              <a:extLst>
                <a:ext uri="{FF2B5EF4-FFF2-40B4-BE49-F238E27FC236}">
                  <a16:creationId xmlns:a16="http://schemas.microsoft.com/office/drawing/2014/main" id="{BF673A41-B789-AF5F-6946-1458EB727889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43" name="Input_receptor__1613">
              <a:extLst>
                <a:ext uri="{FF2B5EF4-FFF2-40B4-BE49-F238E27FC236}">
                  <a16:creationId xmlns:a16="http://schemas.microsoft.com/office/drawing/2014/main" id="{168C5BBD-DEAF-BA8B-6AE1-8ABE10F52808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44" name="Input_receptor__1614">
              <a:extLst>
                <a:ext uri="{FF2B5EF4-FFF2-40B4-BE49-F238E27FC236}">
                  <a16:creationId xmlns:a16="http://schemas.microsoft.com/office/drawing/2014/main" id="{AABDF576-4419-8A67-34C9-38D0E58C202A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45" name="Input_receptor__1615">
              <a:extLst>
                <a:ext uri="{FF2B5EF4-FFF2-40B4-BE49-F238E27FC236}">
                  <a16:creationId xmlns:a16="http://schemas.microsoft.com/office/drawing/2014/main" id="{EB0CF58A-C011-2D99-29DC-50205CEEB95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46" name="Input_receptor__1616">
              <a:extLst>
                <a:ext uri="{FF2B5EF4-FFF2-40B4-BE49-F238E27FC236}">
                  <a16:creationId xmlns:a16="http://schemas.microsoft.com/office/drawing/2014/main" id="{CB162072-19DD-E869-45C5-4236434F4FF5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47" name="Input_receptor__1617">
              <a:extLst>
                <a:ext uri="{FF2B5EF4-FFF2-40B4-BE49-F238E27FC236}">
                  <a16:creationId xmlns:a16="http://schemas.microsoft.com/office/drawing/2014/main" id="{A677785D-A319-661A-CD80-DF8D3BE60079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48" name="Input_receptor__1618">
              <a:extLst>
                <a:ext uri="{FF2B5EF4-FFF2-40B4-BE49-F238E27FC236}">
                  <a16:creationId xmlns:a16="http://schemas.microsoft.com/office/drawing/2014/main" id="{CA23DBF4-D919-3429-195C-887E8B9EE73B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49" name="Input_receptor__1619">
              <a:extLst>
                <a:ext uri="{FF2B5EF4-FFF2-40B4-BE49-F238E27FC236}">
                  <a16:creationId xmlns:a16="http://schemas.microsoft.com/office/drawing/2014/main" id="{FE83E5FF-7E09-5FE3-5E4D-CA48111D0AF7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50" name="Input_receptor__1620">
              <a:extLst>
                <a:ext uri="{FF2B5EF4-FFF2-40B4-BE49-F238E27FC236}">
                  <a16:creationId xmlns:a16="http://schemas.microsoft.com/office/drawing/2014/main" id="{DA866EAD-1CFA-78B7-A21E-81C0286BFB66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51" name="Input_receptor__1621">
              <a:extLst>
                <a:ext uri="{FF2B5EF4-FFF2-40B4-BE49-F238E27FC236}">
                  <a16:creationId xmlns:a16="http://schemas.microsoft.com/office/drawing/2014/main" id="{DA5E2645-76FC-B9C7-5D42-4183548AF983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52" name="Input_receptor__1622">
              <a:extLst>
                <a:ext uri="{FF2B5EF4-FFF2-40B4-BE49-F238E27FC236}">
                  <a16:creationId xmlns:a16="http://schemas.microsoft.com/office/drawing/2014/main" id="{5BAF8EC8-7B60-DB6F-5BDA-35E517D07F18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53" name="Input_receptor__1623">
              <a:extLst>
                <a:ext uri="{FF2B5EF4-FFF2-40B4-BE49-F238E27FC236}">
                  <a16:creationId xmlns:a16="http://schemas.microsoft.com/office/drawing/2014/main" id="{F3AFD5C5-A483-587F-CF86-2ED0D530F78F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54" name="Input_receptor__1624">
              <a:extLst>
                <a:ext uri="{FF2B5EF4-FFF2-40B4-BE49-F238E27FC236}">
                  <a16:creationId xmlns:a16="http://schemas.microsoft.com/office/drawing/2014/main" id="{609DB254-189E-33C3-AC65-BCF7B320E4F7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55" name="Input_receptor__1625">
              <a:extLst>
                <a:ext uri="{FF2B5EF4-FFF2-40B4-BE49-F238E27FC236}">
                  <a16:creationId xmlns:a16="http://schemas.microsoft.com/office/drawing/2014/main" id="{CBD9CFAA-C7D5-57A5-D421-E93263562F6D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56" name="Input_receptor__1626">
              <a:extLst>
                <a:ext uri="{FF2B5EF4-FFF2-40B4-BE49-F238E27FC236}">
                  <a16:creationId xmlns:a16="http://schemas.microsoft.com/office/drawing/2014/main" id="{7110D45F-5C67-6817-8140-1A4A298D8F26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57" name="Input_receptor__1627">
              <a:extLst>
                <a:ext uri="{FF2B5EF4-FFF2-40B4-BE49-F238E27FC236}">
                  <a16:creationId xmlns:a16="http://schemas.microsoft.com/office/drawing/2014/main" id="{A2AC180A-1B7E-1C53-DD52-42C9EA1E39E6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58" name="Input_receptor__1628">
              <a:extLst>
                <a:ext uri="{FF2B5EF4-FFF2-40B4-BE49-F238E27FC236}">
                  <a16:creationId xmlns:a16="http://schemas.microsoft.com/office/drawing/2014/main" id="{FBED73EE-9336-F849-9FC5-DBFB252BD21F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59" name="Input_receptor__1629">
              <a:extLst>
                <a:ext uri="{FF2B5EF4-FFF2-40B4-BE49-F238E27FC236}">
                  <a16:creationId xmlns:a16="http://schemas.microsoft.com/office/drawing/2014/main" id="{1E4FA40D-F951-E192-8FDF-02BB9339E543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60" name="Input_receptor__1630">
              <a:extLst>
                <a:ext uri="{FF2B5EF4-FFF2-40B4-BE49-F238E27FC236}">
                  <a16:creationId xmlns:a16="http://schemas.microsoft.com/office/drawing/2014/main" id="{81C2BDF6-B479-2B21-C891-0A67F4FB8121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61" name="Input_receptor__1631">
              <a:extLst>
                <a:ext uri="{FF2B5EF4-FFF2-40B4-BE49-F238E27FC236}">
                  <a16:creationId xmlns:a16="http://schemas.microsoft.com/office/drawing/2014/main" id="{D2EECB30-10C3-BD1C-AF18-1FE7AC9BECD3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62" name="Input_receptor__1632">
              <a:extLst>
                <a:ext uri="{FF2B5EF4-FFF2-40B4-BE49-F238E27FC236}">
                  <a16:creationId xmlns:a16="http://schemas.microsoft.com/office/drawing/2014/main" id="{37A93A0A-48DA-78AF-D55A-A7EFB682C319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63" name="Input_receptor__1633">
              <a:extLst>
                <a:ext uri="{FF2B5EF4-FFF2-40B4-BE49-F238E27FC236}">
                  <a16:creationId xmlns:a16="http://schemas.microsoft.com/office/drawing/2014/main" id="{AF241899-1466-5FB4-781D-D94147C515E0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64" name="Input_receptor__1634">
              <a:extLst>
                <a:ext uri="{FF2B5EF4-FFF2-40B4-BE49-F238E27FC236}">
                  <a16:creationId xmlns:a16="http://schemas.microsoft.com/office/drawing/2014/main" id="{367F7309-284B-26AF-D14F-023BA3DDAA2E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65" name="Input_receptor__1635">
              <a:extLst>
                <a:ext uri="{FF2B5EF4-FFF2-40B4-BE49-F238E27FC236}">
                  <a16:creationId xmlns:a16="http://schemas.microsoft.com/office/drawing/2014/main" id="{401AECFA-1B43-CDC4-9BEB-D42DFB27B9D5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66" name="Input_receptor__1636">
              <a:extLst>
                <a:ext uri="{FF2B5EF4-FFF2-40B4-BE49-F238E27FC236}">
                  <a16:creationId xmlns:a16="http://schemas.microsoft.com/office/drawing/2014/main" id="{3E65D046-C3E6-3476-30B6-92F1C8872F24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67" name="Input_receptor__1637">
              <a:extLst>
                <a:ext uri="{FF2B5EF4-FFF2-40B4-BE49-F238E27FC236}">
                  <a16:creationId xmlns:a16="http://schemas.microsoft.com/office/drawing/2014/main" id="{23159F1E-AB12-840E-9EDF-BA827DE9B6A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68" name="Input_receptor__1638">
              <a:extLst>
                <a:ext uri="{FF2B5EF4-FFF2-40B4-BE49-F238E27FC236}">
                  <a16:creationId xmlns:a16="http://schemas.microsoft.com/office/drawing/2014/main" id="{5D406708-6F8B-066D-BEB1-A61BDEED061E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69" name="Input_receptor__1639">
              <a:extLst>
                <a:ext uri="{FF2B5EF4-FFF2-40B4-BE49-F238E27FC236}">
                  <a16:creationId xmlns:a16="http://schemas.microsoft.com/office/drawing/2014/main" id="{A4359902-1A62-CEAD-CC96-8121AFB847C3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70" name="Input_receptor__1640">
              <a:extLst>
                <a:ext uri="{FF2B5EF4-FFF2-40B4-BE49-F238E27FC236}">
                  <a16:creationId xmlns:a16="http://schemas.microsoft.com/office/drawing/2014/main" id="{D9B4F4BA-184E-B40C-9F0D-4082ACC25337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3471" name="Input_receptor__1641">
              <a:extLst>
                <a:ext uri="{FF2B5EF4-FFF2-40B4-BE49-F238E27FC236}">
                  <a16:creationId xmlns:a16="http://schemas.microsoft.com/office/drawing/2014/main" id="{D6EFA997-1427-4A6F-1DC1-B1CE374EE70A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3472" name="Input_receptor__1642">
              <a:extLst>
                <a:ext uri="{FF2B5EF4-FFF2-40B4-BE49-F238E27FC236}">
                  <a16:creationId xmlns:a16="http://schemas.microsoft.com/office/drawing/2014/main" id="{2660DC43-9AAC-FC61-6EB3-E784EBA5BC7F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3473" name="Input_receptor__1643">
              <a:extLst>
                <a:ext uri="{FF2B5EF4-FFF2-40B4-BE49-F238E27FC236}">
                  <a16:creationId xmlns:a16="http://schemas.microsoft.com/office/drawing/2014/main" id="{04C2FB37-E33D-BC23-D73A-AE9F30ED604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3474" name="Input_receptor__1644">
              <a:extLst>
                <a:ext uri="{FF2B5EF4-FFF2-40B4-BE49-F238E27FC236}">
                  <a16:creationId xmlns:a16="http://schemas.microsoft.com/office/drawing/2014/main" id="{38F8D2CE-F9BE-575F-B984-79C628734358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75" name="Input_receptor__1645">
              <a:extLst>
                <a:ext uri="{FF2B5EF4-FFF2-40B4-BE49-F238E27FC236}">
                  <a16:creationId xmlns:a16="http://schemas.microsoft.com/office/drawing/2014/main" id="{A41736B8-4F37-3A09-66D0-BDE7B44CF403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76" name="Input_receptor__1646">
              <a:extLst>
                <a:ext uri="{FF2B5EF4-FFF2-40B4-BE49-F238E27FC236}">
                  <a16:creationId xmlns:a16="http://schemas.microsoft.com/office/drawing/2014/main" id="{BB469F7C-904E-2B09-4126-EE96C94687C0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77" name="Input_receptor__1647">
              <a:extLst>
                <a:ext uri="{FF2B5EF4-FFF2-40B4-BE49-F238E27FC236}">
                  <a16:creationId xmlns:a16="http://schemas.microsoft.com/office/drawing/2014/main" id="{77AE36EE-D48D-4DE0-E817-D10EF56C411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78" name="Input_receptor__1648">
              <a:extLst>
                <a:ext uri="{FF2B5EF4-FFF2-40B4-BE49-F238E27FC236}">
                  <a16:creationId xmlns:a16="http://schemas.microsoft.com/office/drawing/2014/main" id="{E9F4EB04-3EA6-809B-5BB0-78EB2E81101A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79" name="Input_receptor__1649">
              <a:extLst>
                <a:ext uri="{FF2B5EF4-FFF2-40B4-BE49-F238E27FC236}">
                  <a16:creationId xmlns:a16="http://schemas.microsoft.com/office/drawing/2014/main" id="{505F8BA4-ED7D-C0E7-5631-D1DF5CFADF6C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80" name="Input_receptor__1650">
              <a:extLst>
                <a:ext uri="{FF2B5EF4-FFF2-40B4-BE49-F238E27FC236}">
                  <a16:creationId xmlns:a16="http://schemas.microsoft.com/office/drawing/2014/main" id="{64BA6D58-3532-9DD3-579B-467788A8D9A4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81" name="Input_receptor__1651">
              <a:extLst>
                <a:ext uri="{FF2B5EF4-FFF2-40B4-BE49-F238E27FC236}">
                  <a16:creationId xmlns:a16="http://schemas.microsoft.com/office/drawing/2014/main" id="{10AAC440-BF8A-EE43-BB66-C76903B173D3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82" name="Input_receptor__1652">
              <a:extLst>
                <a:ext uri="{FF2B5EF4-FFF2-40B4-BE49-F238E27FC236}">
                  <a16:creationId xmlns:a16="http://schemas.microsoft.com/office/drawing/2014/main" id="{94F4F65D-2335-6547-6EF1-930D67482D1E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83" name="Input_receptor__1653">
              <a:extLst>
                <a:ext uri="{FF2B5EF4-FFF2-40B4-BE49-F238E27FC236}">
                  <a16:creationId xmlns:a16="http://schemas.microsoft.com/office/drawing/2014/main" id="{1ACDAC69-A9D2-6472-3D7D-3525286C7B87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84" name="Input_receptor__1654">
              <a:extLst>
                <a:ext uri="{FF2B5EF4-FFF2-40B4-BE49-F238E27FC236}">
                  <a16:creationId xmlns:a16="http://schemas.microsoft.com/office/drawing/2014/main" id="{4D5EA73D-D04B-21D7-145C-F0316C270E3E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85" name="Input_receptor__1655">
              <a:extLst>
                <a:ext uri="{FF2B5EF4-FFF2-40B4-BE49-F238E27FC236}">
                  <a16:creationId xmlns:a16="http://schemas.microsoft.com/office/drawing/2014/main" id="{7F71A515-72DD-048E-526F-0EE0E2099F36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86" name="Input_receptor__1656">
              <a:extLst>
                <a:ext uri="{FF2B5EF4-FFF2-40B4-BE49-F238E27FC236}">
                  <a16:creationId xmlns:a16="http://schemas.microsoft.com/office/drawing/2014/main" id="{77B13535-E1FC-095E-4BBE-7961A0584891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87" name="Input_receptor__1657">
              <a:extLst>
                <a:ext uri="{FF2B5EF4-FFF2-40B4-BE49-F238E27FC236}">
                  <a16:creationId xmlns:a16="http://schemas.microsoft.com/office/drawing/2014/main" id="{4026DDA3-9138-8ECF-86BE-E05A6B36EC55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88" name="Input_receptor__1658">
              <a:extLst>
                <a:ext uri="{FF2B5EF4-FFF2-40B4-BE49-F238E27FC236}">
                  <a16:creationId xmlns:a16="http://schemas.microsoft.com/office/drawing/2014/main" id="{B073FD85-69BC-27CD-1BE0-FAECEDB72DC6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89" name="Input_receptor__1659">
              <a:extLst>
                <a:ext uri="{FF2B5EF4-FFF2-40B4-BE49-F238E27FC236}">
                  <a16:creationId xmlns:a16="http://schemas.microsoft.com/office/drawing/2014/main" id="{AE3B9E50-24E5-EB42-FE9C-9E77F0637D29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90" name="Input_receptor__1660">
              <a:extLst>
                <a:ext uri="{FF2B5EF4-FFF2-40B4-BE49-F238E27FC236}">
                  <a16:creationId xmlns:a16="http://schemas.microsoft.com/office/drawing/2014/main" id="{8B7BEBB2-DE5A-EB30-9297-9AE28EAE6B76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91" name="Input_receptor__1661">
              <a:extLst>
                <a:ext uri="{FF2B5EF4-FFF2-40B4-BE49-F238E27FC236}">
                  <a16:creationId xmlns:a16="http://schemas.microsoft.com/office/drawing/2014/main" id="{059F7398-6C63-A34D-CC8D-DEEA4FA96F27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92" name="Input_receptor__1662">
              <a:extLst>
                <a:ext uri="{FF2B5EF4-FFF2-40B4-BE49-F238E27FC236}">
                  <a16:creationId xmlns:a16="http://schemas.microsoft.com/office/drawing/2014/main" id="{BBFF3A56-DEE1-1D64-585C-93E4F86FAB0D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93" name="Input_receptor__1663">
              <a:extLst>
                <a:ext uri="{FF2B5EF4-FFF2-40B4-BE49-F238E27FC236}">
                  <a16:creationId xmlns:a16="http://schemas.microsoft.com/office/drawing/2014/main" id="{B261BBC7-EAB3-0019-49CE-F895309B9043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94" name="Input_receptor__1664">
              <a:extLst>
                <a:ext uri="{FF2B5EF4-FFF2-40B4-BE49-F238E27FC236}">
                  <a16:creationId xmlns:a16="http://schemas.microsoft.com/office/drawing/2014/main" id="{9260369A-4248-E108-923C-2EC706AF0ED6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3495" name="Input_receptor__1665">
              <a:extLst>
                <a:ext uri="{FF2B5EF4-FFF2-40B4-BE49-F238E27FC236}">
                  <a16:creationId xmlns:a16="http://schemas.microsoft.com/office/drawing/2014/main" id="{D607AACD-02D4-41D6-0638-35AD7131BE17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96" name="Input_receptor__1666">
              <a:extLst>
                <a:ext uri="{FF2B5EF4-FFF2-40B4-BE49-F238E27FC236}">
                  <a16:creationId xmlns:a16="http://schemas.microsoft.com/office/drawing/2014/main" id="{5EB0505E-FC0F-C164-3003-AF51F1DC2315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97" name="Input_receptor__1667">
              <a:extLst>
                <a:ext uri="{FF2B5EF4-FFF2-40B4-BE49-F238E27FC236}">
                  <a16:creationId xmlns:a16="http://schemas.microsoft.com/office/drawing/2014/main" id="{70F19AAB-7AFD-7B9E-B868-BB590970A8AD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3498" name="Input_receptor__1668">
              <a:extLst>
                <a:ext uri="{FF2B5EF4-FFF2-40B4-BE49-F238E27FC236}">
                  <a16:creationId xmlns:a16="http://schemas.microsoft.com/office/drawing/2014/main" id="{545182F1-F119-C868-95FD-B7E82CFDD6E8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3499" name="Input_receptor__1669">
              <a:extLst>
                <a:ext uri="{FF2B5EF4-FFF2-40B4-BE49-F238E27FC236}">
                  <a16:creationId xmlns:a16="http://schemas.microsoft.com/office/drawing/2014/main" id="{40F9AA45-F05D-8673-581A-8E300E01478C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3500" name="Input_receptor__1670">
              <a:extLst>
                <a:ext uri="{FF2B5EF4-FFF2-40B4-BE49-F238E27FC236}">
                  <a16:creationId xmlns:a16="http://schemas.microsoft.com/office/drawing/2014/main" id="{69D31EDF-B67E-EB8F-C392-01AB8070C820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3501" name="Input_receptor__1671">
              <a:extLst>
                <a:ext uri="{FF2B5EF4-FFF2-40B4-BE49-F238E27FC236}">
                  <a16:creationId xmlns:a16="http://schemas.microsoft.com/office/drawing/2014/main" id="{DFDB9908-7093-8686-1F38-7BE183323E26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3502" name="Input_receptor__1672">
              <a:extLst>
                <a:ext uri="{FF2B5EF4-FFF2-40B4-BE49-F238E27FC236}">
                  <a16:creationId xmlns:a16="http://schemas.microsoft.com/office/drawing/2014/main" id="{01558902-A95F-FF56-3F32-F7865188F1D6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3503" name="Input_receptor__1673">
              <a:extLst>
                <a:ext uri="{FF2B5EF4-FFF2-40B4-BE49-F238E27FC236}">
                  <a16:creationId xmlns:a16="http://schemas.microsoft.com/office/drawing/2014/main" id="{78F45B25-0DD2-B40D-1910-903B4B49B6C7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3504" name="Input_receptor__1674">
              <a:extLst>
                <a:ext uri="{FF2B5EF4-FFF2-40B4-BE49-F238E27FC236}">
                  <a16:creationId xmlns:a16="http://schemas.microsoft.com/office/drawing/2014/main" id="{D5A0B29E-278B-B5B8-8C49-87126DB0E19A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3505" name="Input_receptor__1675">
              <a:extLst>
                <a:ext uri="{FF2B5EF4-FFF2-40B4-BE49-F238E27FC236}">
                  <a16:creationId xmlns:a16="http://schemas.microsoft.com/office/drawing/2014/main" id="{EEBCA6A7-44A0-C9D7-E632-FCA67B99F538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3506" name="Input_receptor__1676">
              <a:extLst>
                <a:ext uri="{FF2B5EF4-FFF2-40B4-BE49-F238E27FC236}">
                  <a16:creationId xmlns:a16="http://schemas.microsoft.com/office/drawing/2014/main" id="{5BE48F10-E652-B7AD-6B5A-49010F65A625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3507" name="Input_receptor__1677">
              <a:extLst>
                <a:ext uri="{FF2B5EF4-FFF2-40B4-BE49-F238E27FC236}">
                  <a16:creationId xmlns:a16="http://schemas.microsoft.com/office/drawing/2014/main" id="{C760E13A-20B5-CD09-23B0-7D82A0832B1A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3508" name="Input_receptor__1678">
              <a:extLst>
                <a:ext uri="{FF2B5EF4-FFF2-40B4-BE49-F238E27FC236}">
                  <a16:creationId xmlns:a16="http://schemas.microsoft.com/office/drawing/2014/main" id="{4B7C8E9D-FE09-0D8C-7C11-43A87824CAB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3509" name="Input_receptor__1679">
              <a:extLst>
                <a:ext uri="{FF2B5EF4-FFF2-40B4-BE49-F238E27FC236}">
                  <a16:creationId xmlns:a16="http://schemas.microsoft.com/office/drawing/2014/main" id="{84144CAE-3DB0-3A18-592B-8F873230CEDC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0" name="Input_receptor__1680">
              <a:extLst>
                <a:ext uri="{FF2B5EF4-FFF2-40B4-BE49-F238E27FC236}">
                  <a16:creationId xmlns:a16="http://schemas.microsoft.com/office/drawing/2014/main" id="{53A97319-1A84-0EA1-144B-70A0C545DDEB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1" name="Input_receptor__1681">
              <a:extLst>
                <a:ext uri="{FF2B5EF4-FFF2-40B4-BE49-F238E27FC236}">
                  <a16:creationId xmlns:a16="http://schemas.microsoft.com/office/drawing/2014/main" id="{7096005F-B2A8-98FC-3548-35A89998BF7F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2" name="Input_receptor__1682">
              <a:extLst>
                <a:ext uri="{FF2B5EF4-FFF2-40B4-BE49-F238E27FC236}">
                  <a16:creationId xmlns:a16="http://schemas.microsoft.com/office/drawing/2014/main" id="{7D483688-BD68-5FE6-865A-08D4423F7392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3" name="Input_receptor__1683">
              <a:extLst>
                <a:ext uri="{FF2B5EF4-FFF2-40B4-BE49-F238E27FC236}">
                  <a16:creationId xmlns:a16="http://schemas.microsoft.com/office/drawing/2014/main" id="{377B8C37-9709-EA18-33AD-0C5279164B5A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4" name="Input_receptor__1684">
              <a:extLst>
                <a:ext uri="{FF2B5EF4-FFF2-40B4-BE49-F238E27FC236}">
                  <a16:creationId xmlns:a16="http://schemas.microsoft.com/office/drawing/2014/main" id="{E6A046E5-4A78-BDC6-7D15-0C6B2BBED6E3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5" name="Input_receptor__1685">
              <a:extLst>
                <a:ext uri="{FF2B5EF4-FFF2-40B4-BE49-F238E27FC236}">
                  <a16:creationId xmlns:a16="http://schemas.microsoft.com/office/drawing/2014/main" id="{CC6C6732-BF04-D0D8-6556-0E242CB26FFD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16" name="Input_receptor__1686">
              <a:extLst>
                <a:ext uri="{FF2B5EF4-FFF2-40B4-BE49-F238E27FC236}">
                  <a16:creationId xmlns:a16="http://schemas.microsoft.com/office/drawing/2014/main" id="{E4335308-8DCC-9CBA-FC76-64C2BF66AE3A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7" name="Input_receptor__1687">
              <a:extLst>
                <a:ext uri="{FF2B5EF4-FFF2-40B4-BE49-F238E27FC236}">
                  <a16:creationId xmlns:a16="http://schemas.microsoft.com/office/drawing/2014/main" id="{9ED6AF7D-C2B0-A87E-2F83-12996814E286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18" name="Input_receptor__1688">
              <a:extLst>
                <a:ext uri="{FF2B5EF4-FFF2-40B4-BE49-F238E27FC236}">
                  <a16:creationId xmlns:a16="http://schemas.microsoft.com/office/drawing/2014/main" id="{C5B0C6BB-D68A-5BA8-9C0F-E8CB9BFE7FF8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19" name="Input_receptor__1689">
              <a:extLst>
                <a:ext uri="{FF2B5EF4-FFF2-40B4-BE49-F238E27FC236}">
                  <a16:creationId xmlns:a16="http://schemas.microsoft.com/office/drawing/2014/main" id="{8EEFD154-935F-4C78-A92D-5FF371EB3951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20" name="Input_receptor__1690">
              <a:extLst>
                <a:ext uri="{FF2B5EF4-FFF2-40B4-BE49-F238E27FC236}">
                  <a16:creationId xmlns:a16="http://schemas.microsoft.com/office/drawing/2014/main" id="{EC111C18-B64C-1907-95DB-3BB6878F997F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21" name="Input_receptor__1691">
              <a:extLst>
                <a:ext uri="{FF2B5EF4-FFF2-40B4-BE49-F238E27FC236}">
                  <a16:creationId xmlns:a16="http://schemas.microsoft.com/office/drawing/2014/main" id="{17F8069F-35F6-91D6-3F22-9746EE823010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22" name="Input_receptor__1692">
              <a:extLst>
                <a:ext uri="{FF2B5EF4-FFF2-40B4-BE49-F238E27FC236}">
                  <a16:creationId xmlns:a16="http://schemas.microsoft.com/office/drawing/2014/main" id="{DB75993B-2129-8ED8-55D6-510C82970F2E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23" name="Input_receptor__1693">
              <a:extLst>
                <a:ext uri="{FF2B5EF4-FFF2-40B4-BE49-F238E27FC236}">
                  <a16:creationId xmlns:a16="http://schemas.microsoft.com/office/drawing/2014/main" id="{8E01A074-9BB0-6544-FF6C-74ABB25CB59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24" name="Input_receptor__1694">
              <a:extLst>
                <a:ext uri="{FF2B5EF4-FFF2-40B4-BE49-F238E27FC236}">
                  <a16:creationId xmlns:a16="http://schemas.microsoft.com/office/drawing/2014/main" id="{F164306E-DE3A-69B7-339A-7A30E7B2FCB8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25" name="Input_receptor__1695">
              <a:extLst>
                <a:ext uri="{FF2B5EF4-FFF2-40B4-BE49-F238E27FC236}">
                  <a16:creationId xmlns:a16="http://schemas.microsoft.com/office/drawing/2014/main" id="{1CC646DE-E812-27AC-A5AF-1A2234133032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26" name="Input_receptor__1696">
              <a:extLst>
                <a:ext uri="{FF2B5EF4-FFF2-40B4-BE49-F238E27FC236}">
                  <a16:creationId xmlns:a16="http://schemas.microsoft.com/office/drawing/2014/main" id="{E3D09611-AA8B-597F-4BCD-37B4C2930F14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27" name="Input_receptor__1697">
              <a:extLst>
                <a:ext uri="{FF2B5EF4-FFF2-40B4-BE49-F238E27FC236}">
                  <a16:creationId xmlns:a16="http://schemas.microsoft.com/office/drawing/2014/main" id="{DF6C9E5B-64C8-3B91-9E6B-03E3C88EAAC7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28" name="Input_receptor__1698">
              <a:extLst>
                <a:ext uri="{FF2B5EF4-FFF2-40B4-BE49-F238E27FC236}">
                  <a16:creationId xmlns:a16="http://schemas.microsoft.com/office/drawing/2014/main" id="{36E51097-F405-A204-262F-9CD58FA90880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29" name="Input_receptor__1699">
              <a:extLst>
                <a:ext uri="{FF2B5EF4-FFF2-40B4-BE49-F238E27FC236}">
                  <a16:creationId xmlns:a16="http://schemas.microsoft.com/office/drawing/2014/main" id="{99E6A6FB-7449-D498-2FA0-42BC5A32F424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30" name="Input_receptor__1700">
              <a:extLst>
                <a:ext uri="{FF2B5EF4-FFF2-40B4-BE49-F238E27FC236}">
                  <a16:creationId xmlns:a16="http://schemas.microsoft.com/office/drawing/2014/main" id="{F4B1DD44-852D-E72C-7A4E-5BAAFA4E3EA1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31" name="Input_receptor__1701">
              <a:extLst>
                <a:ext uri="{FF2B5EF4-FFF2-40B4-BE49-F238E27FC236}">
                  <a16:creationId xmlns:a16="http://schemas.microsoft.com/office/drawing/2014/main" id="{937DF3D3-3545-FC32-7DEF-4360D09B5E27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32" name="Input_receptor__1702">
              <a:extLst>
                <a:ext uri="{FF2B5EF4-FFF2-40B4-BE49-F238E27FC236}">
                  <a16:creationId xmlns:a16="http://schemas.microsoft.com/office/drawing/2014/main" id="{36F4BA12-8625-A144-2F88-1CC17B49D94E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33" name="Input_receptor__1703">
              <a:extLst>
                <a:ext uri="{FF2B5EF4-FFF2-40B4-BE49-F238E27FC236}">
                  <a16:creationId xmlns:a16="http://schemas.microsoft.com/office/drawing/2014/main" id="{6123658E-9403-0271-0C63-625B9820CC11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3534" name="Input_receptor__1704">
              <a:extLst>
                <a:ext uri="{FF2B5EF4-FFF2-40B4-BE49-F238E27FC236}">
                  <a16:creationId xmlns:a16="http://schemas.microsoft.com/office/drawing/2014/main" id="{2AE658E4-6EA7-C82A-97CE-F35332AE393B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3535" name="Input_receptor__1705">
              <a:extLst>
                <a:ext uri="{FF2B5EF4-FFF2-40B4-BE49-F238E27FC236}">
                  <a16:creationId xmlns:a16="http://schemas.microsoft.com/office/drawing/2014/main" id="{D0E82F78-A84A-3B75-3053-B2F6B54EAECF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3536" name="Input_receptor__1706">
              <a:extLst>
                <a:ext uri="{FF2B5EF4-FFF2-40B4-BE49-F238E27FC236}">
                  <a16:creationId xmlns:a16="http://schemas.microsoft.com/office/drawing/2014/main" id="{8A17F7A0-5010-D2C2-225A-5A727B3ABC8D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3537" name="Input_receptor__1707">
              <a:extLst>
                <a:ext uri="{FF2B5EF4-FFF2-40B4-BE49-F238E27FC236}">
                  <a16:creationId xmlns:a16="http://schemas.microsoft.com/office/drawing/2014/main" id="{32BF4A0B-E45F-2587-52B1-5049E4350998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3538" name="Input_receptor__1708">
              <a:extLst>
                <a:ext uri="{FF2B5EF4-FFF2-40B4-BE49-F238E27FC236}">
                  <a16:creationId xmlns:a16="http://schemas.microsoft.com/office/drawing/2014/main" id="{4DDE9A9B-4483-874E-D2D0-15431A992312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3539" name="Input_receptor__1709">
              <a:extLst>
                <a:ext uri="{FF2B5EF4-FFF2-40B4-BE49-F238E27FC236}">
                  <a16:creationId xmlns:a16="http://schemas.microsoft.com/office/drawing/2014/main" id="{8E05EC0B-7B2D-E3F5-60B5-941DB2520031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3540" name="Input_receptor__1710">
              <a:extLst>
                <a:ext uri="{FF2B5EF4-FFF2-40B4-BE49-F238E27FC236}">
                  <a16:creationId xmlns:a16="http://schemas.microsoft.com/office/drawing/2014/main" id="{740D2FE5-EBA5-C743-A31F-D529CB9D2147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3541" name="Input_receptor__1711">
              <a:extLst>
                <a:ext uri="{FF2B5EF4-FFF2-40B4-BE49-F238E27FC236}">
                  <a16:creationId xmlns:a16="http://schemas.microsoft.com/office/drawing/2014/main" id="{60530EC3-BAD8-B24E-1BA1-FBB049459C46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3542" name="Input_receptor__1712">
              <a:extLst>
                <a:ext uri="{FF2B5EF4-FFF2-40B4-BE49-F238E27FC236}">
                  <a16:creationId xmlns:a16="http://schemas.microsoft.com/office/drawing/2014/main" id="{0515C92F-7BAD-8D90-2332-3E9D25524E52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3543" name="Input_receptor__1713">
              <a:extLst>
                <a:ext uri="{FF2B5EF4-FFF2-40B4-BE49-F238E27FC236}">
                  <a16:creationId xmlns:a16="http://schemas.microsoft.com/office/drawing/2014/main" id="{152E2E9B-3525-C690-0F57-0ED854A64C63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3544" name="Input_receptor__1714">
              <a:extLst>
                <a:ext uri="{FF2B5EF4-FFF2-40B4-BE49-F238E27FC236}">
                  <a16:creationId xmlns:a16="http://schemas.microsoft.com/office/drawing/2014/main" id="{0D6581DC-D34A-759B-CD7D-20233FB52846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3545" name="Input_receptor__1715">
              <a:extLst>
                <a:ext uri="{FF2B5EF4-FFF2-40B4-BE49-F238E27FC236}">
                  <a16:creationId xmlns:a16="http://schemas.microsoft.com/office/drawing/2014/main" id="{DAA44DF7-206B-4959-4873-43795293EA2E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3546" name="Input_receptor__1716">
              <a:extLst>
                <a:ext uri="{FF2B5EF4-FFF2-40B4-BE49-F238E27FC236}">
                  <a16:creationId xmlns:a16="http://schemas.microsoft.com/office/drawing/2014/main" id="{52BA106C-8D90-E039-3BC0-554FDCFE7CE4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3547" name="Input_receptor__1717">
              <a:extLst>
                <a:ext uri="{FF2B5EF4-FFF2-40B4-BE49-F238E27FC236}">
                  <a16:creationId xmlns:a16="http://schemas.microsoft.com/office/drawing/2014/main" id="{A1509473-9721-C410-596D-12111DA4030F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3548" name="Input_receptor__1718">
              <a:extLst>
                <a:ext uri="{FF2B5EF4-FFF2-40B4-BE49-F238E27FC236}">
                  <a16:creationId xmlns:a16="http://schemas.microsoft.com/office/drawing/2014/main" id="{1DF256C9-CA26-1537-A08E-7C9CA0AA4DB7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3549" name="Input_receptor__1719">
              <a:extLst>
                <a:ext uri="{FF2B5EF4-FFF2-40B4-BE49-F238E27FC236}">
                  <a16:creationId xmlns:a16="http://schemas.microsoft.com/office/drawing/2014/main" id="{022E416F-EF01-6D0C-F012-1F4F2C3F6F69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50" name="Input_receptor__1720">
              <a:extLst>
                <a:ext uri="{FF2B5EF4-FFF2-40B4-BE49-F238E27FC236}">
                  <a16:creationId xmlns:a16="http://schemas.microsoft.com/office/drawing/2014/main" id="{97FA3E53-4BFF-5823-0FAC-BC728211CBFE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51" name="Input_receptor__1721">
              <a:extLst>
                <a:ext uri="{FF2B5EF4-FFF2-40B4-BE49-F238E27FC236}">
                  <a16:creationId xmlns:a16="http://schemas.microsoft.com/office/drawing/2014/main" id="{208F6B3B-7E03-9304-D86C-4ED3BE36AB49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52" name="Input_receptor__1722">
              <a:extLst>
                <a:ext uri="{FF2B5EF4-FFF2-40B4-BE49-F238E27FC236}">
                  <a16:creationId xmlns:a16="http://schemas.microsoft.com/office/drawing/2014/main" id="{212478A7-B00B-22B3-315D-E83140D2129E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3553" name="Input_receptor__1723">
              <a:extLst>
                <a:ext uri="{FF2B5EF4-FFF2-40B4-BE49-F238E27FC236}">
                  <a16:creationId xmlns:a16="http://schemas.microsoft.com/office/drawing/2014/main" id="{CA320F93-500E-5FB2-BFC0-DC2E725747B7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3554" name="Input_receptor__1724">
              <a:extLst>
                <a:ext uri="{FF2B5EF4-FFF2-40B4-BE49-F238E27FC236}">
                  <a16:creationId xmlns:a16="http://schemas.microsoft.com/office/drawing/2014/main" id="{ECAEC5F4-2B89-C407-8E2A-740419A16203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3555" name="Input_receptor__1725">
              <a:extLst>
                <a:ext uri="{FF2B5EF4-FFF2-40B4-BE49-F238E27FC236}">
                  <a16:creationId xmlns:a16="http://schemas.microsoft.com/office/drawing/2014/main" id="{C3799119-0D9B-1E89-AE74-A75C98F7A4C4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3556" name="Input_receptor__1726">
              <a:extLst>
                <a:ext uri="{FF2B5EF4-FFF2-40B4-BE49-F238E27FC236}">
                  <a16:creationId xmlns:a16="http://schemas.microsoft.com/office/drawing/2014/main" id="{39390061-00AE-D951-B01C-63AB3D2D7E7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3557" name="Input_receptor__1727">
              <a:extLst>
                <a:ext uri="{FF2B5EF4-FFF2-40B4-BE49-F238E27FC236}">
                  <a16:creationId xmlns:a16="http://schemas.microsoft.com/office/drawing/2014/main" id="{6DCB90B5-2BCE-3A2E-AB1A-2CD237BB6295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58" name="Input_receptor__1728">
              <a:extLst>
                <a:ext uri="{FF2B5EF4-FFF2-40B4-BE49-F238E27FC236}">
                  <a16:creationId xmlns:a16="http://schemas.microsoft.com/office/drawing/2014/main" id="{3D8143D9-C147-5DEC-EF6B-52EB2E0E87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3559" name="Input_receptor__1729">
              <a:extLst>
                <a:ext uri="{FF2B5EF4-FFF2-40B4-BE49-F238E27FC236}">
                  <a16:creationId xmlns:a16="http://schemas.microsoft.com/office/drawing/2014/main" id="{978896EC-AEB9-D99E-64FF-D02AD0D5082F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60" name="Input_receptor__1730">
              <a:extLst>
                <a:ext uri="{FF2B5EF4-FFF2-40B4-BE49-F238E27FC236}">
                  <a16:creationId xmlns:a16="http://schemas.microsoft.com/office/drawing/2014/main" id="{6715152E-5B60-452C-7FA8-86AC65B4E462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61" name="Input_receptor__1731">
              <a:extLst>
                <a:ext uri="{FF2B5EF4-FFF2-40B4-BE49-F238E27FC236}">
                  <a16:creationId xmlns:a16="http://schemas.microsoft.com/office/drawing/2014/main" id="{81BF6846-FECB-8866-458A-F538FE26B969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62" name="Input_receptor__1732">
              <a:extLst>
                <a:ext uri="{FF2B5EF4-FFF2-40B4-BE49-F238E27FC236}">
                  <a16:creationId xmlns:a16="http://schemas.microsoft.com/office/drawing/2014/main" id="{8F3682B9-FB1C-9275-4FFA-E6A32FABF294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63" name="Input_receptor__1733">
              <a:extLst>
                <a:ext uri="{FF2B5EF4-FFF2-40B4-BE49-F238E27FC236}">
                  <a16:creationId xmlns:a16="http://schemas.microsoft.com/office/drawing/2014/main" id="{FF8C8EC0-3A11-3E26-E26C-09FE0E297983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3564" name="Input_receptor__1734">
              <a:extLst>
                <a:ext uri="{FF2B5EF4-FFF2-40B4-BE49-F238E27FC236}">
                  <a16:creationId xmlns:a16="http://schemas.microsoft.com/office/drawing/2014/main" id="{3858E4F6-F7B7-2DE8-E5B3-2BAF3349E907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65" name="Input_receptor__1735">
              <a:extLst>
                <a:ext uri="{FF2B5EF4-FFF2-40B4-BE49-F238E27FC236}">
                  <a16:creationId xmlns:a16="http://schemas.microsoft.com/office/drawing/2014/main" id="{3F9EE57B-1B73-2D5B-2ACA-B17D6E8BA75D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66" name="Input_receptor__1736">
              <a:extLst>
                <a:ext uri="{FF2B5EF4-FFF2-40B4-BE49-F238E27FC236}">
                  <a16:creationId xmlns:a16="http://schemas.microsoft.com/office/drawing/2014/main" id="{9A94435A-CAF8-A5A2-EA3F-43DFA53E9AB4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67" name="Input_receptor__1737">
              <a:extLst>
                <a:ext uri="{FF2B5EF4-FFF2-40B4-BE49-F238E27FC236}">
                  <a16:creationId xmlns:a16="http://schemas.microsoft.com/office/drawing/2014/main" id="{AD48D22C-A3AB-3A20-19DA-3A54B1178958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3568" name="Input_receptor__1738">
              <a:extLst>
                <a:ext uri="{FF2B5EF4-FFF2-40B4-BE49-F238E27FC236}">
                  <a16:creationId xmlns:a16="http://schemas.microsoft.com/office/drawing/2014/main" id="{3D510737-9019-1618-580D-C8840DA71926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69" name="Input_receptor__1739">
              <a:extLst>
                <a:ext uri="{FF2B5EF4-FFF2-40B4-BE49-F238E27FC236}">
                  <a16:creationId xmlns:a16="http://schemas.microsoft.com/office/drawing/2014/main" id="{4560C557-2248-4ABA-60AB-B14D29C4E78E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70" name="Input_receptor__1740">
              <a:extLst>
                <a:ext uri="{FF2B5EF4-FFF2-40B4-BE49-F238E27FC236}">
                  <a16:creationId xmlns:a16="http://schemas.microsoft.com/office/drawing/2014/main" id="{1B2DD007-16C6-EB26-BDD5-E7D8184F7506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71" name="Input_receptor__1741">
              <a:extLst>
                <a:ext uri="{FF2B5EF4-FFF2-40B4-BE49-F238E27FC236}">
                  <a16:creationId xmlns:a16="http://schemas.microsoft.com/office/drawing/2014/main" id="{12FC2058-FDBE-CB66-35BE-E19A589CF05F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72" name="Input_receptor__1742">
              <a:extLst>
                <a:ext uri="{FF2B5EF4-FFF2-40B4-BE49-F238E27FC236}">
                  <a16:creationId xmlns:a16="http://schemas.microsoft.com/office/drawing/2014/main" id="{FBD309E6-113F-0122-C7B9-865BE76C9D33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3573" name="Input_receptor__1743">
              <a:extLst>
                <a:ext uri="{FF2B5EF4-FFF2-40B4-BE49-F238E27FC236}">
                  <a16:creationId xmlns:a16="http://schemas.microsoft.com/office/drawing/2014/main" id="{88F2D32B-D347-D317-CB1D-8B6BC49916BD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74" name="Input_receptor__1744">
              <a:extLst>
                <a:ext uri="{FF2B5EF4-FFF2-40B4-BE49-F238E27FC236}">
                  <a16:creationId xmlns:a16="http://schemas.microsoft.com/office/drawing/2014/main" id="{853729CD-5C74-A1A1-7127-DB17BF77CA70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3575" name="Input_receptor__1745">
              <a:extLst>
                <a:ext uri="{FF2B5EF4-FFF2-40B4-BE49-F238E27FC236}">
                  <a16:creationId xmlns:a16="http://schemas.microsoft.com/office/drawing/2014/main" id="{D8992C02-67ED-2EC4-DA1F-4903F822B914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76" name="Input_receptor__1746">
              <a:extLst>
                <a:ext uri="{FF2B5EF4-FFF2-40B4-BE49-F238E27FC236}">
                  <a16:creationId xmlns:a16="http://schemas.microsoft.com/office/drawing/2014/main" id="{6A5C7E88-E8ED-2E89-0E60-09EE16675586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77" name="Input_receptor__1747">
              <a:extLst>
                <a:ext uri="{FF2B5EF4-FFF2-40B4-BE49-F238E27FC236}">
                  <a16:creationId xmlns:a16="http://schemas.microsoft.com/office/drawing/2014/main" id="{326F7183-DA4A-EA2D-A511-914EBA59C683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3578" name="Input_receptor__1748">
              <a:extLst>
                <a:ext uri="{FF2B5EF4-FFF2-40B4-BE49-F238E27FC236}">
                  <a16:creationId xmlns:a16="http://schemas.microsoft.com/office/drawing/2014/main" id="{B323E191-55CA-E8B3-5581-65125D4C9FC5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3579" name="Input_receptor__1749">
              <a:extLst>
                <a:ext uri="{FF2B5EF4-FFF2-40B4-BE49-F238E27FC236}">
                  <a16:creationId xmlns:a16="http://schemas.microsoft.com/office/drawing/2014/main" id="{352257B6-3E49-3982-8B47-06E62ACFA766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3580" name="Input_receptor__1750">
              <a:extLst>
                <a:ext uri="{FF2B5EF4-FFF2-40B4-BE49-F238E27FC236}">
                  <a16:creationId xmlns:a16="http://schemas.microsoft.com/office/drawing/2014/main" id="{A31E8C62-31FD-861A-4072-7BF648365D2A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3581" name="Input_receptor__1751">
              <a:extLst>
                <a:ext uri="{FF2B5EF4-FFF2-40B4-BE49-F238E27FC236}">
                  <a16:creationId xmlns:a16="http://schemas.microsoft.com/office/drawing/2014/main" id="{6B8CCFE7-00A6-CC26-DF32-9C6E24D62ED6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3582" name="Input_receptor__1752">
              <a:extLst>
                <a:ext uri="{FF2B5EF4-FFF2-40B4-BE49-F238E27FC236}">
                  <a16:creationId xmlns:a16="http://schemas.microsoft.com/office/drawing/2014/main" id="{32338B0D-FB84-44C7-0306-698E361054BA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3583" name="Input_receptor__1753">
              <a:extLst>
                <a:ext uri="{FF2B5EF4-FFF2-40B4-BE49-F238E27FC236}">
                  <a16:creationId xmlns:a16="http://schemas.microsoft.com/office/drawing/2014/main" id="{05ECB8B0-9216-C0A9-C9D0-226AB5FBD539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3584" name="Input_receptor__1754">
              <a:extLst>
                <a:ext uri="{FF2B5EF4-FFF2-40B4-BE49-F238E27FC236}">
                  <a16:creationId xmlns:a16="http://schemas.microsoft.com/office/drawing/2014/main" id="{E726FBF3-41FF-92E0-6786-11B7EE7388B0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3585" name="Input_receptor__1755">
              <a:extLst>
                <a:ext uri="{FF2B5EF4-FFF2-40B4-BE49-F238E27FC236}">
                  <a16:creationId xmlns:a16="http://schemas.microsoft.com/office/drawing/2014/main" id="{206D4D78-4BF5-0FB4-861F-49A36DFC9065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3586" name="Input_receptor__1756">
              <a:extLst>
                <a:ext uri="{FF2B5EF4-FFF2-40B4-BE49-F238E27FC236}">
                  <a16:creationId xmlns:a16="http://schemas.microsoft.com/office/drawing/2014/main" id="{357F5B7E-760E-FAEA-EC7D-D9BB523FF88B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3587" name="Input_receptor__1757">
              <a:extLst>
                <a:ext uri="{FF2B5EF4-FFF2-40B4-BE49-F238E27FC236}">
                  <a16:creationId xmlns:a16="http://schemas.microsoft.com/office/drawing/2014/main" id="{20470B18-52DA-820E-AB5D-99F1B84F6040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3588" name="Input_receptor__1758">
              <a:extLst>
                <a:ext uri="{FF2B5EF4-FFF2-40B4-BE49-F238E27FC236}">
                  <a16:creationId xmlns:a16="http://schemas.microsoft.com/office/drawing/2014/main" id="{B0A8653F-9160-BAA5-88CF-2DE8BC8821FF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3589" name="Input_receptor__1759">
              <a:extLst>
                <a:ext uri="{FF2B5EF4-FFF2-40B4-BE49-F238E27FC236}">
                  <a16:creationId xmlns:a16="http://schemas.microsoft.com/office/drawing/2014/main" id="{9C69EF18-0B2F-D0D3-B58F-4B2FDBDFE325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3590" name="Input_receptor__1760">
              <a:extLst>
                <a:ext uri="{FF2B5EF4-FFF2-40B4-BE49-F238E27FC236}">
                  <a16:creationId xmlns:a16="http://schemas.microsoft.com/office/drawing/2014/main" id="{F768EE3C-C353-498C-C076-F129F4C4BF5C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3591" name="Input_receptor__1761">
              <a:extLst>
                <a:ext uri="{FF2B5EF4-FFF2-40B4-BE49-F238E27FC236}">
                  <a16:creationId xmlns:a16="http://schemas.microsoft.com/office/drawing/2014/main" id="{ED15EB94-6E1A-6971-A97C-F07EBEE4660A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3592" name="Input_receptor__1762">
              <a:extLst>
                <a:ext uri="{FF2B5EF4-FFF2-40B4-BE49-F238E27FC236}">
                  <a16:creationId xmlns:a16="http://schemas.microsoft.com/office/drawing/2014/main" id="{726E552A-4F5E-B423-842D-CED251744707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3593" name="Input_receptor__1763">
              <a:extLst>
                <a:ext uri="{FF2B5EF4-FFF2-40B4-BE49-F238E27FC236}">
                  <a16:creationId xmlns:a16="http://schemas.microsoft.com/office/drawing/2014/main" id="{A5342C19-7BA4-9D6B-CA2E-56CE2C320DB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3594" name="Input_receptor__1764">
              <a:extLst>
                <a:ext uri="{FF2B5EF4-FFF2-40B4-BE49-F238E27FC236}">
                  <a16:creationId xmlns:a16="http://schemas.microsoft.com/office/drawing/2014/main" id="{8E10BEB5-E664-9D76-F56F-BA4E7EDB7485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3595" name="Input_receptor__1765">
              <a:extLst>
                <a:ext uri="{FF2B5EF4-FFF2-40B4-BE49-F238E27FC236}">
                  <a16:creationId xmlns:a16="http://schemas.microsoft.com/office/drawing/2014/main" id="{0EADE13A-FA27-CDA5-591B-952D40F40301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3596" name="Input_receptor__1766">
              <a:extLst>
                <a:ext uri="{FF2B5EF4-FFF2-40B4-BE49-F238E27FC236}">
                  <a16:creationId xmlns:a16="http://schemas.microsoft.com/office/drawing/2014/main" id="{06B77AFD-1C3E-AA51-FD24-9A9CB8A4AE72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3597" name="Input_receptor__1767">
              <a:extLst>
                <a:ext uri="{FF2B5EF4-FFF2-40B4-BE49-F238E27FC236}">
                  <a16:creationId xmlns:a16="http://schemas.microsoft.com/office/drawing/2014/main" id="{8070D54F-B96B-3B95-C49A-B653ABBE75BA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3598" name="Input_receptor__1768">
              <a:extLst>
                <a:ext uri="{FF2B5EF4-FFF2-40B4-BE49-F238E27FC236}">
                  <a16:creationId xmlns:a16="http://schemas.microsoft.com/office/drawing/2014/main" id="{8BA109F2-BABD-EFB6-D962-1C408C051CE2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3599" name="Input_receptor__1769">
              <a:extLst>
                <a:ext uri="{FF2B5EF4-FFF2-40B4-BE49-F238E27FC236}">
                  <a16:creationId xmlns:a16="http://schemas.microsoft.com/office/drawing/2014/main" id="{33E5D708-DE62-F2BE-4907-006ED7D472BC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3600" name="Input_receptor__1770">
              <a:extLst>
                <a:ext uri="{FF2B5EF4-FFF2-40B4-BE49-F238E27FC236}">
                  <a16:creationId xmlns:a16="http://schemas.microsoft.com/office/drawing/2014/main" id="{27B3B9A0-1694-7579-D4CE-4EFE9EDF0A89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3601" name="Input_receptor__1771">
              <a:extLst>
                <a:ext uri="{FF2B5EF4-FFF2-40B4-BE49-F238E27FC236}">
                  <a16:creationId xmlns:a16="http://schemas.microsoft.com/office/drawing/2014/main" id="{5DF0489B-342E-39D6-7BCD-8D872D9710C2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3602" name="Input_receptor__1772">
              <a:extLst>
                <a:ext uri="{FF2B5EF4-FFF2-40B4-BE49-F238E27FC236}">
                  <a16:creationId xmlns:a16="http://schemas.microsoft.com/office/drawing/2014/main" id="{8487FB39-0E9F-FA72-012A-5BCB0D48FB87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3603" name="Input_receptor__1773">
              <a:extLst>
                <a:ext uri="{FF2B5EF4-FFF2-40B4-BE49-F238E27FC236}">
                  <a16:creationId xmlns:a16="http://schemas.microsoft.com/office/drawing/2014/main" id="{5002A2F6-DF37-53BD-6D55-859BA63E8B00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3604" name="Input_receptor__1774">
              <a:extLst>
                <a:ext uri="{FF2B5EF4-FFF2-40B4-BE49-F238E27FC236}">
                  <a16:creationId xmlns:a16="http://schemas.microsoft.com/office/drawing/2014/main" id="{2C02DD7F-1EFB-CBE7-5F92-94BD6D48EE2F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3605" name="Input_receptor__1775">
              <a:extLst>
                <a:ext uri="{FF2B5EF4-FFF2-40B4-BE49-F238E27FC236}">
                  <a16:creationId xmlns:a16="http://schemas.microsoft.com/office/drawing/2014/main" id="{6F2A57C8-B9A0-846E-62AB-7FFB088D1161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3606" name="Input_receptor__1776">
              <a:extLst>
                <a:ext uri="{FF2B5EF4-FFF2-40B4-BE49-F238E27FC236}">
                  <a16:creationId xmlns:a16="http://schemas.microsoft.com/office/drawing/2014/main" id="{E77EA2EE-A568-11C4-248B-C20D459174BE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3607" name="Input_receptor__1777">
              <a:extLst>
                <a:ext uri="{FF2B5EF4-FFF2-40B4-BE49-F238E27FC236}">
                  <a16:creationId xmlns:a16="http://schemas.microsoft.com/office/drawing/2014/main" id="{4B31570B-4FDF-5EE6-BE86-43D8E312F9B0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3608" name="Input_receptor__1778">
              <a:extLst>
                <a:ext uri="{FF2B5EF4-FFF2-40B4-BE49-F238E27FC236}">
                  <a16:creationId xmlns:a16="http://schemas.microsoft.com/office/drawing/2014/main" id="{9E9EDBF2-D4D2-7F77-E7E8-6B0B1386E0D7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3609" name="Input_receptor__1779">
              <a:extLst>
                <a:ext uri="{FF2B5EF4-FFF2-40B4-BE49-F238E27FC236}">
                  <a16:creationId xmlns:a16="http://schemas.microsoft.com/office/drawing/2014/main" id="{44539C35-74C9-B6A6-1A65-F8F20E155645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3610" name="Input_receptor__1780">
              <a:extLst>
                <a:ext uri="{FF2B5EF4-FFF2-40B4-BE49-F238E27FC236}">
                  <a16:creationId xmlns:a16="http://schemas.microsoft.com/office/drawing/2014/main" id="{C6C49650-E629-8434-4A06-35F1CC069794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3611" name="Input_receptor__1781">
              <a:extLst>
                <a:ext uri="{FF2B5EF4-FFF2-40B4-BE49-F238E27FC236}">
                  <a16:creationId xmlns:a16="http://schemas.microsoft.com/office/drawing/2014/main" id="{6844C480-6D75-A3A2-EA69-86F1F86B3777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3612" name="Input_receptor__1782">
              <a:extLst>
                <a:ext uri="{FF2B5EF4-FFF2-40B4-BE49-F238E27FC236}">
                  <a16:creationId xmlns:a16="http://schemas.microsoft.com/office/drawing/2014/main" id="{57BE7FCD-FDC7-D401-55F8-F990F716D735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3613" name="Input_receptor__1783">
              <a:extLst>
                <a:ext uri="{FF2B5EF4-FFF2-40B4-BE49-F238E27FC236}">
                  <a16:creationId xmlns:a16="http://schemas.microsoft.com/office/drawing/2014/main" id="{19A5A8A3-50B9-F4B5-845D-0B864EEF27FD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3614" name="Input_receptor__1784">
              <a:extLst>
                <a:ext uri="{FF2B5EF4-FFF2-40B4-BE49-F238E27FC236}">
                  <a16:creationId xmlns:a16="http://schemas.microsoft.com/office/drawing/2014/main" id="{A88802AE-20FB-24EC-3AC1-27FD5F073216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3615" name="Input_receptor__1785">
              <a:extLst>
                <a:ext uri="{FF2B5EF4-FFF2-40B4-BE49-F238E27FC236}">
                  <a16:creationId xmlns:a16="http://schemas.microsoft.com/office/drawing/2014/main" id="{876CD562-6434-C5B5-6FE8-000194B95B6C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3616" name="Input_receptor__1786">
              <a:extLst>
                <a:ext uri="{FF2B5EF4-FFF2-40B4-BE49-F238E27FC236}">
                  <a16:creationId xmlns:a16="http://schemas.microsoft.com/office/drawing/2014/main" id="{7C709D8C-2A43-140A-88F0-E2510C119C25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3617" name="Input_receptor__1787">
              <a:extLst>
                <a:ext uri="{FF2B5EF4-FFF2-40B4-BE49-F238E27FC236}">
                  <a16:creationId xmlns:a16="http://schemas.microsoft.com/office/drawing/2014/main" id="{5A9FEA50-62F1-A094-556B-1077BEAACE54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3618" name="Input_receptor__1788">
              <a:extLst>
                <a:ext uri="{FF2B5EF4-FFF2-40B4-BE49-F238E27FC236}">
                  <a16:creationId xmlns:a16="http://schemas.microsoft.com/office/drawing/2014/main" id="{14C83FF0-ED4F-5862-D19E-7B01A98AE518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3619" name="Input_receptor__1789">
              <a:extLst>
                <a:ext uri="{FF2B5EF4-FFF2-40B4-BE49-F238E27FC236}">
                  <a16:creationId xmlns:a16="http://schemas.microsoft.com/office/drawing/2014/main" id="{48CC7931-659C-434C-FB07-E22DC778E518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3620" name="Input_receptor__1790">
              <a:extLst>
                <a:ext uri="{FF2B5EF4-FFF2-40B4-BE49-F238E27FC236}">
                  <a16:creationId xmlns:a16="http://schemas.microsoft.com/office/drawing/2014/main" id="{F67DB914-A7BF-187C-B194-F69924704F5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3621" name="Input_receptor__1791">
              <a:extLst>
                <a:ext uri="{FF2B5EF4-FFF2-40B4-BE49-F238E27FC236}">
                  <a16:creationId xmlns:a16="http://schemas.microsoft.com/office/drawing/2014/main" id="{885568DF-E0F9-6AA2-A29F-D942B30E0EDE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3622" name="Input_receptor__1792">
              <a:extLst>
                <a:ext uri="{FF2B5EF4-FFF2-40B4-BE49-F238E27FC236}">
                  <a16:creationId xmlns:a16="http://schemas.microsoft.com/office/drawing/2014/main" id="{6571E582-4F95-EF45-2951-35390E01E7FA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3623" name="Input_receptor__1793">
              <a:extLst>
                <a:ext uri="{FF2B5EF4-FFF2-40B4-BE49-F238E27FC236}">
                  <a16:creationId xmlns:a16="http://schemas.microsoft.com/office/drawing/2014/main" id="{8F457F43-C858-CD68-F3A2-AA63A76B720D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3624" name="Input_receptor__1794">
              <a:extLst>
                <a:ext uri="{FF2B5EF4-FFF2-40B4-BE49-F238E27FC236}">
                  <a16:creationId xmlns:a16="http://schemas.microsoft.com/office/drawing/2014/main" id="{A97403D3-20E2-68F8-EFE2-53811BA799B8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3625" name="Input_receptor__1795">
              <a:extLst>
                <a:ext uri="{FF2B5EF4-FFF2-40B4-BE49-F238E27FC236}">
                  <a16:creationId xmlns:a16="http://schemas.microsoft.com/office/drawing/2014/main" id="{57BAF0A1-EEC6-B37E-6CAE-379348A24D39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3626" name="Input_receptor__1796">
              <a:extLst>
                <a:ext uri="{FF2B5EF4-FFF2-40B4-BE49-F238E27FC236}">
                  <a16:creationId xmlns:a16="http://schemas.microsoft.com/office/drawing/2014/main" id="{0F38119C-AD10-E537-1238-C38E91A3AFCC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3627" name="Input_receptor__1797">
              <a:extLst>
                <a:ext uri="{FF2B5EF4-FFF2-40B4-BE49-F238E27FC236}">
                  <a16:creationId xmlns:a16="http://schemas.microsoft.com/office/drawing/2014/main" id="{4A66888C-7A58-E92E-C654-534D2B1E05D1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3628" name="Input_receptor__1798">
              <a:extLst>
                <a:ext uri="{FF2B5EF4-FFF2-40B4-BE49-F238E27FC236}">
                  <a16:creationId xmlns:a16="http://schemas.microsoft.com/office/drawing/2014/main" id="{BF63F0C1-D690-1A6C-A204-807BF2D0029A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3629" name="Input_receptor__1799">
              <a:extLst>
                <a:ext uri="{FF2B5EF4-FFF2-40B4-BE49-F238E27FC236}">
                  <a16:creationId xmlns:a16="http://schemas.microsoft.com/office/drawing/2014/main" id="{CA9CDFE6-1AF3-E442-1140-0906BA94BB80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3630" name="Input_receptor__1800">
              <a:extLst>
                <a:ext uri="{FF2B5EF4-FFF2-40B4-BE49-F238E27FC236}">
                  <a16:creationId xmlns:a16="http://schemas.microsoft.com/office/drawing/2014/main" id="{BBE56309-491A-9635-0262-D121191AE4C3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3631" name="Input_receptor__1801">
              <a:extLst>
                <a:ext uri="{FF2B5EF4-FFF2-40B4-BE49-F238E27FC236}">
                  <a16:creationId xmlns:a16="http://schemas.microsoft.com/office/drawing/2014/main" id="{250B109F-4978-3AFD-4C83-5BD7A41B4524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3632" name="Input_receptor__1802">
              <a:extLst>
                <a:ext uri="{FF2B5EF4-FFF2-40B4-BE49-F238E27FC236}">
                  <a16:creationId xmlns:a16="http://schemas.microsoft.com/office/drawing/2014/main" id="{B3AFA134-CF3E-93CB-EC63-A2070D9D575A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3633" name="Input_receptor__1803">
              <a:extLst>
                <a:ext uri="{FF2B5EF4-FFF2-40B4-BE49-F238E27FC236}">
                  <a16:creationId xmlns:a16="http://schemas.microsoft.com/office/drawing/2014/main" id="{B1D3683C-118D-B1B2-A16F-E7FD684D329C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3634" name="Input_receptor__1804">
              <a:extLst>
                <a:ext uri="{FF2B5EF4-FFF2-40B4-BE49-F238E27FC236}">
                  <a16:creationId xmlns:a16="http://schemas.microsoft.com/office/drawing/2014/main" id="{96414B51-DA71-FCF2-8C9D-ECE8634B383C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3635" name="Input_receptor__1805">
              <a:extLst>
                <a:ext uri="{FF2B5EF4-FFF2-40B4-BE49-F238E27FC236}">
                  <a16:creationId xmlns:a16="http://schemas.microsoft.com/office/drawing/2014/main" id="{905EEA93-03EC-15A4-119B-489DE2FF8C04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3636" name="Input_receptor__1806">
              <a:extLst>
                <a:ext uri="{FF2B5EF4-FFF2-40B4-BE49-F238E27FC236}">
                  <a16:creationId xmlns:a16="http://schemas.microsoft.com/office/drawing/2014/main" id="{F457311C-2287-832A-F4C0-16002A5C3769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3637" name="Input_receptor__1807">
              <a:extLst>
                <a:ext uri="{FF2B5EF4-FFF2-40B4-BE49-F238E27FC236}">
                  <a16:creationId xmlns:a16="http://schemas.microsoft.com/office/drawing/2014/main" id="{7DB10994-9DD3-C67B-7926-FDF5F8F78384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3638" name="Input_receptor__1808">
              <a:extLst>
                <a:ext uri="{FF2B5EF4-FFF2-40B4-BE49-F238E27FC236}">
                  <a16:creationId xmlns:a16="http://schemas.microsoft.com/office/drawing/2014/main" id="{00080FDF-09B9-0E25-E93F-6E0B2F26EE6F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3639" name="Input_receptor__1809">
              <a:extLst>
                <a:ext uri="{FF2B5EF4-FFF2-40B4-BE49-F238E27FC236}">
                  <a16:creationId xmlns:a16="http://schemas.microsoft.com/office/drawing/2014/main" id="{C1D19A5C-A6F7-4538-2990-022A19340738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3640" name="Input_receptor__1810">
              <a:extLst>
                <a:ext uri="{FF2B5EF4-FFF2-40B4-BE49-F238E27FC236}">
                  <a16:creationId xmlns:a16="http://schemas.microsoft.com/office/drawing/2014/main" id="{B32470B4-DD01-3AA7-B8AB-7258F4E54824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3641" name="Input_receptor__1811">
              <a:extLst>
                <a:ext uri="{FF2B5EF4-FFF2-40B4-BE49-F238E27FC236}">
                  <a16:creationId xmlns:a16="http://schemas.microsoft.com/office/drawing/2014/main" id="{B8812A5D-1BA4-80B4-54A0-6D0EF52B6D1B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3642" name="Input_receptor__1812">
              <a:extLst>
                <a:ext uri="{FF2B5EF4-FFF2-40B4-BE49-F238E27FC236}">
                  <a16:creationId xmlns:a16="http://schemas.microsoft.com/office/drawing/2014/main" id="{C65A5786-E5EC-F37F-1BDE-EB05D42D37C2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3643" name="Input_receptor__1813">
              <a:extLst>
                <a:ext uri="{FF2B5EF4-FFF2-40B4-BE49-F238E27FC236}">
                  <a16:creationId xmlns:a16="http://schemas.microsoft.com/office/drawing/2014/main" id="{1CB5006A-B0A4-6738-BECE-F6815F91BC68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3644" name="Input_receptor__1814">
              <a:extLst>
                <a:ext uri="{FF2B5EF4-FFF2-40B4-BE49-F238E27FC236}">
                  <a16:creationId xmlns:a16="http://schemas.microsoft.com/office/drawing/2014/main" id="{807A2E32-5D63-C62F-4DC2-31B22038D180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3645" name="Input_receptor__1815">
              <a:extLst>
                <a:ext uri="{FF2B5EF4-FFF2-40B4-BE49-F238E27FC236}">
                  <a16:creationId xmlns:a16="http://schemas.microsoft.com/office/drawing/2014/main" id="{AFD718DA-C2F7-1708-CA7B-FA91BA669DC5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3646" name="Input_receptor__1816">
              <a:extLst>
                <a:ext uri="{FF2B5EF4-FFF2-40B4-BE49-F238E27FC236}">
                  <a16:creationId xmlns:a16="http://schemas.microsoft.com/office/drawing/2014/main" id="{D1A5855C-098C-2DCD-FB97-A4825B0BE5ED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3647" name="Input_receptor__1817">
              <a:extLst>
                <a:ext uri="{FF2B5EF4-FFF2-40B4-BE49-F238E27FC236}">
                  <a16:creationId xmlns:a16="http://schemas.microsoft.com/office/drawing/2014/main" id="{35A5F2BE-1F89-C3E1-0FA1-CDA450DBEE16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3648" name="Input_receptor__1818">
              <a:extLst>
                <a:ext uri="{FF2B5EF4-FFF2-40B4-BE49-F238E27FC236}">
                  <a16:creationId xmlns:a16="http://schemas.microsoft.com/office/drawing/2014/main" id="{DDD9E7F2-364A-3AA6-FA98-1BE72D2FF28B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3649" name="Input_receptor__1819">
              <a:extLst>
                <a:ext uri="{FF2B5EF4-FFF2-40B4-BE49-F238E27FC236}">
                  <a16:creationId xmlns:a16="http://schemas.microsoft.com/office/drawing/2014/main" id="{F271C650-96AD-8505-04EE-A6F440513FB6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3650" name="Input_receptor__1820">
              <a:extLst>
                <a:ext uri="{FF2B5EF4-FFF2-40B4-BE49-F238E27FC236}">
                  <a16:creationId xmlns:a16="http://schemas.microsoft.com/office/drawing/2014/main" id="{B18B1A17-9D86-1702-B1D3-6CC179974459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3651" name="Input_receptor__1821">
              <a:extLst>
                <a:ext uri="{FF2B5EF4-FFF2-40B4-BE49-F238E27FC236}">
                  <a16:creationId xmlns:a16="http://schemas.microsoft.com/office/drawing/2014/main" id="{A03B39BD-FD72-61CD-3864-278C3FE9B16A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3652" name="Input_receptor__1822">
              <a:extLst>
                <a:ext uri="{FF2B5EF4-FFF2-40B4-BE49-F238E27FC236}">
                  <a16:creationId xmlns:a16="http://schemas.microsoft.com/office/drawing/2014/main" id="{209CDF81-BE7E-9D36-9BE5-BBD7A285F3BA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3653" name="Input_receptor__1823">
              <a:extLst>
                <a:ext uri="{FF2B5EF4-FFF2-40B4-BE49-F238E27FC236}">
                  <a16:creationId xmlns:a16="http://schemas.microsoft.com/office/drawing/2014/main" id="{6ECE0AE0-8BEF-930E-7A2F-F4E5F3A6FE2E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3654" name="Input_receptor__1824">
              <a:extLst>
                <a:ext uri="{FF2B5EF4-FFF2-40B4-BE49-F238E27FC236}">
                  <a16:creationId xmlns:a16="http://schemas.microsoft.com/office/drawing/2014/main" id="{4C69780D-9865-CB36-7684-FB9A741474E4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3655" name="Input_receptor__1825">
              <a:extLst>
                <a:ext uri="{FF2B5EF4-FFF2-40B4-BE49-F238E27FC236}">
                  <a16:creationId xmlns:a16="http://schemas.microsoft.com/office/drawing/2014/main" id="{C8A9C2CC-2993-5F0F-A372-778B31152E6D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3656" name="Input_receptor__1826">
              <a:extLst>
                <a:ext uri="{FF2B5EF4-FFF2-40B4-BE49-F238E27FC236}">
                  <a16:creationId xmlns:a16="http://schemas.microsoft.com/office/drawing/2014/main" id="{BFBA154A-05DC-4853-FC11-C70C2A0CE43F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3657" name="Input_receptor__1827">
              <a:extLst>
                <a:ext uri="{FF2B5EF4-FFF2-40B4-BE49-F238E27FC236}">
                  <a16:creationId xmlns:a16="http://schemas.microsoft.com/office/drawing/2014/main" id="{2CB33F4D-88C0-7F82-855B-3C7DD40A6776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3658" name="Input_receptor__1828">
              <a:extLst>
                <a:ext uri="{FF2B5EF4-FFF2-40B4-BE49-F238E27FC236}">
                  <a16:creationId xmlns:a16="http://schemas.microsoft.com/office/drawing/2014/main" id="{7E48AD39-5339-4319-F7A4-3CE65CB0517B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3659" name="Input_receptor__1829">
              <a:extLst>
                <a:ext uri="{FF2B5EF4-FFF2-40B4-BE49-F238E27FC236}">
                  <a16:creationId xmlns:a16="http://schemas.microsoft.com/office/drawing/2014/main" id="{CEAA7062-38E7-B97F-5E0D-24219F371572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3660" name="Input_receptor__1830">
              <a:extLst>
                <a:ext uri="{FF2B5EF4-FFF2-40B4-BE49-F238E27FC236}">
                  <a16:creationId xmlns:a16="http://schemas.microsoft.com/office/drawing/2014/main" id="{281C8D61-CE31-5C46-4C73-FA2E746F020A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3661" name="Input_receptor__1831">
              <a:extLst>
                <a:ext uri="{FF2B5EF4-FFF2-40B4-BE49-F238E27FC236}">
                  <a16:creationId xmlns:a16="http://schemas.microsoft.com/office/drawing/2014/main" id="{AE1206C3-213F-732E-88A9-665150D2C08E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62" name="Input_receptor__1832">
              <a:extLst>
                <a:ext uri="{FF2B5EF4-FFF2-40B4-BE49-F238E27FC236}">
                  <a16:creationId xmlns:a16="http://schemas.microsoft.com/office/drawing/2014/main" id="{67B1F6EF-C6BD-4A2C-971C-BCC1E521D1AF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3663" name="Input_receptor__1833">
              <a:extLst>
                <a:ext uri="{FF2B5EF4-FFF2-40B4-BE49-F238E27FC236}">
                  <a16:creationId xmlns:a16="http://schemas.microsoft.com/office/drawing/2014/main" id="{E039092D-85D9-C2FB-180B-B7E48390985A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64" name="Input_receptor__1834">
              <a:extLst>
                <a:ext uri="{FF2B5EF4-FFF2-40B4-BE49-F238E27FC236}">
                  <a16:creationId xmlns:a16="http://schemas.microsoft.com/office/drawing/2014/main" id="{38CCA090-88B5-1A68-793E-671EEA93FDD5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3665" name="Input_receptor__1835">
              <a:extLst>
                <a:ext uri="{FF2B5EF4-FFF2-40B4-BE49-F238E27FC236}">
                  <a16:creationId xmlns:a16="http://schemas.microsoft.com/office/drawing/2014/main" id="{B033B62D-E17F-A593-1C91-557E41E1A41E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66" name="Input_receptor__1836">
              <a:extLst>
                <a:ext uri="{FF2B5EF4-FFF2-40B4-BE49-F238E27FC236}">
                  <a16:creationId xmlns:a16="http://schemas.microsoft.com/office/drawing/2014/main" id="{E4D3BF65-4EB4-A973-54C1-31C9C64A7AE3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67" name="Input_receptor__1837">
              <a:extLst>
                <a:ext uri="{FF2B5EF4-FFF2-40B4-BE49-F238E27FC236}">
                  <a16:creationId xmlns:a16="http://schemas.microsoft.com/office/drawing/2014/main" id="{B681956F-924B-39CE-1C4B-C4ED4BD5C103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3668" name="Input_receptor__1838">
              <a:extLst>
                <a:ext uri="{FF2B5EF4-FFF2-40B4-BE49-F238E27FC236}">
                  <a16:creationId xmlns:a16="http://schemas.microsoft.com/office/drawing/2014/main" id="{99AB0F0B-F918-EEF2-A307-953E2ADFB280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69" name="Input_receptor__1839">
              <a:extLst>
                <a:ext uri="{FF2B5EF4-FFF2-40B4-BE49-F238E27FC236}">
                  <a16:creationId xmlns:a16="http://schemas.microsoft.com/office/drawing/2014/main" id="{995BBAAE-3166-41B3-9DF1-161707E2CA0B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3670" name="Input_receptor__1840">
              <a:extLst>
                <a:ext uri="{FF2B5EF4-FFF2-40B4-BE49-F238E27FC236}">
                  <a16:creationId xmlns:a16="http://schemas.microsoft.com/office/drawing/2014/main" id="{0DBC2E49-4085-4650-7C77-032C4398AFF0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3671" name="Input_receptor__1841">
              <a:extLst>
                <a:ext uri="{FF2B5EF4-FFF2-40B4-BE49-F238E27FC236}">
                  <a16:creationId xmlns:a16="http://schemas.microsoft.com/office/drawing/2014/main" id="{9FAFF611-817D-14B7-B581-A6902F3B8739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72" name="Input_receptor__1842">
              <a:extLst>
                <a:ext uri="{FF2B5EF4-FFF2-40B4-BE49-F238E27FC236}">
                  <a16:creationId xmlns:a16="http://schemas.microsoft.com/office/drawing/2014/main" id="{F46028C7-F3D7-9E68-BF25-3B5475EED9F4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3673" name="Input_receptor__1843">
              <a:extLst>
                <a:ext uri="{FF2B5EF4-FFF2-40B4-BE49-F238E27FC236}">
                  <a16:creationId xmlns:a16="http://schemas.microsoft.com/office/drawing/2014/main" id="{1FD7711A-002B-537B-0CF9-01FAA66A456F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74" name="Input_receptor__1844">
              <a:extLst>
                <a:ext uri="{FF2B5EF4-FFF2-40B4-BE49-F238E27FC236}">
                  <a16:creationId xmlns:a16="http://schemas.microsoft.com/office/drawing/2014/main" id="{4D3C479D-2656-B494-16F3-2EB7FF249C8F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3675" name="Input_receptor__1845">
              <a:extLst>
                <a:ext uri="{FF2B5EF4-FFF2-40B4-BE49-F238E27FC236}">
                  <a16:creationId xmlns:a16="http://schemas.microsoft.com/office/drawing/2014/main" id="{043A691E-0436-068E-1C81-348B751323D5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3676" name="Input_receptor__1846">
              <a:extLst>
                <a:ext uri="{FF2B5EF4-FFF2-40B4-BE49-F238E27FC236}">
                  <a16:creationId xmlns:a16="http://schemas.microsoft.com/office/drawing/2014/main" id="{EA5EF1FE-DE42-801D-560C-5A11369CA884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3677" name="Input_receptor__1847">
              <a:extLst>
                <a:ext uri="{FF2B5EF4-FFF2-40B4-BE49-F238E27FC236}">
                  <a16:creationId xmlns:a16="http://schemas.microsoft.com/office/drawing/2014/main" id="{F85E293A-4E5D-EFBF-D8C1-999CE7B29E93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3678" name="Input_receptor__1848">
              <a:extLst>
                <a:ext uri="{FF2B5EF4-FFF2-40B4-BE49-F238E27FC236}">
                  <a16:creationId xmlns:a16="http://schemas.microsoft.com/office/drawing/2014/main" id="{45024B85-D7E0-8816-2433-7381F405AE1A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3679" name="Input_receptor__1849">
              <a:extLst>
                <a:ext uri="{FF2B5EF4-FFF2-40B4-BE49-F238E27FC236}">
                  <a16:creationId xmlns:a16="http://schemas.microsoft.com/office/drawing/2014/main" id="{CB2EADEA-0587-1A4B-3360-29931890EE4E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3680" name="Input_receptor__1850">
              <a:extLst>
                <a:ext uri="{FF2B5EF4-FFF2-40B4-BE49-F238E27FC236}">
                  <a16:creationId xmlns:a16="http://schemas.microsoft.com/office/drawing/2014/main" id="{AF0C993E-DE52-7F02-9927-323B4DC7A9F5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3681" name="Input_receptor__1851">
              <a:extLst>
                <a:ext uri="{FF2B5EF4-FFF2-40B4-BE49-F238E27FC236}">
                  <a16:creationId xmlns:a16="http://schemas.microsoft.com/office/drawing/2014/main" id="{4C06FCDE-6E2D-18DE-7134-C0F24BBBBEA7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3682" name="Input_receptor__1852">
              <a:extLst>
                <a:ext uri="{FF2B5EF4-FFF2-40B4-BE49-F238E27FC236}">
                  <a16:creationId xmlns:a16="http://schemas.microsoft.com/office/drawing/2014/main" id="{DCEF4E5A-8082-AA59-C8A7-825D1FA5E4B6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83" name="Input_receptor__1853">
              <a:extLst>
                <a:ext uri="{FF2B5EF4-FFF2-40B4-BE49-F238E27FC236}">
                  <a16:creationId xmlns:a16="http://schemas.microsoft.com/office/drawing/2014/main" id="{DA0C6D81-966B-6A2F-D35F-EA9874DB2582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684" name="Input_receptor__1854">
              <a:extLst>
                <a:ext uri="{FF2B5EF4-FFF2-40B4-BE49-F238E27FC236}">
                  <a16:creationId xmlns:a16="http://schemas.microsoft.com/office/drawing/2014/main" id="{94DB353F-B5DD-F25E-55E7-0CCA2A359A76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685" name="Input_receptor__1855">
              <a:extLst>
                <a:ext uri="{FF2B5EF4-FFF2-40B4-BE49-F238E27FC236}">
                  <a16:creationId xmlns:a16="http://schemas.microsoft.com/office/drawing/2014/main" id="{B0A202F3-8A8A-4572-7908-D67D02D58935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686" name="Input_receptor__1856">
              <a:extLst>
                <a:ext uri="{FF2B5EF4-FFF2-40B4-BE49-F238E27FC236}">
                  <a16:creationId xmlns:a16="http://schemas.microsoft.com/office/drawing/2014/main" id="{DA864B82-7C44-4D5A-7A6A-4AF525A8C67A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87" name="Input_receptor__1857">
              <a:extLst>
                <a:ext uri="{FF2B5EF4-FFF2-40B4-BE49-F238E27FC236}">
                  <a16:creationId xmlns:a16="http://schemas.microsoft.com/office/drawing/2014/main" id="{BBB96965-6AE0-301F-23FB-BDE235DDF733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688" name="Input_receptor__1858">
              <a:extLst>
                <a:ext uri="{FF2B5EF4-FFF2-40B4-BE49-F238E27FC236}">
                  <a16:creationId xmlns:a16="http://schemas.microsoft.com/office/drawing/2014/main" id="{0D390266-F485-99CC-EB7D-CA0D8E99FA6D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89" name="Input_receptor__1859">
              <a:extLst>
                <a:ext uri="{FF2B5EF4-FFF2-40B4-BE49-F238E27FC236}">
                  <a16:creationId xmlns:a16="http://schemas.microsoft.com/office/drawing/2014/main" id="{2715DF4B-64A1-95A6-621B-94BEA68081EB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90" name="Input_receptor__1860">
              <a:extLst>
                <a:ext uri="{FF2B5EF4-FFF2-40B4-BE49-F238E27FC236}">
                  <a16:creationId xmlns:a16="http://schemas.microsoft.com/office/drawing/2014/main" id="{8314C07C-DF92-7B61-56C1-C543F1308B39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91" name="Input_receptor__1861">
              <a:extLst>
                <a:ext uri="{FF2B5EF4-FFF2-40B4-BE49-F238E27FC236}">
                  <a16:creationId xmlns:a16="http://schemas.microsoft.com/office/drawing/2014/main" id="{2321804D-C6A6-B1C7-7EFD-B3AA5209327F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92" name="Input_receptor__1862">
              <a:extLst>
                <a:ext uri="{FF2B5EF4-FFF2-40B4-BE49-F238E27FC236}">
                  <a16:creationId xmlns:a16="http://schemas.microsoft.com/office/drawing/2014/main" id="{0615B04C-E4A6-A824-0A8F-4F82101D97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693" name="Input_receptor__1863">
              <a:extLst>
                <a:ext uri="{FF2B5EF4-FFF2-40B4-BE49-F238E27FC236}">
                  <a16:creationId xmlns:a16="http://schemas.microsoft.com/office/drawing/2014/main" id="{19B21324-233F-9F19-9992-0191366655E6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94" name="Input_receptor__1864">
              <a:extLst>
                <a:ext uri="{FF2B5EF4-FFF2-40B4-BE49-F238E27FC236}">
                  <a16:creationId xmlns:a16="http://schemas.microsoft.com/office/drawing/2014/main" id="{0339D1BA-9F33-E663-9BBF-43921141AB15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95" name="Input_receptor__1865">
              <a:extLst>
                <a:ext uri="{FF2B5EF4-FFF2-40B4-BE49-F238E27FC236}">
                  <a16:creationId xmlns:a16="http://schemas.microsoft.com/office/drawing/2014/main" id="{D903C4F8-0278-B5F0-12B8-1ED2E3C7AC22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96" name="Input_receptor__1866">
              <a:extLst>
                <a:ext uri="{FF2B5EF4-FFF2-40B4-BE49-F238E27FC236}">
                  <a16:creationId xmlns:a16="http://schemas.microsoft.com/office/drawing/2014/main" id="{72B5CDF0-6709-9C70-9BFB-F2B700AD90D2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697" name="Input_receptor__1867">
              <a:extLst>
                <a:ext uri="{FF2B5EF4-FFF2-40B4-BE49-F238E27FC236}">
                  <a16:creationId xmlns:a16="http://schemas.microsoft.com/office/drawing/2014/main" id="{B4A7B6DE-1CAB-287C-4EBF-3B84737E4D44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698" name="Input_receptor__1868">
              <a:extLst>
                <a:ext uri="{FF2B5EF4-FFF2-40B4-BE49-F238E27FC236}">
                  <a16:creationId xmlns:a16="http://schemas.microsoft.com/office/drawing/2014/main" id="{EE9461BA-17CB-33C4-50A5-F8423303A989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699" name="Input_receptor__1869">
              <a:extLst>
                <a:ext uri="{FF2B5EF4-FFF2-40B4-BE49-F238E27FC236}">
                  <a16:creationId xmlns:a16="http://schemas.microsoft.com/office/drawing/2014/main" id="{5405D371-0B01-3F2D-E9DF-DA3CB336007C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700" name="Input_receptor__1870">
              <a:extLst>
                <a:ext uri="{FF2B5EF4-FFF2-40B4-BE49-F238E27FC236}">
                  <a16:creationId xmlns:a16="http://schemas.microsoft.com/office/drawing/2014/main" id="{E3903430-B7FF-B1E4-B7B4-3D95165489B2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701" name="Input_receptor__1871">
              <a:extLst>
                <a:ext uri="{FF2B5EF4-FFF2-40B4-BE49-F238E27FC236}">
                  <a16:creationId xmlns:a16="http://schemas.microsoft.com/office/drawing/2014/main" id="{7EF2C8B2-348D-BFC8-9D5E-9A40014B7E60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702" name="Input_receptor__1872">
              <a:extLst>
                <a:ext uri="{FF2B5EF4-FFF2-40B4-BE49-F238E27FC236}">
                  <a16:creationId xmlns:a16="http://schemas.microsoft.com/office/drawing/2014/main" id="{15714D1E-1B22-0F7E-827E-04B582C8DD37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703" name="Input_receptor__1873">
              <a:extLst>
                <a:ext uri="{FF2B5EF4-FFF2-40B4-BE49-F238E27FC236}">
                  <a16:creationId xmlns:a16="http://schemas.microsoft.com/office/drawing/2014/main" id="{D4A23BE3-758A-566F-160A-E96AA05F07F6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704" name="Input_receptor__1874">
              <a:extLst>
                <a:ext uri="{FF2B5EF4-FFF2-40B4-BE49-F238E27FC236}">
                  <a16:creationId xmlns:a16="http://schemas.microsoft.com/office/drawing/2014/main" id="{2C6B131A-7CA8-934E-2545-065644E01BD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3705" name="Input_receptor__1875">
              <a:extLst>
                <a:ext uri="{FF2B5EF4-FFF2-40B4-BE49-F238E27FC236}">
                  <a16:creationId xmlns:a16="http://schemas.microsoft.com/office/drawing/2014/main" id="{C66F49B7-CE8B-FDB1-DBDC-12FE8E2B8A3C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706" name="Input_receptor__1876">
              <a:extLst>
                <a:ext uri="{FF2B5EF4-FFF2-40B4-BE49-F238E27FC236}">
                  <a16:creationId xmlns:a16="http://schemas.microsoft.com/office/drawing/2014/main" id="{0519E7A2-72C7-78F0-393A-747C4083CEDD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3707" name="Input_receptor__1877">
              <a:extLst>
                <a:ext uri="{FF2B5EF4-FFF2-40B4-BE49-F238E27FC236}">
                  <a16:creationId xmlns:a16="http://schemas.microsoft.com/office/drawing/2014/main" id="{D5BADEDA-DDD6-0F72-1358-C53AE565B141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3708" name="Input_receptor__1878">
              <a:extLst>
                <a:ext uri="{FF2B5EF4-FFF2-40B4-BE49-F238E27FC236}">
                  <a16:creationId xmlns:a16="http://schemas.microsoft.com/office/drawing/2014/main" id="{25043005-9D77-EF60-8E72-16E78289C362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3709" name="Input_receptor__1879">
              <a:extLst>
                <a:ext uri="{FF2B5EF4-FFF2-40B4-BE49-F238E27FC236}">
                  <a16:creationId xmlns:a16="http://schemas.microsoft.com/office/drawing/2014/main" id="{8C39885E-41FA-670F-950E-9DEBF78BE3EB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3710" name="Input_receptor__1880">
              <a:extLst>
                <a:ext uri="{FF2B5EF4-FFF2-40B4-BE49-F238E27FC236}">
                  <a16:creationId xmlns:a16="http://schemas.microsoft.com/office/drawing/2014/main" id="{9FAC0C22-1566-3289-7590-F866852A8153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3711" name="Input_receptor__1881">
              <a:extLst>
                <a:ext uri="{FF2B5EF4-FFF2-40B4-BE49-F238E27FC236}">
                  <a16:creationId xmlns:a16="http://schemas.microsoft.com/office/drawing/2014/main" id="{D4F88A23-D197-1110-34CA-7FD4DD0BD9AC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3712" name="Input_receptor__1882">
              <a:extLst>
                <a:ext uri="{FF2B5EF4-FFF2-40B4-BE49-F238E27FC236}">
                  <a16:creationId xmlns:a16="http://schemas.microsoft.com/office/drawing/2014/main" id="{09F1B5DB-2BAD-477C-6085-95BE92D4D8D1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3713" name="Input_receptor__1883">
              <a:extLst>
                <a:ext uri="{FF2B5EF4-FFF2-40B4-BE49-F238E27FC236}">
                  <a16:creationId xmlns:a16="http://schemas.microsoft.com/office/drawing/2014/main" id="{36184B10-6074-E862-72E3-32748CE038A2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3714" name="Input_receptor__1884">
              <a:extLst>
                <a:ext uri="{FF2B5EF4-FFF2-40B4-BE49-F238E27FC236}">
                  <a16:creationId xmlns:a16="http://schemas.microsoft.com/office/drawing/2014/main" id="{259191E8-B43E-37F1-6A69-0636DC91F05A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3715" name="Input_receptor__1885">
              <a:extLst>
                <a:ext uri="{FF2B5EF4-FFF2-40B4-BE49-F238E27FC236}">
                  <a16:creationId xmlns:a16="http://schemas.microsoft.com/office/drawing/2014/main" id="{063CB8E4-5A61-9019-27B3-0943A40D2B8B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3716" name="Input_receptor__1886">
              <a:extLst>
                <a:ext uri="{FF2B5EF4-FFF2-40B4-BE49-F238E27FC236}">
                  <a16:creationId xmlns:a16="http://schemas.microsoft.com/office/drawing/2014/main" id="{5CE8159E-0EC8-4564-6FF7-FF7CD2BAA90D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3717" name="Input_receptor__1887">
              <a:extLst>
                <a:ext uri="{FF2B5EF4-FFF2-40B4-BE49-F238E27FC236}">
                  <a16:creationId xmlns:a16="http://schemas.microsoft.com/office/drawing/2014/main" id="{83FCC0CB-1CCB-37B1-22DC-D13802393103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3718" name="Input_receptor__1888">
              <a:extLst>
                <a:ext uri="{FF2B5EF4-FFF2-40B4-BE49-F238E27FC236}">
                  <a16:creationId xmlns:a16="http://schemas.microsoft.com/office/drawing/2014/main" id="{355BB682-7A36-0F9F-3392-6DC074EC9F47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3719" name="Input_receptor__1889">
              <a:extLst>
                <a:ext uri="{FF2B5EF4-FFF2-40B4-BE49-F238E27FC236}">
                  <a16:creationId xmlns:a16="http://schemas.microsoft.com/office/drawing/2014/main" id="{A14707A9-1C4A-311A-6117-DEDB4FCA9758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3720" name="Input_receptor__1890">
              <a:extLst>
                <a:ext uri="{FF2B5EF4-FFF2-40B4-BE49-F238E27FC236}">
                  <a16:creationId xmlns:a16="http://schemas.microsoft.com/office/drawing/2014/main" id="{C5A2600C-4C5C-465C-76B0-F9A5C5E273A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3721" name="Input_receptor__1891">
              <a:extLst>
                <a:ext uri="{FF2B5EF4-FFF2-40B4-BE49-F238E27FC236}">
                  <a16:creationId xmlns:a16="http://schemas.microsoft.com/office/drawing/2014/main" id="{2C7B8A4C-AD95-EC75-7423-7A667D386463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3722" name="Input_receptor__1892">
              <a:extLst>
                <a:ext uri="{FF2B5EF4-FFF2-40B4-BE49-F238E27FC236}">
                  <a16:creationId xmlns:a16="http://schemas.microsoft.com/office/drawing/2014/main" id="{FCF6490E-E023-3CCB-4F88-965A8C6F2ECE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3723" name="Input_receptor__1893">
              <a:extLst>
                <a:ext uri="{FF2B5EF4-FFF2-40B4-BE49-F238E27FC236}">
                  <a16:creationId xmlns:a16="http://schemas.microsoft.com/office/drawing/2014/main" id="{60A93BBC-58ED-CD4E-1BD2-C7ED332CA805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3724" name="Input_receptor__1894">
              <a:extLst>
                <a:ext uri="{FF2B5EF4-FFF2-40B4-BE49-F238E27FC236}">
                  <a16:creationId xmlns:a16="http://schemas.microsoft.com/office/drawing/2014/main" id="{99EE487C-B7D2-F1E2-A83B-4BABEAD6AFC7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3725" name="Input_receptor__1895">
              <a:extLst>
                <a:ext uri="{FF2B5EF4-FFF2-40B4-BE49-F238E27FC236}">
                  <a16:creationId xmlns:a16="http://schemas.microsoft.com/office/drawing/2014/main" id="{8663820B-F1A2-BBA3-049D-FC8C691D5B30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3726" name="Input_receptor__1896">
              <a:extLst>
                <a:ext uri="{FF2B5EF4-FFF2-40B4-BE49-F238E27FC236}">
                  <a16:creationId xmlns:a16="http://schemas.microsoft.com/office/drawing/2014/main" id="{392AF8DE-CC5C-C2FA-E002-BF0B7982DBA9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3727" name="Input_receptor__1897">
              <a:extLst>
                <a:ext uri="{FF2B5EF4-FFF2-40B4-BE49-F238E27FC236}">
                  <a16:creationId xmlns:a16="http://schemas.microsoft.com/office/drawing/2014/main" id="{BD6FDC6D-8410-129E-8E08-ADC1E08D8110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3728" name="Input_receptor__1898">
              <a:extLst>
                <a:ext uri="{FF2B5EF4-FFF2-40B4-BE49-F238E27FC236}">
                  <a16:creationId xmlns:a16="http://schemas.microsoft.com/office/drawing/2014/main" id="{3E1A06CB-6166-1FF6-7FFD-A3FEFC965364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3729" name="Input_receptor__1899">
              <a:extLst>
                <a:ext uri="{FF2B5EF4-FFF2-40B4-BE49-F238E27FC236}">
                  <a16:creationId xmlns:a16="http://schemas.microsoft.com/office/drawing/2014/main" id="{B98E5123-638E-0EA9-ABD3-395F80EBDA70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3730" name="Input_receptor__1900">
              <a:extLst>
                <a:ext uri="{FF2B5EF4-FFF2-40B4-BE49-F238E27FC236}">
                  <a16:creationId xmlns:a16="http://schemas.microsoft.com/office/drawing/2014/main" id="{C19C2A72-FB01-D927-3BC2-BD9E8D941035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3731" name="Input_receptor__1901">
              <a:extLst>
                <a:ext uri="{FF2B5EF4-FFF2-40B4-BE49-F238E27FC236}">
                  <a16:creationId xmlns:a16="http://schemas.microsoft.com/office/drawing/2014/main" id="{C984DB9D-C341-98E3-5CDA-94AF5422ED63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3732" name="Input_receptor__1902">
              <a:extLst>
                <a:ext uri="{FF2B5EF4-FFF2-40B4-BE49-F238E27FC236}">
                  <a16:creationId xmlns:a16="http://schemas.microsoft.com/office/drawing/2014/main" id="{D7E9C015-6E19-CB71-5738-453D17C76B66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3733" name="Input_receptor__1903">
              <a:extLst>
                <a:ext uri="{FF2B5EF4-FFF2-40B4-BE49-F238E27FC236}">
                  <a16:creationId xmlns:a16="http://schemas.microsoft.com/office/drawing/2014/main" id="{363966BC-57EA-EF52-1271-210C6BBBFD5D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3734" name="Input_receptor__1904">
              <a:extLst>
                <a:ext uri="{FF2B5EF4-FFF2-40B4-BE49-F238E27FC236}">
                  <a16:creationId xmlns:a16="http://schemas.microsoft.com/office/drawing/2014/main" id="{F1C08020-3B67-8DC6-80CE-3756A95DA3B1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3735" name="Input_receptor__1905">
              <a:extLst>
                <a:ext uri="{FF2B5EF4-FFF2-40B4-BE49-F238E27FC236}">
                  <a16:creationId xmlns:a16="http://schemas.microsoft.com/office/drawing/2014/main" id="{7A5AAE80-3DA3-B661-3409-87A184A5A7BF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3736" name="Input_receptor__1906">
              <a:extLst>
                <a:ext uri="{FF2B5EF4-FFF2-40B4-BE49-F238E27FC236}">
                  <a16:creationId xmlns:a16="http://schemas.microsoft.com/office/drawing/2014/main" id="{F9C85B18-C0E7-A29D-6D9A-F63E21B9FE13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3737" name="Input_receptor__1907">
              <a:extLst>
                <a:ext uri="{FF2B5EF4-FFF2-40B4-BE49-F238E27FC236}">
                  <a16:creationId xmlns:a16="http://schemas.microsoft.com/office/drawing/2014/main" id="{E39DDC5D-4717-2ABB-94B5-C674868CEAF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3738" name="Input_receptor__1908">
              <a:extLst>
                <a:ext uri="{FF2B5EF4-FFF2-40B4-BE49-F238E27FC236}">
                  <a16:creationId xmlns:a16="http://schemas.microsoft.com/office/drawing/2014/main" id="{DC4728B1-305C-3E25-8B6F-0E0D93D190C4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3739" name="Input_receptor__1909">
              <a:extLst>
                <a:ext uri="{FF2B5EF4-FFF2-40B4-BE49-F238E27FC236}">
                  <a16:creationId xmlns:a16="http://schemas.microsoft.com/office/drawing/2014/main" id="{37771DC0-9576-DE6B-5711-0FFFCE67B0CC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3740" name="Input_receptor__1910">
              <a:extLst>
                <a:ext uri="{FF2B5EF4-FFF2-40B4-BE49-F238E27FC236}">
                  <a16:creationId xmlns:a16="http://schemas.microsoft.com/office/drawing/2014/main" id="{131B95C8-FC20-4381-05C6-748458979483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3741" name="Input_receptor__1911">
              <a:extLst>
                <a:ext uri="{FF2B5EF4-FFF2-40B4-BE49-F238E27FC236}">
                  <a16:creationId xmlns:a16="http://schemas.microsoft.com/office/drawing/2014/main" id="{CD73B439-BB2F-7B00-9F98-924D63A4214A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3742" name="Input_receptor__1912">
              <a:extLst>
                <a:ext uri="{FF2B5EF4-FFF2-40B4-BE49-F238E27FC236}">
                  <a16:creationId xmlns:a16="http://schemas.microsoft.com/office/drawing/2014/main" id="{77C64860-9561-DCEB-6FA7-F80C2E1258E4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3743" name="Input_receptor__1913">
              <a:extLst>
                <a:ext uri="{FF2B5EF4-FFF2-40B4-BE49-F238E27FC236}">
                  <a16:creationId xmlns:a16="http://schemas.microsoft.com/office/drawing/2014/main" id="{25B83473-300A-82A7-3DDC-3EF179B5A208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3744" name="Input_receptor__1914">
              <a:extLst>
                <a:ext uri="{FF2B5EF4-FFF2-40B4-BE49-F238E27FC236}">
                  <a16:creationId xmlns:a16="http://schemas.microsoft.com/office/drawing/2014/main" id="{3AD0981A-F8BE-F70A-C379-0A78D04D80A4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3745" name="Input_receptor__1915">
              <a:extLst>
                <a:ext uri="{FF2B5EF4-FFF2-40B4-BE49-F238E27FC236}">
                  <a16:creationId xmlns:a16="http://schemas.microsoft.com/office/drawing/2014/main" id="{D192756C-8975-CD63-F7C1-F0834C7D625E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3746" name="Input_receptor__1916">
              <a:extLst>
                <a:ext uri="{FF2B5EF4-FFF2-40B4-BE49-F238E27FC236}">
                  <a16:creationId xmlns:a16="http://schemas.microsoft.com/office/drawing/2014/main" id="{CB2EC7EE-78ED-902B-99BD-D1F64C89C5DF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3747" name="Input_receptor__1917">
              <a:extLst>
                <a:ext uri="{FF2B5EF4-FFF2-40B4-BE49-F238E27FC236}">
                  <a16:creationId xmlns:a16="http://schemas.microsoft.com/office/drawing/2014/main" id="{CF94121F-DDA9-8F51-33B4-B87A1FBE5E3E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3748" name="Input_receptor__1918">
              <a:extLst>
                <a:ext uri="{FF2B5EF4-FFF2-40B4-BE49-F238E27FC236}">
                  <a16:creationId xmlns:a16="http://schemas.microsoft.com/office/drawing/2014/main" id="{62232C94-0D58-5D9F-3EA3-E3E5B823000E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3749" name="Input_receptor__1919">
              <a:extLst>
                <a:ext uri="{FF2B5EF4-FFF2-40B4-BE49-F238E27FC236}">
                  <a16:creationId xmlns:a16="http://schemas.microsoft.com/office/drawing/2014/main" id="{278B29DF-0EC2-3258-512E-A77B72D71644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3750" name="Input_receptor__1920">
              <a:extLst>
                <a:ext uri="{FF2B5EF4-FFF2-40B4-BE49-F238E27FC236}">
                  <a16:creationId xmlns:a16="http://schemas.microsoft.com/office/drawing/2014/main" id="{6371EC97-82CD-4F29-5A74-3E368557831E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3751" name="Input_receptor__1921">
              <a:extLst>
                <a:ext uri="{FF2B5EF4-FFF2-40B4-BE49-F238E27FC236}">
                  <a16:creationId xmlns:a16="http://schemas.microsoft.com/office/drawing/2014/main" id="{5D5A083F-39BB-B2E0-0D32-5D428E59A723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3752" name="Input_receptor__1922">
              <a:extLst>
                <a:ext uri="{FF2B5EF4-FFF2-40B4-BE49-F238E27FC236}">
                  <a16:creationId xmlns:a16="http://schemas.microsoft.com/office/drawing/2014/main" id="{641DC9CF-2F63-2B42-8B67-E902C44F3ACE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3753" name="Input_receptor__1923">
              <a:extLst>
                <a:ext uri="{FF2B5EF4-FFF2-40B4-BE49-F238E27FC236}">
                  <a16:creationId xmlns:a16="http://schemas.microsoft.com/office/drawing/2014/main" id="{FCB24CC5-9233-39C1-7A29-47A8C424E571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3754" name="Input_receptor__1924">
              <a:extLst>
                <a:ext uri="{FF2B5EF4-FFF2-40B4-BE49-F238E27FC236}">
                  <a16:creationId xmlns:a16="http://schemas.microsoft.com/office/drawing/2014/main" id="{00583841-0A66-BB32-D8A9-7F2820EAAA3C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3755" name="Input_receptor__1925">
              <a:extLst>
                <a:ext uri="{FF2B5EF4-FFF2-40B4-BE49-F238E27FC236}">
                  <a16:creationId xmlns:a16="http://schemas.microsoft.com/office/drawing/2014/main" id="{D7E5E55B-DEB5-39EE-795E-D784F8C4638F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3756" name="Input_receptor__1926">
              <a:extLst>
                <a:ext uri="{FF2B5EF4-FFF2-40B4-BE49-F238E27FC236}">
                  <a16:creationId xmlns:a16="http://schemas.microsoft.com/office/drawing/2014/main" id="{895FDE94-C11A-2CDE-6DA8-8D8B66D8B6A0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3757" name="Input_receptor__1927">
              <a:extLst>
                <a:ext uri="{FF2B5EF4-FFF2-40B4-BE49-F238E27FC236}">
                  <a16:creationId xmlns:a16="http://schemas.microsoft.com/office/drawing/2014/main" id="{751658EC-2E7B-EB5D-FA1A-FB9B499800D9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3758" name="Input_receptor__1928">
              <a:extLst>
                <a:ext uri="{FF2B5EF4-FFF2-40B4-BE49-F238E27FC236}">
                  <a16:creationId xmlns:a16="http://schemas.microsoft.com/office/drawing/2014/main" id="{6F9F9DC3-736D-9360-BFD7-FE04A35BEBC9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3759" name="Input_receptor__1929">
              <a:extLst>
                <a:ext uri="{FF2B5EF4-FFF2-40B4-BE49-F238E27FC236}">
                  <a16:creationId xmlns:a16="http://schemas.microsoft.com/office/drawing/2014/main" id="{964272C0-0FD8-06D7-8A5B-D89475B95E11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3760" name="Input_receptor__1930">
              <a:extLst>
                <a:ext uri="{FF2B5EF4-FFF2-40B4-BE49-F238E27FC236}">
                  <a16:creationId xmlns:a16="http://schemas.microsoft.com/office/drawing/2014/main" id="{8BEF0A95-28E1-F272-D7B2-EFDE41E5F717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3761" name="Input_receptor__1931">
              <a:extLst>
                <a:ext uri="{FF2B5EF4-FFF2-40B4-BE49-F238E27FC236}">
                  <a16:creationId xmlns:a16="http://schemas.microsoft.com/office/drawing/2014/main" id="{3713FD11-77D2-2644-FADF-5D0B7A556AC4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3762" name="Input_receptor__1932">
              <a:extLst>
                <a:ext uri="{FF2B5EF4-FFF2-40B4-BE49-F238E27FC236}">
                  <a16:creationId xmlns:a16="http://schemas.microsoft.com/office/drawing/2014/main" id="{6E9D1301-71C3-0D44-6FF9-103581FCAAEC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3763" name="Input_receptor__1933">
              <a:extLst>
                <a:ext uri="{FF2B5EF4-FFF2-40B4-BE49-F238E27FC236}">
                  <a16:creationId xmlns:a16="http://schemas.microsoft.com/office/drawing/2014/main" id="{32C795C4-8730-D2BE-607B-C0881293D0E9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3764" name="Input_receptor__1934">
              <a:extLst>
                <a:ext uri="{FF2B5EF4-FFF2-40B4-BE49-F238E27FC236}">
                  <a16:creationId xmlns:a16="http://schemas.microsoft.com/office/drawing/2014/main" id="{EDCE8588-7433-227F-8CBA-D0B5457D3A71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3765" name="Input_receptor__1935">
              <a:extLst>
                <a:ext uri="{FF2B5EF4-FFF2-40B4-BE49-F238E27FC236}">
                  <a16:creationId xmlns:a16="http://schemas.microsoft.com/office/drawing/2014/main" id="{1D0466F7-74F5-EA0E-8659-E2E563FFB941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3766" name="Input_receptor__1936">
              <a:extLst>
                <a:ext uri="{FF2B5EF4-FFF2-40B4-BE49-F238E27FC236}">
                  <a16:creationId xmlns:a16="http://schemas.microsoft.com/office/drawing/2014/main" id="{BF67E3F5-4C8B-67B5-CE7E-C2D0A13EC10D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3767" name="Input_receptor__1937">
              <a:extLst>
                <a:ext uri="{FF2B5EF4-FFF2-40B4-BE49-F238E27FC236}">
                  <a16:creationId xmlns:a16="http://schemas.microsoft.com/office/drawing/2014/main" id="{ADE571A6-8589-89B8-4726-D03A9BF5758E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3768" name="Input_receptor__1938">
              <a:extLst>
                <a:ext uri="{FF2B5EF4-FFF2-40B4-BE49-F238E27FC236}">
                  <a16:creationId xmlns:a16="http://schemas.microsoft.com/office/drawing/2014/main" id="{0EC6FA2D-8952-403A-3118-B74155809527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3769" name="Input_receptor__1939">
              <a:extLst>
                <a:ext uri="{FF2B5EF4-FFF2-40B4-BE49-F238E27FC236}">
                  <a16:creationId xmlns:a16="http://schemas.microsoft.com/office/drawing/2014/main" id="{10D41D26-9F08-A9B4-6E67-071D135D88C5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3770" name="Input_receptor__1940">
              <a:extLst>
                <a:ext uri="{FF2B5EF4-FFF2-40B4-BE49-F238E27FC236}">
                  <a16:creationId xmlns:a16="http://schemas.microsoft.com/office/drawing/2014/main" id="{FD297821-7FE8-15EB-1CEA-DF6C4A96CBC6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3771" name="Input_receptor__1941">
              <a:extLst>
                <a:ext uri="{FF2B5EF4-FFF2-40B4-BE49-F238E27FC236}">
                  <a16:creationId xmlns:a16="http://schemas.microsoft.com/office/drawing/2014/main" id="{387FDD74-32DF-A0D4-5B92-922B34C35BE0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3772" name="Input_receptor__1942">
              <a:extLst>
                <a:ext uri="{FF2B5EF4-FFF2-40B4-BE49-F238E27FC236}">
                  <a16:creationId xmlns:a16="http://schemas.microsoft.com/office/drawing/2014/main" id="{E63515E3-8AC3-7A14-1823-D4A928236A6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3773" name="Input_receptor__1943">
              <a:extLst>
                <a:ext uri="{FF2B5EF4-FFF2-40B4-BE49-F238E27FC236}">
                  <a16:creationId xmlns:a16="http://schemas.microsoft.com/office/drawing/2014/main" id="{1A27313A-E52A-B41E-3FA7-9E93B9BFC7E5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3774" name="Input_receptor__1944">
              <a:extLst>
                <a:ext uri="{FF2B5EF4-FFF2-40B4-BE49-F238E27FC236}">
                  <a16:creationId xmlns:a16="http://schemas.microsoft.com/office/drawing/2014/main" id="{BB3C5749-ACF0-E2D4-C71F-420737459ED4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3775" name="Input_receptor__1945">
              <a:extLst>
                <a:ext uri="{FF2B5EF4-FFF2-40B4-BE49-F238E27FC236}">
                  <a16:creationId xmlns:a16="http://schemas.microsoft.com/office/drawing/2014/main" id="{59869203-A170-F539-2563-D449893B9BCE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3776" name="Input_receptor__1946">
              <a:extLst>
                <a:ext uri="{FF2B5EF4-FFF2-40B4-BE49-F238E27FC236}">
                  <a16:creationId xmlns:a16="http://schemas.microsoft.com/office/drawing/2014/main" id="{B7AD1BBC-8E70-4873-DB17-693F8DD51ECA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3777" name="Input_receptor__1947">
              <a:extLst>
                <a:ext uri="{FF2B5EF4-FFF2-40B4-BE49-F238E27FC236}">
                  <a16:creationId xmlns:a16="http://schemas.microsoft.com/office/drawing/2014/main" id="{0C626E6B-8D05-68AC-7783-4445AEDD73A9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3778" name="Input_receptor__1948">
              <a:extLst>
                <a:ext uri="{FF2B5EF4-FFF2-40B4-BE49-F238E27FC236}">
                  <a16:creationId xmlns:a16="http://schemas.microsoft.com/office/drawing/2014/main" id="{EC5D0D0B-FB76-4BC1-8F8B-6BE401BDD5C5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3779" name="Input_receptor__1949">
              <a:extLst>
                <a:ext uri="{FF2B5EF4-FFF2-40B4-BE49-F238E27FC236}">
                  <a16:creationId xmlns:a16="http://schemas.microsoft.com/office/drawing/2014/main" id="{63C8A3F7-604A-34F7-C749-7D4F93E61A8B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3780" name="Input_receptor__1950">
              <a:extLst>
                <a:ext uri="{FF2B5EF4-FFF2-40B4-BE49-F238E27FC236}">
                  <a16:creationId xmlns:a16="http://schemas.microsoft.com/office/drawing/2014/main" id="{0140CA8E-F28E-D30F-1A79-427435D21BDE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3781" name="Input_receptor__1951">
              <a:extLst>
                <a:ext uri="{FF2B5EF4-FFF2-40B4-BE49-F238E27FC236}">
                  <a16:creationId xmlns:a16="http://schemas.microsoft.com/office/drawing/2014/main" id="{D445FC80-A24B-C2A3-A88A-96ED3F4EEA36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3782" name="Input_receptor__1952">
              <a:extLst>
                <a:ext uri="{FF2B5EF4-FFF2-40B4-BE49-F238E27FC236}">
                  <a16:creationId xmlns:a16="http://schemas.microsoft.com/office/drawing/2014/main" id="{6218534E-78FA-4A43-39A9-F22E564542AC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3783" name="Input_receptor__1953">
              <a:extLst>
                <a:ext uri="{FF2B5EF4-FFF2-40B4-BE49-F238E27FC236}">
                  <a16:creationId xmlns:a16="http://schemas.microsoft.com/office/drawing/2014/main" id="{4C3DC0D1-76C6-2A87-A719-3196D12EBDBD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3784" name="Input_receptor__1954">
              <a:extLst>
                <a:ext uri="{FF2B5EF4-FFF2-40B4-BE49-F238E27FC236}">
                  <a16:creationId xmlns:a16="http://schemas.microsoft.com/office/drawing/2014/main" id="{ADF1DCDD-5890-5E61-915D-7BF47AAEA241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3785" name="Input_receptor__1955">
              <a:extLst>
                <a:ext uri="{FF2B5EF4-FFF2-40B4-BE49-F238E27FC236}">
                  <a16:creationId xmlns:a16="http://schemas.microsoft.com/office/drawing/2014/main" id="{E391139C-0D01-7EC7-B2B6-37F99B055DBF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3786" name="Input_receptor__1956">
              <a:extLst>
                <a:ext uri="{FF2B5EF4-FFF2-40B4-BE49-F238E27FC236}">
                  <a16:creationId xmlns:a16="http://schemas.microsoft.com/office/drawing/2014/main" id="{0F105525-70A9-9AA2-CA05-17F839E6FEB9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3787" name="Input_receptor__1957">
              <a:extLst>
                <a:ext uri="{FF2B5EF4-FFF2-40B4-BE49-F238E27FC236}">
                  <a16:creationId xmlns:a16="http://schemas.microsoft.com/office/drawing/2014/main" id="{73B5D848-EC50-F19A-4EF3-A32A82A99305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3788" name="Input_receptor__1958">
              <a:extLst>
                <a:ext uri="{FF2B5EF4-FFF2-40B4-BE49-F238E27FC236}">
                  <a16:creationId xmlns:a16="http://schemas.microsoft.com/office/drawing/2014/main" id="{3FD80B45-2C55-9620-04B9-2B9F2E1FC4FE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3789" name="Input_receptor__1959">
              <a:extLst>
                <a:ext uri="{FF2B5EF4-FFF2-40B4-BE49-F238E27FC236}">
                  <a16:creationId xmlns:a16="http://schemas.microsoft.com/office/drawing/2014/main" id="{C021989D-E247-0331-1B5A-2FF6DBD5E367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3790" name="Input_receptor__1960">
              <a:extLst>
                <a:ext uri="{FF2B5EF4-FFF2-40B4-BE49-F238E27FC236}">
                  <a16:creationId xmlns:a16="http://schemas.microsoft.com/office/drawing/2014/main" id="{EBD9FDF2-C598-13C0-EEAD-6D3B0A666B85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3791" name="Input_receptor__1961">
              <a:extLst>
                <a:ext uri="{FF2B5EF4-FFF2-40B4-BE49-F238E27FC236}">
                  <a16:creationId xmlns:a16="http://schemas.microsoft.com/office/drawing/2014/main" id="{FBBF81D4-20A0-10DF-B2D2-A97D6C9F0875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3792" name="Input_receptor__1962">
              <a:extLst>
                <a:ext uri="{FF2B5EF4-FFF2-40B4-BE49-F238E27FC236}">
                  <a16:creationId xmlns:a16="http://schemas.microsoft.com/office/drawing/2014/main" id="{B271EE7D-3B0C-E92A-6C95-F30E9516B449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3793" name="Input_receptor__1963">
              <a:extLst>
                <a:ext uri="{FF2B5EF4-FFF2-40B4-BE49-F238E27FC236}">
                  <a16:creationId xmlns:a16="http://schemas.microsoft.com/office/drawing/2014/main" id="{B7DDEBD5-9EE6-087B-9BBF-EEE98A0AF03A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3794" name="Input_receptor__1964">
              <a:extLst>
                <a:ext uri="{FF2B5EF4-FFF2-40B4-BE49-F238E27FC236}">
                  <a16:creationId xmlns:a16="http://schemas.microsoft.com/office/drawing/2014/main" id="{A36B9328-509F-A621-AA7D-9B983FB477F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3795" name="Input_receptor__1965">
              <a:extLst>
                <a:ext uri="{FF2B5EF4-FFF2-40B4-BE49-F238E27FC236}">
                  <a16:creationId xmlns:a16="http://schemas.microsoft.com/office/drawing/2014/main" id="{D04DAC96-6131-6853-7B0A-7FD59167245F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3796" name="Input_receptor__1966">
              <a:extLst>
                <a:ext uri="{FF2B5EF4-FFF2-40B4-BE49-F238E27FC236}">
                  <a16:creationId xmlns:a16="http://schemas.microsoft.com/office/drawing/2014/main" id="{AAE1B8D9-AA40-A254-EA0E-411063434F91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3797" name="Input_receptor__1967">
              <a:extLst>
                <a:ext uri="{FF2B5EF4-FFF2-40B4-BE49-F238E27FC236}">
                  <a16:creationId xmlns:a16="http://schemas.microsoft.com/office/drawing/2014/main" id="{00F10054-2374-57AE-AC60-48B2753B16AC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3798" name="Input_receptor__1968">
              <a:extLst>
                <a:ext uri="{FF2B5EF4-FFF2-40B4-BE49-F238E27FC236}">
                  <a16:creationId xmlns:a16="http://schemas.microsoft.com/office/drawing/2014/main" id="{2B11B629-9780-51FF-3862-F626F53748F2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3799" name="Input_receptor__1969">
              <a:extLst>
                <a:ext uri="{FF2B5EF4-FFF2-40B4-BE49-F238E27FC236}">
                  <a16:creationId xmlns:a16="http://schemas.microsoft.com/office/drawing/2014/main" id="{2D6CEEFB-1AA4-E253-B64B-91454CAB2601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3800" name="Input_receptor__1970">
              <a:extLst>
                <a:ext uri="{FF2B5EF4-FFF2-40B4-BE49-F238E27FC236}">
                  <a16:creationId xmlns:a16="http://schemas.microsoft.com/office/drawing/2014/main" id="{10E909D9-C5BA-3460-4FEB-A4A1621D3F0C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3801" name="TextBox 12166">
            <a:extLst>
              <a:ext uri="{FF2B5EF4-FFF2-40B4-BE49-F238E27FC236}">
                <a16:creationId xmlns:a16="http://schemas.microsoft.com/office/drawing/2014/main" id="{378E1708-574E-1D32-E1FD-11235C8C30F1}"/>
              </a:ext>
            </a:extLst>
          </p:cNvPr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3802" name="Match | Fig1 Density">
            <a:extLst>
              <a:ext uri="{FF2B5EF4-FFF2-40B4-BE49-F238E27FC236}">
                <a16:creationId xmlns:a16="http://schemas.microsoft.com/office/drawing/2014/main" id="{7647A414-DB63-4923-B9CF-04302CFA6544}"/>
              </a:ext>
            </a:extLst>
          </p:cNvPr>
          <p:cNvGrpSpPr/>
          <p:nvPr/>
        </p:nvGrpSpPr>
        <p:grpSpPr>
          <a:xfrm>
            <a:off x="1084665" y="2373113"/>
            <a:ext cx="292648" cy="348056"/>
            <a:chOff x="496477" y="1485900"/>
            <a:chExt cx="1521646" cy="1809750"/>
          </a:xfrm>
        </p:grpSpPr>
        <p:sp>
          <p:nvSpPr>
            <p:cNvPr id="3803" name="Input_density__7">
              <a:extLst>
                <a:ext uri="{FF2B5EF4-FFF2-40B4-BE49-F238E27FC236}">
                  <a16:creationId xmlns:a16="http://schemas.microsoft.com/office/drawing/2014/main" id="{10C3C8E1-3249-6CFE-08B3-FFB325CC7E82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04" name="Input_density__8">
              <a:extLst>
                <a:ext uri="{FF2B5EF4-FFF2-40B4-BE49-F238E27FC236}">
                  <a16:creationId xmlns:a16="http://schemas.microsoft.com/office/drawing/2014/main" id="{2600CC3B-A58D-C400-0F3A-3D4423346E14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05" name="Input_density__9">
              <a:extLst>
                <a:ext uri="{FF2B5EF4-FFF2-40B4-BE49-F238E27FC236}">
                  <a16:creationId xmlns:a16="http://schemas.microsoft.com/office/drawing/2014/main" id="{FD5B258C-6D50-3B1B-BA2B-9676A4918771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06" name="Input_density__10">
              <a:extLst>
                <a:ext uri="{FF2B5EF4-FFF2-40B4-BE49-F238E27FC236}">
                  <a16:creationId xmlns:a16="http://schemas.microsoft.com/office/drawing/2014/main" id="{A4AE56FA-3045-5D0E-48BD-81228D58803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07" name="Input_density__11">
              <a:extLst>
                <a:ext uri="{FF2B5EF4-FFF2-40B4-BE49-F238E27FC236}">
                  <a16:creationId xmlns:a16="http://schemas.microsoft.com/office/drawing/2014/main" id="{3BF5A175-2C3B-C5F9-61B3-40D2200C8066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08" name="Input_density__12">
              <a:extLst>
                <a:ext uri="{FF2B5EF4-FFF2-40B4-BE49-F238E27FC236}">
                  <a16:creationId xmlns:a16="http://schemas.microsoft.com/office/drawing/2014/main" id="{8E7870E5-9B90-C132-CA97-9988C3C5C7A7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09" name="Input_density__13">
              <a:extLst>
                <a:ext uri="{FF2B5EF4-FFF2-40B4-BE49-F238E27FC236}">
                  <a16:creationId xmlns:a16="http://schemas.microsoft.com/office/drawing/2014/main" id="{9E4EF4A3-0727-BCC8-96E3-10B073AEFC7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10" name="Input_density__14">
              <a:extLst>
                <a:ext uri="{FF2B5EF4-FFF2-40B4-BE49-F238E27FC236}">
                  <a16:creationId xmlns:a16="http://schemas.microsoft.com/office/drawing/2014/main" id="{4DE87168-F97C-26DD-0724-416400E40157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11" name="Input_density__15">
              <a:extLst>
                <a:ext uri="{FF2B5EF4-FFF2-40B4-BE49-F238E27FC236}">
                  <a16:creationId xmlns:a16="http://schemas.microsoft.com/office/drawing/2014/main" id="{90C36B30-7D80-D583-0E4A-65D408659731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12" name="Input_density__16">
              <a:extLst>
                <a:ext uri="{FF2B5EF4-FFF2-40B4-BE49-F238E27FC236}">
                  <a16:creationId xmlns:a16="http://schemas.microsoft.com/office/drawing/2014/main" id="{E45FC15B-AC34-3121-864A-0E1B274EC85E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13" name="Input_density__17">
              <a:extLst>
                <a:ext uri="{FF2B5EF4-FFF2-40B4-BE49-F238E27FC236}">
                  <a16:creationId xmlns:a16="http://schemas.microsoft.com/office/drawing/2014/main" id="{1A25169E-E256-9F0D-2526-B670CA909BED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14" name="Input_density__18">
              <a:extLst>
                <a:ext uri="{FF2B5EF4-FFF2-40B4-BE49-F238E27FC236}">
                  <a16:creationId xmlns:a16="http://schemas.microsoft.com/office/drawing/2014/main" id="{3F22F04A-139E-896A-08DA-729D7EFAA5B2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15" name="Input_density__19">
              <a:extLst>
                <a:ext uri="{FF2B5EF4-FFF2-40B4-BE49-F238E27FC236}">
                  <a16:creationId xmlns:a16="http://schemas.microsoft.com/office/drawing/2014/main" id="{9130C448-4541-8031-414B-2468778E933B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16" name="Input_density__20">
              <a:extLst>
                <a:ext uri="{FF2B5EF4-FFF2-40B4-BE49-F238E27FC236}">
                  <a16:creationId xmlns:a16="http://schemas.microsoft.com/office/drawing/2014/main" id="{A2276867-52A6-9629-B265-1059DCFEB52F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17" name="Input_density__21">
              <a:extLst>
                <a:ext uri="{FF2B5EF4-FFF2-40B4-BE49-F238E27FC236}">
                  <a16:creationId xmlns:a16="http://schemas.microsoft.com/office/drawing/2014/main" id="{A70D40EF-5118-43B8-5988-DE4AF1F10719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18" name="Input_density__22">
              <a:extLst>
                <a:ext uri="{FF2B5EF4-FFF2-40B4-BE49-F238E27FC236}">
                  <a16:creationId xmlns:a16="http://schemas.microsoft.com/office/drawing/2014/main" id="{9854FB10-7BCB-36F9-4DBB-BF464E5AB879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19" name="Input_density__23">
              <a:extLst>
                <a:ext uri="{FF2B5EF4-FFF2-40B4-BE49-F238E27FC236}">
                  <a16:creationId xmlns:a16="http://schemas.microsoft.com/office/drawing/2014/main" id="{DCCD180F-971B-CAAC-5085-8BEF2450107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20" name="Input_density__24">
              <a:extLst>
                <a:ext uri="{FF2B5EF4-FFF2-40B4-BE49-F238E27FC236}">
                  <a16:creationId xmlns:a16="http://schemas.microsoft.com/office/drawing/2014/main" id="{0416DEEE-DFDF-3745-9FD6-05629453F1D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21" name="Input_density__25">
              <a:extLst>
                <a:ext uri="{FF2B5EF4-FFF2-40B4-BE49-F238E27FC236}">
                  <a16:creationId xmlns:a16="http://schemas.microsoft.com/office/drawing/2014/main" id="{54951B1F-809B-A1DD-02C4-AE850F3A3F48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22" name="Input_density__26">
              <a:extLst>
                <a:ext uri="{FF2B5EF4-FFF2-40B4-BE49-F238E27FC236}">
                  <a16:creationId xmlns:a16="http://schemas.microsoft.com/office/drawing/2014/main" id="{FA045B25-3D34-DE8E-8FCE-6A20DFCFE94A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23" name="Input_density__27">
              <a:extLst>
                <a:ext uri="{FF2B5EF4-FFF2-40B4-BE49-F238E27FC236}">
                  <a16:creationId xmlns:a16="http://schemas.microsoft.com/office/drawing/2014/main" id="{AA5EE187-A6CF-8DD0-378E-6612DE1FB737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24" name="Input_density__28">
              <a:extLst>
                <a:ext uri="{FF2B5EF4-FFF2-40B4-BE49-F238E27FC236}">
                  <a16:creationId xmlns:a16="http://schemas.microsoft.com/office/drawing/2014/main" id="{ACA81071-C791-0A9B-0D5D-F2CF7366A13D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25" name="Input_density__29">
              <a:extLst>
                <a:ext uri="{FF2B5EF4-FFF2-40B4-BE49-F238E27FC236}">
                  <a16:creationId xmlns:a16="http://schemas.microsoft.com/office/drawing/2014/main" id="{1FBE75EC-4552-4725-876E-46F3FFEDA182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26" name="Input_density__30">
              <a:extLst>
                <a:ext uri="{FF2B5EF4-FFF2-40B4-BE49-F238E27FC236}">
                  <a16:creationId xmlns:a16="http://schemas.microsoft.com/office/drawing/2014/main" id="{0FE49A56-2B4E-AAF1-9604-BD4ECC9ECB13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27" name="Input_density__31">
              <a:extLst>
                <a:ext uri="{FF2B5EF4-FFF2-40B4-BE49-F238E27FC236}">
                  <a16:creationId xmlns:a16="http://schemas.microsoft.com/office/drawing/2014/main" id="{7397E146-9695-9B41-0FFA-3524E854D23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28" name="Input_density__32">
              <a:extLst>
                <a:ext uri="{FF2B5EF4-FFF2-40B4-BE49-F238E27FC236}">
                  <a16:creationId xmlns:a16="http://schemas.microsoft.com/office/drawing/2014/main" id="{CFA386BD-6AAA-5222-AD07-C1EB564FABFE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29" name="Input_density__33">
              <a:extLst>
                <a:ext uri="{FF2B5EF4-FFF2-40B4-BE49-F238E27FC236}">
                  <a16:creationId xmlns:a16="http://schemas.microsoft.com/office/drawing/2014/main" id="{9019DCFD-33A1-B451-4846-1AE529279CDD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30" name="Input_density__34">
              <a:extLst>
                <a:ext uri="{FF2B5EF4-FFF2-40B4-BE49-F238E27FC236}">
                  <a16:creationId xmlns:a16="http://schemas.microsoft.com/office/drawing/2014/main" id="{56266281-E48A-82DF-E73F-643C81E6D8E4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31" name="Input_density__35">
              <a:extLst>
                <a:ext uri="{FF2B5EF4-FFF2-40B4-BE49-F238E27FC236}">
                  <a16:creationId xmlns:a16="http://schemas.microsoft.com/office/drawing/2014/main" id="{6451FCB3-A0F8-140A-226B-559869B8C59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32" name="Input_density__36">
              <a:extLst>
                <a:ext uri="{FF2B5EF4-FFF2-40B4-BE49-F238E27FC236}">
                  <a16:creationId xmlns:a16="http://schemas.microsoft.com/office/drawing/2014/main" id="{AD35D20F-DBCA-DBB7-0CD2-5470582E4C64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33" name="Input_density__37">
              <a:extLst>
                <a:ext uri="{FF2B5EF4-FFF2-40B4-BE49-F238E27FC236}">
                  <a16:creationId xmlns:a16="http://schemas.microsoft.com/office/drawing/2014/main" id="{FEC481DE-4685-7D4B-E255-9A8E202F2207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34" name="Input_density__38">
              <a:extLst>
                <a:ext uri="{FF2B5EF4-FFF2-40B4-BE49-F238E27FC236}">
                  <a16:creationId xmlns:a16="http://schemas.microsoft.com/office/drawing/2014/main" id="{7A377BE5-EBC6-12FC-5F80-D48EBB77E84D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35" name="Input_density__39">
              <a:extLst>
                <a:ext uri="{FF2B5EF4-FFF2-40B4-BE49-F238E27FC236}">
                  <a16:creationId xmlns:a16="http://schemas.microsoft.com/office/drawing/2014/main" id="{F451F3AD-E673-FAF6-0050-1274F5747194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36" name="Input_density__40">
              <a:extLst>
                <a:ext uri="{FF2B5EF4-FFF2-40B4-BE49-F238E27FC236}">
                  <a16:creationId xmlns:a16="http://schemas.microsoft.com/office/drawing/2014/main" id="{7D6F98D6-6B51-D59B-E0DC-D6C0A7E0DD68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37" name="Input_density__41">
              <a:extLst>
                <a:ext uri="{FF2B5EF4-FFF2-40B4-BE49-F238E27FC236}">
                  <a16:creationId xmlns:a16="http://schemas.microsoft.com/office/drawing/2014/main" id="{72EC6898-F71B-F88C-8115-108C4A2DBF4F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38" name="Input_density__42">
              <a:extLst>
                <a:ext uri="{FF2B5EF4-FFF2-40B4-BE49-F238E27FC236}">
                  <a16:creationId xmlns:a16="http://schemas.microsoft.com/office/drawing/2014/main" id="{88091518-273C-1B05-EA89-68918754B514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39" name="Input_density__43">
              <a:extLst>
                <a:ext uri="{FF2B5EF4-FFF2-40B4-BE49-F238E27FC236}">
                  <a16:creationId xmlns:a16="http://schemas.microsoft.com/office/drawing/2014/main" id="{349147D3-65A2-F2E0-92D8-E021A1F77060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40" name="Input_density__44">
              <a:extLst>
                <a:ext uri="{FF2B5EF4-FFF2-40B4-BE49-F238E27FC236}">
                  <a16:creationId xmlns:a16="http://schemas.microsoft.com/office/drawing/2014/main" id="{AA88D328-FA24-DF1C-6EF5-907EF67A5333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41" name="Input_density__45">
              <a:extLst>
                <a:ext uri="{FF2B5EF4-FFF2-40B4-BE49-F238E27FC236}">
                  <a16:creationId xmlns:a16="http://schemas.microsoft.com/office/drawing/2014/main" id="{65C14DB7-934C-A247-ADCE-6F9812A2782F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42" name="Input_density__46">
              <a:extLst>
                <a:ext uri="{FF2B5EF4-FFF2-40B4-BE49-F238E27FC236}">
                  <a16:creationId xmlns:a16="http://schemas.microsoft.com/office/drawing/2014/main" id="{FC39FFEE-AB6B-3F36-A17F-34E7C3CDE9C7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43" name="Input_density__47">
              <a:extLst>
                <a:ext uri="{FF2B5EF4-FFF2-40B4-BE49-F238E27FC236}">
                  <a16:creationId xmlns:a16="http://schemas.microsoft.com/office/drawing/2014/main" id="{7F38F768-ABE6-042D-1710-056B28212431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44" name="Input_density__48">
              <a:extLst>
                <a:ext uri="{FF2B5EF4-FFF2-40B4-BE49-F238E27FC236}">
                  <a16:creationId xmlns:a16="http://schemas.microsoft.com/office/drawing/2014/main" id="{365BEF18-E6A5-2247-540E-99695BC7F186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45" name="Input_density__49">
              <a:extLst>
                <a:ext uri="{FF2B5EF4-FFF2-40B4-BE49-F238E27FC236}">
                  <a16:creationId xmlns:a16="http://schemas.microsoft.com/office/drawing/2014/main" id="{F0E2B5B0-8CD7-DF30-333F-605FEA3B7B66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46" name="Input_density__50">
              <a:extLst>
                <a:ext uri="{FF2B5EF4-FFF2-40B4-BE49-F238E27FC236}">
                  <a16:creationId xmlns:a16="http://schemas.microsoft.com/office/drawing/2014/main" id="{6FC0AA97-D489-697D-3B1E-DABF767C3C56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47" name="Input_density__51">
              <a:extLst>
                <a:ext uri="{FF2B5EF4-FFF2-40B4-BE49-F238E27FC236}">
                  <a16:creationId xmlns:a16="http://schemas.microsoft.com/office/drawing/2014/main" id="{36F6F783-B9DB-7CEE-7436-528C43E3CF6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48" name="Input_density__52">
              <a:extLst>
                <a:ext uri="{FF2B5EF4-FFF2-40B4-BE49-F238E27FC236}">
                  <a16:creationId xmlns:a16="http://schemas.microsoft.com/office/drawing/2014/main" id="{465BB863-3DCF-6F2C-25DC-F11B0EA74D71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49" name="Input_density__53">
              <a:extLst>
                <a:ext uri="{FF2B5EF4-FFF2-40B4-BE49-F238E27FC236}">
                  <a16:creationId xmlns:a16="http://schemas.microsoft.com/office/drawing/2014/main" id="{1F8BA825-AE10-6EEF-58D8-B6A683E348FF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50" name="Input_density__54">
              <a:extLst>
                <a:ext uri="{FF2B5EF4-FFF2-40B4-BE49-F238E27FC236}">
                  <a16:creationId xmlns:a16="http://schemas.microsoft.com/office/drawing/2014/main" id="{BF1125E8-A256-B0B8-6CDC-C31E59C447A4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51" name="Input_density__55">
              <a:extLst>
                <a:ext uri="{FF2B5EF4-FFF2-40B4-BE49-F238E27FC236}">
                  <a16:creationId xmlns:a16="http://schemas.microsoft.com/office/drawing/2014/main" id="{B41E4F5C-AA6F-0B33-07AF-A4319A826233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52" name="Input_density__56">
              <a:extLst>
                <a:ext uri="{FF2B5EF4-FFF2-40B4-BE49-F238E27FC236}">
                  <a16:creationId xmlns:a16="http://schemas.microsoft.com/office/drawing/2014/main" id="{0F7A1DF9-10F3-633D-CF32-FCDF71493FD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53" name="Input_density__57">
              <a:extLst>
                <a:ext uri="{FF2B5EF4-FFF2-40B4-BE49-F238E27FC236}">
                  <a16:creationId xmlns:a16="http://schemas.microsoft.com/office/drawing/2014/main" id="{9D8B0B8C-149A-21A9-D652-0E42923DAFCC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54" name="Input_density__58">
              <a:extLst>
                <a:ext uri="{FF2B5EF4-FFF2-40B4-BE49-F238E27FC236}">
                  <a16:creationId xmlns:a16="http://schemas.microsoft.com/office/drawing/2014/main" id="{895ED3DC-0CF4-614D-F0B2-B23B223DE835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55" name="Input_density__59">
              <a:extLst>
                <a:ext uri="{FF2B5EF4-FFF2-40B4-BE49-F238E27FC236}">
                  <a16:creationId xmlns:a16="http://schemas.microsoft.com/office/drawing/2014/main" id="{9AD59C61-5233-A1D7-D549-BD7650868F3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56" name="Input_density__60">
              <a:extLst>
                <a:ext uri="{FF2B5EF4-FFF2-40B4-BE49-F238E27FC236}">
                  <a16:creationId xmlns:a16="http://schemas.microsoft.com/office/drawing/2014/main" id="{75B924A6-C47E-DE66-398B-14FCC4AED007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57" name="Input_density__61">
              <a:extLst>
                <a:ext uri="{FF2B5EF4-FFF2-40B4-BE49-F238E27FC236}">
                  <a16:creationId xmlns:a16="http://schemas.microsoft.com/office/drawing/2014/main" id="{1D89003E-ED49-AF51-F3A7-B08698568A5B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58" name="Input_density__62">
              <a:extLst>
                <a:ext uri="{FF2B5EF4-FFF2-40B4-BE49-F238E27FC236}">
                  <a16:creationId xmlns:a16="http://schemas.microsoft.com/office/drawing/2014/main" id="{93256AAC-061A-CEE2-8679-87DF6C1C14A8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59" name="Input_density__63">
              <a:extLst>
                <a:ext uri="{FF2B5EF4-FFF2-40B4-BE49-F238E27FC236}">
                  <a16:creationId xmlns:a16="http://schemas.microsoft.com/office/drawing/2014/main" id="{66175C7F-FB50-6212-8201-6E217EB42B2F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60" name="Input_density__64">
              <a:extLst>
                <a:ext uri="{FF2B5EF4-FFF2-40B4-BE49-F238E27FC236}">
                  <a16:creationId xmlns:a16="http://schemas.microsoft.com/office/drawing/2014/main" id="{1AD4F0B1-2B9B-9002-9019-9B5A4B87E78F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61" name="Input_density__65">
              <a:extLst>
                <a:ext uri="{FF2B5EF4-FFF2-40B4-BE49-F238E27FC236}">
                  <a16:creationId xmlns:a16="http://schemas.microsoft.com/office/drawing/2014/main" id="{981A5180-97F1-A4FF-2D25-FEE8A8C7F7BB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62" name="Input_density__66">
              <a:extLst>
                <a:ext uri="{FF2B5EF4-FFF2-40B4-BE49-F238E27FC236}">
                  <a16:creationId xmlns:a16="http://schemas.microsoft.com/office/drawing/2014/main" id="{50D7FFF5-510E-724E-AA05-A517331D2422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63" name="Input_density__67">
              <a:extLst>
                <a:ext uri="{FF2B5EF4-FFF2-40B4-BE49-F238E27FC236}">
                  <a16:creationId xmlns:a16="http://schemas.microsoft.com/office/drawing/2014/main" id="{7FF96621-1F3C-4F23-87AC-A2FE6031EA48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64" name="Input_density__68">
              <a:extLst>
                <a:ext uri="{FF2B5EF4-FFF2-40B4-BE49-F238E27FC236}">
                  <a16:creationId xmlns:a16="http://schemas.microsoft.com/office/drawing/2014/main" id="{6F4F2FE9-A1A4-0E1E-7137-FCE505BEE7A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65" name="Input_density__69">
              <a:extLst>
                <a:ext uri="{FF2B5EF4-FFF2-40B4-BE49-F238E27FC236}">
                  <a16:creationId xmlns:a16="http://schemas.microsoft.com/office/drawing/2014/main" id="{AC1E0439-87BB-90AD-CE63-65BC2E8458EE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66" name="Input_density__70">
              <a:extLst>
                <a:ext uri="{FF2B5EF4-FFF2-40B4-BE49-F238E27FC236}">
                  <a16:creationId xmlns:a16="http://schemas.microsoft.com/office/drawing/2014/main" id="{F13651C4-84EC-72AE-E5A5-EE533972D19D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3867" name="Input_density__71">
              <a:extLst>
                <a:ext uri="{FF2B5EF4-FFF2-40B4-BE49-F238E27FC236}">
                  <a16:creationId xmlns:a16="http://schemas.microsoft.com/office/drawing/2014/main" id="{6AFB956F-65F7-017F-A87A-2B3A4BA147C1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68" name="Input_density__72">
              <a:extLst>
                <a:ext uri="{FF2B5EF4-FFF2-40B4-BE49-F238E27FC236}">
                  <a16:creationId xmlns:a16="http://schemas.microsoft.com/office/drawing/2014/main" id="{5C8338A6-7957-3769-1DB4-F216AE20AD7A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69" name="Input_density__73">
              <a:extLst>
                <a:ext uri="{FF2B5EF4-FFF2-40B4-BE49-F238E27FC236}">
                  <a16:creationId xmlns:a16="http://schemas.microsoft.com/office/drawing/2014/main" id="{A2014B90-B4F5-9352-F986-1D10812E8EA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70" name="Input_density__74">
              <a:extLst>
                <a:ext uri="{FF2B5EF4-FFF2-40B4-BE49-F238E27FC236}">
                  <a16:creationId xmlns:a16="http://schemas.microsoft.com/office/drawing/2014/main" id="{5709F315-8580-F144-A227-964B71E8B0F3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71" name="Input_density__75">
              <a:extLst>
                <a:ext uri="{FF2B5EF4-FFF2-40B4-BE49-F238E27FC236}">
                  <a16:creationId xmlns:a16="http://schemas.microsoft.com/office/drawing/2014/main" id="{53571331-4B4E-20C1-2820-567145A99181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72" name="Input_density__76">
              <a:extLst>
                <a:ext uri="{FF2B5EF4-FFF2-40B4-BE49-F238E27FC236}">
                  <a16:creationId xmlns:a16="http://schemas.microsoft.com/office/drawing/2014/main" id="{D38455F1-6523-485D-F330-D174B91785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73" name="Input_density__77">
              <a:extLst>
                <a:ext uri="{FF2B5EF4-FFF2-40B4-BE49-F238E27FC236}">
                  <a16:creationId xmlns:a16="http://schemas.microsoft.com/office/drawing/2014/main" id="{EC812035-3AEC-560F-E7A8-E0E058E04DEA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74" name="Input_density__78">
              <a:extLst>
                <a:ext uri="{FF2B5EF4-FFF2-40B4-BE49-F238E27FC236}">
                  <a16:creationId xmlns:a16="http://schemas.microsoft.com/office/drawing/2014/main" id="{4D183325-DA19-BD32-81AD-8A80CB922AB4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75" name="Input_density__79">
              <a:extLst>
                <a:ext uri="{FF2B5EF4-FFF2-40B4-BE49-F238E27FC236}">
                  <a16:creationId xmlns:a16="http://schemas.microsoft.com/office/drawing/2014/main" id="{33911930-56F2-3B62-A3F8-E467D041ED8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76" name="Input_density__80">
              <a:extLst>
                <a:ext uri="{FF2B5EF4-FFF2-40B4-BE49-F238E27FC236}">
                  <a16:creationId xmlns:a16="http://schemas.microsoft.com/office/drawing/2014/main" id="{982D8A0B-67BA-B851-A7A4-88FB97F95BEE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77" name="Input_density__81">
              <a:extLst>
                <a:ext uri="{FF2B5EF4-FFF2-40B4-BE49-F238E27FC236}">
                  <a16:creationId xmlns:a16="http://schemas.microsoft.com/office/drawing/2014/main" id="{52530DC2-3829-5BA2-FEEE-E433F0733653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78" name="Input_density__82">
              <a:extLst>
                <a:ext uri="{FF2B5EF4-FFF2-40B4-BE49-F238E27FC236}">
                  <a16:creationId xmlns:a16="http://schemas.microsoft.com/office/drawing/2014/main" id="{DA045E96-D819-70FB-A05E-AA33896A7C6C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79" name="Input_density__83">
              <a:extLst>
                <a:ext uri="{FF2B5EF4-FFF2-40B4-BE49-F238E27FC236}">
                  <a16:creationId xmlns:a16="http://schemas.microsoft.com/office/drawing/2014/main" id="{6CD5BFC0-AFDA-6A6A-1A58-A7763F400C89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80" name="Input_density__84">
              <a:extLst>
                <a:ext uri="{FF2B5EF4-FFF2-40B4-BE49-F238E27FC236}">
                  <a16:creationId xmlns:a16="http://schemas.microsoft.com/office/drawing/2014/main" id="{4481E96C-19EC-E616-E626-C82BF3DD4BF2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81" name="Input_density__85">
              <a:extLst>
                <a:ext uri="{FF2B5EF4-FFF2-40B4-BE49-F238E27FC236}">
                  <a16:creationId xmlns:a16="http://schemas.microsoft.com/office/drawing/2014/main" id="{5A17ECBF-8A46-5506-5FCB-561AEBAC12B3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82" name="Input_density__86">
              <a:extLst>
                <a:ext uri="{FF2B5EF4-FFF2-40B4-BE49-F238E27FC236}">
                  <a16:creationId xmlns:a16="http://schemas.microsoft.com/office/drawing/2014/main" id="{BE4066CF-E4B5-0EB2-295B-3C44F78389F5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83" name="Input_density__87">
              <a:extLst>
                <a:ext uri="{FF2B5EF4-FFF2-40B4-BE49-F238E27FC236}">
                  <a16:creationId xmlns:a16="http://schemas.microsoft.com/office/drawing/2014/main" id="{3E94413D-CAF7-28F3-3B15-96C05BA10B3F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84" name="Input_density__88">
              <a:extLst>
                <a:ext uri="{FF2B5EF4-FFF2-40B4-BE49-F238E27FC236}">
                  <a16:creationId xmlns:a16="http://schemas.microsoft.com/office/drawing/2014/main" id="{E34A490B-30CC-0FC3-38B0-F55E2A26C762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85" name="Input_density__89">
              <a:extLst>
                <a:ext uri="{FF2B5EF4-FFF2-40B4-BE49-F238E27FC236}">
                  <a16:creationId xmlns:a16="http://schemas.microsoft.com/office/drawing/2014/main" id="{2B0B3499-B0B8-59B4-FB7B-F07C3D0145D6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86" name="Input_density__90">
              <a:extLst>
                <a:ext uri="{FF2B5EF4-FFF2-40B4-BE49-F238E27FC236}">
                  <a16:creationId xmlns:a16="http://schemas.microsoft.com/office/drawing/2014/main" id="{5BAFBEBA-46B8-AE57-29F8-5A28D1303935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87" name="Input_density__91">
              <a:extLst>
                <a:ext uri="{FF2B5EF4-FFF2-40B4-BE49-F238E27FC236}">
                  <a16:creationId xmlns:a16="http://schemas.microsoft.com/office/drawing/2014/main" id="{0909DF9B-A0BA-C8BD-7F99-B642CA56299F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88" name="Input_density__92">
              <a:extLst>
                <a:ext uri="{FF2B5EF4-FFF2-40B4-BE49-F238E27FC236}">
                  <a16:creationId xmlns:a16="http://schemas.microsoft.com/office/drawing/2014/main" id="{E45AD1D1-5990-E18B-6B6A-70BD738E9F0C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89" name="Input_density__93">
              <a:extLst>
                <a:ext uri="{FF2B5EF4-FFF2-40B4-BE49-F238E27FC236}">
                  <a16:creationId xmlns:a16="http://schemas.microsoft.com/office/drawing/2014/main" id="{5B5C266F-82E4-747F-871C-D7127B508059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90" name="Input_density__94">
              <a:extLst>
                <a:ext uri="{FF2B5EF4-FFF2-40B4-BE49-F238E27FC236}">
                  <a16:creationId xmlns:a16="http://schemas.microsoft.com/office/drawing/2014/main" id="{02CEE977-D4B4-154F-5748-45429A098BA5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91" name="Input_density__95">
              <a:extLst>
                <a:ext uri="{FF2B5EF4-FFF2-40B4-BE49-F238E27FC236}">
                  <a16:creationId xmlns:a16="http://schemas.microsoft.com/office/drawing/2014/main" id="{72AE0225-529C-9249-961B-FF12E7FE3873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92" name="Input_density__96">
              <a:extLst>
                <a:ext uri="{FF2B5EF4-FFF2-40B4-BE49-F238E27FC236}">
                  <a16:creationId xmlns:a16="http://schemas.microsoft.com/office/drawing/2014/main" id="{933C379B-E7F8-6C23-34CC-45009287958C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93" name="Input_density__97">
              <a:extLst>
                <a:ext uri="{FF2B5EF4-FFF2-40B4-BE49-F238E27FC236}">
                  <a16:creationId xmlns:a16="http://schemas.microsoft.com/office/drawing/2014/main" id="{4873E3CC-897F-CE81-B9CA-238FA6B7025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94" name="Input_density__98">
              <a:extLst>
                <a:ext uri="{FF2B5EF4-FFF2-40B4-BE49-F238E27FC236}">
                  <a16:creationId xmlns:a16="http://schemas.microsoft.com/office/drawing/2014/main" id="{35D5ACB2-3F65-FE13-F52A-8CDC60426297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95" name="Input_density__99">
              <a:extLst>
                <a:ext uri="{FF2B5EF4-FFF2-40B4-BE49-F238E27FC236}">
                  <a16:creationId xmlns:a16="http://schemas.microsoft.com/office/drawing/2014/main" id="{0A13C304-FC25-3CAC-4656-41065D9AC6C4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96" name="Input_density__100">
              <a:extLst>
                <a:ext uri="{FF2B5EF4-FFF2-40B4-BE49-F238E27FC236}">
                  <a16:creationId xmlns:a16="http://schemas.microsoft.com/office/drawing/2014/main" id="{38A39389-0194-35D2-7FF1-295E90E6586C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97" name="Input_density__101">
              <a:extLst>
                <a:ext uri="{FF2B5EF4-FFF2-40B4-BE49-F238E27FC236}">
                  <a16:creationId xmlns:a16="http://schemas.microsoft.com/office/drawing/2014/main" id="{923A3CA9-9465-EB00-8115-F835A0DF96E6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98" name="Input_density__102">
              <a:extLst>
                <a:ext uri="{FF2B5EF4-FFF2-40B4-BE49-F238E27FC236}">
                  <a16:creationId xmlns:a16="http://schemas.microsoft.com/office/drawing/2014/main" id="{0B3AD7A6-2408-4C82-C8F9-4E510F96B59D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99" name="Input_density__103">
              <a:extLst>
                <a:ext uri="{FF2B5EF4-FFF2-40B4-BE49-F238E27FC236}">
                  <a16:creationId xmlns:a16="http://schemas.microsoft.com/office/drawing/2014/main" id="{BDBFD2AC-3958-2672-3B24-7BFA9018993D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00" name="Input_density__104">
              <a:extLst>
                <a:ext uri="{FF2B5EF4-FFF2-40B4-BE49-F238E27FC236}">
                  <a16:creationId xmlns:a16="http://schemas.microsoft.com/office/drawing/2014/main" id="{A7E59552-9F29-53F9-8431-4FFD42E88E0F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01" name="Input_density__105">
              <a:extLst>
                <a:ext uri="{FF2B5EF4-FFF2-40B4-BE49-F238E27FC236}">
                  <a16:creationId xmlns:a16="http://schemas.microsoft.com/office/drawing/2014/main" id="{F03DA744-BF6B-53C2-9EF5-A52C79270C58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02" name="Input_density__106">
              <a:extLst>
                <a:ext uri="{FF2B5EF4-FFF2-40B4-BE49-F238E27FC236}">
                  <a16:creationId xmlns:a16="http://schemas.microsoft.com/office/drawing/2014/main" id="{41DB1540-E0FB-C819-527B-8CB3A7E90C4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03" name="Input_density__107">
              <a:extLst>
                <a:ext uri="{FF2B5EF4-FFF2-40B4-BE49-F238E27FC236}">
                  <a16:creationId xmlns:a16="http://schemas.microsoft.com/office/drawing/2014/main" id="{51A3D7BA-E0E5-D1F8-BAD3-A5DEB21BB830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04" name="Input_density__108">
              <a:extLst>
                <a:ext uri="{FF2B5EF4-FFF2-40B4-BE49-F238E27FC236}">
                  <a16:creationId xmlns:a16="http://schemas.microsoft.com/office/drawing/2014/main" id="{DCB787CC-8B24-8D09-8FAB-FDA7D46FB0E9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05" name="Input_density__109">
              <a:extLst>
                <a:ext uri="{FF2B5EF4-FFF2-40B4-BE49-F238E27FC236}">
                  <a16:creationId xmlns:a16="http://schemas.microsoft.com/office/drawing/2014/main" id="{F6D019EF-A173-17A7-472E-B19265D75FAF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06" name="Input_density__110">
              <a:extLst>
                <a:ext uri="{FF2B5EF4-FFF2-40B4-BE49-F238E27FC236}">
                  <a16:creationId xmlns:a16="http://schemas.microsoft.com/office/drawing/2014/main" id="{F4865C1D-215B-19A0-C5D7-F7457E0F6EE8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07" name="Input_density__111">
              <a:extLst>
                <a:ext uri="{FF2B5EF4-FFF2-40B4-BE49-F238E27FC236}">
                  <a16:creationId xmlns:a16="http://schemas.microsoft.com/office/drawing/2014/main" id="{5691CF38-045C-0016-4B77-4E5DCE3BE189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08" name="Input_density__112">
              <a:extLst>
                <a:ext uri="{FF2B5EF4-FFF2-40B4-BE49-F238E27FC236}">
                  <a16:creationId xmlns:a16="http://schemas.microsoft.com/office/drawing/2014/main" id="{E6BCA263-F0E5-76D5-2749-17A0C62FE5EB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09" name="Input_density__113">
              <a:extLst>
                <a:ext uri="{FF2B5EF4-FFF2-40B4-BE49-F238E27FC236}">
                  <a16:creationId xmlns:a16="http://schemas.microsoft.com/office/drawing/2014/main" id="{FC97123E-3DD3-CD6B-94CE-058FF5ED7AD8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3910" name="Input_density__114">
              <a:extLst>
                <a:ext uri="{FF2B5EF4-FFF2-40B4-BE49-F238E27FC236}">
                  <a16:creationId xmlns:a16="http://schemas.microsoft.com/office/drawing/2014/main" id="{044CF41F-9C63-F852-C619-853709909D49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11" name="Input_density__115">
              <a:extLst>
                <a:ext uri="{FF2B5EF4-FFF2-40B4-BE49-F238E27FC236}">
                  <a16:creationId xmlns:a16="http://schemas.microsoft.com/office/drawing/2014/main" id="{B123C82B-B74C-4B94-0769-F65B154A84D9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12" name="Input_density__116">
              <a:extLst>
                <a:ext uri="{FF2B5EF4-FFF2-40B4-BE49-F238E27FC236}">
                  <a16:creationId xmlns:a16="http://schemas.microsoft.com/office/drawing/2014/main" id="{338F4E26-C1E2-3216-32ED-ED8C48043FCE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13" name="Input_density__117">
              <a:extLst>
                <a:ext uri="{FF2B5EF4-FFF2-40B4-BE49-F238E27FC236}">
                  <a16:creationId xmlns:a16="http://schemas.microsoft.com/office/drawing/2014/main" id="{843694F3-9AEE-A31B-1B99-0E442528A7C5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14" name="Input_density__118">
              <a:extLst>
                <a:ext uri="{FF2B5EF4-FFF2-40B4-BE49-F238E27FC236}">
                  <a16:creationId xmlns:a16="http://schemas.microsoft.com/office/drawing/2014/main" id="{E5A29A64-9FAB-F796-1D23-5B253C903BA3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15" name="Input_density__119">
              <a:extLst>
                <a:ext uri="{FF2B5EF4-FFF2-40B4-BE49-F238E27FC236}">
                  <a16:creationId xmlns:a16="http://schemas.microsoft.com/office/drawing/2014/main" id="{9D383D27-B22D-7220-AD7A-3860509479BD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16" name="Input_density__120">
              <a:extLst>
                <a:ext uri="{FF2B5EF4-FFF2-40B4-BE49-F238E27FC236}">
                  <a16:creationId xmlns:a16="http://schemas.microsoft.com/office/drawing/2014/main" id="{5A314375-67AF-217F-6E7B-F59B0FD6AB6A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17" name="Input_density__121">
              <a:extLst>
                <a:ext uri="{FF2B5EF4-FFF2-40B4-BE49-F238E27FC236}">
                  <a16:creationId xmlns:a16="http://schemas.microsoft.com/office/drawing/2014/main" id="{BAD8463C-A797-EDE5-E92B-CCAB44257226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18" name="Input_density__122">
              <a:extLst>
                <a:ext uri="{FF2B5EF4-FFF2-40B4-BE49-F238E27FC236}">
                  <a16:creationId xmlns:a16="http://schemas.microsoft.com/office/drawing/2014/main" id="{D9B789A4-A510-538D-3716-4267C3A50A00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19" name="Input_density__123">
              <a:extLst>
                <a:ext uri="{FF2B5EF4-FFF2-40B4-BE49-F238E27FC236}">
                  <a16:creationId xmlns:a16="http://schemas.microsoft.com/office/drawing/2014/main" id="{78BE6D71-9A4D-B37A-B843-098F6D7C9117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20" name="Input_density__124">
              <a:extLst>
                <a:ext uri="{FF2B5EF4-FFF2-40B4-BE49-F238E27FC236}">
                  <a16:creationId xmlns:a16="http://schemas.microsoft.com/office/drawing/2014/main" id="{FBDAB2C5-91E6-E9AD-8041-28999FD39539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21" name="Input_density__125">
              <a:extLst>
                <a:ext uri="{FF2B5EF4-FFF2-40B4-BE49-F238E27FC236}">
                  <a16:creationId xmlns:a16="http://schemas.microsoft.com/office/drawing/2014/main" id="{E877C48A-71A5-0202-F7AF-6D791C4B9CD7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22" name="Input_density__126">
              <a:extLst>
                <a:ext uri="{FF2B5EF4-FFF2-40B4-BE49-F238E27FC236}">
                  <a16:creationId xmlns:a16="http://schemas.microsoft.com/office/drawing/2014/main" id="{A971BBBB-B362-F51A-539E-257BC421C9BB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23" name="Input_density__127">
              <a:extLst>
                <a:ext uri="{FF2B5EF4-FFF2-40B4-BE49-F238E27FC236}">
                  <a16:creationId xmlns:a16="http://schemas.microsoft.com/office/drawing/2014/main" id="{620AABDC-736D-51D1-C71D-299AC5574C16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24" name="Input_density__128">
              <a:extLst>
                <a:ext uri="{FF2B5EF4-FFF2-40B4-BE49-F238E27FC236}">
                  <a16:creationId xmlns:a16="http://schemas.microsoft.com/office/drawing/2014/main" id="{02B03931-27C7-A56C-F755-F7DF48226D78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25" name="Input_density__129">
              <a:extLst>
                <a:ext uri="{FF2B5EF4-FFF2-40B4-BE49-F238E27FC236}">
                  <a16:creationId xmlns:a16="http://schemas.microsoft.com/office/drawing/2014/main" id="{F31158D0-63D9-4707-CEFF-87F777CE99E3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26" name="Input_density__130">
              <a:extLst>
                <a:ext uri="{FF2B5EF4-FFF2-40B4-BE49-F238E27FC236}">
                  <a16:creationId xmlns:a16="http://schemas.microsoft.com/office/drawing/2014/main" id="{6459E03D-BCA3-75B4-686F-39C606985640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27" name="Input_density__131">
              <a:extLst>
                <a:ext uri="{FF2B5EF4-FFF2-40B4-BE49-F238E27FC236}">
                  <a16:creationId xmlns:a16="http://schemas.microsoft.com/office/drawing/2014/main" id="{883A1DE4-E3CA-2A7E-90EA-241AFC6944A4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28" name="Input_density__132">
              <a:extLst>
                <a:ext uri="{FF2B5EF4-FFF2-40B4-BE49-F238E27FC236}">
                  <a16:creationId xmlns:a16="http://schemas.microsoft.com/office/drawing/2014/main" id="{82A0B340-362F-9FE3-2055-68655C9E26BE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29" name="Input_density__133">
              <a:extLst>
                <a:ext uri="{FF2B5EF4-FFF2-40B4-BE49-F238E27FC236}">
                  <a16:creationId xmlns:a16="http://schemas.microsoft.com/office/drawing/2014/main" id="{6B8715DB-BAE3-F984-D5F6-C1C63383D1D8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30" name="Input_density__134">
              <a:extLst>
                <a:ext uri="{FF2B5EF4-FFF2-40B4-BE49-F238E27FC236}">
                  <a16:creationId xmlns:a16="http://schemas.microsoft.com/office/drawing/2014/main" id="{AD86FD8F-5914-8282-80CE-CEFD05FEEEC2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31" name="Input_density__135">
              <a:extLst>
                <a:ext uri="{FF2B5EF4-FFF2-40B4-BE49-F238E27FC236}">
                  <a16:creationId xmlns:a16="http://schemas.microsoft.com/office/drawing/2014/main" id="{C45169B8-9FA0-12D4-F88B-DF4FD5633B39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32" name="Input_density__136">
              <a:extLst>
                <a:ext uri="{FF2B5EF4-FFF2-40B4-BE49-F238E27FC236}">
                  <a16:creationId xmlns:a16="http://schemas.microsoft.com/office/drawing/2014/main" id="{851060A7-2BB3-A63C-537C-83E99237C3D5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33" name="Input_density__137">
              <a:extLst>
                <a:ext uri="{FF2B5EF4-FFF2-40B4-BE49-F238E27FC236}">
                  <a16:creationId xmlns:a16="http://schemas.microsoft.com/office/drawing/2014/main" id="{92D5BF67-3D55-1404-6CD9-8852F2C833CE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34" name="Input_density__138">
              <a:extLst>
                <a:ext uri="{FF2B5EF4-FFF2-40B4-BE49-F238E27FC236}">
                  <a16:creationId xmlns:a16="http://schemas.microsoft.com/office/drawing/2014/main" id="{B9C78F5E-535D-6DA8-B688-97722E43B176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35" name="Input_density__139">
              <a:extLst>
                <a:ext uri="{FF2B5EF4-FFF2-40B4-BE49-F238E27FC236}">
                  <a16:creationId xmlns:a16="http://schemas.microsoft.com/office/drawing/2014/main" id="{C0A33EB0-393C-C7A5-8096-9C8F32266969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36" name="Input_density__140">
              <a:extLst>
                <a:ext uri="{FF2B5EF4-FFF2-40B4-BE49-F238E27FC236}">
                  <a16:creationId xmlns:a16="http://schemas.microsoft.com/office/drawing/2014/main" id="{0D9A69AC-A027-A119-ED10-919D84D1C3E1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37" name="Input_density__141">
              <a:extLst>
                <a:ext uri="{FF2B5EF4-FFF2-40B4-BE49-F238E27FC236}">
                  <a16:creationId xmlns:a16="http://schemas.microsoft.com/office/drawing/2014/main" id="{A354645D-FEEA-2442-5966-2C65DE6E411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38" name="Input_density__142">
              <a:extLst>
                <a:ext uri="{FF2B5EF4-FFF2-40B4-BE49-F238E27FC236}">
                  <a16:creationId xmlns:a16="http://schemas.microsoft.com/office/drawing/2014/main" id="{6A0167AE-04B3-9126-7EF8-A4790A674FC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39" name="Input_density__143">
              <a:extLst>
                <a:ext uri="{FF2B5EF4-FFF2-40B4-BE49-F238E27FC236}">
                  <a16:creationId xmlns:a16="http://schemas.microsoft.com/office/drawing/2014/main" id="{C74B726B-D744-2795-6A28-32EBDF8691AA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40" name="Input_density__144">
              <a:extLst>
                <a:ext uri="{FF2B5EF4-FFF2-40B4-BE49-F238E27FC236}">
                  <a16:creationId xmlns:a16="http://schemas.microsoft.com/office/drawing/2014/main" id="{7F4703BD-C629-7E06-6906-CA69A9797B3F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41" name="Input_density__145">
              <a:extLst>
                <a:ext uri="{FF2B5EF4-FFF2-40B4-BE49-F238E27FC236}">
                  <a16:creationId xmlns:a16="http://schemas.microsoft.com/office/drawing/2014/main" id="{261EAF1A-B252-513C-704C-AFC79C638D62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42" name="Input_density__146">
              <a:extLst>
                <a:ext uri="{FF2B5EF4-FFF2-40B4-BE49-F238E27FC236}">
                  <a16:creationId xmlns:a16="http://schemas.microsoft.com/office/drawing/2014/main" id="{69A6A46B-1B75-79A8-7789-8FEC96BC9EC6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43" name="Input_density__147">
              <a:extLst>
                <a:ext uri="{FF2B5EF4-FFF2-40B4-BE49-F238E27FC236}">
                  <a16:creationId xmlns:a16="http://schemas.microsoft.com/office/drawing/2014/main" id="{E47EBF26-43AB-9132-6581-87D7F8695FC9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44" name="Input_density__148">
              <a:extLst>
                <a:ext uri="{FF2B5EF4-FFF2-40B4-BE49-F238E27FC236}">
                  <a16:creationId xmlns:a16="http://schemas.microsoft.com/office/drawing/2014/main" id="{84357946-C642-0838-2390-16313E74F35B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45" name="Input_density__149">
              <a:extLst>
                <a:ext uri="{FF2B5EF4-FFF2-40B4-BE49-F238E27FC236}">
                  <a16:creationId xmlns:a16="http://schemas.microsoft.com/office/drawing/2014/main" id="{C32D06CB-F37E-0CDF-950A-B55C742CF480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3946" name="Input_density__150">
              <a:extLst>
                <a:ext uri="{FF2B5EF4-FFF2-40B4-BE49-F238E27FC236}">
                  <a16:creationId xmlns:a16="http://schemas.microsoft.com/office/drawing/2014/main" id="{30124BDC-D0BE-7C13-11D1-F1BD02B7976A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47" name="Input_density__151">
              <a:extLst>
                <a:ext uri="{FF2B5EF4-FFF2-40B4-BE49-F238E27FC236}">
                  <a16:creationId xmlns:a16="http://schemas.microsoft.com/office/drawing/2014/main" id="{4E6620BF-7B8C-1656-7F36-59C14F2165C4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48" name="Input_density__152">
              <a:extLst>
                <a:ext uri="{FF2B5EF4-FFF2-40B4-BE49-F238E27FC236}">
                  <a16:creationId xmlns:a16="http://schemas.microsoft.com/office/drawing/2014/main" id="{E2149D21-2998-2DF7-DC2F-19857D5F360A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49" name="Input_density__153">
              <a:extLst>
                <a:ext uri="{FF2B5EF4-FFF2-40B4-BE49-F238E27FC236}">
                  <a16:creationId xmlns:a16="http://schemas.microsoft.com/office/drawing/2014/main" id="{85C0E997-C5C3-FBFA-B8E4-245315AD107E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50" name="Input_density__154">
              <a:extLst>
                <a:ext uri="{FF2B5EF4-FFF2-40B4-BE49-F238E27FC236}">
                  <a16:creationId xmlns:a16="http://schemas.microsoft.com/office/drawing/2014/main" id="{7271101B-B784-ECAE-6209-694BDAA7321C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51" name="Input_density__155">
              <a:extLst>
                <a:ext uri="{FF2B5EF4-FFF2-40B4-BE49-F238E27FC236}">
                  <a16:creationId xmlns:a16="http://schemas.microsoft.com/office/drawing/2014/main" id="{0685ABC5-09AC-D48E-0BBE-1F02C476D4E0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52" name="Input_density__156">
              <a:extLst>
                <a:ext uri="{FF2B5EF4-FFF2-40B4-BE49-F238E27FC236}">
                  <a16:creationId xmlns:a16="http://schemas.microsoft.com/office/drawing/2014/main" id="{711097BF-5A69-FC31-4B3E-C42469E9304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53" name="Input_density__157">
              <a:extLst>
                <a:ext uri="{FF2B5EF4-FFF2-40B4-BE49-F238E27FC236}">
                  <a16:creationId xmlns:a16="http://schemas.microsoft.com/office/drawing/2014/main" id="{5164C770-8342-E818-7B9D-4677535DFF90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3954" name="Input_density__158">
              <a:extLst>
                <a:ext uri="{FF2B5EF4-FFF2-40B4-BE49-F238E27FC236}">
                  <a16:creationId xmlns:a16="http://schemas.microsoft.com/office/drawing/2014/main" id="{5E16B18C-3594-A481-B308-D31DA9CD07CB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55" name="Input_density__159">
              <a:extLst>
                <a:ext uri="{FF2B5EF4-FFF2-40B4-BE49-F238E27FC236}">
                  <a16:creationId xmlns:a16="http://schemas.microsoft.com/office/drawing/2014/main" id="{83DF3C67-A6E4-D8C7-2930-43CE74FB6D6C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56" name="Input_density__160">
              <a:extLst>
                <a:ext uri="{FF2B5EF4-FFF2-40B4-BE49-F238E27FC236}">
                  <a16:creationId xmlns:a16="http://schemas.microsoft.com/office/drawing/2014/main" id="{56CBB6D4-9182-423F-3510-971A8B99CC9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57" name="Input_density__161">
              <a:extLst>
                <a:ext uri="{FF2B5EF4-FFF2-40B4-BE49-F238E27FC236}">
                  <a16:creationId xmlns:a16="http://schemas.microsoft.com/office/drawing/2014/main" id="{A8D11F7E-D41D-8A9D-84BA-238F71E00104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58" name="Input_density__162">
              <a:extLst>
                <a:ext uri="{FF2B5EF4-FFF2-40B4-BE49-F238E27FC236}">
                  <a16:creationId xmlns:a16="http://schemas.microsoft.com/office/drawing/2014/main" id="{8229E3F6-9396-CA88-843F-522DDD5279F0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59" name="Input_density__163">
              <a:extLst>
                <a:ext uri="{FF2B5EF4-FFF2-40B4-BE49-F238E27FC236}">
                  <a16:creationId xmlns:a16="http://schemas.microsoft.com/office/drawing/2014/main" id="{4791BECB-6C2B-EBCA-16FE-72DB325B20A9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60" name="Input_density__164">
              <a:extLst>
                <a:ext uri="{FF2B5EF4-FFF2-40B4-BE49-F238E27FC236}">
                  <a16:creationId xmlns:a16="http://schemas.microsoft.com/office/drawing/2014/main" id="{D9128C53-1E05-E9DC-FA96-502A778DCFE6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61" name="Input_density__165">
              <a:extLst>
                <a:ext uri="{FF2B5EF4-FFF2-40B4-BE49-F238E27FC236}">
                  <a16:creationId xmlns:a16="http://schemas.microsoft.com/office/drawing/2014/main" id="{2B92E171-EEDC-C5BA-CF4D-B1C67DF0FD1C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3962" name="Input_density__166">
              <a:extLst>
                <a:ext uri="{FF2B5EF4-FFF2-40B4-BE49-F238E27FC236}">
                  <a16:creationId xmlns:a16="http://schemas.microsoft.com/office/drawing/2014/main" id="{5C579A59-B5F3-7F3E-394D-7BFF1352486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63" name="Input_density__167">
              <a:extLst>
                <a:ext uri="{FF2B5EF4-FFF2-40B4-BE49-F238E27FC236}">
                  <a16:creationId xmlns:a16="http://schemas.microsoft.com/office/drawing/2014/main" id="{97F5B6BA-E31B-8B4A-D08B-0A967F325BAB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64" name="Input_density__168">
              <a:extLst>
                <a:ext uri="{FF2B5EF4-FFF2-40B4-BE49-F238E27FC236}">
                  <a16:creationId xmlns:a16="http://schemas.microsoft.com/office/drawing/2014/main" id="{01EA1C31-7C55-9395-CA58-2BF2989B4059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65" name="Input_density__169">
              <a:extLst>
                <a:ext uri="{FF2B5EF4-FFF2-40B4-BE49-F238E27FC236}">
                  <a16:creationId xmlns:a16="http://schemas.microsoft.com/office/drawing/2014/main" id="{80AEE25B-AF2E-9DFD-94BB-AED32C2B401B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66" name="Input_density__170">
              <a:extLst>
                <a:ext uri="{FF2B5EF4-FFF2-40B4-BE49-F238E27FC236}">
                  <a16:creationId xmlns:a16="http://schemas.microsoft.com/office/drawing/2014/main" id="{EADA8B47-A868-9796-34A9-CF6CAC262DD4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67" name="Input_density__171">
              <a:extLst>
                <a:ext uri="{FF2B5EF4-FFF2-40B4-BE49-F238E27FC236}">
                  <a16:creationId xmlns:a16="http://schemas.microsoft.com/office/drawing/2014/main" id="{4E013D9C-4311-4DC0-8110-09FEFB8EDB3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68" name="Input_density__172">
              <a:extLst>
                <a:ext uri="{FF2B5EF4-FFF2-40B4-BE49-F238E27FC236}">
                  <a16:creationId xmlns:a16="http://schemas.microsoft.com/office/drawing/2014/main" id="{B3A46527-34AA-6FD5-2A99-60D8D05C3AC3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69" name="Input_density__173">
              <a:extLst>
                <a:ext uri="{FF2B5EF4-FFF2-40B4-BE49-F238E27FC236}">
                  <a16:creationId xmlns:a16="http://schemas.microsoft.com/office/drawing/2014/main" id="{0D0B365B-4EBA-2D27-7B58-24ED89DBACE7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70" name="Input_density__174">
              <a:extLst>
                <a:ext uri="{FF2B5EF4-FFF2-40B4-BE49-F238E27FC236}">
                  <a16:creationId xmlns:a16="http://schemas.microsoft.com/office/drawing/2014/main" id="{C8F6FA77-182B-7D16-2DF3-B0AF9E8BD6F9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71" name="Input_density__175">
              <a:extLst>
                <a:ext uri="{FF2B5EF4-FFF2-40B4-BE49-F238E27FC236}">
                  <a16:creationId xmlns:a16="http://schemas.microsoft.com/office/drawing/2014/main" id="{6430F886-F5E5-B1BD-FAF6-F536F73BF845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72" name="Input_density__176">
              <a:extLst>
                <a:ext uri="{FF2B5EF4-FFF2-40B4-BE49-F238E27FC236}">
                  <a16:creationId xmlns:a16="http://schemas.microsoft.com/office/drawing/2014/main" id="{DCBB9BA4-EE65-485D-5BDB-A239068821B0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73" name="Input_density__177">
              <a:extLst>
                <a:ext uri="{FF2B5EF4-FFF2-40B4-BE49-F238E27FC236}">
                  <a16:creationId xmlns:a16="http://schemas.microsoft.com/office/drawing/2014/main" id="{E0739AAA-0041-875A-A098-D9A81DBB531E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74" name="Input_density__178">
              <a:extLst>
                <a:ext uri="{FF2B5EF4-FFF2-40B4-BE49-F238E27FC236}">
                  <a16:creationId xmlns:a16="http://schemas.microsoft.com/office/drawing/2014/main" id="{793A7EF4-D43B-C193-52A7-D2742E37F321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75" name="Input_density__179">
              <a:extLst>
                <a:ext uri="{FF2B5EF4-FFF2-40B4-BE49-F238E27FC236}">
                  <a16:creationId xmlns:a16="http://schemas.microsoft.com/office/drawing/2014/main" id="{39F00C92-2CAF-B76D-7CAE-34F3601E1A5D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76" name="Input_density__180">
              <a:extLst>
                <a:ext uri="{FF2B5EF4-FFF2-40B4-BE49-F238E27FC236}">
                  <a16:creationId xmlns:a16="http://schemas.microsoft.com/office/drawing/2014/main" id="{C8E1A366-1830-B0A8-AE72-4A9CF172A4C5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77" name="Input_density__181">
              <a:extLst>
                <a:ext uri="{FF2B5EF4-FFF2-40B4-BE49-F238E27FC236}">
                  <a16:creationId xmlns:a16="http://schemas.microsoft.com/office/drawing/2014/main" id="{C98D6CF0-0D8E-5003-5101-82F2D2CE31A1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78" name="Input_density__182">
              <a:extLst>
                <a:ext uri="{FF2B5EF4-FFF2-40B4-BE49-F238E27FC236}">
                  <a16:creationId xmlns:a16="http://schemas.microsoft.com/office/drawing/2014/main" id="{BFD121CE-0515-2EDB-FA1C-01B1629107C0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79" name="Input_density__183">
              <a:extLst>
                <a:ext uri="{FF2B5EF4-FFF2-40B4-BE49-F238E27FC236}">
                  <a16:creationId xmlns:a16="http://schemas.microsoft.com/office/drawing/2014/main" id="{5DEACFCF-D98D-7531-FE2E-A587E4EE7C03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80" name="Input_density__184">
              <a:extLst>
                <a:ext uri="{FF2B5EF4-FFF2-40B4-BE49-F238E27FC236}">
                  <a16:creationId xmlns:a16="http://schemas.microsoft.com/office/drawing/2014/main" id="{6B1F8C28-906B-F58B-CAEB-266BE660754C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81" name="Input_density__185">
              <a:extLst>
                <a:ext uri="{FF2B5EF4-FFF2-40B4-BE49-F238E27FC236}">
                  <a16:creationId xmlns:a16="http://schemas.microsoft.com/office/drawing/2014/main" id="{1CBAF94A-1651-0817-9CB4-2D343F4F6EC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82" name="Input_density__186">
              <a:extLst>
                <a:ext uri="{FF2B5EF4-FFF2-40B4-BE49-F238E27FC236}">
                  <a16:creationId xmlns:a16="http://schemas.microsoft.com/office/drawing/2014/main" id="{C59D79B2-D72F-E988-49DB-4B62B7CD4C54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83" name="Input_density__187">
              <a:extLst>
                <a:ext uri="{FF2B5EF4-FFF2-40B4-BE49-F238E27FC236}">
                  <a16:creationId xmlns:a16="http://schemas.microsoft.com/office/drawing/2014/main" id="{1B41653B-7434-3568-DB08-D71DC619E54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84" name="Input_density__188">
              <a:extLst>
                <a:ext uri="{FF2B5EF4-FFF2-40B4-BE49-F238E27FC236}">
                  <a16:creationId xmlns:a16="http://schemas.microsoft.com/office/drawing/2014/main" id="{D4415D97-52C8-55D1-F410-CD260658CDE8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85" name="Input_density__189">
              <a:extLst>
                <a:ext uri="{FF2B5EF4-FFF2-40B4-BE49-F238E27FC236}">
                  <a16:creationId xmlns:a16="http://schemas.microsoft.com/office/drawing/2014/main" id="{39ACC18F-3C4E-1600-B8FF-E400B375D036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86" name="Input_density__190">
              <a:extLst>
                <a:ext uri="{FF2B5EF4-FFF2-40B4-BE49-F238E27FC236}">
                  <a16:creationId xmlns:a16="http://schemas.microsoft.com/office/drawing/2014/main" id="{A773DA96-4CE1-92E9-D9A3-4BB55750988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87" name="Input_density__191">
              <a:extLst>
                <a:ext uri="{FF2B5EF4-FFF2-40B4-BE49-F238E27FC236}">
                  <a16:creationId xmlns:a16="http://schemas.microsoft.com/office/drawing/2014/main" id="{9BDF8C4F-BDCC-9097-DB8B-DF06595FA239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88" name="Input_density__192">
              <a:extLst>
                <a:ext uri="{FF2B5EF4-FFF2-40B4-BE49-F238E27FC236}">
                  <a16:creationId xmlns:a16="http://schemas.microsoft.com/office/drawing/2014/main" id="{327FCC0B-FA05-6252-6FD9-6F1281D5A642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89" name="Input_density__193">
              <a:extLst>
                <a:ext uri="{FF2B5EF4-FFF2-40B4-BE49-F238E27FC236}">
                  <a16:creationId xmlns:a16="http://schemas.microsoft.com/office/drawing/2014/main" id="{BF6B7BF3-2262-455E-4BB2-7E607F87860D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90" name="Input_density__194">
              <a:extLst>
                <a:ext uri="{FF2B5EF4-FFF2-40B4-BE49-F238E27FC236}">
                  <a16:creationId xmlns:a16="http://schemas.microsoft.com/office/drawing/2014/main" id="{0E29DEAC-75F7-FA07-C709-C7D45D5CB4DE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91" name="Input_density__195">
              <a:extLst>
                <a:ext uri="{FF2B5EF4-FFF2-40B4-BE49-F238E27FC236}">
                  <a16:creationId xmlns:a16="http://schemas.microsoft.com/office/drawing/2014/main" id="{FB8B5826-9B71-2ED8-B86A-9B1402824C28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92" name="Input_density__196">
              <a:extLst>
                <a:ext uri="{FF2B5EF4-FFF2-40B4-BE49-F238E27FC236}">
                  <a16:creationId xmlns:a16="http://schemas.microsoft.com/office/drawing/2014/main" id="{F7A73802-A693-C0D2-8CBE-3942ECDD1B91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93" name="Input_density__197">
              <a:extLst>
                <a:ext uri="{FF2B5EF4-FFF2-40B4-BE49-F238E27FC236}">
                  <a16:creationId xmlns:a16="http://schemas.microsoft.com/office/drawing/2014/main" id="{1960E1E5-060B-E964-F746-657E7BC0E18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94" name="Input_density__198">
              <a:extLst>
                <a:ext uri="{FF2B5EF4-FFF2-40B4-BE49-F238E27FC236}">
                  <a16:creationId xmlns:a16="http://schemas.microsoft.com/office/drawing/2014/main" id="{02F8C0C9-E666-A8E2-E96B-055011ABDA5D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95" name="Input_density__199">
              <a:extLst>
                <a:ext uri="{FF2B5EF4-FFF2-40B4-BE49-F238E27FC236}">
                  <a16:creationId xmlns:a16="http://schemas.microsoft.com/office/drawing/2014/main" id="{75F3EAF2-3701-0056-6B12-F6A79A552EB1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96" name="Input_density__200">
              <a:extLst>
                <a:ext uri="{FF2B5EF4-FFF2-40B4-BE49-F238E27FC236}">
                  <a16:creationId xmlns:a16="http://schemas.microsoft.com/office/drawing/2014/main" id="{F0F1BC7A-130B-2DA4-0724-F893684AE80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97" name="Input_density__201">
              <a:extLst>
                <a:ext uri="{FF2B5EF4-FFF2-40B4-BE49-F238E27FC236}">
                  <a16:creationId xmlns:a16="http://schemas.microsoft.com/office/drawing/2014/main" id="{FC2D5F04-7A71-9D80-8356-7DDB5740BC64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98" name="Input_density__202">
              <a:extLst>
                <a:ext uri="{FF2B5EF4-FFF2-40B4-BE49-F238E27FC236}">
                  <a16:creationId xmlns:a16="http://schemas.microsoft.com/office/drawing/2014/main" id="{C0EB5B53-F2E5-7CD6-FAF6-DB15FF91B833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99" name="Input_density__203">
              <a:extLst>
                <a:ext uri="{FF2B5EF4-FFF2-40B4-BE49-F238E27FC236}">
                  <a16:creationId xmlns:a16="http://schemas.microsoft.com/office/drawing/2014/main" id="{7FBC82AD-E029-3ABE-505B-048DE5B944D5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00" name="Input_density__204">
              <a:extLst>
                <a:ext uri="{FF2B5EF4-FFF2-40B4-BE49-F238E27FC236}">
                  <a16:creationId xmlns:a16="http://schemas.microsoft.com/office/drawing/2014/main" id="{68250A62-1F8C-7A15-C6BF-18080D84EF13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001" name="Input_density__205">
              <a:extLst>
                <a:ext uri="{FF2B5EF4-FFF2-40B4-BE49-F238E27FC236}">
                  <a16:creationId xmlns:a16="http://schemas.microsoft.com/office/drawing/2014/main" id="{DD0D7639-1FC8-A235-B7BC-33BE9464E2DF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02" name="Input_density__206">
              <a:extLst>
                <a:ext uri="{FF2B5EF4-FFF2-40B4-BE49-F238E27FC236}">
                  <a16:creationId xmlns:a16="http://schemas.microsoft.com/office/drawing/2014/main" id="{0526DFBA-BDA3-D76C-A2CE-C9F088FDF044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003" name="Input_density__207">
              <a:extLst>
                <a:ext uri="{FF2B5EF4-FFF2-40B4-BE49-F238E27FC236}">
                  <a16:creationId xmlns:a16="http://schemas.microsoft.com/office/drawing/2014/main" id="{F392046D-C2B0-90EC-7C5D-D3D522E87B21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004" name="Input_density__208">
              <a:extLst>
                <a:ext uri="{FF2B5EF4-FFF2-40B4-BE49-F238E27FC236}">
                  <a16:creationId xmlns:a16="http://schemas.microsoft.com/office/drawing/2014/main" id="{6C4987B5-EEBA-C9DD-F694-B77967C51073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005" name="Input_density__209">
              <a:extLst>
                <a:ext uri="{FF2B5EF4-FFF2-40B4-BE49-F238E27FC236}">
                  <a16:creationId xmlns:a16="http://schemas.microsoft.com/office/drawing/2014/main" id="{99E99B0A-1E50-9D19-7A80-2B58A1349491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06" name="Input_density__210">
              <a:extLst>
                <a:ext uri="{FF2B5EF4-FFF2-40B4-BE49-F238E27FC236}">
                  <a16:creationId xmlns:a16="http://schemas.microsoft.com/office/drawing/2014/main" id="{B695FFB8-90DA-779C-31D6-5983B6AF3AE9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07" name="Input_density__211">
              <a:extLst>
                <a:ext uri="{FF2B5EF4-FFF2-40B4-BE49-F238E27FC236}">
                  <a16:creationId xmlns:a16="http://schemas.microsoft.com/office/drawing/2014/main" id="{12768A10-8864-C039-DA25-A7DA65DA9E0A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008" name="Input_density__212">
              <a:extLst>
                <a:ext uri="{FF2B5EF4-FFF2-40B4-BE49-F238E27FC236}">
                  <a16:creationId xmlns:a16="http://schemas.microsoft.com/office/drawing/2014/main" id="{F5EC0135-C9B1-43EE-3CC2-1ADCEF9D5E7D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09" name="Input_density__213">
              <a:extLst>
                <a:ext uri="{FF2B5EF4-FFF2-40B4-BE49-F238E27FC236}">
                  <a16:creationId xmlns:a16="http://schemas.microsoft.com/office/drawing/2014/main" id="{633FF1EF-1A96-A8E6-4899-510964E5A772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010" name="Input_density__214">
              <a:extLst>
                <a:ext uri="{FF2B5EF4-FFF2-40B4-BE49-F238E27FC236}">
                  <a16:creationId xmlns:a16="http://schemas.microsoft.com/office/drawing/2014/main" id="{5B19B620-F4BF-457D-CE09-1C86EB6584D2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011" name="Input_density__215">
              <a:extLst>
                <a:ext uri="{FF2B5EF4-FFF2-40B4-BE49-F238E27FC236}">
                  <a16:creationId xmlns:a16="http://schemas.microsoft.com/office/drawing/2014/main" id="{E9646594-72F8-A1D2-2C20-6D8959AB2541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012" name="Input_density__216">
              <a:extLst>
                <a:ext uri="{FF2B5EF4-FFF2-40B4-BE49-F238E27FC236}">
                  <a16:creationId xmlns:a16="http://schemas.microsoft.com/office/drawing/2014/main" id="{71995767-7589-7010-E26B-200819037B3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13" name="Input_density__217">
              <a:extLst>
                <a:ext uri="{FF2B5EF4-FFF2-40B4-BE49-F238E27FC236}">
                  <a16:creationId xmlns:a16="http://schemas.microsoft.com/office/drawing/2014/main" id="{1EC17EF1-6538-C7E8-4136-10DBC943442C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14" name="Input_density__218">
              <a:extLst>
                <a:ext uri="{FF2B5EF4-FFF2-40B4-BE49-F238E27FC236}">
                  <a16:creationId xmlns:a16="http://schemas.microsoft.com/office/drawing/2014/main" id="{F04B9FF9-EC4D-B4E4-408B-209A9783E47C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15" name="Input_density__219">
              <a:extLst>
                <a:ext uri="{FF2B5EF4-FFF2-40B4-BE49-F238E27FC236}">
                  <a16:creationId xmlns:a16="http://schemas.microsoft.com/office/drawing/2014/main" id="{B875371A-3D8F-BA50-2B93-C5B0AC1B8F60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016" name="Input_density__220">
              <a:extLst>
                <a:ext uri="{FF2B5EF4-FFF2-40B4-BE49-F238E27FC236}">
                  <a16:creationId xmlns:a16="http://schemas.microsoft.com/office/drawing/2014/main" id="{B3A896CE-0618-7B49-F9D7-4B11C62558B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017" name="Input_density__221">
              <a:extLst>
                <a:ext uri="{FF2B5EF4-FFF2-40B4-BE49-F238E27FC236}">
                  <a16:creationId xmlns:a16="http://schemas.microsoft.com/office/drawing/2014/main" id="{352D4479-C4E1-7837-D2F1-78BE886A888D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018" name="Input_density__222">
              <a:extLst>
                <a:ext uri="{FF2B5EF4-FFF2-40B4-BE49-F238E27FC236}">
                  <a16:creationId xmlns:a16="http://schemas.microsoft.com/office/drawing/2014/main" id="{D028145C-EB11-4548-1DFC-154753654E69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19" name="Input_density__223">
              <a:extLst>
                <a:ext uri="{FF2B5EF4-FFF2-40B4-BE49-F238E27FC236}">
                  <a16:creationId xmlns:a16="http://schemas.microsoft.com/office/drawing/2014/main" id="{7443F909-9441-8EFA-6C9E-DF5A6934B29D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20" name="Input_density__224">
              <a:extLst>
                <a:ext uri="{FF2B5EF4-FFF2-40B4-BE49-F238E27FC236}">
                  <a16:creationId xmlns:a16="http://schemas.microsoft.com/office/drawing/2014/main" id="{0C5E70DE-ED99-6418-2EEB-D71328C42633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021" name="Input_density__225">
              <a:extLst>
                <a:ext uri="{FF2B5EF4-FFF2-40B4-BE49-F238E27FC236}">
                  <a16:creationId xmlns:a16="http://schemas.microsoft.com/office/drawing/2014/main" id="{77169D39-8900-73E5-A34C-3EFCA712742D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4022" name="TextBox 12168">
            <a:extLst>
              <a:ext uri="{FF2B5EF4-FFF2-40B4-BE49-F238E27FC236}">
                <a16:creationId xmlns:a16="http://schemas.microsoft.com/office/drawing/2014/main" id="{6A772CDC-53EC-BB7D-4EF9-2D9055D97D84}"/>
              </a:ext>
            </a:extLst>
          </p:cNvPr>
          <p:cNvSpPr txBox="1"/>
          <p:nvPr/>
        </p:nvSpPr>
        <p:spPr>
          <a:xfrm>
            <a:off x="567015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grpSp>
        <p:nvGrpSpPr>
          <p:cNvPr id="4023" name="Match | Pocket atom cloud">
            <a:extLst>
              <a:ext uri="{FF2B5EF4-FFF2-40B4-BE49-F238E27FC236}">
                <a16:creationId xmlns:a16="http://schemas.microsoft.com/office/drawing/2014/main" id="{B9466F6D-CB1C-5698-B806-CFD8927928E4}"/>
              </a:ext>
            </a:extLst>
          </p:cNvPr>
          <p:cNvGrpSpPr/>
          <p:nvPr/>
        </p:nvGrpSpPr>
        <p:grpSpPr>
          <a:xfrm>
            <a:off x="587266" y="3029482"/>
            <a:ext cx="307808" cy="222756"/>
            <a:chOff x="1295748" y="3525328"/>
            <a:chExt cx="304113" cy="219890"/>
          </a:xfrm>
        </p:grpSpPr>
        <p:sp>
          <p:nvSpPr>
            <p:cNvPr id="4024" name="ellipse_2517">
              <a:extLst>
                <a:ext uri="{FF2B5EF4-FFF2-40B4-BE49-F238E27FC236}">
                  <a16:creationId xmlns:a16="http://schemas.microsoft.com/office/drawing/2014/main" id="{863C16DC-7A6E-D897-3A0F-2640393C7053}"/>
                </a:ext>
              </a:extLst>
            </p:cNvPr>
            <p:cNvSpPr/>
            <p:nvPr/>
          </p:nvSpPr>
          <p:spPr>
            <a:xfrm>
              <a:off x="1343499" y="3569364"/>
              <a:ext cx="20494" cy="204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25" name="ellipse_2518">
              <a:extLst>
                <a:ext uri="{FF2B5EF4-FFF2-40B4-BE49-F238E27FC236}">
                  <a16:creationId xmlns:a16="http://schemas.microsoft.com/office/drawing/2014/main" id="{89927457-458B-C133-DE27-241F93FC460F}"/>
                </a:ext>
              </a:extLst>
            </p:cNvPr>
            <p:cNvSpPr/>
            <p:nvPr/>
          </p:nvSpPr>
          <p:spPr>
            <a:xfrm>
              <a:off x="1296724" y="3594466"/>
              <a:ext cx="19197" cy="191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26" name="ellipse_2519">
              <a:extLst>
                <a:ext uri="{FF2B5EF4-FFF2-40B4-BE49-F238E27FC236}">
                  <a16:creationId xmlns:a16="http://schemas.microsoft.com/office/drawing/2014/main" id="{8C056574-0F91-DA1A-6E5A-29570769265F}"/>
                </a:ext>
              </a:extLst>
            </p:cNvPr>
            <p:cNvSpPr/>
            <p:nvPr/>
          </p:nvSpPr>
          <p:spPr>
            <a:xfrm>
              <a:off x="1438834" y="3720705"/>
              <a:ext cx="24513" cy="2451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27" name="ellipse_2520">
              <a:extLst>
                <a:ext uri="{FF2B5EF4-FFF2-40B4-BE49-F238E27FC236}">
                  <a16:creationId xmlns:a16="http://schemas.microsoft.com/office/drawing/2014/main" id="{93373BC4-4DC6-EF1C-ACF9-E5360158CF85}"/>
                </a:ext>
              </a:extLst>
            </p:cNvPr>
            <p:cNvSpPr/>
            <p:nvPr/>
          </p:nvSpPr>
          <p:spPr>
            <a:xfrm>
              <a:off x="1501618" y="3664422"/>
              <a:ext cx="25439" cy="2543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28" name="ellipse_2521">
              <a:extLst>
                <a:ext uri="{FF2B5EF4-FFF2-40B4-BE49-F238E27FC236}">
                  <a16:creationId xmlns:a16="http://schemas.microsoft.com/office/drawing/2014/main" id="{6218CC55-CF05-684C-0E3A-69F37DDF8508}"/>
                </a:ext>
              </a:extLst>
            </p:cNvPr>
            <p:cNvSpPr/>
            <p:nvPr/>
          </p:nvSpPr>
          <p:spPr>
            <a:xfrm>
              <a:off x="1321281" y="3628338"/>
              <a:ext cx="23115" cy="2311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29" name="ellipse_2522">
              <a:extLst>
                <a:ext uri="{FF2B5EF4-FFF2-40B4-BE49-F238E27FC236}">
                  <a16:creationId xmlns:a16="http://schemas.microsoft.com/office/drawing/2014/main" id="{67FA466A-27A4-EA8C-5E93-3F618096390C}"/>
                </a:ext>
              </a:extLst>
            </p:cNvPr>
            <p:cNvSpPr/>
            <p:nvPr/>
          </p:nvSpPr>
          <p:spPr>
            <a:xfrm>
              <a:off x="1295748" y="3626085"/>
              <a:ext cx="19345" cy="1934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0" name="ellipse_2523">
              <a:extLst>
                <a:ext uri="{FF2B5EF4-FFF2-40B4-BE49-F238E27FC236}">
                  <a16:creationId xmlns:a16="http://schemas.microsoft.com/office/drawing/2014/main" id="{DB5229BF-45D0-83AC-805B-A9A56E3046C1}"/>
                </a:ext>
              </a:extLst>
            </p:cNvPr>
            <p:cNvSpPr/>
            <p:nvPr/>
          </p:nvSpPr>
          <p:spPr>
            <a:xfrm>
              <a:off x="1338176" y="3604570"/>
              <a:ext cx="23202" cy="232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1" name="ellipse_2524">
              <a:extLst>
                <a:ext uri="{FF2B5EF4-FFF2-40B4-BE49-F238E27FC236}">
                  <a16:creationId xmlns:a16="http://schemas.microsoft.com/office/drawing/2014/main" id="{BC9A3BCD-BED5-3EC9-BBE6-1207DFA63900}"/>
                </a:ext>
              </a:extLst>
            </p:cNvPr>
            <p:cNvSpPr/>
            <p:nvPr/>
          </p:nvSpPr>
          <p:spPr>
            <a:xfrm>
              <a:off x="1349937" y="3578135"/>
              <a:ext cx="25593" cy="25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2" name="ellipse_2525">
              <a:extLst>
                <a:ext uri="{FF2B5EF4-FFF2-40B4-BE49-F238E27FC236}">
                  <a16:creationId xmlns:a16="http://schemas.microsoft.com/office/drawing/2014/main" id="{A0E3445F-8A85-DFA1-F577-46BBAE3DA31D}"/>
                </a:ext>
              </a:extLst>
            </p:cNvPr>
            <p:cNvSpPr/>
            <p:nvPr/>
          </p:nvSpPr>
          <p:spPr>
            <a:xfrm>
              <a:off x="1391990" y="3698653"/>
              <a:ext cx="18941" cy="189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3" name="ellipse_2526">
              <a:extLst>
                <a:ext uri="{FF2B5EF4-FFF2-40B4-BE49-F238E27FC236}">
                  <a16:creationId xmlns:a16="http://schemas.microsoft.com/office/drawing/2014/main" id="{1960E34E-F92F-54D1-8B7E-B9B28BF806A8}"/>
                </a:ext>
              </a:extLst>
            </p:cNvPr>
            <p:cNvSpPr/>
            <p:nvPr/>
          </p:nvSpPr>
          <p:spPr>
            <a:xfrm>
              <a:off x="1335383" y="3592607"/>
              <a:ext cx="16783" cy="1678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4" name="ellipse_2527">
              <a:extLst>
                <a:ext uri="{FF2B5EF4-FFF2-40B4-BE49-F238E27FC236}">
                  <a16:creationId xmlns:a16="http://schemas.microsoft.com/office/drawing/2014/main" id="{523E00F0-1692-5964-0230-FB929BE8D578}"/>
                </a:ext>
              </a:extLst>
            </p:cNvPr>
            <p:cNvSpPr/>
            <p:nvPr/>
          </p:nvSpPr>
          <p:spPr>
            <a:xfrm>
              <a:off x="1421016" y="3723168"/>
              <a:ext cx="20110" cy="2011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5" name="ellipse_2528">
              <a:extLst>
                <a:ext uri="{FF2B5EF4-FFF2-40B4-BE49-F238E27FC236}">
                  <a16:creationId xmlns:a16="http://schemas.microsoft.com/office/drawing/2014/main" id="{50062667-76C2-0853-F145-E8CA2B624791}"/>
                </a:ext>
              </a:extLst>
            </p:cNvPr>
            <p:cNvSpPr/>
            <p:nvPr/>
          </p:nvSpPr>
          <p:spPr>
            <a:xfrm>
              <a:off x="1366273" y="3564666"/>
              <a:ext cx="21791" cy="2179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6" name="ellipse_2529">
              <a:extLst>
                <a:ext uri="{FF2B5EF4-FFF2-40B4-BE49-F238E27FC236}">
                  <a16:creationId xmlns:a16="http://schemas.microsoft.com/office/drawing/2014/main" id="{BAFE3625-F568-D496-1B3F-95B0513E62EC}"/>
                </a:ext>
              </a:extLst>
            </p:cNvPr>
            <p:cNvSpPr/>
            <p:nvPr/>
          </p:nvSpPr>
          <p:spPr>
            <a:xfrm>
              <a:off x="1327790" y="3609446"/>
              <a:ext cx="20508" cy="20508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7" name="ellipse_2530">
              <a:extLst>
                <a:ext uri="{FF2B5EF4-FFF2-40B4-BE49-F238E27FC236}">
                  <a16:creationId xmlns:a16="http://schemas.microsoft.com/office/drawing/2014/main" id="{6CD87B5C-2FFA-4886-024E-4CFD23CAE47A}"/>
                </a:ext>
              </a:extLst>
            </p:cNvPr>
            <p:cNvSpPr/>
            <p:nvPr/>
          </p:nvSpPr>
          <p:spPr>
            <a:xfrm>
              <a:off x="1408118" y="3688755"/>
              <a:ext cx="22554" cy="2255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8" name="ellipse_2531">
              <a:extLst>
                <a:ext uri="{FF2B5EF4-FFF2-40B4-BE49-F238E27FC236}">
                  <a16:creationId xmlns:a16="http://schemas.microsoft.com/office/drawing/2014/main" id="{9A7B7763-B53E-C724-0B28-F5FA07B1AA1F}"/>
                </a:ext>
              </a:extLst>
            </p:cNvPr>
            <p:cNvSpPr/>
            <p:nvPr/>
          </p:nvSpPr>
          <p:spPr>
            <a:xfrm>
              <a:off x="1428373" y="3713303"/>
              <a:ext cx="24738" cy="2473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39" name="ellipse_2532">
              <a:extLst>
                <a:ext uri="{FF2B5EF4-FFF2-40B4-BE49-F238E27FC236}">
                  <a16:creationId xmlns:a16="http://schemas.microsoft.com/office/drawing/2014/main" id="{138B6C81-A018-A661-ADBB-FB225C54B319}"/>
                </a:ext>
              </a:extLst>
            </p:cNvPr>
            <p:cNvSpPr/>
            <p:nvPr/>
          </p:nvSpPr>
          <p:spPr>
            <a:xfrm>
              <a:off x="1547670" y="3653309"/>
              <a:ext cx="21842" cy="2184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0" name="ellipse_2533">
              <a:extLst>
                <a:ext uri="{FF2B5EF4-FFF2-40B4-BE49-F238E27FC236}">
                  <a16:creationId xmlns:a16="http://schemas.microsoft.com/office/drawing/2014/main" id="{A9C7389A-92AD-D454-B811-DB01F3E322FD}"/>
                </a:ext>
              </a:extLst>
            </p:cNvPr>
            <p:cNvSpPr/>
            <p:nvPr/>
          </p:nvSpPr>
          <p:spPr>
            <a:xfrm>
              <a:off x="1517557" y="3700982"/>
              <a:ext cx="20964" cy="2096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1" name="ellipse_2534">
              <a:extLst>
                <a:ext uri="{FF2B5EF4-FFF2-40B4-BE49-F238E27FC236}">
                  <a16:creationId xmlns:a16="http://schemas.microsoft.com/office/drawing/2014/main" id="{086F1296-3B32-583B-4CC8-E2FE3500EB88}"/>
                </a:ext>
              </a:extLst>
            </p:cNvPr>
            <p:cNvSpPr/>
            <p:nvPr/>
          </p:nvSpPr>
          <p:spPr>
            <a:xfrm>
              <a:off x="1535521" y="3630252"/>
              <a:ext cx="17917" cy="1791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2" name="ellipse_2535">
              <a:extLst>
                <a:ext uri="{FF2B5EF4-FFF2-40B4-BE49-F238E27FC236}">
                  <a16:creationId xmlns:a16="http://schemas.microsoft.com/office/drawing/2014/main" id="{E9B30B5B-56A6-F0D1-853B-64CBBA90968E}"/>
                </a:ext>
              </a:extLst>
            </p:cNvPr>
            <p:cNvSpPr/>
            <p:nvPr/>
          </p:nvSpPr>
          <p:spPr>
            <a:xfrm>
              <a:off x="1344039" y="3678107"/>
              <a:ext cx="21719" cy="217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3" name="ellipse_2536">
              <a:extLst>
                <a:ext uri="{FF2B5EF4-FFF2-40B4-BE49-F238E27FC236}">
                  <a16:creationId xmlns:a16="http://schemas.microsoft.com/office/drawing/2014/main" id="{40EF2BFB-0190-E3D0-87A1-44A40A51EC64}"/>
                </a:ext>
              </a:extLst>
            </p:cNvPr>
            <p:cNvSpPr/>
            <p:nvPr/>
          </p:nvSpPr>
          <p:spPr>
            <a:xfrm>
              <a:off x="1486134" y="3678415"/>
              <a:ext cx="22120" cy="221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4" name="ellipse_2537">
              <a:extLst>
                <a:ext uri="{FF2B5EF4-FFF2-40B4-BE49-F238E27FC236}">
                  <a16:creationId xmlns:a16="http://schemas.microsoft.com/office/drawing/2014/main" id="{26AE9013-2244-8666-C7A7-3D5BE6C45EF3}"/>
                </a:ext>
              </a:extLst>
            </p:cNvPr>
            <p:cNvSpPr/>
            <p:nvPr/>
          </p:nvSpPr>
          <p:spPr>
            <a:xfrm>
              <a:off x="1538537" y="3597777"/>
              <a:ext cx="22828" cy="228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5" name="ellipse_2538">
              <a:extLst>
                <a:ext uri="{FF2B5EF4-FFF2-40B4-BE49-F238E27FC236}">
                  <a16:creationId xmlns:a16="http://schemas.microsoft.com/office/drawing/2014/main" id="{78D460AD-14C3-5800-2B35-1AD2AA74F954}"/>
                </a:ext>
              </a:extLst>
            </p:cNvPr>
            <p:cNvSpPr/>
            <p:nvPr/>
          </p:nvSpPr>
          <p:spPr>
            <a:xfrm>
              <a:off x="1401131" y="3720374"/>
              <a:ext cx="16876" cy="1687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6" name="ellipse_2539">
              <a:extLst>
                <a:ext uri="{FF2B5EF4-FFF2-40B4-BE49-F238E27FC236}">
                  <a16:creationId xmlns:a16="http://schemas.microsoft.com/office/drawing/2014/main" id="{ABBFA259-B5D1-8594-9C24-A4691E6B28E3}"/>
                </a:ext>
              </a:extLst>
            </p:cNvPr>
            <p:cNvSpPr/>
            <p:nvPr/>
          </p:nvSpPr>
          <p:spPr>
            <a:xfrm>
              <a:off x="1525941" y="3593109"/>
              <a:ext cx="21620" cy="216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7" name="ellipse_2540">
              <a:extLst>
                <a:ext uri="{FF2B5EF4-FFF2-40B4-BE49-F238E27FC236}">
                  <a16:creationId xmlns:a16="http://schemas.microsoft.com/office/drawing/2014/main" id="{87BE933E-61C5-9BF4-AE3A-13A735DCA701}"/>
                </a:ext>
              </a:extLst>
            </p:cNvPr>
            <p:cNvSpPr/>
            <p:nvPr/>
          </p:nvSpPr>
          <p:spPr>
            <a:xfrm>
              <a:off x="1462052" y="3689103"/>
              <a:ext cx="24723" cy="2472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8" name="ellipse_2541">
              <a:extLst>
                <a:ext uri="{FF2B5EF4-FFF2-40B4-BE49-F238E27FC236}">
                  <a16:creationId xmlns:a16="http://schemas.microsoft.com/office/drawing/2014/main" id="{A3CB5B56-8C06-7429-FA08-E6AD24A67709}"/>
                </a:ext>
              </a:extLst>
            </p:cNvPr>
            <p:cNvSpPr/>
            <p:nvPr/>
          </p:nvSpPr>
          <p:spPr>
            <a:xfrm>
              <a:off x="1338003" y="3621442"/>
              <a:ext cx="17209" cy="172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49" name="ellipse_2542">
              <a:extLst>
                <a:ext uri="{FF2B5EF4-FFF2-40B4-BE49-F238E27FC236}">
                  <a16:creationId xmlns:a16="http://schemas.microsoft.com/office/drawing/2014/main" id="{90BB9F68-8CDF-A02F-BD9D-964B82671983}"/>
                </a:ext>
              </a:extLst>
            </p:cNvPr>
            <p:cNvSpPr/>
            <p:nvPr/>
          </p:nvSpPr>
          <p:spPr>
            <a:xfrm>
              <a:off x="1436611" y="3687896"/>
              <a:ext cx="16365" cy="1636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0" name="ellipse_2543">
              <a:extLst>
                <a:ext uri="{FF2B5EF4-FFF2-40B4-BE49-F238E27FC236}">
                  <a16:creationId xmlns:a16="http://schemas.microsoft.com/office/drawing/2014/main" id="{AE78EB00-80C9-09A2-57C9-79E2DF4E33E0}"/>
                </a:ext>
              </a:extLst>
            </p:cNvPr>
            <p:cNvSpPr/>
            <p:nvPr/>
          </p:nvSpPr>
          <p:spPr>
            <a:xfrm>
              <a:off x="1387354" y="3566640"/>
              <a:ext cx="17190" cy="171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1" name="ellipse_2544">
              <a:extLst>
                <a:ext uri="{FF2B5EF4-FFF2-40B4-BE49-F238E27FC236}">
                  <a16:creationId xmlns:a16="http://schemas.microsoft.com/office/drawing/2014/main" id="{57D27209-2AB6-9399-BFD5-E6D244CDCAC9}"/>
                </a:ext>
              </a:extLst>
            </p:cNvPr>
            <p:cNvSpPr/>
            <p:nvPr/>
          </p:nvSpPr>
          <p:spPr>
            <a:xfrm>
              <a:off x="1453977" y="3540995"/>
              <a:ext cx="18775" cy="1877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2" name="ellipse_2545">
              <a:extLst>
                <a:ext uri="{FF2B5EF4-FFF2-40B4-BE49-F238E27FC236}">
                  <a16:creationId xmlns:a16="http://schemas.microsoft.com/office/drawing/2014/main" id="{970253F4-33EB-340D-55FE-3C982073D19C}"/>
                </a:ext>
              </a:extLst>
            </p:cNvPr>
            <p:cNvSpPr/>
            <p:nvPr/>
          </p:nvSpPr>
          <p:spPr>
            <a:xfrm>
              <a:off x="1487168" y="3548389"/>
              <a:ext cx="16148" cy="1614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3" name="ellipse_2546">
              <a:extLst>
                <a:ext uri="{FF2B5EF4-FFF2-40B4-BE49-F238E27FC236}">
                  <a16:creationId xmlns:a16="http://schemas.microsoft.com/office/drawing/2014/main" id="{CF0E54B0-BA2E-AC1B-F2D2-EE1611EFE61A}"/>
                </a:ext>
              </a:extLst>
            </p:cNvPr>
            <p:cNvSpPr/>
            <p:nvPr/>
          </p:nvSpPr>
          <p:spPr>
            <a:xfrm>
              <a:off x="1536436" y="3643342"/>
              <a:ext cx="21862" cy="218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4" name="ellipse_2547">
              <a:extLst>
                <a:ext uri="{FF2B5EF4-FFF2-40B4-BE49-F238E27FC236}">
                  <a16:creationId xmlns:a16="http://schemas.microsoft.com/office/drawing/2014/main" id="{C36F64BB-2D70-2FE1-5FE1-1CEA15352C12}"/>
                </a:ext>
              </a:extLst>
            </p:cNvPr>
            <p:cNvSpPr/>
            <p:nvPr/>
          </p:nvSpPr>
          <p:spPr>
            <a:xfrm>
              <a:off x="1542031" y="3603619"/>
              <a:ext cx="25264" cy="2526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5" name="ellipse_2548">
              <a:extLst>
                <a:ext uri="{FF2B5EF4-FFF2-40B4-BE49-F238E27FC236}">
                  <a16:creationId xmlns:a16="http://schemas.microsoft.com/office/drawing/2014/main" id="{D438E535-7A63-86D7-E0FC-1E1B41F50612}"/>
                </a:ext>
              </a:extLst>
            </p:cNvPr>
            <p:cNvSpPr/>
            <p:nvPr/>
          </p:nvSpPr>
          <p:spPr>
            <a:xfrm>
              <a:off x="1434762" y="3711046"/>
              <a:ext cx="16788" cy="167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6" name="ellipse_2549">
              <a:extLst>
                <a:ext uri="{FF2B5EF4-FFF2-40B4-BE49-F238E27FC236}">
                  <a16:creationId xmlns:a16="http://schemas.microsoft.com/office/drawing/2014/main" id="{F1369F7F-399B-289E-CE4E-A65A811C8A67}"/>
                </a:ext>
              </a:extLst>
            </p:cNvPr>
            <p:cNvSpPr/>
            <p:nvPr/>
          </p:nvSpPr>
          <p:spPr>
            <a:xfrm>
              <a:off x="1543438" y="3672057"/>
              <a:ext cx="23717" cy="2371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7" name="ellipse_2550">
              <a:extLst>
                <a:ext uri="{FF2B5EF4-FFF2-40B4-BE49-F238E27FC236}">
                  <a16:creationId xmlns:a16="http://schemas.microsoft.com/office/drawing/2014/main" id="{3223E730-DB37-257B-05EE-BD85154259F3}"/>
                </a:ext>
              </a:extLst>
            </p:cNvPr>
            <p:cNvSpPr/>
            <p:nvPr/>
          </p:nvSpPr>
          <p:spPr>
            <a:xfrm>
              <a:off x="1529817" y="3654293"/>
              <a:ext cx="15593" cy="1559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8" name="ellipse_2551">
              <a:extLst>
                <a:ext uri="{FF2B5EF4-FFF2-40B4-BE49-F238E27FC236}">
                  <a16:creationId xmlns:a16="http://schemas.microsoft.com/office/drawing/2014/main" id="{DA8D6D3D-E367-BCAB-B82A-12B17B15A6EA}"/>
                </a:ext>
              </a:extLst>
            </p:cNvPr>
            <p:cNvSpPr/>
            <p:nvPr/>
          </p:nvSpPr>
          <p:spPr>
            <a:xfrm>
              <a:off x="1550063" y="3626271"/>
              <a:ext cx="18725" cy="187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59" name="ellipse_2552">
              <a:extLst>
                <a:ext uri="{FF2B5EF4-FFF2-40B4-BE49-F238E27FC236}">
                  <a16:creationId xmlns:a16="http://schemas.microsoft.com/office/drawing/2014/main" id="{E0BB27CD-F490-387A-3E34-2D29AF300E78}"/>
                </a:ext>
              </a:extLst>
            </p:cNvPr>
            <p:cNvSpPr/>
            <p:nvPr/>
          </p:nvSpPr>
          <p:spPr>
            <a:xfrm>
              <a:off x="1395088" y="3533435"/>
              <a:ext cx="15948" cy="159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0" name="ellipse_2553">
              <a:extLst>
                <a:ext uri="{FF2B5EF4-FFF2-40B4-BE49-F238E27FC236}">
                  <a16:creationId xmlns:a16="http://schemas.microsoft.com/office/drawing/2014/main" id="{4A9D99EB-904F-7996-CD12-422699C28081}"/>
                </a:ext>
              </a:extLst>
            </p:cNvPr>
            <p:cNvSpPr/>
            <p:nvPr/>
          </p:nvSpPr>
          <p:spPr>
            <a:xfrm>
              <a:off x="1313742" y="3573420"/>
              <a:ext cx="15496" cy="1549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1" name="ellipse_2554">
              <a:extLst>
                <a:ext uri="{FF2B5EF4-FFF2-40B4-BE49-F238E27FC236}">
                  <a16:creationId xmlns:a16="http://schemas.microsoft.com/office/drawing/2014/main" id="{0AABFCAC-812C-4008-1A71-82A551FCA55B}"/>
                </a:ext>
              </a:extLst>
            </p:cNvPr>
            <p:cNvSpPr/>
            <p:nvPr/>
          </p:nvSpPr>
          <p:spPr>
            <a:xfrm>
              <a:off x="1329291" y="3672157"/>
              <a:ext cx="23375" cy="2337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2" name="ellipse_2555">
              <a:extLst>
                <a:ext uri="{FF2B5EF4-FFF2-40B4-BE49-F238E27FC236}">
                  <a16:creationId xmlns:a16="http://schemas.microsoft.com/office/drawing/2014/main" id="{360A732A-D4CF-30E8-058E-D14D7A631C6D}"/>
                </a:ext>
              </a:extLst>
            </p:cNvPr>
            <p:cNvSpPr/>
            <p:nvPr/>
          </p:nvSpPr>
          <p:spPr>
            <a:xfrm>
              <a:off x="1307786" y="3621846"/>
              <a:ext cx="22071" cy="2207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3" name="ellipse_2556">
              <a:extLst>
                <a:ext uri="{FF2B5EF4-FFF2-40B4-BE49-F238E27FC236}">
                  <a16:creationId xmlns:a16="http://schemas.microsoft.com/office/drawing/2014/main" id="{44953A07-3A2C-19DF-BF5D-8F6DBC295023}"/>
                </a:ext>
              </a:extLst>
            </p:cNvPr>
            <p:cNvSpPr/>
            <p:nvPr/>
          </p:nvSpPr>
          <p:spPr>
            <a:xfrm>
              <a:off x="1584475" y="3627694"/>
              <a:ext cx="15386" cy="153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4" name="ellipse_2557">
              <a:extLst>
                <a:ext uri="{FF2B5EF4-FFF2-40B4-BE49-F238E27FC236}">
                  <a16:creationId xmlns:a16="http://schemas.microsoft.com/office/drawing/2014/main" id="{C313A0A7-8A75-2EE0-440D-8B6A029DD5D9}"/>
                </a:ext>
              </a:extLst>
            </p:cNvPr>
            <p:cNvSpPr/>
            <p:nvPr/>
          </p:nvSpPr>
          <p:spPr>
            <a:xfrm>
              <a:off x="1453895" y="3558216"/>
              <a:ext cx="24625" cy="246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5" name="ellipse_2558">
              <a:extLst>
                <a:ext uri="{FF2B5EF4-FFF2-40B4-BE49-F238E27FC236}">
                  <a16:creationId xmlns:a16="http://schemas.microsoft.com/office/drawing/2014/main" id="{CFC4F3B1-D42F-6279-F7A0-DD579E168573}"/>
                </a:ext>
              </a:extLst>
            </p:cNvPr>
            <p:cNvSpPr/>
            <p:nvPr/>
          </p:nvSpPr>
          <p:spPr>
            <a:xfrm>
              <a:off x="1514397" y="3669171"/>
              <a:ext cx="15296" cy="1529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6" name="ellipse_2559">
              <a:extLst>
                <a:ext uri="{FF2B5EF4-FFF2-40B4-BE49-F238E27FC236}">
                  <a16:creationId xmlns:a16="http://schemas.microsoft.com/office/drawing/2014/main" id="{776DD59C-3897-297B-213D-962A38E5F228}"/>
                </a:ext>
              </a:extLst>
            </p:cNvPr>
            <p:cNvSpPr/>
            <p:nvPr/>
          </p:nvSpPr>
          <p:spPr>
            <a:xfrm>
              <a:off x="1502877" y="3686988"/>
              <a:ext cx="19310" cy="1931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7" name="ellipse_2560">
              <a:extLst>
                <a:ext uri="{FF2B5EF4-FFF2-40B4-BE49-F238E27FC236}">
                  <a16:creationId xmlns:a16="http://schemas.microsoft.com/office/drawing/2014/main" id="{2DC838D3-3711-5C87-43BC-BCF5BEF73800}"/>
                </a:ext>
              </a:extLst>
            </p:cNvPr>
            <p:cNvSpPr/>
            <p:nvPr/>
          </p:nvSpPr>
          <p:spPr>
            <a:xfrm>
              <a:off x="1507745" y="3695631"/>
              <a:ext cx="15466" cy="154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8" name="ellipse_2561">
              <a:extLst>
                <a:ext uri="{FF2B5EF4-FFF2-40B4-BE49-F238E27FC236}">
                  <a16:creationId xmlns:a16="http://schemas.microsoft.com/office/drawing/2014/main" id="{F6327B4C-B8B6-FE9B-87B9-FC5F3573358F}"/>
                </a:ext>
              </a:extLst>
            </p:cNvPr>
            <p:cNvSpPr/>
            <p:nvPr/>
          </p:nvSpPr>
          <p:spPr>
            <a:xfrm>
              <a:off x="1432818" y="3538051"/>
              <a:ext cx="19094" cy="190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69" name="ellipse_2562">
              <a:extLst>
                <a:ext uri="{FF2B5EF4-FFF2-40B4-BE49-F238E27FC236}">
                  <a16:creationId xmlns:a16="http://schemas.microsoft.com/office/drawing/2014/main" id="{2360179E-E80C-FB2D-79C6-FCBEE5321556}"/>
                </a:ext>
              </a:extLst>
            </p:cNvPr>
            <p:cNvSpPr/>
            <p:nvPr/>
          </p:nvSpPr>
          <p:spPr>
            <a:xfrm>
              <a:off x="1511410" y="3670510"/>
              <a:ext cx="18124" cy="181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0" name="ellipse_2563">
              <a:extLst>
                <a:ext uri="{FF2B5EF4-FFF2-40B4-BE49-F238E27FC236}">
                  <a16:creationId xmlns:a16="http://schemas.microsoft.com/office/drawing/2014/main" id="{4E104425-F016-767A-F033-FE3CB2DBBC84}"/>
                </a:ext>
              </a:extLst>
            </p:cNvPr>
            <p:cNvSpPr/>
            <p:nvPr/>
          </p:nvSpPr>
          <p:spPr>
            <a:xfrm>
              <a:off x="1465959" y="3697582"/>
              <a:ext cx="20714" cy="2071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1" name="ellipse_2564">
              <a:extLst>
                <a:ext uri="{FF2B5EF4-FFF2-40B4-BE49-F238E27FC236}">
                  <a16:creationId xmlns:a16="http://schemas.microsoft.com/office/drawing/2014/main" id="{D54ED9A0-7D27-E1D8-54B3-290B195CEB77}"/>
                </a:ext>
              </a:extLst>
            </p:cNvPr>
            <p:cNvSpPr/>
            <p:nvPr/>
          </p:nvSpPr>
          <p:spPr>
            <a:xfrm>
              <a:off x="1421039" y="3688264"/>
              <a:ext cx="20580" cy="2058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2" name="ellipse_2565">
              <a:extLst>
                <a:ext uri="{FF2B5EF4-FFF2-40B4-BE49-F238E27FC236}">
                  <a16:creationId xmlns:a16="http://schemas.microsoft.com/office/drawing/2014/main" id="{BAD005D3-0ED9-9BE4-F79B-03CDB3C1A778}"/>
                </a:ext>
              </a:extLst>
            </p:cNvPr>
            <p:cNvSpPr/>
            <p:nvPr/>
          </p:nvSpPr>
          <p:spPr>
            <a:xfrm>
              <a:off x="1317547" y="3643031"/>
              <a:ext cx="24656" cy="24656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3" name="ellipse_2566">
              <a:extLst>
                <a:ext uri="{FF2B5EF4-FFF2-40B4-BE49-F238E27FC236}">
                  <a16:creationId xmlns:a16="http://schemas.microsoft.com/office/drawing/2014/main" id="{9E8AB157-6135-6990-3C99-200F94E6EA2F}"/>
                </a:ext>
              </a:extLst>
            </p:cNvPr>
            <p:cNvSpPr/>
            <p:nvPr/>
          </p:nvSpPr>
          <p:spPr>
            <a:xfrm>
              <a:off x="1490146" y="3564893"/>
              <a:ext cx="23114" cy="231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4" name="ellipse_2567">
              <a:extLst>
                <a:ext uri="{FF2B5EF4-FFF2-40B4-BE49-F238E27FC236}">
                  <a16:creationId xmlns:a16="http://schemas.microsoft.com/office/drawing/2014/main" id="{5598513B-E7A3-E30D-4451-2137F828BB7F}"/>
                </a:ext>
              </a:extLst>
            </p:cNvPr>
            <p:cNvSpPr/>
            <p:nvPr/>
          </p:nvSpPr>
          <p:spPr>
            <a:xfrm>
              <a:off x="1318021" y="3588334"/>
              <a:ext cx="19866" cy="1986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5" name="ellipse_2568">
              <a:extLst>
                <a:ext uri="{FF2B5EF4-FFF2-40B4-BE49-F238E27FC236}">
                  <a16:creationId xmlns:a16="http://schemas.microsoft.com/office/drawing/2014/main" id="{CFBB02F0-DF39-4B1F-06CC-773D2E311218}"/>
                </a:ext>
              </a:extLst>
            </p:cNvPr>
            <p:cNvSpPr/>
            <p:nvPr/>
          </p:nvSpPr>
          <p:spPr>
            <a:xfrm>
              <a:off x="1478242" y="3571021"/>
              <a:ext cx="21106" cy="2110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6" name="ellipse_2569">
              <a:extLst>
                <a:ext uri="{FF2B5EF4-FFF2-40B4-BE49-F238E27FC236}">
                  <a16:creationId xmlns:a16="http://schemas.microsoft.com/office/drawing/2014/main" id="{330440B6-6289-2C80-B2F3-261671256E33}"/>
                </a:ext>
              </a:extLst>
            </p:cNvPr>
            <p:cNvSpPr/>
            <p:nvPr/>
          </p:nvSpPr>
          <p:spPr>
            <a:xfrm>
              <a:off x="1317612" y="3652314"/>
              <a:ext cx="17900" cy="179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7" name="ellipse_2570">
              <a:extLst>
                <a:ext uri="{FF2B5EF4-FFF2-40B4-BE49-F238E27FC236}">
                  <a16:creationId xmlns:a16="http://schemas.microsoft.com/office/drawing/2014/main" id="{22CF3829-0C8B-A502-6B4A-DCB8113069E2}"/>
                </a:ext>
              </a:extLst>
            </p:cNvPr>
            <p:cNvSpPr/>
            <p:nvPr/>
          </p:nvSpPr>
          <p:spPr>
            <a:xfrm>
              <a:off x="1437620" y="3709822"/>
              <a:ext cx="15418" cy="154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8" name="ellipse_2571">
              <a:extLst>
                <a:ext uri="{FF2B5EF4-FFF2-40B4-BE49-F238E27FC236}">
                  <a16:creationId xmlns:a16="http://schemas.microsoft.com/office/drawing/2014/main" id="{ED4EEF5B-578B-468F-6450-B22BDA4232DF}"/>
                </a:ext>
              </a:extLst>
            </p:cNvPr>
            <p:cNvSpPr/>
            <p:nvPr/>
          </p:nvSpPr>
          <p:spPr>
            <a:xfrm>
              <a:off x="1482151" y="3682518"/>
              <a:ext cx="16703" cy="1670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79" name="ellipse_2572">
              <a:extLst>
                <a:ext uri="{FF2B5EF4-FFF2-40B4-BE49-F238E27FC236}">
                  <a16:creationId xmlns:a16="http://schemas.microsoft.com/office/drawing/2014/main" id="{89E611D6-0A90-2623-5421-6BBBE050D8D6}"/>
                </a:ext>
              </a:extLst>
            </p:cNvPr>
            <p:cNvSpPr/>
            <p:nvPr/>
          </p:nvSpPr>
          <p:spPr>
            <a:xfrm>
              <a:off x="1411116" y="3562784"/>
              <a:ext cx="21423" cy="2142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0" name="ellipse_2573">
              <a:extLst>
                <a:ext uri="{FF2B5EF4-FFF2-40B4-BE49-F238E27FC236}">
                  <a16:creationId xmlns:a16="http://schemas.microsoft.com/office/drawing/2014/main" id="{8DBD83AF-E3AD-F978-8DC7-B1CB00C1F3D6}"/>
                </a:ext>
              </a:extLst>
            </p:cNvPr>
            <p:cNvSpPr/>
            <p:nvPr/>
          </p:nvSpPr>
          <p:spPr>
            <a:xfrm>
              <a:off x="1454564" y="3537748"/>
              <a:ext cx="19763" cy="1976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1" name="ellipse_2574">
              <a:extLst>
                <a:ext uri="{FF2B5EF4-FFF2-40B4-BE49-F238E27FC236}">
                  <a16:creationId xmlns:a16="http://schemas.microsoft.com/office/drawing/2014/main" id="{719BCFD9-111D-00C5-2F76-24DB6127D2DA}"/>
                </a:ext>
              </a:extLst>
            </p:cNvPr>
            <p:cNvSpPr/>
            <p:nvPr/>
          </p:nvSpPr>
          <p:spPr>
            <a:xfrm>
              <a:off x="1516785" y="3654731"/>
              <a:ext cx="21578" cy="215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2" name="ellipse_2575">
              <a:extLst>
                <a:ext uri="{FF2B5EF4-FFF2-40B4-BE49-F238E27FC236}">
                  <a16:creationId xmlns:a16="http://schemas.microsoft.com/office/drawing/2014/main" id="{6FA1D03E-1CB2-D9CD-F5D6-5025B18063A2}"/>
                </a:ext>
              </a:extLst>
            </p:cNvPr>
            <p:cNvSpPr/>
            <p:nvPr/>
          </p:nvSpPr>
          <p:spPr>
            <a:xfrm>
              <a:off x="1410634" y="3697683"/>
              <a:ext cx="24162" cy="2416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3" name="ellipse_2576">
              <a:extLst>
                <a:ext uri="{FF2B5EF4-FFF2-40B4-BE49-F238E27FC236}">
                  <a16:creationId xmlns:a16="http://schemas.microsoft.com/office/drawing/2014/main" id="{EFFFCF1A-D3CD-CC1B-4454-A11D444AD0AB}"/>
                </a:ext>
              </a:extLst>
            </p:cNvPr>
            <p:cNvSpPr/>
            <p:nvPr/>
          </p:nvSpPr>
          <p:spPr>
            <a:xfrm>
              <a:off x="1425946" y="3562304"/>
              <a:ext cx="17525" cy="175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4" name="ellipse_2577">
              <a:extLst>
                <a:ext uri="{FF2B5EF4-FFF2-40B4-BE49-F238E27FC236}">
                  <a16:creationId xmlns:a16="http://schemas.microsoft.com/office/drawing/2014/main" id="{4F87D893-F5D6-761B-BD98-BF9EC80395FD}"/>
                </a:ext>
              </a:extLst>
            </p:cNvPr>
            <p:cNvSpPr/>
            <p:nvPr/>
          </p:nvSpPr>
          <p:spPr>
            <a:xfrm>
              <a:off x="1355269" y="3594031"/>
              <a:ext cx="21133" cy="2113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5" name="ellipse_2578">
              <a:extLst>
                <a:ext uri="{FF2B5EF4-FFF2-40B4-BE49-F238E27FC236}">
                  <a16:creationId xmlns:a16="http://schemas.microsoft.com/office/drawing/2014/main" id="{90B99378-99CE-C9E4-74FD-9A5FE00FA7D1}"/>
                </a:ext>
              </a:extLst>
            </p:cNvPr>
            <p:cNvSpPr/>
            <p:nvPr/>
          </p:nvSpPr>
          <p:spPr>
            <a:xfrm>
              <a:off x="1506719" y="3690770"/>
              <a:ext cx="17358" cy="1735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6" name="ellipse_2579">
              <a:extLst>
                <a:ext uri="{FF2B5EF4-FFF2-40B4-BE49-F238E27FC236}">
                  <a16:creationId xmlns:a16="http://schemas.microsoft.com/office/drawing/2014/main" id="{D500F4BD-344F-A9CF-0D3F-B05E50F0B397}"/>
                </a:ext>
              </a:extLst>
            </p:cNvPr>
            <p:cNvSpPr/>
            <p:nvPr/>
          </p:nvSpPr>
          <p:spPr>
            <a:xfrm>
              <a:off x="1349195" y="3647004"/>
              <a:ext cx="22300" cy="2230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7" name="ellipse_2580">
              <a:extLst>
                <a:ext uri="{FF2B5EF4-FFF2-40B4-BE49-F238E27FC236}">
                  <a16:creationId xmlns:a16="http://schemas.microsoft.com/office/drawing/2014/main" id="{CF90C6DC-60BE-5790-D554-52F7270F865B}"/>
                </a:ext>
              </a:extLst>
            </p:cNvPr>
            <p:cNvSpPr/>
            <p:nvPr/>
          </p:nvSpPr>
          <p:spPr>
            <a:xfrm>
              <a:off x="1577404" y="3601425"/>
              <a:ext cx="20206" cy="2020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8" name="ellipse_2581">
              <a:extLst>
                <a:ext uri="{FF2B5EF4-FFF2-40B4-BE49-F238E27FC236}">
                  <a16:creationId xmlns:a16="http://schemas.microsoft.com/office/drawing/2014/main" id="{189F34EF-8BB6-5AC4-5A02-5C38BC9D2512}"/>
                </a:ext>
              </a:extLst>
            </p:cNvPr>
            <p:cNvSpPr/>
            <p:nvPr/>
          </p:nvSpPr>
          <p:spPr>
            <a:xfrm>
              <a:off x="1509076" y="3554975"/>
              <a:ext cx="15762" cy="157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89" name="ellipse_2582">
              <a:extLst>
                <a:ext uri="{FF2B5EF4-FFF2-40B4-BE49-F238E27FC236}">
                  <a16:creationId xmlns:a16="http://schemas.microsoft.com/office/drawing/2014/main" id="{34437054-68F6-89F6-F9E1-25312B89AF5E}"/>
                </a:ext>
              </a:extLst>
            </p:cNvPr>
            <p:cNvSpPr/>
            <p:nvPr/>
          </p:nvSpPr>
          <p:spPr>
            <a:xfrm>
              <a:off x="1462460" y="3706007"/>
              <a:ext cx="22750" cy="2275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0" name="ellipse_2583">
              <a:extLst>
                <a:ext uri="{FF2B5EF4-FFF2-40B4-BE49-F238E27FC236}">
                  <a16:creationId xmlns:a16="http://schemas.microsoft.com/office/drawing/2014/main" id="{B680D3C9-4B24-4739-F8E2-9B54DAA8153A}"/>
                </a:ext>
              </a:extLst>
            </p:cNvPr>
            <p:cNvSpPr/>
            <p:nvPr/>
          </p:nvSpPr>
          <p:spPr>
            <a:xfrm>
              <a:off x="1439477" y="3526920"/>
              <a:ext cx="21290" cy="212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1" name="ellipse_2584">
              <a:extLst>
                <a:ext uri="{FF2B5EF4-FFF2-40B4-BE49-F238E27FC236}">
                  <a16:creationId xmlns:a16="http://schemas.microsoft.com/office/drawing/2014/main" id="{2A4925C4-4215-1F51-C54B-45E22DDA6F8F}"/>
                </a:ext>
              </a:extLst>
            </p:cNvPr>
            <p:cNvSpPr/>
            <p:nvPr/>
          </p:nvSpPr>
          <p:spPr>
            <a:xfrm>
              <a:off x="1310268" y="3672453"/>
              <a:ext cx="21000" cy="210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2" name="ellipse_2585">
              <a:extLst>
                <a:ext uri="{FF2B5EF4-FFF2-40B4-BE49-F238E27FC236}">
                  <a16:creationId xmlns:a16="http://schemas.microsoft.com/office/drawing/2014/main" id="{187C0097-F52C-175C-7DA3-1C9EEF6BBA50}"/>
                </a:ext>
              </a:extLst>
            </p:cNvPr>
            <p:cNvSpPr/>
            <p:nvPr/>
          </p:nvSpPr>
          <p:spPr>
            <a:xfrm>
              <a:off x="1552938" y="3621802"/>
              <a:ext cx="15605" cy="156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3" name="ellipse_2586">
              <a:extLst>
                <a:ext uri="{FF2B5EF4-FFF2-40B4-BE49-F238E27FC236}">
                  <a16:creationId xmlns:a16="http://schemas.microsoft.com/office/drawing/2014/main" id="{9FB3AB6E-5D9E-82DB-3C27-961F0550577B}"/>
                </a:ext>
              </a:extLst>
            </p:cNvPr>
            <p:cNvSpPr/>
            <p:nvPr/>
          </p:nvSpPr>
          <p:spPr>
            <a:xfrm>
              <a:off x="1558418" y="3676011"/>
              <a:ext cx="22184" cy="221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4" name="ellipse_2587">
              <a:extLst>
                <a:ext uri="{FF2B5EF4-FFF2-40B4-BE49-F238E27FC236}">
                  <a16:creationId xmlns:a16="http://schemas.microsoft.com/office/drawing/2014/main" id="{4AB66F24-4349-7167-2A50-36DBDE190AA4}"/>
                </a:ext>
              </a:extLst>
            </p:cNvPr>
            <p:cNvSpPr/>
            <p:nvPr/>
          </p:nvSpPr>
          <p:spPr>
            <a:xfrm>
              <a:off x="1456866" y="3525328"/>
              <a:ext cx="23606" cy="2360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5" name="ellipse_2588">
              <a:extLst>
                <a:ext uri="{FF2B5EF4-FFF2-40B4-BE49-F238E27FC236}">
                  <a16:creationId xmlns:a16="http://schemas.microsoft.com/office/drawing/2014/main" id="{4E4C2798-ED73-D996-B180-3D2E54792783}"/>
                </a:ext>
              </a:extLst>
            </p:cNvPr>
            <p:cNvSpPr/>
            <p:nvPr/>
          </p:nvSpPr>
          <p:spPr>
            <a:xfrm>
              <a:off x="1364561" y="3569140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6" name="ellipse_2589">
              <a:extLst>
                <a:ext uri="{FF2B5EF4-FFF2-40B4-BE49-F238E27FC236}">
                  <a16:creationId xmlns:a16="http://schemas.microsoft.com/office/drawing/2014/main" id="{6E0CA98D-1246-B4EB-B835-2C0AD94D9444}"/>
                </a:ext>
              </a:extLst>
            </p:cNvPr>
            <p:cNvSpPr/>
            <p:nvPr/>
          </p:nvSpPr>
          <p:spPr>
            <a:xfrm>
              <a:off x="1539847" y="3619786"/>
              <a:ext cx="18619" cy="1861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7" name="ellipse_2590">
              <a:extLst>
                <a:ext uri="{FF2B5EF4-FFF2-40B4-BE49-F238E27FC236}">
                  <a16:creationId xmlns:a16="http://schemas.microsoft.com/office/drawing/2014/main" id="{9912F7BF-6234-D2A7-F05E-3022FFB0197E}"/>
                </a:ext>
              </a:extLst>
            </p:cNvPr>
            <p:cNvSpPr/>
            <p:nvPr/>
          </p:nvSpPr>
          <p:spPr>
            <a:xfrm>
              <a:off x="1298635" y="3654692"/>
              <a:ext cx="18927" cy="189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8" name="ellipse_2591">
              <a:extLst>
                <a:ext uri="{FF2B5EF4-FFF2-40B4-BE49-F238E27FC236}">
                  <a16:creationId xmlns:a16="http://schemas.microsoft.com/office/drawing/2014/main" id="{6A285198-FB14-991D-0FB9-8B053F9A0EB5}"/>
                </a:ext>
              </a:extLst>
            </p:cNvPr>
            <p:cNvSpPr/>
            <p:nvPr/>
          </p:nvSpPr>
          <p:spPr>
            <a:xfrm>
              <a:off x="1319712" y="3686409"/>
              <a:ext cx="23715" cy="237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099" name="ellipse_2592">
              <a:extLst>
                <a:ext uri="{FF2B5EF4-FFF2-40B4-BE49-F238E27FC236}">
                  <a16:creationId xmlns:a16="http://schemas.microsoft.com/office/drawing/2014/main" id="{C5E2BB52-B5D1-FB89-91C4-8A6A48481DA6}"/>
                </a:ext>
              </a:extLst>
            </p:cNvPr>
            <p:cNvSpPr/>
            <p:nvPr/>
          </p:nvSpPr>
          <p:spPr>
            <a:xfrm>
              <a:off x="1501588" y="3562901"/>
              <a:ext cx="22327" cy="223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0" name="ellipse_2593">
              <a:extLst>
                <a:ext uri="{FF2B5EF4-FFF2-40B4-BE49-F238E27FC236}">
                  <a16:creationId xmlns:a16="http://schemas.microsoft.com/office/drawing/2014/main" id="{4794A2A0-1A9F-8540-C4A2-4272AE2F748E}"/>
                </a:ext>
              </a:extLst>
            </p:cNvPr>
            <p:cNvSpPr/>
            <p:nvPr/>
          </p:nvSpPr>
          <p:spPr>
            <a:xfrm>
              <a:off x="1466525" y="3529327"/>
              <a:ext cx="15101" cy="1510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1" name="ellipse_2594">
              <a:extLst>
                <a:ext uri="{FF2B5EF4-FFF2-40B4-BE49-F238E27FC236}">
                  <a16:creationId xmlns:a16="http://schemas.microsoft.com/office/drawing/2014/main" id="{F5501452-1BDD-1FE0-C8F1-3B352CFF0BF2}"/>
                </a:ext>
              </a:extLst>
            </p:cNvPr>
            <p:cNvSpPr/>
            <p:nvPr/>
          </p:nvSpPr>
          <p:spPr>
            <a:xfrm>
              <a:off x="1333290" y="3551629"/>
              <a:ext cx="21303" cy="213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2" name="ellipse_2595">
              <a:extLst>
                <a:ext uri="{FF2B5EF4-FFF2-40B4-BE49-F238E27FC236}">
                  <a16:creationId xmlns:a16="http://schemas.microsoft.com/office/drawing/2014/main" id="{B689CAC9-B49E-D056-865F-DBCDC6407BB0}"/>
                </a:ext>
              </a:extLst>
            </p:cNvPr>
            <p:cNvSpPr/>
            <p:nvPr/>
          </p:nvSpPr>
          <p:spPr>
            <a:xfrm>
              <a:off x="1339812" y="3618696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3" name="ellipse_2596">
              <a:extLst>
                <a:ext uri="{FF2B5EF4-FFF2-40B4-BE49-F238E27FC236}">
                  <a16:creationId xmlns:a16="http://schemas.microsoft.com/office/drawing/2014/main" id="{623EE383-7368-4F4F-77B7-9BB81C56CCA9}"/>
                </a:ext>
              </a:extLst>
            </p:cNvPr>
            <p:cNvSpPr/>
            <p:nvPr/>
          </p:nvSpPr>
          <p:spPr>
            <a:xfrm>
              <a:off x="1322053" y="3616233"/>
              <a:ext cx="19417" cy="1941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4" name="ellipse_2597">
              <a:extLst>
                <a:ext uri="{FF2B5EF4-FFF2-40B4-BE49-F238E27FC236}">
                  <a16:creationId xmlns:a16="http://schemas.microsoft.com/office/drawing/2014/main" id="{E447EE8F-1F62-ACD6-DAE9-1C2F00D4AEC6}"/>
                </a:ext>
              </a:extLst>
            </p:cNvPr>
            <p:cNvSpPr/>
            <p:nvPr/>
          </p:nvSpPr>
          <p:spPr>
            <a:xfrm>
              <a:off x="1442627" y="3702519"/>
              <a:ext cx="16815" cy="1681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5" name="ellipse_2598">
              <a:extLst>
                <a:ext uri="{FF2B5EF4-FFF2-40B4-BE49-F238E27FC236}">
                  <a16:creationId xmlns:a16="http://schemas.microsoft.com/office/drawing/2014/main" id="{F6A6FE15-FE67-E5C2-B08C-4DFD347B2AB5}"/>
                </a:ext>
              </a:extLst>
            </p:cNvPr>
            <p:cNvSpPr/>
            <p:nvPr/>
          </p:nvSpPr>
          <p:spPr>
            <a:xfrm>
              <a:off x="1359926" y="3695336"/>
              <a:ext cx="19088" cy="190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6" name="ellipse_2599">
              <a:extLst>
                <a:ext uri="{FF2B5EF4-FFF2-40B4-BE49-F238E27FC236}">
                  <a16:creationId xmlns:a16="http://schemas.microsoft.com/office/drawing/2014/main" id="{4212EB5E-1B6C-E719-73F0-C69AA398B11E}"/>
                </a:ext>
              </a:extLst>
            </p:cNvPr>
            <p:cNvSpPr/>
            <p:nvPr/>
          </p:nvSpPr>
          <p:spPr>
            <a:xfrm>
              <a:off x="1316114" y="3579850"/>
              <a:ext cx="19778" cy="1977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7" name="ellipse_2600">
              <a:extLst>
                <a:ext uri="{FF2B5EF4-FFF2-40B4-BE49-F238E27FC236}">
                  <a16:creationId xmlns:a16="http://schemas.microsoft.com/office/drawing/2014/main" id="{C6811FE4-62DC-0B7C-E364-E91DE31B2BF4}"/>
                </a:ext>
              </a:extLst>
            </p:cNvPr>
            <p:cNvSpPr/>
            <p:nvPr/>
          </p:nvSpPr>
          <p:spPr>
            <a:xfrm>
              <a:off x="1434798" y="3553542"/>
              <a:ext cx="17285" cy="172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08" name="ellipse_2601">
              <a:extLst>
                <a:ext uri="{FF2B5EF4-FFF2-40B4-BE49-F238E27FC236}">
                  <a16:creationId xmlns:a16="http://schemas.microsoft.com/office/drawing/2014/main" id="{003C594D-862F-FDE8-8E22-E14188BB708C}"/>
                </a:ext>
              </a:extLst>
            </p:cNvPr>
            <p:cNvSpPr/>
            <p:nvPr/>
          </p:nvSpPr>
          <p:spPr>
            <a:xfrm>
              <a:off x="1494855" y="3573622"/>
              <a:ext cx="23632" cy="236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4109" name="TextBox 12177">
            <a:extLst>
              <a:ext uri="{FF2B5EF4-FFF2-40B4-BE49-F238E27FC236}">
                <a16:creationId xmlns:a16="http://schemas.microsoft.com/office/drawing/2014/main" id="{897AA8C8-0D59-EE70-2737-E2CE205B755C}"/>
              </a:ext>
            </a:extLst>
          </p:cNvPr>
          <p:cNvSpPr txBox="1"/>
          <p:nvPr/>
        </p:nvSpPr>
        <p:spPr>
          <a:xfrm>
            <a:off x="1016577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4110" name="Match | Blob contour">
            <a:extLst>
              <a:ext uri="{FF2B5EF4-FFF2-40B4-BE49-F238E27FC236}">
                <a16:creationId xmlns:a16="http://schemas.microsoft.com/office/drawing/2014/main" id="{3563FFB4-36A0-6ED1-99C7-D78EE5250B77}"/>
              </a:ext>
            </a:extLst>
          </p:cNvPr>
          <p:cNvGrpSpPr/>
          <p:nvPr/>
        </p:nvGrpSpPr>
        <p:grpSpPr>
          <a:xfrm>
            <a:off x="1044928" y="3041632"/>
            <a:ext cx="291608" cy="199265"/>
            <a:chOff x="1928706" y="3559489"/>
            <a:chExt cx="227897" cy="155682"/>
          </a:xfrm>
        </p:grpSpPr>
        <p:sp>
          <p:nvSpPr>
            <p:cNvPr id="4111" name="Candidate blob | editable contour">
              <a:extLst>
                <a:ext uri="{FF2B5EF4-FFF2-40B4-BE49-F238E27FC236}">
                  <a16:creationId xmlns:a16="http://schemas.microsoft.com/office/drawing/2014/main" id="{03CF2D6D-5AE5-F7D5-CE7B-6B958D90A79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12" name="ellipse_2612">
              <a:extLst>
                <a:ext uri="{FF2B5EF4-FFF2-40B4-BE49-F238E27FC236}">
                  <a16:creationId xmlns:a16="http://schemas.microsoft.com/office/drawing/2014/main" id="{C72E6C15-D1AD-00C3-B8F9-DA9B6FA30CE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4113" name="Oval 12178">
            <a:extLst>
              <a:ext uri="{FF2B5EF4-FFF2-40B4-BE49-F238E27FC236}">
                <a16:creationId xmlns:a16="http://schemas.microsoft.com/office/drawing/2014/main" id="{C6B518F7-C05F-188A-03B5-B4A7B1424ABD}"/>
              </a:ext>
            </a:extLst>
          </p:cNvPr>
          <p:cNvSpPr/>
          <p:nvPr/>
        </p:nvSpPr>
        <p:spPr>
          <a:xfrm>
            <a:off x="1173722" y="3125064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14" name="Receptor/Density to Base summary">
            <a:extLst>
              <a:ext uri="{FF2B5EF4-FFF2-40B4-BE49-F238E27FC236}">
                <a16:creationId xmlns:a16="http://schemas.microsoft.com/office/drawing/2014/main" id="{B27D0972-383C-C67E-6EF3-EE40E3FA6741}"/>
              </a:ext>
            </a:extLst>
          </p:cNvPr>
          <p:cNvSpPr/>
          <p:nvPr/>
        </p:nvSpPr>
        <p:spPr>
          <a:xfrm>
            <a:off x="1476211" y="2578783"/>
            <a:ext cx="498354" cy="1"/>
          </a:xfrm>
          <a:custGeom>
            <a:avLst/>
            <a:gdLst/>
            <a:ahLst/>
            <a:cxnLst/>
            <a:rect l="0" t="0" r="w" b="h"/>
            <a:pathLst>
              <a:path w="576072" h="1">
                <a:moveTo>
                  <a:pt x="0" y="0"/>
                </a:moveTo>
                <a:lnTo>
                  <a:pt x="576072" y="0"/>
                </a:lnTo>
              </a:path>
            </a:pathLst>
          </a:custGeom>
          <a:noFill/>
          <a:ln w="12700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15" name="TextBox 12186">
            <a:extLst>
              <a:ext uri="{FF2B5EF4-FFF2-40B4-BE49-F238E27FC236}">
                <a16:creationId xmlns:a16="http://schemas.microsoft.com/office/drawing/2014/main" id="{D5264AF5-FFC9-F85D-12B1-7A2362D95611}"/>
              </a:ext>
            </a:extLst>
          </p:cNvPr>
          <p:cNvSpPr txBox="1"/>
          <p:nvPr/>
        </p:nvSpPr>
        <p:spPr>
          <a:xfrm>
            <a:off x="1558387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4116" name="48^3 crop 3D cube">
            <a:extLst>
              <a:ext uri="{FF2B5EF4-FFF2-40B4-BE49-F238E27FC236}">
                <a16:creationId xmlns:a16="http://schemas.microsoft.com/office/drawing/2014/main" id="{A6354316-5445-B2BD-AF74-93E5AFAF7E87}"/>
              </a:ext>
            </a:extLst>
          </p:cNvPr>
          <p:cNvGrpSpPr/>
          <p:nvPr/>
        </p:nvGrpSpPr>
        <p:grpSpPr>
          <a:xfrm>
            <a:off x="1575493" y="2353114"/>
            <a:ext cx="251107" cy="197645"/>
            <a:chOff x="4043880" y="489960"/>
            <a:chExt cx="571680" cy="450000"/>
          </a:xfrm>
        </p:grpSpPr>
        <p:sp>
          <p:nvSpPr>
            <p:cNvPr id="4117" name="asset_2027_0">
              <a:extLst>
                <a:ext uri="{FF2B5EF4-FFF2-40B4-BE49-F238E27FC236}">
                  <a16:creationId xmlns:a16="http://schemas.microsoft.com/office/drawing/2014/main" id="{DFF45789-F9D1-8BAB-C815-D8CA53A3F724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4118" name="asset_2027_1">
              <a:extLst>
                <a:ext uri="{FF2B5EF4-FFF2-40B4-BE49-F238E27FC236}">
                  <a16:creationId xmlns:a16="http://schemas.microsoft.com/office/drawing/2014/main" id="{D9D2D56F-66D6-BA20-214D-BEC81DDB9DC1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4119" name="asset_2027_2">
              <a:extLst>
                <a:ext uri="{FF2B5EF4-FFF2-40B4-BE49-F238E27FC236}">
                  <a16:creationId xmlns:a16="http://schemas.microsoft.com/office/drawing/2014/main" id="{AA95F881-9E7A-117C-57DA-804F464457D1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4120" name="asset_2027_3">
              <a:extLst>
                <a:ext uri="{FF2B5EF4-FFF2-40B4-BE49-F238E27FC236}">
                  <a16:creationId xmlns:a16="http://schemas.microsoft.com/office/drawing/2014/main" id="{E530F259-A57A-8837-339E-5B7088A3F0EB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121" name="asset_2027_4">
              <a:extLst>
                <a:ext uri="{FF2B5EF4-FFF2-40B4-BE49-F238E27FC236}">
                  <a16:creationId xmlns:a16="http://schemas.microsoft.com/office/drawing/2014/main" id="{FAF6079D-9700-B760-47EF-4FCBDDFDB88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122" name="asset_2027_5">
              <a:extLst>
                <a:ext uri="{FF2B5EF4-FFF2-40B4-BE49-F238E27FC236}">
                  <a16:creationId xmlns:a16="http://schemas.microsoft.com/office/drawing/2014/main" id="{92EF58D1-B230-41DF-8AAD-AA1F94FFC7B6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123" name="asset_2027_6">
              <a:extLst>
                <a:ext uri="{FF2B5EF4-FFF2-40B4-BE49-F238E27FC236}">
                  <a16:creationId xmlns:a16="http://schemas.microsoft.com/office/drawing/2014/main" id="{2597DCCA-0994-9301-F8E4-AF56B89B6A0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124" name="asset_2027_7">
              <a:extLst>
                <a:ext uri="{FF2B5EF4-FFF2-40B4-BE49-F238E27FC236}">
                  <a16:creationId xmlns:a16="http://schemas.microsoft.com/office/drawing/2014/main" id="{3A57F0B1-A1ED-9F5E-1B53-357802CFF16D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125" name="asset_2027_8">
              <a:extLst>
                <a:ext uri="{FF2B5EF4-FFF2-40B4-BE49-F238E27FC236}">
                  <a16:creationId xmlns:a16="http://schemas.microsoft.com/office/drawing/2014/main" id="{EACFF15D-B3A6-D1B6-D8BD-EB8E1B8D3CF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126" name="asset_2027_53">
              <a:extLst>
                <a:ext uri="{FF2B5EF4-FFF2-40B4-BE49-F238E27FC236}">
                  <a16:creationId xmlns:a16="http://schemas.microsoft.com/office/drawing/2014/main" id="{D0AA82A8-E781-9762-AB9F-220597720BFA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4127" name="48^3 crop centered blob">
            <a:extLst>
              <a:ext uri="{FF2B5EF4-FFF2-40B4-BE49-F238E27FC236}">
                <a16:creationId xmlns:a16="http://schemas.microsoft.com/office/drawing/2014/main" id="{31B1BBA1-065C-CBA5-D723-7862D7DB73F3}"/>
              </a:ext>
            </a:extLst>
          </p:cNvPr>
          <p:cNvGrpSpPr/>
          <p:nvPr/>
        </p:nvGrpSpPr>
        <p:grpSpPr>
          <a:xfrm>
            <a:off x="1638269" y="2424395"/>
            <a:ext cx="110568" cy="75332"/>
            <a:chOff x="1928706" y="3559489"/>
            <a:chExt cx="227897" cy="155682"/>
          </a:xfrm>
        </p:grpSpPr>
        <p:sp>
          <p:nvSpPr>
            <p:cNvPr id="4128" name="Candidate blob | editable contour">
              <a:extLst>
                <a:ext uri="{FF2B5EF4-FFF2-40B4-BE49-F238E27FC236}">
                  <a16:creationId xmlns:a16="http://schemas.microsoft.com/office/drawing/2014/main" id="{47F5E719-E805-E5A7-5FFE-71994BB96810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29" name="ellipse_2612">
              <a:extLst>
                <a:ext uri="{FF2B5EF4-FFF2-40B4-BE49-F238E27FC236}">
                  <a16:creationId xmlns:a16="http://schemas.microsoft.com/office/drawing/2014/main" id="{6DDD648B-67AA-1666-7E9E-AC4A7E0732A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4130" name="Centroid crosshair X">
            <a:extLst>
              <a:ext uri="{FF2B5EF4-FFF2-40B4-BE49-F238E27FC236}">
                <a16:creationId xmlns:a16="http://schemas.microsoft.com/office/drawing/2014/main" id="{DE6BDDEB-E5FB-8214-5028-6C0AA7CAFA31}"/>
              </a:ext>
            </a:extLst>
          </p:cNvPr>
          <p:cNvSpPr/>
          <p:nvPr/>
        </p:nvSpPr>
        <p:spPr>
          <a:xfrm>
            <a:off x="1664190" y="2462466"/>
            <a:ext cx="58727" cy="0"/>
          </a:xfrm>
          <a:custGeom>
            <a:avLst/>
            <a:gdLst/>
            <a:ahLst/>
            <a:cxnLst/>
            <a:rect l="0" t="0" r="w" b="h"/>
            <a:pathLst>
              <a:path w="76810" h="1">
                <a:moveTo>
                  <a:pt x="0" y="0"/>
                </a:moveTo>
                <a:lnTo>
                  <a:pt x="76810" y="0"/>
                </a:lnTo>
              </a:path>
            </a:pathLst>
          </a:custGeom>
          <a:noFill/>
          <a:ln w="8255" cap="rnd" cmpd="sng" algn="ctr">
            <a:solidFill>
              <a:srgbClr val="1E3A8A"/>
            </a:solidFill>
            <a:prstDash val="sysDot"/>
            <a:round/>
            <a:headEnd type="none" w="med" len="med"/>
            <a:tailEnd type="none" w="med" len="med"/>
          </a:ln>
        </p:spPr>
      </p:sp>
      <p:sp>
        <p:nvSpPr>
          <p:cNvPr id="4131" name="Centroid crosshair Y">
            <a:extLst>
              <a:ext uri="{FF2B5EF4-FFF2-40B4-BE49-F238E27FC236}">
                <a16:creationId xmlns:a16="http://schemas.microsoft.com/office/drawing/2014/main" id="{65F58F47-626C-308B-9C8A-268E38A6D87C}"/>
              </a:ext>
            </a:extLst>
          </p:cNvPr>
          <p:cNvSpPr/>
          <p:nvPr/>
        </p:nvSpPr>
        <p:spPr>
          <a:xfrm>
            <a:off x="1693351" y="2432901"/>
            <a:ext cx="0" cy="58727"/>
          </a:xfrm>
          <a:custGeom>
            <a:avLst/>
            <a:gdLst/>
            <a:ahLst/>
            <a:cxnLst/>
            <a:rect l="0" t="0" r="w" b="h"/>
            <a:pathLst>
              <a:path w="1" h="76810">
                <a:moveTo>
                  <a:pt x="0" y="0"/>
                </a:moveTo>
                <a:lnTo>
                  <a:pt x="0" y="76810"/>
                </a:lnTo>
              </a:path>
            </a:pathLst>
          </a:custGeom>
          <a:noFill/>
          <a:ln w="8255" cap="rnd" cmpd="sng" algn="ctr">
            <a:solidFill>
              <a:srgbClr val="1E3A8A"/>
            </a:solidFill>
            <a:prstDash val="sysDot"/>
            <a:round/>
            <a:headEnd type="none" w="med" len="med"/>
            <a:tailEnd type="none" w="med" len="med"/>
          </a:ln>
        </p:spPr>
      </p:sp>
      <p:sp>
        <p:nvSpPr>
          <p:cNvPr id="4132" name="Blob centroid marker">
            <a:extLst>
              <a:ext uri="{FF2B5EF4-FFF2-40B4-BE49-F238E27FC236}">
                <a16:creationId xmlns:a16="http://schemas.microsoft.com/office/drawing/2014/main" id="{AE301255-BA98-E90E-EF2A-09B66DABC99B}"/>
              </a:ext>
            </a:extLst>
          </p:cNvPr>
          <p:cNvSpPr/>
          <p:nvPr/>
        </p:nvSpPr>
        <p:spPr>
          <a:xfrm>
            <a:off x="1681200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33" name="TextBox 12188">
            <a:extLst>
              <a:ext uri="{FF2B5EF4-FFF2-40B4-BE49-F238E27FC236}">
                <a16:creationId xmlns:a16="http://schemas.microsoft.com/office/drawing/2014/main" id="{F5D5A5CB-6460-A691-E948-43A9CED768CE}"/>
              </a:ext>
            </a:extLst>
          </p:cNvPr>
          <p:cNvSpPr txBox="1"/>
          <p:nvPr/>
        </p:nvSpPr>
        <p:spPr>
          <a:xfrm>
            <a:off x="1517029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4134" name="TextBox 12189">
            <a:extLst>
              <a:ext uri="{FF2B5EF4-FFF2-40B4-BE49-F238E27FC236}">
                <a16:creationId xmlns:a16="http://schemas.microsoft.com/office/drawing/2014/main" id="{5A15DC09-0D95-3AB8-8279-977992A1427E}"/>
              </a:ext>
            </a:extLst>
          </p:cNvPr>
          <p:cNvSpPr txBox="1"/>
          <p:nvPr/>
        </p:nvSpPr>
        <p:spPr>
          <a:xfrm>
            <a:off x="1934248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4135" name="Math | h_j^vox">
            <a:extLst>
              <a:ext uri="{FF2B5EF4-FFF2-40B4-BE49-F238E27FC236}">
                <a16:creationId xmlns:a16="http://schemas.microsoft.com/office/drawing/2014/main" id="{80247DB3-3340-AEE4-398D-91BF622AEFCA}"/>
              </a:ext>
            </a:extLst>
          </p:cNvPr>
          <p:cNvSpPr txBox="1"/>
          <p:nvPr/>
        </p:nvSpPr>
        <p:spPr>
          <a:xfrm>
            <a:off x="2110006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4136" name="Base summary bar_1">
            <a:extLst>
              <a:ext uri="{FF2B5EF4-FFF2-40B4-BE49-F238E27FC236}">
                <a16:creationId xmlns:a16="http://schemas.microsoft.com/office/drawing/2014/main" id="{7BD76FF5-B4B6-6C07-6BEB-FD5EDA8B0801}"/>
              </a:ext>
            </a:extLst>
          </p:cNvPr>
          <p:cNvSpPr/>
          <p:nvPr/>
        </p:nvSpPr>
        <p:spPr>
          <a:xfrm>
            <a:off x="201353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37" name="Base summary bar_2">
            <a:extLst>
              <a:ext uri="{FF2B5EF4-FFF2-40B4-BE49-F238E27FC236}">
                <a16:creationId xmlns:a16="http://schemas.microsoft.com/office/drawing/2014/main" id="{07A9D74A-3116-2846-B2A4-5D5D3C5B4D4A}"/>
              </a:ext>
            </a:extLst>
          </p:cNvPr>
          <p:cNvSpPr/>
          <p:nvPr/>
        </p:nvSpPr>
        <p:spPr>
          <a:xfrm>
            <a:off x="206156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38" name="Base summary bar_3">
            <a:extLst>
              <a:ext uri="{FF2B5EF4-FFF2-40B4-BE49-F238E27FC236}">
                <a16:creationId xmlns:a16="http://schemas.microsoft.com/office/drawing/2014/main" id="{74D75380-3179-7288-17FB-68620C82203A}"/>
              </a:ext>
            </a:extLst>
          </p:cNvPr>
          <p:cNvSpPr/>
          <p:nvPr/>
        </p:nvSpPr>
        <p:spPr>
          <a:xfrm>
            <a:off x="210959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39" name="Base summary bar_4">
            <a:extLst>
              <a:ext uri="{FF2B5EF4-FFF2-40B4-BE49-F238E27FC236}">
                <a16:creationId xmlns:a16="http://schemas.microsoft.com/office/drawing/2014/main" id="{204CB858-4043-9706-F716-8A4A7AB7C38B}"/>
              </a:ext>
            </a:extLst>
          </p:cNvPr>
          <p:cNvSpPr/>
          <p:nvPr/>
        </p:nvSpPr>
        <p:spPr>
          <a:xfrm>
            <a:off x="215761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40" name="Base summary bar_5">
            <a:extLst>
              <a:ext uri="{FF2B5EF4-FFF2-40B4-BE49-F238E27FC236}">
                <a16:creationId xmlns:a16="http://schemas.microsoft.com/office/drawing/2014/main" id="{6500B1A7-394B-B65A-7C05-CF594A7D7F52}"/>
              </a:ext>
            </a:extLst>
          </p:cNvPr>
          <p:cNvSpPr/>
          <p:nvPr/>
        </p:nvSpPr>
        <p:spPr>
          <a:xfrm>
            <a:off x="220564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41" name="Base summary bar_6">
            <a:extLst>
              <a:ext uri="{FF2B5EF4-FFF2-40B4-BE49-F238E27FC236}">
                <a16:creationId xmlns:a16="http://schemas.microsoft.com/office/drawing/2014/main" id="{78A0F63A-9FAB-AA13-6CBD-0E16241FB916}"/>
              </a:ext>
            </a:extLst>
          </p:cNvPr>
          <p:cNvSpPr/>
          <p:nvPr/>
        </p:nvSpPr>
        <p:spPr>
          <a:xfrm>
            <a:off x="225367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42" name="Base summary bar_7">
            <a:extLst>
              <a:ext uri="{FF2B5EF4-FFF2-40B4-BE49-F238E27FC236}">
                <a16:creationId xmlns:a16="http://schemas.microsoft.com/office/drawing/2014/main" id="{438DF4C0-4E7B-EC6D-6333-4299C4977E55}"/>
              </a:ext>
            </a:extLst>
          </p:cNvPr>
          <p:cNvSpPr/>
          <p:nvPr/>
        </p:nvSpPr>
        <p:spPr>
          <a:xfrm>
            <a:off x="230170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43" name="Op | Mean/max pool">
            <a:extLst>
              <a:ext uri="{FF2B5EF4-FFF2-40B4-BE49-F238E27FC236}">
                <a16:creationId xmlns:a16="http://schemas.microsoft.com/office/drawing/2014/main" id="{C5D0A441-AE36-357F-FAE1-A256A398B9A3}"/>
              </a:ext>
            </a:extLst>
          </p:cNvPr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4144" name="Op | Cross-attention">
            <a:extLst>
              <a:ext uri="{FF2B5EF4-FFF2-40B4-BE49-F238E27FC236}">
                <a16:creationId xmlns:a16="http://schemas.microsoft.com/office/drawing/2014/main" id="{C96496CA-3BD3-EAC3-BF83-6C5419C97FA8}"/>
              </a:ext>
            </a:extLst>
          </p:cNvPr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4145" name="TextBox 12200">
            <a:extLst>
              <a:ext uri="{FF2B5EF4-FFF2-40B4-BE49-F238E27FC236}">
                <a16:creationId xmlns:a16="http://schemas.microsoft.com/office/drawing/2014/main" id="{2C69831C-75CE-9EE8-B64C-3F093C1B6A0A}"/>
              </a:ext>
            </a:extLst>
          </p:cNvPr>
          <p:cNvSpPr txBox="1"/>
          <p:nvPr/>
        </p:nvSpPr>
        <p:spPr>
          <a:xfrm>
            <a:off x="1592376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4146" name="Op | FiLM">
            <a:extLst>
              <a:ext uri="{FF2B5EF4-FFF2-40B4-BE49-F238E27FC236}">
                <a16:creationId xmlns:a16="http://schemas.microsoft.com/office/drawing/2014/main" id="{8D5B16DB-DE74-5E6B-A440-35376AE1FBA3}"/>
              </a:ext>
            </a:extLst>
          </p:cNvPr>
          <p:cNvSpPr/>
          <p:nvPr/>
        </p:nvSpPr>
        <p:spPr>
          <a:xfrm>
            <a:off x="2014119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EE9F8"/>
          </a:solidFill>
          <a:ln w="10795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4147" name="hvox Q to Cross-attention">
            <a:extLst>
              <a:ext uri="{FF2B5EF4-FFF2-40B4-BE49-F238E27FC236}">
                <a16:creationId xmlns:a16="http://schemas.microsoft.com/office/drawing/2014/main" id="{E3A0985E-1526-808B-C2C5-E9EBBCDE392D}"/>
              </a:ext>
            </a:extLst>
          </p:cNvPr>
          <p:cNvSpPr/>
          <p:nvPr/>
        </p:nvSpPr>
        <p:spPr>
          <a:xfrm>
            <a:off x="1871730" y="3528028"/>
            <a:ext cx="292684" cy="1"/>
          </a:xfrm>
          <a:custGeom>
            <a:avLst/>
            <a:gdLst/>
            <a:ahLst/>
            <a:cxnLst/>
            <a:rect l="0" t="0" r="w" b="h"/>
            <a:pathLst>
              <a:path w="338328" h="1">
                <a:moveTo>
                  <a:pt x="338328" y="0"/>
                </a:moveTo>
                <a:lnTo>
                  <a:pt x="0" y="0"/>
                </a:lnTo>
              </a:path>
            </a:pathLst>
          </a:custGeom>
          <a:noFill/>
          <a:ln w="10795" cap="rnd" cmpd="sng" algn="ctr">
            <a:solidFill>
              <a:srgbClr val="3B7DB5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48" name="TextBox 12202">
            <a:extLst>
              <a:ext uri="{FF2B5EF4-FFF2-40B4-BE49-F238E27FC236}">
                <a16:creationId xmlns:a16="http://schemas.microsoft.com/office/drawing/2014/main" id="{6950C2F8-FC1F-4D77-2AF8-CBDB107AC964}"/>
              </a:ext>
            </a:extLst>
          </p:cNvPr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4149" name="Op | MLP">
            <a:extLst>
              <a:ext uri="{FF2B5EF4-FFF2-40B4-BE49-F238E27FC236}">
                <a16:creationId xmlns:a16="http://schemas.microsoft.com/office/drawing/2014/main" id="{44FFFC2F-2275-0B76-BA35-57C5A0E00F4F}"/>
              </a:ext>
            </a:extLst>
          </p:cNvPr>
          <p:cNvSpPr/>
          <p:nvPr/>
        </p:nvSpPr>
        <p:spPr>
          <a:xfrm>
            <a:off x="1017387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4150" name="h_j bar_1">
            <a:extLst>
              <a:ext uri="{FF2B5EF4-FFF2-40B4-BE49-F238E27FC236}">
                <a16:creationId xmlns:a16="http://schemas.microsoft.com/office/drawing/2014/main" id="{120A595E-2AF7-1E24-1D50-134595EE0D4A}"/>
              </a:ext>
            </a:extLst>
          </p:cNvPr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51" name="h_j bar_2">
            <a:extLst>
              <a:ext uri="{FF2B5EF4-FFF2-40B4-BE49-F238E27FC236}">
                <a16:creationId xmlns:a16="http://schemas.microsoft.com/office/drawing/2014/main" id="{A3FCD619-8102-993B-B030-B00F5E66274D}"/>
              </a:ext>
            </a:extLst>
          </p:cNvPr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52" name="h_j bar_3">
            <a:extLst>
              <a:ext uri="{FF2B5EF4-FFF2-40B4-BE49-F238E27FC236}">
                <a16:creationId xmlns:a16="http://schemas.microsoft.com/office/drawing/2014/main" id="{40CD2C7E-2731-5490-8772-6000D1EA939F}"/>
              </a:ext>
            </a:extLst>
          </p:cNvPr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53" name="h_j bar_4">
            <a:extLst>
              <a:ext uri="{FF2B5EF4-FFF2-40B4-BE49-F238E27FC236}">
                <a16:creationId xmlns:a16="http://schemas.microsoft.com/office/drawing/2014/main" id="{072548D1-48D8-32B9-13AD-0A2692B168FB}"/>
              </a:ext>
            </a:extLst>
          </p:cNvPr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54" name="h_j bar_5">
            <a:extLst>
              <a:ext uri="{FF2B5EF4-FFF2-40B4-BE49-F238E27FC236}">
                <a16:creationId xmlns:a16="http://schemas.microsoft.com/office/drawing/2014/main" id="{8F4279A5-519C-416D-04A4-F3AB2C0D7969}"/>
              </a:ext>
            </a:extLst>
          </p:cNvPr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55" name="h_j bar_6">
            <a:extLst>
              <a:ext uri="{FF2B5EF4-FFF2-40B4-BE49-F238E27FC236}">
                <a16:creationId xmlns:a16="http://schemas.microsoft.com/office/drawing/2014/main" id="{B7E1DEC4-2854-7A98-8B10-13478CDAB3CC}"/>
              </a:ext>
            </a:extLst>
          </p:cNvPr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56" name="h_j bar_7">
            <a:extLst>
              <a:ext uri="{FF2B5EF4-FFF2-40B4-BE49-F238E27FC236}">
                <a16:creationId xmlns:a16="http://schemas.microsoft.com/office/drawing/2014/main" id="{74B41AFB-7880-5D4F-D71A-31258627F4CC}"/>
              </a:ext>
            </a:extLst>
          </p:cNvPr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57" name="Math | h_j^">
            <a:extLst>
              <a:ext uri="{FF2B5EF4-FFF2-40B4-BE49-F238E27FC236}">
                <a16:creationId xmlns:a16="http://schemas.microsoft.com/office/drawing/2014/main" id="{E8944D3C-00F9-CFF7-9C13-AD94DAB89683}"/>
              </a:ext>
            </a:extLst>
          </p:cNvPr>
          <p:cNvSpPr txBox="1"/>
          <p:nvPr/>
        </p:nvSpPr>
        <p:spPr>
          <a:xfrm>
            <a:off x="1883926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4158" name="Op | Foreground head">
            <a:extLst>
              <a:ext uri="{FF2B5EF4-FFF2-40B4-BE49-F238E27FC236}">
                <a16:creationId xmlns:a16="http://schemas.microsoft.com/office/drawing/2014/main" id="{AEFE1935-5C48-5707-62A7-62D15A93323B}"/>
              </a:ext>
            </a:extLst>
          </p:cNvPr>
          <p:cNvSpPr/>
          <p:nvPr/>
        </p:nvSpPr>
        <p:spPr>
          <a:xfrm>
            <a:off x="613980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4159" name="h_j to Foreground head">
            <a:extLst>
              <a:ext uri="{FF2B5EF4-FFF2-40B4-BE49-F238E27FC236}">
                <a16:creationId xmlns:a16="http://schemas.microsoft.com/office/drawing/2014/main" id="{55569C8E-1E3A-656A-27AC-959B2D5BB686}"/>
              </a:ext>
            </a:extLst>
          </p:cNvPr>
          <p:cNvSpPr/>
          <p:nvPr/>
        </p:nvSpPr>
        <p:spPr>
          <a:xfrm>
            <a:off x="969947" y="3996556"/>
            <a:ext cx="1194467" cy="183730"/>
          </a:xfrm>
          <a:custGeom>
            <a:avLst/>
            <a:gdLst/>
            <a:ahLst/>
            <a:cxnLst/>
            <a:rect l="0" t="0" r="w" b="h"/>
            <a:pathLst>
              <a:path w="1389888" h="128016">
                <a:moveTo>
                  <a:pt x="1389888" y="0"/>
                </a:moveTo>
                <a:lnTo>
                  <a:pt x="1389888" y="64008"/>
                </a:lnTo>
                <a:lnTo>
                  <a:pt x="0" y="64008"/>
                </a:ln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60" name="Foreground head to p_j^fg">
            <a:extLst>
              <a:ext uri="{FF2B5EF4-FFF2-40B4-BE49-F238E27FC236}">
                <a16:creationId xmlns:a16="http://schemas.microsoft.com/office/drawing/2014/main" id="{715C9A9B-162F-BA90-B11A-768A8A23A797}"/>
              </a:ext>
            </a:extLst>
          </p:cNvPr>
          <p:cNvSpPr/>
          <p:nvPr/>
        </p:nvSpPr>
        <p:spPr>
          <a:xfrm>
            <a:off x="1310093" y="4239962"/>
            <a:ext cx="269450" cy="45719"/>
          </a:xfrm>
          <a:custGeom>
            <a:avLst/>
            <a:gdLst/>
            <a:ahLst/>
            <a:cxnLst/>
            <a:rect l="0" t="0" r="w" b="h"/>
            <a:pathLst>
              <a:path w="201168" h="1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61" name="Math | p_j^fg">
            <a:extLst>
              <a:ext uri="{FF2B5EF4-FFF2-40B4-BE49-F238E27FC236}">
                <a16:creationId xmlns:a16="http://schemas.microsoft.com/office/drawing/2014/main" id="{9025CB42-0C9D-28DB-2488-48D724814E0B}"/>
              </a:ext>
            </a:extLst>
          </p:cNvPr>
          <p:cNvSpPr txBox="1"/>
          <p:nvPr/>
        </p:nvSpPr>
        <p:spPr>
          <a:xfrm>
            <a:off x="1615425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5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4162" name="TextBox 12215">
            <a:extLst>
              <a:ext uri="{FF2B5EF4-FFF2-40B4-BE49-F238E27FC236}">
                <a16:creationId xmlns:a16="http://schemas.microsoft.com/office/drawing/2014/main" id="{0D6E32A5-44E5-E8DB-E6E4-BDEEB495C443}"/>
              </a:ext>
            </a:extLst>
          </p:cNvPr>
          <p:cNvSpPr txBox="1"/>
          <p:nvPr/>
        </p:nvSpPr>
        <p:spPr>
          <a:xfrm>
            <a:off x="1346687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4163" name="TextBox 12216">
            <a:extLst>
              <a:ext uri="{FF2B5EF4-FFF2-40B4-BE49-F238E27FC236}">
                <a16:creationId xmlns:a16="http://schemas.microsoft.com/office/drawing/2014/main" id="{97820B90-CB58-2BA0-BC1D-A98F971AD263}"/>
              </a:ext>
            </a:extLst>
          </p:cNvPr>
          <p:cNvSpPr txBox="1"/>
          <p:nvPr/>
        </p:nvSpPr>
        <p:spPr>
          <a:xfrm>
            <a:off x="2883480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4164" name="Identity | SMILES list card">
            <a:extLst>
              <a:ext uri="{FF2B5EF4-FFF2-40B4-BE49-F238E27FC236}">
                <a16:creationId xmlns:a16="http://schemas.microsoft.com/office/drawing/2014/main" id="{D54D581F-796A-D260-77C0-7E4C66F6EA28}"/>
              </a:ext>
            </a:extLst>
          </p:cNvPr>
          <p:cNvSpPr/>
          <p:nvPr/>
        </p:nvSpPr>
        <p:spPr>
          <a:xfrm>
            <a:off x="3062150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65" name="TextBox 12218">
            <a:extLst>
              <a:ext uri="{FF2B5EF4-FFF2-40B4-BE49-F238E27FC236}">
                <a16:creationId xmlns:a16="http://schemas.microsoft.com/office/drawing/2014/main" id="{41630534-4F4B-F94E-7E8A-6505E3D7789E}"/>
              </a:ext>
            </a:extLst>
          </p:cNvPr>
          <p:cNvSpPr txBox="1"/>
          <p:nvPr/>
        </p:nvSpPr>
        <p:spPr>
          <a:xfrm>
            <a:off x="3117523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4166" name="TextBox 12219">
            <a:extLst>
              <a:ext uri="{FF2B5EF4-FFF2-40B4-BE49-F238E27FC236}">
                <a16:creationId xmlns:a16="http://schemas.microsoft.com/office/drawing/2014/main" id="{80DF77A2-3CE8-636F-56F7-6AE643BD3337}"/>
              </a:ext>
            </a:extLst>
          </p:cNvPr>
          <p:cNvSpPr txBox="1"/>
          <p:nvPr/>
        </p:nvSpPr>
        <p:spPr>
          <a:xfrm>
            <a:off x="3117523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4167" name="TextBox 12220">
            <a:extLst>
              <a:ext uri="{FF2B5EF4-FFF2-40B4-BE49-F238E27FC236}">
                <a16:creationId xmlns:a16="http://schemas.microsoft.com/office/drawing/2014/main" id="{30D0FB5A-6AD7-D95E-FFDC-B123E3FBFA31}"/>
              </a:ext>
            </a:extLst>
          </p:cNvPr>
          <p:cNvSpPr txBox="1"/>
          <p:nvPr/>
        </p:nvSpPr>
        <p:spPr>
          <a:xfrm>
            <a:off x="3251999" y="2496922"/>
            <a:ext cx="316415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···</a:t>
            </a:r>
          </a:p>
        </p:txBody>
      </p:sp>
      <p:sp>
        <p:nvSpPr>
          <p:cNvPr id="4168" name="Identity | Selected k pill">
            <a:extLst>
              <a:ext uri="{FF2B5EF4-FFF2-40B4-BE49-F238E27FC236}">
                <a16:creationId xmlns:a16="http://schemas.microsoft.com/office/drawing/2014/main" id="{1F59E993-B078-FFE9-E622-1005AE984CF7}"/>
              </a:ext>
            </a:extLst>
          </p:cNvPr>
          <p:cNvSpPr/>
          <p:nvPr/>
        </p:nvSpPr>
        <p:spPr>
          <a:xfrm>
            <a:off x="3093792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169" name="TextBox 12222">
            <a:extLst>
              <a:ext uri="{FF2B5EF4-FFF2-40B4-BE49-F238E27FC236}">
                <a16:creationId xmlns:a16="http://schemas.microsoft.com/office/drawing/2014/main" id="{551ECAEC-CAE5-5D1A-203A-1F571ECCEA13}"/>
              </a:ext>
            </a:extLst>
          </p:cNvPr>
          <p:cNvSpPr txBox="1"/>
          <p:nvPr/>
        </p:nvSpPr>
        <p:spPr>
          <a:xfrm>
            <a:off x="3125433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4170" name="TextBox 12223">
            <a:extLst>
              <a:ext uri="{FF2B5EF4-FFF2-40B4-BE49-F238E27FC236}">
                <a16:creationId xmlns:a16="http://schemas.microsoft.com/office/drawing/2014/main" id="{BC0B07FC-24CF-F39F-C15C-D7DD9E6BEDBF}"/>
              </a:ext>
            </a:extLst>
          </p:cNvPr>
          <p:cNvSpPr txBox="1"/>
          <p:nvPr/>
        </p:nvSpPr>
        <p:spPr>
          <a:xfrm>
            <a:off x="3251999" y="2674071"/>
            <a:ext cx="316415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···</a:t>
            </a:r>
          </a:p>
        </p:txBody>
      </p:sp>
      <p:sp>
        <p:nvSpPr>
          <p:cNvPr id="4171" name="TextBox 12224">
            <a:extLst>
              <a:ext uri="{FF2B5EF4-FFF2-40B4-BE49-F238E27FC236}">
                <a16:creationId xmlns:a16="http://schemas.microsoft.com/office/drawing/2014/main" id="{BC8DB2E9-CD5C-B73B-E73C-B0DB69A431AA}"/>
              </a:ext>
            </a:extLst>
          </p:cNvPr>
          <p:cNvSpPr txBox="1"/>
          <p:nvPr/>
        </p:nvSpPr>
        <p:spPr>
          <a:xfrm>
            <a:off x="3117523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4172" name="SMILES k to Own graph">
            <a:extLst>
              <a:ext uri="{FF2B5EF4-FFF2-40B4-BE49-F238E27FC236}">
                <a16:creationId xmlns:a16="http://schemas.microsoft.com/office/drawing/2014/main" id="{A402161F-6231-DAF9-2B30-E9D44BE47651}"/>
              </a:ext>
            </a:extLst>
          </p:cNvPr>
          <p:cNvSpPr/>
          <p:nvPr/>
        </p:nvSpPr>
        <p:spPr>
          <a:xfrm>
            <a:off x="2816930" y="2608447"/>
            <a:ext cx="276862" cy="263020"/>
          </a:xfrm>
          <a:custGeom>
            <a:avLst/>
            <a:gdLst/>
            <a:ahLst/>
            <a:cxnLst/>
            <a:rect l="0" t="0" r="w" b="h"/>
            <a:pathLst>
              <a:path w="320040" h="251460">
                <a:moveTo>
                  <a:pt x="320040" y="0"/>
                </a:moveTo>
                <a:lnTo>
                  <a:pt x="0" y="0"/>
                </a:lnTo>
                <a:lnTo>
                  <a:pt x="0" y="25146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73" name="TextBox 12225">
            <a:extLst>
              <a:ext uri="{FF2B5EF4-FFF2-40B4-BE49-F238E27FC236}">
                <a16:creationId xmlns:a16="http://schemas.microsoft.com/office/drawing/2014/main" id="{B4ADB74D-19D3-BC5B-4B6C-2A91B266154C}"/>
              </a:ext>
            </a:extLst>
          </p:cNvPr>
          <p:cNvSpPr txBox="1"/>
          <p:nvPr/>
        </p:nvSpPr>
        <p:spPr>
          <a:xfrm>
            <a:off x="2598297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4174" name="Identity | Own molecular graph">
            <a:extLst>
              <a:ext uri="{FF2B5EF4-FFF2-40B4-BE49-F238E27FC236}">
                <a16:creationId xmlns:a16="http://schemas.microsoft.com/office/drawing/2014/main" id="{0AC365E4-3F9A-01C5-A975-F7CEB187CAFC}"/>
              </a:ext>
            </a:extLst>
          </p:cNvPr>
          <p:cNvGrpSpPr/>
          <p:nvPr/>
        </p:nvGrpSpPr>
        <p:grpSpPr>
          <a:xfrm>
            <a:off x="2674542" y="2888431"/>
            <a:ext cx="284773" cy="171742"/>
            <a:chOff x="3366271" y="3721905"/>
            <a:chExt cx="311024" cy="187573"/>
          </a:xfrm>
        </p:grpSpPr>
        <p:cxnSp>
          <p:nvCxnSpPr>
            <p:cNvPr id="4175" name="path_2698">
              <a:extLst>
                <a:ext uri="{FF2B5EF4-FFF2-40B4-BE49-F238E27FC236}">
                  <a16:creationId xmlns:a16="http://schemas.microsoft.com/office/drawing/2014/main" id="{2E2CF4CE-3618-A4DE-86B4-EE833188FBCC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176" name="path_2699">
              <a:extLst>
                <a:ext uri="{FF2B5EF4-FFF2-40B4-BE49-F238E27FC236}">
                  <a16:creationId xmlns:a16="http://schemas.microsoft.com/office/drawing/2014/main" id="{9DAB375C-AF63-DA4A-C929-CF3466D5983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177" name="path_2700">
              <a:extLst>
                <a:ext uri="{FF2B5EF4-FFF2-40B4-BE49-F238E27FC236}">
                  <a16:creationId xmlns:a16="http://schemas.microsoft.com/office/drawing/2014/main" id="{4D4D5F7B-5D1A-5F6C-229F-6AD2F70032F9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178" name="path_2701">
              <a:extLst>
                <a:ext uri="{FF2B5EF4-FFF2-40B4-BE49-F238E27FC236}">
                  <a16:creationId xmlns:a16="http://schemas.microsoft.com/office/drawing/2014/main" id="{C214CEDC-612D-DA68-1DD8-3BC613C71B0B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179" name="path_2702">
              <a:extLst>
                <a:ext uri="{FF2B5EF4-FFF2-40B4-BE49-F238E27FC236}">
                  <a16:creationId xmlns:a16="http://schemas.microsoft.com/office/drawing/2014/main" id="{DCF55E81-6A51-405F-ABCA-C965B0315976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180" name="path_2703">
              <a:extLst>
                <a:ext uri="{FF2B5EF4-FFF2-40B4-BE49-F238E27FC236}">
                  <a16:creationId xmlns:a16="http://schemas.microsoft.com/office/drawing/2014/main" id="{B9588688-0476-EC3F-D991-13E94530CDA5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181" name="path_2704">
              <a:extLst>
                <a:ext uri="{FF2B5EF4-FFF2-40B4-BE49-F238E27FC236}">
                  <a16:creationId xmlns:a16="http://schemas.microsoft.com/office/drawing/2014/main" id="{9407B93E-3B48-8192-681C-D8A843B1BB4B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82" name="ellipse_2705">
              <a:extLst>
                <a:ext uri="{FF2B5EF4-FFF2-40B4-BE49-F238E27FC236}">
                  <a16:creationId xmlns:a16="http://schemas.microsoft.com/office/drawing/2014/main" id="{E373A46C-9DD8-5A4A-025E-1424703D955E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3" name="ellipse_2706">
              <a:extLst>
                <a:ext uri="{FF2B5EF4-FFF2-40B4-BE49-F238E27FC236}">
                  <a16:creationId xmlns:a16="http://schemas.microsoft.com/office/drawing/2014/main" id="{E6477749-4FD6-145A-212C-604891B9ACA4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4" name="ellipse_2707">
              <a:extLst>
                <a:ext uri="{FF2B5EF4-FFF2-40B4-BE49-F238E27FC236}">
                  <a16:creationId xmlns:a16="http://schemas.microsoft.com/office/drawing/2014/main" id="{076C0B08-6A0F-F83B-F71E-52EAE0DFA85C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5" name="ellipse_2708">
              <a:extLst>
                <a:ext uri="{FF2B5EF4-FFF2-40B4-BE49-F238E27FC236}">
                  <a16:creationId xmlns:a16="http://schemas.microsoft.com/office/drawing/2014/main" id="{410F0112-E3B9-7917-D12B-73F594CE5F93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6" name="ellipse_2709">
              <a:extLst>
                <a:ext uri="{FF2B5EF4-FFF2-40B4-BE49-F238E27FC236}">
                  <a16:creationId xmlns:a16="http://schemas.microsoft.com/office/drawing/2014/main" id="{A8CBD6FA-AE08-C1A3-ED1E-11EF0E22D465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7" name="ellipse_2710">
              <a:extLst>
                <a:ext uri="{FF2B5EF4-FFF2-40B4-BE49-F238E27FC236}">
                  <a16:creationId xmlns:a16="http://schemas.microsoft.com/office/drawing/2014/main" id="{4EAA5D9A-63EC-F3F0-ADB4-77F36B1FF29D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188" name="ellipse_2711">
              <a:extLst>
                <a:ext uri="{FF2B5EF4-FFF2-40B4-BE49-F238E27FC236}">
                  <a16:creationId xmlns:a16="http://schemas.microsoft.com/office/drawing/2014/main" id="{DFD977AE-7A55-72E9-3D96-0828028261AA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4189" name="TextBox 12226">
            <a:extLst>
              <a:ext uri="{FF2B5EF4-FFF2-40B4-BE49-F238E27FC236}">
                <a16:creationId xmlns:a16="http://schemas.microsoft.com/office/drawing/2014/main" id="{769DD36E-EFAE-EF9B-6A3E-8B10304E398F}"/>
              </a:ext>
            </a:extLst>
          </p:cNvPr>
          <p:cNvSpPr txBox="1"/>
          <p:nvPr/>
        </p:nvSpPr>
        <p:spPr>
          <a:xfrm>
            <a:off x="2648613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4190" name="Own graph to GNN">
            <a:extLst>
              <a:ext uri="{FF2B5EF4-FFF2-40B4-BE49-F238E27FC236}">
                <a16:creationId xmlns:a16="http://schemas.microsoft.com/office/drawing/2014/main" id="{1DEE0532-99B0-A296-F762-23DCE214420D}"/>
              </a:ext>
            </a:extLst>
          </p:cNvPr>
          <p:cNvSpPr/>
          <p:nvPr/>
        </p:nvSpPr>
        <p:spPr>
          <a:xfrm>
            <a:off x="2816929" y="3164150"/>
            <a:ext cx="1" cy="71193"/>
          </a:xfrm>
          <a:custGeom>
            <a:avLst/>
            <a:gdLst/>
            <a:ahLst/>
            <a:cxnLst/>
            <a:rect l="0" t="0" r="w" b="h"/>
            <a:pathLst>
              <a:path w="1" h="82296">
                <a:moveTo>
                  <a:pt x="0" y="0"/>
                </a:moveTo>
                <a:lnTo>
                  <a:pt x="0" y="8229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91" name="Op | GNN">
            <a:extLst>
              <a:ext uri="{FF2B5EF4-FFF2-40B4-BE49-F238E27FC236}">
                <a16:creationId xmlns:a16="http://schemas.microsoft.com/office/drawing/2014/main" id="{FBD15FB7-44C7-C106-6AB1-AD362074C1FF}"/>
              </a:ext>
            </a:extLst>
          </p:cNvPr>
          <p:cNvSpPr/>
          <p:nvPr/>
        </p:nvSpPr>
        <p:spPr>
          <a:xfrm>
            <a:off x="2634990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4192" name="GNN to Graph attention">
            <a:extLst>
              <a:ext uri="{FF2B5EF4-FFF2-40B4-BE49-F238E27FC236}">
                <a16:creationId xmlns:a16="http://schemas.microsoft.com/office/drawing/2014/main" id="{FD7BA6BF-D734-CEF9-865A-8E937135EB22}"/>
              </a:ext>
            </a:extLst>
          </p:cNvPr>
          <p:cNvSpPr/>
          <p:nvPr/>
        </p:nvSpPr>
        <p:spPr>
          <a:xfrm>
            <a:off x="2816929" y="3377730"/>
            <a:ext cx="1" cy="118656"/>
          </a:xfrm>
          <a:custGeom>
            <a:avLst/>
            <a:gdLst/>
            <a:ahLst/>
            <a:cxnLst/>
            <a:rect l="0" t="0" r="w" b="h"/>
            <a:pathLst>
              <a:path w="1" h="137160">
                <a:moveTo>
                  <a:pt x="0" y="0"/>
                </a:moveTo>
                <a:lnTo>
                  <a:pt x="0" y="13716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93" name="TextBox 12228">
            <a:extLst>
              <a:ext uri="{FF2B5EF4-FFF2-40B4-BE49-F238E27FC236}">
                <a16:creationId xmlns:a16="http://schemas.microsoft.com/office/drawing/2014/main" id="{7206132F-0BA2-09F1-98BD-A15E6878FDAC}"/>
              </a:ext>
            </a:extLst>
          </p:cNvPr>
          <p:cNvSpPr txBox="1"/>
          <p:nvPr/>
        </p:nvSpPr>
        <p:spPr>
          <a:xfrm>
            <a:off x="2848570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4194" name="Op | Graph attention">
            <a:extLst>
              <a:ext uri="{FF2B5EF4-FFF2-40B4-BE49-F238E27FC236}">
                <a16:creationId xmlns:a16="http://schemas.microsoft.com/office/drawing/2014/main" id="{9936433E-79FD-7225-C0AB-995074262355}"/>
              </a:ext>
            </a:extLst>
          </p:cNvPr>
          <p:cNvSpPr/>
          <p:nvPr/>
        </p:nvSpPr>
        <p:spPr>
          <a:xfrm>
            <a:off x="2508424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4196" name="Op | SMI-TED">
            <a:extLst>
              <a:ext uri="{FF2B5EF4-FFF2-40B4-BE49-F238E27FC236}">
                <a16:creationId xmlns:a16="http://schemas.microsoft.com/office/drawing/2014/main" id="{CDDF5217-9EF2-37CA-0BD7-BE12B5479D0A}"/>
              </a:ext>
            </a:extLst>
          </p:cNvPr>
          <p:cNvSpPr/>
          <p:nvPr/>
        </p:nvSpPr>
        <p:spPr>
          <a:xfrm>
            <a:off x="3270973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4198" name="SMI-TED to Language vector">
            <a:extLst>
              <a:ext uri="{FF2B5EF4-FFF2-40B4-BE49-F238E27FC236}">
                <a16:creationId xmlns:a16="http://schemas.microsoft.com/office/drawing/2014/main" id="{C3D86057-22AC-597F-D248-74191DCC3215}"/>
              </a:ext>
            </a:extLst>
          </p:cNvPr>
          <p:cNvSpPr/>
          <p:nvPr/>
        </p:nvSpPr>
        <p:spPr>
          <a:xfrm flipH="1">
            <a:off x="3440319" y="3113479"/>
            <a:ext cx="45719" cy="426555"/>
          </a:xfrm>
          <a:custGeom>
            <a:avLst/>
            <a:gdLst/>
            <a:ahLst/>
            <a:cxnLst/>
            <a:rect l="0" t="0" r="w" b="h"/>
            <a:pathLst>
              <a:path w="1" h="452628">
                <a:moveTo>
                  <a:pt x="0" y="0"/>
                </a:moveTo>
                <a:lnTo>
                  <a:pt x="0" y="452628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199" name="Language vector v_k_1">
            <a:extLst>
              <a:ext uri="{FF2B5EF4-FFF2-40B4-BE49-F238E27FC236}">
                <a16:creationId xmlns:a16="http://schemas.microsoft.com/office/drawing/2014/main" id="{99D41605-092F-BDCE-D1C0-6E3AA2A8F593}"/>
              </a:ext>
            </a:extLst>
          </p:cNvPr>
          <p:cNvSpPr/>
          <p:nvPr/>
        </p:nvSpPr>
        <p:spPr>
          <a:xfrm>
            <a:off x="333901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00" name="Language vector v_k_2">
            <a:extLst>
              <a:ext uri="{FF2B5EF4-FFF2-40B4-BE49-F238E27FC236}">
                <a16:creationId xmlns:a16="http://schemas.microsoft.com/office/drawing/2014/main" id="{D5BCB644-3F2D-2063-9BDF-1B8C921DD836}"/>
              </a:ext>
            </a:extLst>
          </p:cNvPr>
          <p:cNvSpPr/>
          <p:nvPr/>
        </p:nvSpPr>
        <p:spPr>
          <a:xfrm>
            <a:off x="338026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01" name="Language vector v_k_3">
            <a:extLst>
              <a:ext uri="{FF2B5EF4-FFF2-40B4-BE49-F238E27FC236}">
                <a16:creationId xmlns:a16="http://schemas.microsoft.com/office/drawing/2014/main" id="{54908D9B-E228-2042-040F-6AA295A3EE0C}"/>
              </a:ext>
            </a:extLst>
          </p:cNvPr>
          <p:cNvSpPr/>
          <p:nvPr/>
        </p:nvSpPr>
        <p:spPr>
          <a:xfrm>
            <a:off x="342150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02" name="Language vector v_k_4">
            <a:extLst>
              <a:ext uri="{FF2B5EF4-FFF2-40B4-BE49-F238E27FC236}">
                <a16:creationId xmlns:a16="http://schemas.microsoft.com/office/drawing/2014/main" id="{D3C6D67A-D60B-67A3-5699-530DBED8DF5D}"/>
              </a:ext>
            </a:extLst>
          </p:cNvPr>
          <p:cNvSpPr/>
          <p:nvPr/>
        </p:nvSpPr>
        <p:spPr>
          <a:xfrm>
            <a:off x="3462755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03" name="Language vector v_k_5">
            <a:extLst>
              <a:ext uri="{FF2B5EF4-FFF2-40B4-BE49-F238E27FC236}">
                <a16:creationId xmlns:a16="http://schemas.microsoft.com/office/drawing/2014/main" id="{AA9804D0-0A93-42C6-C8C1-ABF334D6A87B}"/>
              </a:ext>
            </a:extLst>
          </p:cNvPr>
          <p:cNvSpPr/>
          <p:nvPr/>
        </p:nvSpPr>
        <p:spPr>
          <a:xfrm>
            <a:off x="3504002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04" name="Language vector v_k_6">
            <a:extLst>
              <a:ext uri="{FF2B5EF4-FFF2-40B4-BE49-F238E27FC236}">
                <a16:creationId xmlns:a16="http://schemas.microsoft.com/office/drawing/2014/main" id="{BCE7A904-91E6-678D-56F0-904D6475EFC7}"/>
              </a:ext>
            </a:extLst>
          </p:cNvPr>
          <p:cNvSpPr/>
          <p:nvPr/>
        </p:nvSpPr>
        <p:spPr>
          <a:xfrm>
            <a:off x="3545249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05" name="Language vector v_k_7">
            <a:extLst>
              <a:ext uri="{FF2B5EF4-FFF2-40B4-BE49-F238E27FC236}">
                <a16:creationId xmlns:a16="http://schemas.microsoft.com/office/drawing/2014/main" id="{09DD1EAA-0479-454F-73DF-30B089F76F09}"/>
              </a:ext>
            </a:extLst>
          </p:cNvPr>
          <p:cNvSpPr/>
          <p:nvPr/>
        </p:nvSpPr>
        <p:spPr>
          <a:xfrm>
            <a:off x="3586496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06" name="Language vector Q to Graph attention">
            <a:extLst>
              <a:ext uri="{FF2B5EF4-FFF2-40B4-BE49-F238E27FC236}">
                <a16:creationId xmlns:a16="http://schemas.microsoft.com/office/drawing/2014/main" id="{808F76D0-F774-95FC-0016-1FB4E26A7313}"/>
              </a:ext>
            </a:extLst>
          </p:cNvPr>
          <p:cNvSpPr/>
          <p:nvPr/>
        </p:nvSpPr>
        <p:spPr>
          <a:xfrm>
            <a:off x="3125433" y="3575490"/>
            <a:ext cx="205670" cy="1"/>
          </a:xfrm>
          <a:custGeom>
            <a:avLst/>
            <a:gdLst/>
            <a:ahLst/>
            <a:cxnLst/>
            <a:rect l="0" t="0" r="w" b="h"/>
            <a:pathLst>
              <a:path w="237744" h="1">
                <a:moveTo>
                  <a:pt x="237744" y="0"/>
                </a:moveTo>
                <a:lnTo>
                  <a:pt x="0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07" name="TextBox 12239">
            <a:extLst>
              <a:ext uri="{FF2B5EF4-FFF2-40B4-BE49-F238E27FC236}">
                <a16:creationId xmlns:a16="http://schemas.microsoft.com/office/drawing/2014/main" id="{7DBE1DF3-D5A5-95E3-DEDC-30DD8B00107F}"/>
              </a:ext>
            </a:extLst>
          </p:cNvPr>
          <p:cNvSpPr txBox="1"/>
          <p:nvPr/>
        </p:nvSpPr>
        <p:spPr>
          <a:xfrm>
            <a:off x="3164985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4208" name="Language vector Q to Context attention">
            <a:extLst>
              <a:ext uri="{FF2B5EF4-FFF2-40B4-BE49-F238E27FC236}">
                <a16:creationId xmlns:a16="http://schemas.microsoft.com/office/drawing/2014/main" id="{DCA906A8-E475-C6D9-EC4B-D42BEEDBF793}"/>
              </a:ext>
            </a:extLst>
          </p:cNvPr>
          <p:cNvSpPr/>
          <p:nvPr/>
        </p:nvSpPr>
        <p:spPr>
          <a:xfrm>
            <a:off x="3631697" y="3575490"/>
            <a:ext cx="205670" cy="1"/>
          </a:xfrm>
          <a:custGeom>
            <a:avLst/>
            <a:gdLst/>
            <a:ahLst/>
            <a:cxnLst/>
            <a:rect l="0" t="0" r="w" b="h"/>
            <a:pathLst>
              <a:path w="237744" h="1">
                <a:moveTo>
                  <a:pt x="0" y="0"/>
                </a:moveTo>
                <a:lnTo>
                  <a:pt x="237744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09" name="TextBox 12240">
            <a:extLst>
              <a:ext uri="{FF2B5EF4-FFF2-40B4-BE49-F238E27FC236}">
                <a16:creationId xmlns:a16="http://schemas.microsoft.com/office/drawing/2014/main" id="{9396C919-45C5-359A-CF47-8979914610D7}"/>
              </a:ext>
            </a:extLst>
          </p:cNvPr>
          <p:cNvSpPr txBox="1"/>
          <p:nvPr/>
        </p:nvSpPr>
        <p:spPr>
          <a:xfrm>
            <a:off x="3671249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4210" name="Language vector to Fusion">
            <a:extLst>
              <a:ext uri="{FF2B5EF4-FFF2-40B4-BE49-F238E27FC236}">
                <a16:creationId xmlns:a16="http://schemas.microsoft.com/office/drawing/2014/main" id="{2E1013EF-1E11-B33E-2A76-FFB19D1174A1}"/>
              </a:ext>
            </a:extLst>
          </p:cNvPr>
          <p:cNvSpPr/>
          <p:nvPr/>
        </p:nvSpPr>
        <p:spPr>
          <a:xfrm>
            <a:off x="3481400" y="3607131"/>
            <a:ext cx="1" cy="126566"/>
          </a:xfrm>
          <a:custGeom>
            <a:avLst/>
            <a:gdLst/>
            <a:ahLst/>
            <a:cxnLst/>
            <a:rect l="0" t="0" r="w" b="h"/>
            <a:pathLst>
              <a:path w="1" h="146304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11" name="Other identities to SMI-TED">
            <a:extLst>
              <a:ext uri="{FF2B5EF4-FFF2-40B4-BE49-F238E27FC236}">
                <a16:creationId xmlns:a16="http://schemas.microsoft.com/office/drawing/2014/main" id="{172D0D4B-FD57-A819-41DA-BF15695AB441}"/>
              </a:ext>
            </a:extLst>
          </p:cNvPr>
          <p:cNvSpPr/>
          <p:nvPr/>
        </p:nvSpPr>
        <p:spPr>
          <a:xfrm>
            <a:off x="3898534" y="2373143"/>
            <a:ext cx="256632" cy="592307"/>
          </a:xfrm>
          <a:custGeom>
            <a:avLst/>
            <a:gdLst/>
            <a:ahLst/>
            <a:cxnLst/>
            <a:rect l="0" t="0" r="w" b="h"/>
            <a:pathLst>
              <a:path w="301752" h="576072">
                <a:moveTo>
                  <a:pt x="0" y="0"/>
                </a:moveTo>
                <a:lnTo>
                  <a:pt x="301752" y="0"/>
                </a:lnTo>
                <a:lnTo>
                  <a:pt x="301752" y="576072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12" name="Other identities K tap">
            <a:extLst>
              <a:ext uri="{FF2B5EF4-FFF2-40B4-BE49-F238E27FC236}">
                <a16:creationId xmlns:a16="http://schemas.microsoft.com/office/drawing/2014/main" id="{F7735BED-0E16-0E5E-7D03-73D92F711690}"/>
              </a:ext>
            </a:extLst>
          </p:cNvPr>
          <p:cNvSpPr/>
          <p:nvPr/>
        </p:nvSpPr>
        <p:spPr>
          <a:xfrm>
            <a:off x="3900376" y="2777994"/>
            <a:ext cx="244472" cy="45719"/>
          </a:xfrm>
          <a:custGeom>
            <a:avLst/>
            <a:gdLst/>
            <a:ahLst/>
            <a:cxnLst/>
            <a:rect l="0" t="0" r="w" b="h"/>
            <a:pathLst>
              <a:path w="301752" h="1">
                <a:moveTo>
                  <a:pt x="0" y="0"/>
                </a:moveTo>
                <a:lnTo>
                  <a:pt x="301752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213" name="TextBox 12241">
            <a:extLst>
              <a:ext uri="{FF2B5EF4-FFF2-40B4-BE49-F238E27FC236}">
                <a16:creationId xmlns:a16="http://schemas.microsoft.com/office/drawing/2014/main" id="{16A20628-B7A0-A052-BB9D-D73F1EF13B39}"/>
              </a:ext>
            </a:extLst>
          </p:cNvPr>
          <p:cNvSpPr txBox="1"/>
          <p:nvPr/>
        </p:nvSpPr>
        <p:spPr>
          <a:xfrm>
            <a:off x="4185423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4214" name="Op | SMI-TED">
            <a:extLst>
              <a:ext uri="{FF2B5EF4-FFF2-40B4-BE49-F238E27FC236}">
                <a16:creationId xmlns:a16="http://schemas.microsoft.com/office/drawing/2014/main" id="{61CFA69F-EF1E-D184-4D01-B082470140D0}"/>
              </a:ext>
            </a:extLst>
          </p:cNvPr>
          <p:cNvSpPr/>
          <p:nvPr/>
        </p:nvSpPr>
        <p:spPr>
          <a:xfrm>
            <a:off x="3952538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4216" name="Right SMI-TED to 1,2,K bars">
            <a:extLst>
              <a:ext uri="{FF2B5EF4-FFF2-40B4-BE49-F238E27FC236}">
                <a16:creationId xmlns:a16="http://schemas.microsoft.com/office/drawing/2014/main" id="{25E78428-9A78-F341-063B-B8399E3E4465}"/>
              </a:ext>
            </a:extLst>
          </p:cNvPr>
          <p:cNvSpPr/>
          <p:nvPr/>
        </p:nvSpPr>
        <p:spPr>
          <a:xfrm flipH="1">
            <a:off x="4117236" y="3111050"/>
            <a:ext cx="45719" cy="110517"/>
          </a:xfrm>
          <a:custGeom>
            <a:avLst/>
            <a:gdLst/>
            <a:ahLst/>
            <a:cxnLst/>
            <a:rect l="0" t="0" r="w" b="h"/>
            <a:pathLst>
              <a:path w="1" h="96012">
                <a:moveTo>
                  <a:pt x="0" y="0"/>
                </a:moveTo>
                <a:lnTo>
                  <a:pt x="0" y="96012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17" name="TextBox 12244">
            <a:extLst>
              <a:ext uri="{FF2B5EF4-FFF2-40B4-BE49-F238E27FC236}">
                <a16:creationId xmlns:a16="http://schemas.microsoft.com/office/drawing/2014/main" id="{903B6893-1BC1-9108-FC47-A5A971E69A37}"/>
              </a:ext>
            </a:extLst>
          </p:cNvPr>
          <p:cNvSpPr txBox="1"/>
          <p:nvPr/>
        </p:nvSpPr>
        <p:spPr>
          <a:xfrm>
            <a:off x="3940202" y="3216751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4218" name="Context bar 1_1">
            <a:extLst>
              <a:ext uri="{FF2B5EF4-FFF2-40B4-BE49-F238E27FC236}">
                <a16:creationId xmlns:a16="http://schemas.microsoft.com/office/drawing/2014/main" id="{ECDDEA77-A689-BB9E-79D7-0028DC7C9445}"/>
              </a:ext>
            </a:extLst>
          </p:cNvPr>
          <p:cNvSpPr/>
          <p:nvPr/>
        </p:nvSpPr>
        <p:spPr>
          <a:xfrm>
            <a:off x="4035126" y="3233204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19" name="Context bar 1_2">
            <a:extLst>
              <a:ext uri="{FF2B5EF4-FFF2-40B4-BE49-F238E27FC236}">
                <a16:creationId xmlns:a16="http://schemas.microsoft.com/office/drawing/2014/main" id="{97508B75-426B-FFF2-7546-6079DD7A59C5}"/>
              </a:ext>
            </a:extLst>
          </p:cNvPr>
          <p:cNvSpPr/>
          <p:nvPr/>
        </p:nvSpPr>
        <p:spPr>
          <a:xfrm>
            <a:off x="4083248" y="3233204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0" name="Context bar 1_3">
            <a:extLst>
              <a:ext uri="{FF2B5EF4-FFF2-40B4-BE49-F238E27FC236}">
                <a16:creationId xmlns:a16="http://schemas.microsoft.com/office/drawing/2014/main" id="{777B0EC9-763F-2362-747D-6B248CA7886E}"/>
              </a:ext>
            </a:extLst>
          </p:cNvPr>
          <p:cNvSpPr/>
          <p:nvPr/>
        </p:nvSpPr>
        <p:spPr>
          <a:xfrm>
            <a:off x="4131369" y="3233204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1" name="Context bar 1_4">
            <a:extLst>
              <a:ext uri="{FF2B5EF4-FFF2-40B4-BE49-F238E27FC236}">
                <a16:creationId xmlns:a16="http://schemas.microsoft.com/office/drawing/2014/main" id="{5E2F7404-AA96-5E8B-4DD6-A46B2D7872D0}"/>
              </a:ext>
            </a:extLst>
          </p:cNvPr>
          <p:cNvSpPr/>
          <p:nvPr/>
        </p:nvSpPr>
        <p:spPr>
          <a:xfrm>
            <a:off x="4179491" y="3233204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2" name="Context bar 1_5">
            <a:extLst>
              <a:ext uri="{FF2B5EF4-FFF2-40B4-BE49-F238E27FC236}">
                <a16:creationId xmlns:a16="http://schemas.microsoft.com/office/drawing/2014/main" id="{0BECBE41-487E-F49B-263A-D2115981105F}"/>
              </a:ext>
            </a:extLst>
          </p:cNvPr>
          <p:cNvSpPr/>
          <p:nvPr/>
        </p:nvSpPr>
        <p:spPr>
          <a:xfrm>
            <a:off x="4227612" y="3233204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3" name="Context bar 1_6">
            <a:extLst>
              <a:ext uri="{FF2B5EF4-FFF2-40B4-BE49-F238E27FC236}">
                <a16:creationId xmlns:a16="http://schemas.microsoft.com/office/drawing/2014/main" id="{D2002AC5-4F07-53A9-7179-F1E5329F1C0C}"/>
              </a:ext>
            </a:extLst>
          </p:cNvPr>
          <p:cNvSpPr/>
          <p:nvPr/>
        </p:nvSpPr>
        <p:spPr>
          <a:xfrm>
            <a:off x="4275734" y="3233204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4" name="TextBox 12251">
            <a:extLst>
              <a:ext uri="{FF2B5EF4-FFF2-40B4-BE49-F238E27FC236}">
                <a16:creationId xmlns:a16="http://schemas.microsoft.com/office/drawing/2014/main" id="{70585052-DC6F-237D-9745-DB1759A6E471}"/>
              </a:ext>
            </a:extLst>
          </p:cNvPr>
          <p:cNvSpPr txBox="1"/>
          <p:nvPr/>
        </p:nvSpPr>
        <p:spPr>
          <a:xfrm>
            <a:off x="3940202" y="3264213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4225" name="Context bar 2_1">
            <a:extLst>
              <a:ext uri="{FF2B5EF4-FFF2-40B4-BE49-F238E27FC236}">
                <a16:creationId xmlns:a16="http://schemas.microsoft.com/office/drawing/2014/main" id="{68F713DC-BD6C-F6CF-6497-BB5C789A4973}"/>
              </a:ext>
            </a:extLst>
          </p:cNvPr>
          <p:cNvSpPr/>
          <p:nvPr/>
        </p:nvSpPr>
        <p:spPr>
          <a:xfrm>
            <a:off x="4035126" y="3280666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6" name="Context bar 2_2">
            <a:extLst>
              <a:ext uri="{FF2B5EF4-FFF2-40B4-BE49-F238E27FC236}">
                <a16:creationId xmlns:a16="http://schemas.microsoft.com/office/drawing/2014/main" id="{E57EC43E-18BA-D8B0-4229-F37EF75ACD8B}"/>
              </a:ext>
            </a:extLst>
          </p:cNvPr>
          <p:cNvSpPr/>
          <p:nvPr/>
        </p:nvSpPr>
        <p:spPr>
          <a:xfrm>
            <a:off x="4083248" y="3280666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7" name="Context bar 2_3">
            <a:extLst>
              <a:ext uri="{FF2B5EF4-FFF2-40B4-BE49-F238E27FC236}">
                <a16:creationId xmlns:a16="http://schemas.microsoft.com/office/drawing/2014/main" id="{DC16DCBB-FA0C-FF6E-9D55-ED57A0E3A888}"/>
              </a:ext>
            </a:extLst>
          </p:cNvPr>
          <p:cNvSpPr/>
          <p:nvPr/>
        </p:nvSpPr>
        <p:spPr>
          <a:xfrm>
            <a:off x="4131369" y="3280666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8" name="Context bar 2_4">
            <a:extLst>
              <a:ext uri="{FF2B5EF4-FFF2-40B4-BE49-F238E27FC236}">
                <a16:creationId xmlns:a16="http://schemas.microsoft.com/office/drawing/2014/main" id="{FEDD01B5-67CB-003D-9E5D-6858EB0ACA74}"/>
              </a:ext>
            </a:extLst>
          </p:cNvPr>
          <p:cNvSpPr/>
          <p:nvPr/>
        </p:nvSpPr>
        <p:spPr>
          <a:xfrm>
            <a:off x="4179491" y="3280666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29" name="Context bar 2_5">
            <a:extLst>
              <a:ext uri="{FF2B5EF4-FFF2-40B4-BE49-F238E27FC236}">
                <a16:creationId xmlns:a16="http://schemas.microsoft.com/office/drawing/2014/main" id="{50525390-B870-442A-FB6E-0F6509CD6403}"/>
              </a:ext>
            </a:extLst>
          </p:cNvPr>
          <p:cNvSpPr/>
          <p:nvPr/>
        </p:nvSpPr>
        <p:spPr>
          <a:xfrm>
            <a:off x="4227612" y="3280666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0" name="Context bar 2_6">
            <a:extLst>
              <a:ext uri="{FF2B5EF4-FFF2-40B4-BE49-F238E27FC236}">
                <a16:creationId xmlns:a16="http://schemas.microsoft.com/office/drawing/2014/main" id="{03F0FE18-2211-B73B-238D-BC3A3B13C093}"/>
              </a:ext>
            </a:extLst>
          </p:cNvPr>
          <p:cNvSpPr/>
          <p:nvPr/>
        </p:nvSpPr>
        <p:spPr>
          <a:xfrm>
            <a:off x="4275734" y="3280666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1" name="TextBox 12258">
            <a:extLst>
              <a:ext uri="{FF2B5EF4-FFF2-40B4-BE49-F238E27FC236}">
                <a16:creationId xmlns:a16="http://schemas.microsoft.com/office/drawing/2014/main" id="{E0AF7042-EF94-DA28-BA93-5DB9D637BBA8}"/>
              </a:ext>
            </a:extLst>
          </p:cNvPr>
          <p:cNvSpPr txBox="1"/>
          <p:nvPr/>
        </p:nvSpPr>
        <p:spPr>
          <a:xfrm>
            <a:off x="3940202" y="3311676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4232" name="Context bar K_1">
            <a:extLst>
              <a:ext uri="{FF2B5EF4-FFF2-40B4-BE49-F238E27FC236}">
                <a16:creationId xmlns:a16="http://schemas.microsoft.com/office/drawing/2014/main" id="{640CE3A1-07DC-C089-03B9-B56E06650FD3}"/>
              </a:ext>
            </a:extLst>
          </p:cNvPr>
          <p:cNvSpPr/>
          <p:nvPr/>
        </p:nvSpPr>
        <p:spPr>
          <a:xfrm>
            <a:off x="4035126" y="3328128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3" name="Context bar K_2">
            <a:extLst>
              <a:ext uri="{FF2B5EF4-FFF2-40B4-BE49-F238E27FC236}">
                <a16:creationId xmlns:a16="http://schemas.microsoft.com/office/drawing/2014/main" id="{57E88834-31FA-55F1-B6E8-A5B73E093120}"/>
              </a:ext>
            </a:extLst>
          </p:cNvPr>
          <p:cNvSpPr/>
          <p:nvPr/>
        </p:nvSpPr>
        <p:spPr>
          <a:xfrm>
            <a:off x="4083248" y="3328128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4" name="Context bar K_3">
            <a:extLst>
              <a:ext uri="{FF2B5EF4-FFF2-40B4-BE49-F238E27FC236}">
                <a16:creationId xmlns:a16="http://schemas.microsoft.com/office/drawing/2014/main" id="{D4F02CF1-95A4-6BAE-7B5A-2B9734A0906F}"/>
              </a:ext>
            </a:extLst>
          </p:cNvPr>
          <p:cNvSpPr/>
          <p:nvPr/>
        </p:nvSpPr>
        <p:spPr>
          <a:xfrm>
            <a:off x="4131369" y="3328128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5" name="Context bar K_4">
            <a:extLst>
              <a:ext uri="{FF2B5EF4-FFF2-40B4-BE49-F238E27FC236}">
                <a16:creationId xmlns:a16="http://schemas.microsoft.com/office/drawing/2014/main" id="{388D76A5-B8DF-2183-5760-A0C7B612FA89}"/>
              </a:ext>
            </a:extLst>
          </p:cNvPr>
          <p:cNvSpPr/>
          <p:nvPr/>
        </p:nvSpPr>
        <p:spPr>
          <a:xfrm>
            <a:off x="4179491" y="3328128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6" name="Context bar K_5">
            <a:extLst>
              <a:ext uri="{FF2B5EF4-FFF2-40B4-BE49-F238E27FC236}">
                <a16:creationId xmlns:a16="http://schemas.microsoft.com/office/drawing/2014/main" id="{731AD165-4154-5747-755F-90DDBFE91C0C}"/>
              </a:ext>
            </a:extLst>
          </p:cNvPr>
          <p:cNvSpPr/>
          <p:nvPr/>
        </p:nvSpPr>
        <p:spPr>
          <a:xfrm>
            <a:off x="4227612" y="3328128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7" name="Context bar K_6">
            <a:extLst>
              <a:ext uri="{FF2B5EF4-FFF2-40B4-BE49-F238E27FC236}">
                <a16:creationId xmlns:a16="http://schemas.microsoft.com/office/drawing/2014/main" id="{C882025D-0E6B-474D-059A-12A8AF7A5265}"/>
              </a:ext>
            </a:extLst>
          </p:cNvPr>
          <p:cNvSpPr/>
          <p:nvPr/>
        </p:nvSpPr>
        <p:spPr>
          <a:xfrm>
            <a:off x="4275734" y="3328128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38" name="1,2,K bars to Context attention">
            <a:extLst>
              <a:ext uri="{FF2B5EF4-FFF2-40B4-BE49-F238E27FC236}">
                <a16:creationId xmlns:a16="http://schemas.microsoft.com/office/drawing/2014/main" id="{A58B49E2-B6BB-ED67-4A41-613E00FC6F32}"/>
              </a:ext>
            </a:extLst>
          </p:cNvPr>
          <p:cNvSpPr/>
          <p:nvPr/>
        </p:nvSpPr>
        <p:spPr>
          <a:xfrm>
            <a:off x="4161693" y="3377730"/>
            <a:ext cx="1" cy="118656"/>
          </a:xfrm>
          <a:custGeom>
            <a:avLst/>
            <a:gdLst/>
            <a:ahLst/>
            <a:cxnLst/>
            <a:rect l="0" t="0" r="w" b="h"/>
            <a:pathLst>
              <a:path w="1" h="137160">
                <a:moveTo>
                  <a:pt x="0" y="0"/>
                </a:moveTo>
                <a:lnTo>
                  <a:pt x="0" y="13716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39" name="TextBox 12265">
            <a:extLst>
              <a:ext uri="{FF2B5EF4-FFF2-40B4-BE49-F238E27FC236}">
                <a16:creationId xmlns:a16="http://schemas.microsoft.com/office/drawing/2014/main" id="{5BD39FD9-1204-CF96-BCEC-5641BC4D6B56}"/>
              </a:ext>
            </a:extLst>
          </p:cNvPr>
          <p:cNvSpPr txBox="1"/>
          <p:nvPr/>
        </p:nvSpPr>
        <p:spPr>
          <a:xfrm>
            <a:off x="4193334" y="338038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4240" name="Op | Context attention">
            <a:extLst>
              <a:ext uri="{FF2B5EF4-FFF2-40B4-BE49-F238E27FC236}">
                <a16:creationId xmlns:a16="http://schemas.microsoft.com/office/drawing/2014/main" id="{DF3BFD4F-4351-201D-048F-0EC6FEA54BB9}"/>
              </a:ext>
            </a:extLst>
          </p:cNvPr>
          <p:cNvSpPr/>
          <p:nvPr/>
        </p:nvSpPr>
        <p:spPr>
          <a:xfrm>
            <a:off x="3837367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4241" name="Op | Fusion">
            <a:extLst>
              <a:ext uri="{FF2B5EF4-FFF2-40B4-BE49-F238E27FC236}">
                <a16:creationId xmlns:a16="http://schemas.microsoft.com/office/drawing/2014/main" id="{2DE9F8ED-89EF-161D-EAE2-3B92E38A4109}"/>
              </a:ext>
            </a:extLst>
          </p:cNvPr>
          <p:cNvSpPr/>
          <p:nvPr/>
        </p:nvSpPr>
        <p:spPr>
          <a:xfrm>
            <a:off x="3291551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4242" name="Graph attention to Fusion">
            <a:extLst>
              <a:ext uri="{FF2B5EF4-FFF2-40B4-BE49-F238E27FC236}">
                <a16:creationId xmlns:a16="http://schemas.microsoft.com/office/drawing/2014/main" id="{55A6F4A4-AF38-28E4-770C-91B2B1E07EEC}"/>
              </a:ext>
            </a:extLst>
          </p:cNvPr>
          <p:cNvSpPr/>
          <p:nvPr/>
        </p:nvSpPr>
        <p:spPr>
          <a:xfrm>
            <a:off x="2816929" y="3654593"/>
            <a:ext cx="474622" cy="150297"/>
          </a:xfrm>
          <a:custGeom>
            <a:avLst/>
            <a:gdLst/>
            <a:ahLst/>
            <a:cxnLst/>
            <a:rect l="0" t="0" r="w" b="h"/>
            <a:pathLst>
              <a:path w="548640" h="173736">
                <a:moveTo>
                  <a:pt x="0" y="0"/>
                </a:moveTo>
                <a:lnTo>
                  <a:pt x="0" y="173736"/>
                </a:lnTo>
                <a:lnTo>
                  <a:pt x="548640" y="17373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43" name="Context attention to Fusion">
            <a:extLst>
              <a:ext uri="{FF2B5EF4-FFF2-40B4-BE49-F238E27FC236}">
                <a16:creationId xmlns:a16="http://schemas.microsoft.com/office/drawing/2014/main" id="{03B7D36C-CA9A-11BE-8352-E8B1DD27DE12}"/>
              </a:ext>
            </a:extLst>
          </p:cNvPr>
          <p:cNvSpPr/>
          <p:nvPr/>
        </p:nvSpPr>
        <p:spPr>
          <a:xfrm>
            <a:off x="3671249" y="3654593"/>
            <a:ext cx="490443" cy="150297"/>
          </a:xfrm>
          <a:custGeom>
            <a:avLst/>
            <a:gdLst/>
            <a:ahLst/>
            <a:cxnLst/>
            <a:rect l="0" t="0" r="w" b="h"/>
            <a:pathLst>
              <a:path w="566928" h="173736">
                <a:moveTo>
                  <a:pt x="566928" y="0"/>
                </a:moveTo>
                <a:lnTo>
                  <a:pt x="566928" y="173736"/>
                </a:lnTo>
                <a:lnTo>
                  <a:pt x="0" y="17373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44" name="Fusion to g_k">
            <a:extLst>
              <a:ext uri="{FF2B5EF4-FFF2-40B4-BE49-F238E27FC236}">
                <a16:creationId xmlns:a16="http://schemas.microsoft.com/office/drawing/2014/main" id="{5BED2B61-FAFC-36C9-6300-5A675194472A}"/>
              </a:ext>
            </a:extLst>
          </p:cNvPr>
          <p:cNvSpPr/>
          <p:nvPr/>
        </p:nvSpPr>
        <p:spPr>
          <a:xfrm>
            <a:off x="3481400" y="3876084"/>
            <a:ext cx="1" cy="110745"/>
          </a:xfrm>
          <a:custGeom>
            <a:avLst/>
            <a:gdLst/>
            <a:ahLst/>
            <a:cxnLst/>
            <a:rect l="0" t="0" r="w" b="h"/>
            <a:pathLst>
              <a:path w="1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45" name="g_k bar_1">
            <a:extLst>
              <a:ext uri="{FF2B5EF4-FFF2-40B4-BE49-F238E27FC236}">
                <a16:creationId xmlns:a16="http://schemas.microsoft.com/office/drawing/2014/main" id="{043C61B1-8CC4-370F-EB1F-7A6EA4CF9F31}"/>
              </a:ext>
            </a:extLst>
          </p:cNvPr>
          <p:cNvSpPr/>
          <p:nvPr/>
        </p:nvSpPr>
        <p:spPr>
          <a:xfrm>
            <a:off x="3315283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46" name="g_k bar_2">
            <a:extLst>
              <a:ext uri="{FF2B5EF4-FFF2-40B4-BE49-F238E27FC236}">
                <a16:creationId xmlns:a16="http://schemas.microsoft.com/office/drawing/2014/main" id="{3F28B1A8-FB61-F2AA-9469-3935A03CE6F3}"/>
              </a:ext>
            </a:extLst>
          </p:cNvPr>
          <p:cNvSpPr/>
          <p:nvPr/>
        </p:nvSpPr>
        <p:spPr>
          <a:xfrm>
            <a:off x="3363310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47" name="g_k bar_3">
            <a:extLst>
              <a:ext uri="{FF2B5EF4-FFF2-40B4-BE49-F238E27FC236}">
                <a16:creationId xmlns:a16="http://schemas.microsoft.com/office/drawing/2014/main" id="{4368CED2-2B3F-8606-F96C-3BC02E6D6FC3}"/>
              </a:ext>
            </a:extLst>
          </p:cNvPr>
          <p:cNvSpPr/>
          <p:nvPr/>
        </p:nvSpPr>
        <p:spPr>
          <a:xfrm>
            <a:off x="3411337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48" name="g_k bar_4">
            <a:extLst>
              <a:ext uri="{FF2B5EF4-FFF2-40B4-BE49-F238E27FC236}">
                <a16:creationId xmlns:a16="http://schemas.microsoft.com/office/drawing/2014/main" id="{FFC809E8-EE16-69D6-6364-B1181B07A0A7}"/>
              </a:ext>
            </a:extLst>
          </p:cNvPr>
          <p:cNvSpPr/>
          <p:nvPr/>
        </p:nvSpPr>
        <p:spPr>
          <a:xfrm>
            <a:off x="3459364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49" name="g_k bar_5">
            <a:extLst>
              <a:ext uri="{FF2B5EF4-FFF2-40B4-BE49-F238E27FC236}">
                <a16:creationId xmlns:a16="http://schemas.microsoft.com/office/drawing/2014/main" id="{76BE7007-48ED-CF99-1CED-D18CB154E36B}"/>
              </a:ext>
            </a:extLst>
          </p:cNvPr>
          <p:cNvSpPr/>
          <p:nvPr/>
        </p:nvSpPr>
        <p:spPr>
          <a:xfrm>
            <a:off x="3507392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50" name="g_k bar_6">
            <a:extLst>
              <a:ext uri="{FF2B5EF4-FFF2-40B4-BE49-F238E27FC236}">
                <a16:creationId xmlns:a16="http://schemas.microsoft.com/office/drawing/2014/main" id="{03C868C4-084F-A201-E128-693EAB89D6BE}"/>
              </a:ext>
            </a:extLst>
          </p:cNvPr>
          <p:cNvSpPr/>
          <p:nvPr/>
        </p:nvSpPr>
        <p:spPr>
          <a:xfrm>
            <a:off x="3555419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51" name="g_k bar_7">
            <a:extLst>
              <a:ext uri="{FF2B5EF4-FFF2-40B4-BE49-F238E27FC236}">
                <a16:creationId xmlns:a16="http://schemas.microsoft.com/office/drawing/2014/main" id="{26A21743-2570-B041-F2F9-8032278BC956}"/>
              </a:ext>
            </a:extLst>
          </p:cNvPr>
          <p:cNvSpPr/>
          <p:nvPr/>
        </p:nvSpPr>
        <p:spPr>
          <a:xfrm>
            <a:off x="3603446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52" name="Math | g_k^">
            <a:extLst>
              <a:ext uri="{FF2B5EF4-FFF2-40B4-BE49-F238E27FC236}">
                <a16:creationId xmlns:a16="http://schemas.microsoft.com/office/drawing/2014/main" id="{482EBDD3-E894-8540-2DED-48E8CFA7A82E}"/>
              </a:ext>
            </a:extLst>
          </p:cNvPr>
          <p:cNvSpPr txBox="1"/>
          <p:nvPr/>
        </p:nvSpPr>
        <p:spPr>
          <a:xfrm>
            <a:off x="3684143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4253" name="Op | Cosine score">
            <a:extLst>
              <a:ext uri="{FF2B5EF4-FFF2-40B4-BE49-F238E27FC236}">
                <a16:creationId xmlns:a16="http://schemas.microsoft.com/office/drawing/2014/main" id="{73114D94-8C48-F0AE-591A-C9E0739E94DB}"/>
              </a:ext>
            </a:extLst>
          </p:cNvPr>
          <p:cNvSpPr/>
          <p:nvPr/>
        </p:nvSpPr>
        <p:spPr>
          <a:xfrm>
            <a:off x="3085881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0795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4254" name="TextBox 12277">
            <a:extLst>
              <a:ext uri="{FF2B5EF4-FFF2-40B4-BE49-F238E27FC236}">
                <a16:creationId xmlns:a16="http://schemas.microsoft.com/office/drawing/2014/main" id="{E492BAAB-7B8C-5100-0CDF-19C6B54BAEFD}"/>
              </a:ext>
            </a:extLst>
          </p:cNvPr>
          <p:cNvSpPr txBox="1"/>
          <p:nvPr/>
        </p:nvSpPr>
        <p:spPr>
          <a:xfrm>
            <a:off x="3087003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4255" name="h_j to Cosine score">
            <a:extLst>
              <a:ext uri="{FF2B5EF4-FFF2-40B4-BE49-F238E27FC236}">
                <a16:creationId xmlns:a16="http://schemas.microsoft.com/office/drawing/2014/main" id="{96C97E59-8EB4-D9FA-443A-F5AA3C9BA1A8}"/>
              </a:ext>
            </a:extLst>
          </p:cNvPr>
          <p:cNvSpPr/>
          <p:nvPr/>
        </p:nvSpPr>
        <p:spPr>
          <a:xfrm>
            <a:off x="2164412" y="4050112"/>
            <a:ext cx="876519" cy="189850"/>
          </a:xfrm>
          <a:custGeom>
            <a:avLst/>
            <a:gdLst/>
            <a:ahLst/>
            <a:cxnLst/>
            <a:rect l="0" t="0" r="w" b="h"/>
            <a:pathLst>
              <a:path w="969264" h="219456">
                <a:moveTo>
                  <a:pt x="0" y="0"/>
                </a:moveTo>
                <a:lnTo>
                  <a:pt x="0" y="219456"/>
                </a:lnTo>
                <a:lnTo>
                  <a:pt x="969264" y="21945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56" name="g_k to Cosine score straight">
            <a:extLst>
              <a:ext uri="{FF2B5EF4-FFF2-40B4-BE49-F238E27FC236}">
                <a16:creationId xmlns:a16="http://schemas.microsoft.com/office/drawing/2014/main" id="{B38C378A-0D4B-6AB8-9368-C81649A0FF4C}"/>
              </a:ext>
            </a:extLst>
          </p:cNvPr>
          <p:cNvSpPr/>
          <p:nvPr/>
        </p:nvSpPr>
        <p:spPr>
          <a:xfrm>
            <a:off x="3481400" y="4050112"/>
            <a:ext cx="1" cy="110745"/>
          </a:xfrm>
          <a:custGeom>
            <a:avLst/>
            <a:gdLst/>
            <a:ahLst/>
            <a:cxnLst/>
            <a:rect l="0" t="0" r="w" b="h"/>
            <a:pathLst>
              <a:path w="1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57" name="Cosine score to Matrix">
            <a:extLst>
              <a:ext uri="{FF2B5EF4-FFF2-40B4-BE49-F238E27FC236}">
                <a16:creationId xmlns:a16="http://schemas.microsoft.com/office/drawing/2014/main" id="{EA47A59C-45BE-8789-25F1-43A043B3BD6E}"/>
              </a:ext>
            </a:extLst>
          </p:cNvPr>
          <p:cNvSpPr/>
          <p:nvPr/>
        </p:nvSpPr>
        <p:spPr>
          <a:xfrm>
            <a:off x="3655429" y="4239962"/>
            <a:ext cx="284773" cy="1"/>
          </a:xfrm>
          <a:custGeom>
            <a:avLst/>
            <a:gdLst/>
            <a:ahLst/>
            <a:cxnLst/>
            <a:rect l="0" t="0" r="w" b="h"/>
            <a:pathLst>
              <a:path w="329184" h="1">
                <a:moveTo>
                  <a:pt x="0" y="0"/>
                </a:moveTo>
                <a:lnTo>
                  <a:pt x="329184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258" name="Math | s_j,k^">
            <a:extLst>
              <a:ext uri="{FF2B5EF4-FFF2-40B4-BE49-F238E27FC236}">
                <a16:creationId xmlns:a16="http://schemas.microsoft.com/office/drawing/2014/main" id="{2BB37D4B-C195-841E-992D-CE4FE0A08F62}"/>
              </a:ext>
            </a:extLst>
          </p:cNvPr>
          <p:cNvSpPr txBox="1"/>
          <p:nvPr/>
        </p:nvSpPr>
        <p:spPr>
          <a:xfrm>
            <a:off x="3741774" y="4209722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5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4259" name="TextBox 12279">
            <a:extLst>
              <a:ext uri="{FF2B5EF4-FFF2-40B4-BE49-F238E27FC236}">
                <a16:creationId xmlns:a16="http://schemas.microsoft.com/office/drawing/2014/main" id="{D80F16D4-7691-FE99-9268-904B0A8687DF}"/>
              </a:ext>
            </a:extLst>
          </p:cNvPr>
          <p:cNvSpPr txBox="1"/>
          <p:nvPr/>
        </p:nvSpPr>
        <p:spPr>
          <a:xfrm>
            <a:off x="4001148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4260" name="TextBox 12280">
            <a:extLst>
              <a:ext uri="{FF2B5EF4-FFF2-40B4-BE49-F238E27FC236}">
                <a16:creationId xmlns:a16="http://schemas.microsoft.com/office/drawing/2014/main" id="{B47BF685-8C4E-6DB4-4E4D-CD010A6E149A}"/>
              </a:ext>
            </a:extLst>
          </p:cNvPr>
          <p:cNvSpPr txBox="1"/>
          <p:nvPr/>
        </p:nvSpPr>
        <p:spPr>
          <a:xfrm>
            <a:off x="4137961" y="4019017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4261" name="TextBox 12281">
            <a:extLst>
              <a:ext uri="{FF2B5EF4-FFF2-40B4-BE49-F238E27FC236}">
                <a16:creationId xmlns:a16="http://schemas.microsoft.com/office/drawing/2014/main" id="{E70F1FEA-1E9D-431F-55E4-80DDBEBE448D}"/>
              </a:ext>
            </a:extLst>
          </p:cNvPr>
          <p:cNvSpPr txBox="1"/>
          <p:nvPr/>
        </p:nvSpPr>
        <p:spPr>
          <a:xfrm>
            <a:off x="3940202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4262" name="Matrix cell (0,0)">
            <a:extLst>
              <a:ext uri="{FF2B5EF4-FFF2-40B4-BE49-F238E27FC236}">
                <a16:creationId xmlns:a16="http://schemas.microsoft.com/office/drawing/2014/main" id="{B0402E85-60C5-8E7C-4837-1366586504A6}"/>
              </a:ext>
            </a:extLst>
          </p:cNvPr>
          <p:cNvSpPr/>
          <p:nvPr/>
        </p:nvSpPr>
        <p:spPr>
          <a:xfrm>
            <a:off x="4035126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63" name="Matrix cell (0,1)">
            <a:extLst>
              <a:ext uri="{FF2B5EF4-FFF2-40B4-BE49-F238E27FC236}">
                <a16:creationId xmlns:a16="http://schemas.microsoft.com/office/drawing/2014/main" id="{33FECB55-13BE-9800-D740-39BC697199D6}"/>
              </a:ext>
            </a:extLst>
          </p:cNvPr>
          <p:cNvSpPr/>
          <p:nvPr/>
        </p:nvSpPr>
        <p:spPr>
          <a:xfrm>
            <a:off x="4137961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64" name="Matrix cell (0,2)">
            <a:extLst>
              <a:ext uri="{FF2B5EF4-FFF2-40B4-BE49-F238E27FC236}">
                <a16:creationId xmlns:a16="http://schemas.microsoft.com/office/drawing/2014/main" id="{8C88B46F-6FBA-66AD-7C52-585C598A816C}"/>
              </a:ext>
            </a:extLst>
          </p:cNvPr>
          <p:cNvSpPr/>
          <p:nvPr/>
        </p:nvSpPr>
        <p:spPr>
          <a:xfrm>
            <a:off x="4240796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65" name="Matrix cell (0,3)">
            <a:extLst>
              <a:ext uri="{FF2B5EF4-FFF2-40B4-BE49-F238E27FC236}">
                <a16:creationId xmlns:a16="http://schemas.microsoft.com/office/drawing/2014/main" id="{AB3D6CDB-5CA2-A77B-0C4F-B0A831BE56B4}"/>
              </a:ext>
            </a:extLst>
          </p:cNvPr>
          <p:cNvSpPr/>
          <p:nvPr/>
        </p:nvSpPr>
        <p:spPr>
          <a:xfrm>
            <a:off x="4343631" y="4105485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66" name="Matrix cell (1,0)">
            <a:extLst>
              <a:ext uri="{FF2B5EF4-FFF2-40B4-BE49-F238E27FC236}">
                <a16:creationId xmlns:a16="http://schemas.microsoft.com/office/drawing/2014/main" id="{FFBFEBFA-8191-4FDA-2FBA-CBC851E23C6B}"/>
              </a:ext>
            </a:extLst>
          </p:cNvPr>
          <p:cNvSpPr/>
          <p:nvPr/>
        </p:nvSpPr>
        <p:spPr>
          <a:xfrm>
            <a:off x="4035126" y="4176678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67" name="Matrix cell (1,1)">
            <a:extLst>
              <a:ext uri="{FF2B5EF4-FFF2-40B4-BE49-F238E27FC236}">
                <a16:creationId xmlns:a16="http://schemas.microsoft.com/office/drawing/2014/main" id="{7928BF20-3CDC-9623-9C62-B67F1B11E39D}"/>
              </a:ext>
            </a:extLst>
          </p:cNvPr>
          <p:cNvSpPr/>
          <p:nvPr/>
        </p:nvSpPr>
        <p:spPr>
          <a:xfrm>
            <a:off x="4137961" y="4176678"/>
            <a:ext cx="102835" cy="71193"/>
          </a:xfrm>
          <a:prstGeom prst="rect">
            <a:avLst/>
          </a:prstGeom>
          <a:solidFill>
            <a:srgbClr val="3C9486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68" name="Matrix cell (1,2)">
            <a:extLst>
              <a:ext uri="{FF2B5EF4-FFF2-40B4-BE49-F238E27FC236}">
                <a16:creationId xmlns:a16="http://schemas.microsoft.com/office/drawing/2014/main" id="{C696EA86-074A-E37D-F9CF-650AFA51B817}"/>
              </a:ext>
            </a:extLst>
          </p:cNvPr>
          <p:cNvSpPr/>
          <p:nvPr/>
        </p:nvSpPr>
        <p:spPr>
          <a:xfrm>
            <a:off x="4240796" y="4176678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69" name="Matrix cell (1,3)">
            <a:extLst>
              <a:ext uri="{FF2B5EF4-FFF2-40B4-BE49-F238E27FC236}">
                <a16:creationId xmlns:a16="http://schemas.microsoft.com/office/drawing/2014/main" id="{38856FC0-20F8-BD78-2A86-5CB77DEA68A3}"/>
              </a:ext>
            </a:extLst>
          </p:cNvPr>
          <p:cNvSpPr/>
          <p:nvPr/>
        </p:nvSpPr>
        <p:spPr>
          <a:xfrm>
            <a:off x="4343631" y="4176678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70" name="Matrix cell (2,0)">
            <a:extLst>
              <a:ext uri="{FF2B5EF4-FFF2-40B4-BE49-F238E27FC236}">
                <a16:creationId xmlns:a16="http://schemas.microsoft.com/office/drawing/2014/main" id="{1919833E-13B6-3995-C373-262B61167D53}"/>
              </a:ext>
            </a:extLst>
          </p:cNvPr>
          <p:cNvSpPr/>
          <p:nvPr/>
        </p:nvSpPr>
        <p:spPr>
          <a:xfrm>
            <a:off x="4035126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71" name="Matrix cell (2,1)">
            <a:extLst>
              <a:ext uri="{FF2B5EF4-FFF2-40B4-BE49-F238E27FC236}">
                <a16:creationId xmlns:a16="http://schemas.microsoft.com/office/drawing/2014/main" id="{8AEC1127-07C3-FBD4-0354-D492A9D35315}"/>
              </a:ext>
            </a:extLst>
          </p:cNvPr>
          <p:cNvSpPr/>
          <p:nvPr/>
        </p:nvSpPr>
        <p:spPr>
          <a:xfrm>
            <a:off x="4137961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72" name="Matrix cell (2,2)">
            <a:extLst>
              <a:ext uri="{FF2B5EF4-FFF2-40B4-BE49-F238E27FC236}">
                <a16:creationId xmlns:a16="http://schemas.microsoft.com/office/drawing/2014/main" id="{84F5C606-A878-BB91-1BFC-2061FE435658}"/>
              </a:ext>
            </a:extLst>
          </p:cNvPr>
          <p:cNvSpPr/>
          <p:nvPr/>
        </p:nvSpPr>
        <p:spPr>
          <a:xfrm>
            <a:off x="4240796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73" name="Matrix cell (2,3)">
            <a:extLst>
              <a:ext uri="{FF2B5EF4-FFF2-40B4-BE49-F238E27FC236}">
                <a16:creationId xmlns:a16="http://schemas.microsoft.com/office/drawing/2014/main" id="{FCBD67DE-6A4E-C77B-8FB4-3F3087529A4A}"/>
              </a:ext>
            </a:extLst>
          </p:cNvPr>
          <p:cNvSpPr/>
          <p:nvPr/>
        </p:nvSpPr>
        <p:spPr>
          <a:xfrm>
            <a:off x="4343631" y="4247872"/>
            <a:ext cx="102835" cy="71193"/>
          </a:xfrm>
          <a:prstGeom prst="rect">
            <a:avLst/>
          </a:prstGeom>
          <a:solidFill>
            <a:srgbClr val="F1F7F5"/>
          </a:solidFill>
          <a:ln w="6350">
            <a:solidFill>
              <a:srgbClr val="B8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274" name="TextBox 12294">
            <a:extLst>
              <a:ext uri="{FF2B5EF4-FFF2-40B4-BE49-F238E27FC236}">
                <a16:creationId xmlns:a16="http://schemas.microsoft.com/office/drawing/2014/main" id="{1ECC0ED4-C642-049D-E796-F62F42FB7062}"/>
              </a:ext>
            </a:extLst>
          </p:cNvPr>
          <p:cNvSpPr txBox="1"/>
          <p:nvPr/>
        </p:nvSpPr>
        <p:spPr>
          <a:xfrm>
            <a:off x="4035127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4275" name="组合 13795">
            <a:extLst>
              <a:ext uri="{FF2B5EF4-FFF2-40B4-BE49-F238E27FC236}">
                <a16:creationId xmlns:a16="http://schemas.microsoft.com/office/drawing/2014/main" id="{2F918563-A526-A61D-F989-031698F25608}"/>
              </a:ext>
            </a:extLst>
          </p:cNvPr>
          <p:cNvGrpSpPr/>
          <p:nvPr/>
        </p:nvGrpSpPr>
        <p:grpSpPr>
          <a:xfrm>
            <a:off x="1848794" y="554865"/>
            <a:ext cx="1978883" cy="340209"/>
            <a:chOff x="6312668" y="2448732"/>
            <a:chExt cx="1215499" cy="343631"/>
          </a:xfrm>
        </p:grpSpPr>
        <p:pic>
          <p:nvPicPr>
            <p:cNvPr id="4276" name="图片 12">
              <a:extLst>
                <a:ext uri="{FF2B5EF4-FFF2-40B4-BE49-F238E27FC236}">
                  <a16:creationId xmlns:a16="http://schemas.microsoft.com/office/drawing/2014/main" id="{411083DB-12E9-D6C0-677E-D529CD0A6352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4277" name="图片 12">
              <a:extLst>
                <a:ext uri="{FF2B5EF4-FFF2-40B4-BE49-F238E27FC236}">
                  <a16:creationId xmlns:a16="http://schemas.microsoft.com/office/drawing/2014/main" id="{341C6245-1F42-96F7-1F57-16D24A4F693A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4278" name="Picture 10000" descr="unet_block_18.png">
              <a:extLst>
                <a:ext uri="{FF2B5EF4-FFF2-40B4-BE49-F238E27FC236}">
                  <a16:creationId xmlns:a16="http://schemas.microsoft.com/office/drawing/2014/main" id="{BA2A8857-BA87-F9B6-F1E5-9CE0D6D0B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4279" name="Find candidate blob 1">
            <a:extLst>
              <a:ext uri="{FF2B5EF4-FFF2-40B4-BE49-F238E27FC236}">
                <a16:creationId xmlns:a16="http://schemas.microsoft.com/office/drawing/2014/main" id="{2ACAA6E1-386C-428E-BB24-32BF38CED366}"/>
              </a:ext>
            </a:extLst>
          </p:cNvPr>
          <p:cNvGrpSpPr/>
          <p:nvPr/>
        </p:nvGrpSpPr>
        <p:grpSpPr>
          <a:xfrm>
            <a:off x="4121891" y="457662"/>
            <a:ext cx="287558" cy="196430"/>
            <a:chOff x="1928706" y="3559489"/>
            <a:chExt cx="227897" cy="155682"/>
          </a:xfrm>
        </p:grpSpPr>
        <p:sp>
          <p:nvSpPr>
            <p:cNvPr id="4280" name="Candidate blob | editable contour">
              <a:extLst>
                <a:ext uri="{FF2B5EF4-FFF2-40B4-BE49-F238E27FC236}">
                  <a16:creationId xmlns:a16="http://schemas.microsoft.com/office/drawing/2014/main" id="{0C4BC507-44B1-B5BA-EC64-BF09409081B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81" name="ellipse_2612">
              <a:extLst>
                <a:ext uri="{FF2B5EF4-FFF2-40B4-BE49-F238E27FC236}">
                  <a16:creationId xmlns:a16="http://schemas.microsoft.com/office/drawing/2014/main" id="{1D4D7FD6-E7A7-3B63-DA06-63E05D565398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4282" name="Find candidate blob 2">
            <a:extLst>
              <a:ext uri="{FF2B5EF4-FFF2-40B4-BE49-F238E27FC236}">
                <a16:creationId xmlns:a16="http://schemas.microsoft.com/office/drawing/2014/main" id="{6FACCC34-F35B-07F8-4258-3D5C287D5C6B}"/>
              </a:ext>
            </a:extLst>
          </p:cNvPr>
          <p:cNvGrpSpPr/>
          <p:nvPr/>
        </p:nvGrpSpPr>
        <p:grpSpPr>
          <a:xfrm>
            <a:off x="4109184" y="735960"/>
            <a:ext cx="307808" cy="174155"/>
            <a:chOff x="1928706" y="3559489"/>
            <a:chExt cx="227897" cy="155682"/>
          </a:xfrm>
        </p:grpSpPr>
        <p:sp>
          <p:nvSpPr>
            <p:cNvPr id="4283" name="Candidate blob | editable contour">
              <a:extLst>
                <a:ext uri="{FF2B5EF4-FFF2-40B4-BE49-F238E27FC236}">
                  <a16:creationId xmlns:a16="http://schemas.microsoft.com/office/drawing/2014/main" id="{C032E89A-A4B3-4931-8504-E9B47EF6E3F5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84" name="ellipse_2612">
              <a:extLst>
                <a:ext uri="{FF2B5EF4-FFF2-40B4-BE49-F238E27FC236}">
                  <a16:creationId xmlns:a16="http://schemas.microsoft.com/office/drawing/2014/main" id="{26DEDEBE-484F-216A-336A-287C8E160FD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4285" name="Find candidate blob 3">
            <a:extLst>
              <a:ext uri="{FF2B5EF4-FFF2-40B4-BE49-F238E27FC236}">
                <a16:creationId xmlns:a16="http://schemas.microsoft.com/office/drawing/2014/main" id="{5B7FC8C2-8402-A16A-996C-05698ACC75EE}"/>
              </a:ext>
            </a:extLst>
          </p:cNvPr>
          <p:cNvGrpSpPr/>
          <p:nvPr/>
        </p:nvGrpSpPr>
        <p:grpSpPr>
          <a:xfrm>
            <a:off x="4109970" y="1046710"/>
            <a:ext cx="311858" cy="170105"/>
            <a:chOff x="1928706" y="3559489"/>
            <a:chExt cx="227897" cy="155682"/>
          </a:xfrm>
        </p:grpSpPr>
        <p:sp>
          <p:nvSpPr>
            <p:cNvPr id="4286" name="Candidate blob | editable contour">
              <a:extLst>
                <a:ext uri="{FF2B5EF4-FFF2-40B4-BE49-F238E27FC236}">
                  <a16:creationId xmlns:a16="http://schemas.microsoft.com/office/drawing/2014/main" id="{4BD43286-68AE-5B16-10E9-B249074D656C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287" name="ellipse_2612">
              <a:extLst>
                <a:ext uri="{FF2B5EF4-FFF2-40B4-BE49-F238E27FC236}">
                  <a16:creationId xmlns:a16="http://schemas.microsoft.com/office/drawing/2014/main" id="{430C296B-A998-DFCA-1624-9DC45624F8B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4288" name="Visual revision native elements">
            <a:extLst>
              <a:ext uri="{FF2B5EF4-FFF2-40B4-BE49-F238E27FC236}">
                <a16:creationId xmlns:a16="http://schemas.microsoft.com/office/drawing/2014/main" id="{9344E0B5-F3D6-97AE-3868-80EE0C246679}"/>
              </a:ext>
            </a:extLst>
          </p:cNvPr>
          <p:cNvGrpSpPr/>
          <p:nvPr/>
        </p:nvGrpSpPr>
        <p:grpSpPr>
          <a:xfrm>
            <a:off x="530094" y="284723"/>
            <a:ext cx="5423115" cy="4057330"/>
            <a:chOff x="1239203" y="669608"/>
            <a:chExt cx="12754021" cy="9541982"/>
          </a:xfrm>
        </p:grpSpPr>
        <p:sp>
          <p:nvSpPr>
            <p:cNvPr id="4289" name="Find preprocessing">
              <a:extLst>
                <a:ext uri="{FF2B5EF4-FFF2-40B4-BE49-F238E27FC236}">
                  <a16:creationId xmlns:a16="http://schemas.microsoft.com/office/drawing/2014/main" id="{2CFFD93E-D680-ED5C-F798-015C1F63B107}"/>
                </a:ext>
              </a:extLst>
            </p:cNvPr>
            <p:cNvSpPr>
              <a:spLocks noGrp="1"/>
            </p:cNvSpPr>
            <p:nvPr/>
          </p:nvSpPr>
          <p:spPr>
            <a:xfrm>
              <a:off x="3000373" y="669608"/>
              <a:ext cx="893673" cy="3460433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8100">
              <a:solidFill>
                <a:srgbClr val="CFDBE3"/>
              </a:solidFill>
              <a:prstDash val="solid"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4290" name="Preprocessing divider">
              <a:extLst>
                <a:ext uri="{FF2B5EF4-FFF2-40B4-BE49-F238E27FC236}">
                  <a16:creationId xmlns:a16="http://schemas.microsoft.com/office/drawing/2014/main" id="{63ABF711-2F50-B7B0-90D7-AFDF5B4722BA}"/>
                </a:ext>
              </a:extLst>
            </p:cNvPr>
            <p:cNvSpPr>
              <a:spLocks noGrp="1"/>
            </p:cNvSpPr>
            <p:nvPr/>
          </p:nvSpPr>
          <p:spPr>
            <a:xfrm>
              <a:off x="3095625" y="2433228"/>
              <a:ext cx="666751" cy="190"/>
            </a:xfrm>
            <a:custGeom>
              <a:avLst/>
              <a:gdLst/>
              <a:ahLst/>
              <a:cxnLst/>
              <a:rect l="0" t="0" r="0" b="0"/>
              <a:pathLst>
                <a:path w="666750" h="191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6075">
              <a:solidFill>
                <a:srgbClr val="D6E0E6"/>
              </a:solidFill>
              <a:prstDash val="solid"/>
            </a:ln>
          </p:spPr>
        </p:sp>
        <p:sp>
          <p:nvSpPr>
            <p:cNvPr id="4291" name="Density bank">
              <a:extLst>
                <a:ext uri="{FF2B5EF4-FFF2-40B4-BE49-F238E27FC236}">
                  <a16:creationId xmlns:a16="http://schemas.microsoft.com/office/drawing/2014/main" id="{7BBF6EB1-B032-E454-4375-860FDEC1D1B6}"/>
                </a:ext>
              </a:extLst>
            </p:cNvPr>
            <p:cNvSpPr>
              <a:spLocks noGrp="1"/>
            </p:cNvSpPr>
            <p:nvPr/>
          </p:nvSpPr>
          <p:spPr>
            <a:xfrm>
              <a:off x="3057525" y="1304925"/>
              <a:ext cx="742950" cy="457200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bank</a:t>
              </a:r>
            </a:p>
          </p:txBody>
        </p:sp>
        <p:sp>
          <p:nvSpPr>
            <p:cNvPr id="4292" name="Embed head">
              <a:extLst>
                <a:ext uri="{FF2B5EF4-FFF2-40B4-BE49-F238E27FC236}">
                  <a16:creationId xmlns:a16="http://schemas.microsoft.com/office/drawing/2014/main" id="{DECFBFF5-0EFD-006D-51D9-EA581500B396}"/>
                </a:ext>
              </a:extLst>
            </p:cNvPr>
            <p:cNvSpPr>
              <a:spLocks noGrp="1"/>
            </p:cNvSpPr>
            <p:nvPr/>
          </p:nvSpPr>
          <p:spPr>
            <a:xfrm>
              <a:off x="2986871" y="2907356"/>
              <a:ext cx="920187" cy="457199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Embed</a:t>
              </a:r>
              <a:r>
                <a:rPr lang="en-US" altLang="zh-CN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ding</a:t>
              </a:r>
              <a:endParaRPr sz="550" dirty="0">
                <a:solidFill>
                  <a:srgbClr val="1E293B"/>
                </a:solidFill>
                <a:latin typeface="Arial"/>
                <a:ea typeface="Arial"/>
                <a:cs typeface="Arial"/>
              </a:endParaRPr>
            </a:p>
            <a:p>
              <a:pPr algn="ctr">
                <a:defRPr sz="625" b="0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head</a:t>
              </a:r>
            </a:p>
          </p:txBody>
        </p:sp>
        <p:sp>
          <p:nvSpPr>
            <p:cNvPr id="4293" name="Density to preprocessing">
              <a:extLst>
                <a:ext uri="{FF2B5EF4-FFF2-40B4-BE49-F238E27FC236}">
                  <a16:creationId xmlns:a16="http://schemas.microsoft.com/office/drawing/2014/main" id="{13053CD3-431D-31EA-710C-F661C6DC867D}"/>
                </a:ext>
              </a:extLst>
            </p:cNvPr>
            <p:cNvSpPr>
              <a:spLocks noGrp="1"/>
            </p:cNvSpPr>
            <p:nvPr/>
          </p:nvSpPr>
          <p:spPr>
            <a:xfrm>
              <a:off x="2802255" y="1544003"/>
              <a:ext cx="198120" cy="191"/>
            </a:xfrm>
            <a:custGeom>
              <a:avLst/>
              <a:gdLst/>
              <a:ahLst/>
              <a:cxnLst/>
              <a:rect l="0" t="0" r="0" b="0"/>
              <a:pathLst>
                <a:path w="198120" h="191">
                  <a:moveTo>
                    <a:pt x="0" y="0"/>
                  </a:moveTo>
                  <a:lnTo>
                    <a:pt x="198120" y="0"/>
                  </a:lnTo>
                </a:path>
              </a:pathLst>
            </a:custGeom>
            <a:noFill/>
            <a:ln w="8100">
              <a:solidFill>
                <a:srgbClr val="4083B4"/>
              </a:solidFill>
              <a:prstDash val="solid"/>
            </a:ln>
          </p:spPr>
        </p:sp>
        <p:sp>
          <p:nvSpPr>
            <p:cNvPr id="4294" name="Density to preprocessing head">
              <a:extLst>
                <a:ext uri="{FF2B5EF4-FFF2-40B4-BE49-F238E27FC236}">
                  <a16:creationId xmlns:a16="http://schemas.microsoft.com/office/drawing/2014/main" id="{A4C9170C-B572-6B3B-77F6-E52B7E61016B}"/>
                </a:ext>
              </a:extLst>
            </p:cNvPr>
            <p:cNvSpPr>
              <a:spLocks noGrp="1"/>
            </p:cNvSpPr>
            <p:nvPr/>
          </p:nvSpPr>
          <p:spPr>
            <a:xfrm>
              <a:off x="2952750" y="1524000"/>
              <a:ext cx="47625" cy="40005"/>
            </a:xfrm>
            <a:custGeom>
              <a:avLst/>
              <a:gdLst/>
              <a:ahLst/>
              <a:cxnLst/>
              <a:rect l="0" t="0" r="0" b="0"/>
              <a:pathLst>
                <a:path w="47625" h="40005">
                  <a:moveTo>
                    <a:pt x="47625" y="20002"/>
                  </a:moveTo>
                  <a:lnTo>
                    <a:pt x="0" y="0"/>
                  </a:lnTo>
                  <a:lnTo>
                    <a:pt x="0" y="40005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295" name="Density bank to U-Net">
              <a:extLst>
                <a:ext uri="{FF2B5EF4-FFF2-40B4-BE49-F238E27FC236}">
                  <a16:creationId xmlns:a16="http://schemas.microsoft.com/office/drawing/2014/main" id="{792BFEC1-9C73-918A-1806-5E18810380AA}"/>
                </a:ext>
              </a:extLst>
            </p:cNvPr>
            <p:cNvSpPr>
              <a:spLocks noGrp="1"/>
            </p:cNvSpPr>
            <p:nvPr/>
          </p:nvSpPr>
          <p:spPr>
            <a:xfrm>
              <a:off x="3902434" y="1544003"/>
              <a:ext cx="159068" cy="190"/>
            </a:xfrm>
            <a:custGeom>
              <a:avLst/>
              <a:gdLst/>
              <a:ahLst/>
              <a:cxnLst/>
              <a:rect l="0" t="0" r="0" b="0"/>
              <a:pathLst>
                <a:path w="159067" h="191">
                  <a:moveTo>
                    <a:pt x="0" y="0"/>
                  </a:moveTo>
                  <a:lnTo>
                    <a:pt x="159067" y="0"/>
                  </a:lnTo>
                </a:path>
              </a:pathLst>
            </a:custGeom>
            <a:noFill/>
            <a:ln w="8100">
              <a:solidFill>
                <a:srgbClr val="4083B4"/>
              </a:solidFill>
              <a:prstDash val="solid"/>
            </a:ln>
          </p:spPr>
        </p:sp>
        <p:sp>
          <p:nvSpPr>
            <p:cNvPr id="4296" name="Density bank to U-Net head">
              <a:extLst>
                <a:ext uri="{FF2B5EF4-FFF2-40B4-BE49-F238E27FC236}">
                  <a16:creationId xmlns:a16="http://schemas.microsoft.com/office/drawing/2014/main" id="{0AFC1F31-D17A-51C9-CA1E-41BDE4F4004A}"/>
                </a:ext>
              </a:extLst>
            </p:cNvPr>
            <p:cNvSpPr>
              <a:spLocks noGrp="1"/>
            </p:cNvSpPr>
            <p:nvPr/>
          </p:nvSpPr>
          <p:spPr>
            <a:xfrm>
              <a:off x="4013876" y="1524001"/>
              <a:ext cx="47626" cy="40004"/>
            </a:xfrm>
            <a:custGeom>
              <a:avLst/>
              <a:gdLst/>
              <a:ahLst/>
              <a:cxnLst/>
              <a:rect l="0" t="0" r="0" b="0"/>
              <a:pathLst>
                <a:path w="47625" h="40005">
                  <a:moveTo>
                    <a:pt x="47625" y="20002"/>
                  </a:moveTo>
                  <a:lnTo>
                    <a:pt x="0" y="0"/>
                  </a:lnTo>
                  <a:lnTo>
                    <a:pt x="0" y="40005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297" name="Receptor to preprocessing">
              <a:extLst>
                <a:ext uri="{FF2B5EF4-FFF2-40B4-BE49-F238E27FC236}">
                  <a16:creationId xmlns:a16="http://schemas.microsoft.com/office/drawing/2014/main" id="{89865B73-BBCD-FC4D-5120-F67D03CBDF10}"/>
                </a:ext>
              </a:extLst>
            </p:cNvPr>
            <p:cNvSpPr>
              <a:spLocks noGrp="1"/>
            </p:cNvSpPr>
            <p:nvPr/>
          </p:nvSpPr>
          <p:spPr>
            <a:xfrm>
              <a:off x="2802255" y="3107055"/>
              <a:ext cx="198120" cy="191"/>
            </a:xfrm>
            <a:custGeom>
              <a:avLst/>
              <a:gdLst/>
              <a:ahLst/>
              <a:cxnLst/>
              <a:rect l="0" t="0" r="0" b="0"/>
              <a:pathLst>
                <a:path w="198120" h="191">
                  <a:moveTo>
                    <a:pt x="0" y="0"/>
                  </a:moveTo>
                  <a:lnTo>
                    <a:pt x="198120" y="0"/>
                  </a:lnTo>
                </a:path>
              </a:pathLst>
            </a:custGeom>
            <a:noFill/>
            <a:ln w="8100">
              <a:solidFill>
                <a:srgbClr val="9481B1"/>
              </a:solidFill>
              <a:prstDash val="solid"/>
            </a:ln>
          </p:spPr>
        </p:sp>
        <p:sp>
          <p:nvSpPr>
            <p:cNvPr id="4298" name="Receptor to preprocessing head">
              <a:extLst>
                <a:ext uri="{FF2B5EF4-FFF2-40B4-BE49-F238E27FC236}">
                  <a16:creationId xmlns:a16="http://schemas.microsoft.com/office/drawing/2014/main" id="{3372240C-5C03-E584-88E7-482B035D0181}"/>
                </a:ext>
              </a:extLst>
            </p:cNvPr>
            <p:cNvSpPr>
              <a:spLocks noGrp="1"/>
            </p:cNvSpPr>
            <p:nvPr/>
          </p:nvSpPr>
          <p:spPr>
            <a:xfrm>
              <a:off x="2952750" y="3087052"/>
              <a:ext cx="47625" cy="40005"/>
            </a:xfrm>
            <a:custGeom>
              <a:avLst/>
              <a:gdLst/>
              <a:ahLst/>
              <a:cxnLst/>
              <a:rect l="0" t="0" r="0" b="0"/>
              <a:pathLst>
                <a:path w="47625" h="40005">
                  <a:moveTo>
                    <a:pt x="47625" y="20003"/>
                  </a:moveTo>
                  <a:lnTo>
                    <a:pt x="0" y="0"/>
                  </a:lnTo>
                  <a:lnTo>
                    <a:pt x="0" y="40005"/>
                  </a:lnTo>
                  <a:close/>
                </a:path>
              </a:pathLst>
            </a:custGeom>
            <a:solidFill>
              <a:srgbClr val="9481B1"/>
            </a:solidFill>
            <a:ln w="0">
              <a:solidFill>
                <a:srgbClr val="9481B1"/>
              </a:solidFill>
              <a:prstDash val="solid"/>
            </a:ln>
          </p:spPr>
        </p:sp>
        <p:sp>
          <p:nvSpPr>
            <p:cNvPr id="4299" name="Embed head to point branch">
              <a:extLst>
                <a:ext uri="{FF2B5EF4-FFF2-40B4-BE49-F238E27FC236}">
                  <a16:creationId xmlns:a16="http://schemas.microsoft.com/office/drawing/2014/main" id="{38199957-997E-E51D-F3B2-F2EB284EC0FB}"/>
                </a:ext>
              </a:extLst>
            </p:cNvPr>
            <p:cNvSpPr>
              <a:spLocks noGrp="1"/>
            </p:cNvSpPr>
            <p:nvPr/>
          </p:nvSpPr>
          <p:spPr>
            <a:xfrm>
              <a:off x="3907413" y="3107056"/>
              <a:ext cx="159068" cy="190"/>
            </a:xfrm>
            <a:custGeom>
              <a:avLst/>
              <a:gdLst/>
              <a:ahLst/>
              <a:cxnLst/>
              <a:rect l="0" t="0" r="0" b="0"/>
              <a:pathLst>
                <a:path w="159067" h="191">
                  <a:moveTo>
                    <a:pt x="0" y="0"/>
                  </a:moveTo>
                  <a:lnTo>
                    <a:pt x="159067" y="0"/>
                  </a:lnTo>
                </a:path>
              </a:pathLst>
            </a:custGeom>
            <a:noFill/>
            <a:ln w="8100">
              <a:solidFill>
                <a:srgbClr val="9481B1"/>
              </a:solidFill>
              <a:prstDash val="solid"/>
            </a:ln>
          </p:spPr>
        </p:sp>
        <p:sp>
          <p:nvSpPr>
            <p:cNvPr id="4300" name="Embed head to point branch head">
              <a:extLst>
                <a:ext uri="{FF2B5EF4-FFF2-40B4-BE49-F238E27FC236}">
                  <a16:creationId xmlns:a16="http://schemas.microsoft.com/office/drawing/2014/main" id="{5FCF463B-1D5F-4167-004E-C8FA8A14F9DE}"/>
                </a:ext>
              </a:extLst>
            </p:cNvPr>
            <p:cNvSpPr>
              <a:spLocks noGrp="1"/>
            </p:cNvSpPr>
            <p:nvPr/>
          </p:nvSpPr>
          <p:spPr>
            <a:xfrm>
              <a:off x="4018855" y="3087051"/>
              <a:ext cx="47626" cy="40004"/>
            </a:xfrm>
            <a:custGeom>
              <a:avLst/>
              <a:gdLst/>
              <a:ahLst/>
              <a:cxnLst/>
              <a:rect l="0" t="0" r="0" b="0"/>
              <a:pathLst>
                <a:path w="47625" h="40005">
                  <a:moveTo>
                    <a:pt x="47625" y="20003"/>
                  </a:moveTo>
                  <a:lnTo>
                    <a:pt x="0" y="0"/>
                  </a:lnTo>
                  <a:lnTo>
                    <a:pt x="0" y="40005"/>
                  </a:lnTo>
                  <a:close/>
                </a:path>
              </a:pathLst>
            </a:custGeom>
            <a:solidFill>
              <a:srgbClr val="9481B1"/>
            </a:solidFill>
            <a:ln w="0">
              <a:solidFill>
                <a:srgbClr val="9481B1"/>
              </a:solidFill>
              <a:prstDash val="solid"/>
            </a:ln>
          </p:spPr>
        </p:sp>
        <p:sp>
          <p:nvSpPr>
            <p:cNvPr id="4301" name="Voxel branch to outputs">
              <a:extLst>
                <a:ext uri="{FF2B5EF4-FFF2-40B4-BE49-F238E27FC236}">
                  <a16:creationId xmlns:a16="http://schemas.microsoft.com/office/drawing/2014/main" id="{FAACFC43-8056-DB91-D7C3-96EE1A8A519D}"/>
                </a:ext>
              </a:extLst>
            </p:cNvPr>
            <p:cNvSpPr>
              <a:spLocks noGrp="1"/>
            </p:cNvSpPr>
            <p:nvPr/>
          </p:nvSpPr>
          <p:spPr>
            <a:xfrm>
              <a:off x="9218836" y="1544003"/>
              <a:ext cx="276225" cy="190"/>
            </a:xfrm>
            <a:custGeom>
              <a:avLst/>
              <a:gdLst/>
              <a:ahLst/>
              <a:cxnLst/>
              <a:rect l="0" t="0" r="0" b="0"/>
              <a:pathLst>
                <a:path w="276225" h="191">
                  <a:moveTo>
                    <a:pt x="0" y="0"/>
                  </a:moveTo>
                  <a:lnTo>
                    <a:pt x="276225" y="0"/>
                  </a:lnTo>
                </a:path>
              </a:pathLst>
            </a:custGeom>
            <a:noFill/>
            <a:ln w="6885">
              <a:solidFill>
                <a:srgbClr val="4083B4"/>
              </a:solidFill>
              <a:prstDash val="solid"/>
            </a:ln>
          </p:spPr>
        </p:sp>
        <p:sp>
          <p:nvSpPr>
            <p:cNvPr id="4302" name="Voxel branch to outputs head">
              <a:extLst>
                <a:ext uri="{FF2B5EF4-FFF2-40B4-BE49-F238E27FC236}">
                  <a16:creationId xmlns:a16="http://schemas.microsoft.com/office/drawing/2014/main" id="{AB1F176C-8FE5-49BA-2C3E-4BFF456F08E2}"/>
                </a:ext>
              </a:extLst>
            </p:cNvPr>
            <p:cNvSpPr>
              <a:spLocks noGrp="1"/>
            </p:cNvSpPr>
            <p:nvPr/>
          </p:nvSpPr>
          <p:spPr>
            <a:xfrm>
              <a:off x="9451247" y="1525600"/>
              <a:ext cx="43814" cy="36805"/>
            </a:xfrm>
            <a:custGeom>
              <a:avLst/>
              <a:gdLst/>
              <a:ahLst/>
              <a:cxnLst/>
              <a:rect l="0" t="0" r="0" b="0"/>
              <a:pathLst>
                <a:path w="43815" h="36805">
                  <a:moveTo>
                    <a:pt x="43815" y="18402"/>
                  </a:moveTo>
                  <a:lnTo>
                    <a:pt x="0" y="0"/>
                  </a:lnTo>
                  <a:lnTo>
                    <a:pt x="0" y="36805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03" name="Point branch to outputs">
              <a:extLst>
                <a:ext uri="{FF2B5EF4-FFF2-40B4-BE49-F238E27FC236}">
                  <a16:creationId xmlns:a16="http://schemas.microsoft.com/office/drawing/2014/main" id="{D689978B-7776-86A0-3583-7C4838BED12B}"/>
                </a:ext>
              </a:extLst>
            </p:cNvPr>
            <p:cNvSpPr>
              <a:spLocks noGrp="1"/>
            </p:cNvSpPr>
            <p:nvPr/>
          </p:nvSpPr>
          <p:spPr>
            <a:xfrm>
              <a:off x="9222573" y="3107056"/>
              <a:ext cx="276225" cy="190"/>
            </a:xfrm>
            <a:custGeom>
              <a:avLst/>
              <a:gdLst/>
              <a:ahLst/>
              <a:cxnLst/>
              <a:rect l="0" t="0" r="0" b="0"/>
              <a:pathLst>
                <a:path w="276225" h="191">
                  <a:moveTo>
                    <a:pt x="0" y="0"/>
                  </a:moveTo>
                  <a:lnTo>
                    <a:pt x="276225" y="0"/>
                  </a:lnTo>
                </a:path>
              </a:pathLst>
            </a:custGeom>
            <a:noFill/>
            <a:ln w="6885">
              <a:solidFill>
                <a:srgbClr val="9481B1"/>
              </a:solidFill>
              <a:prstDash val="solid"/>
            </a:ln>
          </p:spPr>
        </p:sp>
        <p:sp>
          <p:nvSpPr>
            <p:cNvPr id="4304" name="Point branch to outputs head">
              <a:extLst>
                <a:ext uri="{FF2B5EF4-FFF2-40B4-BE49-F238E27FC236}">
                  <a16:creationId xmlns:a16="http://schemas.microsoft.com/office/drawing/2014/main" id="{560757A4-1005-1554-AE35-45A437FC2594}"/>
                </a:ext>
              </a:extLst>
            </p:cNvPr>
            <p:cNvSpPr>
              <a:spLocks noGrp="1"/>
            </p:cNvSpPr>
            <p:nvPr/>
          </p:nvSpPr>
          <p:spPr>
            <a:xfrm>
              <a:off x="9454984" y="3088653"/>
              <a:ext cx="43814" cy="36805"/>
            </a:xfrm>
            <a:custGeom>
              <a:avLst/>
              <a:gdLst/>
              <a:ahLst/>
              <a:cxnLst/>
              <a:rect l="0" t="0" r="0" b="0"/>
              <a:pathLst>
                <a:path w="43815" h="36805">
                  <a:moveTo>
                    <a:pt x="43815" y="18402"/>
                  </a:moveTo>
                  <a:lnTo>
                    <a:pt x="0" y="0"/>
                  </a:lnTo>
                  <a:lnTo>
                    <a:pt x="0" y="36805"/>
                  </a:lnTo>
                  <a:close/>
                </a:path>
              </a:pathLst>
            </a:custGeom>
            <a:solidFill>
              <a:srgbClr val="9481B1"/>
            </a:solidFill>
            <a:ln w="0">
              <a:solidFill>
                <a:srgbClr val="9481B1"/>
              </a:solidFill>
              <a:prstDash val="solid"/>
            </a:ln>
          </p:spPr>
        </p:sp>
        <p:sp>
          <p:nvSpPr>
            <p:cNvPr id="4305" name="Skip outer">
              <a:extLst>
                <a:ext uri="{FF2B5EF4-FFF2-40B4-BE49-F238E27FC236}">
                  <a16:creationId xmlns:a16="http://schemas.microsoft.com/office/drawing/2014/main" id="{2EE4656D-DB1D-D256-E17C-43D8A3574711}"/>
                </a:ext>
              </a:extLst>
            </p:cNvPr>
            <p:cNvSpPr>
              <a:spLocks noGrp="1"/>
            </p:cNvSpPr>
            <p:nvPr/>
          </p:nvSpPr>
          <p:spPr>
            <a:xfrm>
              <a:off x="4391025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19075"/>
                  </a:lnTo>
                </a:path>
              </a:pathLst>
            </a:custGeom>
            <a:noFill/>
            <a:ln w="5265">
              <a:solidFill>
                <a:srgbClr val="85AFCB"/>
              </a:solidFill>
              <a:prstDash val="dash"/>
            </a:ln>
          </p:spPr>
        </p:sp>
        <p:sp>
          <p:nvSpPr>
            <p:cNvPr id="4306" name="Skip outer head">
              <a:extLst>
                <a:ext uri="{FF2B5EF4-FFF2-40B4-BE49-F238E27FC236}">
                  <a16:creationId xmlns:a16="http://schemas.microsoft.com/office/drawing/2014/main" id="{2444CB84-E4FC-7744-F900-31ECE96236FF}"/>
                </a:ext>
              </a:extLst>
            </p:cNvPr>
            <p:cNvSpPr>
              <a:spLocks noGrp="1"/>
            </p:cNvSpPr>
            <p:nvPr/>
          </p:nvSpPr>
          <p:spPr>
            <a:xfrm>
              <a:off x="8706898" y="1385888"/>
              <a:ext cx="36004" cy="42863"/>
            </a:xfrm>
            <a:custGeom>
              <a:avLst/>
              <a:gdLst/>
              <a:ahLst/>
              <a:cxnLst/>
              <a:rect l="0" t="0" r="0" b="0"/>
              <a:pathLst>
                <a:path w="36004" h="42863">
                  <a:moveTo>
                    <a:pt x="18002" y="42863"/>
                  </a:moveTo>
                  <a:lnTo>
                    <a:pt x="3600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solidFill>
                <a:srgbClr val="85AFCB"/>
              </a:solidFill>
              <a:prstDash val="solid"/>
            </a:ln>
          </p:spPr>
        </p:sp>
        <p:sp>
          <p:nvSpPr>
            <p:cNvPr id="4307" name="Skip middle">
              <a:extLst>
                <a:ext uri="{FF2B5EF4-FFF2-40B4-BE49-F238E27FC236}">
                  <a16:creationId xmlns:a16="http://schemas.microsoft.com/office/drawing/2014/main" id="{CA36461B-BE4C-2F3B-6436-E75EFF92B5B3}"/>
                </a:ext>
              </a:extLst>
            </p:cNvPr>
            <p:cNvSpPr>
              <a:spLocks noGrp="1"/>
            </p:cNvSpPr>
            <p:nvPr/>
          </p:nvSpPr>
          <p:spPr>
            <a:xfrm>
              <a:off x="5029200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66700"/>
                  </a:lnTo>
                </a:path>
              </a:pathLst>
            </a:custGeom>
            <a:noFill/>
            <a:ln w="5265">
              <a:solidFill>
                <a:srgbClr val="85AFCB"/>
              </a:solidFill>
              <a:prstDash val="dash"/>
            </a:ln>
          </p:spPr>
        </p:sp>
        <p:sp>
          <p:nvSpPr>
            <p:cNvPr id="4308" name="Skip middle head">
              <a:extLst>
                <a:ext uri="{FF2B5EF4-FFF2-40B4-BE49-F238E27FC236}">
                  <a16:creationId xmlns:a16="http://schemas.microsoft.com/office/drawing/2014/main" id="{C6052011-7A27-CBDD-BAF5-4744FCA26161}"/>
                </a:ext>
              </a:extLst>
            </p:cNvPr>
            <p:cNvSpPr>
              <a:spLocks noGrp="1"/>
            </p:cNvSpPr>
            <p:nvPr/>
          </p:nvSpPr>
          <p:spPr>
            <a:xfrm>
              <a:off x="8078248" y="1519238"/>
              <a:ext cx="36004" cy="42863"/>
            </a:xfrm>
            <a:custGeom>
              <a:avLst/>
              <a:gdLst/>
              <a:ahLst/>
              <a:cxnLst/>
              <a:rect l="0" t="0" r="0" b="0"/>
              <a:pathLst>
                <a:path w="36004" h="42863">
                  <a:moveTo>
                    <a:pt x="18002" y="42863"/>
                  </a:moveTo>
                  <a:lnTo>
                    <a:pt x="3600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solidFill>
                <a:srgbClr val="85AFCB"/>
              </a:solidFill>
              <a:prstDash val="solid"/>
            </a:ln>
          </p:spPr>
        </p:sp>
        <p:sp>
          <p:nvSpPr>
            <p:cNvPr id="4309" name="Skip inner">
              <a:extLst>
                <a:ext uri="{FF2B5EF4-FFF2-40B4-BE49-F238E27FC236}">
                  <a16:creationId xmlns:a16="http://schemas.microsoft.com/office/drawing/2014/main" id="{B2A5F2E9-0D42-629E-E44E-580D2409DF71}"/>
                </a:ext>
              </a:extLst>
            </p:cNvPr>
            <p:cNvSpPr>
              <a:spLocks noGrp="1"/>
            </p:cNvSpPr>
            <p:nvPr/>
          </p:nvSpPr>
          <p:spPr>
            <a:xfrm>
              <a:off x="5553075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23850"/>
                  </a:lnTo>
                </a:path>
              </a:pathLst>
            </a:custGeom>
            <a:noFill/>
            <a:ln w="5265">
              <a:solidFill>
                <a:srgbClr val="85AFCB"/>
              </a:solidFill>
              <a:prstDash val="dash"/>
            </a:ln>
          </p:spPr>
        </p:sp>
        <p:sp>
          <p:nvSpPr>
            <p:cNvPr id="4310" name="Skip inner head">
              <a:extLst>
                <a:ext uri="{FF2B5EF4-FFF2-40B4-BE49-F238E27FC236}">
                  <a16:creationId xmlns:a16="http://schemas.microsoft.com/office/drawing/2014/main" id="{7C8DB315-0F12-2E23-9DCC-D97DF84AEBF9}"/>
                </a:ext>
              </a:extLst>
            </p:cNvPr>
            <p:cNvSpPr>
              <a:spLocks noGrp="1"/>
            </p:cNvSpPr>
            <p:nvPr/>
          </p:nvSpPr>
          <p:spPr>
            <a:xfrm>
              <a:off x="7535323" y="1662113"/>
              <a:ext cx="36004" cy="42863"/>
            </a:xfrm>
            <a:custGeom>
              <a:avLst/>
              <a:gdLst/>
              <a:ahLst/>
              <a:cxnLst/>
              <a:rect l="0" t="0" r="0" b="0"/>
              <a:pathLst>
                <a:path w="36004" h="42863">
                  <a:moveTo>
                    <a:pt x="18002" y="42863"/>
                  </a:moveTo>
                  <a:lnTo>
                    <a:pt x="3600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solidFill>
                <a:srgbClr val="85AFCB"/>
              </a:solidFill>
              <a:prstDash val="solid"/>
            </a:ln>
          </p:spPr>
        </p:sp>
        <p:sp>
          <p:nvSpPr>
            <p:cNvPr id="4311" name="U-Net main flow 1">
              <a:extLst>
                <a:ext uri="{FF2B5EF4-FFF2-40B4-BE49-F238E27FC236}">
                  <a16:creationId xmlns:a16="http://schemas.microsoft.com/office/drawing/2014/main" id="{3195B458-5D78-7577-D58E-26ED0C7BEA22}"/>
                </a:ext>
              </a:extLst>
            </p:cNvPr>
            <p:cNvSpPr>
              <a:spLocks noGrp="1"/>
            </p:cNvSpPr>
            <p:nvPr/>
          </p:nvSpPr>
          <p:spPr>
            <a:xfrm>
              <a:off x="4800600" y="1943100"/>
              <a:ext cx="85725" cy="191"/>
            </a:xfrm>
            <a:custGeom>
              <a:avLst/>
              <a:gdLst/>
              <a:ahLst/>
              <a:cxnLst/>
              <a:rect l="0" t="0" r="0" b="0"/>
              <a:pathLst>
                <a:path w="85725" h="191">
                  <a:moveTo>
                    <a:pt x="0" y="0"/>
                  </a:moveTo>
                  <a:lnTo>
                    <a:pt x="85725" y="0"/>
                  </a:lnTo>
                </a:path>
              </a:pathLst>
            </a:custGeom>
            <a:noFill/>
            <a:ln w="5265">
              <a:solidFill>
                <a:srgbClr val="4083B4"/>
              </a:solidFill>
              <a:prstDash val="solid"/>
            </a:ln>
          </p:spPr>
        </p:sp>
        <p:sp>
          <p:nvSpPr>
            <p:cNvPr id="4312" name="U-Net main flow 1 head">
              <a:extLst>
                <a:ext uri="{FF2B5EF4-FFF2-40B4-BE49-F238E27FC236}">
                  <a16:creationId xmlns:a16="http://schemas.microsoft.com/office/drawing/2014/main" id="{55A18446-1CC2-0F18-2889-ED5EBE8A3C15}"/>
                </a:ext>
              </a:extLst>
            </p:cNvPr>
            <p:cNvSpPr>
              <a:spLocks noGrp="1"/>
            </p:cNvSpPr>
            <p:nvPr/>
          </p:nvSpPr>
          <p:spPr>
            <a:xfrm>
              <a:off x="4850130" y="1927898"/>
              <a:ext cx="36195" cy="30404"/>
            </a:xfrm>
            <a:custGeom>
              <a:avLst/>
              <a:gdLst/>
              <a:ahLst/>
              <a:cxnLst/>
              <a:rect l="0" t="0" r="0" b="0"/>
              <a:pathLst>
                <a:path w="36195" h="30404">
                  <a:moveTo>
                    <a:pt x="36195" y="15202"/>
                  </a:moveTo>
                  <a:lnTo>
                    <a:pt x="0" y="0"/>
                  </a:lnTo>
                  <a:lnTo>
                    <a:pt x="0" y="30404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13" name="U-Net main flow 2">
              <a:extLst>
                <a:ext uri="{FF2B5EF4-FFF2-40B4-BE49-F238E27FC236}">
                  <a16:creationId xmlns:a16="http://schemas.microsoft.com/office/drawing/2014/main" id="{135F1D96-7E17-6BDC-AD65-98747CDE7071}"/>
                </a:ext>
              </a:extLst>
            </p:cNvPr>
            <p:cNvSpPr>
              <a:spLocks noGrp="1"/>
            </p:cNvSpPr>
            <p:nvPr/>
          </p:nvSpPr>
          <p:spPr>
            <a:xfrm>
              <a:off x="5257800" y="1943100"/>
              <a:ext cx="76200" cy="191"/>
            </a:xfrm>
            <a:custGeom>
              <a:avLst/>
              <a:gdLst/>
              <a:ahLst/>
              <a:cxnLst/>
              <a:rect l="0" t="0" r="0" b="0"/>
              <a:pathLst>
                <a:path w="76200" h="191">
                  <a:moveTo>
                    <a:pt x="0" y="0"/>
                  </a:moveTo>
                  <a:lnTo>
                    <a:pt x="76200" y="0"/>
                  </a:lnTo>
                </a:path>
              </a:pathLst>
            </a:custGeom>
            <a:noFill/>
            <a:ln w="5265">
              <a:solidFill>
                <a:srgbClr val="4083B4"/>
              </a:solidFill>
              <a:prstDash val="solid"/>
            </a:ln>
          </p:spPr>
        </p:sp>
        <p:sp>
          <p:nvSpPr>
            <p:cNvPr id="4314" name="U-Net main flow 2 head">
              <a:extLst>
                <a:ext uri="{FF2B5EF4-FFF2-40B4-BE49-F238E27FC236}">
                  <a16:creationId xmlns:a16="http://schemas.microsoft.com/office/drawing/2014/main" id="{5454E3AD-7AD7-165A-65E5-67B8B8532E1F}"/>
                </a:ext>
              </a:extLst>
            </p:cNvPr>
            <p:cNvSpPr>
              <a:spLocks noGrp="1"/>
            </p:cNvSpPr>
            <p:nvPr/>
          </p:nvSpPr>
          <p:spPr>
            <a:xfrm>
              <a:off x="5297805" y="1927898"/>
              <a:ext cx="36195" cy="30404"/>
            </a:xfrm>
            <a:custGeom>
              <a:avLst/>
              <a:gdLst/>
              <a:ahLst/>
              <a:cxnLst/>
              <a:rect l="0" t="0" r="0" b="0"/>
              <a:pathLst>
                <a:path w="36195" h="30404">
                  <a:moveTo>
                    <a:pt x="36195" y="15202"/>
                  </a:moveTo>
                  <a:lnTo>
                    <a:pt x="0" y="0"/>
                  </a:lnTo>
                  <a:lnTo>
                    <a:pt x="0" y="30404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15" name="U-Net main flow 3">
              <a:extLst>
                <a:ext uri="{FF2B5EF4-FFF2-40B4-BE49-F238E27FC236}">
                  <a16:creationId xmlns:a16="http://schemas.microsoft.com/office/drawing/2014/main" id="{D340CDCB-93B7-4A50-C5C2-21800F206279}"/>
                </a:ext>
              </a:extLst>
            </p:cNvPr>
            <p:cNvSpPr>
              <a:spLocks noGrp="1"/>
            </p:cNvSpPr>
            <p:nvPr/>
          </p:nvSpPr>
          <p:spPr>
            <a:xfrm>
              <a:off x="5829300" y="1943100"/>
              <a:ext cx="200025" cy="191"/>
            </a:xfrm>
            <a:custGeom>
              <a:avLst/>
              <a:gdLst/>
              <a:ahLst/>
              <a:cxnLst/>
              <a:rect l="0" t="0" r="0" b="0"/>
              <a:pathLst>
                <a:path w="200025" h="191">
                  <a:moveTo>
                    <a:pt x="0" y="0"/>
                  </a:moveTo>
                  <a:lnTo>
                    <a:pt x="200025" y="0"/>
                  </a:lnTo>
                </a:path>
              </a:pathLst>
            </a:custGeom>
            <a:noFill/>
            <a:ln w="5265">
              <a:solidFill>
                <a:srgbClr val="4083B4"/>
              </a:solidFill>
              <a:prstDash val="solid"/>
            </a:ln>
          </p:spPr>
        </p:sp>
        <p:sp>
          <p:nvSpPr>
            <p:cNvPr id="4316" name="U-Net main flow 3 head">
              <a:extLst>
                <a:ext uri="{FF2B5EF4-FFF2-40B4-BE49-F238E27FC236}">
                  <a16:creationId xmlns:a16="http://schemas.microsoft.com/office/drawing/2014/main" id="{8BB7F1D4-CD4A-DE3D-A11F-569355BE6257}"/>
                </a:ext>
              </a:extLst>
            </p:cNvPr>
            <p:cNvSpPr>
              <a:spLocks noGrp="1"/>
            </p:cNvSpPr>
            <p:nvPr/>
          </p:nvSpPr>
          <p:spPr>
            <a:xfrm>
              <a:off x="5993130" y="1927898"/>
              <a:ext cx="36195" cy="30404"/>
            </a:xfrm>
            <a:custGeom>
              <a:avLst/>
              <a:gdLst/>
              <a:ahLst/>
              <a:cxnLst/>
              <a:rect l="0" t="0" r="0" b="0"/>
              <a:pathLst>
                <a:path w="36195" h="30404">
                  <a:moveTo>
                    <a:pt x="36195" y="15202"/>
                  </a:moveTo>
                  <a:lnTo>
                    <a:pt x="0" y="0"/>
                  </a:lnTo>
                  <a:lnTo>
                    <a:pt x="0" y="30404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17" name="U-Net main flow 4">
              <a:extLst>
                <a:ext uri="{FF2B5EF4-FFF2-40B4-BE49-F238E27FC236}">
                  <a16:creationId xmlns:a16="http://schemas.microsoft.com/office/drawing/2014/main" id="{3D826966-90EA-C284-37A8-4D3B7FD8FA04}"/>
                </a:ext>
              </a:extLst>
            </p:cNvPr>
            <p:cNvSpPr>
              <a:spLocks noGrp="1"/>
            </p:cNvSpPr>
            <p:nvPr/>
          </p:nvSpPr>
          <p:spPr>
            <a:xfrm>
              <a:off x="7105650" y="1943100"/>
              <a:ext cx="219075" cy="191"/>
            </a:xfrm>
            <a:custGeom>
              <a:avLst/>
              <a:gdLst/>
              <a:ahLst/>
              <a:cxnLst/>
              <a:rect l="0" t="0" r="0" b="0"/>
              <a:pathLst>
                <a:path w="219075" h="191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5265">
              <a:solidFill>
                <a:srgbClr val="4083B4"/>
              </a:solidFill>
              <a:prstDash val="solid"/>
            </a:ln>
          </p:spPr>
        </p:sp>
        <p:sp>
          <p:nvSpPr>
            <p:cNvPr id="4318" name="U-Net main flow 4 head">
              <a:extLst>
                <a:ext uri="{FF2B5EF4-FFF2-40B4-BE49-F238E27FC236}">
                  <a16:creationId xmlns:a16="http://schemas.microsoft.com/office/drawing/2014/main" id="{F3A6D6EB-D613-B60B-F7F1-94766EEC1A4C}"/>
                </a:ext>
              </a:extLst>
            </p:cNvPr>
            <p:cNvSpPr>
              <a:spLocks noGrp="1"/>
            </p:cNvSpPr>
            <p:nvPr/>
          </p:nvSpPr>
          <p:spPr>
            <a:xfrm>
              <a:off x="7288530" y="1927898"/>
              <a:ext cx="36195" cy="30404"/>
            </a:xfrm>
            <a:custGeom>
              <a:avLst/>
              <a:gdLst/>
              <a:ahLst/>
              <a:cxnLst/>
              <a:rect l="0" t="0" r="0" b="0"/>
              <a:pathLst>
                <a:path w="36195" h="30404">
                  <a:moveTo>
                    <a:pt x="36195" y="15202"/>
                  </a:moveTo>
                  <a:lnTo>
                    <a:pt x="0" y="0"/>
                  </a:lnTo>
                  <a:lnTo>
                    <a:pt x="0" y="30404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19" name="U-Net main flow 5">
              <a:extLst>
                <a:ext uri="{FF2B5EF4-FFF2-40B4-BE49-F238E27FC236}">
                  <a16:creationId xmlns:a16="http://schemas.microsoft.com/office/drawing/2014/main" id="{794DCD29-22B8-0E7A-22A9-7A19052287B4}"/>
                </a:ext>
              </a:extLst>
            </p:cNvPr>
            <p:cNvSpPr>
              <a:spLocks noGrp="1"/>
            </p:cNvSpPr>
            <p:nvPr/>
          </p:nvSpPr>
          <p:spPr>
            <a:xfrm>
              <a:off x="7829550" y="1943100"/>
              <a:ext cx="85725" cy="191"/>
            </a:xfrm>
            <a:custGeom>
              <a:avLst/>
              <a:gdLst/>
              <a:ahLst/>
              <a:cxnLst/>
              <a:rect l="0" t="0" r="0" b="0"/>
              <a:pathLst>
                <a:path w="85725" h="191">
                  <a:moveTo>
                    <a:pt x="0" y="0"/>
                  </a:moveTo>
                  <a:lnTo>
                    <a:pt x="85725" y="0"/>
                  </a:lnTo>
                </a:path>
              </a:pathLst>
            </a:custGeom>
            <a:noFill/>
            <a:ln w="5265">
              <a:solidFill>
                <a:srgbClr val="4083B4"/>
              </a:solidFill>
              <a:prstDash val="solid"/>
            </a:ln>
          </p:spPr>
        </p:sp>
        <p:sp>
          <p:nvSpPr>
            <p:cNvPr id="4320" name="U-Net main flow 5 head">
              <a:extLst>
                <a:ext uri="{FF2B5EF4-FFF2-40B4-BE49-F238E27FC236}">
                  <a16:creationId xmlns:a16="http://schemas.microsoft.com/office/drawing/2014/main" id="{FC5A00BD-7B5E-453D-21E9-AE3431B4F2CD}"/>
                </a:ext>
              </a:extLst>
            </p:cNvPr>
            <p:cNvSpPr>
              <a:spLocks noGrp="1"/>
            </p:cNvSpPr>
            <p:nvPr/>
          </p:nvSpPr>
          <p:spPr>
            <a:xfrm>
              <a:off x="7879080" y="1927898"/>
              <a:ext cx="36195" cy="30404"/>
            </a:xfrm>
            <a:custGeom>
              <a:avLst/>
              <a:gdLst/>
              <a:ahLst/>
              <a:cxnLst/>
              <a:rect l="0" t="0" r="0" b="0"/>
              <a:pathLst>
                <a:path w="36195" h="30404">
                  <a:moveTo>
                    <a:pt x="36195" y="15202"/>
                  </a:moveTo>
                  <a:lnTo>
                    <a:pt x="0" y="0"/>
                  </a:lnTo>
                  <a:lnTo>
                    <a:pt x="0" y="30404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21" name="U-Net main flow 6">
              <a:extLst>
                <a:ext uri="{FF2B5EF4-FFF2-40B4-BE49-F238E27FC236}">
                  <a16:creationId xmlns:a16="http://schemas.microsoft.com/office/drawing/2014/main" id="{DB89FB31-A570-789F-3CE9-3FB2D0DC8F80}"/>
                </a:ext>
              </a:extLst>
            </p:cNvPr>
            <p:cNvSpPr>
              <a:spLocks noGrp="1"/>
            </p:cNvSpPr>
            <p:nvPr/>
          </p:nvSpPr>
          <p:spPr>
            <a:xfrm>
              <a:off x="8267700" y="1943100"/>
              <a:ext cx="104775" cy="191"/>
            </a:xfrm>
            <a:custGeom>
              <a:avLst/>
              <a:gdLst/>
              <a:ahLst/>
              <a:cxnLst/>
              <a:rect l="0" t="0" r="0" b="0"/>
              <a:pathLst>
                <a:path w="104775" h="191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5265">
              <a:solidFill>
                <a:srgbClr val="4083B4"/>
              </a:solidFill>
              <a:prstDash val="solid"/>
            </a:ln>
          </p:spPr>
        </p:sp>
        <p:sp>
          <p:nvSpPr>
            <p:cNvPr id="4322" name="U-Net main flow 6 head">
              <a:extLst>
                <a:ext uri="{FF2B5EF4-FFF2-40B4-BE49-F238E27FC236}">
                  <a16:creationId xmlns:a16="http://schemas.microsoft.com/office/drawing/2014/main" id="{67B5EB7E-2074-6D57-CEB2-70801AE46E78}"/>
                </a:ext>
              </a:extLst>
            </p:cNvPr>
            <p:cNvSpPr>
              <a:spLocks noGrp="1"/>
            </p:cNvSpPr>
            <p:nvPr/>
          </p:nvSpPr>
          <p:spPr>
            <a:xfrm>
              <a:off x="8336280" y="1927898"/>
              <a:ext cx="36195" cy="30404"/>
            </a:xfrm>
            <a:custGeom>
              <a:avLst/>
              <a:gdLst/>
              <a:ahLst/>
              <a:cxnLst/>
              <a:rect l="0" t="0" r="0" b="0"/>
              <a:pathLst>
                <a:path w="36195" h="30404">
                  <a:moveTo>
                    <a:pt x="36195" y="15202"/>
                  </a:moveTo>
                  <a:lnTo>
                    <a:pt x="0" y="0"/>
                  </a:lnTo>
                  <a:lnTo>
                    <a:pt x="0" y="30404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23" name="Find auxiliary blue 0">
              <a:extLst>
                <a:ext uri="{FF2B5EF4-FFF2-40B4-BE49-F238E27FC236}">
                  <a16:creationId xmlns:a16="http://schemas.microsoft.com/office/drawing/2014/main" id="{A8FBE226-F049-FD3A-3320-6780E9CB8598}"/>
                </a:ext>
              </a:extLst>
            </p:cNvPr>
            <p:cNvSpPr>
              <a:spLocks noGrp="1"/>
            </p:cNvSpPr>
            <p:nvPr/>
          </p:nvSpPr>
          <p:spPr>
            <a:xfrm>
              <a:off x="9591676" y="3287421"/>
              <a:ext cx="97223" cy="76200"/>
            </a:xfrm>
            <a:prstGeom prst="rect">
              <a:avLst/>
            </a:prstGeom>
            <a:solidFill>
              <a:srgbClr val="428BB6"/>
            </a:solidFill>
            <a:ln w="6885">
              <a:noFill/>
              <a:prstDash val="solid"/>
            </a:ln>
          </p:spPr>
        </p:sp>
        <p:sp>
          <p:nvSpPr>
            <p:cNvPr id="4324" name="Find auxiliary blue 1">
              <a:extLst>
                <a:ext uri="{FF2B5EF4-FFF2-40B4-BE49-F238E27FC236}">
                  <a16:creationId xmlns:a16="http://schemas.microsoft.com/office/drawing/2014/main" id="{06B76C5D-DBC3-4704-DF82-5E9DB4702F94}"/>
                </a:ext>
              </a:extLst>
            </p:cNvPr>
            <p:cNvSpPr>
              <a:spLocks noGrp="1"/>
            </p:cNvSpPr>
            <p:nvPr/>
          </p:nvSpPr>
          <p:spPr>
            <a:xfrm>
              <a:off x="9695089" y="3287421"/>
              <a:ext cx="97223" cy="76200"/>
            </a:xfrm>
            <a:prstGeom prst="rect">
              <a:avLst/>
            </a:prstGeom>
            <a:solidFill>
              <a:srgbClr val="69A7CA"/>
            </a:solidFill>
            <a:ln w="6885">
              <a:noFill/>
              <a:prstDash val="solid"/>
            </a:ln>
          </p:spPr>
        </p:sp>
        <p:sp>
          <p:nvSpPr>
            <p:cNvPr id="4325" name="Find auxiliary blue 2">
              <a:extLst>
                <a:ext uri="{FF2B5EF4-FFF2-40B4-BE49-F238E27FC236}">
                  <a16:creationId xmlns:a16="http://schemas.microsoft.com/office/drawing/2014/main" id="{F3AE2388-8C50-178B-0132-67E1C63CF9A7}"/>
                </a:ext>
              </a:extLst>
            </p:cNvPr>
            <p:cNvSpPr>
              <a:spLocks noGrp="1"/>
            </p:cNvSpPr>
            <p:nvPr/>
          </p:nvSpPr>
          <p:spPr>
            <a:xfrm>
              <a:off x="9798504" y="3287421"/>
              <a:ext cx="97223" cy="76200"/>
            </a:xfrm>
            <a:prstGeom prst="rect">
              <a:avLst/>
            </a:prstGeom>
            <a:solidFill>
              <a:srgbClr val="A7CDDF"/>
            </a:solidFill>
            <a:ln w="6885">
              <a:noFill/>
              <a:prstDash val="solid"/>
            </a:ln>
          </p:spPr>
        </p:sp>
        <p:sp>
          <p:nvSpPr>
            <p:cNvPr id="4326" name="Find auxiliary blue 3">
              <a:extLst>
                <a:ext uri="{FF2B5EF4-FFF2-40B4-BE49-F238E27FC236}">
                  <a16:creationId xmlns:a16="http://schemas.microsoft.com/office/drawing/2014/main" id="{7DD3158C-A265-C85D-75A0-4713DE9EA23F}"/>
                </a:ext>
              </a:extLst>
            </p:cNvPr>
            <p:cNvSpPr>
              <a:spLocks noGrp="1"/>
            </p:cNvSpPr>
            <p:nvPr/>
          </p:nvSpPr>
          <p:spPr>
            <a:xfrm>
              <a:off x="9901919" y="3287421"/>
              <a:ext cx="97223" cy="76200"/>
            </a:xfrm>
            <a:prstGeom prst="rect">
              <a:avLst/>
            </a:prstGeom>
            <a:solidFill>
              <a:srgbClr val="83BDD6"/>
            </a:solidFill>
            <a:ln w="6885">
              <a:noFill/>
              <a:prstDash val="solid"/>
            </a:ln>
          </p:spPr>
        </p:sp>
        <p:sp>
          <p:nvSpPr>
            <p:cNvPr id="4327" name="Find auxiliary blue 4">
              <a:extLst>
                <a:ext uri="{FF2B5EF4-FFF2-40B4-BE49-F238E27FC236}">
                  <a16:creationId xmlns:a16="http://schemas.microsoft.com/office/drawing/2014/main" id="{2975B0DF-1884-8DC0-E5F9-B580F2551CE1}"/>
                </a:ext>
              </a:extLst>
            </p:cNvPr>
            <p:cNvSpPr>
              <a:spLocks noGrp="1"/>
            </p:cNvSpPr>
            <p:nvPr/>
          </p:nvSpPr>
          <p:spPr>
            <a:xfrm>
              <a:off x="10005332" y="3287421"/>
              <a:ext cx="97223" cy="76200"/>
            </a:xfrm>
            <a:prstGeom prst="rect">
              <a:avLst/>
            </a:prstGeom>
            <a:solidFill>
              <a:srgbClr val="568FAF"/>
            </a:solidFill>
            <a:ln w="6885">
              <a:noFill/>
              <a:prstDash val="solid"/>
            </a:ln>
          </p:spPr>
        </p:sp>
        <p:sp>
          <p:nvSpPr>
            <p:cNvPr id="4328" name="Find auxiliary blue 5">
              <a:extLst>
                <a:ext uri="{FF2B5EF4-FFF2-40B4-BE49-F238E27FC236}">
                  <a16:creationId xmlns:a16="http://schemas.microsoft.com/office/drawing/2014/main" id="{CD41D8DB-91CD-5B86-CC75-A28E274BF000}"/>
                </a:ext>
              </a:extLst>
            </p:cNvPr>
            <p:cNvSpPr>
              <a:spLocks noGrp="1"/>
            </p:cNvSpPr>
            <p:nvPr/>
          </p:nvSpPr>
          <p:spPr>
            <a:xfrm>
              <a:off x="10108747" y="3287421"/>
              <a:ext cx="97223" cy="76200"/>
            </a:xfrm>
            <a:prstGeom prst="rect">
              <a:avLst/>
            </a:prstGeom>
            <a:solidFill>
              <a:srgbClr val="9CC8DD"/>
            </a:solidFill>
            <a:ln w="6885">
              <a:noFill/>
              <a:prstDash val="solid"/>
            </a:ln>
          </p:spPr>
        </p:sp>
        <p:sp>
          <p:nvSpPr>
            <p:cNvPr id="4329" name="Find auxiliary blue 6">
              <a:extLst>
                <a:ext uri="{FF2B5EF4-FFF2-40B4-BE49-F238E27FC236}">
                  <a16:creationId xmlns:a16="http://schemas.microsoft.com/office/drawing/2014/main" id="{59C46BC4-8754-00C6-F4E4-21045ED87E85}"/>
                </a:ext>
              </a:extLst>
            </p:cNvPr>
            <p:cNvSpPr>
              <a:spLocks noGrp="1"/>
            </p:cNvSpPr>
            <p:nvPr/>
          </p:nvSpPr>
          <p:spPr>
            <a:xfrm>
              <a:off x="10212160" y="3287421"/>
              <a:ext cx="97223" cy="76200"/>
            </a:xfrm>
            <a:prstGeom prst="rect">
              <a:avLst/>
            </a:prstGeom>
            <a:solidFill>
              <a:srgbClr val="C4DFEA"/>
            </a:solidFill>
            <a:ln w="6885">
              <a:noFill/>
              <a:prstDash val="solid"/>
            </a:ln>
          </p:spPr>
        </p:sp>
        <p:sp>
          <p:nvSpPr>
            <p:cNvPr id="4330" name="Find auxiliary green 0">
              <a:extLst>
                <a:ext uri="{FF2B5EF4-FFF2-40B4-BE49-F238E27FC236}">
                  <a16:creationId xmlns:a16="http://schemas.microsoft.com/office/drawing/2014/main" id="{21550815-C0B1-4D9E-835F-F98CA3C66AE1}"/>
                </a:ext>
              </a:extLst>
            </p:cNvPr>
            <p:cNvSpPr>
              <a:spLocks noGrp="1"/>
            </p:cNvSpPr>
            <p:nvPr/>
          </p:nvSpPr>
          <p:spPr>
            <a:xfrm>
              <a:off x="9591675" y="3371850"/>
              <a:ext cx="97223" cy="76200"/>
            </a:xfrm>
            <a:prstGeom prst="rect">
              <a:avLst/>
            </a:prstGeom>
            <a:solidFill>
              <a:srgbClr val="4B9D8C"/>
            </a:solidFill>
            <a:ln w="6885">
              <a:noFill/>
              <a:prstDash val="solid"/>
            </a:ln>
          </p:spPr>
        </p:sp>
        <p:sp>
          <p:nvSpPr>
            <p:cNvPr id="4331" name="Find auxiliary green 1">
              <a:extLst>
                <a:ext uri="{FF2B5EF4-FFF2-40B4-BE49-F238E27FC236}">
                  <a16:creationId xmlns:a16="http://schemas.microsoft.com/office/drawing/2014/main" id="{0097832A-ABA5-BD4A-B04E-3BD098C77C66}"/>
                </a:ext>
              </a:extLst>
            </p:cNvPr>
            <p:cNvSpPr>
              <a:spLocks noGrp="1"/>
            </p:cNvSpPr>
            <p:nvPr/>
          </p:nvSpPr>
          <p:spPr>
            <a:xfrm>
              <a:off x="9695089" y="3371850"/>
              <a:ext cx="97223" cy="76200"/>
            </a:xfrm>
            <a:prstGeom prst="rect">
              <a:avLst/>
            </a:prstGeom>
            <a:solidFill>
              <a:srgbClr val="8FC8BA"/>
            </a:solidFill>
            <a:ln w="6885">
              <a:noFill/>
              <a:prstDash val="solid"/>
            </a:ln>
          </p:spPr>
        </p:sp>
        <p:sp>
          <p:nvSpPr>
            <p:cNvPr id="4332" name="Find auxiliary green 2">
              <a:extLst>
                <a:ext uri="{FF2B5EF4-FFF2-40B4-BE49-F238E27FC236}">
                  <a16:creationId xmlns:a16="http://schemas.microsoft.com/office/drawing/2014/main" id="{36CC5227-8C4F-17DE-74F1-1731AB0BD4C4}"/>
                </a:ext>
              </a:extLst>
            </p:cNvPr>
            <p:cNvSpPr>
              <a:spLocks noGrp="1"/>
            </p:cNvSpPr>
            <p:nvPr/>
          </p:nvSpPr>
          <p:spPr>
            <a:xfrm>
              <a:off x="9798504" y="3371850"/>
              <a:ext cx="97223" cy="76200"/>
            </a:xfrm>
            <a:prstGeom prst="rect">
              <a:avLst/>
            </a:prstGeom>
            <a:solidFill>
              <a:srgbClr val="68B3A0"/>
            </a:solidFill>
            <a:ln w="6885">
              <a:noFill/>
              <a:prstDash val="solid"/>
            </a:ln>
          </p:spPr>
        </p:sp>
        <p:sp>
          <p:nvSpPr>
            <p:cNvPr id="4333" name="Find auxiliary green 3">
              <a:extLst>
                <a:ext uri="{FF2B5EF4-FFF2-40B4-BE49-F238E27FC236}">
                  <a16:creationId xmlns:a16="http://schemas.microsoft.com/office/drawing/2014/main" id="{05FBB445-7EEA-3246-E6BE-D0B96E78F0A5}"/>
                </a:ext>
              </a:extLst>
            </p:cNvPr>
            <p:cNvSpPr>
              <a:spLocks noGrp="1"/>
            </p:cNvSpPr>
            <p:nvPr/>
          </p:nvSpPr>
          <p:spPr>
            <a:xfrm>
              <a:off x="9901918" y="3371850"/>
              <a:ext cx="97223" cy="76200"/>
            </a:xfrm>
            <a:prstGeom prst="rect">
              <a:avLst/>
            </a:prstGeom>
            <a:solidFill>
              <a:srgbClr val="ADD7CC"/>
            </a:solidFill>
            <a:ln w="6885">
              <a:noFill/>
              <a:prstDash val="solid"/>
            </a:ln>
          </p:spPr>
        </p:sp>
        <p:sp>
          <p:nvSpPr>
            <p:cNvPr id="4334" name="Find auxiliary green 4">
              <a:extLst>
                <a:ext uri="{FF2B5EF4-FFF2-40B4-BE49-F238E27FC236}">
                  <a16:creationId xmlns:a16="http://schemas.microsoft.com/office/drawing/2014/main" id="{9FF77604-25EC-A1E1-4433-3E29D3B381FF}"/>
                </a:ext>
              </a:extLst>
            </p:cNvPr>
            <p:cNvSpPr>
              <a:spLocks noGrp="1"/>
            </p:cNvSpPr>
            <p:nvPr/>
          </p:nvSpPr>
          <p:spPr>
            <a:xfrm>
              <a:off x="10005332" y="3371850"/>
              <a:ext cx="97223" cy="76200"/>
            </a:xfrm>
            <a:prstGeom prst="rect">
              <a:avLst/>
            </a:prstGeom>
            <a:solidFill>
              <a:srgbClr val="3E9785"/>
            </a:solidFill>
            <a:ln w="6885">
              <a:noFill/>
              <a:prstDash val="solid"/>
            </a:ln>
          </p:spPr>
        </p:sp>
        <p:sp>
          <p:nvSpPr>
            <p:cNvPr id="4335" name="Find auxiliary green 5">
              <a:extLst>
                <a:ext uri="{FF2B5EF4-FFF2-40B4-BE49-F238E27FC236}">
                  <a16:creationId xmlns:a16="http://schemas.microsoft.com/office/drawing/2014/main" id="{C0A61939-6683-432B-84DA-34CA7C870B05}"/>
                </a:ext>
              </a:extLst>
            </p:cNvPr>
            <p:cNvSpPr>
              <a:spLocks noGrp="1"/>
            </p:cNvSpPr>
            <p:nvPr/>
          </p:nvSpPr>
          <p:spPr>
            <a:xfrm>
              <a:off x="10108746" y="3371850"/>
              <a:ext cx="97223" cy="76200"/>
            </a:xfrm>
            <a:prstGeom prst="rect">
              <a:avLst/>
            </a:prstGeom>
            <a:solidFill>
              <a:srgbClr val="8CC5B7"/>
            </a:solidFill>
            <a:ln w="6885">
              <a:noFill/>
              <a:prstDash val="solid"/>
            </a:ln>
          </p:spPr>
        </p:sp>
        <p:sp>
          <p:nvSpPr>
            <p:cNvPr id="4336" name="Find auxiliary green 6">
              <a:extLst>
                <a:ext uri="{FF2B5EF4-FFF2-40B4-BE49-F238E27FC236}">
                  <a16:creationId xmlns:a16="http://schemas.microsoft.com/office/drawing/2014/main" id="{D136615F-0873-ACEE-AF86-4C36229EC1DE}"/>
                </a:ext>
              </a:extLst>
            </p:cNvPr>
            <p:cNvSpPr>
              <a:spLocks noGrp="1"/>
            </p:cNvSpPr>
            <p:nvPr/>
          </p:nvSpPr>
          <p:spPr>
            <a:xfrm>
              <a:off x="10212161" y="3371850"/>
              <a:ext cx="97223" cy="76200"/>
            </a:xfrm>
            <a:prstGeom prst="rect">
              <a:avLst/>
            </a:prstGeom>
            <a:solidFill>
              <a:srgbClr val="C0E1D7"/>
            </a:solidFill>
            <a:ln w="6885">
              <a:noFill/>
              <a:prstDash val="solid"/>
            </a:ln>
          </p:spPr>
        </p:sp>
        <p:sp>
          <p:nvSpPr>
            <p:cNvPr id="4337" name="Find auxiliary label">
              <a:extLst>
                <a:ext uri="{FF2B5EF4-FFF2-40B4-BE49-F238E27FC236}">
                  <a16:creationId xmlns:a16="http://schemas.microsoft.com/office/drawing/2014/main" id="{B514ED94-77A5-45AF-014D-9A0233F12ED0}"/>
                </a:ext>
              </a:extLst>
            </p:cNvPr>
            <p:cNvSpPr>
              <a:spLocks noGrp="1"/>
            </p:cNvSpPr>
            <p:nvPr/>
          </p:nvSpPr>
          <p:spPr>
            <a:xfrm>
              <a:off x="9540969" y="3570727"/>
              <a:ext cx="1019176" cy="37147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4338" name="Match upper inputs">
              <a:extLst>
                <a:ext uri="{FF2B5EF4-FFF2-40B4-BE49-F238E27FC236}">
                  <a16:creationId xmlns:a16="http://schemas.microsoft.com/office/drawing/2014/main" id="{13AE320C-8B4B-2FA9-9C76-11D44D5C77D3}"/>
                </a:ext>
              </a:extLst>
            </p:cNvPr>
            <p:cNvSpPr>
              <a:spLocks noGrp="1"/>
            </p:cNvSpPr>
            <p:nvPr/>
          </p:nvSpPr>
          <p:spPr>
            <a:xfrm>
              <a:off x="1239203" y="5281613"/>
              <a:ext cx="2176463" cy="1195388"/>
            </a:xfrm>
            <a:prstGeom prst="roundRect">
              <a:avLst>
                <a:gd name="adj" fmla="val 5578"/>
              </a:avLst>
            </a:prstGeom>
            <a:noFill/>
            <a:ln w="6885">
              <a:solidFill>
                <a:srgbClr val="BFD4CB"/>
              </a:solidFill>
              <a:prstDash val="solid"/>
            </a:ln>
          </p:spPr>
        </p:sp>
        <p:sp>
          <p:nvSpPr>
            <p:cNvPr id="4339" name="Match lower inputs">
              <a:extLst>
                <a:ext uri="{FF2B5EF4-FFF2-40B4-BE49-F238E27FC236}">
                  <a16:creationId xmlns:a16="http://schemas.microsoft.com/office/drawing/2014/main" id="{C3DB4AE4-454E-FA65-3169-F3E4A465AC3F}"/>
                </a:ext>
              </a:extLst>
            </p:cNvPr>
            <p:cNvSpPr>
              <a:spLocks noGrp="1"/>
            </p:cNvSpPr>
            <p:nvPr/>
          </p:nvSpPr>
          <p:spPr>
            <a:xfrm>
              <a:off x="1244095" y="6507514"/>
              <a:ext cx="3163252" cy="1285876"/>
            </a:xfrm>
            <a:prstGeom prst="roundRect">
              <a:avLst>
                <a:gd name="adj" fmla="val 5185"/>
              </a:avLst>
            </a:prstGeom>
            <a:noFill/>
            <a:ln w="6885">
              <a:solidFill>
                <a:srgbClr val="BFD4CB"/>
              </a:solidFill>
              <a:prstDash val="solid"/>
            </a:ln>
          </p:spPr>
        </p:sp>
        <p:sp>
          <p:nvSpPr>
            <p:cNvPr id="4340" name="Match auxiliary blue 0">
              <a:extLst>
                <a:ext uri="{FF2B5EF4-FFF2-40B4-BE49-F238E27FC236}">
                  <a16:creationId xmlns:a16="http://schemas.microsoft.com/office/drawing/2014/main" id="{A71EAEBD-EADF-1DF0-A315-0488B4F033EF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258050"/>
              <a:ext cx="99944" cy="66675"/>
            </a:xfrm>
            <a:prstGeom prst="rect">
              <a:avLst/>
            </a:prstGeom>
            <a:solidFill>
              <a:srgbClr val="428BB6"/>
            </a:solidFill>
            <a:ln w="6885">
              <a:noFill/>
              <a:prstDash val="solid"/>
            </a:ln>
          </p:spPr>
        </p:sp>
        <p:sp>
          <p:nvSpPr>
            <p:cNvPr id="4341" name="Match auxiliary blue 1">
              <a:extLst>
                <a:ext uri="{FF2B5EF4-FFF2-40B4-BE49-F238E27FC236}">
                  <a16:creationId xmlns:a16="http://schemas.microsoft.com/office/drawing/2014/main" id="{2234B479-9EB8-8E49-4443-E3DE04A4B9E0}"/>
                </a:ext>
              </a:extLst>
            </p:cNvPr>
            <p:cNvSpPr>
              <a:spLocks noGrp="1"/>
            </p:cNvSpPr>
            <p:nvPr/>
          </p:nvSpPr>
          <p:spPr>
            <a:xfrm>
              <a:off x="3630386" y="7258050"/>
              <a:ext cx="99944" cy="66675"/>
            </a:xfrm>
            <a:prstGeom prst="rect">
              <a:avLst/>
            </a:prstGeom>
            <a:solidFill>
              <a:srgbClr val="69A7CA"/>
            </a:solidFill>
            <a:ln w="6885">
              <a:noFill/>
              <a:prstDash val="solid"/>
            </a:ln>
          </p:spPr>
        </p:sp>
        <p:sp>
          <p:nvSpPr>
            <p:cNvPr id="4342" name="Match auxiliary blue 2">
              <a:extLst>
                <a:ext uri="{FF2B5EF4-FFF2-40B4-BE49-F238E27FC236}">
                  <a16:creationId xmlns:a16="http://schemas.microsoft.com/office/drawing/2014/main" id="{D26406D2-18D8-1296-7E77-0B3BB65C2ECF}"/>
                </a:ext>
              </a:extLst>
            </p:cNvPr>
            <p:cNvSpPr>
              <a:spLocks noGrp="1"/>
            </p:cNvSpPr>
            <p:nvPr/>
          </p:nvSpPr>
          <p:spPr>
            <a:xfrm>
              <a:off x="3736521" y="7258050"/>
              <a:ext cx="99944" cy="66675"/>
            </a:xfrm>
            <a:prstGeom prst="rect">
              <a:avLst/>
            </a:prstGeom>
            <a:solidFill>
              <a:srgbClr val="A7CDDF"/>
            </a:solidFill>
            <a:ln w="6885">
              <a:noFill/>
              <a:prstDash val="solid"/>
            </a:ln>
          </p:spPr>
        </p:sp>
        <p:sp>
          <p:nvSpPr>
            <p:cNvPr id="4343" name="Match auxiliary blue 3">
              <a:extLst>
                <a:ext uri="{FF2B5EF4-FFF2-40B4-BE49-F238E27FC236}">
                  <a16:creationId xmlns:a16="http://schemas.microsoft.com/office/drawing/2014/main" id="{55D32F60-D1E8-8E8E-D820-C1A54B324C07}"/>
                </a:ext>
              </a:extLst>
            </p:cNvPr>
            <p:cNvSpPr>
              <a:spLocks noGrp="1"/>
            </p:cNvSpPr>
            <p:nvPr/>
          </p:nvSpPr>
          <p:spPr>
            <a:xfrm>
              <a:off x="3842657" y="7258050"/>
              <a:ext cx="99944" cy="66675"/>
            </a:xfrm>
            <a:prstGeom prst="rect">
              <a:avLst/>
            </a:prstGeom>
            <a:solidFill>
              <a:srgbClr val="83BDD6"/>
            </a:solidFill>
            <a:ln w="6885">
              <a:noFill/>
              <a:prstDash val="solid"/>
            </a:ln>
          </p:spPr>
        </p:sp>
        <p:sp>
          <p:nvSpPr>
            <p:cNvPr id="4344" name="Match auxiliary blue 4">
              <a:extLst>
                <a:ext uri="{FF2B5EF4-FFF2-40B4-BE49-F238E27FC236}">
                  <a16:creationId xmlns:a16="http://schemas.microsoft.com/office/drawing/2014/main" id="{2B7AB88D-4898-7419-143A-49B085A3B932}"/>
                </a:ext>
              </a:extLst>
            </p:cNvPr>
            <p:cNvSpPr>
              <a:spLocks noGrp="1"/>
            </p:cNvSpPr>
            <p:nvPr/>
          </p:nvSpPr>
          <p:spPr>
            <a:xfrm>
              <a:off x="3948793" y="7258050"/>
              <a:ext cx="99944" cy="66675"/>
            </a:xfrm>
            <a:prstGeom prst="rect">
              <a:avLst/>
            </a:prstGeom>
            <a:solidFill>
              <a:srgbClr val="568FAF"/>
            </a:solidFill>
            <a:ln w="6885">
              <a:noFill/>
              <a:prstDash val="solid"/>
            </a:ln>
          </p:spPr>
        </p:sp>
        <p:sp>
          <p:nvSpPr>
            <p:cNvPr id="4345" name="Match auxiliary blue 5">
              <a:extLst>
                <a:ext uri="{FF2B5EF4-FFF2-40B4-BE49-F238E27FC236}">
                  <a16:creationId xmlns:a16="http://schemas.microsoft.com/office/drawing/2014/main" id="{DB1576DF-EE1C-A7E2-10A3-26D1C7548278}"/>
                </a:ext>
              </a:extLst>
            </p:cNvPr>
            <p:cNvSpPr>
              <a:spLocks noGrp="1"/>
            </p:cNvSpPr>
            <p:nvPr/>
          </p:nvSpPr>
          <p:spPr>
            <a:xfrm>
              <a:off x="4054929" y="7258050"/>
              <a:ext cx="99944" cy="66675"/>
            </a:xfrm>
            <a:prstGeom prst="rect">
              <a:avLst/>
            </a:prstGeom>
            <a:solidFill>
              <a:srgbClr val="9CC8DD"/>
            </a:solidFill>
            <a:ln w="6885">
              <a:noFill/>
              <a:prstDash val="solid"/>
            </a:ln>
          </p:spPr>
        </p:sp>
        <p:sp>
          <p:nvSpPr>
            <p:cNvPr id="4346" name="Match auxiliary blue 6">
              <a:extLst>
                <a:ext uri="{FF2B5EF4-FFF2-40B4-BE49-F238E27FC236}">
                  <a16:creationId xmlns:a16="http://schemas.microsoft.com/office/drawing/2014/main" id="{0880E629-DB04-E630-7FC6-BED1E633235A}"/>
                </a:ext>
              </a:extLst>
            </p:cNvPr>
            <p:cNvSpPr>
              <a:spLocks noGrp="1"/>
            </p:cNvSpPr>
            <p:nvPr/>
          </p:nvSpPr>
          <p:spPr>
            <a:xfrm>
              <a:off x="4161064" y="7258050"/>
              <a:ext cx="99944" cy="66675"/>
            </a:xfrm>
            <a:prstGeom prst="rect">
              <a:avLst/>
            </a:prstGeom>
            <a:solidFill>
              <a:srgbClr val="C4DFEA"/>
            </a:solidFill>
            <a:ln w="6885">
              <a:noFill/>
              <a:prstDash val="solid"/>
            </a:ln>
          </p:spPr>
        </p:sp>
        <p:sp>
          <p:nvSpPr>
            <p:cNvPr id="4347" name="Match auxiliary green 0">
              <a:extLst>
                <a:ext uri="{FF2B5EF4-FFF2-40B4-BE49-F238E27FC236}">
                  <a16:creationId xmlns:a16="http://schemas.microsoft.com/office/drawing/2014/main" id="{BB1229C4-7869-0E64-CC15-A9C2CC46F2F8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362825"/>
              <a:ext cx="99944" cy="66675"/>
            </a:xfrm>
            <a:prstGeom prst="rect">
              <a:avLst/>
            </a:prstGeom>
            <a:solidFill>
              <a:srgbClr val="4B9D8C"/>
            </a:solidFill>
            <a:ln w="6885">
              <a:noFill/>
              <a:prstDash val="solid"/>
            </a:ln>
          </p:spPr>
        </p:sp>
        <p:sp>
          <p:nvSpPr>
            <p:cNvPr id="4348" name="Match auxiliary green 1">
              <a:extLst>
                <a:ext uri="{FF2B5EF4-FFF2-40B4-BE49-F238E27FC236}">
                  <a16:creationId xmlns:a16="http://schemas.microsoft.com/office/drawing/2014/main" id="{F6CB79EA-29FC-5826-3E45-BBFBAE1BCA42}"/>
                </a:ext>
              </a:extLst>
            </p:cNvPr>
            <p:cNvSpPr>
              <a:spLocks noGrp="1"/>
            </p:cNvSpPr>
            <p:nvPr/>
          </p:nvSpPr>
          <p:spPr>
            <a:xfrm>
              <a:off x="3630386" y="7362825"/>
              <a:ext cx="99944" cy="66675"/>
            </a:xfrm>
            <a:prstGeom prst="rect">
              <a:avLst/>
            </a:prstGeom>
            <a:solidFill>
              <a:srgbClr val="8FC8BA"/>
            </a:solidFill>
            <a:ln w="6885">
              <a:noFill/>
              <a:prstDash val="solid"/>
            </a:ln>
          </p:spPr>
        </p:sp>
        <p:sp>
          <p:nvSpPr>
            <p:cNvPr id="4349" name="Match auxiliary green 2">
              <a:extLst>
                <a:ext uri="{FF2B5EF4-FFF2-40B4-BE49-F238E27FC236}">
                  <a16:creationId xmlns:a16="http://schemas.microsoft.com/office/drawing/2014/main" id="{BD684B34-8277-A150-987C-6AB9D9BCC32E}"/>
                </a:ext>
              </a:extLst>
            </p:cNvPr>
            <p:cNvSpPr>
              <a:spLocks noGrp="1"/>
            </p:cNvSpPr>
            <p:nvPr/>
          </p:nvSpPr>
          <p:spPr>
            <a:xfrm>
              <a:off x="3736521" y="7362825"/>
              <a:ext cx="99944" cy="66675"/>
            </a:xfrm>
            <a:prstGeom prst="rect">
              <a:avLst/>
            </a:prstGeom>
            <a:solidFill>
              <a:srgbClr val="68B3A0"/>
            </a:solidFill>
            <a:ln w="6885">
              <a:noFill/>
              <a:prstDash val="solid"/>
            </a:ln>
          </p:spPr>
        </p:sp>
        <p:sp>
          <p:nvSpPr>
            <p:cNvPr id="4350" name="Match auxiliary green 3">
              <a:extLst>
                <a:ext uri="{FF2B5EF4-FFF2-40B4-BE49-F238E27FC236}">
                  <a16:creationId xmlns:a16="http://schemas.microsoft.com/office/drawing/2014/main" id="{F074616F-73B0-5739-FDB0-5F64F57D1E12}"/>
                </a:ext>
              </a:extLst>
            </p:cNvPr>
            <p:cNvSpPr>
              <a:spLocks noGrp="1"/>
            </p:cNvSpPr>
            <p:nvPr/>
          </p:nvSpPr>
          <p:spPr>
            <a:xfrm>
              <a:off x="3842657" y="7362825"/>
              <a:ext cx="99944" cy="66675"/>
            </a:xfrm>
            <a:prstGeom prst="rect">
              <a:avLst/>
            </a:prstGeom>
            <a:solidFill>
              <a:srgbClr val="ADD7CC"/>
            </a:solidFill>
            <a:ln w="6885">
              <a:noFill/>
              <a:prstDash val="solid"/>
            </a:ln>
          </p:spPr>
        </p:sp>
        <p:sp>
          <p:nvSpPr>
            <p:cNvPr id="4351" name="Match auxiliary green 4">
              <a:extLst>
                <a:ext uri="{FF2B5EF4-FFF2-40B4-BE49-F238E27FC236}">
                  <a16:creationId xmlns:a16="http://schemas.microsoft.com/office/drawing/2014/main" id="{6D579D1A-4483-62F4-647F-C6CE4A909FCA}"/>
                </a:ext>
              </a:extLst>
            </p:cNvPr>
            <p:cNvSpPr>
              <a:spLocks noGrp="1"/>
            </p:cNvSpPr>
            <p:nvPr/>
          </p:nvSpPr>
          <p:spPr>
            <a:xfrm>
              <a:off x="3948793" y="7362825"/>
              <a:ext cx="99944" cy="66675"/>
            </a:xfrm>
            <a:prstGeom prst="rect">
              <a:avLst/>
            </a:prstGeom>
            <a:solidFill>
              <a:srgbClr val="3E9785"/>
            </a:solidFill>
            <a:ln w="6885">
              <a:noFill/>
              <a:prstDash val="solid"/>
            </a:ln>
          </p:spPr>
        </p:sp>
        <p:sp>
          <p:nvSpPr>
            <p:cNvPr id="4352" name="Match auxiliary green 5">
              <a:extLst>
                <a:ext uri="{FF2B5EF4-FFF2-40B4-BE49-F238E27FC236}">
                  <a16:creationId xmlns:a16="http://schemas.microsoft.com/office/drawing/2014/main" id="{6B34F189-7BDC-DF62-EA9B-5B7693867387}"/>
                </a:ext>
              </a:extLst>
            </p:cNvPr>
            <p:cNvSpPr>
              <a:spLocks noGrp="1"/>
            </p:cNvSpPr>
            <p:nvPr/>
          </p:nvSpPr>
          <p:spPr>
            <a:xfrm>
              <a:off x="4054929" y="7362825"/>
              <a:ext cx="99944" cy="66675"/>
            </a:xfrm>
            <a:prstGeom prst="rect">
              <a:avLst/>
            </a:prstGeom>
            <a:solidFill>
              <a:srgbClr val="8CC5B7"/>
            </a:solidFill>
            <a:ln w="6885">
              <a:noFill/>
              <a:prstDash val="solid"/>
            </a:ln>
          </p:spPr>
        </p:sp>
        <p:sp>
          <p:nvSpPr>
            <p:cNvPr id="4353" name="Match auxiliary green 6">
              <a:extLst>
                <a:ext uri="{FF2B5EF4-FFF2-40B4-BE49-F238E27FC236}">
                  <a16:creationId xmlns:a16="http://schemas.microsoft.com/office/drawing/2014/main" id="{57929191-3192-A7F0-4366-70D74A71EDF0}"/>
                </a:ext>
              </a:extLst>
            </p:cNvPr>
            <p:cNvSpPr>
              <a:spLocks noGrp="1"/>
            </p:cNvSpPr>
            <p:nvPr/>
          </p:nvSpPr>
          <p:spPr>
            <a:xfrm>
              <a:off x="4161064" y="7362825"/>
              <a:ext cx="99944" cy="66675"/>
            </a:xfrm>
            <a:prstGeom prst="rect">
              <a:avLst/>
            </a:prstGeom>
            <a:solidFill>
              <a:srgbClr val="C0E1D7"/>
            </a:solidFill>
            <a:ln w="6885">
              <a:noFill/>
              <a:prstDash val="solid"/>
            </a:ln>
          </p:spPr>
        </p:sp>
        <p:sp>
          <p:nvSpPr>
            <p:cNvPr id="4354" name="Match auxiliary label">
              <a:extLst>
                <a:ext uri="{FF2B5EF4-FFF2-40B4-BE49-F238E27FC236}">
                  <a16:creationId xmlns:a16="http://schemas.microsoft.com/office/drawing/2014/main" id="{1B853730-8497-D7E6-56CC-8DD849A6EFF8}"/>
                </a:ext>
              </a:extLst>
            </p:cNvPr>
            <p:cNvSpPr>
              <a:spLocks noGrp="1"/>
            </p:cNvSpPr>
            <p:nvPr/>
          </p:nvSpPr>
          <p:spPr>
            <a:xfrm>
              <a:off x="3419475" y="6686550"/>
              <a:ext cx="952500" cy="40957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4355" name="Inputs to split">
              <a:extLst>
                <a:ext uri="{FF2B5EF4-FFF2-40B4-BE49-F238E27FC236}">
                  <a16:creationId xmlns:a16="http://schemas.microsoft.com/office/drawing/2014/main" id="{F782A821-A051-2B99-E6D3-7A6F0EC60969}"/>
                </a:ext>
              </a:extLst>
            </p:cNvPr>
            <p:cNvSpPr>
              <a:spLocks noGrp="1"/>
            </p:cNvSpPr>
            <p:nvPr/>
          </p:nvSpPr>
          <p:spPr>
            <a:xfrm>
              <a:off x="2806117" y="7798469"/>
              <a:ext cx="107524" cy="144174"/>
            </a:xfrm>
            <a:custGeom>
              <a:avLst/>
              <a:gdLst/>
              <a:ahLst/>
              <a:cxnLst/>
              <a:rect l="0" t="0" r="0" b="0"/>
              <a:pathLst>
                <a:path w="191" h="114300">
                  <a:moveTo>
                    <a:pt x="0" y="0"/>
                  </a:moveTo>
                  <a:lnTo>
                    <a:pt x="0" y="114300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56" name="Auxiliary shared split">
              <a:extLst>
                <a:ext uri="{FF2B5EF4-FFF2-40B4-BE49-F238E27FC236}">
                  <a16:creationId xmlns:a16="http://schemas.microsoft.com/office/drawing/2014/main" id="{CAFABCC7-8097-87A1-7C46-20555DA74371}"/>
                </a:ext>
              </a:extLst>
            </p:cNvPr>
            <p:cNvSpPr>
              <a:spLocks noGrp="1"/>
            </p:cNvSpPr>
            <p:nvPr/>
          </p:nvSpPr>
          <p:spPr>
            <a:xfrm flipV="1">
              <a:off x="1960139" y="7843132"/>
              <a:ext cx="1692512" cy="107521"/>
            </a:xfrm>
            <a:custGeom>
              <a:avLst/>
              <a:gdLst/>
              <a:ahLst/>
              <a:cxnLst/>
              <a:rect l="0" t="0" r="0" b="0"/>
              <a:pathLst>
                <a:path w="1674495" h="191">
                  <a:moveTo>
                    <a:pt x="0" y="0"/>
                  </a:moveTo>
                  <a:lnTo>
                    <a:pt x="1674495" y="0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57" name="Auxiliary to mean max">
              <a:extLst>
                <a:ext uri="{FF2B5EF4-FFF2-40B4-BE49-F238E27FC236}">
                  <a16:creationId xmlns:a16="http://schemas.microsoft.com/office/drawing/2014/main" id="{9A74E3C0-ECD3-CC3F-9F2F-07AE3886E0F1}"/>
                </a:ext>
              </a:extLst>
            </p:cNvPr>
            <p:cNvSpPr>
              <a:spLocks noGrp="1"/>
            </p:cNvSpPr>
            <p:nvPr/>
          </p:nvSpPr>
          <p:spPr>
            <a:xfrm flipH="1">
              <a:off x="1860710" y="7950908"/>
              <a:ext cx="107521" cy="140336"/>
            </a:xfrm>
            <a:custGeom>
              <a:avLst/>
              <a:gdLst/>
              <a:ahLst/>
              <a:cxnLst/>
              <a:rect l="0" t="0" r="0" b="0"/>
              <a:pathLst>
                <a:path w="191" h="119063">
                  <a:moveTo>
                    <a:pt x="0" y="0"/>
                  </a:moveTo>
                  <a:lnTo>
                    <a:pt x="0" y="119063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58" name="Auxiliary to mean max head">
              <a:extLst>
                <a:ext uri="{FF2B5EF4-FFF2-40B4-BE49-F238E27FC236}">
                  <a16:creationId xmlns:a16="http://schemas.microsoft.com/office/drawing/2014/main" id="{D5E16BAC-4590-BB28-A5FE-21F62DE6747C}"/>
                </a:ext>
              </a:extLst>
            </p:cNvPr>
            <p:cNvSpPr>
              <a:spLocks noGrp="1"/>
            </p:cNvSpPr>
            <p:nvPr/>
          </p:nvSpPr>
          <p:spPr>
            <a:xfrm>
              <a:off x="1946605" y="8076248"/>
              <a:ext cx="36805" cy="43815"/>
            </a:xfrm>
            <a:custGeom>
              <a:avLst/>
              <a:gdLst/>
              <a:ahLst/>
              <a:cxnLst/>
              <a:rect l="0" t="0" r="0" b="0"/>
              <a:pathLst>
                <a:path w="36805" h="43815">
                  <a:moveTo>
                    <a:pt x="18402" y="43815"/>
                  </a:moveTo>
                  <a:lnTo>
                    <a:pt x="3680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solidFill>
                <a:srgbClr val="3B8C80"/>
              </a:solidFill>
              <a:prstDash val="solid"/>
            </a:ln>
          </p:spPr>
        </p:sp>
        <p:sp>
          <p:nvSpPr>
            <p:cNvPr id="4360" name="Auxiliary to cross attention head">
              <a:extLst>
                <a:ext uri="{FF2B5EF4-FFF2-40B4-BE49-F238E27FC236}">
                  <a16:creationId xmlns:a16="http://schemas.microsoft.com/office/drawing/2014/main" id="{89E897C4-4CDB-25B8-7C5A-378FD6FA43D9}"/>
                </a:ext>
              </a:extLst>
            </p:cNvPr>
            <p:cNvSpPr>
              <a:spLocks noGrp="1"/>
            </p:cNvSpPr>
            <p:nvPr/>
          </p:nvSpPr>
          <p:spPr>
            <a:xfrm>
              <a:off x="3621100" y="8076248"/>
              <a:ext cx="36805" cy="43815"/>
            </a:xfrm>
            <a:custGeom>
              <a:avLst/>
              <a:gdLst/>
              <a:ahLst/>
              <a:cxnLst/>
              <a:rect l="0" t="0" r="0" b="0"/>
              <a:pathLst>
                <a:path w="36805" h="43815">
                  <a:moveTo>
                    <a:pt x="18402" y="43815"/>
                  </a:moveTo>
                  <a:lnTo>
                    <a:pt x="3680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solidFill>
                <a:srgbClr val="3B8C80"/>
              </a:solidFill>
              <a:prstDash val="solid"/>
            </a:ln>
          </p:spPr>
        </p:sp>
        <p:sp>
          <p:nvSpPr>
            <p:cNvPr id="4361" name="Pooling to shared concat">
              <a:extLst>
                <a:ext uri="{FF2B5EF4-FFF2-40B4-BE49-F238E27FC236}">
                  <a16:creationId xmlns:a16="http://schemas.microsoft.com/office/drawing/2014/main" id="{CF942660-FA0E-E8A9-C7BB-EF5879C3BF15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8473440"/>
              <a:ext cx="837247" cy="203835"/>
            </a:xfrm>
            <a:custGeom>
              <a:avLst/>
              <a:gdLst/>
              <a:ahLst/>
              <a:cxnLst/>
              <a:rect l="0" t="0" r="0" b="0"/>
              <a:pathLst>
                <a:path w="837247" h="203835">
                  <a:moveTo>
                    <a:pt x="0" y="0"/>
                  </a:moveTo>
                  <a:lnTo>
                    <a:pt x="0" y="203835"/>
                  </a:lnTo>
                  <a:lnTo>
                    <a:pt x="837247" y="203835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62" name="Attention to shared concat">
              <a:extLst>
                <a:ext uri="{FF2B5EF4-FFF2-40B4-BE49-F238E27FC236}">
                  <a16:creationId xmlns:a16="http://schemas.microsoft.com/office/drawing/2014/main" id="{1B9E66F3-2FC8-B97C-6BD4-8C2DD28F4DE4}"/>
                </a:ext>
              </a:extLst>
            </p:cNvPr>
            <p:cNvSpPr>
              <a:spLocks noGrp="1"/>
            </p:cNvSpPr>
            <p:nvPr/>
          </p:nvSpPr>
          <p:spPr>
            <a:xfrm>
              <a:off x="2802255" y="8473440"/>
              <a:ext cx="837248" cy="203835"/>
            </a:xfrm>
            <a:custGeom>
              <a:avLst/>
              <a:gdLst/>
              <a:ahLst/>
              <a:cxnLst/>
              <a:rect l="0" t="0" r="0" b="0"/>
              <a:pathLst>
                <a:path w="837248" h="203835">
                  <a:moveTo>
                    <a:pt x="837248" y="0"/>
                  </a:moveTo>
                  <a:lnTo>
                    <a:pt x="837248" y="203835"/>
                  </a:lnTo>
                  <a:lnTo>
                    <a:pt x="0" y="203835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63" name="Concat label">
              <a:extLst>
                <a:ext uri="{FF2B5EF4-FFF2-40B4-BE49-F238E27FC236}">
                  <a16:creationId xmlns:a16="http://schemas.microsoft.com/office/drawing/2014/main" id="{6FD2CEF0-F623-AD8C-EEC6-B3BF30A97FB9}"/>
                </a:ext>
              </a:extLst>
            </p:cNvPr>
            <p:cNvSpPr>
              <a:spLocks noGrp="1"/>
            </p:cNvSpPr>
            <p:nvPr/>
          </p:nvSpPr>
          <p:spPr>
            <a:xfrm>
              <a:off x="2485594" y="8487205"/>
              <a:ext cx="609600" cy="190500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68" dirty="0" err="1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Concat</a:t>
              </a:r>
              <a:endParaRPr sz="568" dirty="0">
                <a:solidFill>
                  <a:srgbClr val="71808C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364" name="Concat to MLP">
              <a:extLst>
                <a:ext uri="{FF2B5EF4-FFF2-40B4-BE49-F238E27FC236}">
                  <a16:creationId xmlns:a16="http://schemas.microsoft.com/office/drawing/2014/main" id="{5476F1ED-53A9-42CE-AE05-812FCF3AFEEF}"/>
                </a:ext>
              </a:extLst>
            </p:cNvPr>
            <p:cNvSpPr>
              <a:spLocks noGrp="1"/>
            </p:cNvSpPr>
            <p:nvPr/>
          </p:nvSpPr>
          <p:spPr>
            <a:xfrm>
              <a:off x="2802255" y="8677275"/>
              <a:ext cx="191" cy="114300"/>
            </a:xfrm>
            <a:custGeom>
              <a:avLst/>
              <a:gdLst/>
              <a:ahLst/>
              <a:cxnLst/>
              <a:rect l="0" t="0" r="0" b="0"/>
              <a:pathLst>
                <a:path w="191" h="114300">
                  <a:moveTo>
                    <a:pt x="0" y="0"/>
                  </a:moveTo>
                  <a:lnTo>
                    <a:pt x="0" y="114300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65" name="Concat to MLP head">
              <a:extLst>
                <a:ext uri="{FF2B5EF4-FFF2-40B4-BE49-F238E27FC236}">
                  <a16:creationId xmlns:a16="http://schemas.microsoft.com/office/drawing/2014/main" id="{CFA92A56-8691-B580-A54D-0752256A9657}"/>
                </a:ext>
              </a:extLst>
            </p:cNvPr>
            <p:cNvSpPr>
              <a:spLocks noGrp="1"/>
            </p:cNvSpPr>
            <p:nvPr/>
          </p:nvSpPr>
          <p:spPr>
            <a:xfrm>
              <a:off x="2783453" y="8746808"/>
              <a:ext cx="37605" cy="44768"/>
            </a:xfrm>
            <a:custGeom>
              <a:avLst/>
              <a:gdLst/>
              <a:ahLst/>
              <a:cxnLst/>
              <a:rect l="0" t="0" r="0" b="0"/>
              <a:pathLst>
                <a:path w="37605" h="44768">
                  <a:moveTo>
                    <a:pt x="18802" y="44768"/>
                  </a:moveTo>
                  <a:lnTo>
                    <a:pt x="3760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solidFill>
                <a:srgbClr val="3B8C80"/>
              </a:solidFill>
              <a:prstDash val="solid"/>
            </a:ln>
          </p:spPr>
        </p:sp>
        <p:sp>
          <p:nvSpPr>
            <p:cNvPr id="4366" name="MLP to FiLM">
              <a:extLst>
                <a:ext uri="{FF2B5EF4-FFF2-40B4-BE49-F238E27FC236}">
                  <a16:creationId xmlns:a16="http://schemas.microsoft.com/office/drawing/2014/main" id="{1C5A6C00-04CE-747A-3799-4035A7DA5D4A}"/>
                </a:ext>
              </a:extLst>
            </p:cNvPr>
            <p:cNvSpPr>
              <a:spLocks noGrp="1"/>
            </p:cNvSpPr>
            <p:nvPr/>
          </p:nvSpPr>
          <p:spPr>
            <a:xfrm>
              <a:off x="3211830" y="8967788"/>
              <a:ext cx="1524953" cy="191"/>
            </a:xfrm>
            <a:custGeom>
              <a:avLst/>
              <a:gdLst/>
              <a:ahLst/>
              <a:cxnLst/>
              <a:rect l="0" t="0" r="0" b="0"/>
              <a:pathLst>
                <a:path w="1524953" h="191">
                  <a:moveTo>
                    <a:pt x="0" y="0"/>
                  </a:moveTo>
                  <a:lnTo>
                    <a:pt x="1524953" y="0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67" name="MLP to FiLM head">
              <a:extLst>
                <a:ext uri="{FF2B5EF4-FFF2-40B4-BE49-F238E27FC236}">
                  <a16:creationId xmlns:a16="http://schemas.microsoft.com/office/drawing/2014/main" id="{AE0D32BF-6A18-0FE9-ACF2-FAAD3C5A13AD}"/>
                </a:ext>
              </a:extLst>
            </p:cNvPr>
            <p:cNvSpPr>
              <a:spLocks noGrp="1"/>
            </p:cNvSpPr>
            <p:nvPr/>
          </p:nvSpPr>
          <p:spPr>
            <a:xfrm>
              <a:off x="4689158" y="8947785"/>
              <a:ext cx="47625" cy="40005"/>
            </a:xfrm>
            <a:custGeom>
              <a:avLst/>
              <a:gdLst/>
              <a:ahLst/>
              <a:cxnLst/>
              <a:rect l="0" t="0" r="0" b="0"/>
              <a:pathLst>
                <a:path w="47625" h="40005">
                  <a:moveTo>
                    <a:pt x="47625" y="20003"/>
                  </a:moveTo>
                  <a:lnTo>
                    <a:pt x="0" y="0"/>
                  </a:lnTo>
                  <a:lnTo>
                    <a:pt x="0" y="40005"/>
                  </a:lnTo>
                  <a:close/>
                </a:path>
              </a:pathLst>
            </a:custGeom>
            <a:solidFill>
              <a:srgbClr val="3B8C80"/>
            </a:solidFill>
            <a:ln w="0">
              <a:solidFill>
                <a:srgbClr val="3B8C80"/>
              </a:solidFill>
              <a:prstDash val="solid"/>
            </a:ln>
          </p:spPr>
        </p:sp>
        <p:sp>
          <p:nvSpPr>
            <p:cNvPr id="4368" name="Voxel summary to FiLM">
              <a:extLst>
                <a:ext uri="{FF2B5EF4-FFF2-40B4-BE49-F238E27FC236}">
                  <a16:creationId xmlns:a16="http://schemas.microsoft.com/office/drawing/2014/main" id="{02037350-3171-9856-F691-4828E9B7B1C7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6380515"/>
              <a:ext cx="190" cy="2370603"/>
            </a:xfrm>
            <a:custGeom>
              <a:avLst/>
              <a:gdLst/>
              <a:ahLst/>
              <a:cxnLst/>
              <a:rect l="0" t="0" r="0" b="0"/>
              <a:pathLst>
                <a:path w="191" h="2657475">
                  <a:moveTo>
                    <a:pt x="0" y="0"/>
                  </a:moveTo>
                  <a:lnTo>
                    <a:pt x="0" y="2657475"/>
                  </a:lnTo>
                </a:path>
              </a:pathLst>
            </a:custGeom>
            <a:noFill/>
            <a:ln w="7290">
              <a:solidFill>
                <a:srgbClr val="4083B4"/>
              </a:solidFill>
              <a:prstDash val="solid"/>
            </a:ln>
          </p:spPr>
        </p:sp>
        <p:sp>
          <p:nvSpPr>
            <p:cNvPr id="4369" name="Voxel summary to FiLM head">
              <a:extLst>
                <a:ext uri="{FF2B5EF4-FFF2-40B4-BE49-F238E27FC236}">
                  <a16:creationId xmlns:a16="http://schemas.microsoft.com/office/drawing/2014/main" id="{81E216A5-C5D1-16BD-68A7-D4F3D26C10E9}"/>
                </a:ext>
              </a:extLst>
            </p:cNvPr>
            <p:cNvSpPr>
              <a:spLocks noGrp="1"/>
            </p:cNvSpPr>
            <p:nvPr/>
          </p:nvSpPr>
          <p:spPr>
            <a:xfrm>
              <a:off x="5070158" y="8743950"/>
              <a:ext cx="40005" cy="47625"/>
            </a:xfrm>
            <a:custGeom>
              <a:avLst/>
              <a:gdLst/>
              <a:ahLst/>
              <a:cxnLst/>
              <a:rect l="0" t="0" r="0" b="0"/>
              <a:pathLst>
                <a:path w="40005" h="47625">
                  <a:moveTo>
                    <a:pt x="20003" y="47625"/>
                  </a:moveTo>
                  <a:lnTo>
                    <a:pt x="4000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solidFill>
                <a:srgbClr val="4083B4"/>
              </a:solidFill>
              <a:prstDash val="solid"/>
            </a:ln>
          </p:spPr>
        </p:sp>
        <p:sp>
          <p:nvSpPr>
            <p:cNvPr id="4370" name="FiLM to candidate">
              <a:extLst>
                <a:ext uri="{FF2B5EF4-FFF2-40B4-BE49-F238E27FC236}">
                  <a16:creationId xmlns:a16="http://schemas.microsoft.com/office/drawing/2014/main" id="{65E13C55-CA8E-DDC7-D82E-529F7249A498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144000"/>
              <a:ext cx="191" cy="231457"/>
            </a:xfrm>
            <a:custGeom>
              <a:avLst/>
              <a:gdLst/>
              <a:ahLst/>
              <a:cxnLst/>
              <a:rect l="0" t="0" r="0" b="0"/>
              <a:pathLst>
                <a:path w="191" h="231457">
                  <a:moveTo>
                    <a:pt x="0" y="0"/>
                  </a:moveTo>
                  <a:lnTo>
                    <a:pt x="0" y="231457"/>
                  </a:lnTo>
                </a:path>
              </a:pathLst>
            </a:custGeom>
            <a:noFill/>
            <a:ln w="6885">
              <a:solidFill>
                <a:srgbClr val="3B8C80"/>
              </a:solidFill>
              <a:prstDash val="solid"/>
            </a:ln>
          </p:spPr>
        </p:sp>
        <p:sp>
          <p:nvSpPr>
            <p:cNvPr id="4371" name="FiLM to candidate head">
              <a:extLst>
                <a:ext uri="{FF2B5EF4-FFF2-40B4-BE49-F238E27FC236}">
                  <a16:creationId xmlns:a16="http://schemas.microsoft.com/office/drawing/2014/main" id="{DB9D579E-E406-C20F-B5DD-64B1AC28EDBE}"/>
                </a:ext>
              </a:extLst>
            </p:cNvPr>
            <p:cNvSpPr>
              <a:spLocks noGrp="1"/>
            </p:cNvSpPr>
            <p:nvPr/>
          </p:nvSpPr>
          <p:spPr>
            <a:xfrm>
              <a:off x="5070158" y="9327833"/>
              <a:ext cx="40005" cy="47625"/>
            </a:xfrm>
            <a:custGeom>
              <a:avLst/>
              <a:gdLst/>
              <a:ahLst/>
              <a:cxnLst/>
              <a:rect l="0" t="0" r="0" b="0"/>
              <a:pathLst>
                <a:path w="40005" h="47625">
                  <a:moveTo>
                    <a:pt x="20003" y="47625"/>
                  </a:moveTo>
                  <a:lnTo>
                    <a:pt x="4000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solidFill>
                <a:srgbClr val="3B8C80"/>
              </a:solidFill>
              <a:prstDash val="solid"/>
            </a:ln>
          </p:spPr>
        </p:sp>
        <p:sp>
          <p:nvSpPr>
            <p:cNvPr id="4372" name="Build four inputs">
              <a:extLst>
                <a:ext uri="{FF2B5EF4-FFF2-40B4-BE49-F238E27FC236}">
                  <a16:creationId xmlns:a16="http://schemas.microsoft.com/office/drawing/2014/main" id="{541ADBE4-7260-8437-2EA3-3B53B88B9E31}"/>
                </a:ext>
              </a:extLst>
            </p:cNvPr>
            <p:cNvSpPr>
              <a:spLocks noGrp="1"/>
            </p:cNvSpPr>
            <p:nvPr/>
          </p:nvSpPr>
          <p:spPr>
            <a:xfrm>
              <a:off x="10961493" y="967740"/>
              <a:ext cx="3031731" cy="2927984"/>
            </a:xfrm>
            <a:prstGeom prst="roundRect">
              <a:avLst>
                <a:gd name="adj" fmla="val 4554"/>
              </a:avLst>
            </a:prstGeom>
            <a:solidFill>
              <a:srgbClr val="FFFFFF"/>
            </a:solidFill>
            <a:ln w="8910">
              <a:solidFill>
                <a:srgbClr val="DFD6C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373" name="Site label">
              <a:extLst>
                <a:ext uri="{FF2B5EF4-FFF2-40B4-BE49-F238E27FC236}">
                  <a16:creationId xmlns:a16="http://schemas.microsoft.com/office/drawing/2014/main" id="{BC478A55-A873-446F-125E-E23C652AD9C9}"/>
                </a:ext>
              </a:extLst>
            </p:cNvPr>
            <p:cNvSpPr>
              <a:spLocks noGrp="1"/>
            </p:cNvSpPr>
            <p:nvPr/>
          </p:nvSpPr>
          <p:spPr>
            <a:xfrm>
              <a:off x="11159211" y="1963677"/>
              <a:ext cx="1209675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Site</a:t>
              </a:r>
            </a:p>
          </p:txBody>
        </p:sp>
        <p:sp>
          <p:nvSpPr>
            <p:cNvPr id="4374" name="Site provenance">
              <a:extLst>
                <a:ext uri="{FF2B5EF4-FFF2-40B4-BE49-F238E27FC236}">
                  <a16:creationId xmlns:a16="http://schemas.microsoft.com/office/drawing/2014/main" id="{018A41F1-F862-12C7-0890-90F9A1726B0D}"/>
                </a:ext>
              </a:extLst>
            </p:cNvPr>
            <p:cNvSpPr>
              <a:spLocks noGrp="1"/>
            </p:cNvSpPr>
            <p:nvPr/>
          </p:nvSpPr>
          <p:spPr>
            <a:xfrm>
              <a:off x="11189079" y="2199832"/>
              <a:ext cx="1209675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Find</a:t>
              </a:r>
            </a:p>
          </p:txBody>
        </p:sp>
        <p:sp>
          <p:nvSpPr>
            <p:cNvPr id="4375" name="Pocket label">
              <a:extLst>
                <a:ext uri="{FF2B5EF4-FFF2-40B4-BE49-F238E27FC236}">
                  <a16:creationId xmlns:a16="http://schemas.microsoft.com/office/drawing/2014/main" id="{F8A105BF-D2E0-52A7-A8D8-A0BE52B6A252}"/>
                </a:ext>
              </a:extLst>
            </p:cNvPr>
            <p:cNvSpPr>
              <a:spLocks noGrp="1"/>
            </p:cNvSpPr>
            <p:nvPr/>
          </p:nvSpPr>
          <p:spPr>
            <a:xfrm>
              <a:off x="12645765" y="1974390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Pocket</a:t>
              </a:r>
            </a:p>
          </p:txBody>
        </p:sp>
        <p:sp>
          <p:nvSpPr>
            <p:cNvPr id="4376" name="Pocket description">
              <a:extLst>
                <a:ext uri="{FF2B5EF4-FFF2-40B4-BE49-F238E27FC236}">
                  <a16:creationId xmlns:a16="http://schemas.microsoft.com/office/drawing/2014/main" id="{2D0C9D96-2828-67E9-29C4-3AECBABA4BC9}"/>
                </a:ext>
              </a:extLst>
            </p:cNvPr>
            <p:cNvSpPr>
              <a:spLocks noGrp="1"/>
            </p:cNvSpPr>
            <p:nvPr/>
          </p:nvSpPr>
          <p:spPr>
            <a:xfrm>
              <a:off x="12646691" y="2199832"/>
              <a:ext cx="1209676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local atoms</a:t>
              </a:r>
            </a:p>
          </p:txBody>
        </p:sp>
        <p:sp>
          <p:nvSpPr>
            <p:cNvPr id="4377" name="SMILES label">
              <a:extLst>
                <a:ext uri="{FF2B5EF4-FFF2-40B4-BE49-F238E27FC236}">
                  <a16:creationId xmlns:a16="http://schemas.microsoft.com/office/drawing/2014/main" id="{B59D4EA2-DA4F-1940-4422-FAA8379FF452}"/>
                </a:ext>
              </a:extLst>
            </p:cNvPr>
            <p:cNvSpPr>
              <a:spLocks noGrp="1"/>
            </p:cNvSpPr>
            <p:nvPr/>
          </p:nvSpPr>
          <p:spPr>
            <a:xfrm>
              <a:off x="11123464" y="3385841"/>
              <a:ext cx="1209675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SMILES</a:t>
              </a:r>
            </a:p>
          </p:txBody>
        </p:sp>
        <p:sp>
          <p:nvSpPr>
            <p:cNvPr id="4378" name="SMILES provenance">
              <a:extLst>
                <a:ext uri="{FF2B5EF4-FFF2-40B4-BE49-F238E27FC236}">
                  <a16:creationId xmlns:a16="http://schemas.microsoft.com/office/drawing/2014/main" id="{611D246E-3109-E020-FC7E-DD32865D3DC9}"/>
                </a:ext>
              </a:extLst>
            </p:cNvPr>
            <p:cNvSpPr>
              <a:spLocks noGrp="1"/>
            </p:cNvSpPr>
            <p:nvPr/>
          </p:nvSpPr>
          <p:spPr>
            <a:xfrm>
              <a:off x="11123464" y="3599932"/>
              <a:ext cx="1209675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Match</a:t>
              </a:r>
            </a:p>
          </p:txBody>
        </p:sp>
        <p:sp>
          <p:nvSpPr>
            <p:cNvPr id="4379" name="Density input label">
              <a:extLst>
                <a:ext uri="{FF2B5EF4-FFF2-40B4-BE49-F238E27FC236}">
                  <a16:creationId xmlns:a16="http://schemas.microsoft.com/office/drawing/2014/main" id="{DA19550D-F458-C41B-23EE-A1D43AB8D8C8}"/>
                </a:ext>
              </a:extLst>
            </p:cNvPr>
            <p:cNvSpPr>
              <a:spLocks noGrp="1"/>
            </p:cNvSpPr>
            <p:nvPr/>
          </p:nvSpPr>
          <p:spPr>
            <a:xfrm>
              <a:off x="12695540" y="3385841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</p:txBody>
        </p:sp>
        <p:sp>
          <p:nvSpPr>
            <p:cNvPr id="4380" name="Build inputs to docking">
              <a:extLst>
                <a:ext uri="{FF2B5EF4-FFF2-40B4-BE49-F238E27FC236}">
                  <a16:creationId xmlns:a16="http://schemas.microsoft.com/office/drawing/2014/main" id="{406641EB-AC02-CF67-DCFF-AF3AE242EBE7}"/>
                </a:ext>
              </a:extLst>
            </p:cNvPr>
            <p:cNvSpPr>
              <a:spLocks noGrp="1"/>
            </p:cNvSpPr>
            <p:nvPr/>
          </p:nvSpPr>
          <p:spPr>
            <a:xfrm>
              <a:off x="12438698" y="3895725"/>
              <a:ext cx="191" cy="352425"/>
            </a:xfrm>
            <a:custGeom>
              <a:avLst/>
              <a:gdLst/>
              <a:ahLst/>
              <a:cxnLst/>
              <a:rect l="0" t="0" r="0" b="0"/>
              <a:pathLst>
                <a:path w="191" h="352425">
                  <a:moveTo>
                    <a:pt x="0" y="0"/>
                  </a:moveTo>
                  <a:lnTo>
                    <a:pt x="0" y="352425"/>
                  </a:lnTo>
                </a:path>
              </a:pathLst>
            </a:custGeom>
            <a:noFill/>
            <a:ln w="8100">
              <a:solidFill>
                <a:srgbClr val="71808C"/>
              </a:solidFill>
              <a:prstDash val="solid"/>
            </a:ln>
          </p:spPr>
        </p:sp>
        <p:sp>
          <p:nvSpPr>
            <p:cNvPr id="4381" name="Build inputs to docking head">
              <a:extLst>
                <a:ext uri="{FF2B5EF4-FFF2-40B4-BE49-F238E27FC236}">
                  <a16:creationId xmlns:a16="http://schemas.microsoft.com/office/drawing/2014/main" id="{7E906A89-E966-98FA-6E58-62D755726761}"/>
                </a:ext>
              </a:extLst>
            </p:cNvPr>
            <p:cNvSpPr>
              <a:spLocks noGrp="1"/>
            </p:cNvSpPr>
            <p:nvPr/>
          </p:nvSpPr>
          <p:spPr>
            <a:xfrm>
              <a:off x="12414695" y="4191000"/>
              <a:ext cx="48006" cy="57150"/>
            </a:xfrm>
            <a:custGeom>
              <a:avLst/>
              <a:gdLst/>
              <a:ahLst/>
              <a:cxnLst/>
              <a:rect l="0" t="0" r="0" b="0"/>
              <a:pathLst>
                <a:path w="48006" h="57150">
                  <a:moveTo>
                    <a:pt x="24003" y="57150"/>
                  </a:moveTo>
                  <a:lnTo>
                    <a:pt x="4800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808C"/>
            </a:solidFill>
            <a:ln w="0">
              <a:solidFill>
                <a:srgbClr val="71808C"/>
              </a:solidFill>
              <a:prstDash val="solid"/>
            </a:ln>
          </p:spPr>
        </p:sp>
        <p:sp>
          <p:nvSpPr>
            <p:cNvPr id="4382" name="Docking tools title">
              <a:extLst>
                <a:ext uri="{FF2B5EF4-FFF2-40B4-BE49-F238E27FC236}">
                  <a16:creationId xmlns:a16="http://schemas.microsoft.com/office/drawing/2014/main" id="{0668831D-3708-ACEA-C42A-E3B8811B2830}"/>
                </a:ext>
              </a:extLst>
            </p:cNvPr>
            <p:cNvSpPr>
              <a:spLocks noGrp="1"/>
            </p:cNvSpPr>
            <p:nvPr/>
          </p:nvSpPr>
          <p:spPr>
            <a:xfrm>
              <a:off x="11191775" y="4392600"/>
              <a:ext cx="2590801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Downstream </a:t>
              </a:r>
              <a:r>
                <a:rPr lang="en-US" b="0" dirty="0"/>
                <a:t>d</a:t>
              </a:r>
              <a:r>
                <a:rPr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ocking tools</a:t>
              </a:r>
            </a:p>
          </p:txBody>
        </p:sp>
        <p:sp>
          <p:nvSpPr>
            <p:cNvPr id="4390" name="Docking to pose">
              <a:extLst>
                <a:ext uri="{FF2B5EF4-FFF2-40B4-BE49-F238E27FC236}">
                  <a16:creationId xmlns:a16="http://schemas.microsoft.com/office/drawing/2014/main" id="{851F8FD2-07B4-BC21-E4CF-4F5A8D40AAAF}"/>
                </a:ext>
              </a:extLst>
            </p:cNvPr>
            <p:cNvSpPr>
              <a:spLocks noGrp="1"/>
            </p:cNvSpPr>
            <p:nvPr/>
          </p:nvSpPr>
          <p:spPr>
            <a:xfrm>
              <a:off x="12438698" y="7239000"/>
              <a:ext cx="191" cy="323850"/>
            </a:xfrm>
            <a:custGeom>
              <a:avLst/>
              <a:gdLst/>
              <a:ahLst/>
              <a:cxnLst/>
              <a:rect l="0" t="0" r="0" b="0"/>
              <a:pathLst>
                <a:path w="191" h="323850">
                  <a:moveTo>
                    <a:pt x="0" y="0"/>
                  </a:moveTo>
                  <a:lnTo>
                    <a:pt x="0" y="323850"/>
                  </a:lnTo>
                </a:path>
              </a:pathLst>
            </a:custGeom>
            <a:noFill/>
            <a:ln w="8100">
              <a:solidFill>
                <a:srgbClr val="71808C"/>
              </a:solidFill>
              <a:prstDash val="solid"/>
            </a:ln>
          </p:spPr>
        </p:sp>
        <p:sp>
          <p:nvSpPr>
            <p:cNvPr id="4391" name="Docking to pose head">
              <a:extLst>
                <a:ext uri="{FF2B5EF4-FFF2-40B4-BE49-F238E27FC236}">
                  <a16:creationId xmlns:a16="http://schemas.microsoft.com/office/drawing/2014/main" id="{3E944B62-E4BB-9BD2-FAB4-8559C07A7665}"/>
                </a:ext>
              </a:extLst>
            </p:cNvPr>
            <p:cNvSpPr>
              <a:spLocks noGrp="1"/>
            </p:cNvSpPr>
            <p:nvPr/>
          </p:nvSpPr>
          <p:spPr>
            <a:xfrm>
              <a:off x="12414695" y="7505700"/>
              <a:ext cx="48006" cy="57150"/>
            </a:xfrm>
            <a:custGeom>
              <a:avLst/>
              <a:gdLst/>
              <a:ahLst/>
              <a:cxnLst/>
              <a:rect l="0" t="0" r="0" b="0"/>
              <a:pathLst>
                <a:path w="48006" h="57150">
                  <a:moveTo>
                    <a:pt x="24003" y="57150"/>
                  </a:moveTo>
                  <a:lnTo>
                    <a:pt x="4800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808C"/>
            </a:solidFill>
            <a:ln w="0">
              <a:solidFill>
                <a:srgbClr val="71808C"/>
              </a:solidFill>
              <a:prstDash val="solid"/>
            </a:ln>
          </p:spPr>
        </p:sp>
        <p:sp>
          <p:nvSpPr>
            <p:cNvPr id="4392" name="Build pose output">
              <a:extLst>
                <a:ext uri="{FF2B5EF4-FFF2-40B4-BE49-F238E27FC236}">
                  <a16:creationId xmlns:a16="http://schemas.microsoft.com/office/drawing/2014/main" id="{48D5CA91-D757-D2DF-1FE9-31F7F95AC134}"/>
                </a:ext>
              </a:extLst>
            </p:cNvPr>
            <p:cNvSpPr>
              <a:spLocks noGrp="1"/>
            </p:cNvSpPr>
            <p:nvPr/>
          </p:nvSpPr>
          <p:spPr>
            <a:xfrm>
              <a:off x="11065842" y="7997501"/>
              <a:ext cx="2827739" cy="2214089"/>
            </a:xfrm>
            <a:prstGeom prst="roundRect">
              <a:avLst>
                <a:gd name="adj" fmla="val 5395"/>
              </a:avLst>
            </a:prstGeom>
            <a:solidFill>
              <a:srgbClr val="FFFFFF"/>
            </a:solidFill>
            <a:ln w="8910">
              <a:solidFill>
                <a:srgbClr val="DFD6C3"/>
              </a:solidFill>
              <a:prstDash val="solid"/>
            </a:ln>
          </p:spPr>
        </p:sp>
        <p:sp>
          <p:nvSpPr>
            <p:cNvPr id="4393" name="All atom pose label">
              <a:extLst>
                <a:ext uri="{FF2B5EF4-FFF2-40B4-BE49-F238E27FC236}">
                  <a16:creationId xmlns:a16="http://schemas.microsoft.com/office/drawing/2014/main" id="{4120E866-BA22-E675-1BB6-F29457CF09F7}"/>
                </a:ext>
              </a:extLst>
            </p:cNvPr>
            <p:cNvSpPr>
              <a:spLocks noGrp="1"/>
            </p:cNvSpPr>
            <p:nvPr/>
          </p:nvSpPr>
          <p:spPr>
            <a:xfrm>
              <a:off x="11031910" y="9822113"/>
              <a:ext cx="2895600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All-atom ligand pose</a:t>
              </a:r>
            </a:p>
          </p:txBody>
        </p:sp>
      </p:grpSp>
      <p:grpSp>
        <p:nvGrpSpPr>
          <p:cNvPr id="4394" name="Build | Site p">
            <a:extLst>
              <a:ext uri="{FF2B5EF4-FFF2-40B4-BE49-F238E27FC236}">
                <a16:creationId xmlns:a16="http://schemas.microsoft.com/office/drawing/2014/main" id="{113133F4-E8A6-2551-0B22-E20EC55FD709}"/>
              </a:ext>
            </a:extLst>
          </p:cNvPr>
          <p:cNvGrpSpPr/>
          <p:nvPr/>
        </p:nvGrpSpPr>
        <p:grpSpPr>
          <a:xfrm>
            <a:off x="4790658" y="482609"/>
            <a:ext cx="413921" cy="347904"/>
            <a:chOff x="156538" y="5645738"/>
            <a:chExt cx="422329" cy="355206"/>
          </a:xfrm>
        </p:grpSpPr>
        <p:grpSp>
          <p:nvGrpSpPr>
            <p:cNvPr id="4395" name="d | Site p: local receptor environment">
              <a:extLst>
                <a:ext uri="{FF2B5EF4-FFF2-40B4-BE49-F238E27FC236}">
                  <a16:creationId xmlns:a16="http://schemas.microsoft.com/office/drawing/2014/main" id="{2BE90120-DBFB-9D44-7567-48D57E5702E0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4396" name="ellipse_2785">
                <a:extLst>
                  <a:ext uri="{FF2B5EF4-FFF2-40B4-BE49-F238E27FC236}">
                    <a16:creationId xmlns:a16="http://schemas.microsoft.com/office/drawing/2014/main" id="{97F0FF0D-C42B-A2E2-D450-C0C72FBD561A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97" name="ellipse_2786">
                <a:extLst>
                  <a:ext uri="{FF2B5EF4-FFF2-40B4-BE49-F238E27FC236}">
                    <a16:creationId xmlns:a16="http://schemas.microsoft.com/office/drawing/2014/main" id="{8ED92337-D73E-D66C-45D3-42D0B993269A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98" name="ellipse_2787">
                <a:extLst>
                  <a:ext uri="{FF2B5EF4-FFF2-40B4-BE49-F238E27FC236}">
                    <a16:creationId xmlns:a16="http://schemas.microsoft.com/office/drawing/2014/main" id="{E6C18DF6-4701-14A4-EE9B-CF65E7E6BFDC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99" name="ellipse_2788">
                <a:extLst>
                  <a:ext uri="{FF2B5EF4-FFF2-40B4-BE49-F238E27FC236}">
                    <a16:creationId xmlns:a16="http://schemas.microsoft.com/office/drawing/2014/main" id="{5667D049-C602-D436-1BEA-B35159BDDB50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0" name="ellipse_2789">
                <a:extLst>
                  <a:ext uri="{FF2B5EF4-FFF2-40B4-BE49-F238E27FC236}">
                    <a16:creationId xmlns:a16="http://schemas.microsoft.com/office/drawing/2014/main" id="{B6E6C05B-E0D7-964B-852D-387F2D2DBE16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1" name="ellipse_2790">
                <a:extLst>
                  <a:ext uri="{FF2B5EF4-FFF2-40B4-BE49-F238E27FC236}">
                    <a16:creationId xmlns:a16="http://schemas.microsoft.com/office/drawing/2014/main" id="{96CEE992-E2AD-8883-B845-62AEC0A1C0BC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2" name="ellipse_2791">
                <a:extLst>
                  <a:ext uri="{FF2B5EF4-FFF2-40B4-BE49-F238E27FC236}">
                    <a16:creationId xmlns:a16="http://schemas.microsoft.com/office/drawing/2014/main" id="{12245C10-D8F3-E509-2AA9-1D3B4720CD4C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3" name="ellipse_2792">
                <a:extLst>
                  <a:ext uri="{FF2B5EF4-FFF2-40B4-BE49-F238E27FC236}">
                    <a16:creationId xmlns:a16="http://schemas.microsoft.com/office/drawing/2014/main" id="{B7516E93-4006-108D-EF30-DAF2637B524E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4" name="ellipse_2793">
                <a:extLst>
                  <a:ext uri="{FF2B5EF4-FFF2-40B4-BE49-F238E27FC236}">
                    <a16:creationId xmlns:a16="http://schemas.microsoft.com/office/drawing/2014/main" id="{3A275E49-132A-CFD1-1AFA-986C5A335570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5" name="ellipse_2794">
                <a:extLst>
                  <a:ext uri="{FF2B5EF4-FFF2-40B4-BE49-F238E27FC236}">
                    <a16:creationId xmlns:a16="http://schemas.microsoft.com/office/drawing/2014/main" id="{5C4A7C2B-73C4-1578-A559-F664133EB79A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6" name="ellipse_2795">
                <a:extLst>
                  <a:ext uri="{FF2B5EF4-FFF2-40B4-BE49-F238E27FC236}">
                    <a16:creationId xmlns:a16="http://schemas.microsoft.com/office/drawing/2014/main" id="{1DF5052A-1368-2DA4-1358-A578DCCEAAE0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7" name="ellipse_2796">
                <a:extLst>
                  <a:ext uri="{FF2B5EF4-FFF2-40B4-BE49-F238E27FC236}">
                    <a16:creationId xmlns:a16="http://schemas.microsoft.com/office/drawing/2014/main" id="{DCD0993D-B88C-1E84-15B1-838A87B5AB48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8" name="ellipse_2797">
                <a:extLst>
                  <a:ext uri="{FF2B5EF4-FFF2-40B4-BE49-F238E27FC236}">
                    <a16:creationId xmlns:a16="http://schemas.microsoft.com/office/drawing/2014/main" id="{12BD2224-A557-61B5-5333-84EADF35B7D9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9" name="ellipse_2798">
                <a:extLst>
                  <a:ext uri="{FF2B5EF4-FFF2-40B4-BE49-F238E27FC236}">
                    <a16:creationId xmlns:a16="http://schemas.microsoft.com/office/drawing/2014/main" id="{D12625E6-D2F6-A524-6A0D-2326185322E9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0" name="ellipse_2799">
                <a:extLst>
                  <a:ext uri="{FF2B5EF4-FFF2-40B4-BE49-F238E27FC236}">
                    <a16:creationId xmlns:a16="http://schemas.microsoft.com/office/drawing/2014/main" id="{A4799BEF-75DF-7ECD-F755-8172DD98FB35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1" name="ellipse_2800">
                <a:extLst>
                  <a:ext uri="{FF2B5EF4-FFF2-40B4-BE49-F238E27FC236}">
                    <a16:creationId xmlns:a16="http://schemas.microsoft.com/office/drawing/2014/main" id="{F0D6797C-6105-3AED-270E-00A754F0B570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2" name="ellipse_2801">
                <a:extLst>
                  <a:ext uri="{FF2B5EF4-FFF2-40B4-BE49-F238E27FC236}">
                    <a16:creationId xmlns:a16="http://schemas.microsoft.com/office/drawing/2014/main" id="{F7BA14C1-C2C9-E79C-05C0-CBB5E74C2839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3" name="ellipse_2802">
                <a:extLst>
                  <a:ext uri="{FF2B5EF4-FFF2-40B4-BE49-F238E27FC236}">
                    <a16:creationId xmlns:a16="http://schemas.microsoft.com/office/drawing/2014/main" id="{E0064F13-0D2A-0C2B-0100-9451199CC51A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4" name="ellipse_2803">
                <a:extLst>
                  <a:ext uri="{FF2B5EF4-FFF2-40B4-BE49-F238E27FC236}">
                    <a16:creationId xmlns:a16="http://schemas.microsoft.com/office/drawing/2014/main" id="{A0DE82EC-2C32-F832-AA0D-46FE92652043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5" name="ellipse_2804">
                <a:extLst>
                  <a:ext uri="{FF2B5EF4-FFF2-40B4-BE49-F238E27FC236}">
                    <a16:creationId xmlns:a16="http://schemas.microsoft.com/office/drawing/2014/main" id="{4EF17C27-11F7-81D4-AA82-77E9B14A39FC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6" name="ellipse_2805">
                <a:extLst>
                  <a:ext uri="{FF2B5EF4-FFF2-40B4-BE49-F238E27FC236}">
                    <a16:creationId xmlns:a16="http://schemas.microsoft.com/office/drawing/2014/main" id="{CDE0EEF2-1CD8-CD65-56D6-5BD1C45E1FA0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7" name="ellipse_2806">
                <a:extLst>
                  <a:ext uri="{FF2B5EF4-FFF2-40B4-BE49-F238E27FC236}">
                    <a16:creationId xmlns:a16="http://schemas.microsoft.com/office/drawing/2014/main" id="{CDB26C6B-7C6E-5464-E6EE-021EB0A9485D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8" name="ellipse_2807">
                <a:extLst>
                  <a:ext uri="{FF2B5EF4-FFF2-40B4-BE49-F238E27FC236}">
                    <a16:creationId xmlns:a16="http://schemas.microsoft.com/office/drawing/2014/main" id="{B5AF4585-513B-7103-7EA4-A7453235A14F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9" name="ellipse_2808">
                <a:extLst>
                  <a:ext uri="{FF2B5EF4-FFF2-40B4-BE49-F238E27FC236}">
                    <a16:creationId xmlns:a16="http://schemas.microsoft.com/office/drawing/2014/main" id="{F8A5FCD1-A389-C7C9-D8C1-0CC2D3F774FD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0" name="ellipse_2809">
                <a:extLst>
                  <a:ext uri="{FF2B5EF4-FFF2-40B4-BE49-F238E27FC236}">
                    <a16:creationId xmlns:a16="http://schemas.microsoft.com/office/drawing/2014/main" id="{C8E340A2-F83D-C87D-AC4D-3BDC5F3241BF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1" name="ellipse_2810">
                <a:extLst>
                  <a:ext uri="{FF2B5EF4-FFF2-40B4-BE49-F238E27FC236}">
                    <a16:creationId xmlns:a16="http://schemas.microsoft.com/office/drawing/2014/main" id="{B533D18A-FAF2-A386-CBBF-D02D0E842D02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2" name="ellipse_2811">
                <a:extLst>
                  <a:ext uri="{FF2B5EF4-FFF2-40B4-BE49-F238E27FC236}">
                    <a16:creationId xmlns:a16="http://schemas.microsoft.com/office/drawing/2014/main" id="{CACB798B-7EEC-7FBB-1A30-FD8309576C39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3" name="ellipse_2812">
                <a:extLst>
                  <a:ext uri="{FF2B5EF4-FFF2-40B4-BE49-F238E27FC236}">
                    <a16:creationId xmlns:a16="http://schemas.microsoft.com/office/drawing/2014/main" id="{374E102F-FE2E-1017-C8A8-E82C4F804AFD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4" name="ellipse_2813">
                <a:extLst>
                  <a:ext uri="{FF2B5EF4-FFF2-40B4-BE49-F238E27FC236}">
                    <a16:creationId xmlns:a16="http://schemas.microsoft.com/office/drawing/2014/main" id="{7D4E1D15-7CD8-6775-58DD-DC1C1FE1D9D3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5" name="ellipse_2814">
                <a:extLst>
                  <a:ext uri="{FF2B5EF4-FFF2-40B4-BE49-F238E27FC236}">
                    <a16:creationId xmlns:a16="http://schemas.microsoft.com/office/drawing/2014/main" id="{0974D865-23F7-FFB6-9CE3-7EF8872B8B9A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6" name="ellipse_2815">
                <a:extLst>
                  <a:ext uri="{FF2B5EF4-FFF2-40B4-BE49-F238E27FC236}">
                    <a16:creationId xmlns:a16="http://schemas.microsoft.com/office/drawing/2014/main" id="{0DADF8C6-FA5B-9183-D512-C2AF4FF093C5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7" name="ellipse_2816">
                <a:extLst>
                  <a:ext uri="{FF2B5EF4-FFF2-40B4-BE49-F238E27FC236}">
                    <a16:creationId xmlns:a16="http://schemas.microsoft.com/office/drawing/2014/main" id="{58A3007F-3E77-5A74-B1E3-06990E6128D7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8" name="ellipse_2817">
                <a:extLst>
                  <a:ext uri="{FF2B5EF4-FFF2-40B4-BE49-F238E27FC236}">
                    <a16:creationId xmlns:a16="http://schemas.microsoft.com/office/drawing/2014/main" id="{58CA5340-1D03-30E2-1D54-159589D986BA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9" name="ellipse_2818">
                <a:extLst>
                  <a:ext uri="{FF2B5EF4-FFF2-40B4-BE49-F238E27FC236}">
                    <a16:creationId xmlns:a16="http://schemas.microsoft.com/office/drawing/2014/main" id="{EE31F728-5EC2-61A4-7636-7A913FD1863D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0" name="ellipse_2819">
                <a:extLst>
                  <a:ext uri="{FF2B5EF4-FFF2-40B4-BE49-F238E27FC236}">
                    <a16:creationId xmlns:a16="http://schemas.microsoft.com/office/drawing/2014/main" id="{7680B327-B10E-2EA1-B5AA-CF61118D90F9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1" name="ellipse_2820">
                <a:extLst>
                  <a:ext uri="{FF2B5EF4-FFF2-40B4-BE49-F238E27FC236}">
                    <a16:creationId xmlns:a16="http://schemas.microsoft.com/office/drawing/2014/main" id="{A013A354-A464-5584-D1FC-8C62CB6BF714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2" name="ellipse_2821">
                <a:extLst>
                  <a:ext uri="{FF2B5EF4-FFF2-40B4-BE49-F238E27FC236}">
                    <a16:creationId xmlns:a16="http://schemas.microsoft.com/office/drawing/2014/main" id="{39813934-E772-7DC1-7FBE-B8ACB853E9BA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3" name="ellipse_2822">
                <a:extLst>
                  <a:ext uri="{FF2B5EF4-FFF2-40B4-BE49-F238E27FC236}">
                    <a16:creationId xmlns:a16="http://schemas.microsoft.com/office/drawing/2014/main" id="{C4F9C8FE-96A6-877D-6908-47E42590B411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4" name="ellipse_2823">
                <a:extLst>
                  <a:ext uri="{FF2B5EF4-FFF2-40B4-BE49-F238E27FC236}">
                    <a16:creationId xmlns:a16="http://schemas.microsoft.com/office/drawing/2014/main" id="{171DA6DB-FA3E-EC03-FF9F-8D7714F38CD9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5" name="ellipse_2824">
                <a:extLst>
                  <a:ext uri="{FF2B5EF4-FFF2-40B4-BE49-F238E27FC236}">
                    <a16:creationId xmlns:a16="http://schemas.microsoft.com/office/drawing/2014/main" id="{4FCCC5BA-6BC1-5946-EE04-5B17FBF443DC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6" name="ellipse_2825">
                <a:extLst>
                  <a:ext uri="{FF2B5EF4-FFF2-40B4-BE49-F238E27FC236}">
                    <a16:creationId xmlns:a16="http://schemas.microsoft.com/office/drawing/2014/main" id="{24FDAA71-054F-B9CA-1880-834630BE9431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7" name="ellipse_2826">
                <a:extLst>
                  <a:ext uri="{FF2B5EF4-FFF2-40B4-BE49-F238E27FC236}">
                    <a16:creationId xmlns:a16="http://schemas.microsoft.com/office/drawing/2014/main" id="{5D6D0195-7C31-F0F3-ACC7-CC64B6AB6D62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8" name="ellipse_2827">
                <a:extLst>
                  <a:ext uri="{FF2B5EF4-FFF2-40B4-BE49-F238E27FC236}">
                    <a16:creationId xmlns:a16="http://schemas.microsoft.com/office/drawing/2014/main" id="{D08B9923-F252-3080-C06F-23F3BCA627F3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9" name="ellipse_2828">
                <a:extLst>
                  <a:ext uri="{FF2B5EF4-FFF2-40B4-BE49-F238E27FC236}">
                    <a16:creationId xmlns:a16="http://schemas.microsoft.com/office/drawing/2014/main" id="{A2008A99-17E3-5728-726A-834D8654E342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0" name="ellipse_2829">
                <a:extLst>
                  <a:ext uri="{FF2B5EF4-FFF2-40B4-BE49-F238E27FC236}">
                    <a16:creationId xmlns:a16="http://schemas.microsoft.com/office/drawing/2014/main" id="{89A7846A-6A51-8B7D-B2AE-C94F9CE4BAD2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1" name="ellipse_2830">
                <a:extLst>
                  <a:ext uri="{FF2B5EF4-FFF2-40B4-BE49-F238E27FC236}">
                    <a16:creationId xmlns:a16="http://schemas.microsoft.com/office/drawing/2014/main" id="{FF88878E-C48E-8F07-0D56-FB88FA16623F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2" name="ellipse_2831">
                <a:extLst>
                  <a:ext uri="{FF2B5EF4-FFF2-40B4-BE49-F238E27FC236}">
                    <a16:creationId xmlns:a16="http://schemas.microsoft.com/office/drawing/2014/main" id="{950C6A04-5DE0-0B40-DE7F-320B56EDFE0F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3" name="ellipse_2832">
                <a:extLst>
                  <a:ext uri="{FF2B5EF4-FFF2-40B4-BE49-F238E27FC236}">
                    <a16:creationId xmlns:a16="http://schemas.microsoft.com/office/drawing/2014/main" id="{377B4565-E1E8-A74A-DDB8-EF4052F0DDFF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4" name="ellipse_2833">
                <a:extLst>
                  <a:ext uri="{FF2B5EF4-FFF2-40B4-BE49-F238E27FC236}">
                    <a16:creationId xmlns:a16="http://schemas.microsoft.com/office/drawing/2014/main" id="{D90E6805-C94D-2FEB-2AAE-99F62DB5B2C3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5" name="ellipse_2834">
                <a:extLst>
                  <a:ext uri="{FF2B5EF4-FFF2-40B4-BE49-F238E27FC236}">
                    <a16:creationId xmlns:a16="http://schemas.microsoft.com/office/drawing/2014/main" id="{097B5CF3-D132-F20E-D9E0-4A7EDF060A0F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6" name="ellipse_2835">
                <a:extLst>
                  <a:ext uri="{FF2B5EF4-FFF2-40B4-BE49-F238E27FC236}">
                    <a16:creationId xmlns:a16="http://schemas.microsoft.com/office/drawing/2014/main" id="{89804122-7DE5-94CC-31A1-AED1D8DCBD5A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7" name="ellipse_2836">
                <a:extLst>
                  <a:ext uri="{FF2B5EF4-FFF2-40B4-BE49-F238E27FC236}">
                    <a16:creationId xmlns:a16="http://schemas.microsoft.com/office/drawing/2014/main" id="{3A958A15-FC4A-A7DE-6338-60ADF74AE72F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8" name="ellipse_2837">
                <a:extLst>
                  <a:ext uri="{FF2B5EF4-FFF2-40B4-BE49-F238E27FC236}">
                    <a16:creationId xmlns:a16="http://schemas.microsoft.com/office/drawing/2014/main" id="{3BFA1C6B-694A-56BC-E185-4225E2D16602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9" name="ellipse_2838">
                <a:extLst>
                  <a:ext uri="{FF2B5EF4-FFF2-40B4-BE49-F238E27FC236}">
                    <a16:creationId xmlns:a16="http://schemas.microsoft.com/office/drawing/2014/main" id="{F63B0145-DC3C-2B30-1A39-69C93623E5D2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0" name="ellipse_2839">
                <a:extLst>
                  <a:ext uri="{FF2B5EF4-FFF2-40B4-BE49-F238E27FC236}">
                    <a16:creationId xmlns:a16="http://schemas.microsoft.com/office/drawing/2014/main" id="{964572FB-0C8C-99E4-A201-63D6EF0EE3C1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1" name="ellipse_2840">
                <a:extLst>
                  <a:ext uri="{FF2B5EF4-FFF2-40B4-BE49-F238E27FC236}">
                    <a16:creationId xmlns:a16="http://schemas.microsoft.com/office/drawing/2014/main" id="{DAB857F3-610B-DEBD-9726-0F6AEB9BD623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2" name="ellipse_2841">
                <a:extLst>
                  <a:ext uri="{FF2B5EF4-FFF2-40B4-BE49-F238E27FC236}">
                    <a16:creationId xmlns:a16="http://schemas.microsoft.com/office/drawing/2014/main" id="{FCEC0D54-8790-61B7-FCD5-55E73C460867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3" name="ellipse_2842">
                <a:extLst>
                  <a:ext uri="{FF2B5EF4-FFF2-40B4-BE49-F238E27FC236}">
                    <a16:creationId xmlns:a16="http://schemas.microsoft.com/office/drawing/2014/main" id="{8ADAD562-ED08-2760-7108-079378D64838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4" name="ellipse_2843">
                <a:extLst>
                  <a:ext uri="{FF2B5EF4-FFF2-40B4-BE49-F238E27FC236}">
                    <a16:creationId xmlns:a16="http://schemas.microsoft.com/office/drawing/2014/main" id="{4D41D254-51CA-46A9-A3E1-D3A52195C464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5" name="ellipse_2844">
                <a:extLst>
                  <a:ext uri="{FF2B5EF4-FFF2-40B4-BE49-F238E27FC236}">
                    <a16:creationId xmlns:a16="http://schemas.microsoft.com/office/drawing/2014/main" id="{BB950519-C04C-DA03-D486-5888024D0510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6" name="ellipse_2845">
                <a:extLst>
                  <a:ext uri="{FF2B5EF4-FFF2-40B4-BE49-F238E27FC236}">
                    <a16:creationId xmlns:a16="http://schemas.microsoft.com/office/drawing/2014/main" id="{8BBB4875-A375-3178-D133-46866B33677D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7" name="ellipse_2846">
                <a:extLst>
                  <a:ext uri="{FF2B5EF4-FFF2-40B4-BE49-F238E27FC236}">
                    <a16:creationId xmlns:a16="http://schemas.microsoft.com/office/drawing/2014/main" id="{6C82457B-AE32-1FFC-DBD8-A31785AE9D7E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8" name="ellipse_2847">
                <a:extLst>
                  <a:ext uri="{FF2B5EF4-FFF2-40B4-BE49-F238E27FC236}">
                    <a16:creationId xmlns:a16="http://schemas.microsoft.com/office/drawing/2014/main" id="{75551877-D351-6827-F7D7-623AE245CC56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9" name="ellipse_2848">
                <a:extLst>
                  <a:ext uri="{FF2B5EF4-FFF2-40B4-BE49-F238E27FC236}">
                    <a16:creationId xmlns:a16="http://schemas.microsoft.com/office/drawing/2014/main" id="{1C07042C-FBE3-934E-F2D8-FE98E5356ACF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0" name="ellipse_2849">
                <a:extLst>
                  <a:ext uri="{FF2B5EF4-FFF2-40B4-BE49-F238E27FC236}">
                    <a16:creationId xmlns:a16="http://schemas.microsoft.com/office/drawing/2014/main" id="{D2D3E1E8-DD73-80C1-0238-28763BAEE0E8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1" name="ellipse_2850">
                <a:extLst>
                  <a:ext uri="{FF2B5EF4-FFF2-40B4-BE49-F238E27FC236}">
                    <a16:creationId xmlns:a16="http://schemas.microsoft.com/office/drawing/2014/main" id="{F10DBC30-2B2D-58E6-144E-E813F78B4D3B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2" name="ellipse_2851">
                <a:extLst>
                  <a:ext uri="{FF2B5EF4-FFF2-40B4-BE49-F238E27FC236}">
                    <a16:creationId xmlns:a16="http://schemas.microsoft.com/office/drawing/2014/main" id="{7B405761-38FF-41CF-6AEB-630E339D253A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3" name="ellipse_2852">
                <a:extLst>
                  <a:ext uri="{FF2B5EF4-FFF2-40B4-BE49-F238E27FC236}">
                    <a16:creationId xmlns:a16="http://schemas.microsoft.com/office/drawing/2014/main" id="{585900C0-F43D-98A1-8C11-DEB2E0B3CEB2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4" name="ellipse_2853">
                <a:extLst>
                  <a:ext uri="{FF2B5EF4-FFF2-40B4-BE49-F238E27FC236}">
                    <a16:creationId xmlns:a16="http://schemas.microsoft.com/office/drawing/2014/main" id="{2A31D257-B59F-2853-A075-C090CC03AB5C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5" name="ellipse_2854">
                <a:extLst>
                  <a:ext uri="{FF2B5EF4-FFF2-40B4-BE49-F238E27FC236}">
                    <a16:creationId xmlns:a16="http://schemas.microsoft.com/office/drawing/2014/main" id="{B5ABCAA7-0DA4-C26F-7334-9EA7F69DC398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6" name="ellipse_2855">
                <a:extLst>
                  <a:ext uri="{FF2B5EF4-FFF2-40B4-BE49-F238E27FC236}">
                    <a16:creationId xmlns:a16="http://schemas.microsoft.com/office/drawing/2014/main" id="{7AF6AD18-7B3B-44C8-4ECC-8FD1F5BB1213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7" name="ellipse_2856">
                <a:extLst>
                  <a:ext uri="{FF2B5EF4-FFF2-40B4-BE49-F238E27FC236}">
                    <a16:creationId xmlns:a16="http://schemas.microsoft.com/office/drawing/2014/main" id="{2AF93667-5BB2-BFE6-99DF-239C016602C5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8" name="ellipse_2857">
                <a:extLst>
                  <a:ext uri="{FF2B5EF4-FFF2-40B4-BE49-F238E27FC236}">
                    <a16:creationId xmlns:a16="http://schemas.microsoft.com/office/drawing/2014/main" id="{D38F1724-C3F3-1C13-C1AB-DEFA3E6BF2DA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69" name="ellipse_2858">
                <a:extLst>
                  <a:ext uri="{FF2B5EF4-FFF2-40B4-BE49-F238E27FC236}">
                    <a16:creationId xmlns:a16="http://schemas.microsoft.com/office/drawing/2014/main" id="{D56DE477-144B-003F-6D8F-D3CDB9293971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0" name="ellipse_2859">
                <a:extLst>
                  <a:ext uri="{FF2B5EF4-FFF2-40B4-BE49-F238E27FC236}">
                    <a16:creationId xmlns:a16="http://schemas.microsoft.com/office/drawing/2014/main" id="{792284EC-8AC4-4C95-E6A3-CAF33FA9524E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1" name="ellipse_2860">
                <a:extLst>
                  <a:ext uri="{FF2B5EF4-FFF2-40B4-BE49-F238E27FC236}">
                    <a16:creationId xmlns:a16="http://schemas.microsoft.com/office/drawing/2014/main" id="{CDE0F664-7219-E229-D15E-043F7C54C13E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2" name="ellipse_2861">
                <a:extLst>
                  <a:ext uri="{FF2B5EF4-FFF2-40B4-BE49-F238E27FC236}">
                    <a16:creationId xmlns:a16="http://schemas.microsoft.com/office/drawing/2014/main" id="{90877A28-1074-1D3A-4541-2A18090B237D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3" name="ellipse_2862">
                <a:extLst>
                  <a:ext uri="{FF2B5EF4-FFF2-40B4-BE49-F238E27FC236}">
                    <a16:creationId xmlns:a16="http://schemas.microsoft.com/office/drawing/2014/main" id="{D9077066-0B44-275F-87C7-87925926ACE0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4" name="ellipse_2863">
                <a:extLst>
                  <a:ext uri="{FF2B5EF4-FFF2-40B4-BE49-F238E27FC236}">
                    <a16:creationId xmlns:a16="http://schemas.microsoft.com/office/drawing/2014/main" id="{3F05E175-164C-DF13-1F01-62922BBC1718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5" name="ellipse_2864">
                <a:extLst>
                  <a:ext uri="{FF2B5EF4-FFF2-40B4-BE49-F238E27FC236}">
                    <a16:creationId xmlns:a16="http://schemas.microsoft.com/office/drawing/2014/main" id="{146DFC99-0CB6-277B-5ED1-CCA932F12977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6" name="ellipse_2865">
                <a:extLst>
                  <a:ext uri="{FF2B5EF4-FFF2-40B4-BE49-F238E27FC236}">
                    <a16:creationId xmlns:a16="http://schemas.microsoft.com/office/drawing/2014/main" id="{91F1D475-CD34-54B7-FE8F-CEC6712BCDCC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7" name="ellipse_2866">
                <a:extLst>
                  <a:ext uri="{FF2B5EF4-FFF2-40B4-BE49-F238E27FC236}">
                    <a16:creationId xmlns:a16="http://schemas.microsoft.com/office/drawing/2014/main" id="{B7EE3666-1FEE-1E7E-F3AF-917BA5684589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8" name="ellipse_2867">
                <a:extLst>
                  <a:ext uri="{FF2B5EF4-FFF2-40B4-BE49-F238E27FC236}">
                    <a16:creationId xmlns:a16="http://schemas.microsoft.com/office/drawing/2014/main" id="{DE73BB7F-5893-A6DE-0D4F-BE145EFD33AC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79" name="ellipse_2868">
                <a:extLst>
                  <a:ext uri="{FF2B5EF4-FFF2-40B4-BE49-F238E27FC236}">
                    <a16:creationId xmlns:a16="http://schemas.microsoft.com/office/drawing/2014/main" id="{91E05C4E-3AD7-976D-8645-EE5F35BE0082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80" name="ellipse_2869">
                <a:extLst>
                  <a:ext uri="{FF2B5EF4-FFF2-40B4-BE49-F238E27FC236}">
                    <a16:creationId xmlns:a16="http://schemas.microsoft.com/office/drawing/2014/main" id="{EC87B1A4-1346-AAA4-7D83-1CD593BDA2C4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4481" name="Candidate blob | editable contour">
              <a:extLst>
                <a:ext uri="{FF2B5EF4-FFF2-40B4-BE49-F238E27FC236}">
                  <a16:creationId xmlns:a16="http://schemas.microsoft.com/office/drawing/2014/main" id="{72438361-3FB2-65FD-BA3F-55F4FCC9FFEB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82" name="ellipse_2871">
              <a:extLst>
                <a:ext uri="{FF2B5EF4-FFF2-40B4-BE49-F238E27FC236}">
                  <a16:creationId xmlns:a16="http://schemas.microsoft.com/office/drawing/2014/main" id="{E7F2C799-AD13-545D-82B4-739AE094CAB4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4483" name="Build | Pocket">
            <a:extLst>
              <a:ext uri="{FF2B5EF4-FFF2-40B4-BE49-F238E27FC236}">
                <a16:creationId xmlns:a16="http://schemas.microsoft.com/office/drawing/2014/main" id="{05C5815D-0E0E-095E-7704-6B07F0BAB3D0}"/>
              </a:ext>
            </a:extLst>
          </p:cNvPr>
          <p:cNvGrpSpPr/>
          <p:nvPr/>
        </p:nvGrpSpPr>
        <p:grpSpPr>
          <a:xfrm>
            <a:off x="5418160" y="482609"/>
            <a:ext cx="430122" cy="347904"/>
            <a:chOff x="1411968" y="5662376"/>
            <a:chExt cx="418007" cy="338292"/>
          </a:xfrm>
        </p:grpSpPr>
        <p:sp>
          <p:nvSpPr>
            <p:cNvPr id="4484" name="ellipse_2889">
              <a:extLst>
                <a:ext uri="{FF2B5EF4-FFF2-40B4-BE49-F238E27FC236}">
                  <a16:creationId xmlns:a16="http://schemas.microsoft.com/office/drawing/2014/main" id="{47C2F1EB-F2D9-5235-262C-9AC46EBC299E}"/>
                </a:ext>
              </a:extLst>
            </p:cNvPr>
            <p:cNvSpPr/>
            <p:nvPr/>
          </p:nvSpPr>
          <p:spPr>
            <a:xfrm>
              <a:off x="1477028" y="5730123"/>
              <a:ext cx="31529" cy="315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85" name="ellipse_2890">
              <a:extLst>
                <a:ext uri="{FF2B5EF4-FFF2-40B4-BE49-F238E27FC236}">
                  <a16:creationId xmlns:a16="http://schemas.microsoft.com/office/drawing/2014/main" id="{D86992B3-3B40-AA49-4908-BEC660FD2BED}"/>
                </a:ext>
              </a:extLst>
            </p:cNvPr>
            <p:cNvSpPr/>
            <p:nvPr/>
          </p:nvSpPr>
          <p:spPr>
            <a:xfrm>
              <a:off x="1413313" y="5768742"/>
              <a:ext cx="29533" cy="2953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86" name="ellipse_2891">
              <a:extLst>
                <a:ext uri="{FF2B5EF4-FFF2-40B4-BE49-F238E27FC236}">
                  <a16:creationId xmlns:a16="http://schemas.microsoft.com/office/drawing/2014/main" id="{337E1408-3202-CA28-B701-0AC7F9A89ED9}"/>
                </a:ext>
              </a:extLst>
            </p:cNvPr>
            <p:cNvSpPr/>
            <p:nvPr/>
          </p:nvSpPr>
          <p:spPr>
            <a:xfrm>
              <a:off x="1606772" y="5962955"/>
              <a:ext cx="37712" cy="3771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87" name="ellipse_2892">
              <a:extLst>
                <a:ext uri="{FF2B5EF4-FFF2-40B4-BE49-F238E27FC236}">
                  <a16:creationId xmlns:a16="http://schemas.microsoft.com/office/drawing/2014/main" id="{88C56103-EEBB-DF50-2E72-FA1BB66323A8}"/>
                </a:ext>
              </a:extLst>
            </p:cNvPr>
            <p:cNvSpPr/>
            <p:nvPr/>
          </p:nvSpPr>
          <p:spPr>
            <a:xfrm>
              <a:off x="1692365" y="5876366"/>
              <a:ext cx="39137" cy="3913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88" name="ellipse_2893">
              <a:extLst>
                <a:ext uri="{FF2B5EF4-FFF2-40B4-BE49-F238E27FC236}">
                  <a16:creationId xmlns:a16="http://schemas.microsoft.com/office/drawing/2014/main" id="{5D6EE35E-915E-0929-46D0-DBB74B2CC4BF}"/>
                </a:ext>
              </a:extLst>
            </p:cNvPr>
            <p:cNvSpPr/>
            <p:nvPr/>
          </p:nvSpPr>
          <p:spPr>
            <a:xfrm>
              <a:off x="1446482" y="5820853"/>
              <a:ext cx="35562" cy="3556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89" name="ellipse_2894">
              <a:extLst>
                <a:ext uri="{FF2B5EF4-FFF2-40B4-BE49-F238E27FC236}">
                  <a16:creationId xmlns:a16="http://schemas.microsoft.com/office/drawing/2014/main" id="{369EB00B-ED2D-7E45-C954-BFDFFAF594E1}"/>
                </a:ext>
              </a:extLst>
            </p:cNvPr>
            <p:cNvSpPr/>
            <p:nvPr/>
          </p:nvSpPr>
          <p:spPr>
            <a:xfrm>
              <a:off x="1411968" y="5817386"/>
              <a:ext cx="29762" cy="297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0" name="ellipse_2895">
              <a:extLst>
                <a:ext uri="{FF2B5EF4-FFF2-40B4-BE49-F238E27FC236}">
                  <a16:creationId xmlns:a16="http://schemas.microsoft.com/office/drawing/2014/main" id="{A5FFABEA-5C3C-B750-1A73-AB7607D1F806}"/>
                </a:ext>
              </a:extLst>
            </p:cNvPr>
            <p:cNvSpPr/>
            <p:nvPr/>
          </p:nvSpPr>
          <p:spPr>
            <a:xfrm>
              <a:off x="1469529" y="5784286"/>
              <a:ext cx="35695" cy="3569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1" name="ellipse_2896">
              <a:extLst>
                <a:ext uri="{FF2B5EF4-FFF2-40B4-BE49-F238E27FC236}">
                  <a16:creationId xmlns:a16="http://schemas.microsoft.com/office/drawing/2014/main" id="{36EF0B70-B276-7C51-148E-5C0B08FA84E3}"/>
                </a:ext>
              </a:extLst>
            </p:cNvPr>
            <p:cNvSpPr/>
            <p:nvPr/>
          </p:nvSpPr>
          <p:spPr>
            <a:xfrm>
              <a:off x="1485370" y="5743617"/>
              <a:ext cx="39374" cy="3937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2" name="ellipse_2897">
              <a:extLst>
                <a:ext uri="{FF2B5EF4-FFF2-40B4-BE49-F238E27FC236}">
                  <a16:creationId xmlns:a16="http://schemas.microsoft.com/office/drawing/2014/main" id="{8B926611-798B-02E8-6A01-8759E617313B}"/>
                </a:ext>
              </a:extLst>
            </p:cNvPr>
            <p:cNvSpPr/>
            <p:nvPr/>
          </p:nvSpPr>
          <p:spPr>
            <a:xfrm>
              <a:off x="1543334" y="5929029"/>
              <a:ext cx="29140" cy="2914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3" name="ellipse_2898">
              <a:extLst>
                <a:ext uri="{FF2B5EF4-FFF2-40B4-BE49-F238E27FC236}">
                  <a16:creationId xmlns:a16="http://schemas.microsoft.com/office/drawing/2014/main" id="{CC5B9643-0F7C-9E39-03DC-2064F57F358C}"/>
                </a:ext>
              </a:extLst>
            </p:cNvPr>
            <p:cNvSpPr/>
            <p:nvPr/>
          </p:nvSpPr>
          <p:spPr>
            <a:xfrm>
              <a:off x="1466275" y="5765882"/>
              <a:ext cx="25820" cy="25820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4" name="ellipse_2899">
              <a:extLst>
                <a:ext uri="{FF2B5EF4-FFF2-40B4-BE49-F238E27FC236}">
                  <a16:creationId xmlns:a16="http://schemas.microsoft.com/office/drawing/2014/main" id="{7245AB65-ACA9-1645-5E90-5F6A61971618}"/>
                </a:ext>
              </a:extLst>
            </p:cNvPr>
            <p:cNvSpPr/>
            <p:nvPr/>
          </p:nvSpPr>
          <p:spPr>
            <a:xfrm>
              <a:off x="1582840" y="5966745"/>
              <a:ext cx="30939" cy="3093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5" name="ellipse_2900">
              <a:extLst>
                <a:ext uri="{FF2B5EF4-FFF2-40B4-BE49-F238E27FC236}">
                  <a16:creationId xmlns:a16="http://schemas.microsoft.com/office/drawing/2014/main" id="{6C4D5798-B1D0-80B6-42A7-D6AE04FA5FC5}"/>
                </a:ext>
              </a:extLst>
            </p:cNvPr>
            <p:cNvSpPr/>
            <p:nvPr/>
          </p:nvSpPr>
          <p:spPr>
            <a:xfrm>
              <a:off x="1507992" y="5722896"/>
              <a:ext cx="33525" cy="3352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6" name="ellipse_2901">
              <a:extLst>
                <a:ext uri="{FF2B5EF4-FFF2-40B4-BE49-F238E27FC236}">
                  <a16:creationId xmlns:a16="http://schemas.microsoft.com/office/drawing/2014/main" id="{77EFAAE2-EC83-83AE-B0C3-AE5AD8F8E3A3}"/>
                </a:ext>
              </a:extLst>
            </p:cNvPr>
            <p:cNvSpPr/>
            <p:nvPr/>
          </p:nvSpPr>
          <p:spPr>
            <a:xfrm>
              <a:off x="1455591" y="5791788"/>
              <a:ext cx="31551" cy="3155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7" name="ellipse_2902">
              <a:extLst>
                <a:ext uri="{FF2B5EF4-FFF2-40B4-BE49-F238E27FC236}">
                  <a16:creationId xmlns:a16="http://schemas.microsoft.com/office/drawing/2014/main" id="{852554E1-153D-B409-82C9-659B2641CA59}"/>
                </a:ext>
              </a:extLst>
            </p:cNvPr>
            <p:cNvSpPr/>
            <p:nvPr/>
          </p:nvSpPr>
          <p:spPr>
            <a:xfrm>
              <a:off x="1565027" y="5913802"/>
              <a:ext cx="34699" cy="346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8" name="ellipse_2903">
              <a:extLst>
                <a:ext uri="{FF2B5EF4-FFF2-40B4-BE49-F238E27FC236}">
                  <a16:creationId xmlns:a16="http://schemas.microsoft.com/office/drawing/2014/main" id="{D33783B9-FFCF-6909-B90A-F3D49FFA0CCE}"/>
                </a:ext>
              </a:extLst>
            </p:cNvPr>
            <p:cNvSpPr/>
            <p:nvPr/>
          </p:nvSpPr>
          <p:spPr>
            <a:xfrm>
              <a:off x="1592477" y="5951568"/>
              <a:ext cx="38059" cy="38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499" name="ellipse_2904">
              <a:extLst>
                <a:ext uri="{FF2B5EF4-FFF2-40B4-BE49-F238E27FC236}">
                  <a16:creationId xmlns:a16="http://schemas.microsoft.com/office/drawing/2014/main" id="{09360C94-AA82-D240-C01B-8751A69FD8FC}"/>
                </a:ext>
              </a:extLst>
            </p:cNvPr>
            <p:cNvSpPr/>
            <p:nvPr/>
          </p:nvSpPr>
          <p:spPr>
            <a:xfrm>
              <a:off x="1755519" y="5859269"/>
              <a:ext cx="33604" cy="336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0" name="ellipse_2905">
              <a:extLst>
                <a:ext uri="{FF2B5EF4-FFF2-40B4-BE49-F238E27FC236}">
                  <a16:creationId xmlns:a16="http://schemas.microsoft.com/office/drawing/2014/main" id="{23E8BA43-4CF2-B6A3-1208-20E548B31047}"/>
                </a:ext>
              </a:extLst>
            </p:cNvPr>
            <p:cNvSpPr/>
            <p:nvPr/>
          </p:nvSpPr>
          <p:spPr>
            <a:xfrm>
              <a:off x="1714504" y="5932612"/>
              <a:ext cx="32252" cy="3225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1" name="ellipse_2906">
              <a:extLst>
                <a:ext uri="{FF2B5EF4-FFF2-40B4-BE49-F238E27FC236}">
                  <a16:creationId xmlns:a16="http://schemas.microsoft.com/office/drawing/2014/main" id="{95F725BB-0AC0-064E-0FC5-C1F37E597FE2}"/>
                </a:ext>
              </a:extLst>
            </p:cNvPr>
            <p:cNvSpPr/>
            <p:nvPr/>
          </p:nvSpPr>
          <p:spPr>
            <a:xfrm>
              <a:off x="1739282" y="5823798"/>
              <a:ext cx="27565" cy="275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2" name="ellipse_2907">
              <a:extLst>
                <a:ext uri="{FF2B5EF4-FFF2-40B4-BE49-F238E27FC236}">
                  <a16:creationId xmlns:a16="http://schemas.microsoft.com/office/drawing/2014/main" id="{98BE4426-EBA8-03CA-AF60-8BEB82CE7A4B}"/>
                </a:ext>
              </a:extLst>
            </p:cNvPr>
            <p:cNvSpPr/>
            <p:nvPr/>
          </p:nvSpPr>
          <p:spPr>
            <a:xfrm>
              <a:off x="1477659" y="5897421"/>
              <a:ext cx="33413" cy="3341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3" name="ellipse_2908">
              <a:extLst>
                <a:ext uri="{FF2B5EF4-FFF2-40B4-BE49-F238E27FC236}">
                  <a16:creationId xmlns:a16="http://schemas.microsoft.com/office/drawing/2014/main" id="{3AB098DD-EC85-0AB5-B8B0-14595758C8B6}"/>
                </a:ext>
              </a:extLst>
            </p:cNvPr>
            <p:cNvSpPr/>
            <p:nvPr/>
          </p:nvSpPr>
          <p:spPr>
            <a:xfrm>
              <a:off x="1671524" y="5897894"/>
              <a:ext cx="34031" cy="340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4" name="ellipse_2909">
              <a:extLst>
                <a:ext uri="{FF2B5EF4-FFF2-40B4-BE49-F238E27FC236}">
                  <a16:creationId xmlns:a16="http://schemas.microsoft.com/office/drawing/2014/main" id="{D1DB028E-742A-A4EB-A190-DFE1FCB55729}"/>
                </a:ext>
              </a:extLst>
            </p:cNvPr>
            <p:cNvSpPr/>
            <p:nvPr/>
          </p:nvSpPr>
          <p:spPr>
            <a:xfrm>
              <a:off x="1742971" y="5773835"/>
              <a:ext cx="35121" cy="351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5" name="ellipse_2910">
              <a:extLst>
                <a:ext uri="{FF2B5EF4-FFF2-40B4-BE49-F238E27FC236}">
                  <a16:creationId xmlns:a16="http://schemas.microsoft.com/office/drawing/2014/main" id="{3D13E130-374E-1745-6AD8-F420C45ABECC}"/>
                </a:ext>
              </a:extLst>
            </p:cNvPr>
            <p:cNvSpPr/>
            <p:nvPr/>
          </p:nvSpPr>
          <p:spPr>
            <a:xfrm>
              <a:off x="1555987" y="5962446"/>
              <a:ext cx="25963" cy="2596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6" name="ellipse_2911">
              <a:extLst>
                <a:ext uri="{FF2B5EF4-FFF2-40B4-BE49-F238E27FC236}">
                  <a16:creationId xmlns:a16="http://schemas.microsoft.com/office/drawing/2014/main" id="{44A817A3-995C-DF67-4CCA-D48D9A592CB3}"/>
                </a:ext>
              </a:extLst>
            </p:cNvPr>
            <p:cNvSpPr/>
            <p:nvPr/>
          </p:nvSpPr>
          <p:spPr>
            <a:xfrm>
              <a:off x="1725888" y="5766654"/>
              <a:ext cx="33262" cy="332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7" name="ellipse_2912">
              <a:extLst>
                <a:ext uri="{FF2B5EF4-FFF2-40B4-BE49-F238E27FC236}">
                  <a16:creationId xmlns:a16="http://schemas.microsoft.com/office/drawing/2014/main" id="{758E401C-1F09-DFBE-B0B2-9C06FDB4A209}"/>
                </a:ext>
              </a:extLst>
            </p:cNvPr>
            <p:cNvSpPr/>
            <p:nvPr/>
          </p:nvSpPr>
          <p:spPr>
            <a:xfrm>
              <a:off x="1638437" y="5914338"/>
              <a:ext cx="38036" cy="3803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8" name="ellipse_2913">
              <a:extLst>
                <a:ext uri="{FF2B5EF4-FFF2-40B4-BE49-F238E27FC236}">
                  <a16:creationId xmlns:a16="http://schemas.microsoft.com/office/drawing/2014/main" id="{CB8BE022-3DA6-FD79-2936-216C09440304}"/>
                </a:ext>
              </a:extLst>
            </p:cNvPr>
            <p:cNvSpPr/>
            <p:nvPr/>
          </p:nvSpPr>
          <p:spPr>
            <a:xfrm>
              <a:off x="1469814" y="5810243"/>
              <a:ext cx="26475" cy="2647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09" name="ellipse_2914">
              <a:extLst>
                <a:ext uri="{FF2B5EF4-FFF2-40B4-BE49-F238E27FC236}">
                  <a16:creationId xmlns:a16="http://schemas.microsoft.com/office/drawing/2014/main" id="{88023D76-24CB-E795-BD7D-319CBBB26C7B}"/>
                </a:ext>
              </a:extLst>
            </p:cNvPr>
            <p:cNvSpPr/>
            <p:nvPr/>
          </p:nvSpPr>
          <p:spPr>
            <a:xfrm>
              <a:off x="1604446" y="5912480"/>
              <a:ext cx="25177" cy="2517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0" name="ellipse_2915">
              <a:extLst>
                <a:ext uri="{FF2B5EF4-FFF2-40B4-BE49-F238E27FC236}">
                  <a16:creationId xmlns:a16="http://schemas.microsoft.com/office/drawing/2014/main" id="{C3E1B0E4-FA7F-B577-2D62-D158733D721E}"/>
                </a:ext>
              </a:extLst>
            </p:cNvPr>
            <p:cNvSpPr/>
            <p:nvPr/>
          </p:nvSpPr>
          <p:spPr>
            <a:xfrm>
              <a:off x="1537160" y="5725932"/>
              <a:ext cx="26446" cy="2644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1" name="ellipse_2916">
              <a:extLst>
                <a:ext uri="{FF2B5EF4-FFF2-40B4-BE49-F238E27FC236}">
                  <a16:creationId xmlns:a16="http://schemas.microsoft.com/office/drawing/2014/main" id="{55A283EC-C586-EE14-3651-67FC8E43CF18}"/>
                </a:ext>
              </a:extLst>
            </p:cNvPr>
            <p:cNvSpPr/>
            <p:nvPr/>
          </p:nvSpPr>
          <p:spPr>
            <a:xfrm>
              <a:off x="1627934" y="5686479"/>
              <a:ext cx="28884" cy="288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2" name="ellipse_2917">
              <a:extLst>
                <a:ext uri="{FF2B5EF4-FFF2-40B4-BE49-F238E27FC236}">
                  <a16:creationId xmlns:a16="http://schemas.microsoft.com/office/drawing/2014/main" id="{1DA2CEEF-346E-4A1C-03F8-067F3AA7A03F}"/>
                </a:ext>
              </a:extLst>
            </p:cNvPr>
            <p:cNvSpPr/>
            <p:nvPr/>
          </p:nvSpPr>
          <p:spPr>
            <a:xfrm>
              <a:off x="1673455" y="5697854"/>
              <a:ext cx="24843" cy="2484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3" name="ellipse_2918">
              <a:extLst>
                <a:ext uri="{FF2B5EF4-FFF2-40B4-BE49-F238E27FC236}">
                  <a16:creationId xmlns:a16="http://schemas.microsoft.com/office/drawing/2014/main" id="{61309704-41ED-415C-49FF-21602EE1F853}"/>
                </a:ext>
              </a:extLst>
            </p:cNvPr>
            <p:cNvSpPr/>
            <p:nvPr/>
          </p:nvSpPr>
          <p:spPr>
            <a:xfrm>
              <a:off x="1740188" y="5843935"/>
              <a:ext cx="33634" cy="3363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4" name="ellipse_2919">
              <a:extLst>
                <a:ext uri="{FF2B5EF4-FFF2-40B4-BE49-F238E27FC236}">
                  <a16:creationId xmlns:a16="http://schemas.microsoft.com/office/drawing/2014/main" id="{3FC82DE7-5974-DFC7-87C6-BADF122B4C9E}"/>
                </a:ext>
              </a:extLst>
            </p:cNvPr>
            <p:cNvSpPr/>
            <p:nvPr/>
          </p:nvSpPr>
          <p:spPr>
            <a:xfrm>
              <a:off x="1747527" y="5782823"/>
              <a:ext cx="38868" cy="3886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5" name="ellipse_2920">
              <a:extLst>
                <a:ext uri="{FF2B5EF4-FFF2-40B4-BE49-F238E27FC236}">
                  <a16:creationId xmlns:a16="http://schemas.microsoft.com/office/drawing/2014/main" id="{78FE1CB8-B2A3-9A96-D3E8-7D724A9BC82D}"/>
                </a:ext>
              </a:extLst>
            </p:cNvPr>
            <p:cNvSpPr/>
            <p:nvPr/>
          </p:nvSpPr>
          <p:spPr>
            <a:xfrm>
              <a:off x="1601887" y="5948096"/>
              <a:ext cx="25828" cy="2582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6" name="ellipse_2921">
              <a:extLst>
                <a:ext uri="{FF2B5EF4-FFF2-40B4-BE49-F238E27FC236}">
                  <a16:creationId xmlns:a16="http://schemas.microsoft.com/office/drawing/2014/main" id="{96C93AB6-B265-0FE3-84DA-9000D06AF50A}"/>
                </a:ext>
              </a:extLst>
            </p:cNvPr>
            <p:cNvSpPr/>
            <p:nvPr/>
          </p:nvSpPr>
          <p:spPr>
            <a:xfrm>
              <a:off x="1749582" y="5888113"/>
              <a:ext cx="36487" cy="3648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7" name="ellipse_2922">
              <a:extLst>
                <a:ext uri="{FF2B5EF4-FFF2-40B4-BE49-F238E27FC236}">
                  <a16:creationId xmlns:a16="http://schemas.microsoft.com/office/drawing/2014/main" id="{C7306B79-204B-3045-7BD6-BBFA2F17D267}"/>
                </a:ext>
              </a:extLst>
            </p:cNvPr>
            <p:cNvSpPr/>
            <p:nvPr/>
          </p:nvSpPr>
          <p:spPr>
            <a:xfrm>
              <a:off x="1731701" y="5860783"/>
              <a:ext cx="23989" cy="239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8" name="ellipse_2923">
              <a:extLst>
                <a:ext uri="{FF2B5EF4-FFF2-40B4-BE49-F238E27FC236}">
                  <a16:creationId xmlns:a16="http://schemas.microsoft.com/office/drawing/2014/main" id="{945B2DF1-6673-888A-9FDE-CAAC3A88521F}"/>
                </a:ext>
              </a:extLst>
            </p:cNvPr>
            <p:cNvSpPr/>
            <p:nvPr/>
          </p:nvSpPr>
          <p:spPr>
            <a:xfrm>
              <a:off x="1759056" y="5817672"/>
              <a:ext cx="28808" cy="288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19" name="ellipse_2924">
              <a:extLst>
                <a:ext uri="{FF2B5EF4-FFF2-40B4-BE49-F238E27FC236}">
                  <a16:creationId xmlns:a16="http://schemas.microsoft.com/office/drawing/2014/main" id="{61634248-CBB0-953B-9D38-1CD32CBD7055}"/>
                </a:ext>
              </a:extLst>
            </p:cNvPr>
            <p:cNvSpPr/>
            <p:nvPr/>
          </p:nvSpPr>
          <p:spPr>
            <a:xfrm>
              <a:off x="1547821" y="5674848"/>
              <a:ext cx="24536" cy="2453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0" name="ellipse_2925">
              <a:extLst>
                <a:ext uri="{FF2B5EF4-FFF2-40B4-BE49-F238E27FC236}">
                  <a16:creationId xmlns:a16="http://schemas.microsoft.com/office/drawing/2014/main" id="{582E75C8-B379-AC3D-F458-C0120852DF2B}"/>
                </a:ext>
              </a:extLst>
            </p:cNvPr>
            <p:cNvSpPr/>
            <p:nvPr/>
          </p:nvSpPr>
          <p:spPr>
            <a:xfrm>
              <a:off x="1436856" y="5736363"/>
              <a:ext cx="23841" cy="238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1" name="ellipse_2926">
              <a:extLst>
                <a:ext uri="{FF2B5EF4-FFF2-40B4-BE49-F238E27FC236}">
                  <a16:creationId xmlns:a16="http://schemas.microsoft.com/office/drawing/2014/main" id="{69CC50CC-22CF-6779-8C50-67E251F346D0}"/>
                </a:ext>
              </a:extLst>
            </p:cNvPr>
            <p:cNvSpPr/>
            <p:nvPr/>
          </p:nvSpPr>
          <p:spPr>
            <a:xfrm>
              <a:off x="1457390" y="5888267"/>
              <a:ext cx="35961" cy="3596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2" name="ellipse_2927">
              <a:extLst>
                <a:ext uri="{FF2B5EF4-FFF2-40B4-BE49-F238E27FC236}">
                  <a16:creationId xmlns:a16="http://schemas.microsoft.com/office/drawing/2014/main" id="{A7CC95BC-1C4B-866A-4A62-425D6252585C}"/>
                </a:ext>
              </a:extLst>
            </p:cNvPr>
            <p:cNvSpPr/>
            <p:nvPr/>
          </p:nvSpPr>
          <p:spPr>
            <a:xfrm>
              <a:off x="1428158" y="5810865"/>
              <a:ext cx="33956" cy="3395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3" name="ellipse_2928">
              <a:extLst>
                <a:ext uri="{FF2B5EF4-FFF2-40B4-BE49-F238E27FC236}">
                  <a16:creationId xmlns:a16="http://schemas.microsoft.com/office/drawing/2014/main" id="{1A58637D-BB94-991E-80BA-0100596694BB}"/>
                </a:ext>
              </a:extLst>
            </p:cNvPr>
            <p:cNvSpPr/>
            <p:nvPr/>
          </p:nvSpPr>
          <p:spPr>
            <a:xfrm>
              <a:off x="1806304" y="5819862"/>
              <a:ext cx="23670" cy="2367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4" name="ellipse_2929">
              <a:extLst>
                <a:ext uri="{FF2B5EF4-FFF2-40B4-BE49-F238E27FC236}">
                  <a16:creationId xmlns:a16="http://schemas.microsoft.com/office/drawing/2014/main" id="{14D803FA-F10B-071F-3D82-A3EBE49A52F0}"/>
                </a:ext>
              </a:extLst>
            </p:cNvPr>
            <p:cNvSpPr/>
            <p:nvPr/>
          </p:nvSpPr>
          <p:spPr>
            <a:xfrm>
              <a:off x="1627313" y="5712973"/>
              <a:ext cx="37885" cy="378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5" name="ellipse_2930">
              <a:extLst>
                <a:ext uri="{FF2B5EF4-FFF2-40B4-BE49-F238E27FC236}">
                  <a16:creationId xmlns:a16="http://schemas.microsoft.com/office/drawing/2014/main" id="{95BD9C27-A57E-2FE7-E30E-DFB2DA0650C4}"/>
                </a:ext>
              </a:extLst>
            </p:cNvPr>
            <p:cNvSpPr/>
            <p:nvPr/>
          </p:nvSpPr>
          <p:spPr>
            <a:xfrm>
              <a:off x="1710685" y="5883673"/>
              <a:ext cx="23533" cy="235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6" name="ellipse_2931">
              <a:extLst>
                <a:ext uri="{FF2B5EF4-FFF2-40B4-BE49-F238E27FC236}">
                  <a16:creationId xmlns:a16="http://schemas.microsoft.com/office/drawing/2014/main" id="{45B16D73-2AC2-46BB-86AE-54750FF81BC1}"/>
                </a:ext>
              </a:extLst>
            </p:cNvPr>
            <p:cNvSpPr/>
            <p:nvPr/>
          </p:nvSpPr>
          <p:spPr>
            <a:xfrm>
              <a:off x="1694615" y="5911084"/>
              <a:ext cx="29708" cy="297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7" name="ellipse_2932">
              <a:extLst>
                <a:ext uri="{FF2B5EF4-FFF2-40B4-BE49-F238E27FC236}">
                  <a16:creationId xmlns:a16="http://schemas.microsoft.com/office/drawing/2014/main" id="{8D562D7A-A435-138B-6BE7-1155BF046F86}"/>
                </a:ext>
              </a:extLst>
            </p:cNvPr>
            <p:cNvSpPr/>
            <p:nvPr/>
          </p:nvSpPr>
          <p:spPr>
            <a:xfrm>
              <a:off x="1701593" y="5924380"/>
              <a:ext cx="23793" cy="2379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8" name="ellipse_2933">
              <a:extLst>
                <a:ext uri="{FF2B5EF4-FFF2-40B4-BE49-F238E27FC236}">
                  <a16:creationId xmlns:a16="http://schemas.microsoft.com/office/drawing/2014/main" id="{79A2BF54-F77D-C2E3-1A9A-8B7E75DD723C}"/>
                </a:ext>
              </a:extLst>
            </p:cNvPr>
            <p:cNvSpPr/>
            <p:nvPr/>
          </p:nvSpPr>
          <p:spPr>
            <a:xfrm>
              <a:off x="1599033" y="5681949"/>
              <a:ext cx="29376" cy="2937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29" name="ellipse_2934">
              <a:extLst>
                <a:ext uri="{FF2B5EF4-FFF2-40B4-BE49-F238E27FC236}">
                  <a16:creationId xmlns:a16="http://schemas.microsoft.com/office/drawing/2014/main" id="{1C40B382-C02A-2D7D-EB2D-ED9A3303F1B3}"/>
                </a:ext>
              </a:extLst>
            </p:cNvPr>
            <p:cNvSpPr/>
            <p:nvPr/>
          </p:nvSpPr>
          <p:spPr>
            <a:xfrm>
              <a:off x="1706363" y="5885733"/>
              <a:ext cx="27882" cy="2788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0" name="ellipse_2935">
              <a:extLst>
                <a:ext uri="{FF2B5EF4-FFF2-40B4-BE49-F238E27FC236}">
                  <a16:creationId xmlns:a16="http://schemas.microsoft.com/office/drawing/2014/main" id="{2E09FFDB-8AAD-344B-2C7F-C7DA7845FD1D}"/>
                </a:ext>
              </a:extLst>
            </p:cNvPr>
            <p:cNvSpPr/>
            <p:nvPr/>
          </p:nvSpPr>
          <p:spPr>
            <a:xfrm>
              <a:off x="1644117" y="5927383"/>
              <a:ext cx="31868" cy="3186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1" name="ellipse_2936">
              <a:extLst>
                <a:ext uri="{FF2B5EF4-FFF2-40B4-BE49-F238E27FC236}">
                  <a16:creationId xmlns:a16="http://schemas.microsoft.com/office/drawing/2014/main" id="{DB8FB543-1DF5-0BAD-4717-C5DB5AD5133E}"/>
                </a:ext>
              </a:extLst>
            </p:cNvPr>
            <p:cNvSpPr/>
            <p:nvPr/>
          </p:nvSpPr>
          <p:spPr>
            <a:xfrm>
              <a:off x="1582830" y="5913046"/>
              <a:ext cx="31662" cy="31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2" name="ellipse_2937">
              <a:extLst>
                <a:ext uri="{FF2B5EF4-FFF2-40B4-BE49-F238E27FC236}">
                  <a16:creationId xmlns:a16="http://schemas.microsoft.com/office/drawing/2014/main" id="{EE4F1BDD-F300-02D3-759A-5B0FE699F347}"/>
                </a:ext>
              </a:extLst>
            </p:cNvPr>
            <p:cNvSpPr/>
            <p:nvPr/>
          </p:nvSpPr>
          <p:spPr>
            <a:xfrm>
              <a:off x="1441252" y="5843458"/>
              <a:ext cx="37932" cy="37932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3" name="ellipse_2938">
              <a:extLst>
                <a:ext uri="{FF2B5EF4-FFF2-40B4-BE49-F238E27FC236}">
                  <a16:creationId xmlns:a16="http://schemas.microsoft.com/office/drawing/2014/main" id="{00920532-4F16-F579-9A9C-D01AB1ED1F41}"/>
                </a:ext>
              </a:extLst>
            </p:cNvPr>
            <p:cNvSpPr/>
            <p:nvPr/>
          </p:nvSpPr>
          <p:spPr>
            <a:xfrm>
              <a:off x="1676913" y="5723244"/>
              <a:ext cx="35560" cy="3556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4" name="ellipse_2939">
              <a:extLst>
                <a:ext uri="{FF2B5EF4-FFF2-40B4-BE49-F238E27FC236}">
                  <a16:creationId xmlns:a16="http://schemas.microsoft.com/office/drawing/2014/main" id="{D1FDB036-5D89-2BE4-BC5D-D0FDB2280B8C}"/>
                </a:ext>
              </a:extLst>
            </p:cNvPr>
            <p:cNvSpPr/>
            <p:nvPr/>
          </p:nvSpPr>
          <p:spPr>
            <a:xfrm>
              <a:off x="1442316" y="5759309"/>
              <a:ext cx="30564" cy="3056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5" name="ellipse_2940">
              <a:extLst>
                <a:ext uri="{FF2B5EF4-FFF2-40B4-BE49-F238E27FC236}">
                  <a16:creationId xmlns:a16="http://schemas.microsoft.com/office/drawing/2014/main" id="{FBBD8F27-0F79-2D7D-04C7-6455A1B2083E}"/>
                </a:ext>
              </a:extLst>
            </p:cNvPr>
            <p:cNvSpPr/>
            <p:nvPr/>
          </p:nvSpPr>
          <p:spPr>
            <a:xfrm>
              <a:off x="1660843" y="5732672"/>
              <a:ext cx="32471" cy="324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6" name="ellipse_2941">
              <a:extLst>
                <a:ext uri="{FF2B5EF4-FFF2-40B4-BE49-F238E27FC236}">
                  <a16:creationId xmlns:a16="http://schemas.microsoft.com/office/drawing/2014/main" id="{95B0D742-2EE6-6C08-D531-32B1C865E508}"/>
                </a:ext>
              </a:extLst>
            </p:cNvPr>
            <p:cNvSpPr/>
            <p:nvPr/>
          </p:nvSpPr>
          <p:spPr>
            <a:xfrm>
              <a:off x="1441929" y="5857738"/>
              <a:ext cx="27539" cy="2753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7" name="ellipse_2942">
              <a:extLst>
                <a:ext uri="{FF2B5EF4-FFF2-40B4-BE49-F238E27FC236}">
                  <a16:creationId xmlns:a16="http://schemas.microsoft.com/office/drawing/2014/main" id="{C14340AB-13AB-6F55-74BB-7F894934148F}"/>
                </a:ext>
              </a:extLst>
            </p:cNvPr>
            <p:cNvSpPr/>
            <p:nvPr/>
          </p:nvSpPr>
          <p:spPr>
            <a:xfrm>
              <a:off x="1605905" y="5946213"/>
              <a:ext cx="23720" cy="2372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8" name="ellipse_2943">
              <a:extLst>
                <a:ext uri="{FF2B5EF4-FFF2-40B4-BE49-F238E27FC236}">
                  <a16:creationId xmlns:a16="http://schemas.microsoft.com/office/drawing/2014/main" id="{B5FEF992-7CF8-FB12-86CA-7E122AA49C50}"/>
                </a:ext>
              </a:extLst>
            </p:cNvPr>
            <p:cNvSpPr/>
            <p:nvPr/>
          </p:nvSpPr>
          <p:spPr>
            <a:xfrm>
              <a:off x="1666560" y="5904207"/>
              <a:ext cx="25696" cy="25696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39" name="ellipse_2944">
              <a:extLst>
                <a:ext uri="{FF2B5EF4-FFF2-40B4-BE49-F238E27FC236}">
                  <a16:creationId xmlns:a16="http://schemas.microsoft.com/office/drawing/2014/main" id="{AA3DA879-9532-CAD2-813C-B9E410D76491}"/>
                </a:ext>
              </a:extLst>
            </p:cNvPr>
            <p:cNvSpPr/>
            <p:nvPr/>
          </p:nvSpPr>
          <p:spPr>
            <a:xfrm>
              <a:off x="1569217" y="5720001"/>
              <a:ext cx="32959" cy="329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0" name="ellipse_2945">
              <a:extLst>
                <a:ext uri="{FF2B5EF4-FFF2-40B4-BE49-F238E27FC236}">
                  <a16:creationId xmlns:a16="http://schemas.microsoft.com/office/drawing/2014/main" id="{75FFEFDF-7CF8-01FD-2C95-3E07F917332C}"/>
                </a:ext>
              </a:extLst>
            </p:cNvPr>
            <p:cNvSpPr/>
            <p:nvPr/>
          </p:nvSpPr>
          <p:spPr>
            <a:xfrm>
              <a:off x="1628649" y="5681483"/>
              <a:ext cx="30404" cy="304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1" name="ellipse_2946">
              <a:extLst>
                <a:ext uri="{FF2B5EF4-FFF2-40B4-BE49-F238E27FC236}">
                  <a16:creationId xmlns:a16="http://schemas.microsoft.com/office/drawing/2014/main" id="{13B0CA31-2285-B265-58BC-303653F12AA0}"/>
                </a:ext>
              </a:extLst>
            </p:cNvPr>
            <p:cNvSpPr/>
            <p:nvPr/>
          </p:nvSpPr>
          <p:spPr>
            <a:xfrm>
              <a:off x="1713397" y="5861457"/>
              <a:ext cx="33198" cy="3319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2" name="ellipse_2947">
              <a:extLst>
                <a:ext uri="{FF2B5EF4-FFF2-40B4-BE49-F238E27FC236}">
                  <a16:creationId xmlns:a16="http://schemas.microsoft.com/office/drawing/2014/main" id="{BDF77A98-8FD4-8878-EC25-87B5E6287875}"/>
                </a:ext>
              </a:extLst>
            </p:cNvPr>
            <p:cNvSpPr/>
            <p:nvPr/>
          </p:nvSpPr>
          <p:spPr>
            <a:xfrm>
              <a:off x="1568321" y="5927538"/>
              <a:ext cx="37172" cy="3717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3" name="ellipse_2948">
              <a:extLst>
                <a:ext uri="{FF2B5EF4-FFF2-40B4-BE49-F238E27FC236}">
                  <a16:creationId xmlns:a16="http://schemas.microsoft.com/office/drawing/2014/main" id="{5A0C0A9C-5278-4FFD-3833-4E3B07215785}"/>
                </a:ext>
              </a:extLst>
            </p:cNvPr>
            <p:cNvSpPr/>
            <p:nvPr/>
          </p:nvSpPr>
          <p:spPr>
            <a:xfrm>
              <a:off x="1589792" y="5719262"/>
              <a:ext cx="26962" cy="269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4" name="ellipse_2949">
              <a:extLst>
                <a:ext uri="{FF2B5EF4-FFF2-40B4-BE49-F238E27FC236}">
                  <a16:creationId xmlns:a16="http://schemas.microsoft.com/office/drawing/2014/main" id="{95918971-FDF2-6C9F-EAD8-1E803DE2EB03}"/>
                </a:ext>
              </a:extLst>
            </p:cNvPr>
            <p:cNvSpPr/>
            <p:nvPr/>
          </p:nvSpPr>
          <p:spPr>
            <a:xfrm>
              <a:off x="1493034" y="5768073"/>
              <a:ext cx="32512" cy="3251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5" name="ellipse_2950">
              <a:extLst>
                <a:ext uri="{FF2B5EF4-FFF2-40B4-BE49-F238E27FC236}">
                  <a16:creationId xmlns:a16="http://schemas.microsoft.com/office/drawing/2014/main" id="{C74F54EA-4E1B-0122-7B94-5351677C425C}"/>
                </a:ext>
              </a:extLst>
            </p:cNvPr>
            <p:cNvSpPr/>
            <p:nvPr/>
          </p:nvSpPr>
          <p:spPr>
            <a:xfrm>
              <a:off x="1700028" y="5916902"/>
              <a:ext cx="26704" cy="267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6" name="ellipse_2951">
              <a:extLst>
                <a:ext uri="{FF2B5EF4-FFF2-40B4-BE49-F238E27FC236}">
                  <a16:creationId xmlns:a16="http://schemas.microsoft.com/office/drawing/2014/main" id="{704A114E-E0FC-A98B-5F20-9E48690B1016}"/>
                </a:ext>
              </a:extLst>
            </p:cNvPr>
            <p:cNvSpPr/>
            <p:nvPr/>
          </p:nvSpPr>
          <p:spPr>
            <a:xfrm>
              <a:off x="1484645" y="5849570"/>
              <a:ext cx="34307" cy="3430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7" name="ellipse_2952">
              <a:extLst>
                <a:ext uri="{FF2B5EF4-FFF2-40B4-BE49-F238E27FC236}">
                  <a16:creationId xmlns:a16="http://schemas.microsoft.com/office/drawing/2014/main" id="{CB19CF2B-0811-8E38-D10D-6E8AB7EAAEC2}"/>
                </a:ext>
              </a:extLst>
            </p:cNvPr>
            <p:cNvSpPr/>
            <p:nvPr/>
          </p:nvSpPr>
          <p:spPr>
            <a:xfrm>
              <a:off x="1796236" y="5779448"/>
              <a:ext cx="31087" cy="3108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8" name="ellipse_2953">
              <a:extLst>
                <a:ext uri="{FF2B5EF4-FFF2-40B4-BE49-F238E27FC236}">
                  <a16:creationId xmlns:a16="http://schemas.microsoft.com/office/drawing/2014/main" id="{7FE6C169-45FB-2FEB-C429-99E86A5608E8}"/>
                </a:ext>
              </a:extLst>
            </p:cNvPr>
            <p:cNvSpPr/>
            <p:nvPr/>
          </p:nvSpPr>
          <p:spPr>
            <a:xfrm>
              <a:off x="1703383" y="5707987"/>
              <a:ext cx="24249" cy="2424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49" name="ellipse_2954">
              <a:extLst>
                <a:ext uri="{FF2B5EF4-FFF2-40B4-BE49-F238E27FC236}">
                  <a16:creationId xmlns:a16="http://schemas.microsoft.com/office/drawing/2014/main" id="{9C234A0C-1AD2-2B6D-BB01-BF0571D2E6CE}"/>
                </a:ext>
              </a:extLst>
            </p:cNvPr>
            <p:cNvSpPr/>
            <p:nvPr/>
          </p:nvSpPr>
          <p:spPr>
            <a:xfrm>
              <a:off x="1639165" y="5940343"/>
              <a:ext cx="34999" cy="349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0" name="ellipse_2955">
              <a:extLst>
                <a:ext uri="{FF2B5EF4-FFF2-40B4-BE49-F238E27FC236}">
                  <a16:creationId xmlns:a16="http://schemas.microsoft.com/office/drawing/2014/main" id="{D8266A6D-B71F-331F-7D23-A46DADC8ECCF}"/>
                </a:ext>
              </a:extLst>
            </p:cNvPr>
            <p:cNvSpPr/>
            <p:nvPr/>
          </p:nvSpPr>
          <p:spPr>
            <a:xfrm>
              <a:off x="1607929" y="5664825"/>
              <a:ext cx="32753" cy="3275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1" name="ellipse_2956">
              <a:extLst>
                <a:ext uri="{FF2B5EF4-FFF2-40B4-BE49-F238E27FC236}">
                  <a16:creationId xmlns:a16="http://schemas.microsoft.com/office/drawing/2014/main" id="{A3DF30FF-6F15-10EF-CA65-35D5F33BA850}"/>
                </a:ext>
              </a:extLst>
            </p:cNvPr>
            <p:cNvSpPr/>
            <p:nvPr/>
          </p:nvSpPr>
          <p:spPr>
            <a:xfrm>
              <a:off x="1431638" y="5888721"/>
              <a:ext cx="32307" cy="3230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2" name="ellipse_2957">
              <a:extLst>
                <a:ext uri="{FF2B5EF4-FFF2-40B4-BE49-F238E27FC236}">
                  <a16:creationId xmlns:a16="http://schemas.microsoft.com/office/drawing/2014/main" id="{0592D5E5-FBE7-2CC5-CDF8-42DB4B7E69C5}"/>
                </a:ext>
              </a:extLst>
            </p:cNvPr>
            <p:cNvSpPr/>
            <p:nvPr/>
          </p:nvSpPr>
          <p:spPr>
            <a:xfrm>
              <a:off x="1763250" y="5810798"/>
              <a:ext cx="24008" cy="2400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3" name="ellipse_2958">
              <a:extLst>
                <a:ext uri="{FF2B5EF4-FFF2-40B4-BE49-F238E27FC236}">
                  <a16:creationId xmlns:a16="http://schemas.microsoft.com/office/drawing/2014/main" id="{D97D6258-FC89-786C-41C3-D0A3E48AD487}"/>
                </a:ext>
              </a:extLst>
            </p:cNvPr>
            <p:cNvSpPr/>
            <p:nvPr/>
          </p:nvSpPr>
          <p:spPr>
            <a:xfrm>
              <a:off x="1770156" y="5894195"/>
              <a:ext cx="34129" cy="3412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4" name="ellipse_2959">
              <a:extLst>
                <a:ext uri="{FF2B5EF4-FFF2-40B4-BE49-F238E27FC236}">
                  <a16:creationId xmlns:a16="http://schemas.microsoft.com/office/drawing/2014/main" id="{D7C15D2D-D1EA-FF24-A22E-1645805EDEB4}"/>
                </a:ext>
              </a:extLst>
            </p:cNvPr>
            <p:cNvSpPr/>
            <p:nvPr/>
          </p:nvSpPr>
          <p:spPr>
            <a:xfrm>
              <a:off x="1631456" y="5662376"/>
              <a:ext cx="36317" cy="3631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5" name="ellipse_2960">
              <a:extLst>
                <a:ext uri="{FF2B5EF4-FFF2-40B4-BE49-F238E27FC236}">
                  <a16:creationId xmlns:a16="http://schemas.microsoft.com/office/drawing/2014/main" id="{3F46FCDD-10C5-2B43-784F-8EABBEE05761}"/>
                </a:ext>
              </a:extLst>
            </p:cNvPr>
            <p:cNvSpPr/>
            <p:nvPr/>
          </p:nvSpPr>
          <p:spPr>
            <a:xfrm>
              <a:off x="1505565" y="5729779"/>
              <a:ext cx="35155" cy="3515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6" name="ellipse_2961">
              <a:extLst>
                <a:ext uri="{FF2B5EF4-FFF2-40B4-BE49-F238E27FC236}">
                  <a16:creationId xmlns:a16="http://schemas.microsoft.com/office/drawing/2014/main" id="{3CF4402C-60AE-E829-1775-1D01FBC26651}"/>
                </a:ext>
              </a:extLst>
            </p:cNvPr>
            <p:cNvSpPr/>
            <p:nvPr/>
          </p:nvSpPr>
          <p:spPr>
            <a:xfrm>
              <a:off x="1745125" y="5807695"/>
              <a:ext cx="28645" cy="2864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7" name="ellipse_2962">
              <a:extLst>
                <a:ext uri="{FF2B5EF4-FFF2-40B4-BE49-F238E27FC236}">
                  <a16:creationId xmlns:a16="http://schemas.microsoft.com/office/drawing/2014/main" id="{92CA9D0E-1FE2-EEAD-3C8A-3EA9CD7105FF}"/>
                </a:ext>
              </a:extLst>
            </p:cNvPr>
            <p:cNvSpPr/>
            <p:nvPr/>
          </p:nvSpPr>
          <p:spPr>
            <a:xfrm>
              <a:off x="1415944" y="5861397"/>
              <a:ext cx="29118" cy="291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8" name="ellipse_2963">
              <a:extLst>
                <a:ext uri="{FF2B5EF4-FFF2-40B4-BE49-F238E27FC236}">
                  <a16:creationId xmlns:a16="http://schemas.microsoft.com/office/drawing/2014/main" id="{88C60C88-D458-0D6C-00E0-518C72F8BE43}"/>
                </a:ext>
              </a:extLst>
            </p:cNvPr>
            <p:cNvSpPr/>
            <p:nvPr/>
          </p:nvSpPr>
          <p:spPr>
            <a:xfrm>
              <a:off x="1444289" y="5910192"/>
              <a:ext cx="36484" cy="364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59" name="ellipse_2964">
              <a:extLst>
                <a:ext uri="{FF2B5EF4-FFF2-40B4-BE49-F238E27FC236}">
                  <a16:creationId xmlns:a16="http://schemas.microsoft.com/office/drawing/2014/main" id="{A8B4EEED-4476-9FD9-6E24-41C1217A20A6}"/>
                </a:ext>
              </a:extLst>
            </p:cNvPr>
            <p:cNvSpPr/>
            <p:nvPr/>
          </p:nvSpPr>
          <p:spPr>
            <a:xfrm>
              <a:off x="1692595" y="5720180"/>
              <a:ext cx="34350" cy="3435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0" name="ellipse_2965">
              <a:extLst>
                <a:ext uri="{FF2B5EF4-FFF2-40B4-BE49-F238E27FC236}">
                  <a16:creationId xmlns:a16="http://schemas.microsoft.com/office/drawing/2014/main" id="{6D2AC65A-7300-3906-97BA-72CC3B6F22E9}"/>
                </a:ext>
              </a:extLst>
            </p:cNvPr>
            <p:cNvSpPr/>
            <p:nvPr/>
          </p:nvSpPr>
          <p:spPr>
            <a:xfrm>
              <a:off x="1645377" y="5668528"/>
              <a:ext cx="23232" cy="232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1" name="ellipse_2966">
              <a:extLst>
                <a:ext uri="{FF2B5EF4-FFF2-40B4-BE49-F238E27FC236}">
                  <a16:creationId xmlns:a16="http://schemas.microsoft.com/office/drawing/2014/main" id="{EAD07C98-C540-7C9F-36D6-7AFD3CDADB89}"/>
                </a:ext>
              </a:extLst>
            </p:cNvPr>
            <p:cNvSpPr/>
            <p:nvPr/>
          </p:nvSpPr>
          <p:spPr>
            <a:xfrm>
              <a:off x="1463027" y="5702838"/>
              <a:ext cx="32775" cy="3277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2" name="ellipse_2967">
              <a:extLst>
                <a:ext uri="{FF2B5EF4-FFF2-40B4-BE49-F238E27FC236}">
                  <a16:creationId xmlns:a16="http://schemas.microsoft.com/office/drawing/2014/main" id="{83E921DF-4AEA-D5BA-680E-57396B14217D}"/>
                </a:ext>
              </a:extLst>
            </p:cNvPr>
            <p:cNvSpPr/>
            <p:nvPr/>
          </p:nvSpPr>
          <p:spPr>
            <a:xfrm>
              <a:off x="1471693" y="5806019"/>
              <a:ext cx="36914" cy="3691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3" name="ellipse_2968">
              <a:extLst>
                <a:ext uri="{FF2B5EF4-FFF2-40B4-BE49-F238E27FC236}">
                  <a16:creationId xmlns:a16="http://schemas.microsoft.com/office/drawing/2014/main" id="{8350A069-6F49-33DA-DDC2-B45F8C0D0DB7}"/>
                </a:ext>
              </a:extLst>
            </p:cNvPr>
            <p:cNvSpPr/>
            <p:nvPr/>
          </p:nvSpPr>
          <p:spPr>
            <a:xfrm>
              <a:off x="1447857" y="5802230"/>
              <a:ext cx="29872" cy="2987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4" name="ellipse_2969">
              <a:extLst>
                <a:ext uri="{FF2B5EF4-FFF2-40B4-BE49-F238E27FC236}">
                  <a16:creationId xmlns:a16="http://schemas.microsoft.com/office/drawing/2014/main" id="{659BB344-A5BF-6535-253F-3FF90F2FB1B2}"/>
                </a:ext>
              </a:extLst>
            </p:cNvPr>
            <p:cNvSpPr/>
            <p:nvPr/>
          </p:nvSpPr>
          <p:spPr>
            <a:xfrm>
              <a:off x="1612617" y="5934978"/>
              <a:ext cx="25869" cy="2586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5" name="ellipse_2970">
              <a:extLst>
                <a:ext uri="{FF2B5EF4-FFF2-40B4-BE49-F238E27FC236}">
                  <a16:creationId xmlns:a16="http://schemas.microsoft.com/office/drawing/2014/main" id="{15FF0A95-2591-2237-6F13-06446E167056}"/>
                </a:ext>
              </a:extLst>
            </p:cNvPr>
            <p:cNvSpPr/>
            <p:nvPr/>
          </p:nvSpPr>
          <p:spPr>
            <a:xfrm>
              <a:off x="1499567" y="5923927"/>
              <a:ext cx="29366" cy="293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6" name="ellipse_2971">
              <a:extLst>
                <a:ext uri="{FF2B5EF4-FFF2-40B4-BE49-F238E27FC236}">
                  <a16:creationId xmlns:a16="http://schemas.microsoft.com/office/drawing/2014/main" id="{F36DA659-AF9C-3649-D44D-21E75CDD5F0A}"/>
                </a:ext>
              </a:extLst>
            </p:cNvPr>
            <p:cNvSpPr/>
            <p:nvPr/>
          </p:nvSpPr>
          <p:spPr>
            <a:xfrm>
              <a:off x="1439722" y="5746255"/>
              <a:ext cx="30428" cy="3042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7" name="ellipse_2972">
              <a:extLst>
                <a:ext uri="{FF2B5EF4-FFF2-40B4-BE49-F238E27FC236}">
                  <a16:creationId xmlns:a16="http://schemas.microsoft.com/office/drawing/2014/main" id="{4EF59F37-3D8E-1183-E2DE-7C159E346DB1}"/>
                </a:ext>
              </a:extLst>
            </p:cNvPr>
            <p:cNvSpPr/>
            <p:nvPr/>
          </p:nvSpPr>
          <p:spPr>
            <a:xfrm>
              <a:off x="1601892" y="5705782"/>
              <a:ext cx="26593" cy="26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4568" name="ellipse_2973">
              <a:extLst>
                <a:ext uri="{FF2B5EF4-FFF2-40B4-BE49-F238E27FC236}">
                  <a16:creationId xmlns:a16="http://schemas.microsoft.com/office/drawing/2014/main" id="{3F7693B0-BA2A-A7DA-7255-D3C0400C1BC8}"/>
                </a:ext>
              </a:extLst>
            </p:cNvPr>
            <p:cNvSpPr/>
            <p:nvPr/>
          </p:nvSpPr>
          <p:spPr>
            <a:xfrm>
              <a:off x="1683294" y="5736674"/>
              <a:ext cx="36357" cy="363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4569" name="Build | SMILES ligand graph">
            <a:extLst>
              <a:ext uri="{FF2B5EF4-FFF2-40B4-BE49-F238E27FC236}">
                <a16:creationId xmlns:a16="http://schemas.microsoft.com/office/drawing/2014/main" id="{7F646C8E-D70D-6BBD-7467-1C2018A6B8C3}"/>
              </a:ext>
            </a:extLst>
          </p:cNvPr>
          <p:cNvGrpSpPr/>
          <p:nvPr/>
        </p:nvGrpSpPr>
        <p:grpSpPr>
          <a:xfrm>
            <a:off x="4855670" y="1154249"/>
            <a:ext cx="490063" cy="238146"/>
            <a:chOff x="863060" y="5744348"/>
            <a:chExt cx="420988" cy="204721"/>
          </a:xfrm>
        </p:grpSpPr>
        <p:cxnSp>
          <p:nvCxnSpPr>
            <p:cNvPr id="4570" name="path_2875">
              <a:extLst>
                <a:ext uri="{FF2B5EF4-FFF2-40B4-BE49-F238E27FC236}">
                  <a16:creationId xmlns:a16="http://schemas.microsoft.com/office/drawing/2014/main" id="{0E98971E-1079-4E47-6614-2788CE2709C3}"/>
                </a:ext>
              </a:extLst>
            </p:cNvPr>
            <p:cNvCxnSpPr/>
            <p:nvPr/>
          </p:nvCxnSpPr>
          <p:spPr>
            <a:xfrm flipH="1">
              <a:off x="956231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1" name="path_2876">
              <a:extLst>
                <a:ext uri="{FF2B5EF4-FFF2-40B4-BE49-F238E27FC236}">
                  <a16:creationId xmlns:a16="http://schemas.microsoft.com/office/drawing/2014/main" id="{E8D49C8D-04B1-7BA8-22F0-6A2E78026ECA}"/>
                </a:ext>
              </a:extLst>
            </p:cNvPr>
            <p:cNvCxnSpPr/>
            <p:nvPr/>
          </p:nvCxnSpPr>
          <p:spPr>
            <a:xfrm flipH="1" flipV="1">
              <a:off x="863060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2" name="path_2877">
              <a:extLst>
                <a:ext uri="{FF2B5EF4-FFF2-40B4-BE49-F238E27FC236}">
                  <a16:creationId xmlns:a16="http://schemas.microsoft.com/office/drawing/2014/main" id="{D3CF1E25-F4FF-9E24-FC3D-59EF588DD803}"/>
                </a:ext>
              </a:extLst>
            </p:cNvPr>
            <p:cNvCxnSpPr/>
            <p:nvPr/>
          </p:nvCxnSpPr>
          <p:spPr>
            <a:xfrm flipH="1" flipV="1">
              <a:off x="863060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3" name="path_2878">
              <a:extLst>
                <a:ext uri="{FF2B5EF4-FFF2-40B4-BE49-F238E27FC236}">
                  <a16:creationId xmlns:a16="http://schemas.microsoft.com/office/drawing/2014/main" id="{E5AB8807-E664-2794-32A8-1937F9ACAA99}"/>
                </a:ext>
              </a:extLst>
            </p:cNvPr>
            <p:cNvCxnSpPr/>
            <p:nvPr/>
          </p:nvCxnSpPr>
          <p:spPr>
            <a:xfrm flipV="1">
              <a:off x="863060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4" name="path_2879">
              <a:extLst>
                <a:ext uri="{FF2B5EF4-FFF2-40B4-BE49-F238E27FC236}">
                  <a16:creationId xmlns:a16="http://schemas.microsoft.com/office/drawing/2014/main" id="{5DBE8BE0-D9B8-0EA2-3507-F2BD905263C4}"/>
                </a:ext>
              </a:extLst>
            </p:cNvPr>
            <p:cNvCxnSpPr/>
            <p:nvPr/>
          </p:nvCxnSpPr>
          <p:spPr>
            <a:xfrm>
              <a:off x="956231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5" name="path_2880">
              <a:extLst>
                <a:ext uri="{FF2B5EF4-FFF2-40B4-BE49-F238E27FC236}">
                  <a16:creationId xmlns:a16="http://schemas.microsoft.com/office/drawing/2014/main" id="{C59A226C-ED5B-FB28-E259-B0C5F81D7536}"/>
                </a:ext>
              </a:extLst>
            </p:cNvPr>
            <p:cNvCxnSpPr/>
            <p:nvPr/>
          </p:nvCxnSpPr>
          <p:spPr>
            <a:xfrm flipH="1">
              <a:off x="1049401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6" name="path_2881">
              <a:extLst>
                <a:ext uri="{FF2B5EF4-FFF2-40B4-BE49-F238E27FC236}">
                  <a16:creationId xmlns:a16="http://schemas.microsoft.com/office/drawing/2014/main" id="{FEF107EE-E4C8-2EE0-45A6-6F82CD4D02A4}"/>
                </a:ext>
              </a:extLst>
            </p:cNvPr>
            <p:cNvCxnSpPr/>
            <p:nvPr/>
          </p:nvCxnSpPr>
          <p:spPr>
            <a:xfrm flipV="1">
              <a:off x="1049401" y="5768591"/>
              <a:ext cx="83267" cy="12929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7" name="path_2882">
              <a:extLst>
                <a:ext uri="{FF2B5EF4-FFF2-40B4-BE49-F238E27FC236}">
                  <a16:creationId xmlns:a16="http://schemas.microsoft.com/office/drawing/2014/main" id="{954C2710-4748-79D2-B594-D7E08BFF7897}"/>
                </a:ext>
              </a:extLst>
            </p:cNvPr>
            <p:cNvCxnSpPr/>
            <p:nvPr/>
          </p:nvCxnSpPr>
          <p:spPr>
            <a:xfrm>
              <a:off x="1132668" y="5768591"/>
              <a:ext cx="60247" cy="565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8" name="path_2883">
              <a:extLst>
                <a:ext uri="{FF2B5EF4-FFF2-40B4-BE49-F238E27FC236}">
                  <a16:creationId xmlns:a16="http://schemas.microsoft.com/office/drawing/2014/main" id="{0435CF7D-E149-321A-7E2A-EFD40379AF5A}"/>
                </a:ext>
              </a:extLst>
            </p:cNvPr>
            <p:cNvCxnSpPr/>
            <p:nvPr/>
          </p:nvCxnSpPr>
          <p:spPr>
            <a:xfrm flipH="1">
              <a:off x="956231" y="5888677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79" name="path_2884">
              <a:extLst>
                <a:ext uri="{FF2B5EF4-FFF2-40B4-BE49-F238E27FC236}">
                  <a16:creationId xmlns:a16="http://schemas.microsoft.com/office/drawing/2014/main" id="{460B1048-17E9-C984-7ECF-BAA657FF5E38}"/>
                </a:ext>
              </a:extLst>
            </p:cNvPr>
            <p:cNvCxnSpPr/>
            <p:nvPr/>
          </p:nvCxnSpPr>
          <p:spPr>
            <a:xfrm flipH="1" flipV="1">
              <a:off x="879831" y="5804741"/>
              <a:ext cx="0" cy="83936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580" name="path_2885">
              <a:extLst>
                <a:ext uri="{FF2B5EF4-FFF2-40B4-BE49-F238E27FC236}">
                  <a16:creationId xmlns:a16="http://schemas.microsoft.com/office/drawing/2014/main" id="{761CC47C-EACF-2541-AA81-67E4C793356B}"/>
                </a:ext>
              </a:extLst>
            </p:cNvPr>
            <p:cNvCxnSpPr/>
            <p:nvPr/>
          </p:nvCxnSpPr>
          <p:spPr>
            <a:xfrm>
              <a:off x="956231" y="5762773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81" name="Text | O">
              <a:extLst>
                <a:ext uri="{FF2B5EF4-FFF2-40B4-BE49-F238E27FC236}">
                  <a16:creationId xmlns:a16="http://schemas.microsoft.com/office/drawing/2014/main" id="{6DE2989F-8DFB-CEE8-F2A3-7E121769C949}"/>
                </a:ext>
              </a:extLst>
            </p:cNvPr>
            <p:cNvSpPr txBox="1"/>
            <p:nvPr/>
          </p:nvSpPr>
          <p:spPr>
            <a:xfrm>
              <a:off x="1206055" y="5782454"/>
              <a:ext cx="77993" cy="9329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7" dirty="0">
                  <a:solidFill>
                    <a:srgbClr val="CE4148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447"/>
            </a:p>
          </p:txBody>
        </p:sp>
      </p:grpSp>
      <p:grpSp>
        <p:nvGrpSpPr>
          <p:cNvPr id="4582" name="Build experimental density">
            <a:extLst>
              <a:ext uri="{FF2B5EF4-FFF2-40B4-BE49-F238E27FC236}">
                <a16:creationId xmlns:a16="http://schemas.microsoft.com/office/drawing/2014/main" id="{3641DBF3-A690-A0F2-6216-FD15621F088F}"/>
              </a:ext>
            </a:extLst>
          </p:cNvPr>
          <p:cNvGrpSpPr/>
          <p:nvPr/>
        </p:nvGrpSpPr>
        <p:grpSpPr>
          <a:xfrm>
            <a:off x="5503918" y="1102571"/>
            <a:ext cx="263257" cy="313073"/>
            <a:chOff x="496477" y="1485900"/>
            <a:chExt cx="1521646" cy="1809750"/>
          </a:xfrm>
        </p:grpSpPr>
        <p:sp>
          <p:nvSpPr>
            <p:cNvPr id="4583" name="Input_density__7">
              <a:extLst>
                <a:ext uri="{FF2B5EF4-FFF2-40B4-BE49-F238E27FC236}">
                  <a16:creationId xmlns:a16="http://schemas.microsoft.com/office/drawing/2014/main" id="{31E1A678-7F84-558F-C5E2-5071AF2B7E4E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584" name="Input_density__8">
              <a:extLst>
                <a:ext uri="{FF2B5EF4-FFF2-40B4-BE49-F238E27FC236}">
                  <a16:creationId xmlns:a16="http://schemas.microsoft.com/office/drawing/2014/main" id="{0067ED09-ED22-0DB3-6D2A-CBF89EA09C5B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85" name="Input_density__9">
              <a:extLst>
                <a:ext uri="{FF2B5EF4-FFF2-40B4-BE49-F238E27FC236}">
                  <a16:creationId xmlns:a16="http://schemas.microsoft.com/office/drawing/2014/main" id="{24A8CF34-B36B-38D7-3F49-2BAA7062E924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586" name="Input_density__10">
              <a:extLst>
                <a:ext uri="{FF2B5EF4-FFF2-40B4-BE49-F238E27FC236}">
                  <a16:creationId xmlns:a16="http://schemas.microsoft.com/office/drawing/2014/main" id="{AF0DF002-066D-F39F-D18F-2E3FC42B7665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87" name="Input_density__11">
              <a:extLst>
                <a:ext uri="{FF2B5EF4-FFF2-40B4-BE49-F238E27FC236}">
                  <a16:creationId xmlns:a16="http://schemas.microsoft.com/office/drawing/2014/main" id="{5A39A75F-E4F1-1788-FB4F-5684DE7E85CE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88" name="Input_density__12">
              <a:extLst>
                <a:ext uri="{FF2B5EF4-FFF2-40B4-BE49-F238E27FC236}">
                  <a16:creationId xmlns:a16="http://schemas.microsoft.com/office/drawing/2014/main" id="{05AB4FDF-2A45-A021-1CC1-C713A1C6D90B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589" name="Input_density__13">
              <a:extLst>
                <a:ext uri="{FF2B5EF4-FFF2-40B4-BE49-F238E27FC236}">
                  <a16:creationId xmlns:a16="http://schemas.microsoft.com/office/drawing/2014/main" id="{982FAD2F-7617-BC50-BC21-E85FAA9F073C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590" name="Input_density__14">
              <a:extLst>
                <a:ext uri="{FF2B5EF4-FFF2-40B4-BE49-F238E27FC236}">
                  <a16:creationId xmlns:a16="http://schemas.microsoft.com/office/drawing/2014/main" id="{9D517164-6B0F-1672-253A-E21E7F3D3D5B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591" name="Input_density__15">
              <a:extLst>
                <a:ext uri="{FF2B5EF4-FFF2-40B4-BE49-F238E27FC236}">
                  <a16:creationId xmlns:a16="http://schemas.microsoft.com/office/drawing/2014/main" id="{F04F93A0-9F08-F729-CB2F-80D4F13A7AA9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592" name="Input_density__16">
              <a:extLst>
                <a:ext uri="{FF2B5EF4-FFF2-40B4-BE49-F238E27FC236}">
                  <a16:creationId xmlns:a16="http://schemas.microsoft.com/office/drawing/2014/main" id="{C1D7A1A7-D7E3-D855-53D2-BF60315C0BF6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593" name="Input_density__17">
              <a:extLst>
                <a:ext uri="{FF2B5EF4-FFF2-40B4-BE49-F238E27FC236}">
                  <a16:creationId xmlns:a16="http://schemas.microsoft.com/office/drawing/2014/main" id="{AE739E40-0C88-47D3-A2D1-4EF6E874798C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94" name="Input_density__18">
              <a:extLst>
                <a:ext uri="{FF2B5EF4-FFF2-40B4-BE49-F238E27FC236}">
                  <a16:creationId xmlns:a16="http://schemas.microsoft.com/office/drawing/2014/main" id="{1238B76D-2597-F89F-114B-401A76EEA27F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95" name="Input_density__19">
              <a:extLst>
                <a:ext uri="{FF2B5EF4-FFF2-40B4-BE49-F238E27FC236}">
                  <a16:creationId xmlns:a16="http://schemas.microsoft.com/office/drawing/2014/main" id="{2A37AE70-01F7-F68A-4327-BE41F2244177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596" name="Input_density__20">
              <a:extLst>
                <a:ext uri="{FF2B5EF4-FFF2-40B4-BE49-F238E27FC236}">
                  <a16:creationId xmlns:a16="http://schemas.microsoft.com/office/drawing/2014/main" id="{793248F2-F5B6-E587-7A56-04AE84ED1A24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597" name="Input_density__21">
              <a:extLst>
                <a:ext uri="{FF2B5EF4-FFF2-40B4-BE49-F238E27FC236}">
                  <a16:creationId xmlns:a16="http://schemas.microsoft.com/office/drawing/2014/main" id="{7B967986-0C69-901D-366B-8601645167BF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598" name="Input_density__22">
              <a:extLst>
                <a:ext uri="{FF2B5EF4-FFF2-40B4-BE49-F238E27FC236}">
                  <a16:creationId xmlns:a16="http://schemas.microsoft.com/office/drawing/2014/main" id="{18303D7F-80E0-0839-DBA2-5542B28BFB59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99" name="Input_density__23">
              <a:extLst>
                <a:ext uri="{FF2B5EF4-FFF2-40B4-BE49-F238E27FC236}">
                  <a16:creationId xmlns:a16="http://schemas.microsoft.com/office/drawing/2014/main" id="{C2FC6716-AC71-FAAB-7F01-C86688C81CA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00" name="Input_density__24">
              <a:extLst>
                <a:ext uri="{FF2B5EF4-FFF2-40B4-BE49-F238E27FC236}">
                  <a16:creationId xmlns:a16="http://schemas.microsoft.com/office/drawing/2014/main" id="{AFE5859F-A4C8-17A4-7D90-45831D45DA7B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01" name="Input_density__25">
              <a:extLst>
                <a:ext uri="{FF2B5EF4-FFF2-40B4-BE49-F238E27FC236}">
                  <a16:creationId xmlns:a16="http://schemas.microsoft.com/office/drawing/2014/main" id="{FEAB82FD-EFDF-2AB5-7090-B4DC62B259C0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02" name="Input_density__26">
              <a:extLst>
                <a:ext uri="{FF2B5EF4-FFF2-40B4-BE49-F238E27FC236}">
                  <a16:creationId xmlns:a16="http://schemas.microsoft.com/office/drawing/2014/main" id="{9CFA44A7-092D-612F-7230-27D8BB2A5099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03" name="Input_density__27">
              <a:extLst>
                <a:ext uri="{FF2B5EF4-FFF2-40B4-BE49-F238E27FC236}">
                  <a16:creationId xmlns:a16="http://schemas.microsoft.com/office/drawing/2014/main" id="{338C811E-8993-4B17-E670-1C5E5BF78CB8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04" name="Input_density__28">
              <a:extLst>
                <a:ext uri="{FF2B5EF4-FFF2-40B4-BE49-F238E27FC236}">
                  <a16:creationId xmlns:a16="http://schemas.microsoft.com/office/drawing/2014/main" id="{0B4DF5CB-3F53-7C00-4B1C-643B5A14FEA7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05" name="Input_density__29">
              <a:extLst>
                <a:ext uri="{FF2B5EF4-FFF2-40B4-BE49-F238E27FC236}">
                  <a16:creationId xmlns:a16="http://schemas.microsoft.com/office/drawing/2014/main" id="{7E4ECEB7-E922-7116-EA2F-D699240D4B8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06" name="Input_density__30">
              <a:extLst>
                <a:ext uri="{FF2B5EF4-FFF2-40B4-BE49-F238E27FC236}">
                  <a16:creationId xmlns:a16="http://schemas.microsoft.com/office/drawing/2014/main" id="{160DC911-AF46-B452-292A-869CFF9AD6A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07" name="Input_density__31">
              <a:extLst>
                <a:ext uri="{FF2B5EF4-FFF2-40B4-BE49-F238E27FC236}">
                  <a16:creationId xmlns:a16="http://schemas.microsoft.com/office/drawing/2014/main" id="{2734845B-8C69-7CC5-99CF-9B8E122EF16B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08" name="Input_density__32">
              <a:extLst>
                <a:ext uri="{FF2B5EF4-FFF2-40B4-BE49-F238E27FC236}">
                  <a16:creationId xmlns:a16="http://schemas.microsoft.com/office/drawing/2014/main" id="{2DC7F7A8-994F-BBA1-1FED-B8B75FBBFE32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09" name="Input_density__33">
              <a:extLst>
                <a:ext uri="{FF2B5EF4-FFF2-40B4-BE49-F238E27FC236}">
                  <a16:creationId xmlns:a16="http://schemas.microsoft.com/office/drawing/2014/main" id="{17FE4E80-E011-0255-5D33-953EE3844EFC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10" name="Input_density__34">
              <a:extLst>
                <a:ext uri="{FF2B5EF4-FFF2-40B4-BE49-F238E27FC236}">
                  <a16:creationId xmlns:a16="http://schemas.microsoft.com/office/drawing/2014/main" id="{91F151C0-A7B0-F468-4663-C72058BA0050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11" name="Input_density__35">
              <a:extLst>
                <a:ext uri="{FF2B5EF4-FFF2-40B4-BE49-F238E27FC236}">
                  <a16:creationId xmlns:a16="http://schemas.microsoft.com/office/drawing/2014/main" id="{EF600911-6EF7-507D-E3F4-01AD89FEA51B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12" name="Input_density__36">
              <a:extLst>
                <a:ext uri="{FF2B5EF4-FFF2-40B4-BE49-F238E27FC236}">
                  <a16:creationId xmlns:a16="http://schemas.microsoft.com/office/drawing/2014/main" id="{8C8B7F7B-9A65-11A3-9512-8CAF2B1D2FA5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13" name="Input_density__37">
              <a:extLst>
                <a:ext uri="{FF2B5EF4-FFF2-40B4-BE49-F238E27FC236}">
                  <a16:creationId xmlns:a16="http://schemas.microsoft.com/office/drawing/2014/main" id="{95F196A7-CC36-9209-02DE-8994891DC68E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14" name="Input_density__38">
              <a:extLst>
                <a:ext uri="{FF2B5EF4-FFF2-40B4-BE49-F238E27FC236}">
                  <a16:creationId xmlns:a16="http://schemas.microsoft.com/office/drawing/2014/main" id="{BE4AA457-8366-5685-3BEE-4E33C8DB94EE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15" name="Input_density__39">
              <a:extLst>
                <a:ext uri="{FF2B5EF4-FFF2-40B4-BE49-F238E27FC236}">
                  <a16:creationId xmlns:a16="http://schemas.microsoft.com/office/drawing/2014/main" id="{FFE60A7B-9882-2C39-1023-6FE8D74CA71D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16" name="Input_density__40">
              <a:extLst>
                <a:ext uri="{FF2B5EF4-FFF2-40B4-BE49-F238E27FC236}">
                  <a16:creationId xmlns:a16="http://schemas.microsoft.com/office/drawing/2014/main" id="{BCF6E2F2-0CE6-73C7-527D-4241E7A40E89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17" name="Input_density__41">
              <a:extLst>
                <a:ext uri="{FF2B5EF4-FFF2-40B4-BE49-F238E27FC236}">
                  <a16:creationId xmlns:a16="http://schemas.microsoft.com/office/drawing/2014/main" id="{5D8DE538-AEA2-A0C2-780D-51BD30BB4036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18" name="Input_density__42">
              <a:extLst>
                <a:ext uri="{FF2B5EF4-FFF2-40B4-BE49-F238E27FC236}">
                  <a16:creationId xmlns:a16="http://schemas.microsoft.com/office/drawing/2014/main" id="{D7543AD9-0979-E93E-CC2E-1B9A0FB6D0CB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19" name="Input_density__43">
              <a:extLst>
                <a:ext uri="{FF2B5EF4-FFF2-40B4-BE49-F238E27FC236}">
                  <a16:creationId xmlns:a16="http://schemas.microsoft.com/office/drawing/2014/main" id="{3D6EA2D1-8A97-12AE-3535-D0B1AAB12F28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20" name="Input_density__44">
              <a:extLst>
                <a:ext uri="{FF2B5EF4-FFF2-40B4-BE49-F238E27FC236}">
                  <a16:creationId xmlns:a16="http://schemas.microsoft.com/office/drawing/2014/main" id="{63B8E9E5-5701-7DE7-4CD7-6EE8334BAE27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21" name="Input_density__45">
              <a:extLst>
                <a:ext uri="{FF2B5EF4-FFF2-40B4-BE49-F238E27FC236}">
                  <a16:creationId xmlns:a16="http://schemas.microsoft.com/office/drawing/2014/main" id="{E3FF1D26-2689-E4E5-37B8-9328E3E7998C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22" name="Input_density__46">
              <a:extLst>
                <a:ext uri="{FF2B5EF4-FFF2-40B4-BE49-F238E27FC236}">
                  <a16:creationId xmlns:a16="http://schemas.microsoft.com/office/drawing/2014/main" id="{B6588242-8905-3F5B-241C-F15AAC735901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23" name="Input_density__47">
              <a:extLst>
                <a:ext uri="{FF2B5EF4-FFF2-40B4-BE49-F238E27FC236}">
                  <a16:creationId xmlns:a16="http://schemas.microsoft.com/office/drawing/2014/main" id="{ED1DAC9F-34BA-CE01-A3CE-7E6E83DC91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24" name="Input_density__48">
              <a:extLst>
                <a:ext uri="{FF2B5EF4-FFF2-40B4-BE49-F238E27FC236}">
                  <a16:creationId xmlns:a16="http://schemas.microsoft.com/office/drawing/2014/main" id="{A986BBB3-2A54-1BBD-F25B-BE98F7E5ADB9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25" name="Input_density__49">
              <a:extLst>
                <a:ext uri="{FF2B5EF4-FFF2-40B4-BE49-F238E27FC236}">
                  <a16:creationId xmlns:a16="http://schemas.microsoft.com/office/drawing/2014/main" id="{2D8FF7A3-8A31-C800-D731-CA6FCD642862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26" name="Input_density__50">
              <a:extLst>
                <a:ext uri="{FF2B5EF4-FFF2-40B4-BE49-F238E27FC236}">
                  <a16:creationId xmlns:a16="http://schemas.microsoft.com/office/drawing/2014/main" id="{0A405547-7ADE-4546-2FDC-5008ECDC4FF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27" name="Input_density__51">
              <a:extLst>
                <a:ext uri="{FF2B5EF4-FFF2-40B4-BE49-F238E27FC236}">
                  <a16:creationId xmlns:a16="http://schemas.microsoft.com/office/drawing/2014/main" id="{8D516F67-2C97-DF79-3310-4DF273850D9F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28" name="Input_density__52">
              <a:extLst>
                <a:ext uri="{FF2B5EF4-FFF2-40B4-BE49-F238E27FC236}">
                  <a16:creationId xmlns:a16="http://schemas.microsoft.com/office/drawing/2014/main" id="{0AC66FBF-0DBB-CC76-35AD-4295A90432F3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29" name="Input_density__53">
              <a:extLst>
                <a:ext uri="{FF2B5EF4-FFF2-40B4-BE49-F238E27FC236}">
                  <a16:creationId xmlns:a16="http://schemas.microsoft.com/office/drawing/2014/main" id="{4FEBDF12-6199-0D0A-11F6-4C6B2E55FD10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30" name="Input_density__54">
              <a:extLst>
                <a:ext uri="{FF2B5EF4-FFF2-40B4-BE49-F238E27FC236}">
                  <a16:creationId xmlns:a16="http://schemas.microsoft.com/office/drawing/2014/main" id="{BFD20F67-EEE6-BC23-4730-CD036961B3B4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31" name="Input_density__55">
              <a:extLst>
                <a:ext uri="{FF2B5EF4-FFF2-40B4-BE49-F238E27FC236}">
                  <a16:creationId xmlns:a16="http://schemas.microsoft.com/office/drawing/2014/main" id="{182268C0-9C63-A5C6-0DF2-860CEB108332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32" name="Input_density__56">
              <a:extLst>
                <a:ext uri="{FF2B5EF4-FFF2-40B4-BE49-F238E27FC236}">
                  <a16:creationId xmlns:a16="http://schemas.microsoft.com/office/drawing/2014/main" id="{0987F52D-8100-71DC-024F-0AB72D0E9C0A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33" name="Input_density__57">
              <a:extLst>
                <a:ext uri="{FF2B5EF4-FFF2-40B4-BE49-F238E27FC236}">
                  <a16:creationId xmlns:a16="http://schemas.microsoft.com/office/drawing/2014/main" id="{97F606D6-89A6-56F8-3B07-03A54BC4617A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34" name="Input_density__58">
              <a:extLst>
                <a:ext uri="{FF2B5EF4-FFF2-40B4-BE49-F238E27FC236}">
                  <a16:creationId xmlns:a16="http://schemas.microsoft.com/office/drawing/2014/main" id="{69866592-286B-ECAD-E03B-D597DD93E07D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35" name="Input_density__59">
              <a:extLst>
                <a:ext uri="{FF2B5EF4-FFF2-40B4-BE49-F238E27FC236}">
                  <a16:creationId xmlns:a16="http://schemas.microsoft.com/office/drawing/2014/main" id="{6797FBCA-FF5F-A3FF-9C51-460C071728EE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36" name="Input_density__60">
              <a:extLst>
                <a:ext uri="{FF2B5EF4-FFF2-40B4-BE49-F238E27FC236}">
                  <a16:creationId xmlns:a16="http://schemas.microsoft.com/office/drawing/2014/main" id="{54428962-11A3-1367-F896-640E4B58C2E7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37" name="Input_density__61">
              <a:extLst>
                <a:ext uri="{FF2B5EF4-FFF2-40B4-BE49-F238E27FC236}">
                  <a16:creationId xmlns:a16="http://schemas.microsoft.com/office/drawing/2014/main" id="{B058FBDE-C2AE-1119-B98F-C992B6DED2D7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38" name="Input_density__62">
              <a:extLst>
                <a:ext uri="{FF2B5EF4-FFF2-40B4-BE49-F238E27FC236}">
                  <a16:creationId xmlns:a16="http://schemas.microsoft.com/office/drawing/2014/main" id="{0F6819AA-F7C9-9C86-B0F9-124A342445B3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39" name="Input_density__63">
              <a:extLst>
                <a:ext uri="{FF2B5EF4-FFF2-40B4-BE49-F238E27FC236}">
                  <a16:creationId xmlns:a16="http://schemas.microsoft.com/office/drawing/2014/main" id="{3D57DD87-AF30-BD76-889D-62B4F73E8A5F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40" name="Input_density__64">
              <a:extLst>
                <a:ext uri="{FF2B5EF4-FFF2-40B4-BE49-F238E27FC236}">
                  <a16:creationId xmlns:a16="http://schemas.microsoft.com/office/drawing/2014/main" id="{B1161BBF-5EC6-8A46-F4D1-82FE528E6119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41" name="Input_density__65">
              <a:extLst>
                <a:ext uri="{FF2B5EF4-FFF2-40B4-BE49-F238E27FC236}">
                  <a16:creationId xmlns:a16="http://schemas.microsoft.com/office/drawing/2014/main" id="{69DAB357-A0FB-A0D5-AD5C-AE1782AC6F66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42" name="Input_density__66">
              <a:extLst>
                <a:ext uri="{FF2B5EF4-FFF2-40B4-BE49-F238E27FC236}">
                  <a16:creationId xmlns:a16="http://schemas.microsoft.com/office/drawing/2014/main" id="{92FC6A42-5C42-92BF-B69A-0F8E6036ED7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43" name="Input_density__67">
              <a:extLst>
                <a:ext uri="{FF2B5EF4-FFF2-40B4-BE49-F238E27FC236}">
                  <a16:creationId xmlns:a16="http://schemas.microsoft.com/office/drawing/2014/main" id="{D7C39CC8-141B-52EF-AEA2-7BCE2C865D4A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44" name="Input_density__68">
              <a:extLst>
                <a:ext uri="{FF2B5EF4-FFF2-40B4-BE49-F238E27FC236}">
                  <a16:creationId xmlns:a16="http://schemas.microsoft.com/office/drawing/2014/main" id="{AF20EA98-0B6E-2F3D-5AA6-1B12415CAC37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45" name="Input_density__69">
              <a:extLst>
                <a:ext uri="{FF2B5EF4-FFF2-40B4-BE49-F238E27FC236}">
                  <a16:creationId xmlns:a16="http://schemas.microsoft.com/office/drawing/2014/main" id="{25CDC039-C32D-35BF-4962-475E6C8E7D62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46" name="Input_density__70">
              <a:extLst>
                <a:ext uri="{FF2B5EF4-FFF2-40B4-BE49-F238E27FC236}">
                  <a16:creationId xmlns:a16="http://schemas.microsoft.com/office/drawing/2014/main" id="{5114E5FF-1D6C-7C38-872E-14C4F48B270E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647" name="Input_density__71">
              <a:extLst>
                <a:ext uri="{FF2B5EF4-FFF2-40B4-BE49-F238E27FC236}">
                  <a16:creationId xmlns:a16="http://schemas.microsoft.com/office/drawing/2014/main" id="{8B1B7543-EAEC-7261-68B9-6F8DED1ADD3A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48" name="Input_density__72">
              <a:extLst>
                <a:ext uri="{FF2B5EF4-FFF2-40B4-BE49-F238E27FC236}">
                  <a16:creationId xmlns:a16="http://schemas.microsoft.com/office/drawing/2014/main" id="{6857E792-6913-B090-CCCF-681455B4A491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49" name="Input_density__73">
              <a:extLst>
                <a:ext uri="{FF2B5EF4-FFF2-40B4-BE49-F238E27FC236}">
                  <a16:creationId xmlns:a16="http://schemas.microsoft.com/office/drawing/2014/main" id="{7B7FC6A4-F3E4-B206-E404-51C5678B149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50" name="Input_density__74">
              <a:extLst>
                <a:ext uri="{FF2B5EF4-FFF2-40B4-BE49-F238E27FC236}">
                  <a16:creationId xmlns:a16="http://schemas.microsoft.com/office/drawing/2014/main" id="{A0A9C3EC-4A7A-9AA8-3CEF-1FE0BC781F87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51" name="Input_density__75">
              <a:extLst>
                <a:ext uri="{FF2B5EF4-FFF2-40B4-BE49-F238E27FC236}">
                  <a16:creationId xmlns:a16="http://schemas.microsoft.com/office/drawing/2014/main" id="{6302D566-BB8F-1F22-9265-E34A1B96AA48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52" name="Input_density__76">
              <a:extLst>
                <a:ext uri="{FF2B5EF4-FFF2-40B4-BE49-F238E27FC236}">
                  <a16:creationId xmlns:a16="http://schemas.microsoft.com/office/drawing/2014/main" id="{AD90C01C-C785-0D34-5E49-932335B0417C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53" name="Input_density__77">
              <a:extLst>
                <a:ext uri="{FF2B5EF4-FFF2-40B4-BE49-F238E27FC236}">
                  <a16:creationId xmlns:a16="http://schemas.microsoft.com/office/drawing/2014/main" id="{234603CB-0677-51F7-F191-EAF405E7E4AC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54" name="Input_density__78">
              <a:extLst>
                <a:ext uri="{FF2B5EF4-FFF2-40B4-BE49-F238E27FC236}">
                  <a16:creationId xmlns:a16="http://schemas.microsoft.com/office/drawing/2014/main" id="{95DF01CC-440C-2DE5-4FF6-6727EE6CCD1F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55" name="Input_density__79">
              <a:extLst>
                <a:ext uri="{FF2B5EF4-FFF2-40B4-BE49-F238E27FC236}">
                  <a16:creationId xmlns:a16="http://schemas.microsoft.com/office/drawing/2014/main" id="{35529FCC-C044-723A-D1D9-639CBEDE4AA0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56" name="Input_density__80">
              <a:extLst>
                <a:ext uri="{FF2B5EF4-FFF2-40B4-BE49-F238E27FC236}">
                  <a16:creationId xmlns:a16="http://schemas.microsoft.com/office/drawing/2014/main" id="{ED08EBFC-29EA-F34B-ABF5-807E422D404E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57" name="Input_density__81">
              <a:extLst>
                <a:ext uri="{FF2B5EF4-FFF2-40B4-BE49-F238E27FC236}">
                  <a16:creationId xmlns:a16="http://schemas.microsoft.com/office/drawing/2014/main" id="{E59AAB91-195F-51CF-1949-734E5CBD41B8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58" name="Input_density__82">
              <a:extLst>
                <a:ext uri="{FF2B5EF4-FFF2-40B4-BE49-F238E27FC236}">
                  <a16:creationId xmlns:a16="http://schemas.microsoft.com/office/drawing/2014/main" id="{7D7F5AB9-9DC8-88D9-FC72-109E6FCAD314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59" name="Input_density__83">
              <a:extLst>
                <a:ext uri="{FF2B5EF4-FFF2-40B4-BE49-F238E27FC236}">
                  <a16:creationId xmlns:a16="http://schemas.microsoft.com/office/drawing/2014/main" id="{0EA0E248-13E5-3246-E3C0-E60188F242F0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60" name="Input_density__84">
              <a:extLst>
                <a:ext uri="{FF2B5EF4-FFF2-40B4-BE49-F238E27FC236}">
                  <a16:creationId xmlns:a16="http://schemas.microsoft.com/office/drawing/2014/main" id="{F4163D42-94B6-126A-E86D-03F0E3DAB8B3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61" name="Input_density__85">
              <a:extLst>
                <a:ext uri="{FF2B5EF4-FFF2-40B4-BE49-F238E27FC236}">
                  <a16:creationId xmlns:a16="http://schemas.microsoft.com/office/drawing/2014/main" id="{50989303-E47A-38D0-0373-DC0BA4C1CEC9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62" name="Input_density__86">
              <a:extLst>
                <a:ext uri="{FF2B5EF4-FFF2-40B4-BE49-F238E27FC236}">
                  <a16:creationId xmlns:a16="http://schemas.microsoft.com/office/drawing/2014/main" id="{495ADE68-E535-2D2D-5867-E3D5CC351303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63" name="Input_density__87">
              <a:extLst>
                <a:ext uri="{FF2B5EF4-FFF2-40B4-BE49-F238E27FC236}">
                  <a16:creationId xmlns:a16="http://schemas.microsoft.com/office/drawing/2014/main" id="{1D30157B-15E4-876F-4317-D3C6C608B156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64" name="Input_density__88">
              <a:extLst>
                <a:ext uri="{FF2B5EF4-FFF2-40B4-BE49-F238E27FC236}">
                  <a16:creationId xmlns:a16="http://schemas.microsoft.com/office/drawing/2014/main" id="{6349DA77-B93B-F9F6-501B-B4D0EBC58190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65" name="Input_density__89">
              <a:extLst>
                <a:ext uri="{FF2B5EF4-FFF2-40B4-BE49-F238E27FC236}">
                  <a16:creationId xmlns:a16="http://schemas.microsoft.com/office/drawing/2014/main" id="{4C6F8DF6-4290-EFB7-FCC8-7A89B3773374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66" name="Input_density__90">
              <a:extLst>
                <a:ext uri="{FF2B5EF4-FFF2-40B4-BE49-F238E27FC236}">
                  <a16:creationId xmlns:a16="http://schemas.microsoft.com/office/drawing/2014/main" id="{22BE41CB-1CF1-07FE-A78F-BBEB71780907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67" name="Input_density__91">
              <a:extLst>
                <a:ext uri="{FF2B5EF4-FFF2-40B4-BE49-F238E27FC236}">
                  <a16:creationId xmlns:a16="http://schemas.microsoft.com/office/drawing/2014/main" id="{401F9C7A-B41D-D6A4-6853-24A29A89E4AC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68" name="Input_density__92">
              <a:extLst>
                <a:ext uri="{FF2B5EF4-FFF2-40B4-BE49-F238E27FC236}">
                  <a16:creationId xmlns:a16="http://schemas.microsoft.com/office/drawing/2014/main" id="{0951939F-B3F3-DE89-245C-1CBE4F4BDB65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69" name="Input_density__93">
              <a:extLst>
                <a:ext uri="{FF2B5EF4-FFF2-40B4-BE49-F238E27FC236}">
                  <a16:creationId xmlns:a16="http://schemas.microsoft.com/office/drawing/2014/main" id="{EF389D8C-8A9E-8992-75B7-BE1023787F49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70" name="Input_density__94">
              <a:extLst>
                <a:ext uri="{FF2B5EF4-FFF2-40B4-BE49-F238E27FC236}">
                  <a16:creationId xmlns:a16="http://schemas.microsoft.com/office/drawing/2014/main" id="{FA386F41-77C4-5411-8068-BAD8A05FBBEB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71" name="Input_density__95">
              <a:extLst>
                <a:ext uri="{FF2B5EF4-FFF2-40B4-BE49-F238E27FC236}">
                  <a16:creationId xmlns:a16="http://schemas.microsoft.com/office/drawing/2014/main" id="{5D2EBB78-F9A7-A428-79B0-394336A50099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72" name="Input_density__96">
              <a:extLst>
                <a:ext uri="{FF2B5EF4-FFF2-40B4-BE49-F238E27FC236}">
                  <a16:creationId xmlns:a16="http://schemas.microsoft.com/office/drawing/2014/main" id="{1CDB21CF-B07B-CD7E-F03F-AD6BE22622D6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73" name="Input_density__97">
              <a:extLst>
                <a:ext uri="{FF2B5EF4-FFF2-40B4-BE49-F238E27FC236}">
                  <a16:creationId xmlns:a16="http://schemas.microsoft.com/office/drawing/2014/main" id="{36CA873F-F8AD-C00D-7C5F-86635C8FB9E8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74" name="Input_density__98">
              <a:extLst>
                <a:ext uri="{FF2B5EF4-FFF2-40B4-BE49-F238E27FC236}">
                  <a16:creationId xmlns:a16="http://schemas.microsoft.com/office/drawing/2014/main" id="{7AC72648-DA43-06BB-FBEE-45FB155653A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75" name="Input_density__99">
              <a:extLst>
                <a:ext uri="{FF2B5EF4-FFF2-40B4-BE49-F238E27FC236}">
                  <a16:creationId xmlns:a16="http://schemas.microsoft.com/office/drawing/2014/main" id="{99353DE5-CA77-7891-6E35-682EEB947AB0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76" name="Input_density__100">
              <a:extLst>
                <a:ext uri="{FF2B5EF4-FFF2-40B4-BE49-F238E27FC236}">
                  <a16:creationId xmlns:a16="http://schemas.microsoft.com/office/drawing/2014/main" id="{F7EC41D5-16D4-1E26-DEA3-12DBEF3CE64C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77" name="Input_density__101">
              <a:extLst>
                <a:ext uri="{FF2B5EF4-FFF2-40B4-BE49-F238E27FC236}">
                  <a16:creationId xmlns:a16="http://schemas.microsoft.com/office/drawing/2014/main" id="{4E65C52F-EAC1-A50F-A6A2-B7D012D32461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78" name="Input_density__102">
              <a:extLst>
                <a:ext uri="{FF2B5EF4-FFF2-40B4-BE49-F238E27FC236}">
                  <a16:creationId xmlns:a16="http://schemas.microsoft.com/office/drawing/2014/main" id="{1F3753F7-AE22-8DF4-407F-CA98FD80BDB0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79" name="Input_density__103">
              <a:extLst>
                <a:ext uri="{FF2B5EF4-FFF2-40B4-BE49-F238E27FC236}">
                  <a16:creationId xmlns:a16="http://schemas.microsoft.com/office/drawing/2014/main" id="{966A1F57-B878-78BD-DF90-D3FB10797131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80" name="Input_density__104">
              <a:extLst>
                <a:ext uri="{FF2B5EF4-FFF2-40B4-BE49-F238E27FC236}">
                  <a16:creationId xmlns:a16="http://schemas.microsoft.com/office/drawing/2014/main" id="{B9EA18BA-4938-C29E-A3F8-16A26CFA8A16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81" name="Input_density__105">
              <a:extLst>
                <a:ext uri="{FF2B5EF4-FFF2-40B4-BE49-F238E27FC236}">
                  <a16:creationId xmlns:a16="http://schemas.microsoft.com/office/drawing/2014/main" id="{7F54281F-DD1B-694D-7690-4570CFF4DAE4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82" name="Input_density__106">
              <a:extLst>
                <a:ext uri="{FF2B5EF4-FFF2-40B4-BE49-F238E27FC236}">
                  <a16:creationId xmlns:a16="http://schemas.microsoft.com/office/drawing/2014/main" id="{3F12CBAE-8E0D-2966-BA99-9DDA58A57340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83" name="Input_density__107">
              <a:extLst>
                <a:ext uri="{FF2B5EF4-FFF2-40B4-BE49-F238E27FC236}">
                  <a16:creationId xmlns:a16="http://schemas.microsoft.com/office/drawing/2014/main" id="{26C7F7D6-A524-3EC9-6503-35DC73196ABF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84" name="Input_density__108">
              <a:extLst>
                <a:ext uri="{FF2B5EF4-FFF2-40B4-BE49-F238E27FC236}">
                  <a16:creationId xmlns:a16="http://schemas.microsoft.com/office/drawing/2014/main" id="{42EAE015-F75A-1199-4C52-D195B3584FA2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85" name="Input_density__109">
              <a:extLst>
                <a:ext uri="{FF2B5EF4-FFF2-40B4-BE49-F238E27FC236}">
                  <a16:creationId xmlns:a16="http://schemas.microsoft.com/office/drawing/2014/main" id="{4E146548-9229-625C-2D37-B37174DC5DA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86" name="Input_density__110">
              <a:extLst>
                <a:ext uri="{FF2B5EF4-FFF2-40B4-BE49-F238E27FC236}">
                  <a16:creationId xmlns:a16="http://schemas.microsoft.com/office/drawing/2014/main" id="{4F21D7AE-0A07-F31F-22E5-2050043337D2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87" name="Input_density__111">
              <a:extLst>
                <a:ext uri="{FF2B5EF4-FFF2-40B4-BE49-F238E27FC236}">
                  <a16:creationId xmlns:a16="http://schemas.microsoft.com/office/drawing/2014/main" id="{DEF010A8-A83C-10FF-FCC2-5EFB0089668F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88" name="Input_density__112">
              <a:extLst>
                <a:ext uri="{FF2B5EF4-FFF2-40B4-BE49-F238E27FC236}">
                  <a16:creationId xmlns:a16="http://schemas.microsoft.com/office/drawing/2014/main" id="{B1EA308C-47F9-AA39-5F99-FFCDCB73D561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89" name="Input_density__113">
              <a:extLst>
                <a:ext uri="{FF2B5EF4-FFF2-40B4-BE49-F238E27FC236}">
                  <a16:creationId xmlns:a16="http://schemas.microsoft.com/office/drawing/2014/main" id="{B7F117DC-FECE-099F-9DA8-4942CF87F3C8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690" name="Input_density__114">
              <a:extLst>
                <a:ext uri="{FF2B5EF4-FFF2-40B4-BE49-F238E27FC236}">
                  <a16:creationId xmlns:a16="http://schemas.microsoft.com/office/drawing/2014/main" id="{082F7EE0-FF57-8ECA-3EDF-21405064D6EC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91" name="Input_density__115">
              <a:extLst>
                <a:ext uri="{FF2B5EF4-FFF2-40B4-BE49-F238E27FC236}">
                  <a16:creationId xmlns:a16="http://schemas.microsoft.com/office/drawing/2014/main" id="{988D1EAF-EFC9-81AF-615A-C357C4F1D482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92" name="Input_density__116">
              <a:extLst>
                <a:ext uri="{FF2B5EF4-FFF2-40B4-BE49-F238E27FC236}">
                  <a16:creationId xmlns:a16="http://schemas.microsoft.com/office/drawing/2014/main" id="{6B2E870D-B6A9-C068-1D44-70C8EBF9BF2E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93" name="Input_density__117">
              <a:extLst>
                <a:ext uri="{FF2B5EF4-FFF2-40B4-BE49-F238E27FC236}">
                  <a16:creationId xmlns:a16="http://schemas.microsoft.com/office/drawing/2014/main" id="{555EC1BE-F0CE-5D37-BF24-6D5E36AACD1F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94" name="Input_density__118">
              <a:extLst>
                <a:ext uri="{FF2B5EF4-FFF2-40B4-BE49-F238E27FC236}">
                  <a16:creationId xmlns:a16="http://schemas.microsoft.com/office/drawing/2014/main" id="{8D17AE08-1FD5-5866-4708-A6EC591896FA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95" name="Input_density__119">
              <a:extLst>
                <a:ext uri="{FF2B5EF4-FFF2-40B4-BE49-F238E27FC236}">
                  <a16:creationId xmlns:a16="http://schemas.microsoft.com/office/drawing/2014/main" id="{68FCF7C8-D4B9-AFC2-41B4-EBEDF39589AB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96" name="Input_density__120">
              <a:extLst>
                <a:ext uri="{FF2B5EF4-FFF2-40B4-BE49-F238E27FC236}">
                  <a16:creationId xmlns:a16="http://schemas.microsoft.com/office/drawing/2014/main" id="{9EE0A90B-2DFF-7000-62DB-79C59231EF44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97" name="Input_density__121">
              <a:extLst>
                <a:ext uri="{FF2B5EF4-FFF2-40B4-BE49-F238E27FC236}">
                  <a16:creationId xmlns:a16="http://schemas.microsoft.com/office/drawing/2014/main" id="{8D4F06D8-A993-0496-A55A-284E98EF660B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98" name="Input_density__122">
              <a:extLst>
                <a:ext uri="{FF2B5EF4-FFF2-40B4-BE49-F238E27FC236}">
                  <a16:creationId xmlns:a16="http://schemas.microsoft.com/office/drawing/2014/main" id="{652443CE-1B3D-894F-E263-055834C5DDF1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99" name="Input_density__123">
              <a:extLst>
                <a:ext uri="{FF2B5EF4-FFF2-40B4-BE49-F238E27FC236}">
                  <a16:creationId xmlns:a16="http://schemas.microsoft.com/office/drawing/2014/main" id="{524D03C7-D45B-A030-AA6E-F09750589970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00" name="Input_density__124">
              <a:extLst>
                <a:ext uri="{FF2B5EF4-FFF2-40B4-BE49-F238E27FC236}">
                  <a16:creationId xmlns:a16="http://schemas.microsoft.com/office/drawing/2014/main" id="{2CF6CA97-87B1-AA29-A47F-A21F27AB8636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01" name="Input_density__125">
              <a:extLst>
                <a:ext uri="{FF2B5EF4-FFF2-40B4-BE49-F238E27FC236}">
                  <a16:creationId xmlns:a16="http://schemas.microsoft.com/office/drawing/2014/main" id="{9824F333-1AFE-949C-AC7D-34BB46B7D990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02" name="Input_density__126">
              <a:extLst>
                <a:ext uri="{FF2B5EF4-FFF2-40B4-BE49-F238E27FC236}">
                  <a16:creationId xmlns:a16="http://schemas.microsoft.com/office/drawing/2014/main" id="{C51DF5C2-4A9A-CDD8-5F29-4915919DD685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03" name="Input_density__127">
              <a:extLst>
                <a:ext uri="{FF2B5EF4-FFF2-40B4-BE49-F238E27FC236}">
                  <a16:creationId xmlns:a16="http://schemas.microsoft.com/office/drawing/2014/main" id="{B4B29744-64A8-E351-9799-6F582BA60AD0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04" name="Input_density__128">
              <a:extLst>
                <a:ext uri="{FF2B5EF4-FFF2-40B4-BE49-F238E27FC236}">
                  <a16:creationId xmlns:a16="http://schemas.microsoft.com/office/drawing/2014/main" id="{131B0895-2BB0-6F79-57E0-9CED27BB8C2B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05" name="Input_density__129">
              <a:extLst>
                <a:ext uri="{FF2B5EF4-FFF2-40B4-BE49-F238E27FC236}">
                  <a16:creationId xmlns:a16="http://schemas.microsoft.com/office/drawing/2014/main" id="{09611700-2676-3990-4011-23C3916F891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06" name="Input_density__130">
              <a:extLst>
                <a:ext uri="{FF2B5EF4-FFF2-40B4-BE49-F238E27FC236}">
                  <a16:creationId xmlns:a16="http://schemas.microsoft.com/office/drawing/2014/main" id="{3BFCC86D-9C2F-423E-9F63-9A30005924C0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07" name="Input_density__131">
              <a:extLst>
                <a:ext uri="{FF2B5EF4-FFF2-40B4-BE49-F238E27FC236}">
                  <a16:creationId xmlns:a16="http://schemas.microsoft.com/office/drawing/2014/main" id="{016E0316-17DA-494F-5F02-1C2E0BA5CA43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08" name="Input_density__132">
              <a:extLst>
                <a:ext uri="{FF2B5EF4-FFF2-40B4-BE49-F238E27FC236}">
                  <a16:creationId xmlns:a16="http://schemas.microsoft.com/office/drawing/2014/main" id="{2C70E35B-2453-3D70-C85A-A8E45D15F51B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09" name="Input_density__133">
              <a:extLst>
                <a:ext uri="{FF2B5EF4-FFF2-40B4-BE49-F238E27FC236}">
                  <a16:creationId xmlns:a16="http://schemas.microsoft.com/office/drawing/2014/main" id="{F0DD0F94-35A0-E5D7-551C-A9150F5FAFDE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10" name="Input_density__134">
              <a:extLst>
                <a:ext uri="{FF2B5EF4-FFF2-40B4-BE49-F238E27FC236}">
                  <a16:creationId xmlns:a16="http://schemas.microsoft.com/office/drawing/2014/main" id="{D5311538-920B-249A-86D9-D1B6C8730F7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11" name="Input_density__135">
              <a:extLst>
                <a:ext uri="{FF2B5EF4-FFF2-40B4-BE49-F238E27FC236}">
                  <a16:creationId xmlns:a16="http://schemas.microsoft.com/office/drawing/2014/main" id="{D3FF6458-8741-8D38-90E5-160F83F334C5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12" name="Input_density__136">
              <a:extLst>
                <a:ext uri="{FF2B5EF4-FFF2-40B4-BE49-F238E27FC236}">
                  <a16:creationId xmlns:a16="http://schemas.microsoft.com/office/drawing/2014/main" id="{57E0D2D8-1476-8728-DE79-FB2EEC2B55F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13" name="Input_density__137">
              <a:extLst>
                <a:ext uri="{FF2B5EF4-FFF2-40B4-BE49-F238E27FC236}">
                  <a16:creationId xmlns:a16="http://schemas.microsoft.com/office/drawing/2014/main" id="{F5EBA7AD-348A-6D26-A15F-9CB842D31872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14" name="Input_density__138">
              <a:extLst>
                <a:ext uri="{FF2B5EF4-FFF2-40B4-BE49-F238E27FC236}">
                  <a16:creationId xmlns:a16="http://schemas.microsoft.com/office/drawing/2014/main" id="{0A65C445-4412-51D2-E5EE-855A74C437D2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15" name="Input_density__139">
              <a:extLst>
                <a:ext uri="{FF2B5EF4-FFF2-40B4-BE49-F238E27FC236}">
                  <a16:creationId xmlns:a16="http://schemas.microsoft.com/office/drawing/2014/main" id="{43631F43-6D4C-E50A-1947-C6CD09594B53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16" name="Input_density__140">
              <a:extLst>
                <a:ext uri="{FF2B5EF4-FFF2-40B4-BE49-F238E27FC236}">
                  <a16:creationId xmlns:a16="http://schemas.microsoft.com/office/drawing/2014/main" id="{E98B4635-A061-B3B2-EE17-1B5E7C1CF037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17" name="Input_density__141">
              <a:extLst>
                <a:ext uri="{FF2B5EF4-FFF2-40B4-BE49-F238E27FC236}">
                  <a16:creationId xmlns:a16="http://schemas.microsoft.com/office/drawing/2014/main" id="{544AA68C-619A-A3C0-32EB-696EE7188839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18" name="Input_density__142">
              <a:extLst>
                <a:ext uri="{FF2B5EF4-FFF2-40B4-BE49-F238E27FC236}">
                  <a16:creationId xmlns:a16="http://schemas.microsoft.com/office/drawing/2014/main" id="{D69DDC35-B065-1A7D-218B-CF719ACDCFB7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19" name="Input_density__143">
              <a:extLst>
                <a:ext uri="{FF2B5EF4-FFF2-40B4-BE49-F238E27FC236}">
                  <a16:creationId xmlns:a16="http://schemas.microsoft.com/office/drawing/2014/main" id="{39D49CE1-0544-467A-A3BF-CBA7E43A8D3D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20" name="Input_density__144">
              <a:extLst>
                <a:ext uri="{FF2B5EF4-FFF2-40B4-BE49-F238E27FC236}">
                  <a16:creationId xmlns:a16="http://schemas.microsoft.com/office/drawing/2014/main" id="{1F7E2814-CD01-A14A-22EA-234CE41CC8F9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21" name="Input_density__145">
              <a:extLst>
                <a:ext uri="{FF2B5EF4-FFF2-40B4-BE49-F238E27FC236}">
                  <a16:creationId xmlns:a16="http://schemas.microsoft.com/office/drawing/2014/main" id="{2A3EFF37-9B49-5DAC-DD4C-09DF1F6E2C8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22" name="Input_density__146">
              <a:extLst>
                <a:ext uri="{FF2B5EF4-FFF2-40B4-BE49-F238E27FC236}">
                  <a16:creationId xmlns:a16="http://schemas.microsoft.com/office/drawing/2014/main" id="{507F7704-CD66-DA54-FEFB-C64D1EBBAB8C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23" name="Input_density__147">
              <a:extLst>
                <a:ext uri="{FF2B5EF4-FFF2-40B4-BE49-F238E27FC236}">
                  <a16:creationId xmlns:a16="http://schemas.microsoft.com/office/drawing/2014/main" id="{E0D27E41-5FFD-6139-F96B-6A6A8CDF1DAF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24" name="Input_density__148">
              <a:extLst>
                <a:ext uri="{FF2B5EF4-FFF2-40B4-BE49-F238E27FC236}">
                  <a16:creationId xmlns:a16="http://schemas.microsoft.com/office/drawing/2014/main" id="{EEE0BB8E-DFEB-3784-1701-A06D5F566DD9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25" name="Input_density__149">
              <a:extLst>
                <a:ext uri="{FF2B5EF4-FFF2-40B4-BE49-F238E27FC236}">
                  <a16:creationId xmlns:a16="http://schemas.microsoft.com/office/drawing/2014/main" id="{2014FB69-E0D7-6B18-EB8C-20B7D9F7F122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726" name="Input_density__150">
              <a:extLst>
                <a:ext uri="{FF2B5EF4-FFF2-40B4-BE49-F238E27FC236}">
                  <a16:creationId xmlns:a16="http://schemas.microsoft.com/office/drawing/2014/main" id="{5C4D3DE1-79DA-24BF-6EFD-9A536EE86BF6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27" name="Input_density__151">
              <a:extLst>
                <a:ext uri="{FF2B5EF4-FFF2-40B4-BE49-F238E27FC236}">
                  <a16:creationId xmlns:a16="http://schemas.microsoft.com/office/drawing/2014/main" id="{BE0A15AC-BEE8-BA3D-3276-B34388B200F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28" name="Input_density__152">
              <a:extLst>
                <a:ext uri="{FF2B5EF4-FFF2-40B4-BE49-F238E27FC236}">
                  <a16:creationId xmlns:a16="http://schemas.microsoft.com/office/drawing/2014/main" id="{EF6C3AAB-AC12-079F-F87B-0EA03F34224F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29" name="Input_density__153">
              <a:extLst>
                <a:ext uri="{FF2B5EF4-FFF2-40B4-BE49-F238E27FC236}">
                  <a16:creationId xmlns:a16="http://schemas.microsoft.com/office/drawing/2014/main" id="{F94473A5-7748-9EFE-81D9-E974DBEE4101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30" name="Input_density__154">
              <a:extLst>
                <a:ext uri="{FF2B5EF4-FFF2-40B4-BE49-F238E27FC236}">
                  <a16:creationId xmlns:a16="http://schemas.microsoft.com/office/drawing/2014/main" id="{BD42F1DA-AEC2-92CE-1E60-A9602C3C4A52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31" name="Input_density__155">
              <a:extLst>
                <a:ext uri="{FF2B5EF4-FFF2-40B4-BE49-F238E27FC236}">
                  <a16:creationId xmlns:a16="http://schemas.microsoft.com/office/drawing/2014/main" id="{78C780D2-A7BF-6533-638C-9C2D90486C10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32" name="Input_density__156">
              <a:extLst>
                <a:ext uri="{FF2B5EF4-FFF2-40B4-BE49-F238E27FC236}">
                  <a16:creationId xmlns:a16="http://schemas.microsoft.com/office/drawing/2014/main" id="{23EA4794-741B-B858-DB1A-336DC27B677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33" name="Input_density__157">
              <a:extLst>
                <a:ext uri="{FF2B5EF4-FFF2-40B4-BE49-F238E27FC236}">
                  <a16:creationId xmlns:a16="http://schemas.microsoft.com/office/drawing/2014/main" id="{CFEB2BF4-DFCD-50C5-58BD-EDA5F0F556DB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734" name="Input_density__158">
              <a:extLst>
                <a:ext uri="{FF2B5EF4-FFF2-40B4-BE49-F238E27FC236}">
                  <a16:creationId xmlns:a16="http://schemas.microsoft.com/office/drawing/2014/main" id="{0FE1264A-A990-D3A2-0E0E-2D5E4A0A512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35" name="Input_density__159">
              <a:extLst>
                <a:ext uri="{FF2B5EF4-FFF2-40B4-BE49-F238E27FC236}">
                  <a16:creationId xmlns:a16="http://schemas.microsoft.com/office/drawing/2014/main" id="{235BE478-C343-0853-392C-4E8981A7282D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36" name="Input_density__160">
              <a:extLst>
                <a:ext uri="{FF2B5EF4-FFF2-40B4-BE49-F238E27FC236}">
                  <a16:creationId xmlns:a16="http://schemas.microsoft.com/office/drawing/2014/main" id="{707F81F9-62F5-5099-320D-4B92971F2F26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37" name="Input_density__161">
              <a:extLst>
                <a:ext uri="{FF2B5EF4-FFF2-40B4-BE49-F238E27FC236}">
                  <a16:creationId xmlns:a16="http://schemas.microsoft.com/office/drawing/2014/main" id="{3E4D87C8-DB6C-F5A4-7DA1-80D002B3278A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38" name="Input_density__162">
              <a:extLst>
                <a:ext uri="{FF2B5EF4-FFF2-40B4-BE49-F238E27FC236}">
                  <a16:creationId xmlns:a16="http://schemas.microsoft.com/office/drawing/2014/main" id="{74056D02-2221-C20E-56FD-DCF1FF16C6A8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39" name="Input_density__163">
              <a:extLst>
                <a:ext uri="{FF2B5EF4-FFF2-40B4-BE49-F238E27FC236}">
                  <a16:creationId xmlns:a16="http://schemas.microsoft.com/office/drawing/2014/main" id="{C77DCC5B-CE51-B6C2-AE11-169A0BE6B38B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40" name="Input_density__164">
              <a:extLst>
                <a:ext uri="{FF2B5EF4-FFF2-40B4-BE49-F238E27FC236}">
                  <a16:creationId xmlns:a16="http://schemas.microsoft.com/office/drawing/2014/main" id="{AD0C69BE-2C10-1B3D-C2DE-7CF9EB02824F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41" name="Input_density__165">
              <a:extLst>
                <a:ext uri="{FF2B5EF4-FFF2-40B4-BE49-F238E27FC236}">
                  <a16:creationId xmlns:a16="http://schemas.microsoft.com/office/drawing/2014/main" id="{2B58DA07-C0B9-F35B-1C2F-27476968914D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742" name="Input_density__166">
              <a:extLst>
                <a:ext uri="{FF2B5EF4-FFF2-40B4-BE49-F238E27FC236}">
                  <a16:creationId xmlns:a16="http://schemas.microsoft.com/office/drawing/2014/main" id="{0657A9CE-8FC2-88A2-B202-A903469A75DC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43" name="Input_density__167">
              <a:extLst>
                <a:ext uri="{FF2B5EF4-FFF2-40B4-BE49-F238E27FC236}">
                  <a16:creationId xmlns:a16="http://schemas.microsoft.com/office/drawing/2014/main" id="{158AE9C6-657E-BC4B-E676-2CA3B850A3E6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44" name="Input_density__168">
              <a:extLst>
                <a:ext uri="{FF2B5EF4-FFF2-40B4-BE49-F238E27FC236}">
                  <a16:creationId xmlns:a16="http://schemas.microsoft.com/office/drawing/2014/main" id="{7D4F7017-9ACC-3995-B72A-85DEDF39640E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45" name="Input_density__169">
              <a:extLst>
                <a:ext uri="{FF2B5EF4-FFF2-40B4-BE49-F238E27FC236}">
                  <a16:creationId xmlns:a16="http://schemas.microsoft.com/office/drawing/2014/main" id="{E5C79DBF-7B8F-55FE-0377-BEA7622C40EE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46" name="Input_density__170">
              <a:extLst>
                <a:ext uri="{FF2B5EF4-FFF2-40B4-BE49-F238E27FC236}">
                  <a16:creationId xmlns:a16="http://schemas.microsoft.com/office/drawing/2014/main" id="{26D21FC1-28F6-01BA-FF0D-46B57A993266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47" name="Input_density__171">
              <a:extLst>
                <a:ext uri="{FF2B5EF4-FFF2-40B4-BE49-F238E27FC236}">
                  <a16:creationId xmlns:a16="http://schemas.microsoft.com/office/drawing/2014/main" id="{3182A5F8-E658-832D-0E34-2D7182653C1C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48" name="Input_density__172">
              <a:extLst>
                <a:ext uri="{FF2B5EF4-FFF2-40B4-BE49-F238E27FC236}">
                  <a16:creationId xmlns:a16="http://schemas.microsoft.com/office/drawing/2014/main" id="{0226D6B6-4FB7-FA89-A788-78AD13594583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49" name="Input_density__173">
              <a:extLst>
                <a:ext uri="{FF2B5EF4-FFF2-40B4-BE49-F238E27FC236}">
                  <a16:creationId xmlns:a16="http://schemas.microsoft.com/office/drawing/2014/main" id="{9CE13305-B1CF-5105-37B6-A977CBC490F4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50" name="Input_density__174">
              <a:extLst>
                <a:ext uri="{FF2B5EF4-FFF2-40B4-BE49-F238E27FC236}">
                  <a16:creationId xmlns:a16="http://schemas.microsoft.com/office/drawing/2014/main" id="{D3613A37-9FDD-E802-E277-B179D494F4DA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51" name="Input_density__175">
              <a:extLst>
                <a:ext uri="{FF2B5EF4-FFF2-40B4-BE49-F238E27FC236}">
                  <a16:creationId xmlns:a16="http://schemas.microsoft.com/office/drawing/2014/main" id="{0867E0EF-D480-88FB-31D5-C506BB55141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52" name="Input_density__176">
              <a:extLst>
                <a:ext uri="{FF2B5EF4-FFF2-40B4-BE49-F238E27FC236}">
                  <a16:creationId xmlns:a16="http://schemas.microsoft.com/office/drawing/2014/main" id="{BD6EBCEC-96EA-2E73-ADED-35A156E396AE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53" name="Input_density__177">
              <a:extLst>
                <a:ext uri="{FF2B5EF4-FFF2-40B4-BE49-F238E27FC236}">
                  <a16:creationId xmlns:a16="http://schemas.microsoft.com/office/drawing/2014/main" id="{F1311EFE-BFF0-5D12-CE96-F113F97BED0A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54" name="Input_density__178">
              <a:extLst>
                <a:ext uri="{FF2B5EF4-FFF2-40B4-BE49-F238E27FC236}">
                  <a16:creationId xmlns:a16="http://schemas.microsoft.com/office/drawing/2014/main" id="{D989935E-6CBB-0BFC-89A3-6746AC2E524F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55" name="Input_density__179">
              <a:extLst>
                <a:ext uri="{FF2B5EF4-FFF2-40B4-BE49-F238E27FC236}">
                  <a16:creationId xmlns:a16="http://schemas.microsoft.com/office/drawing/2014/main" id="{77208719-7D16-CBCC-315F-04A233FDC67E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56" name="Input_density__180">
              <a:extLst>
                <a:ext uri="{FF2B5EF4-FFF2-40B4-BE49-F238E27FC236}">
                  <a16:creationId xmlns:a16="http://schemas.microsoft.com/office/drawing/2014/main" id="{D2136CAE-065D-A629-8D5F-1DFF19EB9347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57" name="Input_density__181">
              <a:extLst>
                <a:ext uri="{FF2B5EF4-FFF2-40B4-BE49-F238E27FC236}">
                  <a16:creationId xmlns:a16="http://schemas.microsoft.com/office/drawing/2014/main" id="{457A58DE-E0C4-65CF-A018-F8AC5A9021B5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58" name="Input_density__182">
              <a:extLst>
                <a:ext uri="{FF2B5EF4-FFF2-40B4-BE49-F238E27FC236}">
                  <a16:creationId xmlns:a16="http://schemas.microsoft.com/office/drawing/2014/main" id="{2D3190A7-49E6-E437-29B6-EECEE8EAD6AF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59" name="Input_density__183">
              <a:extLst>
                <a:ext uri="{FF2B5EF4-FFF2-40B4-BE49-F238E27FC236}">
                  <a16:creationId xmlns:a16="http://schemas.microsoft.com/office/drawing/2014/main" id="{27F2DFB3-2F01-CCFB-A39F-D092D3397F52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60" name="Input_density__184">
              <a:extLst>
                <a:ext uri="{FF2B5EF4-FFF2-40B4-BE49-F238E27FC236}">
                  <a16:creationId xmlns:a16="http://schemas.microsoft.com/office/drawing/2014/main" id="{CFA66648-BBFF-89BB-8DF5-5AF8C2D95F35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61" name="Input_density__185">
              <a:extLst>
                <a:ext uri="{FF2B5EF4-FFF2-40B4-BE49-F238E27FC236}">
                  <a16:creationId xmlns:a16="http://schemas.microsoft.com/office/drawing/2014/main" id="{6FA741EE-0BB1-648D-D0D4-AA2AF8BAF5E9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62" name="Input_density__186">
              <a:extLst>
                <a:ext uri="{FF2B5EF4-FFF2-40B4-BE49-F238E27FC236}">
                  <a16:creationId xmlns:a16="http://schemas.microsoft.com/office/drawing/2014/main" id="{45515ED0-F7D4-B3DF-94FE-04A84E4E0EF7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63" name="Input_density__187">
              <a:extLst>
                <a:ext uri="{FF2B5EF4-FFF2-40B4-BE49-F238E27FC236}">
                  <a16:creationId xmlns:a16="http://schemas.microsoft.com/office/drawing/2014/main" id="{88695647-59D9-EF93-FF39-B32C37371ED1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64" name="Input_density__188">
              <a:extLst>
                <a:ext uri="{FF2B5EF4-FFF2-40B4-BE49-F238E27FC236}">
                  <a16:creationId xmlns:a16="http://schemas.microsoft.com/office/drawing/2014/main" id="{8C872F65-A673-33F5-57E6-8181654DE86E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65" name="Input_density__189">
              <a:extLst>
                <a:ext uri="{FF2B5EF4-FFF2-40B4-BE49-F238E27FC236}">
                  <a16:creationId xmlns:a16="http://schemas.microsoft.com/office/drawing/2014/main" id="{14081BA7-A32A-D2A6-2BAC-C74CEE477B84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66" name="Input_density__190">
              <a:extLst>
                <a:ext uri="{FF2B5EF4-FFF2-40B4-BE49-F238E27FC236}">
                  <a16:creationId xmlns:a16="http://schemas.microsoft.com/office/drawing/2014/main" id="{3E23065D-395D-161E-9FEC-0E9759A5163E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67" name="Input_density__191">
              <a:extLst>
                <a:ext uri="{FF2B5EF4-FFF2-40B4-BE49-F238E27FC236}">
                  <a16:creationId xmlns:a16="http://schemas.microsoft.com/office/drawing/2014/main" id="{79A5CE49-5E6D-672B-6D66-688DA71FBD7D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68" name="Input_density__192">
              <a:extLst>
                <a:ext uri="{FF2B5EF4-FFF2-40B4-BE49-F238E27FC236}">
                  <a16:creationId xmlns:a16="http://schemas.microsoft.com/office/drawing/2014/main" id="{F098595A-18A8-1080-CE70-45D2E5B6C40F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69" name="Input_density__193">
              <a:extLst>
                <a:ext uri="{FF2B5EF4-FFF2-40B4-BE49-F238E27FC236}">
                  <a16:creationId xmlns:a16="http://schemas.microsoft.com/office/drawing/2014/main" id="{D01F5EA3-8A34-BAF0-3E8A-3868002F7BE1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70" name="Input_density__194">
              <a:extLst>
                <a:ext uri="{FF2B5EF4-FFF2-40B4-BE49-F238E27FC236}">
                  <a16:creationId xmlns:a16="http://schemas.microsoft.com/office/drawing/2014/main" id="{24CFE304-5DBE-A127-A4B3-62B48839954D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71" name="Input_density__195">
              <a:extLst>
                <a:ext uri="{FF2B5EF4-FFF2-40B4-BE49-F238E27FC236}">
                  <a16:creationId xmlns:a16="http://schemas.microsoft.com/office/drawing/2014/main" id="{0E66D001-EFE2-6E3F-24D6-E333D12B0119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72" name="Input_density__196">
              <a:extLst>
                <a:ext uri="{FF2B5EF4-FFF2-40B4-BE49-F238E27FC236}">
                  <a16:creationId xmlns:a16="http://schemas.microsoft.com/office/drawing/2014/main" id="{700FCDA2-5D9B-A89C-B122-ED3916EF9A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73" name="Input_density__197">
              <a:extLst>
                <a:ext uri="{FF2B5EF4-FFF2-40B4-BE49-F238E27FC236}">
                  <a16:creationId xmlns:a16="http://schemas.microsoft.com/office/drawing/2014/main" id="{B4289923-B585-AB3F-CF0A-7F1B69148DB1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74" name="Input_density__198">
              <a:extLst>
                <a:ext uri="{FF2B5EF4-FFF2-40B4-BE49-F238E27FC236}">
                  <a16:creationId xmlns:a16="http://schemas.microsoft.com/office/drawing/2014/main" id="{FA4A45D4-1CB7-C191-3D61-7A5FC6BAD4D1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75" name="Input_density__199">
              <a:extLst>
                <a:ext uri="{FF2B5EF4-FFF2-40B4-BE49-F238E27FC236}">
                  <a16:creationId xmlns:a16="http://schemas.microsoft.com/office/drawing/2014/main" id="{532C41E3-6765-034C-4070-18D93121C95F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76" name="Input_density__200">
              <a:extLst>
                <a:ext uri="{FF2B5EF4-FFF2-40B4-BE49-F238E27FC236}">
                  <a16:creationId xmlns:a16="http://schemas.microsoft.com/office/drawing/2014/main" id="{C8E57EA9-D243-5EC5-B1D3-EB0D31EA240E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77" name="Input_density__201">
              <a:extLst>
                <a:ext uri="{FF2B5EF4-FFF2-40B4-BE49-F238E27FC236}">
                  <a16:creationId xmlns:a16="http://schemas.microsoft.com/office/drawing/2014/main" id="{BF05396D-2FE3-24D7-DA72-E286DB2D5773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78" name="Input_density__202">
              <a:extLst>
                <a:ext uri="{FF2B5EF4-FFF2-40B4-BE49-F238E27FC236}">
                  <a16:creationId xmlns:a16="http://schemas.microsoft.com/office/drawing/2014/main" id="{3CD76FC4-7EBD-3260-8690-F0263A858D06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79" name="Input_density__203">
              <a:extLst>
                <a:ext uri="{FF2B5EF4-FFF2-40B4-BE49-F238E27FC236}">
                  <a16:creationId xmlns:a16="http://schemas.microsoft.com/office/drawing/2014/main" id="{C20FDE40-731E-7DB2-C7FF-8A83EFE190E6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80" name="Input_density__204">
              <a:extLst>
                <a:ext uri="{FF2B5EF4-FFF2-40B4-BE49-F238E27FC236}">
                  <a16:creationId xmlns:a16="http://schemas.microsoft.com/office/drawing/2014/main" id="{4D35E63E-DCAD-CDCF-97D7-BEFEB0C321B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81" name="Input_density__205">
              <a:extLst>
                <a:ext uri="{FF2B5EF4-FFF2-40B4-BE49-F238E27FC236}">
                  <a16:creationId xmlns:a16="http://schemas.microsoft.com/office/drawing/2014/main" id="{AC80B3C3-175B-42E7-0C29-9EC9AC341550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82" name="Input_density__206">
              <a:extLst>
                <a:ext uri="{FF2B5EF4-FFF2-40B4-BE49-F238E27FC236}">
                  <a16:creationId xmlns:a16="http://schemas.microsoft.com/office/drawing/2014/main" id="{AB73CD0F-D889-8B75-F605-47D32E943C5A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83" name="Input_density__207">
              <a:extLst>
                <a:ext uri="{FF2B5EF4-FFF2-40B4-BE49-F238E27FC236}">
                  <a16:creationId xmlns:a16="http://schemas.microsoft.com/office/drawing/2014/main" id="{8DFEFD0C-DB8E-8C25-BC89-8CEE7AD83986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84" name="Input_density__208">
              <a:extLst>
                <a:ext uri="{FF2B5EF4-FFF2-40B4-BE49-F238E27FC236}">
                  <a16:creationId xmlns:a16="http://schemas.microsoft.com/office/drawing/2014/main" id="{B4A5826A-A164-55AE-CF41-A94C74D79010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85" name="Input_density__209">
              <a:extLst>
                <a:ext uri="{FF2B5EF4-FFF2-40B4-BE49-F238E27FC236}">
                  <a16:creationId xmlns:a16="http://schemas.microsoft.com/office/drawing/2014/main" id="{601DF0FC-9C82-367D-7947-5F975E160774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86" name="Input_density__210">
              <a:extLst>
                <a:ext uri="{FF2B5EF4-FFF2-40B4-BE49-F238E27FC236}">
                  <a16:creationId xmlns:a16="http://schemas.microsoft.com/office/drawing/2014/main" id="{0CB9059B-8CB2-0816-548E-05AD44AAE53C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87" name="Input_density__211">
              <a:extLst>
                <a:ext uri="{FF2B5EF4-FFF2-40B4-BE49-F238E27FC236}">
                  <a16:creationId xmlns:a16="http://schemas.microsoft.com/office/drawing/2014/main" id="{4A82EA5D-5987-00BF-F470-ACB06B0CFD3D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88" name="Input_density__212">
              <a:extLst>
                <a:ext uri="{FF2B5EF4-FFF2-40B4-BE49-F238E27FC236}">
                  <a16:creationId xmlns:a16="http://schemas.microsoft.com/office/drawing/2014/main" id="{ECFE0648-027B-F718-ADA0-4132C247FC21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89" name="Input_density__213">
              <a:extLst>
                <a:ext uri="{FF2B5EF4-FFF2-40B4-BE49-F238E27FC236}">
                  <a16:creationId xmlns:a16="http://schemas.microsoft.com/office/drawing/2014/main" id="{01CBCFFF-F244-3939-175D-15DC0CC9BE62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90" name="Input_density__214">
              <a:extLst>
                <a:ext uri="{FF2B5EF4-FFF2-40B4-BE49-F238E27FC236}">
                  <a16:creationId xmlns:a16="http://schemas.microsoft.com/office/drawing/2014/main" id="{97887169-1C5D-C591-E1C1-0ACE6DEBC61D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91" name="Input_density__215">
              <a:extLst>
                <a:ext uri="{FF2B5EF4-FFF2-40B4-BE49-F238E27FC236}">
                  <a16:creationId xmlns:a16="http://schemas.microsoft.com/office/drawing/2014/main" id="{17F9E98C-01E2-4991-EE15-AF06A6B7CD11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92" name="Input_density__216">
              <a:extLst>
                <a:ext uri="{FF2B5EF4-FFF2-40B4-BE49-F238E27FC236}">
                  <a16:creationId xmlns:a16="http://schemas.microsoft.com/office/drawing/2014/main" id="{5463075B-767A-AB47-E8A5-767D81C82017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93" name="Input_density__217">
              <a:extLst>
                <a:ext uri="{FF2B5EF4-FFF2-40B4-BE49-F238E27FC236}">
                  <a16:creationId xmlns:a16="http://schemas.microsoft.com/office/drawing/2014/main" id="{B836E36E-8060-11FC-CE04-0F3B164E0355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94" name="Input_density__218">
              <a:extLst>
                <a:ext uri="{FF2B5EF4-FFF2-40B4-BE49-F238E27FC236}">
                  <a16:creationId xmlns:a16="http://schemas.microsoft.com/office/drawing/2014/main" id="{1966271E-776C-7F37-DD83-43638BDEDC87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95" name="Input_density__219">
              <a:extLst>
                <a:ext uri="{FF2B5EF4-FFF2-40B4-BE49-F238E27FC236}">
                  <a16:creationId xmlns:a16="http://schemas.microsoft.com/office/drawing/2014/main" id="{CEE2FAE9-B36F-AE21-B553-C4FE0FE00239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96" name="Input_density__220">
              <a:extLst>
                <a:ext uri="{FF2B5EF4-FFF2-40B4-BE49-F238E27FC236}">
                  <a16:creationId xmlns:a16="http://schemas.microsoft.com/office/drawing/2014/main" id="{A21FC8F4-E8A8-613C-D147-BFFEE3486E8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97" name="Input_density__221">
              <a:extLst>
                <a:ext uri="{FF2B5EF4-FFF2-40B4-BE49-F238E27FC236}">
                  <a16:creationId xmlns:a16="http://schemas.microsoft.com/office/drawing/2014/main" id="{1C6BB029-EA67-696E-4396-FAA22E4A8177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98" name="Input_density__222">
              <a:extLst>
                <a:ext uri="{FF2B5EF4-FFF2-40B4-BE49-F238E27FC236}">
                  <a16:creationId xmlns:a16="http://schemas.microsoft.com/office/drawing/2014/main" id="{06C476CC-83DE-07DE-E5E2-B4B9EA2C734F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99" name="Input_density__223">
              <a:extLst>
                <a:ext uri="{FF2B5EF4-FFF2-40B4-BE49-F238E27FC236}">
                  <a16:creationId xmlns:a16="http://schemas.microsoft.com/office/drawing/2014/main" id="{CA131EEA-C413-6D6F-9246-F5E8B852AA5B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800" name="Input_density__224">
              <a:extLst>
                <a:ext uri="{FF2B5EF4-FFF2-40B4-BE49-F238E27FC236}">
                  <a16:creationId xmlns:a16="http://schemas.microsoft.com/office/drawing/2014/main" id="{2402C7C2-EBF7-59AD-A2AF-E6D6BE44DD9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801" name="Input_density__225">
              <a:extLst>
                <a:ext uri="{FF2B5EF4-FFF2-40B4-BE49-F238E27FC236}">
                  <a16:creationId xmlns:a16="http://schemas.microsoft.com/office/drawing/2014/main" id="{895C4104-9A81-74AC-4305-8B0A9C4686CF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4804" name="Find auxiliary green 0">
            <a:extLst>
              <a:ext uri="{FF2B5EF4-FFF2-40B4-BE49-F238E27FC236}">
                <a16:creationId xmlns:a16="http://schemas.microsoft.com/office/drawing/2014/main" id="{0B4DDBC8-701B-01CD-8A80-17DBB47696E4}"/>
              </a:ext>
            </a:extLst>
          </p:cNvPr>
          <p:cNvSpPr>
            <a:spLocks noGrp="1"/>
          </p:cNvSpPr>
          <p:nvPr/>
        </p:nvSpPr>
        <p:spPr>
          <a:xfrm>
            <a:off x="4158477" y="1361782"/>
            <a:ext cx="41340" cy="32401"/>
          </a:xfrm>
          <a:prstGeom prst="rect">
            <a:avLst/>
          </a:prstGeom>
          <a:solidFill>
            <a:srgbClr val="4B9D8C"/>
          </a:solidFill>
          <a:ln w="6885">
            <a:noFill/>
            <a:prstDash val="solid"/>
          </a:ln>
        </p:spPr>
      </p:sp>
      <p:sp>
        <p:nvSpPr>
          <p:cNvPr id="4806" name="Find auxiliary green 1">
            <a:extLst>
              <a:ext uri="{FF2B5EF4-FFF2-40B4-BE49-F238E27FC236}">
                <a16:creationId xmlns:a16="http://schemas.microsoft.com/office/drawing/2014/main" id="{F4042336-36FF-E3D0-F525-310F6E843B09}"/>
              </a:ext>
            </a:extLst>
          </p:cNvPr>
          <p:cNvSpPr>
            <a:spLocks noGrp="1"/>
          </p:cNvSpPr>
          <p:nvPr/>
        </p:nvSpPr>
        <p:spPr>
          <a:xfrm>
            <a:off x="4114024" y="1361413"/>
            <a:ext cx="41340" cy="32401"/>
          </a:xfrm>
          <a:prstGeom prst="rect">
            <a:avLst/>
          </a:prstGeom>
          <a:solidFill>
            <a:srgbClr val="8FC8BA"/>
          </a:solidFill>
          <a:ln w="6885">
            <a:noFill/>
            <a:prstDash val="solid"/>
          </a:ln>
        </p:spPr>
      </p:sp>
      <p:sp>
        <p:nvSpPr>
          <p:cNvPr id="4808" name="Find auxiliary green 2">
            <a:extLst>
              <a:ext uri="{FF2B5EF4-FFF2-40B4-BE49-F238E27FC236}">
                <a16:creationId xmlns:a16="http://schemas.microsoft.com/office/drawing/2014/main" id="{FC5AF5AE-6ED4-77BC-D980-F48EB0E4ED90}"/>
              </a:ext>
            </a:extLst>
          </p:cNvPr>
          <p:cNvSpPr>
            <a:spLocks noGrp="1"/>
          </p:cNvSpPr>
          <p:nvPr/>
        </p:nvSpPr>
        <p:spPr>
          <a:xfrm>
            <a:off x="4201962" y="1361782"/>
            <a:ext cx="41340" cy="32401"/>
          </a:xfrm>
          <a:prstGeom prst="rect">
            <a:avLst/>
          </a:prstGeom>
          <a:solidFill>
            <a:srgbClr val="68B3A0"/>
          </a:solidFill>
          <a:ln w="6885">
            <a:noFill/>
            <a:prstDash val="solid"/>
          </a:ln>
        </p:spPr>
      </p:sp>
      <p:sp>
        <p:nvSpPr>
          <p:cNvPr id="4810" name="Find auxiliary green 3">
            <a:extLst>
              <a:ext uri="{FF2B5EF4-FFF2-40B4-BE49-F238E27FC236}">
                <a16:creationId xmlns:a16="http://schemas.microsoft.com/office/drawing/2014/main" id="{8DC6CE01-A76D-6E30-5EA4-4C7185A1FCF4}"/>
              </a:ext>
            </a:extLst>
          </p:cNvPr>
          <p:cNvSpPr>
            <a:spLocks noGrp="1"/>
          </p:cNvSpPr>
          <p:nvPr/>
        </p:nvSpPr>
        <p:spPr>
          <a:xfrm>
            <a:off x="4245935" y="1361782"/>
            <a:ext cx="41340" cy="32401"/>
          </a:xfrm>
          <a:prstGeom prst="rect">
            <a:avLst/>
          </a:prstGeom>
          <a:solidFill>
            <a:srgbClr val="ADD7CC"/>
          </a:solidFill>
          <a:ln w="6885">
            <a:noFill/>
            <a:prstDash val="solid"/>
          </a:ln>
        </p:spPr>
      </p:sp>
      <p:sp>
        <p:nvSpPr>
          <p:cNvPr id="4812" name="Find auxiliary green 4">
            <a:extLst>
              <a:ext uri="{FF2B5EF4-FFF2-40B4-BE49-F238E27FC236}">
                <a16:creationId xmlns:a16="http://schemas.microsoft.com/office/drawing/2014/main" id="{DAAC4120-7790-94F1-BF56-C83A24EE0405}"/>
              </a:ext>
            </a:extLst>
          </p:cNvPr>
          <p:cNvSpPr>
            <a:spLocks noGrp="1"/>
          </p:cNvSpPr>
          <p:nvPr/>
        </p:nvSpPr>
        <p:spPr>
          <a:xfrm>
            <a:off x="4377216" y="1361733"/>
            <a:ext cx="41340" cy="32401"/>
          </a:xfrm>
          <a:prstGeom prst="rect">
            <a:avLst/>
          </a:prstGeom>
          <a:solidFill>
            <a:srgbClr val="3E9785"/>
          </a:solidFill>
          <a:ln w="6885">
            <a:noFill/>
            <a:prstDash val="solid"/>
          </a:ln>
        </p:spPr>
      </p:sp>
      <p:sp>
        <p:nvSpPr>
          <p:cNvPr id="4814" name="Find auxiliary green 5">
            <a:extLst>
              <a:ext uri="{FF2B5EF4-FFF2-40B4-BE49-F238E27FC236}">
                <a16:creationId xmlns:a16="http://schemas.microsoft.com/office/drawing/2014/main" id="{22428EFD-5791-EF04-728A-258010EC8208}"/>
              </a:ext>
            </a:extLst>
          </p:cNvPr>
          <p:cNvSpPr>
            <a:spLocks noGrp="1"/>
          </p:cNvSpPr>
          <p:nvPr/>
        </p:nvSpPr>
        <p:spPr>
          <a:xfrm>
            <a:off x="4333880" y="1361782"/>
            <a:ext cx="41340" cy="32401"/>
          </a:xfrm>
          <a:prstGeom prst="rect">
            <a:avLst/>
          </a:prstGeom>
          <a:solidFill>
            <a:srgbClr val="8CC5B7"/>
          </a:solidFill>
          <a:ln w="6885">
            <a:noFill/>
            <a:prstDash val="solid"/>
          </a:ln>
        </p:spPr>
      </p:sp>
      <p:sp>
        <p:nvSpPr>
          <p:cNvPr id="4816" name="Find auxiliary green 6">
            <a:extLst>
              <a:ext uri="{FF2B5EF4-FFF2-40B4-BE49-F238E27FC236}">
                <a16:creationId xmlns:a16="http://schemas.microsoft.com/office/drawing/2014/main" id="{4ED0C16B-3F51-1820-E4A8-A72B248D584B}"/>
              </a:ext>
            </a:extLst>
          </p:cNvPr>
          <p:cNvSpPr>
            <a:spLocks noGrp="1"/>
          </p:cNvSpPr>
          <p:nvPr/>
        </p:nvSpPr>
        <p:spPr>
          <a:xfrm>
            <a:off x="4289881" y="1361646"/>
            <a:ext cx="41340" cy="32401"/>
          </a:xfrm>
          <a:prstGeom prst="rect">
            <a:avLst/>
          </a:prstGeom>
          <a:solidFill>
            <a:srgbClr val="C0E1D7"/>
          </a:solidFill>
          <a:ln w="6885">
            <a:noFill/>
            <a:prstDash val="solid"/>
          </a:ln>
        </p:spPr>
      </p:sp>
      <p:sp>
        <p:nvSpPr>
          <p:cNvPr id="4818" name="GNN to Graph attention">
            <a:extLst>
              <a:ext uri="{FF2B5EF4-FFF2-40B4-BE49-F238E27FC236}">
                <a16:creationId xmlns:a16="http://schemas.microsoft.com/office/drawing/2014/main" id="{251E6C66-9C7F-5CDB-933C-D5D2467E2661}"/>
              </a:ext>
            </a:extLst>
          </p:cNvPr>
          <p:cNvSpPr/>
          <p:nvPr/>
        </p:nvSpPr>
        <p:spPr>
          <a:xfrm flipH="1">
            <a:off x="3433939" y="2825877"/>
            <a:ext cx="45719" cy="139786"/>
          </a:xfrm>
          <a:custGeom>
            <a:avLst/>
            <a:gdLst/>
            <a:ahLst/>
            <a:cxnLst/>
            <a:rect l="0" t="0" r="w" b="h"/>
            <a:pathLst>
              <a:path w="1" h="137160">
                <a:moveTo>
                  <a:pt x="0" y="0"/>
                </a:moveTo>
                <a:lnTo>
                  <a:pt x="0" y="13716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triangle" w="sm" len="sm"/>
          </a:ln>
        </p:spPr>
      </p:sp>
      <p:sp>
        <p:nvSpPr>
          <p:cNvPr id="4834" name="Build | Engines frame">
            <a:extLst>
              <a:ext uri="{FF2B5EF4-FFF2-40B4-BE49-F238E27FC236}">
                <a16:creationId xmlns:a16="http://schemas.microsoft.com/office/drawing/2014/main" id="{981AB958-DF7B-D3C1-E9BE-543CBD380D40}"/>
              </a:ext>
            </a:extLst>
          </p:cNvPr>
          <p:cNvSpPr/>
          <p:nvPr/>
        </p:nvSpPr>
        <p:spPr>
          <a:xfrm>
            <a:off x="4653071" y="2032000"/>
            <a:ext cx="1308048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88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835" name="Build | Default PocketXMol card">
            <a:extLst>
              <a:ext uri="{FF2B5EF4-FFF2-40B4-BE49-F238E27FC236}">
                <a16:creationId xmlns:a16="http://schemas.microsoft.com/office/drawing/2014/main" id="{09D1F3E2-D5A0-68C5-1B04-AB1029394573}"/>
              </a:ext>
            </a:extLst>
          </p:cNvPr>
          <p:cNvSpPr/>
          <p:nvPr/>
        </p:nvSpPr>
        <p:spPr>
          <a:xfrm>
            <a:off x="4707060" y="2089570"/>
            <a:ext cx="1202377" cy="456341"/>
          </a:xfrm>
          <a:prstGeom prst="roundRect">
            <a:avLst>
              <a:gd name="adj" fmla="val 8000"/>
            </a:avLst>
          </a:prstGeom>
          <a:solidFill>
            <a:srgbClr val="FDF9EE"/>
          </a:solidFill>
          <a:ln w="1270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4836" name="Build | Density cube icon">
            <a:extLst>
              <a:ext uri="{FF2B5EF4-FFF2-40B4-BE49-F238E27FC236}">
                <a16:creationId xmlns:a16="http://schemas.microsoft.com/office/drawing/2014/main" id="{81548334-5865-A722-266D-19FC11F14410}"/>
              </a:ext>
            </a:extLst>
          </p:cNvPr>
          <p:cNvGrpSpPr/>
          <p:nvPr/>
        </p:nvGrpSpPr>
        <p:grpSpPr>
          <a:xfrm>
            <a:off x="4739193" y="2171534"/>
            <a:ext cx="213580" cy="227238"/>
            <a:chOff x="2187720" y="5635440"/>
            <a:chExt cx="154440" cy="131400"/>
          </a:xfrm>
        </p:grpSpPr>
        <p:sp>
          <p:nvSpPr>
            <p:cNvPr id="4837" name="asset_3169_0">
              <a:extLst>
                <a:ext uri="{FF2B5EF4-FFF2-40B4-BE49-F238E27FC236}">
                  <a16:creationId xmlns:a16="http://schemas.microsoft.com/office/drawing/2014/main" id="{23F42684-B20F-256F-F9C6-A3FAB6FD26A8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4838" name="asset_3169_1">
              <a:extLst>
                <a:ext uri="{FF2B5EF4-FFF2-40B4-BE49-F238E27FC236}">
                  <a16:creationId xmlns:a16="http://schemas.microsoft.com/office/drawing/2014/main" id="{A2C24197-9775-53A7-AEE4-DFBE523EEB1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4839" name="asset_3169_2">
              <a:extLst>
                <a:ext uri="{FF2B5EF4-FFF2-40B4-BE49-F238E27FC236}">
                  <a16:creationId xmlns:a16="http://schemas.microsoft.com/office/drawing/2014/main" id="{6EE4591E-BDBA-7883-14DB-FCB397E444D0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4840" name="asset_3169_3">
              <a:extLst>
                <a:ext uri="{FF2B5EF4-FFF2-40B4-BE49-F238E27FC236}">
                  <a16:creationId xmlns:a16="http://schemas.microsoft.com/office/drawing/2014/main" id="{2096BDF5-8E9C-8099-BA9D-EF88008ABBF7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841" name="asset_3169_4">
              <a:extLst>
                <a:ext uri="{FF2B5EF4-FFF2-40B4-BE49-F238E27FC236}">
                  <a16:creationId xmlns:a16="http://schemas.microsoft.com/office/drawing/2014/main" id="{336F3222-EF7E-FB64-8144-F4C59B4CD38C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842" name="asset_3169_5">
              <a:extLst>
                <a:ext uri="{FF2B5EF4-FFF2-40B4-BE49-F238E27FC236}">
                  <a16:creationId xmlns:a16="http://schemas.microsoft.com/office/drawing/2014/main" id="{BA354085-65C0-B245-AF12-44823030E196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843" name="asset_3169_6">
              <a:extLst>
                <a:ext uri="{FF2B5EF4-FFF2-40B4-BE49-F238E27FC236}">
                  <a16:creationId xmlns:a16="http://schemas.microsoft.com/office/drawing/2014/main" id="{BB6C55CA-8D1F-184B-EDBA-04158D6AA2EB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844" name="asset_3169_7">
              <a:extLst>
                <a:ext uri="{FF2B5EF4-FFF2-40B4-BE49-F238E27FC236}">
                  <a16:creationId xmlns:a16="http://schemas.microsoft.com/office/drawing/2014/main" id="{E0644F8E-B322-4049-3E7F-CFC685E74AF3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845" name="asset_3169_8">
              <a:extLst>
                <a:ext uri="{FF2B5EF4-FFF2-40B4-BE49-F238E27FC236}">
                  <a16:creationId xmlns:a16="http://schemas.microsoft.com/office/drawing/2014/main" id="{CD0572EA-2A17-79AB-1E24-3B5B50B6DE66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4846" name="asset_3169_9">
              <a:extLst>
                <a:ext uri="{FF2B5EF4-FFF2-40B4-BE49-F238E27FC236}">
                  <a16:creationId xmlns:a16="http://schemas.microsoft.com/office/drawing/2014/main" id="{22621FA2-97DB-805C-8D35-24EA19B6916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47" name="asset_3169_10">
              <a:extLst>
                <a:ext uri="{FF2B5EF4-FFF2-40B4-BE49-F238E27FC236}">
                  <a16:creationId xmlns:a16="http://schemas.microsoft.com/office/drawing/2014/main" id="{2D722378-7EED-A839-2AA2-54CAAE0483D4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48" name="asset_3169_11">
              <a:extLst>
                <a:ext uri="{FF2B5EF4-FFF2-40B4-BE49-F238E27FC236}">
                  <a16:creationId xmlns:a16="http://schemas.microsoft.com/office/drawing/2014/main" id="{E934D758-7704-1E46-B66B-CCD548AB4E76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49" name="asset_3169_12">
              <a:extLst>
                <a:ext uri="{FF2B5EF4-FFF2-40B4-BE49-F238E27FC236}">
                  <a16:creationId xmlns:a16="http://schemas.microsoft.com/office/drawing/2014/main" id="{8F873739-D05A-8C78-E8DF-46F8AFA15F4E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0" name="asset_3169_13">
              <a:extLst>
                <a:ext uri="{FF2B5EF4-FFF2-40B4-BE49-F238E27FC236}">
                  <a16:creationId xmlns:a16="http://schemas.microsoft.com/office/drawing/2014/main" id="{4ED612B3-3D00-63E5-CF89-38AB2D08CE22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1" name="asset_3169_14">
              <a:extLst>
                <a:ext uri="{FF2B5EF4-FFF2-40B4-BE49-F238E27FC236}">
                  <a16:creationId xmlns:a16="http://schemas.microsoft.com/office/drawing/2014/main" id="{59CD59E3-C611-B9D4-DAC4-F58235CF1D9C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2" name="asset_3169_15">
              <a:extLst>
                <a:ext uri="{FF2B5EF4-FFF2-40B4-BE49-F238E27FC236}">
                  <a16:creationId xmlns:a16="http://schemas.microsoft.com/office/drawing/2014/main" id="{7AC8D6B4-7E42-AAA3-F66E-A0C4A07EADE3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3" name="asset_3169_16">
              <a:extLst>
                <a:ext uri="{FF2B5EF4-FFF2-40B4-BE49-F238E27FC236}">
                  <a16:creationId xmlns:a16="http://schemas.microsoft.com/office/drawing/2014/main" id="{B608A91B-CE10-A753-EC6F-84010E8900D1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4" name="asset_3169_17">
              <a:extLst>
                <a:ext uri="{FF2B5EF4-FFF2-40B4-BE49-F238E27FC236}">
                  <a16:creationId xmlns:a16="http://schemas.microsoft.com/office/drawing/2014/main" id="{E8D479C7-7E3A-B095-3145-2169C78A2DEA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5" name="asset_3169_18">
              <a:extLst>
                <a:ext uri="{FF2B5EF4-FFF2-40B4-BE49-F238E27FC236}">
                  <a16:creationId xmlns:a16="http://schemas.microsoft.com/office/drawing/2014/main" id="{4E29D340-ABFC-A49E-B58C-3C0D0B2BAC6D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6" name="asset_3169_19">
              <a:extLst>
                <a:ext uri="{FF2B5EF4-FFF2-40B4-BE49-F238E27FC236}">
                  <a16:creationId xmlns:a16="http://schemas.microsoft.com/office/drawing/2014/main" id="{6663E22B-3809-2E28-02D8-3564F11882B1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7" name="asset_3169_20">
              <a:extLst>
                <a:ext uri="{FF2B5EF4-FFF2-40B4-BE49-F238E27FC236}">
                  <a16:creationId xmlns:a16="http://schemas.microsoft.com/office/drawing/2014/main" id="{D5581FFB-46C7-0325-FC58-F01A2A9D2AB7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8" name="asset_3169_21">
              <a:extLst>
                <a:ext uri="{FF2B5EF4-FFF2-40B4-BE49-F238E27FC236}">
                  <a16:creationId xmlns:a16="http://schemas.microsoft.com/office/drawing/2014/main" id="{B50F139F-1631-6087-0344-678CA77BD87E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59" name="asset_3169_22">
              <a:extLst>
                <a:ext uri="{FF2B5EF4-FFF2-40B4-BE49-F238E27FC236}">
                  <a16:creationId xmlns:a16="http://schemas.microsoft.com/office/drawing/2014/main" id="{470F64B6-9A93-6A81-0284-CB1996E601D2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0" name="asset_3169_23">
              <a:extLst>
                <a:ext uri="{FF2B5EF4-FFF2-40B4-BE49-F238E27FC236}">
                  <a16:creationId xmlns:a16="http://schemas.microsoft.com/office/drawing/2014/main" id="{030DDC33-E6C4-2043-3AB8-763BF24BC386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1" name="asset_3169_24">
              <a:extLst>
                <a:ext uri="{FF2B5EF4-FFF2-40B4-BE49-F238E27FC236}">
                  <a16:creationId xmlns:a16="http://schemas.microsoft.com/office/drawing/2014/main" id="{31EE7F21-FA99-D032-456C-ED1DB47BE4C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2" name="asset_3169_25">
              <a:extLst>
                <a:ext uri="{FF2B5EF4-FFF2-40B4-BE49-F238E27FC236}">
                  <a16:creationId xmlns:a16="http://schemas.microsoft.com/office/drawing/2014/main" id="{885F34CA-2D60-46C4-984A-0C11C8902B7C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3" name="asset_3169_26">
              <a:extLst>
                <a:ext uri="{FF2B5EF4-FFF2-40B4-BE49-F238E27FC236}">
                  <a16:creationId xmlns:a16="http://schemas.microsoft.com/office/drawing/2014/main" id="{9FA55486-A9D7-3375-E0A7-9DD3919EE604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4" name="asset_3169_27">
              <a:extLst>
                <a:ext uri="{FF2B5EF4-FFF2-40B4-BE49-F238E27FC236}">
                  <a16:creationId xmlns:a16="http://schemas.microsoft.com/office/drawing/2014/main" id="{874AECF0-BBAD-BF3D-99D0-46219F14D09E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5" name="asset_3169_28">
              <a:extLst>
                <a:ext uri="{FF2B5EF4-FFF2-40B4-BE49-F238E27FC236}">
                  <a16:creationId xmlns:a16="http://schemas.microsoft.com/office/drawing/2014/main" id="{62C4918C-D2D3-9116-EE70-8442675DB23E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6" name="asset_3169_29">
              <a:extLst>
                <a:ext uri="{FF2B5EF4-FFF2-40B4-BE49-F238E27FC236}">
                  <a16:creationId xmlns:a16="http://schemas.microsoft.com/office/drawing/2014/main" id="{4842BE17-D182-2A32-46AD-5132DDE82242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7" name="asset_3169_30">
              <a:extLst>
                <a:ext uri="{FF2B5EF4-FFF2-40B4-BE49-F238E27FC236}">
                  <a16:creationId xmlns:a16="http://schemas.microsoft.com/office/drawing/2014/main" id="{07EA6ADD-2EDE-804B-BA0F-D5F58FECE729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8" name="asset_3169_31">
              <a:extLst>
                <a:ext uri="{FF2B5EF4-FFF2-40B4-BE49-F238E27FC236}">
                  <a16:creationId xmlns:a16="http://schemas.microsoft.com/office/drawing/2014/main" id="{18F9CA1F-FADA-DBCA-1959-2D3C7115FFA7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69" name="asset_3169_32">
              <a:extLst>
                <a:ext uri="{FF2B5EF4-FFF2-40B4-BE49-F238E27FC236}">
                  <a16:creationId xmlns:a16="http://schemas.microsoft.com/office/drawing/2014/main" id="{A226D338-D459-9F2C-C6B0-71390CF89E8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0" name="asset_3169_33">
              <a:extLst>
                <a:ext uri="{FF2B5EF4-FFF2-40B4-BE49-F238E27FC236}">
                  <a16:creationId xmlns:a16="http://schemas.microsoft.com/office/drawing/2014/main" id="{77F36162-3A58-3223-E77F-4FA3C950B13D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1" name="asset_3169_34">
              <a:extLst>
                <a:ext uri="{FF2B5EF4-FFF2-40B4-BE49-F238E27FC236}">
                  <a16:creationId xmlns:a16="http://schemas.microsoft.com/office/drawing/2014/main" id="{36B97EF5-7655-3DB2-5ACB-2AAEAD56AA14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2" name="asset_3169_35">
              <a:extLst>
                <a:ext uri="{FF2B5EF4-FFF2-40B4-BE49-F238E27FC236}">
                  <a16:creationId xmlns:a16="http://schemas.microsoft.com/office/drawing/2014/main" id="{85BC6167-F37D-F965-B718-D79B3B685C17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3" name="asset_3169_36">
              <a:extLst>
                <a:ext uri="{FF2B5EF4-FFF2-40B4-BE49-F238E27FC236}">
                  <a16:creationId xmlns:a16="http://schemas.microsoft.com/office/drawing/2014/main" id="{7A514E66-AA64-A7F5-EEEA-3ED7AC55D7E5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4" name="asset_3169_37">
              <a:extLst>
                <a:ext uri="{FF2B5EF4-FFF2-40B4-BE49-F238E27FC236}">
                  <a16:creationId xmlns:a16="http://schemas.microsoft.com/office/drawing/2014/main" id="{22401DB5-6462-46BE-447E-D633FAD10E54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5" name="asset_3169_38">
              <a:extLst>
                <a:ext uri="{FF2B5EF4-FFF2-40B4-BE49-F238E27FC236}">
                  <a16:creationId xmlns:a16="http://schemas.microsoft.com/office/drawing/2014/main" id="{CF5A6DE3-7C2F-A52F-0CD0-6918DF57C543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6" name="asset_3169_39">
              <a:extLst>
                <a:ext uri="{FF2B5EF4-FFF2-40B4-BE49-F238E27FC236}">
                  <a16:creationId xmlns:a16="http://schemas.microsoft.com/office/drawing/2014/main" id="{977C9039-BF31-78F6-6360-1511477F33DF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7" name="asset_3169_40">
              <a:extLst>
                <a:ext uri="{FF2B5EF4-FFF2-40B4-BE49-F238E27FC236}">
                  <a16:creationId xmlns:a16="http://schemas.microsoft.com/office/drawing/2014/main" id="{600350AE-A1D4-DEF3-4C2F-9D0A0CE7EA08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8" name="asset_3169_41">
              <a:extLst>
                <a:ext uri="{FF2B5EF4-FFF2-40B4-BE49-F238E27FC236}">
                  <a16:creationId xmlns:a16="http://schemas.microsoft.com/office/drawing/2014/main" id="{FAF5A38F-6443-C55F-3FCC-CD79C6DB832C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79" name="asset_3169_42">
              <a:extLst>
                <a:ext uri="{FF2B5EF4-FFF2-40B4-BE49-F238E27FC236}">
                  <a16:creationId xmlns:a16="http://schemas.microsoft.com/office/drawing/2014/main" id="{ECECFAA8-D67A-48F2-14F9-F1C6945030D8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0" name="asset_3169_43">
              <a:extLst>
                <a:ext uri="{FF2B5EF4-FFF2-40B4-BE49-F238E27FC236}">
                  <a16:creationId xmlns:a16="http://schemas.microsoft.com/office/drawing/2014/main" id="{3444537D-13A3-28DF-9E96-3B2F8E44F26C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1" name="asset_3169_44">
              <a:extLst>
                <a:ext uri="{FF2B5EF4-FFF2-40B4-BE49-F238E27FC236}">
                  <a16:creationId xmlns:a16="http://schemas.microsoft.com/office/drawing/2014/main" id="{C71815DD-0A61-25CB-2CBC-2F9F79B43F4E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2" name="asset_3169_45">
              <a:extLst>
                <a:ext uri="{FF2B5EF4-FFF2-40B4-BE49-F238E27FC236}">
                  <a16:creationId xmlns:a16="http://schemas.microsoft.com/office/drawing/2014/main" id="{24C43781-737C-207D-349C-040AADBB20C6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3" name="asset_3169_46">
              <a:extLst>
                <a:ext uri="{FF2B5EF4-FFF2-40B4-BE49-F238E27FC236}">
                  <a16:creationId xmlns:a16="http://schemas.microsoft.com/office/drawing/2014/main" id="{248ECC53-03B9-160E-1EF7-776E82B5CADA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4" name="asset_3169_47">
              <a:extLst>
                <a:ext uri="{FF2B5EF4-FFF2-40B4-BE49-F238E27FC236}">
                  <a16:creationId xmlns:a16="http://schemas.microsoft.com/office/drawing/2014/main" id="{A55A0B84-C321-39FC-80E8-B579B1D3BF0E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5" name="asset_3169_48">
              <a:extLst>
                <a:ext uri="{FF2B5EF4-FFF2-40B4-BE49-F238E27FC236}">
                  <a16:creationId xmlns:a16="http://schemas.microsoft.com/office/drawing/2014/main" id="{302F03BB-32EC-DB3E-05FA-E99211083890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6" name="asset_3169_49">
              <a:extLst>
                <a:ext uri="{FF2B5EF4-FFF2-40B4-BE49-F238E27FC236}">
                  <a16:creationId xmlns:a16="http://schemas.microsoft.com/office/drawing/2014/main" id="{022694EC-5B5A-C520-335E-385AE005F31B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7" name="asset_3169_50">
              <a:extLst>
                <a:ext uri="{FF2B5EF4-FFF2-40B4-BE49-F238E27FC236}">
                  <a16:creationId xmlns:a16="http://schemas.microsoft.com/office/drawing/2014/main" id="{A818524B-8973-CE96-7E85-83AE9D937105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4888" name="asset_3169_51">
              <a:extLst>
                <a:ext uri="{FF2B5EF4-FFF2-40B4-BE49-F238E27FC236}">
                  <a16:creationId xmlns:a16="http://schemas.microsoft.com/office/drawing/2014/main" id="{5499F090-3B22-4A66-4E2F-84800657CB5E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4889" name="TextBox 12306">
            <a:extLst>
              <a:ext uri="{FF2B5EF4-FFF2-40B4-BE49-F238E27FC236}">
                <a16:creationId xmlns:a16="http://schemas.microsoft.com/office/drawing/2014/main" id="{54912CE6-F5A4-EBA8-EEB2-B3F9AC1D5DD8}"/>
              </a:ext>
            </a:extLst>
          </p:cNvPr>
          <p:cNvSpPr txBox="1"/>
          <p:nvPr/>
        </p:nvSpPr>
        <p:spPr>
          <a:xfrm>
            <a:off x="4984740" y="2138505"/>
            <a:ext cx="996707" cy="1172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>
                <a:solidFill>
                  <a:srgbClr val="8C5818"/>
                </a:solidFill>
                <a:latin typeface="Arial"/>
              </a:rPr>
              <a:t>Default · </a:t>
            </a:r>
            <a:r>
              <a:rPr sz="623" b="1" dirty="0" err="1">
                <a:solidFill>
                  <a:srgbClr val="8C5818"/>
                </a:solidFill>
                <a:latin typeface="Arial"/>
              </a:rPr>
              <a:t>PocketXMol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4890" name="TextBox 12307">
            <a:extLst>
              <a:ext uri="{FF2B5EF4-FFF2-40B4-BE49-F238E27FC236}">
                <a16:creationId xmlns:a16="http://schemas.microsoft.com/office/drawing/2014/main" id="{0823D6C4-ABC9-6E34-55FA-35473340017C}"/>
              </a:ext>
            </a:extLst>
          </p:cNvPr>
          <p:cNvSpPr txBox="1"/>
          <p:nvPr/>
        </p:nvSpPr>
        <p:spPr>
          <a:xfrm>
            <a:off x="4985233" y="2305119"/>
            <a:ext cx="1205196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4891" name="Build | Docking tools card">
            <a:extLst>
              <a:ext uri="{FF2B5EF4-FFF2-40B4-BE49-F238E27FC236}">
                <a16:creationId xmlns:a16="http://schemas.microsoft.com/office/drawing/2014/main" id="{A7346569-29DA-B654-DB23-986844517CE0}"/>
              </a:ext>
            </a:extLst>
          </p:cNvPr>
          <p:cNvSpPr/>
          <p:nvPr/>
        </p:nvSpPr>
        <p:spPr>
          <a:xfrm>
            <a:off x="4707061" y="2608447"/>
            <a:ext cx="1202377" cy="51661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0795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4892" name="TextBox 12309">
            <a:extLst>
              <a:ext uri="{FF2B5EF4-FFF2-40B4-BE49-F238E27FC236}">
                <a16:creationId xmlns:a16="http://schemas.microsoft.com/office/drawing/2014/main" id="{1FF847DD-BEF2-AE54-47FB-0CD8C24C6FE9}"/>
              </a:ext>
            </a:extLst>
          </p:cNvPr>
          <p:cNvSpPr txBox="1"/>
          <p:nvPr/>
        </p:nvSpPr>
        <p:spPr>
          <a:xfrm>
            <a:off x="4758703" y="2647450"/>
            <a:ext cx="1186556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4893" name="TextBox 12310">
            <a:extLst>
              <a:ext uri="{FF2B5EF4-FFF2-40B4-BE49-F238E27FC236}">
                <a16:creationId xmlns:a16="http://schemas.microsoft.com/office/drawing/2014/main" id="{81DDCC5A-8013-1414-2B0C-40265B381D4C}"/>
              </a:ext>
            </a:extLst>
          </p:cNvPr>
          <p:cNvSpPr txBox="1"/>
          <p:nvPr/>
        </p:nvSpPr>
        <p:spPr>
          <a:xfrm>
            <a:off x="475557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sp>
        <p:nvSpPr>
          <p:cNvPr id="4896" name="Other identities K tap">
            <a:extLst>
              <a:ext uri="{FF2B5EF4-FFF2-40B4-BE49-F238E27FC236}">
                <a16:creationId xmlns:a16="http://schemas.microsoft.com/office/drawing/2014/main" id="{823405BD-0270-73A4-C5B4-6BA547B53694}"/>
              </a:ext>
            </a:extLst>
          </p:cNvPr>
          <p:cNvSpPr/>
          <p:nvPr/>
        </p:nvSpPr>
        <p:spPr>
          <a:xfrm>
            <a:off x="3900376" y="2487955"/>
            <a:ext cx="244473" cy="45719"/>
          </a:xfrm>
          <a:custGeom>
            <a:avLst/>
            <a:gdLst/>
            <a:ahLst/>
            <a:cxnLst/>
            <a:rect l="0" t="0" r="w" b="h"/>
            <a:pathLst>
              <a:path w="301752" h="1">
                <a:moveTo>
                  <a:pt x="0" y="0"/>
                </a:moveTo>
                <a:lnTo>
                  <a:pt x="301752" y="0"/>
                </a:lnTo>
              </a:path>
            </a:pathLst>
          </a:custGeom>
          <a:noFill/>
          <a:ln w="10795" cap="rnd" cmpd="sng" algn="ctr">
            <a:solidFill>
              <a:srgbClr val="3A877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898" name="Auxiliary to mean max">
            <a:extLst>
              <a:ext uri="{FF2B5EF4-FFF2-40B4-BE49-F238E27FC236}">
                <a16:creationId xmlns:a16="http://schemas.microsoft.com/office/drawing/2014/main" id="{16E923CC-3485-7A78-9B46-AB528F6AF636}"/>
              </a:ext>
            </a:extLst>
          </p:cNvPr>
          <p:cNvSpPr>
            <a:spLocks noGrp="1"/>
          </p:cNvSpPr>
          <p:nvPr/>
        </p:nvSpPr>
        <p:spPr>
          <a:xfrm flipH="1">
            <a:off x="1506102" y="3381413"/>
            <a:ext cx="45719" cy="59672"/>
          </a:xfrm>
          <a:custGeom>
            <a:avLst/>
            <a:gdLst/>
            <a:ahLst/>
            <a:cxnLst/>
            <a:rect l="0" t="0" r="0" b="0"/>
            <a:pathLst>
              <a:path w="191" h="119063">
                <a:moveTo>
                  <a:pt x="0" y="0"/>
                </a:moveTo>
                <a:lnTo>
                  <a:pt x="0" y="119063"/>
                </a:lnTo>
              </a:path>
            </a:pathLst>
          </a:custGeom>
          <a:noFill/>
          <a:ln w="6885">
            <a:solidFill>
              <a:srgbClr val="3B8C80"/>
            </a:solidFill>
            <a:prstDash val="solid"/>
          </a:ln>
        </p:spPr>
      </p:sp>
      <p:pic>
        <p:nvPicPr>
          <p:cNvPr id="4900" name="图片 4899" descr="已检查的图像">
            <a:extLst>
              <a:ext uri="{FF2B5EF4-FFF2-40B4-BE49-F238E27FC236}">
                <a16:creationId xmlns:a16="http://schemas.microsoft.com/office/drawing/2014/main" id="{6109BCFF-7F02-1225-1082-73C674752E9D}"/>
              </a:ext>
            </a:extLst>
          </p:cNvPr>
          <p:cNvPicPr>
            <a:picLocks/>
          </p:cNvPicPr>
          <p:nvPr/>
        </p:nvPicPr>
        <p:blipFill>
          <a:blip r:embed="rId6"/>
          <a:srcRect l="22277" t="11600" r="20320" b="13721"/>
          <a:stretch>
            <a:fillRect/>
          </a:stretch>
        </p:blipFill>
        <p:spPr>
          <a:xfrm rot="1047317">
            <a:off x="4872712" y="3405994"/>
            <a:ext cx="947545" cy="836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73846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FAF79-11F9-10EA-541A-9067F5925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48B2630F-EE4F-8D8F-C8D1-E2B865187AB9}"/>
              </a:ext>
            </a:extLst>
          </p:cNvPr>
          <p:cNvSpPr/>
          <p:nvPr/>
        </p:nvSpPr>
        <p:spPr>
          <a:xfrm>
            <a:off x="450985" y="85589"/>
            <a:ext cx="409618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A043AAC4-48ED-059D-9C09-BCFF9992562C}"/>
              </a:ext>
            </a:extLst>
          </p:cNvPr>
          <p:cNvSpPr/>
          <p:nvPr/>
        </p:nvSpPr>
        <p:spPr>
          <a:xfrm>
            <a:off x="450985" y="1885270"/>
            <a:ext cx="409618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5E276643-FEBD-BC72-22E3-559B58E7B058}"/>
              </a:ext>
            </a:extLst>
          </p:cNvPr>
          <p:cNvSpPr/>
          <p:nvPr/>
        </p:nvSpPr>
        <p:spPr>
          <a:xfrm>
            <a:off x="4583047" y="81744"/>
            <a:ext cx="1354615" cy="4335730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/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6" name="Match continuous input boundary">
              <a:extLst>
                <a:ext uri="{FF2B5EF4-FFF2-40B4-BE49-F238E27FC236}">
                  <a16:creationId xmlns:a16="http://schemas.microsoft.com/office/drawing/2014/main" id="{1534F5B1-FA5F-4DBD-B108-CAA8E98D90CE}"/>
                </a:ext>
              </a:extLst>
            </p:cNvPr>
            <p:cNvSpPr>
              <a:spLocks noGrp="1"/>
            </p:cNvSpPr>
            <p:nvPr/>
          </p:nvSpPr>
          <p:spPr>
            <a:xfrm>
              <a:off x="1246823" y="5281613"/>
              <a:ext cx="3163253" cy="2511743"/>
            </a:xfrm>
            <a:custGeom>
              <a:avLst/>
              <a:gdLst/>
              <a:ahLst/>
              <a:cxnLst/>
              <a:rect l="0" t="0" r="0" b="0"/>
              <a:pathLst>
                <a:path w="3163253" h="2511743">
                  <a:moveTo>
                    <a:pt x="76200" y="0"/>
                  </a:moveTo>
                  <a:lnTo>
                    <a:pt x="2100263" y="0"/>
                  </a:lnTo>
                  <a:cubicBezTo>
                    <a:pt x="2143125" y="0"/>
                    <a:pt x="2176463" y="33338"/>
                    <a:pt x="2176463" y="76200"/>
                  </a:cubicBezTo>
                  <a:lnTo>
                    <a:pt x="2176463" y="1066800"/>
                  </a:lnTo>
                  <a:cubicBezTo>
                    <a:pt x="2176463" y="1157288"/>
                    <a:pt x="2247900" y="1225868"/>
                    <a:pt x="2338388" y="1225868"/>
                  </a:cubicBezTo>
                  <a:lnTo>
                    <a:pt x="3087053" y="1225868"/>
                  </a:lnTo>
                  <a:cubicBezTo>
                    <a:pt x="3128963" y="1225868"/>
                    <a:pt x="3163253" y="1260158"/>
                    <a:pt x="3163253" y="1302068"/>
                  </a:cubicBezTo>
                  <a:lnTo>
                    <a:pt x="3163253" y="2435543"/>
                  </a:lnTo>
                  <a:cubicBezTo>
                    <a:pt x="3163253" y="2478405"/>
                    <a:pt x="3128963" y="2511743"/>
                    <a:pt x="3087053" y="2511743"/>
                  </a:cubicBezTo>
                  <a:lnTo>
                    <a:pt x="76200" y="2511743"/>
                  </a:lnTo>
                  <a:cubicBezTo>
                    <a:pt x="33338" y="2511743"/>
                    <a:pt x="0" y="2478405"/>
                    <a:pt x="0" y="2435543"/>
                  </a:cubicBezTo>
                  <a:lnTo>
                    <a:pt x="0" y="76200"/>
                  </a:lnTo>
                  <a:cubicBezTo>
                    <a:pt x="0" y="33338"/>
                    <a:pt x="33338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7290">
              <a:solidFill>
                <a:srgbClr val="B6CEC5"/>
              </a:solidFill>
            </a:ln>
          </p:spPr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A1DF5636-C3F9-BC8E-196E-70B0EA2747FB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C5568318-F4F0-D26F-4A06-9689D3B3B110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EE2FDCC3-2041-365A-F921-08572C8B166F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F7145108-DEDF-8030-06D7-FBCD3AD40DE6}"/>
              </a:ext>
            </a:extLst>
          </p:cNvPr>
          <p:cNvSpPr txBox="1"/>
          <p:nvPr/>
        </p:nvSpPr>
        <p:spPr>
          <a:xfrm>
            <a:off x="667104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6CE95369-A19A-9B3C-5D51-96647901A11F}"/>
              </a:ext>
            </a:extLst>
          </p:cNvPr>
          <p:cNvSpPr txBox="1"/>
          <p:nvPr/>
        </p:nvSpPr>
        <p:spPr>
          <a:xfrm>
            <a:off x="461663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C8DBDC94-F553-42F9-B404-DC430DB9DCBB}"/>
              </a:ext>
            </a:extLst>
          </p:cNvPr>
          <p:cNvSpPr txBox="1"/>
          <p:nvPr/>
        </p:nvSpPr>
        <p:spPr>
          <a:xfrm>
            <a:off x="477483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C595CBD7-EE6A-2A4E-E2FA-319352BAD3E9}"/>
              </a:ext>
            </a:extLst>
          </p:cNvPr>
          <p:cNvSpPr/>
          <p:nvPr/>
        </p:nvSpPr>
        <p:spPr>
          <a:xfrm>
            <a:off x="526966" y="284774"/>
            <a:ext cx="617009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2586D997-B428-E65A-FA57-7375B4A1F70B}"/>
              </a:ext>
            </a:extLst>
          </p:cNvPr>
          <p:cNvSpPr txBox="1"/>
          <p:nvPr/>
        </p:nvSpPr>
        <p:spPr>
          <a:xfrm>
            <a:off x="500206" y="317081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15" name="Find | Fig1 Density surface">
            <a:extLst>
              <a:ext uri="{FF2B5EF4-FFF2-40B4-BE49-F238E27FC236}">
                <a16:creationId xmlns:a16="http://schemas.microsoft.com/office/drawing/2014/main" id="{6D989076-A3A8-7396-EC79-2A8BD4179735}"/>
              </a:ext>
            </a:extLst>
          </p:cNvPr>
          <p:cNvGrpSpPr/>
          <p:nvPr/>
        </p:nvGrpSpPr>
        <p:grpSpPr>
          <a:xfrm>
            <a:off x="610687" y="418240"/>
            <a:ext cx="425669" cy="506264"/>
            <a:chOff x="496477" y="1485900"/>
            <a:chExt cx="1521646" cy="1809750"/>
          </a:xfrm>
        </p:grpSpPr>
        <p:sp>
          <p:nvSpPr>
            <p:cNvPr id="16" name="Input_density__7">
              <a:extLst>
                <a:ext uri="{FF2B5EF4-FFF2-40B4-BE49-F238E27FC236}">
                  <a16:creationId xmlns:a16="http://schemas.microsoft.com/office/drawing/2014/main" id="{09E432FB-083D-5E19-D126-156654C9B05F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" name="Input_density__8">
              <a:extLst>
                <a:ext uri="{FF2B5EF4-FFF2-40B4-BE49-F238E27FC236}">
                  <a16:creationId xmlns:a16="http://schemas.microsoft.com/office/drawing/2014/main" id="{90B97A6B-A1BC-C04E-8C13-6ABC69D31F35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" name="Input_density__9">
              <a:extLst>
                <a:ext uri="{FF2B5EF4-FFF2-40B4-BE49-F238E27FC236}">
                  <a16:creationId xmlns:a16="http://schemas.microsoft.com/office/drawing/2014/main" id="{1C0B32EC-6AAD-1883-556B-4796DF16F14E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" name="Input_density__10">
              <a:extLst>
                <a:ext uri="{FF2B5EF4-FFF2-40B4-BE49-F238E27FC236}">
                  <a16:creationId xmlns:a16="http://schemas.microsoft.com/office/drawing/2014/main" id="{42C1D91D-0C9A-9EAD-79F5-00E8912361A0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" name="Input_density__11">
              <a:extLst>
                <a:ext uri="{FF2B5EF4-FFF2-40B4-BE49-F238E27FC236}">
                  <a16:creationId xmlns:a16="http://schemas.microsoft.com/office/drawing/2014/main" id="{27E9643B-C095-155F-9AFC-4FD27FF63439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" name="Input_density__12">
              <a:extLst>
                <a:ext uri="{FF2B5EF4-FFF2-40B4-BE49-F238E27FC236}">
                  <a16:creationId xmlns:a16="http://schemas.microsoft.com/office/drawing/2014/main" id="{8F5481FC-E426-D901-0895-A9888D03BB6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" name="Input_density__13">
              <a:extLst>
                <a:ext uri="{FF2B5EF4-FFF2-40B4-BE49-F238E27FC236}">
                  <a16:creationId xmlns:a16="http://schemas.microsoft.com/office/drawing/2014/main" id="{9C1EC482-DF5F-C333-00F7-286E6D6A417B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3" name="Input_density__14">
              <a:extLst>
                <a:ext uri="{FF2B5EF4-FFF2-40B4-BE49-F238E27FC236}">
                  <a16:creationId xmlns:a16="http://schemas.microsoft.com/office/drawing/2014/main" id="{28A75993-C52F-D497-40C9-D39D1DEAFB18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4" name="Input_density__15">
              <a:extLst>
                <a:ext uri="{FF2B5EF4-FFF2-40B4-BE49-F238E27FC236}">
                  <a16:creationId xmlns:a16="http://schemas.microsoft.com/office/drawing/2014/main" id="{EBAA99DD-F885-6F36-FF6C-7FB244342B59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5" name="Input_density__16">
              <a:extLst>
                <a:ext uri="{FF2B5EF4-FFF2-40B4-BE49-F238E27FC236}">
                  <a16:creationId xmlns:a16="http://schemas.microsoft.com/office/drawing/2014/main" id="{11B47E97-59C8-0E61-0E5B-3BC4E355AD80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17">
              <a:extLst>
                <a:ext uri="{FF2B5EF4-FFF2-40B4-BE49-F238E27FC236}">
                  <a16:creationId xmlns:a16="http://schemas.microsoft.com/office/drawing/2014/main" id="{921055B1-2DAA-3230-11C6-C1AAB1570A2C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7" name="Input_density__18">
              <a:extLst>
                <a:ext uri="{FF2B5EF4-FFF2-40B4-BE49-F238E27FC236}">
                  <a16:creationId xmlns:a16="http://schemas.microsoft.com/office/drawing/2014/main" id="{024164D8-AC65-C980-312D-F5DC8EFE3E01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8" name="Input_density__19">
              <a:extLst>
                <a:ext uri="{FF2B5EF4-FFF2-40B4-BE49-F238E27FC236}">
                  <a16:creationId xmlns:a16="http://schemas.microsoft.com/office/drawing/2014/main" id="{B13F7F0F-866A-0232-2E86-0BA0A32CD17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0">
              <a:extLst>
                <a:ext uri="{FF2B5EF4-FFF2-40B4-BE49-F238E27FC236}">
                  <a16:creationId xmlns:a16="http://schemas.microsoft.com/office/drawing/2014/main" id="{7EC9592C-DBC2-DF95-1F0A-E9CC37F65CB6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0" name="Input_density__21">
              <a:extLst>
                <a:ext uri="{FF2B5EF4-FFF2-40B4-BE49-F238E27FC236}">
                  <a16:creationId xmlns:a16="http://schemas.microsoft.com/office/drawing/2014/main" id="{C740EA9F-37F6-1C55-C3B1-1527D8795989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1" name="Input_density__22">
              <a:extLst>
                <a:ext uri="{FF2B5EF4-FFF2-40B4-BE49-F238E27FC236}">
                  <a16:creationId xmlns:a16="http://schemas.microsoft.com/office/drawing/2014/main" id="{7D033B7C-FADA-3303-8A02-261884ACA668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23">
              <a:extLst>
                <a:ext uri="{FF2B5EF4-FFF2-40B4-BE49-F238E27FC236}">
                  <a16:creationId xmlns:a16="http://schemas.microsoft.com/office/drawing/2014/main" id="{E2670DAA-7C04-425D-5749-C92D796D7CCD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24">
              <a:extLst>
                <a:ext uri="{FF2B5EF4-FFF2-40B4-BE49-F238E27FC236}">
                  <a16:creationId xmlns:a16="http://schemas.microsoft.com/office/drawing/2014/main" id="{03051141-DC32-3C81-450A-A668707F7CD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4" name="Input_density__25">
              <a:extLst>
                <a:ext uri="{FF2B5EF4-FFF2-40B4-BE49-F238E27FC236}">
                  <a16:creationId xmlns:a16="http://schemas.microsoft.com/office/drawing/2014/main" id="{56C2CE11-58D2-118F-E432-93CB5D26FE24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5" name="Input_density__26">
              <a:extLst>
                <a:ext uri="{FF2B5EF4-FFF2-40B4-BE49-F238E27FC236}">
                  <a16:creationId xmlns:a16="http://schemas.microsoft.com/office/drawing/2014/main" id="{3C6F526E-1085-D8CB-AA68-960C9105EFB4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27">
              <a:extLst>
                <a:ext uri="{FF2B5EF4-FFF2-40B4-BE49-F238E27FC236}">
                  <a16:creationId xmlns:a16="http://schemas.microsoft.com/office/drawing/2014/main" id="{7CD60598-CDFA-7518-E8F5-9C9E9279D2D2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7" name="Input_density__28">
              <a:extLst>
                <a:ext uri="{FF2B5EF4-FFF2-40B4-BE49-F238E27FC236}">
                  <a16:creationId xmlns:a16="http://schemas.microsoft.com/office/drawing/2014/main" id="{8B595059-D6DA-9629-1881-959566A1FB95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" name="Input_density__29">
              <a:extLst>
                <a:ext uri="{FF2B5EF4-FFF2-40B4-BE49-F238E27FC236}">
                  <a16:creationId xmlns:a16="http://schemas.microsoft.com/office/drawing/2014/main" id="{D137719A-573F-0A5F-4B48-F9B793E674CD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0">
              <a:extLst>
                <a:ext uri="{FF2B5EF4-FFF2-40B4-BE49-F238E27FC236}">
                  <a16:creationId xmlns:a16="http://schemas.microsoft.com/office/drawing/2014/main" id="{5DF2A8D0-B78C-51C0-D68F-9A1D8A594A9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" name="Input_density__31">
              <a:extLst>
                <a:ext uri="{FF2B5EF4-FFF2-40B4-BE49-F238E27FC236}">
                  <a16:creationId xmlns:a16="http://schemas.microsoft.com/office/drawing/2014/main" id="{68E3489D-1981-73C3-C277-0040F7E85410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1" name="Input_density__32">
              <a:extLst>
                <a:ext uri="{FF2B5EF4-FFF2-40B4-BE49-F238E27FC236}">
                  <a16:creationId xmlns:a16="http://schemas.microsoft.com/office/drawing/2014/main" id="{E5A872CC-3397-BAD9-2DB5-DD75DEDBD0E9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33">
              <a:extLst>
                <a:ext uri="{FF2B5EF4-FFF2-40B4-BE49-F238E27FC236}">
                  <a16:creationId xmlns:a16="http://schemas.microsoft.com/office/drawing/2014/main" id="{206749C5-E619-752D-A4CF-05793DE0999E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3" name="Input_density__34">
              <a:extLst>
                <a:ext uri="{FF2B5EF4-FFF2-40B4-BE49-F238E27FC236}">
                  <a16:creationId xmlns:a16="http://schemas.microsoft.com/office/drawing/2014/main" id="{B6B2F69B-8525-B19D-6F39-99CE65FAC253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4" name="Input_density__35">
              <a:extLst>
                <a:ext uri="{FF2B5EF4-FFF2-40B4-BE49-F238E27FC236}">
                  <a16:creationId xmlns:a16="http://schemas.microsoft.com/office/drawing/2014/main" id="{EAD70D82-3B94-31FA-1718-4592381206B0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5" name="Input_density__36">
              <a:extLst>
                <a:ext uri="{FF2B5EF4-FFF2-40B4-BE49-F238E27FC236}">
                  <a16:creationId xmlns:a16="http://schemas.microsoft.com/office/drawing/2014/main" id="{728CE2F8-2224-B599-AF11-012A6B0AB04C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" name="Input_density__37">
              <a:extLst>
                <a:ext uri="{FF2B5EF4-FFF2-40B4-BE49-F238E27FC236}">
                  <a16:creationId xmlns:a16="http://schemas.microsoft.com/office/drawing/2014/main" id="{3686CFF4-76D8-D399-6254-D8D147D34D0E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" name="Input_density__38">
              <a:extLst>
                <a:ext uri="{FF2B5EF4-FFF2-40B4-BE49-F238E27FC236}">
                  <a16:creationId xmlns:a16="http://schemas.microsoft.com/office/drawing/2014/main" id="{5F5D7802-2E5F-35D8-1E3F-1E8F6E00F20B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8" name="Input_density__39">
              <a:extLst>
                <a:ext uri="{FF2B5EF4-FFF2-40B4-BE49-F238E27FC236}">
                  <a16:creationId xmlns:a16="http://schemas.microsoft.com/office/drawing/2014/main" id="{259920D8-4570-F396-AC87-1075E053353E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9" name="Input_density__40">
              <a:extLst>
                <a:ext uri="{FF2B5EF4-FFF2-40B4-BE49-F238E27FC236}">
                  <a16:creationId xmlns:a16="http://schemas.microsoft.com/office/drawing/2014/main" id="{9CDB0794-08FC-8FB8-347F-9CCD8B4B0217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0" name="Input_density__41">
              <a:extLst>
                <a:ext uri="{FF2B5EF4-FFF2-40B4-BE49-F238E27FC236}">
                  <a16:creationId xmlns:a16="http://schemas.microsoft.com/office/drawing/2014/main" id="{1B43E5A1-1D9C-3F67-E816-A5D9F64BFC3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1" name="Input_density__42">
              <a:extLst>
                <a:ext uri="{FF2B5EF4-FFF2-40B4-BE49-F238E27FC236}">
                  <a16:creationId xmlns:a16="http://schemas.microsoft.com/office/drawing/2014/main" id="{C7669352-8FD9-B6FA-B5C4-F54570AF834A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2" name="Input_density__43">
              <a:extLst>
                <a:ext uri="{FF2B5EF4-FFF2-40B4-BE49-F238E27FC236}">
                  <a16:creationId xmlns:a16="http://schemas.microsoft.com/office/drawing/2014/main" id="{3B3DE706-7052-B47C-4602-681FA0D905D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3" name="Input_density__44">
              <a:extLst>
                <a:ext uri="{FF2B5EF4-FFF2-40B4-BE49-F238E27FC236}">
                  <a16:creationId xmlns:a16="http://schemas.microsoft.com/office/drawing/2014/main" id="{9C46CED1-C695-AFEB-1A3E-D675691ACF3D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" name="Input_density__45">
              <a:extLst>
                <a:ext uri="{FF2B5EF4-FFF2-40B4-BE49-F238E27FC236}">
                  <a16:creationId xmlns:a16="http://schemas.microsoft.com/office/drawing/2014/main" id="{AF4FA179-B659-2ECF-0A10-E65D437A11D2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5" name="Input_density__46">
              <a:extLst>
                <a:ext uri="{FF2B5EF4-FFF2-40B4-BE49-F238E27FC236}">
                  <a16:creationId xmlns:a16="http://schemas.microsoft.com/office/drawing/2014/main" id="{40CF0AE6-8DA5-31D5-8FAD-9BEBF73AFD33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6" name="Input_density__47">
              <a:extLst>
                <a:ext uri="{FF2B5EF4-FFF2-40B4-BE49-F238E27FC236}">
                  <a16:creationId xmlns:a16="http://schemas.microsoft.com/office/drawing/2014/main" id="{9015A687-6A0B-4ADE-D450-719168634957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7" name="Input_density__48">
              <a:extLst>
                <a:ext uri="{FF2B5EF4-FFF2-40B4-BE49-F238E27FC236}">
                  <a16:creationId xmlns:a16="http://schemas.microsoft.com/office/drawing/2014/main" id="{C4792ADF-3EDD-C26D-C575-3A9A7DDF59B2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8" name="Input_density__49">
              <a:extLst>
                <a:ext uri="{FF2B5EF4-FFF2-40B4-BE49-F238E27FC236}">
                  <a16:creationId xmlns:a16="http://schemas.microsoft.com/office/drawing/2014/main" id="{2D3389CC-F3DE-F896-D980-954FFA7137E9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9" name="Input_density__50">
              <a:extLst>
                <a:ext uri="{FF2B5EF4-FFF2-40B4-BE49-F238E27FC236}">
                  <a16:creationId xmlns:a16="http://schemas.microsoft.com/office/drawing/2014/main" id="{BFBB5AE7-9EA7-3AE7-4247-BDAE153BC5B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0" name="Input_density__51">
              <a:extLst>
                <a:ext uri="{FF2B5EF4-FFF2-40B4-BE49-F238E27FC236}">
                  <a16:creationId xmlns:a16="http://schemas.microsoft.com/office/drawing/2014/main" id="{2BBF45C0-9E0B-AA2C-0C54-DD410082A00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1" name="Input_density__52">
              <a:extLst>
                <a:ext uri="{FF2B5EF4-FFF2-40B4-BE49-F238E27FC236}">
                  <a16:creationId xmlns:a16="http://schemas.microsoft.com/office/drawing/2014/main" id="{5A895081-BD82-97E8-6E1B-2ACFD0156018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" name="Input_density__53">
              <a:extLst>
                <a:ext uri="{FF2B5EF4-FFF2-40B4-BE49-F238E27FC236}">
                  <a16:creationId xmlns:a16="http://schemas.microsoft.com/office/drawing/2014/main" id="{ADE6E75F-8E3B-0613-BF00-79D10627077B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3" name="Input_density__54">
              <a:extLst>
                <a:ext uri="{FF2B5EF4-FFF2-40B4-BE49-F238E27FC236}">
                  <a16:creationId xmlns:a16="http://schemas.microsoft.com/office/drawing/2014/main" id="{93946A99-B48C-C458-6D82-0F2C64BC0B46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4" name="Input_density__55">
              <a:extLst>
                <a:ext uri="{FF2B5EF4-FFF2-40B4-BE49-F238E27FC236}">
                  <a16:creationId xmlns:a16="http://schemas.microsoft.com/office/drawing/2014/main" id="{850071A9-2A16-A89F-108E-FD3EEEB5B00F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5" name="Input_density__56">
              <a:extLst>
                <a:ext uri="{FF2B5EF4-FFF2-40B4-BE49-F238E27FC236}">
                  <a16:creationId xmlns:a16="http://schemas.microsoft.com/office/drawing/2014/main" id="{D4C5EA03-A0BC-3F9A-1BA4-55DC77CC21D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6" name="Input_density__57">
              <a:extLst>
                <a:ext uri="{FF2B5EF4-FFF2-40B4-BE49-F238E27FC236}">
                  <a16:creationId xmlns:a16="http://schemas.microsoft.com/office/drawing/2014/main" id="{6B89423A-CBEC-A7BF-E4F5-4233BED2A453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58">
              <a:extLst>
                <a:ext uri="{FF2B5EF4-FFF2-40B4-BE49-F238E27FC236}">
                  <a16:creationId xmlns:a16="http://schemas.microsoft.com/office/drawing/2014/main" id="{23317E5B-069C-A0E3-D4A8-177C95DCAE60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8" name="Input_density__59">
              <a:extLst>
                <a:ext uri="{FF2B5EF4-FFF2-40B4-BE49-F238E27FC236}">
                  <a16:creationId xmlns:a16="http://schemas.microsoft.com/office/drawing/2014/main" id="{94181A0C-7579-52B8-E70A-8FCDD88289E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0">
              <a:extLst>
                <a:ext uri="{FF2B5EF4-FFF2-40B4-BE49-F238E27FC236}">
                  <a16:creationId xmlns:a16="http://schemas.microsoft.com/office/drawing/2014/main" id="{9B2C7D74-9AF6-CC3D-00FF-524B7227604D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0" name="Input_density__61">
              <a:extLst>
                <a:ext uri="{FF2B5EF4-FFF2-40B4-BE49-F238E27FC236}">
                  <a16:creationId xmlns:a16="http://schemas.microsoft.com/office/drawing/2014/main" id="{2AC9A595-9C5A-C346-446F-F9CDF839240A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62">
              <a:extLst>
                <a:ext uri="{FF2B5EF4-FFF2-40B4-BE49-F238E27FC236}">
                  <a16:creationId xmlns:a16="http://schemas.microsoft.com/office/drawing/2014/main" id="{8F60C765-41BE-DE8F-E4B9-1CB881975796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2" name="Input_density__63">
              <a:extLst>
                <a:ext uri="{FF2B5EF4-FFF2-40B4-BE49-F238E27FC236}">
                  <a16:creationId xmlns:a16="http://schemas.microsoft.com/office/drawing/2014/main" id="{1E530BCF-D333-AD5F-EFF2-096EF0B2BE09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3" name="Input_density__64">
              <a:extLst>
                <a:ext uri="{FF2B5EF4-FFF2-40B4-BE49-F238E27FC236}">
                  <a16:creationId xmlns:a16="http://schemas.microsoft.com/office/drawing/2014/main" id="{93D1FE46-116E-33E4-EE6E-F54420753768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4" name="Input_density__65">
              <a:extLst>
                <a:ext uri="{FF2B5EF4-FFF2-40B4-BE49-F238E27FC236}">
                  <a16:creationId xmlns:a16="http://schemas.microsoft.com/office/drawing/2014/main" id="{7733269B-B2F0-C393-B1BB-BDFB2DE6891B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5" name="Input_density__66">
              <a:extLst>
                <a:ext uri="{FF2B5EF4-FFF2-40B4-BE49-F238E27FC236}">
                  <a16:creationId xmlns:a16="http://schemas.microsoft.com/office/drawing/2014/main" id="{767AACF2-77CA-AD5D-343F-7104FC617B47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6" name="Input_density__67">
              <a:extLst>
                <a:ext uri="{FF2B5EF4-FFF2-40B4-BE49-F238E27FC236}">
                  <a16:creationId xmlns:a16="http://schemas.microsoft.com/office/drawing/2014/main" id="{1291C2B4-98E9-9B35-0E8A-8BB4ED3BEB22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7" name="Input_density__68">
              <a:extLst>
                <a:ext uri="{FF2B5EF4-FFF2-40B4-BE49-F238E27FC236}">
                  <a16:creationId xmlns:a16="http://schemas.microsoft.com/office/drawing/2014/main" id="{66A70DCE-60D0-CB01-9AE3-D1C4A5D93925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8" name="Input_density__69">
              <a:extLst>
                <a:ext uri="{FF2B5EF4-FFF2-40B4-BE49-F238E27FC236}">
                  <a16:creationId xmlns:a16="http://schemas.microsoft.com/office/drawing/2014/main" id="{8D280FA6-7288-290E-2539-DF73465A5D6A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9" name="Input_density__70">
              <a:extLst>
                <a:ext uri="{FF2B5EF4-FFF2-40B4-BE49-F238E27FC236}">
                  <a16:creationId xmlns:a16="http://schemas.microsoft.com/office/drawing/2014/main" id="{2E8DBDFD-E645-AC5D-C898-3215D38A80CC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80" name="Input_density__71">
              <a:extLst>
                <a:ext uri="{FF2B5EF4-FFF2-40B4-BE49-F238E27FC236}">
                  <a16:creationId xmlns:a16="http://schemas.microsoft.com/office/drawing/2014/main" id="{FCA42705-11F3-CFE3-1869-94660C1BF29E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1" name="Input_density__72">
              <a:extLst>
                <a:ext uri="{FF2B5EF4-FFF2-40B4-BE49-F238E27FC236}">
                  <a16:creationId xmlns:a16="http://schemas.microsoft.com/office/drawing/2014/main" id="{DA34DFE9-71F9-4F83-D6E3-26680B17A4F0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73">
              <a:extLst>
                <a:ext uri="{FF2B5EF4-FFF2-40B4-BE49-F238E27FC236}">
                  <a16:creationId xmlns:a16="http://schemas.microsoft.com/office/drawing/2014/main" id="{7455BB28-1933-130F-D500-C0C8DB774564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3" name="Input_density__74">
              <a:extLst>
                <a:ext uri="{FF2B5EF4-FFF2-40B4-BE49-F238E27FC236}">
                  <a16:creationId xmlns:a16="http://schemas.microsoft.com/office/drawing/2014/main" id="{DF019623-F6F0-98E4-5FB0-CD9B9390A275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75">
              <a:extLst>
                <a:ext uri="{FF2B5EF4-FFF2-40B4-BE49-F238E27FC236}">
                  <a16:creationId xmlns:a16="http://schemas.microsoft.com/office/drawing/2014/main" id="{65F04D8C-24FB-6F9B-5C11-D51D437ABB9C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5" name="Input_density__76">
              <a:extLst>
                <a:ext uri="{FF2B5EF4-FFF2-40B4-BE49-F238E27FC236}">
                  <a16:creationId xmlns:a16="http://schemas.microsoft.com/office/drawing/2014/main" id="{9AF7F09F-9980-3998-5C62-DEB4A240816B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6" name="Input_density__77">
              <a:extLst>
                <a:ext uri="{FF2B5EF4-FFF2-40B4-BE49-F238E27FC236}">
                  <a16:creationId xmlns:a16="http://schemas.microsoft.com/office/drawing/2014/main" id="{95407905-25EA-C1E2-41C7-CD500AAE92A2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7" name="Input_density__78">
              <a:extLst>
                <a:ext uri="{FF2B5EF4-FFF2-40B4-BE49-F238E27FC236}">
                  <a16:creationId xmlns:a16="http://schemas.microsoft.com/office/drawing/2014/main" id="{569CBA57-BEF9-FBFE-C967-DADEDFB18F3B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8" name="Input_density__79">
              <a:extLst>
                <a:ext uri="{FF2B5EF4-FFF2-40B4-BE49-F238E27FC236}">
                  <a16:creationId xmlns:a16="http://schemas.microsoft.com/office/drawing/2014/main" id="{42B37BA5-FB27-AB12-AACC-B407871FE7AA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9" name="Input_density__80">
              <a:extLst>
                <a:ext uri="{FF2B5EF4-FFF2-40B4-BE49-F238E27FC236}">
                  <a16:creationId xmlns:a16="http://schemas.microsoft.com/office/drawing/2014/main" id="{CED429EB-95EF-913B-3FB3-F5C887A020D7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0" name="Input_density__81">
              <a:extLst>
                <a:ext uri="{FF2B5EF4-FFF2-40B4-BE49-F238E27FC236}">
                  <a16:creationId xmlns:a16="http://schemas.microsoft.com/office/drawing/2014/main" id="{092248FF-42BD-6D56-8956-E56CFAB4DA5A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1" name="Input_density__82">
              <a:extLst>
                <a:ext uri="{FF2B5EF4-FFF2-40B4-BE49-F238E27FC236}">
                  <a16:creationId xmlns:a16="http://schemas.microsoft.com/office/drawing/2014/main" id="{B09012E8-703C-1213-720F-8D1719431258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2" name="Input_density__83">
              <a:extLst>
                <a:ext uri="{FF2B5EF4-FFF2-40B4-BE49-F238E27FC236}">
                  <a16:creationId xmlns:a16="http://schemas.microsoft.com/office/drawing/2014/main" id="{18041A75-C286-A6AB-12C5-4650A9E0990E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3" name="Input_density__84">
              <a:extLst>
                <a:ext uri="{FF2B5EF4-FFF2-40B4-BE49-F238E27FC236}">
                  <a16:creationId xmlns:a16="http://schemas.microsoft.com/office/drawing/2014/main" id="{1D70EA3A-0C18-A826-C811-4041DDC85D18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4" name="Input_density__85">
              <a:extLst>
                <a:ext uri="{FF2B5EF4-FFF2-40B4-BE49-F238E27FC236}">
                  <a16:creationId xmlns:a16="http://schemas.microsoft.com/office/drawing/2014/main" id="{5EB0B105-467D-FF2F-265D-BE898D82581C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5" name="Input_density__86">
              <a:extLst>
                <a:ext uri="{FF2B5EF4-FFF2-40B4-BE49-F238E27FC236}">
                  <a16:creationId xmlns:a16="http://schemas.microsoft.com/office/drawing/2014/main" id="{1FFD93F1-09CF-258D-81F4-FDBB30AD13C5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6" name="Input_density__87">
              <a:extLst>
                <a:ext uri="{FF2B5EF4-FFF2-40B4-BE49-F238E27FC236}">
                  <a16:creationId xmlns:a16="http://schemas.microsoft.com/office/drawing/2014/main" id="{B33CF5EE-9FE9-6CC2-7650-578015E0AD0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7" name="Input_density__88">
              <a:extLst>
                <a:ext uri="{FF2B5EF4-FFF2-40B4-BE49-F238E27FC236}">
                  <a16:creationId xmlns:a16="http://schemas.microsoft.com/office/drawing/2014/main" id="{A8F475B7-DC00-9713-4601-A43F6FA3050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8" name="Input_density__89">
              <a:extLst>
                <a:ext uri="{FF2B5EF4-FFF2-40B4-BE49-F238E27FC236}">
                  <a16:creationId xmlns:a16="http://schemas.microsoft.com/office/drawing/2014/main" id="{8663AB49-374E-6399-DCD9-9D20E404DCD3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9" name="Input_density__90">
              <a:extLst>
                <a:ext uri="{FF2B5EF4-FFF2-40B4-BE49-F238E27FC236}">
                  <a16:creationId xmlns:a16="http://schemas.microsoft.com/office/drawing/2014/main" id="{F8ABE24F-F2C7-17A6-F6A7-143521E2F881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" name="Input_density__91">
              <a:extLst>
                <a:ext uri="{FF2B5EF4-FFF2-40B4-BE49-F238E27FC236}">
                  <a16:creationId xmlns:a16="http://schemas.microsoft.com/office/drawing/2014/main" id="{60511084-F269-EA5F-E6F1-BAB7DFD96FEC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1" name="Input_density__92">
              <a:extLst>
                <a:ext uri="{FF2B5EF4-FFF2-40B4-BE49-F238E27FC236}">
                  <a16:creationId xmlns:a16="http://schemas.microsoft.com/office/drawing/2014/main" id="{F508E23B-CEF0-86C6-7CB8-7A30CC98030B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2" name="Input_density__93">
              <a:extLst>
                <a:ext uri="{FF2B5EF4-FFF2-40B4-BE49-F238E27FC236}">
                  <a16:creationId xmlns:a16="http://schemas.microsoft.com/office/drawing/2014/main" id="{CFAC7935-AECC-499D-E300-26C1E9755ADF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3" name="Input_density__94">
              <a:extLst>
                <a:ext uri="{FF2B5EF4-FFF2-40B4-BE49-F238E27FC236}">
                  <a16:creationId xmlns:a16="http://schemas.microsoft.com/office/drawing/2014/main" id="{7ABF5BCB-2BA9-8CE0-8684-CC0075587A2C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4" name="Input_density__95">
              <a:extLst>
                <a:ext uri="{FF2B5EF4-FFF2-40B4-BE49-F238E27FC236}">
                  <a16:creationId xmlns:a16="http://schemas.microsoft.com/office/drawing/2014/main" id="{FA1E4EFE-7008-1BB8-ED88-F6A10F8AFB61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5" name="Input_density__96">
              <a:extLst>
                <a:ext uri="{FF2B5EF4-FFF2-40B4-BE49-F238E27FC236}">
                  <a16:creationId xmlns:a16="http://schemas.microsoft.com/office/drawing/2014/main" id="{7A225B59-70B4-A366-193F-46B5511B5F90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6" name="Input_density__97">
              <a:extLst>
                <a:ext uri="{FF2B5EF4-FFF2-40B4-BE49-F238E27FC236}">
                  <a16:creationId xmlns:a16="http://schemas.microsoft.com/office/drawing/2014/main" id="{DC18CA44-490F-BDC4-92C4-5866B0409526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7" name="Input_density__98">
              <a:extLst>
                <a:ext uri="{FF2B5EF4-FFF2-40B4-BE49-F238E27FC236}">
                  <a16:creationId xmlns:a16="http://schemas.microsoft.com/office/drawing/2014/main" id="{14054F15-CD66-481E-8355-ADECFD757A68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8" name="Input_density__99">
              <a:extLst>
                <a:ext uri="{FF2B5EF4-FFF2-40B4-BE49-F238E27FC236}">
                  <a16:creationId xmlns:a16="http://schemas.microsoft.com/office/drawing/2014/main" id="{EAA3C8F7-F579-3904-AB6B-6ABDF469E31B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9" name="Input_density__100">
              <a:extLst>
                <a:ext uri="{FF2B5EF4-FFF2-40B4-BE49-F238E27FC236}">
                  <a16:creationId xmlns:a16="http://schemas.microsoft.com/office/drawing/2014/main" id="{F6342B04-AF0E-B78D-0730-928F3B64C197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0" name="Input_density__101">
              <a:extLst>
                <a:ext uri="{FF2B5EF4-FFF2-40B4-BE49-F238E27FC236}">
                  <a16:creationId xmlns:a16="http://schemas.microsoft.com/office/drawing/2014/main" id="{64F00443-2EE2-4480-ABA8-09CC2527B47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1" name="Input_density__102">
              <a:extLst>
                <a:ext uri="{FF2B5EF4-FFF2-40B4-BE49-F238E27FC236}">
                  <a16:creationId xmlns:a16="http://schemas.microsoft.com/office/drawing/2014/main" id="{ACF4EFEC-BAF7-7B41-D870-5CCB8558A197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2" name="Input_density__103">
              <a:extLst>
                <a:ext uri="{FF2B5EF4-FFF2-40B4-BE49-F238E27FC236}">
                  <a16:creationId xmlns:a16="http://schemas.microsoft.com/office/drawing/2014/main" id="{04C6C63A-D4DC-D8C4-ED60-10E5413B7FB2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04">
              <a:extLst>
                <a:ext uri="{FF2B5EF4-FFF2-40B4-BE49-F238E27FC236}">
                  <a16:creationId xmlns:a16="http://schemas.microsoft.com/office/drawing/2014/main" id="{A71CAC46-6969-E5F1-5D98-0659665C4341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4" name="Input_density__105">
              <a:extLst>
                <a:ext uri="{FF2B5EF4-FFF2-40B4-BE49-F238E27FC236}">
                  <a16:creationId xmlns:a16="http://schemas.microsoft.com/office/drawing/2014/main" id="{F90F3724-5572-F300-28ED-22A2603EA02B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5" name="Input_density__106">
              <a:extLst>
                <a:ext uri="{FF2B5EF4-FFF2-40B4-BE49-F238E27FC236}">
                  <a16:creationId xmlns:a16="http://schemas.microsoft.com/office/drawing/2014/main" id="{A2FB4DB8-5163-CCD3-13C6-ADCDCBCADFFA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6" name="Input_density__107">
              <a:extLst>
                <a:ext uri="{FF2B5EF4-FFF2-40B4-BE49-F238E27FC236}">
                  <a16:creationId xmlns:a16="http://schemas.microsoft.com/office/drawing/2014/main" id="{63B38A47-717E-BBF8-4A43-F9A27C50ADE0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7" name="Input_density__108">
              <a:extLst>
                <a:ext uri="{FF2B5EF4-FFF2-40B4-BE49-F238E27FC236}">
                  <a16:creationId xmlns:a16="http://schemas.microsoft.com/office/drawing/2014/main" id="{73934BDB-D653-38E6-E614-54BD7FF930E4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8" name="Input_density__109">
              <a:extLst>
                <a:ext uri="{FF2B5EF4-FFF2-40B4-BE49-F238E27FC236}">
                  <a16:creationId xmlns:a16="http://schemas.microsoft.com/office/drawing/2014/main" id="{BEB2E13E-B6E2-3D0D-F9ED-28E4B45F9708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9" name="Input_density__110">
              <a:extLst>
                <a:ext uri="{FF2B5EF4-FFF2-40B4-BE49-F238E27FC236}">
                  <a16:creationId xmlns:a16="http://schemas.microsoft.com/office/drawing/2014/main" id="{352F5F57-D952-AECC-DE14-FF774FAEEEBE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1">
              <a:extLst>
                <a:ext uri="{FF2B5EF4-FFF2-40B4-BE49-F238E27FC236}">
                  <a16:creationId xmlns:a16="http://schemas.microsoft.com/office/drawing/2014/main" id="{8B1A874D-6F25-7F07-1262-2D8029BA607F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1" name="Input_density__112">
              <a:extLst>
                <a:ext uri="{FF2B5EF4-FFF2-40B4-BE49-F238E27FC236}">
                  <a16:creationId xmlns:a16="http://schemas.microsoft.com/office/drawing/2014/main" id="{DE4988CA-5289-6B0E-9A07-502839F5F52B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13">
              <a:extLst>
                <a:ext uri="{FF2B5EF4-FFF2-40B4-BE49-F238E27FC236}">
                  <a16:creationId xmlns:a16="http://schemas.microsoft.com/office/drawing/2014/main" id="{973C9601-8CEA-82A2-ADD1-CB429CDC5B9C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23" name="Input_density__114">
              <a:extLst>
                <a:ext uri="{FF2B5EF4-FFF2-40B4-BE49-F238E27FC236}">
                  <a16:creationId xmlns:a16="http://schemas.microsoft.com/office/drawing/2014/main" id="{12B2A437-D156-3D26-E7E5-9F6D3BCA8264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4" name="Input_density__115">
              <a:extLst>
                <a:ext uri="{FF2B5EF4-FFF2-40B4-BE49-F238E27FC236}">
                  <a16:creationId xmlns:a16="http://schemas.microsoft.com/office/drawing/2014/main" id="{ECD7E0C7-3CDA-90B4-CA60-E52AB808E315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5" name="Input_density__116">
              <a:extLst>
                <a:ext uri="{FF2B5EF4-FFF2-40B4-BE49-F238E27FC236}">
                  <a16:creationId xmlns:a16="http://schemas.microsoft.com/office/drawing/2014/main" id="{6F2EAF0A-CD5E-9E1F-D2FA-C3D5987F7405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17">
              <a:extLst>
                <a:ext uri="{FF2B5EF4-FFF2-40B4-BE49-F238E27FC236}">
                  <a16:creationId xmlns:a16="http://schemas.microsoft.com/office/drawing/2014/main" id="{73BDB47B-8C43-0E95-5A9C-1C0E399E4218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18">
              <a:extLst>
                <a:ext uri="{FF2B5EF4-FFF2-40B4-BE49-F238E27FC236}">
                  <a16:creationId xmlns:a16="http://schemas.microsoft.com/office/drawing/2014/main" id="{DDE979E2-4576-77F1-6056-8535270A180A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19">
              <a:extLst>
                <a:ext uri="{FF2B5EF4-FFF2-40B4-BE49-F238E27FC236}">
                  <a16:creationId xmlns:a16="http://schemas.microsoft.com/office/drawing/2014/main" id="{190B8967-5467-B56E-1A39-C3186E8FB4CF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9" name="Input_density__120">
              <a:extLst>
                <a:ext uri="{FF2B5EF4-FFF2-40B4-BE49-F238E27FC236}">
                  <a16:creationId xmlns:a16="http://schemas.microsoft.com/office/drawing/2014/main" id="{C512CEA4-AB1D-0C79-B2E2-2BB61C8889CE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0" name="Input_density__121">
              <a:extLst>
                <a:ext uri="{FF2B5EF4-FFF2-40B4-BE49-F238E27FC236}">
                  <a16:creationId xmlns:a16="http://schemas.microsoft.com/office/drawing/2014/main" id="{DE885EA8-37DE-63BD-8066-FB3FB4AA9037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22">
              <a:extLst>
                <a:ext uri="{FF2B5EF4-FFF2-40B4-BE49-F238E27FC236}">
                  <a16:creationId xmlns:a16="http://schemas.microsoft.com/office/drawing/2014/main" id="{C8D25C3A-CF27-4F47-6C15-EC205B255FD7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2" name="Input_density__123">
              <a:extLst>
                <a:ext uri="{FF2B5EF4-FFF2-40B4-BE49-F238E27FC236}">
                  <a16:creationId xmlns:a16="http://schemas.microsoft.com/office/drawing/2014/main" id="{FBA78241-15D7-5BF0-BFD8-A94B3E2D687A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3" name="Input_density__124">
              <a:extLst>
                <a:ext uri="{FF2B5EF4-FFF2-40B4-BE49-F238E27FC236}">
                  <a16:creationId xmlns:a16="http://schemas.microsoft.com/office/drawing/2014/main" id="{59CA2CEA-A1E7-9BBF-812D-ADA2906AD174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4" name="Input_density__125">
              <a:extLst>
                <a:ext uri="{FF2B5EF4-FFF2-40B4-BE49-F238E27FC236}">
                  <a16:creationId xmlns:a16="http://schemas.microsoft.com/office/drawing/2014/main" id="{0D06F070-FB15-CE7C-F3E4-87E3A202B447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5" name="Input_density__126">
              <a:extLst>
                <a:ext uri="{FF2B5EF4-FFF2-40B4-BE49-F238E27FC236}">
                  <a16:creationId xmlns:a16="http://schemas.microsoft.com/office/drawing/2014/main" id="{2BF8201E-78FF-CDDF-ABFD-0B246B156A83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6" name="Input_density__127">
              <a:extLst>
                <a:ext uri="{FF2B5EF4-FFF2-40B4-BE49-F238E27FC236}">
                  <a16:creationId xmlns:a16="http://schemas.microsoft.com/office/drawing/2014/main" id="{47D4A65C-F7DB-237F-1CCC-A430C08FFE00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7" name="Input_density__128">
              <a:extLst>
                <a:ext uri="{FF2B5EF4-FFF2-40B4-BE49-F238E27FC236}">
                  <a16:creationId xmlns:a16="http://schemas.microsoft.com/office/drawing/2014/main" id="{0FAD879A-3BB9-282C-1A1D-8F78FB52DFE2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8" name="Input_density__129">
              <a:extLst>
                <a:ext uri="{FF2B5EF4-FFF2-40B4-BE49-F238E27FC236}">
                  <a16:creationId xmlns:a16="http://schemas.microsoft.com/office/drawing/2014/main" id="{7630EB97-D2F4-AF62-7AEA-A7AD56D808DD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9" name="Input_density__130">
              <a:extLst>
                <a:ext uri="{FF2B5EF4-FFF2-40B4-BE49-F238E27FC236}">
                  <a16:creationId xmlns:a16="http://schemas.microsoft.com/office/drawing/2014/main" id="{C0B40777-0C49-8E3B-CC6A-B3D0A11E017D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0" name="Input_density__131">
              <a:extLst>
                <a:ext uri="{FF2B5EF4-FFF2-40B4-BE49-F238E27FC236}">
                  <a16:creationId xmlns:a16="http://schemas.microsoft.com/office/drawing/2014/main" id="{27DDC267-708A-5DD9-065F-1A8C459DF919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1" name="Input_density__132">
              <a:extLst>
                <a:ext uri="{FF2B5EF4-FFF2-40B4-BE49-F238E27FC236}">
                  <a16:creationId xmlns:a16="http://schemas.microsoft.com/office/drawing/2014/main" id="{1FD8A0C4-6EC3-4C0A-82BF-EC387E65ADE8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2" name="Input_density__133">
              <a:extLst>
                <a:ext uri="{FF2B5EF4-FFF2-40B4-BE49-F238E27FC236}">
                  <a16:creationId xmlns:a16="http://schemas.microsoft.com/office/drawing/2014/main" id="{6EDAD853-DDBE-3075-EE09-2182EAE736CA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3" name="Input_density__134">
              <a:extLst>
                <a:ext uri="{FF2B5EF4-FFF2-40B4-BE49-F238E27FC236}">
                  <a16:creationId xmlns:a16="http://schemas.microsoft.com/office/drawing/2014/main" id="{2287E192-6D13-144C-5137-2604E366F412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4" name="Input_density__135">
              <a:extLst>
                <a:ext uri="{FF2B5EF4-FFF2-40B4-BE49-F238E27FC236}">
                  <a16:creationId xmlns:a16="http://schemas.microsoft.com/office/drawing/2014/main" id="{4B4A8B2A-81BC-C27D-5C94-F95C4CD8BE5C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5" name="Input_density__136">
              <a:extLst>
                <a:ext uri="{FF2B5EF4-FFF2-40B4-BE49-F238E27FC236}">
                  <a16:creationId xmlns:a16="http://schemas.microsoft.com/office/drawing/2014/main" id="{73DA9502-FF42-F837-9CF6-2EF4907291C8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6" name="Input_density__137">
              <a:extLst>
                <a:ext uri="{FF2B5EF4-FFF2-40B4-BE49-F238E27FC236}">
                  <a16:creationId xmlns:a16="http://schemas.microsoft.com/office/drawing/2014/main" id="{99411256-3D29-EEBC-1349-CFE68758D24D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7" name="Input_density__138">
              <a:extLst>
                <a:ext uri="{FF2B5EF4-FFF2-40B4-BE49-F238E27FC236}">
                  <a16:creationId xmlns:a16="http://schemas.microsoft.com/office/drawing/2014/main" id="{0303824D-BDE2-CB23-2A8C-7C868C96B05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8" name="Input_density__139">
              <a:extLst>
                <a:ext uri="{FF2B5EF4-FFF2-40B4-BE49-F238E27FC236}">
                  <a16:creationId xmlns:a16="http://schemas.microsoft.com/office/drawing/2014/main" id="{345FBFA6-4B44-55FB-2D8F-26E7CAC2B3A2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9" name="Input_density__140">
              <a:extLst>
                <a:ext uri="{FF2B5EF4-FFF2-40B4-BE49-F238E27FC236}">
                  <a16:creationId xmlns:a16="http://schemas.microsoft.com/office/drawing/2014/main" id="{C901A501-0CCC-C3A1-4E58-FCA644DC2EEB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0" name="Input_density__141">
              <a:extLst>
                <a:ext uri="{FF2B5EF4-FFF2-40B4-BE49-F238E27FC236}">
                  <a16:creationId xmlns:a16="http://schemas.microsoft.com/office/drawing/2014/main" id="{EEFD5A9F-0202-4106-8178-05F6455E27B3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1" name="Input_density__142">
              <a:extLst>
                <a:ext uri="{FF2B5EF4-FFF2-40B4-BE49-F238E27FC236}">
                  <a16:creationId xmlns:a16="http://schemas.microsoft.com/office/drawing/2014/main" id="{69D36082-B003-38F4-2788-E324353038E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2" name="Input_density__143">
              <a:extLst>
                <a:ext uri="{FF2B5EF4-FFF2-40B4-BE49-F238E27FC236}">
                  <a16:creationId xmlns:a16="http://schemas.microsoft.com/office/drawing/2014/main" id="{697A5856-54F2-8D71-470A-B1B117930A6A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3" name="Input_density__144">
              <a:extLst>
                <a:ext uri="{FF2B5EF4-FFF2-40B4-BE49-F238E27FC236}">
                  <a16:creationId xmlns:a16="http://schemas.microsoft.com/office/drawing/2014/main" id="{1E41D80A-0705-9533-C5DC-00BBAF2D279E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4" name="Input_density__145">
              <a:extLst>
                <a:ext uri="{FF2B5EF4-FFF2-40B4-BE49-F238E27FC236}">
                  <a16:creationId xmlns:a16="http://schemas.microsoft.com/office/drawing/2014/main" id="{66C570AE-A95A-3882-53E8-9ECB80666A4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5" name="Input_density__146">
              <a:extLst>
                <a:ext uri="{FF2B5EF4-FFF2-40B4-BE49-F238E27FC236}">
                  <a16:creationId xmlns:a16="http://schemas.microsoft.com/office/drawing/2014/main" id="{92B54D94-E573-2885-2D55-585339DAC4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6" name="Input_density__147">
              <a:extLst>
                <a:ext uri="{FF2B5EF4-FFF2-40B4-BE49-F238E27FC236}">
                  <a16:creationId xmlns:a16="http://schemas.microsoft.com/office/drawing/2014/main" id="{5B39A249-F4A6-2C9F-DBC8-F659DBF28AED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7" name="Input_density__148">
              <a:extLst>
                <a:ext uri="{FF2B5EF4-FFF2-40B4-BE49-F238E27FC236}">
                  <a16:creationId xmlns:a16="http://schemas.microsoft.com/office/drawing/2014/main" id="{1D8E80A8-47F3-A6C1-883D-79498D380064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49">
              <a:extLst>
                <a:ext uri="{FF2B5EF4-FFF2-40B4-BE49-F238E27FC236}">
                  <a16:creationId xmlns:a16="http://schemas.microsoft.com/office/drawing/2014/main" id="{688F7761-A2E4-8FBD-58C3-E05D29C1DE05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0">
              <a:extLst>
                <a:ext uri="{FF2B5EF4-FFF2-40B4-BE49-F238E27FC236}">
                  <a16:creationId xmlns:a16="http://schemas.microsoft.com/office/drawing/2014/main" id="{F9E8399D-6BBC-EF53-6A23-58A67B418FFD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0" name="Input_density__151">
              <a:extLst>
                <a:ext uri="{FF2B5EF4-FFF2-40B4-BE49-F238E27FC236}">
                  <a16:creationId xmlns:a16="http://schemas.microsoft.com/office/drawing/2014/main" id="{41CDAE01-D123-2EC1-6666-6F1F5B9AC81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1" name="Input_density__152">
              <a:extLst>
                <a:ext uri="{FF2B5EF4-FFF2-40B4-BE49-F238E27FC236}">
                  <a16:creationId xmlns:a16="http://schemas.microsoft.com/office/drawing/2014/main" id="{A4F25043-E4D8-B04C-773A-BEEB90FD3424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2" name="Input_density__153">
              <a:extLst>
                <a:ext uri="{FF2B5EF4-FFF2-40B4-BE49-F238E27FC236}">
                  <a16:creationId xmlns:a16="http://schemas.microsoft.com/office/drawing/2014/main" id="{F35ABE4E-B2F8-E85A-C9F0-0480974C1297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3" name="Input_density__154">
              <a:extLst>
                <a:ext uri="{FF2B5EF4-FFF2-40B4-BE49-F238E27FC236}">
                  <a16:creationId xmlns:a16="http://schemas.microsoft.com/office/drawing/2014/main" id="{ACB71393-B918-D425-57FD-5CC8FEA8577B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55">
              <a:extLst>
                <a:ext uri="{FF2B5EF4-FFF2-40B4-BE49-F238E27FC236}">
                  <a16:creationId xmlns:a16="http://schemas.microsoft.com/office/drawing/2014/main" id="{FE4DFF2E-DE14-2FE5-3AFC-ABB9F346EE49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5" name="Input_density__156">
              <a:extLst>
                <a:ext uri="{FF2B5EF4-FFF2-40B4-BE49-F238E27FC236}">
                  <a16:creationId xmlns:a16="http://schemas.microsoft.com/office/drawing/2014/main" id="{3203765B-8875-B100-9537-3C6B31205A4C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6" name="Input_density__157">
              <a:extLst>
                <a:ext uri="{FF2B5EF4-FFF2-40B4-BE49-F238E27FC236}">
                  <a16:creationId xmlns:a16="http://schemas.microsoft.com/office/drawing/2014/main" id="{2850BCE0-18AA-6A0A-52E1-096EFEAA80C0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58">
              <a:extLst>
                <a:ext uri="{FF2B5EF4-FFF2-40B4-BE49-F238E27FC236}">
                  <a16:creationId xmlns:a16="http://schemas.microsoft.com/office/drawing/2014/main" id="{48F08A89-93E1-185B-F388-734817143520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8" name="Input_density__159">
              <a:extLst>
                <a:ext uri="{FF2B5EF4-FFF2-40B4-BE49-F238E27FC236}">
                  <a16:creationId xmlns:a16="http://schemas.microsoft.com/office/drawing/2014/main" id="{7DF2C34B-71AD-F8D2-E5B8-B7652E8364E9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9" name="Input_density__160">
              <a:extLst>
                <a:ext uri="{FF2B5EF4-FFF2-40B4-BE49-F238E27FC236}">
                  <a16:creationId xmlns:a16="http://schemas.microsoft.com/office/drawing/2014/main" id="{52B621BF-761A-0018-2968-351BD95527BA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0" name="Input_density__161">
              <a:extLst>
                <a:ext uri="{FF2B5EF4-FFF2-40B4-BE49-F238E27FC236}">
                  <a16:creationId xmlns:a16="http://schemas.microsoft.com/office/drawing/2014/main" id="{B949FE3F-3F1A-7868-D961-879A316A3B4F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62">
              <a:extLst>
                <a:ext uri="{FF2B5EF4-FFF2-40B4-BE49-F238E27FC236}">
                  <a16:creationId xmlns:a16="http://schemas.microsoft.com/office/drawing/2014/main" id="{CC67A110-CB6B-D995-2071-AD043F11CE72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63">
              <a:extLst>
                <a:ext uri="{FF2B5EF4-FFF2-40B4-BE49-F238E27FC236}">
                  <a16:creationId xmlns:a16="http://schemas.microsoft.com/office/drawing/2014/main" id="{E3CAD3CE-FBEC-2D0D-204E-1E4380E69D85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3" name="Input_density__164">
              <a:extLst>
                <a:ext uri="{FF2B5EF4-FFF2-40B4-BE49-F238E27FC236}">
                  <a16:creationId xmlns:a16="http://schemas.microsoft.com/office/drawing/2014/main" id="{A9C18767-F244-E686-8CB8-6D713CCFCF0D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4" name="Input_density__165">
              <a:extLst>
                <a:ext uri="{FF2B5EF4-FFF2-40B4-BE49-F238E27FC236}">
                  <a16:creationId xmlns:a16="http://schemas.microsoft.com/office/drawing/2014/main" id="{DA2E6033-F800-1188-2CE2-4AF21884503F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75" name="Input_density__166">
              <a:extLst>
                <a:ext uri="{FF2B5EF4-FFF2-40B4-BE49-F238E27FC236}">
                  <a16:creationId xmlns:a16="http://schemas.microsoft.com/office/drawing/2014/main" id="{57DD788E-CDA5-9EFD-722B-54493EBC9AD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6" name="Input_density__167">
              <a:extLst>
                <a:ext uri="{FF2B5EF4-FFF2-40B4-BE49-F238E27FC236}">
                  <a16:creationId xmlns:a16="http://schemas.microsoft.com/office/drawing/2014/main" id="{0E5550AD-5C1F-1BAA-0AD2-AFC610742106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7" name="Input_density__168">
              <a:extLst>
                <a:ext uri="{FF2B5EF4-FFF2-40B4-BE49-F238E27FC236}">
                  <a16:creationId xmlns:a16="http://schemas.microsoft.com/office/drawing/2014/main" id="{7B0B13EA-6CFF-D576-06C6-0F1ED62F7E20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8" name="Input_density__169">
              <a:extLst>
                <a:ext uri="{FF2B5EF4-FFF2-40B4-BE49-F238E27FC236}">
                  <a16:creationId xmlns:a16="http://schemas.microsoft.com/office/drawing/2014/main" id="{8400D2C2-1AB4-F811-B23E-CD9F268505DF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9" name="Input_density__170">
              <a:extLst>
                <a:ext uri="{FF2B5EF4-FFF2-40B4-BE49-F238E27FC236}">
                  <a16:creationId xmlns:a16="http://schemas.microsoft.com/office/drawing/2014/main" id="{83F94162-B378-D01F-2E7B-AAEBBF50E483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0" name="Input_density__171">
              <a:extLst>
                <a:ext uri="{FF2B5EF4-FFF2-40B4-BE49-F238E27FC236}">
                  <a16:creationId xmlns:a16="http://schemas.microsoft.com/office/drawing/2014/main" id="{215952AA-122A-57E3-FB62-B69AA620C7A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1" name="Input_density__172">
              <a:extLst>
                <a:ext uri="{FF2B5EF4-FFF2-40B4-BE49-F238E27FC236}">
                  <a16:creationId xmlns:a16="http://schemas.microsoft.com/office/drawing/2014/main" id="{5C4C4359-2F87-075D-A22E-998526BC47AA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2" name="Input_density__173">
              <a:extLst>
                <a:ext uri="{FF2B5EF4-FFF2-40B4-BE49-F238E27FC236}">
                  <a16:creationId xmlns:a16="http://schemas.microsoft.com/office/drawing/2014/main" id="{4AC2C282-4A8D-6D41-EB60-EB5868C733BA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3" name="Input_density__174">
              <a:extLst>
                <a:ext uri="{FF2B5EF4-FFF2-40B4-BE49-F238E27FC236}">
                  <a16:creationId xmlns:a16="http://schemas.microsoft.com/office/drawing/2014/main" id="{FAFDB8D4-97F6-8031-27E0-C85ACD50CBA8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4" name="Input_density__175">
              <a:extLst>
                <a:ext uri="{FF2B5EF4-FFF2-40B4-BE49-F238E27FC236}">
                  <a16:creationId xmlns:a16="http://schemas.microsoft.com/office/drawing/2014/main" id="{572D01DD-361C-5F88-57F8-375D99803301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5" name="Input_density__176">
              <a:extLst>
                <a:ext uri="{FF2B5EF4-FFF2-40B4-BE49-F238E27FC236}">
                  <a16:creationId xmlns:a16="http://schemas.microsoft.com/office/drawing/2014/main" id="{2D1D01C3-071B-71AE-40A8-89818E3F739D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6" name="Input_density__177">
              <a:extLst>
                <a:ext uri="{FF2B5EF4-FFF2-40B4-BE49-F238E27FC236}">
                  <a16:creationId xmlns:a16="http://schemas.microsoft.com/office/drawing/2014/main" id="{80798846-B649-4D92-70C9-6F7559AECE19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78">
              <a:extLst>
                <a:ext uri="{FF2B5EF4-FFF2-40B4-BE49-F238E27FC236}">
                  <a16:creationId xmlns:a16="http://schemas.microsoft.com/office/drawing/2014/main" id="{D19203E0-5C77-EEBC-F1F1-FE02E5274A74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79">
              <a:extLst>
                <a:ext uri="{FF2B5EF4-FFF2-40B4-BE49-F238E27FC236}">
                  <a16:creationId xmlns:a16="http://schemas.microsoft.com/office/drawing/2014/main" id="{82DE7B4E-0142-5FFB-7FDC-81D1937611F2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9" name="Input_density__180">
              <a:extLst>
                <a:ext uri="{FF2B5EF4-FFF2-40B4-BE49-F238E27FC236}">
                  <a16:creationId xmlns:a16="http://schemas.microsoft.com/office/drawing/2014/main" id="{958C10C5-A1FC-0A17-04D7-832697C6EA65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0" name="Input_density__181">
              <a:extLst>
                <a:ext uri="{FF2B5EF4-FFF2-40B4-BE49-F238E27FC236}">
                  <a16:creationId xmlns:a16="http://schemas.microsoft.com/office/drawing/2014/main" id="{32FB0234-F045-EA99-6FC2-E227181B3E5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1" name="Input_density__182">
              <a:extLst>
                <a:ext uri="{FF2B5EF4-FFF2-40B4-BE49-F238E27FC236}">
                  <a16:creationId xmlns:a16="http://schemas.microsoft.com/office/drawing/2014/main" id="{89323959-5B17-103F-CC23-51C596208FB0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2" name="Input_density__183">
              <a:extLst>
                <a:ext uri="{FF2B5EF4-FFF2-40B4-BE49-F238E27FC236}">
                  <a16:creationId xmlns:a16="http://schemas.microsoft.com/office/drawing/2014/main" id="{06B86F2D-C8F6-B5E5-8159-70567B8067EB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3" name="Input_density__184">
              <a:extLst>
                <a:ext uri="{FF2B5EF4-FFF2-40B4-BE49-F238E27FC236}">
                  <a16:creationId xmlns:a16="http://schemas.microsoft.com/office/drawing/2014/main" id="{BD17BB3F-43E2-3294-9555-BA428340E30D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85">
              <a:extLst>
                <a:ext uri="{FF2B5EF4-FFF2-40B4-BE49-F238E27FC236}">
                  <a16:creationId xmlns:a16="http://schemas.microsoft.com/office/drawing/2014/main" id="{28C340E6-A8A2-B2DF-1AF7-1B2CF4E9B04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5" name="Input_density__186">
              <a:extLst>
                <a:ext uri="{FF2B5EF4-FFF2-40B4-BE49-F238E27FC236}">
                  <a16:creationId xmlns:a16="http://schemas.microsoft.com/office/drawing/2014/main" id="{7CC26DFD-0873-3EE2-4C4B-9C4F3E27BB83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6" name="Input_density__187">
              <a:extLst>
                <a:ext uri="{FF2B5EF4-FFF2-40B4-BE49-F238E27FC236}">
                  <a16:creationId xmlns:a16="http://schemas.microsoft.com/office/drawing/2014/main" id="{514F0AFC-C990-7587-7F14-EAE40E9B04D0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88">
              <a:extLst>
                <a:ext uri="{FF2B5EF4-FFF2-40B4-BE49-F238E27FC236}">
                  <a16:creationId xmlns:a16="http://schemas.microsoft.com/office/drawing/2014/main" id="{427332ED-6701-813D-9F32-AB6A7EF189C5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89">
              <a:extLst>
                <a:ext uri="{FF2B5EF4-FFF2-40B4-BE49-F238E27FC236}">
                  <a16:creationId xmlns:a16="http://schemas.microsoft.com/office/drawing/2014/main" id="{78FED795-F60F-1B13-7972-DEC67BB0B7BE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9" name="Input_density__190">
              <a:extLst>
                <a:ext uri="{FF2B5EF4-FFF2-40B4-BE49-F238E27FC236}">
                  <a16:creationId xmlns:a16="http://schemas.microsoft.com/office/drawing/2014/main" id="{A896E6BD-06AB-AC5D-3357-8F5108B170DD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0" name="Input_density__191">
              <a:extLst>
                <a:ext uri="{FF2B5EF4-FFF2-40B4-BE49-F238E27FC236}">
                  <a16:creationId xmlns:a16="http://schemas.microsoft.com/office/drawing/2014/main" id="{BFE5F93C-819A-5572-E60E-B020452BE09A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1" name="Input_density__192">
              <a:extLst>
                <a:ext uri="{FF2B5EF4-FFF2-40B4-BE49-F238E27FC236}">
                  <a16:creationId xmlns:a16="http://schemas.microsoft.com/office/drawing/2014/main" id="{3D3E8B3E-C253-99DF-C99C-D27633285DC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193">
              <a:extLst>
                <a:ext uri="{FF2B5EF4-FFF2-40B4-BE49-F238E27FC236}">
                  <a16:creationId xmlns:a16="http://schemas.microsoft.com/office/drawing/2014/main" id="{95EE7285-EBD4-BC13-81FE-442D06A4F412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3" name="Input_density__194">
              <a:extLst>
                <a:ext uri="{FF2B5EF4-FFF2-40B4-BE49-F238E27FC236}">
                  <a16:creationId xmlns:a16="http://schemas.microsoft.com/office/drawing/2014/main" id="{66C3EA5B-7E8C-FCE7-246D-FB69E197E070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4" name="Input_density__195">
              <a:extLst>
                <a:ext uri="{FF2B5EF4-FFF2-40B4-BE49-F238E27FC236}">
                  <a16:creationId xmlns:a16="http://schemas.microsoft.com/office/drawing/2014/main" id="{08960C3E-22E5-8785-9F89-6EEE72676C0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196">
              <a:extLst>
                <a:ext uri="{FF2B5EF4-FFF2-40B4-BE49-F238E27FC236}">
                  <a16:creationId xmlns:a16="http://schemas.microsoft.com/office/drawing/2014/main" id="{5CCB4188-71C0-F351-23D9-E96F9CB4FC3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6" name="Input_density__197">
              <a:extLst>
                <a:ext uri="{FF2B5EF4-FFF2-40B4-BE49-F238E27FC236}">
                  <a16:creationId xmlns:a16="http://schemas.microsoft.com/office/drawing/2014/main" id="{F07A2A6B-2FEE-4F3D-38FE-59EA84A00C0F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7" name="Input_density__198">
              <a:extLst>
                <a:ext uri="{FF2B5EF4-FFF2-40B4-BE49-F238E27FC236}">
                  <a16:creationId xmlns:a16="http://schemas.microsoft.com/office/drawing/2014/main" id="{F21DF109-A7CE-D945-291A-865C49E49463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8" name="Input_density__199">
              <a:extLst>
                <a:ext uri="{FF2B5EF4-FFF2-40B4-BE49-F238E27FC236}">
                  <a16:creationId xmlns:a16="http://schemas.microsoft.com/office/drawing/2014/main" id="{49C516E6-E413-DE19-D971-68284EA970CF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0">
              <a:extLst>
                <a:ext uri="{FF2B5EF4-FFF2-40B4-BE49-F238E27FC236}">
                  <a16:creationId xmlns:a16="http://schemas.microsoft.com/office/drawing/2014/main" id="{846C7A82-6747-EC1A-72FF-2E40F50E2E92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0" name="Input_density__201">
              <a:extLst>
                <a:ext uri="{FF2B5EF4-FFF2-40B4-BE49-F238E27FC236}">
                  <a16:creationId xmlns:a16="http://schemas.microsoft.com/office/drawing/2014/main" id="{912AF239-D699-1FCA-432C-DD7A1DE91A4C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1" name="Input_density__202">
              <a:extLst>
                <a:ext uri="{FF2B5EF4-FFF2-40B4-BE49-F238E27FC236}">
                  <a16:creationId xmlns:a16="http://schemas.microsoft.com/office/drawing/2014/main" id="{6806A3B6-8776-66D2-AF07-A3C747E63B72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03">
              <a:extLst>
                <a:ext uri="{FF2B5EF4-FFF2-40B4-BE49-F238E27FC236}">
                  <a16:creationId xmlns:a16="http://schemas.microsoft.com/office/drawing/2014/main" id="{C7091E52-3200-0066-3C31-089793CF56D0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3" name="Input_density__204">
              <a:extLst>
                <a:ext uri="{FF2B5EF4-FFF2-40B4-BE49-F238E27FC236}">
                  <a16:creationId xmlns:a16="http://schemas.microsoft.com/office/drawing/2014/main" id="{A0EA0FB2-FEBB-1B65-65D3-7F901F989E46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4" name="Input_density__205">
              <a:extLst>
                <a:ext uri="{FF2B5EF4-FFF2-40B4-BE49-F238E27FC236}">
                  <a16:creationId xmlns:a16="http://schemas.microsoft.com/office/drawing/2014/main" id="{B107F561-6169-901A-15F4-435644AA5CCE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5" name="Input_density__206">
              <a:extLst>
                <a:ext uri="{FF2B5EF4-FFF2-40B4-BE49-F238E27FC236}">
                  <a16:creationId xmlns:a16="http://schemas.microsoft.com/office/drawing/2014/main" id="{16E54AB9-A87B-324B-EA7F-50161B67E214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6" name="Input_density__207">
              <a:extLst>
                <a:ext uri="{FF2B5EF4-FFF2-40B4-BE49-F238E27FC236}">
                  <a16:creationId xmlns:a16="http://schemas.microsoft.com/office/drawing/2014/main" id="{535F2CCA-DCDE-1AA7-4B8B-79747BF4A854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7" name="Input_density__208">
              <a:extLst>
                <a:ext uri="{FF2B5EF4-FFF2-40B4-BE49-F238E27FC236}">
                  <a16:creationId xmlns:a16="http://schemas.microsoft.com/office/drawing/2014/main" id="{35230017-0262-11C6-B95A-3F04E1182654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8" name="Input_density__209">
              <a:extLst>
                <a:ext uri="{FF2B5EF4-FFF2-40B4-BE49-F238E27FC236}">
                  <a16:creationId xmlns:a16="http://schemas.microsoft.com/office/drawing/2014/main" id="{F979DA38-7A65-9FCB-3A70-633FDEF54DA5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9" name="Input_density__210">
              <a:extLst>
                <a:ext uri="{FF2B5EF4-FFF2-40B4-BE49-F238E27FC236}">
                  <a16:creationId xmlns:a16="http://schemas.microsoft.com/office/drawing/2014/main" id="{3F058E91-B811-3D6E-3348-9BE55687062D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0" name="Input_density__211">
              <a:extLst>
                <a:ext uri="{FF2B5EF4-FFF2-40B4-BE49-F238E27FC236}">
                  <a16:creationId xmlns:a16="http://schemas.microsoft.com/office/drawing/2014/main" id="{4DB64BA1-707A-A4B5-42DA-19042188EC5F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12">
              <a:extLst>
                <a:ext uri="{FF2B5EF4-FFF2-40B4-BE49-F238E27FC236}">
                  <a16:creationId xmlns:a16="http://schemas.microsoft.com/office/drawing/2014/main" id="{40275CD4-1B67-4FA2-EBDB-E68DB4BBA60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2" name="Input_density__213">
              <a:extLst>
                <a:ext uri="{FF2B5EF4-FFF2-40B4-BE49-F238E27FC236}">
                  <a16:creationId xmlns:a16="http://schemas.microsoft.com/office/drawing/2014/main" id="{A084D4EC-9731-5CF3-261C-3F5788CAC3B8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3" name="Input_density__214">
              <a:extLst>
                <a:ext uri="{FF2B5EF4-FFF2-40B4-BE49-F238E27FC236}">
                  <a16:creationId xmlns:a16="http://schemas.microsoft.com/office/drawing/2014/main" id="{9721EAC7-E41A-6FE2-4E11-DDFC04D3259D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4" name="Input_density__215">
              <a:extLst>
                <a:ext uri="{FF2B5EF4-FFF2-40B4-BE49-F238E27FC236}">
                  <a16:creationId xmlns:a16="http://schemas.microsoft.com/office/drawing/2014/main" id="{5C4AB2D6-4079-0C73-A174-4FCD1D4E7D76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25" name="Input_density__216">
              <a:extLst>
                <a:ext uri="{FF2B5EF4-FFF2-40B4-BE49-F238E27FC236}">
                  <a16:creationId xmlns:a16="http://schemas.microsoft.com/office/drawing/2014/main" id="{5BC2BA3A-D8C8-0411-801D-5A3C8178A09B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6" name="Input_density__217">
              <a:extLst>
                <a:ext uri="{FF2B5EF4-FFF2-40B4-BE49-F238E27FC236}">
                  <a16:creationId xmlns:a16="http://schemas.microsoft.com/office/drawing/2014/main" id="{F9C70FD8-9297-D71F-4198-3F607E4129A6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7" name="Input_density__218">
              <a:extLst>
                <a:ext uri="{FF2B5EF4-FFF2-40B4-BE49-F238E27FC236}">
                  <a16:creationId xmlns:a16="http://schemas.microsoft.com/office/drawing/2014/main" id="{28F797A5-0A67-0AC3-DA21-49EC58C697BF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8" name="Input_density__219">
              <a:extLst>
                <a:ext uri="{FF2B5EF4-FFF2-40B4-BE49-F238E27FC236}">
                  <a16:creationId xmlns:a16="http://schemas.microsoft.com/office/drawing/2014/main" id="{C9EBF3F3-E505-18A7-E689-11331BFAF34C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9" name="Input_density__220">
              <a:extLst>
                <a:ext uri="{FF2B5EF4-FFF2-40B4-BE49-F238E27FC236}">
                  <a16:creationId xmlns:a16="http://schemas.microsoft.com/office/drawing/2014/main" id="{15DEFCFD-B50D-FAED-52F6-BDC7C5D9EE0E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30" name="Input_density__221">
              <a:extLst>
                <a:ext uri="{FF2B5EF4-FFF2-40B4-BE49-F238E27FC236}">
                  <a16:creationId xmlns:a16="http://schemas.microsoft.com/office/drawing/2014/main" id="{B7D36AE7-4757-46E8-16F3-2B61761E1E1B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31" name="Input_density__222">
              <a:extLst>
                <a:ext uri="{FF2B5EF4-FFF2-40B4-BE49-F238E27FC236}">
                  <a16:creationId xmlns:a16="http://schemas.microsoft.com/office/drawing/2014/main" id="{9315F46E-8849-56FE-C62E-A30932F7AEFB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32" name="Input_density__223">
              <a:extLst>
                <a:ext uri="{FF2B5EF4-FFF2-40B4-BE49-F238E27FC236}">
                  <a16:creationId xmlns:a16="http://schemas.microsoft.com/office/drawing/2014/main" id="{6326DD19-FA10-5D5C-C1E8-9DA8005C803B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33" name="Input_density__224">
              <a:extLst>
                <a:ext uri="{FF2B5EF4-FFF2-40B4-BE49-F238E27FC236}">
                  <a16:creationId xmlns:a16="http://schemas.microsoft.com/office/drawing/2014/main" id="{0ED123BA-1EBC-03B6-1570-2FE87A8F79CB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4" name="Input_density__225">
              <a:extLst>
                <a:ext uri="{FF2B5EF4-FFF2-40B4-BE49-F238E27FC236}">
                  <a16:creationId xmlns:a16="http://schemas.microsoft.com/office/drawing/2014/main" id="{98350386-C51E-8965-8508-41AF606B780D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14AB21BD-0738-3971-E58F-22FD1AF0E9C2}"/>
              </a:ext>
            </a:extLst>
          </p:cNvPr>
          <p:cNvSpPr/>
          <p:nvPr/>
        </p:nvSpPr>
        <p:spPr>
          <a:xfrm>
            <a:off x="526966" y="1028349"/>
            <a:ext cx="617009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1AFB2E9B-EC7E-ADA0-104A-56340DD72AED}"/>
              </a:ext>
            </a:extLst>
          </p:cNvPr>
          <p:cNvSpPr txBox="1"/>
          <p:nvPr/>
        </p:nvSpPr>
        <p:spPr>
          <a:xfrm>
            <a:off x="504666" y="1052746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0224D5DB-70D3-18F6-97AE-C711EDDE6B08}"/>
              </a:ext>
            </a:extLst>
          </p:cNvPr>
          <p:cNvSpPr/>
          <p:nvPr/>
        </p:nvSpPr>
        <p:spPr>
          <a:xfrm>
            <a:off x="174363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E6960B20-6980-652D-6074-AC25569C5904}"/>
              </a:ext>
            </a:extLst>
          </p:cNvPr>
          <p:cNvSpPr txBox="1"/>
          <p:nvPr/>
        </p:nvSpPr>
        <p:spPr>
          <a:xfrm>
            <a:off x="174363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1F6060D3-DE65-C062-2083-854CAFD95E61}"/>
              </a:ext>
            </a:extLst>
          </p:cNvPr>
          <p:cNvSpPr txBox="1"/>
          <p:nvPr/>
        </p:nvSpPr>
        <p:spPr>
          <a:xfrm>
            <a:off x="1743491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058F53CF-0188-2363-2658-06DE9D36277A}"/>
              </a:ext>
            </a:extLst>
          </p:cNvPr>
          <p:cNvSpPr txBox="1"/>
          <p:nvPr/>
        </p:nvSpPr>
        <p:spPr>
          <a:xfrm>
            <a:off x="190975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C82B97A2-A714-3558-F1D3-9BD3905C4445}"/>
              </a:ext>
            </a:extLst>
          </p:cNvPr>
          <p:cNvSpPr txBox="1"/>
          <p:nvPr/>
        </p:nvSpPr>
        <p:spPr>
          <a:xfrm>
            <a:off x="255840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92EC81E4-D5C2-9F26-F151-A7A2199B384A}"/>
              </a:ext>
            </a:extLst>
          </p:cNvPr>
          <p:cNvSpPr txBox="1"/>
          <p:nvPr/>
        </p:nvSpPr>
        <p:spPr>
          <a:xfrm>
            <a:off x="320705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39A919B5-9E99-7528-F658-8CAE4AC0DF6C}"/>
              </a:ext>
            </a:extLst>
          </p:cNvPr>
          <p:cNvSpPr/>
          <p:nvPr/>
        </p:nvSpPr>
        <p:spPr>
          <a:xfrm>
            <a:off x="174363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2EEF8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D8B46DD5-63B2-D11B-3B7F-43FB99F307F6}"/>
              </a:ext>
            </a:extLst>
          </p:cNvPr>
          <p:cNvGrpSpPr/>
          <p:nvPr/>
        </p:nvGrpSpPr>
        <p:grpSpPr>
          <a:xfrm>
            <a:off x="1834605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93572BF9-C192-BF24-40C2-7E6A3D8072C9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DFC17B53-AD9D-A0B2-DFD4-97B8BF06C735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7CE0D72C-27F9-01CA-1CB3-4C679221497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F049DDC3-D9E6-B1B1-E77D-DE2D60E0B72D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3E390D46-07F7-3356-E8C9-B21E734BE31C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186B5FDB-5CD4-C486-03C2-AF6661702E3F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C1F3523D-4464-AA27-0D5A-341B72BF5DC0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57550D94-17D1-3364-8853-93A620970B09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28D7C6CE-432E-67E9-319B-9494FC1BC259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05ABE63F-D27F-2AD7-F0DF-9E904210D620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233011C0-313C-AEB8-3B67-3791EE83F34E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34626515-1D87-9FDA-5AEA-4198E9C0C796}"/>
              </a:ext>
            </a:extLst>
          </p:cNvPr>
          <p:cNvGrpSpPr/>
          <p:nvPr/>
        </p:nvGrpSpPr>
        <p:grpSpPr>
          <a:xfrm>
            <a:off x="2265368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2DCE41B2-2E01-FBE3-8235-83692EF5BE46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EC7471F0-B616-F446-8F29-348B52DFAE2C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A7408153-9908-5636-6A96-3F0E71520D11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7A932570-2415-843E-18DB-BC2212C80506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CA3673D2-A768-9CA4-423F-8375A7AAC506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54162E2B-08E5-057D-BCC8-A09D96285DE5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228B4CC4-5346-AC7A-296E-8F1434C52B94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C9039F06-A72E-4274-BECF-E151458F1942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EBFD3430-2730-BF3C-0DAB-1989073F6844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F1C3FEFB-CA97-898D-E70A-CE0DFBF02FA6}"/>
              </a:ext>
            </a:extLst>
          </p:cNvPr>
          <p:cNvGrpSpPr/>
          <p:nvPr/>
        </p:nvGrpSpPr>
        <p:grpSpPr>
          <a:xfrm>
            <a:off x="2713208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93F6E4B1-3011-2CAB-4B03-6D60D3A9A05A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B2163DE5-2007-97BF-575D-0ADC3652DE11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E4737E89-C8AD-2FE6-D8AB-5604DADFB979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F7DE79B6-D4B1-A669-2B5B-788DBB4668E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24402ACB-ADC4-BE0F-EAFA-77CEF2230160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5C99D413-5AC5-C399-BAA0-33BF7E141EF9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D52D8069-C97E-F538-7DA8-8C73712E278E}"/>
              </a:ext>
            </a:extLst>
          </p:cNvPr>
          <p:cNvGrpSpPr/>
          <p:nvPr/>
        </p:nvGrpSpPr>
        <p:grpSpPr>
          <a:xfrm>
            <a:off x="3135511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458048F6-8E44-0F4D-6544-D298AF105668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97E80F6E-2AD2-1648-04FD-EB92CCDC094E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C21535E3-74D8-98D1-DBDF-AE123E75ABBC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1CBBC9D5-0A50-8784-9F9D-6B6837257A57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E4E436C1-F914-C694-FC09-9A2775105A2C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E64E5D5D-42B7-B6E8-5BCE-0AF6815A1A1B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29979441-9A46-FD4F-5EF9-57D1E2D96675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5F5D3C83-AE82-D734-D3CC-10B1412F7776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09FFE84E-9924-0ACA-D90F-A502C9C7874F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C384FA75-B638-A6DE-B03F-D504195EF10B}"/>
              </a:ext>
            </a:extLst>
          </p:cNvPr>
          <p:cNvGrpSpPr/>
          <p:nvPr/>
        </p:nvGrpSpPr>
        <p:grpSpPr>
          <a:xfrm>
            <a:off x="3559066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30E7D741-3CFD-6EAA-89A5-76BD160B2CFF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584FDB94-F506-121E-C5F9-05EF5331340A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42B24C65-7489-ECF4-C3E9-A43A2EF1AEB5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10DAC03B-268C-BD36-FEC5-73D7DBC65CDB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0B3E2258-853D-1B36-3E49-3E1FC080224B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809ED377-5087-C99A-6955-08DB4FF0972C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0BE307F8-719A-F0E1-D336-58B62E1A92F6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1DC0B83A-DEC0-965E-1008-1DBADCC8D14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0B32DA57-DF68-0F03-1BC8-03B9188EC407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F43A6604-BF37-CD1B-980F-9691C418A21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71B94517-9187-EACC-C2F9-F0A100A2FF16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150A2265-B213-E00D-118C-2309C7D6B84E}"/>
              </a:ext>
            </a:extLst>
          </p:cNvPr>
          <p:cNvSpPr/>
          <p:nvPr/>
        </p:nvSpPr>
        <p:spPr>
          <a:xfrm>
            <a:off x="2629598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7BEB720C-F094-6C41-B944-10D2EA845389}"/>
              </a:ext>
            </a:extLst>
          </p:cNvPr>
          <p:cNvSpPr txBox="1"/>
          <p:nvPr/>
        </p:nvSpPr>
        <p:spPr>
          <a:xfrm>
            <a:off x="261377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56D62EE8-83F4-C44F-4AE7-E5DCA86B073C}"/>
              </a:ext>
            </a:extLst>
          </p:cNvPr>
          <p:cNvSpPr txBox="1"/>
          <p:nvPr/>
        </p:nvSpPr>
        <p:spPr>
          <a:xfrm>
            <a:off x="174363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BC769BC7-3981-0A8F-5443-4DB7CEC5AA84}"/>
              </a:ext>
            </a:extLst>
          </p:cNvPr>
          <p:cNvSpPr txBox="1"/>
          <p:nvPr/>
        </p:nvSpPr>
        <p:spPr>
          <a:xfrm>
            <a:off x="2590045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8058E67F-5404-B2A7-4150-4CD685DDBA99}"/>
              </a:ext>
            </a:extLst>
          </p:cNvPr>
          <p:cNvSpPr/>
          <p:nvPr/>
        </p:nvSpPr>
        <p:spPr>
          <a:xfrm>
            <a:off x="404418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14D129D8-CF4D-78C0-9E7C-35AA92AD1F99}"/>
              </a:ext>
            </a:extLst>
          </p:cNvPr>
          <p:cNvSpPr txBox="1"/>
          <p:nvPr/>
        </p:nvSpPr>
        <p:spPr>
          <a:xfrm>
            <a:off x="392051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DD89AE60-F007-F280-C3BC-2B89A7F1A62D}"/>
              </a:ext>
            </a:extLst>
          </p:cNvPr>
          <p:cNvSpPr txBox="1"/>
          <p:nvPr/>
        </p:nvSpPr>
        <p:spPr>
          <a:xfrm>
            <a:off x="534876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9C55D576-C82E-113B-96EE-BD026E9BA80B}"/>
              </a:ext>
            </a:extLst>
          </p:cNvPr>
          <p:cNvSpPr txBox="1"/>
          <p:nvPr/>
        </p:nvSpPr>
        <p:spPr>
          <a:xfrm>
            <a:off x="2563797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E62C946C-0DFB-2B89-E45F-0635A47D15AD}"/>
              </a:ext>
            </a:extLst>
          </p:cNvPr>
          <p:cNvSpPr/>
          <p:nvPr/>
        </p:nvSpPr>
        <p:spPr>
          <a:xfrm>
            <a:off x="2474533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BA963F5B-43A7-680E-A112-89D10CA5E621}"/>
              </a:ext>
            </a:extLst>
          </p:cNvPr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378E1708-574E-1D32-E1FD-11235C8C30F1}"/>
              </a:ext>
            </a:extLst>
          </p:cNvPr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306" name="Match | Fig1 Density">
            <a:extLst>
              <a:ext uri="{FF2B5EF4-FFF2-40B4-BE49-F238E27FC236}">
                <a16:creationId xmlns:a16="http://schemas.microsoft.com/office/drawing/2014/main" id="{7647A414-DB63-4923-B9CF-04302CFA6544}"/>
              </a:ext>
            </a:extLst>
          </p:cNvPr>
          <p:cNvGrpSpPr/>
          <p:nvPr/>
        </p:nvGrpSpPr>
        <p:grpSpPr>
          <a:xfrm>
            <a:off x="1084665" y="2373113"/>
            <a:ext cx="292648" cy="348056"/>
            <a:chOff x="496477" y="1485900"/>
            <a:chExt cx="1521646" cy="1809750"/>
          </a:xfrm>
        </p:grpSpPr>
        <p:sp>
          <p:nvSpPr>
            <p:cNvPr id="307" name="Input_density__7">
              <a:extLst>
                <a:ext uri="{FF2B5EF4-FFF2-40B4-BE49-F238E27FC236}">
                  <a16:creationId xmlns:a16="http://schemas.microsoft.com/office/drawing/2014/main" id="{10C3C8E1-3249-6CFE-08B3-FFB325CC7E82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08" name="Input_density__8">
              <a:extLst>
                <a:ext uri="{FF2B5EF4-FFF2-40B4-BE49-F238E27FC236}">
                  <a16:creationId xmlns:a16="http://schemas.microsoft.com/office/drawing/2014/main" id="{2600CC3B-A58D-C400-0F3A-3D4423346E14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09" name="Input_density__9">
              <a:extLst>
                <a:ext uri="{FF2B5EF4-FFF2-40B4-BE49-F238E27FC236}">
                  <a16:creationId xmlns:a16="http://schemas.microsoft.com/office/drawing/2014/main" id="{FD5B258C-6D50-3B1B-BA2B-9676A4918771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0" name="Input_density__10">
              <a:extLst>
                <a:ext uri="{FF2B5EF4-FFF2-40B4-BE49-F238E27FC236}">
                  <a16:creationId xmlns:a16="http://schemas.microsoft.com/office/drawing/2014/main" id="{A4AE56FA-3045-5D0E-48BD-81228D58803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11" name="Input_density__11">
              <a:extLst>
                <a:ext uri="{FF2B5EF4-FFF2-40B4-BE49-F238E27FC236}">
                  <a16:creationId xmlns:a16="http://schemas.microsoft.com/office/drawing/2014/main" id="{3BF5A175-2C3B-C5F9-61B3-40D2200C8066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12" name="Input_density__12">
              <a:extLst>
                <a:ext uri="{FF2B5EF4-FFF2-40B4-BE49-F238E27FC236}">
                  <a16:creationId xmlns:a16="http://schemas.microsoft.com/office/drawing/2014/main" id="{8E7870E5-9B90-C132-CA97-9988C3C5C7A7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3" name="Input_density__13">
              <a:extLst>
                <a:ext uri="{FF2B5EF4-FFF2-40B4-BE49-F238E27FC236}">
                  <a16:creationId xmlns:a16="http://schemas.microsoft.com/office/drawing/2014/main" id="{9E4EF4A3-0727-BCC8-96E3-10B073AEFC7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14" name="Input_density__14">
              <a:extLst>
                <a:ext uri="{FF2B5EF4-FFF2-40B4-BE49-F238E27FC236}">
                  <a16:creationId xmlns:a16="http://schemas.microsoft.com/office/drawing/2014/main" id="{4DE87168-F97C-26DD-0724-416400E40157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15" name="Input_density__15">
              <a:extLst>
                <a:ext uri="{FF2B5EF4-FFF2-40B4-BE49-F238E27FC236}">
                  <a16:creationId xmlns:a16="http://schemas.microsoft.com/office/drawing/2014/main" id="{90C36B30-7D80-D583-0E4A-65D408659731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16" name="Input_density__16">
              <a:extLst>
                <a:ext uri="{FF2B5EF4-FFF2-40B4-BE49-F238E27FC236}">
                  <a16:creationId xmlns:a16="http://schemas.microsoft.com/office/drawing/2014/main" id="{E45FC15B-AC34-3121-864A-0E1B274EC85E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7" name="Input_density__17">
              <a:extLst>
                <a:ext uri="{FF2B5EF4-FFF2-40B4-BE49-F238E27FC236}">
                  <a16:creationId xmlns:a16="http://schemas.microsoft.com/office/drawing/2014/main" id="{1A25169E-E256-9F0D-2526-B670CA909BED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18" name="Input_density__18">
              <a:extLst>
                <a:ext uri="{FF2B5EF4-FFF2-40B4-BE49-F238E27FC236}">
                  <a16:creationId xmlns:a16="http://schemas.microsoft.com/office/drawing/2014/main" id="{3F22F04A-139E-896A-08DA-729D7EFAA5B2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19" name="Input_density__19">
              <a:extLst>
                <a:ext uri="{FF2B5EF4-FFF2-40B4-BE49-F238E27FC236}">
                  <a16:creationId xmlns:a16="http://schemas.microsoft.com/office/drawing/2014/main" id="{9130C448-4541-8031-414B-2468778E933B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20" name="Input_density__20">
              <a:extLst>
                <a:ext uri="{FF2B5EF4-FFF2-40B4-BE49-F238E27FC236}">
                  <a16:creationId xmlns:a16="http://schemas.microsoft.com/office/drawing/2014/main" id="{A2276867-52A6-9629-B265-1059DCFEB52F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21" name="Input_density__21">
              <a:extLst>
                <a:ext uri="{FF2B5EF4-FFF2-40B4-BE49-F238E27FC236}">
                  <a16:creationId xmlns:a16="http://schemas.microsoft.com/office/drawing/2014/main" id="{A70D40EF-5118-43B8-5988-DE4AF1F10719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22" name="Input_density__22">
              <a:extLst>
                <a:ext uri="{FF2B5EF4-FFF2-40B4-BE49-F238E27FC236}">
                  <a16:creationId xmlns:a16="http://schemas.microsoft.com/office/drawing/2014/main" id="{9854FB10-7BCB-36F9-4DBB-BF464E5AB879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3" name="Input_density__23">
              <a:extLst>
                <a:ext uri="{FF2B5EF4-FFF2-40B4-BE49-F238E27FC236}">
                  <a16:creationId xmlns:a16="http://schemas.microsoft.com/office/drawing/2014/main" id="{DCCD180F-971B-CAAC-5085-8BEF2450107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24" name="Input_density__24">
              <a:extLst>
                <a:ext uri="{FF2B5EF4-FFF2-40B4-BE49-F238E27FC236}">
                  <a16:creationId xmlns:a16="http://schemas.microsoft.com/office/drawing/2014/main" id="{0416DEEE-DFDF-3745-9FD6-05629453F1D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25" name="Input_density__25">
              <a:extLst>
                <a:ext uri="{FF2B5EF4-FFF2-40B4-BE49-F238E27FC236}">
                  <a16:creationId xmlns:a16="http://schemas.microsoft.com/office/drawing/2014/main" id="{54951B1F-809B-A1DD-02C4-AE850F3A3F48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26" name="Input_density__26">
              <a:extLst>
                <a:ext uri="{FF2B5EF4-FFF2-40B4-BE49-F238E27FC236}">
                  <a16:creationId xmlns:a16="http://schemas.microsoft.com/office/drawing/2014/main" id="{FA045B25-3D34-DE8E-8FCE-6A20DFCFE94A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27" name="Input_density__27">
              <a:extLst>
                <a:ext uri="{FF2B5EF4-FFF2-40B4-BE49-F238E27FC236}">
                  <a16:creationId xmlns:a16="http://schemas.microsoft.com/office/drawing/2014/main" id="{AA5EE187-A6CF-8DD0-378E-6612DE1FB737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28" name="Input_density__28">
              <a:extLst>
                <a:ext uri="{FF2B5EF4-FFF2-40B4-BE49-F238E27FC236}">
                  <a16:creationId xmlns:a16="http://schemas.microsoft.com/office/drawing/2014/main" id="{ACA81071-C791-0A9B-0D5D-F2CF7366A13D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29" name="Input_density__29">
              <a:extLst>
                <a:ext uri="{FF2B5EF4-FFF2-40B4-BE49-F238E27FC236}">
                  <a16:creationId xmlns:a16="http://schemas.microsoft.com/office/drawing/2014/main" id="{1FBE75EC-4552-4725-876E-46F3FFEDA182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30" name="Input_density__30">
              <a:extLst>
                <a:ext uri="{FF2B5EF4-FFF2-40B4-BE49-F238E27FC236}">
                  <a16:creationId xmlns:a16="http://schemas.microsoft.com/office/drawing/2014/main" id="{0FE49A56-2B4E-AAF1-9604-BD4ECC9ECB13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31" name="Input_density__31">
              <a:extLst>
                <a:ext uri="{FF2B5EF4-FFF2-40B4-BE49-F238E27FC236}">
                  <a16:creationId xmlns:a16="http://schemas.microsoft.com/office/drawing/2014/main" id="{7397E146-9695-9B41-0FFA-3524E854D23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2" name="Input_density__32">
              <a:extLst>
                <a:ext uri="{FF2B5EF4-FFF2-40B4-BE49-F238E27FC236}">
                  <a16:creationId xmlns:a16="http://schemas.microsoft.com/office/drawing/2014/main" id="{CFA386BD-6AAA-5222-AD07-C1EB564FABFE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33" name="Input_density__33">
              <a:extLst>
                <a:ext uri="{FF2B5EF4-FFF2-40B4-BE49-F238E27FC236}">
                  <a16:creationId xmlns:a16="http://schemas.microsoft.com/office/drawing/2014/main" id="{9019DCFD-33A1-B451-4846-1AE529279CDD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34" name="Input_density__34">
              <a:extLst>
                <a:ext uri="{FF2B5EF4-FFF2-40B4-BE49-F238E27FC236}">
                  <a16:creationId xmlns:a16="http://schemas.microsoft.com/office/drawing/2014/main" id="{56266281-E48A-82DF-E73F-643C81E6D8E4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35" name="Input_density__35">
              <a:extLst>
                <a:ext uri="{FF2B5EF4-FFF2-40B4-BE49-F238E27FC236}">
                  <a16:creationId xmlns:a16="http://schemas.microsoft.com/office/drawing/2014/main" id="{6451FCB3-A0F8-140A-226B-559869B8C59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36" name="Input_density__36">
              <a:extLst>
                <a:ext uri="{FF2B5EF4-FFF2-40B4-BE49-F238E27FC236}">
                  <a16:creationId xmlns:a16="http://schemas.microsoft.com/office/drawing/2014/main" id="{AD35D20F-DBCA-DBB7-0CD2-5470582E4C64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7" name="Input_density__37">
              <a:extLst>
                <a:ext uri="{FF2B5EF4-FFF2-40B4-BE49-F238E27FC236}">
                  <a16:creationId xmlns:a16="http://schemas.microsoft.com/office/drawing/2014/main" id="{FEC481DE-4685-7D4B-E255-9A8E202F2207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38" name="Input_density__38">
              <a:extLst>
                <a:ext uri="{FF2B5EF4-FFF2-40B4-BE49-F238E27FC236}">
                  <a16:creationId xmlns:a16="http://schemas.microsoft.com/office/drawing/2014/main" id="{7A377BE5-EBC6-12FC-5F80-D48EBB77E84D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39" name="Input_density__39">
              <a:extLst>
                <a:ext uri="{FF2B5EF4-FFF2-40B4-BE49-F238E27FC236}">
                  <a16:creationId xmlns:a16="http://schemas.microsoft.com/office/drawing/2014/main" id="{F451F3AD-E673-FAF6-0050-1274F5747194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40" name="Input_density__40">
              <a:extLst>
                <a:ext uri="{FF2B5EF4-FFF2-40B4-BE49-F238E27FC236}">
                  <a16:creationId xmlns:a16="http://schemas.microsoft.com/office/drawing/2014/main" id="{7D6F98D6-6B51-D59B-E0DC-D6C0A7E0DD68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1" name="Input_density__41">
              <a:extLst>
                <a:ext uri="{FF2B5EF4-FFF2-40B4-BE49-F238E27FC236}">
                  <a16:creationId xmlns:a16="http://schemas.microsoft.com/office/drawing/2014/main" id="{72EC6898-F71B-F88C-8115-108C4A2DBF4F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42" name="Input_density__42">
              <a:extLst>
                <a:ext uri="{FF2B5EF4-FFF2-40B4-BE49-F238E27FC236}">
                  <a16:creationId xmlns:a16="http://schemas.microsoft.com/office/drawing/2014/main" id="{88091518-273C-1B05-EA89-68918754B514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43" name="Input_density__43">
              <a:extLst>
                <a:ext uri="{FF2B5EF4-FFF2-40B4-BE49-F238E27FC236}">
                  <a16:creationId xmlns:a16="http://schemas.microsoft.com/office/drawing/2014/main" id="{349147D3-65A2-F2E0-92D8-E021A1F77060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44" name="Input_density__44">
              <a:extLst>
                <a:ext uri="{FF2B5EF4-FFF2-40B4-BE49-F238E27FC236}">
                  <a16:creationId xmlns:a16="http://schemas.microsoft.com/office/drawing/2014/main" id="{AA88D328-FA24-DF1C-6EF5-907EF67A5333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45" name="Input_density__45">
              <a:extLst>
                <a:ext uri="{FF2B5EF4-FFF2-40B4-BE49-F238E27FC236}">
                  <a16:creationId xmlns:a16="http://schemas.microsoft.com/office/drawing/2014/main" id="{65C14DB7-934C-A247-ADCE-6F9812A2782F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46" name="Input_density__46">
              <a:extLst>
                <a:ext uri="{FF2B5EF4-FFF2-40B4-BE49-F238E27FC236}">
                  <a16:creationId xmlns:a16="http://schemas.microsoft.com/office/drawing/2014/main" id="{FC39FFEE-AB6B-3F36-A17F-34E7C3CDE9C7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47" name="Input_density__47">
              <a:extLst>
                <a:ext uri="{FF2B5EF4-FFF2-40B4-BE49-F238E27FC236}">
                  <a16:creationId xmlns:a16="http://schemas.microsoft.com/office/drawing/2014/main" id="{7F38F768-ABE6-042D-1710-056B28212431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8" name="Input_density__48">
              <a:extLst>
                <a:ext uri="{FF2B5EF4-FFF2-40B4-BE49-F238E27FC236}">
                  <a16:creationId xmlns:a16="http://schemas.microsoft.com/office/drawing/2014/main" id="{365BEF18-E6A5-2247-540E-99695BC7F186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49" name="Input_density__49">
              <a:extLst>
                <a:ext uri="{FF2B5EF4-FFF2-40B4-BE49-F238E27FC236}">
                  <a16:creationId xmlns:a16="http://schemas.microsoft.com/office/drawing/2014/main" id="{F0E2B5B0-8CD7-DF30-333F-605FEA3B7B66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50" name="Input_density__50">
              <a:extLst>
                <a:ext uri="{FF2B5EF4-FFF2-40B4-BE49-F238E27FC236}">
                  <a16:creationId xmlns:a16="http://schemas.microsoft.com/office/drawing/2014/main" id="{6FC0AA97-D489-697D-3B1E-DABF767C3C56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1" name="Input_density__51">
              <a:extLst>
                <a:ext uri="{FF2B5EF4-FFF2-40B4-BE49-F238E27FC236}">
                  <a16:creationId xmlns:a16="http://schemas.microsoft.com/office/drawing/2014/main" id="{36F6F783-B9DB-7CEE-7436-528C43E3CF6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52" name="Input_density__52">
              <a:extLst>
                <a:ext uri="{FF2B5EF4-FFF2-40B4-BE49-F238E27FC236}">
                  <a16:creationId xmlns:a16="http://schemas.microsoft.com/office/drawing/2014/main" id="{465BB863-3DCF-6F2C-25DC-F11B0EA74D71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53" name="Input_density__53">
              <a:extLst>
                <a:ext uri="{FF2B5EF4-FFF2-40B4-BE49-F238E27FC236}">
                  <a16:creationId xmlns:a16="http://schemas.microsoft.com/office/drawing/2014/main" id="{1F8BA825-AE10-6EEF-58D8-B6A683E348FF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54" name="Input_density__54">
              <a:extLst>
                <a:ext uri="{FF2B5EF4-FFF2-40B4-BE49-F238E27FC236}">
                  <a16:creationId xmlns:a16="http://schemas.microsoft.com/office/drawing/2014/main" id="{BF1125E8-A256-B0B8-6CDC-C31E59C447A4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55" name="Input_density__55">
              <a:extLst>
                <a:ext uri="{FF2B5EF4-FFF2-40B4-BE49-F238E27FC236}">
                  <a16:creationId xmlns:a16="http://schemas.microsoft.com/office/drawing/2014/main" id="{B41E4F5C-AA6F-0B33-07AF-A4319A826233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56" name="Input_density__56">
              <a:extLst>
                <a:ext uri="{FF2B5EF4-FFF2-40B4-BE49-F238E27FC236}">
                  <a16:creationId xmlns:a16="http://schemas.microsoft.com/office/drawing/2014/main" id="{0F7A1DF9-10F3-633D-CF32-FCDF71493FD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57" name="Input_density__57">
              <a:extLst>
                <a:ext uri="{FF2B5EF4-FFF2-40B4-BE49-F238E27FC236}">
                  <a16:creationId xmlns:a16="http://schemas.microsoft.com/office/drawing/2014/main" id="{9D8B0B8C-149A-21A9-D652-0E42923DAFCC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58" name="Input_density__58">
              <a:extLst>
                <a:ext uri="{FF2B5EF4-FFF2-40B4-BE49-F238E27FC236}">
                  <a16:creationId xmlns:a16="http://schemas.microsoft.com/office/drawing/2014/main" id="{895ED3DC-0CF4-614D-F0B2-B23B223DE835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59" name="Input_density__59">
              <a:extLst>
                <a:ext uri="{FF2B5EF4-FFF2-40B4-BE49-F238E27FC236}">
                  <a16:creationId xmlns:a16="http://schemas.microsoft.com/office/drawing/2014/main" id="{9AD59C61-5233-A1D7-D549-BD7650868F3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60" name="Input_density__60">
              <a:extLst>
                <a:ext uri="{FF2B5EF4-FFF2-40B4-BE49-F238E27FC236}">
                  <a16:creationId xmlns:a16="http://schemas.microsoft.com/office/drawing/2014/main" id="{75B924A6-C47E-DE66-398B-14FCC4AED007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61" name="Input_density__61">
              <a:extLst>
                <a:ext uri="{FF2B5EF4-FFF2-40B4-BE49-F238E27FC236}">
                  <a16:creationId xmlns:a16="http://schemas.microsoft.com/office/drawing/2014/main" id="{1D89003E-ED49-AF51-F3A7-B08698568A5B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62" name="Input_density__62">
              <a:extLst>
                <a:ext uri="{FF2B5EF4-FFF2-40B4-BE49-F238E27FC236}">
                  <a16:creationId xmlns:a16="http://schemas.microsoft.com/office/drawing/2014/main" id="{93256AAC-061A-CEE2-8679-87DF6C1C14A8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3" name="Input_density__63">
              <a:extLst>
                <a:ext uri="{FF2B5EF4-FFF2-40B4-BE49-F238E27FC236}">
                  <a16:creationId xmlns:a16="http://schemas.microsoft.com/office/drawing/2014/main" id="{66175C7F-FB50-6212-8201-6E217EB42B2F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64" name="Input_density__64">
              <a:extLst>
                <a:ext uri="{FF2B5EF4-FFF2-40B4-BE49-F238E27FC236}">
                  <a16:creationId xmlns:a16="http://schemas.microsoft.com/office/drawing/2014/main" id="{1AD4F0B1-2B9B-9002-9019-9B5A4B87E78F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65" name="Input_density__65">
              <a:extLst>
                <a:ext uri="{FF2B5EF4-FFF2-40B4-BE49-F238E27FC236}">
                  <a16:creationId xmlns:a16="http://schemas.microsoft.com/office/drawing/2014/main" id="{981A5180-97F1-A4FF-2D25-FEE8A8C7F7BB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66" name="Input_density__66">
              <a:extLst>
                <a:ext uri="{FF2B5EF4-FFF2-40B4-BE49-F238E27FC236}">
                  <a16:creationId xmlns:a16="http://schemas.microsoft.com/office/drawing/2014/main" id="{50D7FFF5-510E-724E-AA05-A517331D2422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67" name="Input_density__67">
              <a:extLst>
                <a:ext uri="{FF2B5EF4-FFF2-40B4-BE49-F238E27FC236}">
                  <a16:creationId xmlns:a16="http://schemas.microsoft.com/office/drawing/2014/main" id="{7FF96621-1F3C-4F23-87AC-A2FE6031EA48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68" name="Input_density__68">
              <a:extLst>
                <a:ext uri="{FF2B5EF4-FFF2-40B4-BE49-F238E27FC236}">
                  <a16:creationId xmlns:a16="http://schemas.microsoft.com/office/drawing/2014/main" id="{6F4F2FE9-A1A4-0E1E-7137-FCE505BEE7A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9" name="Input_density__69">
              <a:extLst>
                <a:ext uri="{FF2B5EF4-FFF2-40B4-BE49-F238E27FC236}">
                  <a16:creationId xmlns:a16="http://schemas.microsoft.com/office/drawing/2014/main" id="{AC1E0439-87BB-90AD-CE63-65BC2E8458EE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0" name="Input_density__70">
              <a:extLst>
                <a:ext uri="{FF2B5EF4-FFF2-40B4-BE49-F238E27FC236}">
                  <a16:creationId xmlns:a16="http://schemas.microsoft.com/office/drawing/2014/main" id="{F13651C4-84EC-72AE-E5A5-EE533972D19D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371" name="Input_density__71">
              <a:extLst>
                <a:ext uri="{FF2B5EF4-FFF2-40B4-BE49-F238E27FC236}">
                  <a16:creationId xmlns:a16="http://schemas.microsoft.com/office/drawing/2014/main" id="{6AFB956F-65F7-017F-A87A-2B3A4BA147C1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72" name="Input_density__72">
              <a:extLst>
                <a:ext uri="{FF2B5EF4-FFF2-40B4-BE49-F238E27FC236}">
                  <a16:creationId xmlns:a16="http://schemas.microsoft.com/office/drawing/2014/main" id="{5C8338A6-7957-3769-1DB4-F216AE20AD7A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73" name="Input_density__73">
              <a:extLst>
                <a:ext uri="{FF2B5EF4-FFF2-40B4-BE49-F238E27FC236}">
                  <a16:creationId xmlns:a16="http://schemas.microsoft.com/office/drawing/2014/main" id="{A2014B90-B4F5-9352-F986-1D10812E8EA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74" name="Input_density__74">
              <a:extLst>
                <a:ext uri="{FF2B5EF4-FFF2-40B4-BE49-F238E27FC236}">
                  <a16:creationId xmlns:a16="http://schemas.microsoft.com/office/drawing/2014/main" id="{5709F315-8580-F144-A227-964B71E8B0F3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5" name="Input_density__75">
              <a:extLst>
                <a:ext uri="{FF2B5EF4-FFF2-40B4-BE49-F238E27FC236}">
                  <a16:creationId xmlns:a16="http://schemas.microsoft.com/office/drawing/2014/main" id="{53571331-4B4E-20C1-2820-567145A99181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76" name="Input_density__76">
              <a:extLst>
                <a:ext uri="{FF2B5EF4-FFF2-40B4-BE49-F238E27FC236}">
                  <a16:creationId xmlns:a16="http://schemas.microsoft.com/office/drawing/2014/main" id="{D38455F1-6523-485D-F330-D174B91785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77" name="Input_density__77">
              <a:extLst>
                <a:ext uri="{FF2B5EF4-FFF2-40B4-BE49-F238E27FC236}">
                  <a16:creationId xmlns:a16="http://schemas.microsoft.com/office/drawing/2014/main" id="{EC812035-3AEC-560F-E7A8-E0E058E04DEA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78" name="Input_density__78">
              <a:extLst>
                <a:ext uri="{FF2B5EF4-FFF2-40B4-BE49-F238E27FC236}">
                  <a16:creationId xmlns:a16="http://schemas.microsoft.com/office/drawing/2014/main" id="{4D183325-DA19-BD32-81AD-8A80CB922AB4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79" name="Input_density__79">
              <a:extLst>
                <a:ext uri="{FF2B5EF4-FFF2-40B4-BE49-F238E27FC236}">
                  <a16:creationId xmlns:a16="http://schemas.microsoft.com/office/drawing/2014/main" id="{33911930-56F2-3B62-A3F8-E467D041ED8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0" name="Input_density__80">
              <a:extLst>
                <a:ext uri="{FF2B5EF4-FFF2-40B4-BE49-F238E27FC236}">
                  <a16:creationId xmlns:a16="http://schemas.microsoft.com/office/drawing/2014/main" id="{982D8A0B-67BA-B851-A7A4-88FB97F95BEE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1" name="Input_density__81">
              <a:extLst>
                <a:ext uri="{FF2B5EF4-FFF2-40B4-BE49-F238E27FC236}">
                  <a16:creationId xmlns:a16="http://schemas.microsoft.com/office/drawing/2014/main" id="{52530DC2-3829-5BA2-FEEE-E433F0733653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2" name="Input_density__82">
              <a:extLst>
                <a:ext uri="{FF2B5EF4-FFF2-40B4-BE49-F238E27FC236}">
                  <a16:creationId xmlns:a16="http://schemas.microsoft.com/office/drawing/2014/main" id="{DA045E96-D819-70FB-A05E-AA33896A7C6C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3" name="Input_density__83">
              <a:extLst>
                <a:ext uri="{FF2B5EF4-FFF2-40B4-BE49-F238E27FC236}">
                  <a16:creationId xmlns:a16="http://schemas.microsoft.com/office/drawing/2014/main" id="{6CD5BFC0-AFDA-6A6A-1A58-A7763F400C89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4" name="Input_density__84">
              <a:extLst>
                <a:ext uri="{FF2B5EF4-FFF2-40B4-BE49-F238E27FC236}">
                  <a16:creationId xmlns:a16="http://schemas.microsoft.com/office/drawing/2014/main" id="{4481E96C-19EC-E616-E626-C82BF3DD4BF2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5" name="Input_density__85">
              <a:extLst>
                <a:ext uri="{FF2B5EF4-FFF2-40B4-BE49-F238E27FC236}">
                  <a16:creationId xmlns:a16="http://schemas.microsoft.com/office/drawing/2014/main" id="{5A17ECBF-8A46-5506-5FCB-561AEBAC12B3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6" name="Input_density__86">
              <a:extLst>
                <a:ext uri="{FF2B5EF4-FFF2-40B4-BE49-F238E27FC236}">
                  <a16:creationId xmlns:a16="http://schemas.microsoft.com/office/drawing/2014/main" id="{BE4066CF-E4B5-0EB2-295B-3C44F78389F5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7" name="Input_density__87">
              <a:extLst>
                <a:ext uri="{FF2B5EF4-FFF2-40B4-BE49-F238E27FC236}">
                  <a16:creationId xmlns:a16="http://schemas.microsoft.com/office/drawing/2014/main" id="{3E94413D-CAF7-28F3-3B15-96C05BA10B3F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8" name="Input_density__88">
              <a:extLst>
                <a:ext uri="{FF2B5EF4-FFF2-40B4-BE49-F238E27FC236}">
                  <a16:creationId xmlns:a16="http://schemas.microsoft.com/office/drawing/2014/main" id="{E34A490B-30CC-0FC3-38B0-F55E2A26C762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9" name="Input_density__89">
              <a:extLst>
                <a:ext uri="{FF2B5EF4-FFF2-40B4-BE49-F238E27FC236}">
                  <a16:creationId xmlns:a16="http://schemas.microsoft.com/office/drawing/2014/main" id="{2B0B3499-B0B8-59B4-FB7B-F07C3D0145D6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0" name="Input_density__90">
              <a:extLst>
                <a:ext uri="{FF2B5EF4-FFF2-40B4-BE49-F238E27FC236}">
                  <a16:creationId xmlns:a16="http://schemas.microsoft.com/office/drawing/2014/main" id="{5BAFBEBA-46B8-AE57-29F8-5A28D1303935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1" name="Input_density__91">
              <a:extLst>
                <a:ext uri="{FF2B5EF4-FFF2-40B4-BE49-F238E27FC236}">
                  <a16:creationId xmlns:a16="http://schemas.microsoft.com/office/drawing/2014/main" id="{0909DF9B-A0BA-C8BD-7F99-B642CA56299F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2" name="Input_density__92">
              <a:extLst>
                <a:ext uri="{FF2B5EF4-FFF2-40B4-BE49-F238E27FC236}">
                  <a16:creationId xmlns:a16="http://schemas.microsoft.com/office/drawing/2014/main" id="{E45AD1D1-5990-E18B-6B6A-70BD738E9F0C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3" name="Input_density__93">
              <a:extLst>
                <a:ext uri="{FF2B5EF4-FFF2-40B4-BE49-F238E27FC236}">
                  <a16:creationId xmlns:a16="http://schemas.microsoft.com/office/drawing/2014/main" id="{5B5C266F-82E4-747F-871C-D7127B508059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4" name="Input_density__94">
              <a:extLst>
                <a:ext uri="{FF2B5EF4-FFF2-40B4-BE49-F238E27FC236}">
                  <a16:creationId xmlns:a16="http://schemas.microsoft.com/office/drawing/2014/main" id="{02CEE977-D4B4-154F-5748-45429A098BA5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5" name="Input_density__95">
              <a:extLst>
                <a:ext uri="{FF2B5EF4-FFF2-40B4-BE49-F238E27FC236}">
                  <a16:creationId xmlns:a16="http://schemas.microsoft.com/office/drawing/2014/main" id="{72AE0225-529C-9249-961B-FF12E7FE3873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6" name="Input_density__96">
              <a:extLst>
                <a:ext uri="{FF2B5EF4-FFF2-40B4-BE49-F238E27FC236}">
                  <a16:creationId xmlns:a16="http://schemas.microsoft.com/office/drawing/2014/main" id="{933C379B-E7F8-6C23-34CC-45009287958C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7" name="Input_density__97">
              <a:extLst>
                <a:ext uri="{FF2B5EF4-FFF2-40B4-BE49-F238E27FC236}">
                  <a16:creationId xmlns:a16="http://schemas.microsoft.com/office/drawing/2014/main" id="{4873E3CC-897F-CE81-B9CA-238FA6B7025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8" name="Input_density__98">
              <a:extLst>
                <a:ext uri="{FF2B5EF4-FFF2-40B4-BE49-F238E27FC236}">
                  <a16:creationId xmlns:a16="http://schemas.microsoft.com/office/drawing/2014/main" id="{35D5ACB2-3F65-FE13-F52A-8CDC60426297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9" name="Input_density__99">
              <a:extLst>
                <a:ext uri="{FF2B5EF4-FFF2-40B4-BE49-F238E27FC236}">
                  <a16:creationId xmlns:a16="http://schemas.microsoft.com/office/drawing/2014/main" id="{0A13C304-FC25-3CAC-4656-41065D9AC6C4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00" name="Input_density__100">
              <a:extLst>
                <a:ext uri="{FF2B5EF4-FFF2-40B4-BE49-F238E27FC236}">
                  <a16:creationId xmlns:a16="http://schemas.microsoft.com/office/drawing/2014/main" id="{38A39389-0194-35D2-7FF1-295E90E6586C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01" name="Input_density__101">
              <a:extLst>
                <a:ext uri="{FF2B5EF4-FFF2-40B4-BE49-F238E27FC236}">
                  <a16:creationId xmlns:a16="http://schemas.microsoft.com/office/drawing/2014/main" id="{923A3CA9-9465-EB00-8115-F835A0DF96E6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2" name="Input_density__102">
              <a:extLst>
                <a:ext uri="{FF2B5EF4-FFF2-40B4-BE49-F238E27FC236}">
                  <a16:creationId xmlns:a16="http://schemas.microsoft.com/office/drawing/2014/main" id="{0B3AD7A6-2408-4C82-C8F9-4E510F96B59D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03" name="Input_density__103">
              <a:extLst>
                <a:ext uri="{FF2B5EF4-FFF2-40B4-BE49-F238E27FC236}">
                  <a16:creationId xmlns:a16="http://schemas.microsoft.com/office/drawing/2014/main" id="{BDBFD2AC-3958-2672-3B24-7BFA9018993D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4" name="Input_density__104">
              <a:extLst>
                <a:ext uri="{FF2B5EF4-FFF2-40B4-BE49-F238E27FC236}">
                  <a16:creationId xmlns:a16="http://schemas.microsoft.com/office/drawing/2014/main" id="{A7E59552-9F29-53F9-8431-4FFD42E88E0F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5" name="Input_density__105">
              <a:extLst>
                <a:ext uri="{FF2B5EF4-FFF2-40B4-BE49-F238E27FC236}">
                  <a16:creationId xmlns:a16="http://schemas.microsoft.com/office/drawing/2014/main" id="{F03DA744-BF6B-53C2-9EF5-A52C79270C58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06" name="Input_density__106">
              <a:extLst>
                <a:ext uri="{FF2B5EF4-FFF2-40B4-BE49-F238E27FC236}">
                  <a16:creationId xmlns:a16="http://schemas.microsoft.com/office/drawing/2014/main" id="{41DB1540-E0FB-C819-527B-8CB3A7E90C4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07" name="Input_density__107">
              <a:extLst>
                <a:ext uri="{FF2B5EF4-FFF2-40B4-BE49-F238E27FC236}">
                  <a16:creationId xmlns:a16="http://schemas.microsoft.com/office/drawing/2014/main" id="{51A3D7BA-E0E5-D1F8-BAD3-A5DEB21BB830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8" name="Input_density__108">
              <a:extLst>
                <a:ext uri="{FF2B5EF4-FFF2-40B4-BE49-F238E27FC236}">
                  <a16:creationId xmlns:a16="http://schemas.microsoft.com/office/drawing/2014/main" id="{DCB787CC-8B24-8D09-8FAB-FDA7D46FB0E9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9" name="Input_density__109">
              <a:extLst>
                <a:ext uri="{FF2B5EF4-FFF2-40B4-BE49-F238E27FC236}">
                  <a16:creationId xmlns:a16="http://schemas.microsoft.com/office/drawing/2014/main" id="{F6D019EF-A173-17A7-472E-B19265D75FAF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10" name="Input_density__110">
              <a:extLst>
                <a:ext uri="{FF2B5EF4-FFF2-40B4-BE49-F238E27FC236}">
                  <a16:creationId xmlns:a16="http://schemas.microsoft.com/office/drawing/2014/main" id="{F4865C1D-215B-19A0-C5D7-F7457E0F6EE8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11" name="Input_density__111">
              <a:extLst>
                <a:ext uri="{FF2B5EF4-FFF2-40B4-BE49-F238E27FC236}">
                  <a16:creationId xmlns:a16="http://schemas.microsoft.com/office/drawing/2014/main" id="{5691CF38-045C-0016-4B77-4E5DCE3BE189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12" name="Input_density__112">
              <a:extLst>
                <a:ext uri="{FF2B5EF4-FFF2-40B4-BE49-F238E27FC236}">
                  <a16:creationId xmlns:a16="http://schemas.microsoft.com/office/drawing/2014/main" id="{E6BCA263-F0E5-76D5-2749-17A0C62FE5EB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13" name="Input_density__113">
              <a:extLst>
                <a:ext uri="{FF2B5EF4-FFF2-40B4-BE49-F238E27FC236}">
                  <a16:creationId xmlns:a16="http://schemas.microsoft.com/office/drawing/2014/main" id="{FC97123E-3DD3-CD6B-94CE-058FF5ED7AD8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14" name="Input_density__114">
              <a:extLst>
                <a:ext uri="{FF2B5EF4-FFF2-40B4-BE49-F238E27FC236}">
                  <a16:creationId xmlns:a16="http://schemas.microsoft.com/office/drawing/2014/main" id="{044CF41F-9C63-F852-C619-853709909D49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15" name="Input_density__115">
              <a:extLst>
                <a:ext uri="{FF2B5EF4-FFF2-40B4-BE49-F238E27FC236}">
                  <a16:creationId xmlns:a16="http://schemas.microsoft.com/office/drawing/2014/main" id="{B123C82B-B74C-4B94-0769-F65B154A84D9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16" name="Input_density__116">
              <a:extLst>
                <a:ext uri="{FF2B5EF4-FFF2-40B4-BE49-F238E27FC236}">
                  <a16:creationId xmlns:a16="http://schemas.microsoft.com/office/drawing/2014/main" id="{338F4E26-C1E2-3216-32ED-ED8C48043FCE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17" name="Input_density__117">
              <a:extLst>
                <a:ext uri="{FF2B5EF4-FFF2-40B4-BE49-F238E27FC236}">
                  <a16:creationId xmlns:a16="http://schemas.microsoft.com/office/drawing/2014/main" id="{843694F3-9AEE-A31B-1B99-0E442528A7C5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8" name="Input_density__118">
              <a:extLst>
                <a:ext uri="{FF2B5EF4-FFF2-40B4-BE49-F238E27FC236}">
                  <a16:creationId xmlns:a16="http://schemas.microsoft.com/office/drawing/2014/main" id="{E5A29A64-9FAB-F796-1D23-5B253C903BA3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19" name="Input_density__119">
              <a:extLst>
                <a:ext uri="{FF2B5EF4-FFF2-40B4-BE49-F238E27FC236}">
                  <a16:creationId xmlns:a16="http://schemas.microsoft.com/office/drawing/2014/main" id="{9D383D27-B22D-7220-AD7A-3860509479BD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20" name="Input_density__120">
              <a:extLst>
                <a:ext uri="{FF2B5EF4-FFF2-40B4-BE49-F238E27FC236}">
                  <a16:creationId xmlns:a16="http://schemas.microsoft.com/office/drawing/2014/main" id="{5A314375-67AF-217F-6E7B-F59B0FD6AB6A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21" name="Input_density__121">
              <a:extLst>
                <a:ext uri="{FF2B5EF4-FFF2-40B4-BE49-F238E27FC236}">
                  <a16:creationId xmlns:a16="http://schemas.microsoft.com/office/drawing/2014/main" id="{BAD8463C-A797-EDE5-E92B-CCAB44257226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22" name="Input_density__122">
              <a:extLst>
                <a:ext uri="{FF2B5EF4-FFF2-40B4-BE49-F238E27FC236}">
                  <a16:creationId xmlns:a16="http://schemas.microsoft.com/office/drawing/2014/main" id="{D9B789A4-A510-538D-3716-4267C3A50A00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23" name="Input_density__123">
              <a:extLst>
                <a:ext uri="{FF2B5EF4-FFF2-40B4-BE49-F238E27FC236}">
                  <a16:creationId xmlns:a16="http://schemas.microsoft.com/office/drawing/2014/main" id="{78BE6D71-9A4D-B37A-B843-098F6D7C9117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24" name="Input_density__124">
              <a:extLst>
                <a:ext uri="{FF2B5EF4-FFF2-40B4-BE49-F238E27FC236}">
                  <a16:creationId xmlns:a16="http://schemas.microsoft.com/office/drawing/2014/main" id="{FBDAB2C5-91E6-E9AD-8041-28999FD39539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25" name="Input_density__125">
              <a:extLst>
                <a:ext uri="{FF2B5EF4-FFF2-40B4-BE49-F238E27FC236}">
                  <a16:creationId xmlns:a16="http://schemas.microsoft.com/office/drawing/2014/main" id="{E877C48A-71A5-0202-F7AF-6D791C4B9CD7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26" name="Input_density__126">
              <a:extLst>
                <a:ext uri="{FF2B5EF4-FFF2-40B4-BE49-F238E27FC236}">
                  <a16:creationId xmlns:a16="http://schemas.microsoft.com/office/drawing/2014/main" id="{A971BBBB-B362-F51A-539E-257BC421C9BB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7" name="Input_density__127">
              <a:extLst>
                <a:ext uri="{FF2B5EF4-FFF2-40B4-BE49-F238E27FC236}">
                  <a16:creationId xmlns:a16="http://schemas.microsoft.com/office/drawing/2014/main" id="{620AABDC-736D-51D1-C71D-299AC5574C16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28" name="Input_density__128">
              <a:extLst>
                <a:ext uri="{FF2B5EF4-FFF2-40B4-BE49-F238E27FC236}">
                  <a16:creationId xmlns:a16="http://schemas.microsoft.com/office/drawing/2014/main" id="{02B03931-27C7-A56C-F755-F7DF48226D78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29" name="Input_density__129">
              <a:extLst>
                <a:ext uri="{FF2B5EF4-FFF2-40B4-BE49-F238E27FC236}">
                  <a16:creationId xmlns:a16="http://schemas.microsoft.com/office/drawing/2014/main" id="{F31158D0-63D9-4707-CEFF-87F777CE99E3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30" name="Input_density__130">
              <a:extLst>
                <a:ext uri="{FF2B5EF4-FFF2-40B4-BE49-F238E27FC236}">
                  <a16:creationId xmlns:a16="http://schemas.microsoft.com/office/drawing/2014/main" id="{6459E03D-BCA3-75B4-686F-39C606985640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31" name="Input_density__131">
              <a:extLst>
                <a:ext uri="{FF2B5EF4-FFF2-40B4-BE49-F238E27FC236}">
                  <a16:creationId xmlns:a16="http://schemas.microsoft.com/office/drawing/2014/main" id="{883A1DE4-E3CA-2A7E-90EA-241AFC6944A4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32" name="Input_density__132">
              <a:extLst>
                <a:ext uri="{FF2B5EF4-FFF2-40B4-BE49-F238E27FC236}">
                  <a16:creationId xmlns:a16="http://schemas.microsoft.com/office/drawing/2014/main" id="{82A0B340-362F-9FE3-2055-68655C9E26BE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33" name="Input_density__133">
              <a:extLst>
                <a:ext uri="{FF2B5EF4-FFF2-40B4-BE49-F238E27FC236}">
                  <a16:creationId xmlns:a16="http://schemas.microsoft.com/office/drawing/2014/main" id="{6B8715DB-BAE3-F984-D5F6-C1C63383D1D8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4" name="Input_density__134">
              <a:extLst>
                <a:ext uri="{FF2B5EF4-FFF2-40B4-BE49-F238E27FC236}">
                  <a16:creationId xmlns:a16="http://schemas.microsoft.com/office/drawing/2014/main" id="{AD86FD8F-5914-8282-80CE-CEFD05FEEEC2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35" name="Input_density__135">
              <a:extLst>
                <a:ext uri="{FF2B5EF4-FFF2-40B4-BE49-F238E27FC236}">
                  <a16:creationId xmlns:a16="http://schemas.microsoft.com/office/drawing/2014/main" id="{C45169B8-9FA0-12D4-F88B-DF4FD5633B39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36" name="Input_density__136">
              <a:extLst>
                <a:ext uri="{FF2B5EF4-FFF2-40B4-BE49-F238E27FC236}">
                  <a16:creationId xmlns:a16="http://schemas.microsoft.com/office/drawing/2014/main" id="{851060A7-2BB3-A63C-537C-83E99237C3D5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37" name="Input_density__137">
              <a:extLst>
                <a:ext uri="{FF2B5EF4-FFF2-40B4-BE49-F238E27FC236}">
                  <a16:creationId xmlns:a16="http://schemas.microsoft.com/office/drawing/2014/main" id="{92D5BF67-3D55-1404-6CD9-8852F2C833CE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38" name="Input_density__138">
              <a:extLst>
                <a:ext uri="{FF2B5EF4-FFF2-40B4-BE49-F238E27FC236}">
                  <a16:creationId xmlns:a16="http://schemas.microsoft.com/office/drawing/2014/main" id="{B9C78F5E-535D-6DA8-B688-97722E43B176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39" name="Input_density__139">
              <a:extLst>
                <a:ext uri="{FF2B5EF4-FFF2-40B4-BE49-F238E27FC236}">
                  <a16:creationId xmlns:a16="http://schemas.microsoft.com/office/drawing/2014/main" id="{C0A33EB0-393C-C7A5-8096-9C8F32266969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40" name="Input_density__140">
              <a:extLst>
                <a:ext uri="{FF2B5EF4-FFF2-40B4-BE49-F238E27FC236}">
                  <a16:creationId xmlns:a16="http://schemas.microsoft.com/office/drawing/2014/main" id="{0D9A69AC-A027-A119-ED10-919D84D1C3E1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41" name="Input_density__141">
              <a:extLst>
                <a:ext uri="{FF2B5EF4-FFF2-40B4-BE49-F238E27FC236}">
                  <a16:creationId xmlns:a16="http://schemas.microsoft.com/office/drawing/2014/main" id="{A354645D-FEEA-2442-5966-2C65DE6E411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42" name="Input_density__142">
              <a:extLst>
                <a:ext uri="{FF2B5EF4-FFF2-40B4-BE49-F238E27FC236}">
                  <a16:creationId xmlns:a16="http://schemas.microsoft.com/office/drawing/2014/main" id="{6A0167AE-04B3-9126-7EF8-A4790A674FC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43" name="Input_density__143">
              <a:extLst>
                <a:ext uri="{FF2B5EF4-FFF2-40B4-BE49-F238E27FC236}">
                  <a16:creationId xmlns:a16="http://schemas.microsoft.com/office/drawing/2014/main" id="{C74B726B-D744-2795-6A28-32EBDF8691AA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44" name="Input_density__144">
              <a:extLst>
                <a:ext uri="{FF2B5EF4-FFF2-40B4-BE49-F238E27FC236}">
                  <a16:creationId xmlns:a16="http://schemas.microsoft.com/office/drawing/2014/main" id="{7F4703BD-C629-7E06-6906-CA69A9797B3F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45" name="Input_density__145">
              <a:extLst>
                <a:ext uri="{FF2B5EF4-FFF2-40B4-BE49-F238E27FC236}">
                  <a16:creationId xmlns:a16="http://schemas.microsoft.com/office/drawing/2014/main" id="{261EAF1A-B252-513C-704C-AFC79C638D62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6" name="Input_density__146">
              <a:extLst>
                <a:ext uri="{FF2B5EF4-FFF2-40B4-BE49-F238E27FC236}">
                  <a16:creationId xmlns:a16="http://schemas.microsoft.com/office/drawing/2014/main" id="{69A6A46B-1B75-79A8-7789-8FEC96BC9EC6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47" name="Input_density__147">
              <a:extLst>
                <a:ext uri="{FF2B5EF4-FFF2-40B4-BE49-F238E27FC236}">
                  <a16:creationId xmlns:a16="http://schemas.microsoft.com/office/drawing/2014/main" id="{E47EBF26-43AB-9132-6581-87D7F8695FC9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48" name="Input_density__148">
              <a:extLst>
                <a:ext uri="{FF2B5EF4-FFF2-40B4-BE49-F238E27FC236}">
                  <a16:creationId xmlns:a16="http://schemas.microsoft.com/office/drawing/2014/main" id="{84357946-C642-0838-2390-16313E74F35B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49" name="Input_density__149">
              <a:extLst>
                <a:ext uri="{FF2B5EF4-FFF2-40B4-BE49-F238E27FC236}">
                  <a16:creationId xmlns:a16="http://schemas.microsoft.com/office/drawing/2014/main" id="{C32D06CB-F37E-0CDF-950A-B55C742CF480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50" name="Input_density__150">
              <a:extLst>
                <a:ext uri="{FF2B5EF4-FFF2-40B4-BE49-F238E27FC236}">
                  <a16:creationId xmlns:a16="http://schemas.microsoft.com/office/drawing/2014/main" id="{30124BDC-D0BE-7C13-11D1-F1BD02B7976A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1" name="Input_density__151">
              <a:extLst>
                <a:ext uri="{FF2B5EF4-FFF2-40B4-BE49-F238E27FC236}">
                  <a16:creationId xmlns:a16="http://schemas.microsoft.com/office/drawing/2014/main" id="{4E6620BF-7B8C-1656-7F36-59C14F2165C4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52" name="Input_density__152">
              <a:extLst>
                <a:ext uri="{FF2B5EF4-FFF2-40B4-BE49-F238E27FC236}">
                  <a16:creationId xmlns:a16="http://schemas.microsoft.com/office/drawing/2014/main" id="{E2149D21-2998-2DF7-DC2F-19857D5F360A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53" name="Input_density__153">
              <a:extLst>
                <a:ext uri="{FF2B5EF4-FFF2-40B4-BE49-F238E27FC236}">
                  <a16:creationId xmlns:a16="http://schemas.microsoft.com/office/drawing/2014/main" id="{85C0E997-C5C3-FBFA-B8E4-245315AD107E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4" name="Input_density__154">
              <a:extLst>
                <a:ext uri="{FF2B5EF4-FFF2-40B4-BE49-F238E27FC236}">
                  <a16:creationId xmlns:a16="http://schemas.microsoft.com/office/drawing/2014/main" id="{7271101B-B784-ECAE-6209-694BDAA7321C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55" name="Input_density__155">
              <a:extLst>
                <a:ext uri="{FF2B5EF4-FFF2-40B4-BE49-F238E27FC236}">
                  <a16:creationId xmlns:a16="http://schemas.microsoft.com/office/drawing/2014/main" id="{0685ABC5-09AC-D48E-0BBE-1F02C476D4E0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56" name="Input_density__156">
              <a:extLst>
                <a:ext uri="{FF2B5EF4-FFF2-40B4-BE49-F238E27FC236}">
                  <a16:creationId xmlns:a16="http://schemas.microsoft.com/office/drawing/2014/main" id="{711097BF-5A69-FC31-4B3E-C42469E9304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57" name="Input_density__157">
              <a:extLst>
                <a:ext uri="{FF2B5EF4-FFF2-40B4-BE49-F238E27FC236}">
                  <a16:creationId xmlns:a16="http://schemas.microsoft.com/office/drawing/2014/main" id="{5164C770-8342-E818-7B9D-4677535DFF90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58" name="Input_density__158">
              <a:extLst>
                <a:ext uri="{FF2B5EF4-FFF2-40B4-BE49-F238E27FC236}">
                  <a16:creationId xmlns:a16="http://schemas.microsoft.com/office/drawing/2014/main" id="{5E16B18C-3594-A481-B308-D31DA9CD07CB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9" name="Input_density__159">
              <a:extLst>
                <a:ext uri="{FF2B5EF4-FFF2-40B4-BE49-F238E27FC236}">
                  <a16:creationId xmlns:a16="http://schemas.microsoft.com/office/drawing/2014/main" id="{83DF3C67-A6E4-D8C7-2930-43CE74FB6D6C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0" name="Input_density__160">
              <a:extLst>
                <a:ext uri="{FF2B5EF4-FFF2-40B4-BE49-F238E27FC236}">
                  <a16:creationId xmlns:a16="http://schemas.microsoft.com/office/drawing/2014/main" id="{56CBB6D4-9182-423F-3510-971A8B99CC9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1" name="Input_density__161">
              <a:extLst>
                <a:ext uri="{FF2B5EF4-FFF2-40B4-BE49-F238E27FC236}">
                  <a16:creationId xmlns:a16="http://schemas.microsoft.com/office/drawing/2014/main" id="{A8D11F7E-D41D-8A9D-84BA-238F71E00104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2" name="Input_density__162">
              <a:extLst>
                <a:ext uri="{FF2B5EF4-FFF2-40B4-BE49-F238E27FC236}">
                  <a16:creationId xmlns:a16="http://schemas.microsoft.com/office/drawing/2014/main" id="{8229E3F6-9396-CA88-843F-522DDD5279F0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3" name="Input_density__163">
              <a:extLst>
                <a:ext uri="{FF2B5EF4-FFF2-40B4-BE49-F238E27FC236}">
                  <a16:creationId xmlns:a16="http://schemas.microsoft.com/office/drawing/2014/main" id="{4791BECB-6C2B-EBCA-16FE-72DB325B20A9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4" name="Input_density__164">
              <a:extLst>
                <a:ext uri="{FF2B5EF4-FFF2-40B4-BE49-F238E27FC236}">
                  <a16:creationId xmlns:a16="http://schemas.microsoft.com/office/drawing/2014/main" id="{D9128C53-1E05-E9DC-FA96-502A778DCFE6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5" name="Input_density__165">
              <a:extLst>
                <a:ext uri="{FF2B5EF4-FFF2-40B4-BE49-F238E27FC236}">
                  <a16:creationId xmlns:a16="http://schemas.microsoft.com/office/drawing/2014/main" id="{2B92E171-EEDC-C5BA-CF4D-B1C67DF0FD1C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66" name="Input_density__166">
              <a:extLst>
                <a:ext uri="{FF2B5EF4-FFF2-40B4-BE49-F238E27FC236}">
                  <a16:creationId xmlns:a16="http://schemas.microsoft.com/office/drawing/2014/main" id="{5C579A59-B5F3-7F3E-394D-7BFF1352486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7" name="Input_density__167">
              <a:extLst>
                <a:ext uri="{FF2B5EF4-FFF2-40B4-BE49-F238E27FC236}">
                  <a16:creationId xmlns:a16="http://schemas.microsoft.com/office/drawing/2014/main" id="{97F5B6BA-E31B-8B4A-D08B-0A967F325BAB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8" name="Input_density__168">
              <a:extLst>
                <a:ext uri="{FF2B5EF4-FFF2-40B4-BE49-F238E27FC236}">
                  <a16:creationId xmlns:a16="http://schemas.microsoft.com/office/drawing/2014/main" id="{01EA1C31-7C55-9395-CA58-2BF2989B4059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9" name="Input_density__169">
              <a:extLst>
                <a:ext uri="{FF2B5EF4-FFF2-40B4-BE49-F238E27FC236}">
                  <a16:creationId xmlns:a16="http://schemas.microsoft.com/office/drawing/2014/main" id="{80AEE25B-AF2E-9DFD-94BB-AED32C2B401B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0" name="Input_density__170">
              <a:extLst>
                <a:ext uri="{FF2B5EF4-FFF2-40B4-BE49-F238E27FC236}">
                  <a16:creationId xmlns:a16="http://schemas.microsoft.com/office/drawing/2014/main" id="{EADA8B47-A868-9796-34A9-CF6CAC262DD4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1" name="Input_density__171">
              <a:extLst>
                <a:ext uri="{FF2B5EF4-FFF2-40B4-BE49-F238E27FC236}">
                  <a16:creationId xmlns:a16="http://schemas.microsoft.com/office/drawing/2014/main" id="{4E013D9C-4311-4DC0-8110-09FEFB8EDB3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2" name="Input_density__172">
              <a:extLst>
                <a:ext uri="{FF2B5EF4-FFF2-40B4-BE49-F238E27FC236}">
                  <a16:creationId xmlns:a16="http://schemas.microsoft.com/office/drawing/2014/main" id="{B3A46527-34AA-6FD5-2A99-60D8D05C3AC3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3" name="Input_density__173">
              <a:extLst>
                <a:ext uri="{FF2B5EF4-FFF2-40B4-BE49-F238E27FC236}">
                  <a16:creationId xmlns:a16="http://schemas.microsoft.com/office/drawing/2014/main" id="{0D0B365B-4EBA-2D27-7B58-24ED89DBACE7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4" name="Input_density__174">
              <a:extLst>
                <a:ext uri="{FF2B5EF4-FFF2-40B4-BE49-F238E27FC236}">
                  <a16:creationId xmlns:a16="http://schemas.microsoft.com/office/drawing/2014/main" id="{C8F6FA77-182B-7D16-2DF3-B0AF9E8BD6F9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5" name="Input_density__175">
              <a:extLst>
                <a:ext uri="{FF2B5EF4-FFF2-40B4-BE49-F238E27FC236}">
                  <a16:creationId xmlns:a16="http://schemas.microsoft.com/office/drawing/2014/main" id="{6430F886-F5E5-B1BD-FAF6-F536F73BF845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6" name="Input_density__176">
              <a:extLst>
                <a:ext uri="{FF2B5EF4-FFF2-40B4-BE49-F238E27FC236}">
                  <a16:creationId xmlns:a16="http://schemas.microsoft.com/office/drawing/2014/main" id="{DCBB9BA4-EE65-485D-5BDB-A239068821B0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7" name="Input_density__177">
              <a:extLst>
                <a:ext uri="{FF2B5EF4-FFF2-40B4-BE49-F238E27FC236}">
                  <a16:creationId xmlns:a16="http://schemas.microsoft.com/office/drawing/2014/main" id="{E0739AAA-0041-875A-A098-D9A81DBB531E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8" name="Input_density__178">
              <a:extLst>
                <a:ext uri="{FF2B5EF4-FFF2-40B4-BE49-F238E27FC236}">
                  <a16:creationId xmlns:a16="http://schemas.microsoft.com/office/drawing/2014/main" id="{793A7EF4-D43B-C193-52A7-D2742E37F321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9" name="Input_density__179">
              <a:extLst>
                <a:ext uri="{FF2B5EF4-FFF2-40B4-BE49-F238E27FC236}">
                  <a16:creationId xmlns:a16="http://schemas.microsoft.com/office/drawing/2014/main" id="{39F00C92-2CAF-B76D-7CAE-34F3601E1A5D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80" name="Input_density__180">
              <a:extLst>
                <a:ext uri="{FF2B5EF4-FFF2-40B4-BE49-F238E27FC236}">
                  <a16:creationId xmlns:a16="http://schemas.microsoft.com/office/drawing/2014/main" id="{C8E1A366-1830-B0A8-AE72-4A9CF172A4C5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81" name="Input_density__181">
              <a:extLst>
                <a:ext uri="{FF2B5EF4-FFF2-40B4-BE49-F238E27FC236}">
                  <a16:creationId xmlns:a16="http://schemas.microsoft.com/office/drawing/2014/main" id="{C98D6CF0-0D8E-5003-5101-82F2D2CE31A1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82" name="Input_density__182">
              <a:extLst>
                <a:ext uri="{FF2B5EF4-FFF2-40B4-BE49-F238E27FC236}">
                  <a16:creationId xmlns:a16="http://schemas.microsoft.com/office/drawing/2014/main" id="{BFD121CE-0515-2EDB-FA1C-01B1629107C0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83" name="Input_density__183">
              <a:extLst>
                <a:ext uri="{FF2B5EF4-FFF2-40B4-BE49-F238E27FC236}">
                  <a16:creationId xmlns:a16="http://schemas.microsoft.com/office/drawing/2014/main" id="{5DEACFCF-D98D-7531-FE2E-A587E4EE7C03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84" name="Input_density__184">
              <a:extLst>
                <a:ext uri="{FF2B5EF4-FFF2-40B4-BE49-F238E27FC236}">
                  <a16:creationId xmlns:a16="http://schemas.microsoft.com/office/drawing/2014/main" id="{6B1F8C28-906B-F58B-CAEB-266BE660754C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85" name="Input_density__185">
              <a:extLst>
                <a:ext uri="{FF2B5EF4-FFF2-40B4-BE49-F238E27FC236}">
                  <a16:creationId xmlns:a16="http://schemas.microsoft.com/office/drawing/2014/main" id="{1CBAF94A-1651-0817-9CB4-2D343F4F6EC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86" name="Input_density__186">
              <a:extLst>
                <a:ext uri="{FF2B5EF4-FFF2-40B4-BE49-F238E27FC236}">
                  <a16:creationId xmlns:a16="http://schemas.microsoft.com/office/drawing/2014/main" id="{C59D79B2-D72F-E988-49DB-4B62B7CD4C54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7" name="Input_density__187">
              <a:extLst>
                <a:ext uri="{FF2B5EF4-FFF2-40B4-BE49-F238E27FC236}">
                  <a16:creationId xmlns:a16="http://schemas.microsoft.com/office/drawing/2014/main" id="{1B41653B-7434-3568-DB08-D71DC619E54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88" name="Input_density__188">
              <a:extLst>
                <a:ext uri="{FF2B5EF4-FFF2-40B4-BE49-F238E27FC236}">
                  <a16:creationId xmlns:a16="http://schemas.microsoft.com/office/drawing/2014/main" id="{D4415D97-52C8-55D1-F410-CD260658CDE8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89" name="Input_density__189">
              <a:extLst>
                <a:ext uri="{FF2B5EF4-FFF2-40B4-BE49-F238E27FC236}">
                  <a16:creationId xmlns:a16="http://schemas.microsoft.com/office/drawing/2014/main" id="{39ACC18F-3C4E-1600-B8FF-E400B375D036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90" name="Input_density__190">
              <a:extLst>
                <a:ext uri="{FF2B5EF4-FFF2-40B4-BE49-F238E27FC236}">
                  <a16:creationId xmlns:a16="http://schemas.microsoft.com/office/drawing/2014/main" id="{A773DA96-4CE1-92E9-D9A3-4BB55750988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1" name="Input_density__191">
              <a:extLst>
                <a:ext uri="{FF2B5EF4-FFF2-40B4-BE49-F238E27FC236}">
                  <a16:creationId xmlns:a16="http://schemas.microsoft.com/office/drawing/2014/main" id="{9BDF8C4F-BDCC-9097-DB8B-DF06595FA239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92" name="Input_density__192">
              <a:extLst>
                <a:ext uri="{FF2B5EF4-FFF2-40B4-BE49-F238E27FC236}">
                  <a16:creationId xmlns:a16="http://schemas.microsoft.com/office/drawing/2014/main" id="{327FCC0B-FA05-6252-6FD9-6F1281D5A642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93" name="Input_density__193">
              <a:extLst>
                <a:ext uri="{FF2B5EF4-FFF2-40B4-BE49-F238E27FC236}">
                  <a16:creationId xmlns:a16="http://schemas.microsoft.com/office/drawing/2014/main" id="{BF6B7BF3-2262-455E-4BB2-7E607F87860D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94" name="Input_density__194">
              <a:extLst>
                <a:ext uri="{FF2B5EF4-FFF2-40B4-BE49-F238E27FC236}">
                  <a16:creationId xmlns:a16="http://schemas.microsoft.com/office/drawing/2014/main" id="{0E29DEAC-75F7-FA07-C709-C7D45D5CB4DE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95" name="Input_density__195">
              <a:extLst>
                <a:ext uri="{FF2B5EF4-FFF2-40B4-BE49-F238E27FC236}">
                  <a16:creationId xmlns:a16="http://schemas.microsoft.com/office/drawing/2014/main" id="{FB8B5826-9B71-2ED8-B86A-9B1402824C28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96" name="Input_density__196">
              <a:extLst>
                <a:ext uri="{FF2B5EF4-FFF2-40B4-BE49-F238E27FC236}">
                  <a16:creationId xmlns:a16="http://schemas.microsoft.com/office/drawing/2014/main" id="{F7A73802-A693-C0D2-8CBE-3942ECDD1B91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97" name="Input_density__197">
              <a:extLst>
                <a:ext uri="{FF2B5EF4-FFF2-40B4-BE49-F238E27FC236}">
                  <a16:creationId xmlns:a16="http://schemas.microsoft.com/office/drawing/2014/main" id="{1960E1E5-060B-E964-F746-657E7BC0E18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8" name="Input_density__198">
              <a:extLst>
                <a:ext uri="{FF2B5EF4-FFF2-40B4-BE49-F238E27FC236}">
                  <a16:creationId xmlns:a16="http://schemas.microsoft.com/office/drawing/2014/main" id="{02F8C0C9-E666-A8E2-E96B-055011ABDA5D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99" name="Input_density__199">
              <a:extLst>
                <a:ext uri="{FF2B5EF4-FFF2-40B4-BE49-F238E27FC236}">
                  <a16:creationId xmlns:a16="http://schemas.microsoft.com/office/drawing/2014/main" id="{75F3EAF2-3701-0056-6B12-F6A79A552EB1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00" name="Input_density__200">
              <a:extLst>
                <a:ext uri="{FF2B5EF4-FFF2-40B4-BE49-F238E27FC236}">
                  <a16:creationId xmlns:a16="http://schemas.microsoft.com/office/drawing/2014/main" id="{F0F1BC7A-130B-2DA4-0724-F893684AE80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1" name="Input_density__201">
              <a:extLst>
                <a:ext uri="{FF2B5EF4-FFF2-40B4-BE49-F238E27FC236}">
                  <a16:creationId xmlns:a16="http://schemas.microsoft.com/office/drawing/2014/main" id="{FC2D5F04-7A71-9D80-8356-7DDB5740BC64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02" name="Input_density__202">
              <a:extLst>
                <a:ext uri="{FF2B5EF4-FFF2-40B4-BE49-F238E27FC236}">
                  <a16:creationId xmlns:a16="http://schemas.microsoft.com/office/drawing/2014/main" id="{C0EB5B53-F2E5-7CD6-FAF6-DB15FF91B833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03" name="Input_density__203">
              <a:extLst>
                <a:ext uri="{FF2B5EF4-FFF2-40B4-BE49-F238E27FC236}">
                  <a16:creationId xmlns:a16="http://schemas.microsoft.com/office/drawing/2014/main" id="{7FBC82AD-E029-3ABE-505B-048DE5B944D5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04" name="Input_density__204">
              <a:extLst>
                <a:ext uri="{FF2B5EF4-FFF2-40B4-BE49-F238E27FC236}">
                  <a16:creationId xmlns:a16="http://schemas.microsoft.com/office/drawing/2014/main" id="{68250A62-1F8C-7A15-C6BF-18080D84EF13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05" name="Input_density__205">
              <a:extLst>
                <a:ext uri="{FF2B5EF4-FFF2-40B4-BE49-F238E27FC236}">
                  <a16:creationId xmlns:a16="http://schemas.microsoft.com/office/drawing/2014/main" id="{DD0D7639-1FC8-A235-B7BC-33BE9464E2DF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06" name="Input_density__206">
              <a:extLst>
                <a:ext uri="{FF2B5EF4-FFF2-40B4-BE49-F238E27FC236}">
                  <a16:creationId xmlns:a16="http://schemas.microsoft.com/office/drawing/2014/main" id="{0526DFBA-BDA3-D76C-A2CE-C9F088FDF044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7" name="Input_density__207">
              <a:extLst>
                <a:ext uri="{FF2B5EF4-FFF2-40B4-BE49-F238E27FC236}">
                  <a16:creationId xmlns:a16="http://schemas.microsoft.com/office/drawing/2014/main" id="{F392046D-C2B0-90EC-7C5D-D3D522E87B21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08" name="Input_density__208">
              <a:extLst>
                <a:ext uri="{FF2B5EF4-FFF2-40B4-BE49-F238E27FC236}">
                  <a16:creationId xmlns:a16="http://schemas.microsoft.com/office/drawing/2014/main" id="{6C4987B5-EEBA-C9DD-F694-B77967C51073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09" name="Input_density__209">
              <a:extLst>
                <a:ext uri="{FF2B5EF4-FFF2-40B4-BE49-F238E27FC236}">
                  <a16:creationId xmlns:a16="http://schemas.microsoft.com/office/drawing/2014/main" id="{99E99B0A-1E50-9D19-7A80-2B58A1349491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0" name="Input_density__210">
              <a:extLst>
                <a:ext uri="{FF2B5EF4-FFF2-40B4-BE49-F238E27FC236}">
                  <a16:creationId xmlns:a16="http://schemas.microsoft.com/office/drawing/2014/main" id="{B695FFB8-90DA-779C-31D6-5983B6AF3AE9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11" name="Input_density__211">
              <a:extLst>
                <a:ext uri="{FF2B5EF4-FFF2-40B4-BE49-F238E27FC236}">
                  <a16:creationId xmlns:a16="http://schemas.microsoft.com/office/drawing/2014/main" id="{12768A10-8864-C039-DA25-A7DA65DA9E0A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12" name="Input_density__212">
              <a:extLst>
                <a:ext uri="{FF2B5EF4-FFF2-40B4-BE49-F238E27FC236}">
                  <a16:creationId xmlns:a16="http://schemas.microsoft.com/office/drawing/2014/main" id="{F5EC0135-C9B1-43EE-3CC2-1ADCEF9D5E7D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13" name="Input_density__213">
              <a:extLst>
                <a:ext uri="{FF2B5EF4-FFF2-40B4-BE49-F238E27FC236}">
                  <a16:creationId xmlns:a16="http://schemas.microsoft.com/office/drawing/2014/main" id="{633FF1EF-1A96-A8E6-4899-510964E5A772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14" name="Input_density__214">
              <a:extLst>
                <a:ext uri="{FF2B5EF4-FFF2-40B4-BE49-F238E27FC236}">
                  <a16:creationId xmlns:a16="http://schemas.microsoft.com/office/drawing/2014/main" id="{5B19B620-F4BF-457D-CE09-1C86EB6584D2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15" name="Input_density__215">
              <a:extLst>
                <a:ext uri="{FF2B5EF4-FFF2-40B4-BE49-F238E27FC236}">
                  <a16:creationId xmlns:a16="http://schemas.microsoft.com/office/drawing/2014/main" id="{E9646594-72F8-A1D2-2C20-6D8959AB2541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16" name="Input_density__216">
              <a:extLst>
                <a:ext uri="{FF2B5EF4-FFF2-40B4-BE49-F238E27FC236}">
                  <a16:creationId xmlns:a16="http://schemas.microsoft.com/office/drawing/2014/main" id="{71995767-7589-7010-E26B-200819037B3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7" name="Input_density__217">
              <a:extLst>
                <a:ext uri="{FF2B5EF4-FFF2-40B4-BE49-F238E27FC236}">
                  <a16:creationId xmlns:a16="http://schemas.microsoft.com/office/drawing/2014/main" id="{1EC17EF1-6538-C7E8-4136-10DBC943442C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18" name="Input_density__218">
              <a:extLst>
                <a:ext uri="{FF2B5EF4-FFF2-40B4-BE49-F238E27FC236}">
                  <a16:creationId xmlns:a16="http://schemas.microsoft.com/office/drawing/2014/main" id="{F04B9FF9-EC4D-B4E4-408B-209A9783E47C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19" name="Input_density__219">
              <a:extLst>
                <a:ext uri="{FF2B5EF4-FFF2-40B4-BE49-F238E27FC236}">
                  <a16:creationId xmlns:a16="http://schemas.microsoft.com/office/drawing/2014/main" id="{B875371A-3D8F-BA50-2B93-C5B0AC1B8F60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20" name="Input_density__220">
              <a:extLst>
                <a:ext uri="{FF2B5EF4-FFF2-40B4-BE49-F238E27FC236}">
                  <a16:creationId xmlns:a16="http://schemas.microsoft.com/office/drawing/2014/main" id="{B3A896CE-0618-7B49-F9D7-4B11C62558B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21" name="Input_density__221">
              <a:extLst>
                <a:ext uri="{FF2B5EF4-FFF2-40B4-BE49-F238E27FC236}">
                  <a16:creationId xmlns:a16="http://schemas.microsoft.com/office/drawing/2014/main" id="{352D4479-C4E1-7837-D2F1-78BE886A888D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22" name="Input_density__222">
              <a:extLst>
                <a:ext uri="{FF2B5EF4-FFF2-40B4-BE49-F238E27FC236}">
                  <a16:creationId xmlns:a16="http://schemas.microsoft.com/office/drawing/2014/main" id="{D028145C-EB11-4548-1DFC-154753654E69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3" name="Input_density__223">
              <a:extLst>
                <a:ext uri="{FF2B5EF4-FFF2-40B4-BE49-F238E27FC236}">
                  <a16:creationId xmlns:a16="http://schemas.microsoft.com/office/drawing/2014/main" id="{7443F909-9441-8EFA-6C9E-DF5A6934B29D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24" name="Input_density__224">
              <a:extLst>
                <a:ext uri="{FF2B5EF4-FFF2-40B4-BE49-F238E27FC236}">
                  <a16:creationId xmlns:a16="http://schemas.microsoft.com/office/drawing/2014/main" id="{0C5E70DE-ED99-6418-2EEB-D71328C42633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25" name="Input_density__225">
              <a:extLst>
                <a:ext uri="{FF2B5EF4-FFF2-40B4-BE49-F238E27FC236}">
                  <a16:creationId xmlns:a16="http://schemas.microsoft.com/office/drawing/2014/main" id="{77169D39-8900-73E5-A34C-3EFCA712742D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526" name="TextBox 12168">
            <a:extLst>
              <a:ext uri="{FF2B5EF4-FFF2-40B4-BE49-F238E27FC236}">
                <a16:creationId xmlns:a16="http://schemas.microsoft.com/office/drawing/2014/main" id="{6A772CDC-53EC-BB7D-4EF9-2D9055D97D84}"/>
              </a:ext>
            </a:extLst>
          </p:cNvPr>
          <p:cNvSpPr txBox="1"/>
          <p:nvPr/>
        </p:nvSpPr>
        <p:spPr>
          <a:xfrm>
            <a:off x="567015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grpSp>
        <p:nvGrpSpPr>
          <p:cNvPr id="527" name="Match | Pocket atom cloud">
            <a:extLst>
              <a:ext uri="{FF2B5EF4-FFF2-40B4-BE49-F238E27FC236}">
                <a16:creationId xmlns:a16="http://schemas.microsoft.com/office/drawing/2014/main" id="{B9466F6D-CB1C-5698-B806-CFD8927928E4}"/>
              </a:ext>
            </a:extLst>
          </p:cNvPr>
          <p:cNvGrpSpPr/>
          <p:nvPr/>
        </p:nvGrpSpPr>
        <p:grpSpPr>
          <a:xfrm>
            <a:off x="587266" y="3029482"/>
            <a:ext cx="307808" cy="222756"/>
            <a:chOff x="1295748" y="3525328"/>
            <a:chExt cx="304113" cy="219890"/>
          </a:xfrm>
        </p:grpSpPr>
        <p:sp>
          <p:nvSpPr>
            <p:cNvPr id="528" name="ellipse_2517">
              <a:extLst>
                <a:ext uri="{FF2B5EF4-FFF2-40B4-BE49-F238E27FC236}">
                  <a16:creationId xmlns:a16="http://schemas.microsoft.com/office/drawing/2014/main" id="{863C16DC-7A6E-D897-3A0F-2640393C7053}"/>
                </a:ext>
              </a:extLst>
            </p:cNvPr>
            <p:cNvSpPr/>
            <p:nvPr/>
          </p:nvSpPr>
          <p:spPr>
            <a:xfrm>
              <a:off x="1343499" y="3569364"/>
              <a:ext cx="20494" cy="204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29" name="ellipse_2518">
              <a:extLst>
                <a:ext uri="{FF2B5EF4-FFF2-40B4-BE49-F238E27FC236}">
                  <a16:creationId xmlns:a16="http://schemas.microsoft.com/office/drawing/2014/main" id="{89927457-458B-C133-DE27-241F93FC460F}"/>
                </a:ext>
              </a:extLst>
            </p:cNvPr>
            <p:cNvSpPr/>
            <p:nvPr/>
          </p:nvSpPr>
          <p:spPr>
            <a:xfrm>
              <a:off x="1296724" y="3594466"/>
              <a:ext cx="19197" cy="191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0" name="ellipse_2519">
              <a:extLst>
                <a:ext uri="{FF2B5EF4-FFF2-40B4-BE49-F238E27FC236}">
                  <a16:creationId xmlns:a16="http://schemas.microsoft.com/office/drawing/2014/main" id="{8C056574-0F91-DA1A-6E5A-29570769265F}"/>
                </a:ext>
              </a:extLst>
            </p:cNvPr>
            <p:cNvSpPr/>
            <p:nvPr/>
          </p:nvSpPr>
          <p:spPr>
            <a:xfrm>
              <a:off x="1438834" y="3720705"/>
              <a:ext cx="24513" cy="2451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1" name="ellipse_2520">
              <a:extLst>
                <a:ext uri="{FF2B5EF4-FFF2-40B4-BE49-F238E27FC236}">
                  <a16:creationId xmlns:a16="http://schemas.microsoft.com/office/drawing/2014/main" id="{93373BC4-4DC6-EF1C-ACF9-E5360158CF85}"/>
                </a:ext>
              </a:extLst>
            </p:cNvPr>
            <p:cNvSpPr/>
            <p:nvPr/>
          </p:nvSpPr>
          <p:spPr>
            <a:xfrm>
              <a:off x="1501618" y="3664422"/>
              <a:ext cx="25439" cy="2543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2" name="ellipse_2521">
              <a:extLst>
                <a:ext uri="{FF2B5EF4-FFF2-40B4-BE49-F238E27FC236}">
                  <a16:creationId xmlns:a16="http://schemas.microsoft.com/office/drawing/2014/main" id="{6218CC55-CF05-684C-0E3A-69F37DDF8508}"/>
                </a:ext>
              </a:extLst>
            </p:cNvPr>
            <p:cNvSpPr/>
            <p:nvPr/>
          </p:nvSpPr>
          <p:spPr>
            <a:xfrm>
              <a:off x="1321281" y="3628338"/>
              <a:ext cx="23115" cy="2311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3" name="ellipse_2522">
              <a:extLst>
                <a:ext uri="{FF2B5EF4-FFF2-40B4-BE49-F238E27FC236}">
                  <a16:creationId xmlns:a16="http://schemas.microsoft.com/office/drawing/2014/main" id="{67FA466A-27A4-EA8C-5E93-3F618096390C}"/>
                </a:ext>
              </a:extLst>
            </p:cNvPr>
            <p:cNvSpPr/>
            <p:nvPr/>
          </p:nvSpPr>
          <p:spPr>
            <a:xfrm>
              <a:off x="1295748" y="3626085"/>
              <a:ext cx="19345" cy="1934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4" name="ellipse_2523">
              <a:extLst>
                <a:ext uri="{FF2B5EF4-FFF2-40B4-BE49-F238E27FC236}">
                  <a16:creationId xmlns:a16="http://schemas.microsoft.com/office/drawing/2014/main" id="{DB5229BF-45D0-83AC-805B-A9A56E3046C1}"/>
                </a:ext>
              </a:extLst>
            </p:cNvPr>
            <p:cNvSpPr/>
            <p:nvPr/>
          </p:nvSpPr>
          <p:spPr>
            <a:xfrm>
              <a:off x="1338176" y="3604570"/>
              <a:ext cx="23202" cy="232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5" name="ellipse_2524">
              <a:extLst>
                <a:ext uri="{FF2B5EF4-FFF2-40B4-BE49-F238E27FC236}">
                  <a16:creationId xmlns:a16="http://schemas.microsoft.com/office/drawing/2014/main" id="{BC9A3BCD-BED5-3EC9-BBE6-1207DFA63900}"/>
                </a:ext>
              </a:extLst>
            </p:cNvPr>
            <p:cNvSpPr/>
            <p:nvPr/>
          </p:nvSpPr>
          <p:spPr>
            <a:xfrm>
              <a:off x="1349937" y="3578135"/>
              <a:ext cx="25593" cy="25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6" name="ellipse_2525">
              <a:extLst>
                <a:ext uri="{FF2B5EF4-FFF2-40B4-BE49-F238E27FC236}">
                  <a16:creationId xmlns:a16="http://schemas.microsoft.com/office/drawing/2014/main" id="{A0E3445F-8A85-DFA1-F577-46BBAE3DA31D}"/>
                </a:ext>
              </a:extLst>
            </p:cNvPr>
            <p:cNvSpPr/>
            <p:nvPr/>
          </p:nvSpPr>
          <p:spPr>
            <a:xfrm>
              <a:off x="1391990" y="3698653"/>
              <a:ext cx="18941" cy="189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7" name="ellipse_2526">
              <a:extLst>
                <a:ext uri="{FF2B5EF4-FFF2-40B4-BE49-F238E27FC236}">
                  <a16:creationId xmlns:a16="http://schemas.microsoft.com/office/drawing/2014/main" id="{1960E34E-F92F-54D1-8B7E-B9B28BF806A8}"/>
                </a:ext>
              </a:extLst>
            </p:cNvPr>
            <p:cNvSpPr/>
            <p:nvPr/>
          </p:nvSpPr>
          <p:spPr>
            <a:xfrm>
              <a:off x="1335383" y="3592607"/>
              <a:ext cx="16783" cy="1678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8" name="ellipse_2527">
              <a:extLst>
                <a:ext uri="{FF2B5EF4-FFF2-40B4-BE49-F238E27FC236}">
                  <a16:creationId xmlns:a16="http://schemas.microsoft.com/office/drawing/2014/main" id="{523E00F0-1692-5964-0230-FB929BE8D578}"/>
                </a:ext>
              </a:extLst>
            </p:cNvPr>
            <p:cNvSpPr/>
            <p:nvPr/>
          </p:nvSpPr>
          <p:spPr>
            <a:xfrm>
              <a:off x="1421016" y="3723168"/>
              <a:ext cx="20110" cy="2011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9" name="ellipse_2528">
              <a:extLst>
                <a:ext uri="{FF2B5EF4-FFF2-40B4-BE49-F238E27FC236}">
                  <a16:creationId xmlns:a16="http://schemas.microsoft.com/office/drawing/2014/main" id="{50062667-76C2-0853-F145-E8CA2B624791}"/>
                </a:ext>
              </a:extLst>
            </p:cNvPr>
            <p:cNvSpPr/>
            <p:nvPr/>
          </p:nvSpPr>
          <p:spPr>
            <a:xfrm>
              <a:off x="1366273" y="3564666"/>
              <a:ext cx="21791" cy="2179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0" name="ellipse_2529">
              <a:extLst>
                <a:ext uri="{FF2B5EF4-FFF2-40B4-BE49-F238E27FC236}">
                  <a16:creationId xmlns:a16="http://schemas.microsoft.com/office/drawing/2014/main" id="{BAFE3625-F568-D496-1B3F-95B0513E62EC}"/>
                </a:ext>
              </a:extLst>
            </p:cNvPr>
            <p:cNvSpPr/>
            <p:nvPr/>
          </p:nvSpPr>
          <p:spPr>
            <a:xfrm>
              <a:off x="1327790" y="3609446"/>
              <a:ext cx="20508" cy="20508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1" name="ellipse_2530">
              <a:extLst>
                <a:ext uri="{FF2B5EF4-FFF2-40B4-BE49-F238E27FC236}">
                  <a16:creationId xmlns:a16="http://schemas.microsoft.com/office/drawing/2014/main" id="{6CD87B5C-2FFA-4886-024E-4CFD23CAE47A}"/>
                </a:ext>
              </a:extLst>
            </p:cNvPr>
            <p:cNvSpPr/>
            <p:nvPr/>
          </p:nvSpPr>
          <p:spPr>
            <a:xfrm>
              <a:off x="1408118" y="3688755"/>
              <a:ext cx="22554" cy="2255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2" name="ellipse_2531">
              <a:extLst>
                <a:ext uri="{FF2B5EF4-FFF2-40B4-BE49-F238E27FC236}">
                  <a16:creationId xmlns:a16="http://schemas.microsoft.com/office/drawing/2014/main" id="{9A7B7763-B53E-C724-0B28-F5FA07B1AA1F}"/>
                </a:ext>
              </a:extLst>
            </p:cNvPr>
            <p:cNvSpPr/>
            <p:nvPr/>
          </p:nvSpPr>
          <p:spPr>
            <a:xfrm>
              <a:off x="1428373" y="3713303"/>
              <a:ext cx="24738" cy="2473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3" name="ellipse_2532">
              <a:extLst>
                <a:ext uri="{FF2B5EF4-FFF2-40B4-BE49-F238E27FC236}">
                  <a16:creationId xmlns:a16="http://schemas.microsoft.com/office/drawing/2014/main" id="{138B6C81-A018-A661-ADBB-FB225C54B319}"/>
                </a:ext>
              </a:extLst>
            </p:cNvPr>
            <p:cNvSpPr/>
            <p:nvPr/>
          </p:nvSpPr>
          <p:spPr>
            <a:xfrm>
              <a:off x="1547670" y="3653309"/>
              <a:ext cx="21842" cy="2184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4" name="ellipse_2533">
              <a:extLst>
                <a:ext uri="{FF2B5EF4-FFF2-40B4-BE49-F238E27FC236}">
                  <a16:creationId xmlns:a16="http://schemas.microsoft.com/office/drawing/2014/main" id="{A9C7389A-92AD-D454-B811-DB01F3E322FD}"/>
                </a:ext>
              </a:extLst>
            </p:cNvPr>
            <p:cNvSpPr/>
            <p:nvPr/>
          </p:nvSpPr>
          <p:spPr>
            <a:xfrm>
              <a:off x="1517557" y="3700982"/>
              <a:ext cx="20964" cy="2096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5" name="ellipse_2534">
              <a:extLst>
                <a:ext uri="{FF2B5EF4-FFF2-40B4-BE49-F238E27FC236}">
                  <a16:creationId xmlns:a16="http://schemas.microsoft.com/office/drawing/2014/main" id="{086F1296-3B32-583B-4CC8-E2FE3500EB88}"/>
                </a:ext>
              </a:extLst>
            </p:cNvPr>
            <p:cNvSpPr/>
            <p:nvPr/>
          </p:nvSpPr>
          <p:spPr>
            <a:xfrm>
              <a:off x="1535521" y="3630252"/>
              <a:ext cx="17917" cy="1791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6" name="ellipse_2535">
              <a:extLst>
                <a:ext uri="{FF2B5EF4-FFF2-40B4-BE49-F238E27FC236}">
                  <a16:creationId xmlns:a16="http://schemas.microsoft.com/office/drawing/2014/main" id="{E9B30B5B-56A6-F0D1-853B-64CBBA90968E}"/>
                </a:ext>
              </a:extLst>
            </p:cNvPr>
            <p:cNvSpPr/>
            <p:nvPr/>
          </p:nvSpPr>
          <p:spPr>
            <a:xfrm>
              <a:off x="1344039" y="3678107"/>
              <a:ext cx="21719" cy="217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7" name="ellipse_2536">
              <a:extLst>
                <a:ext uri="{FF2B5EF4-FFF2-40B4-BE49-F238E27FC236}">
                  <a16:creationId xmlns:a16="http://schemas.microsoft.com/office/drawing/2014/main" id="{40EF2BFB-0190-E3D0-87A1-44A40A51EC64}"/>
                </a:ext>
              </a:extLst>
            </p:cNvPr>
            <p:cNvSpPr/>
            <p:nvPr/>
          </p:nvSpPr>
          <p:spPr>
            <a:xfrm>
              <a:off x="1486134" y="3678415"/>
              <a:ext cx="22120" cy="221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8" name="ellipse_2537">
              <a:extLst>
                <a:ext uri="{FF2B5EF4-FFF2-40B4-BE49-F238E27FC236}">
                  <a16:creationId xmlns:a16="http://schemas.microsoft.com/office/drawing/2014/main" id="{26AE9013-2244-8666-C7A7-3D5BE6C45EF3}"/>
                </a:ext>
              </a:extLst>
            </p:cNvPr>
            <p:cNvSpPr/>
            <p:nvPr/>
          </p:nvSpPr>
          <p:spPr>
            <a:xfrm>
              <a:off x="1538537" y="3597777"/>
              <a:ext cx="22828" cy="228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9" name="ellipse_2538">
              <a:extLst>
                <a:ext uri="{FF2B5EF4-FFF2-40B4-BE49-F238E27FC236}">
                  <a16:creationId xmlns:a16="http://schemas.microsoft.com/office/drawing/2014/main" id="{78D460AD-14C3-5800-2B35-1AD2AA74F954}"/>
                </a:ext>
              </a:extLst>
            </p:cNvPr>
            <p:cNvSpPr/>
            <p:nvPr/>
          </p:nvSpPr>
          <p:spPr>
            <a:xfrm>
              <a:off x="1401131" y="3720374"/>
              <a:ext cx="16876" cy="1687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0" name="ellipse_2539">
              <a:extLst>
                <a:ext uri="{FF2B5EF4-FFF2-40B4-BE49-F238E27FC236}">
                  <a16:creationId xmlns:a16="http://schemas.microsoft.com/office/drawing/2014/main" id="{ABBFA259-B5D1-8594-9C24-A4691E6B28E3}"/>
                </a:ext>
              </a:extLst>
            </p:cNvPr>
            <p:cNvSpPr/>
            <p:nvPr/>
          </p:nvSpPr>
          <p:spPr>
            <a:xfrm>
              <a:off x="1525941" y="3593109"/>
              <a:ext cx="21620" cy="216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1" name="ellipse_2540">
              <a:extLst>
                <a:ext uri="{FF2B5EF4-FFF2-40B4-BE49-F238E27FC236}">
                  <a16:creationId xmlns:a16="http://schemas.microsoft.com/office/drawing/2014/main" id="{87BE933E-61C5-9BF4-AE3A-13A735DCA701}"/>
                </a:ext>
              </a:extLst>
            </p:cNvPr>
            <p:cNvSpPr/>
            <p:nvPr/>
          </p:nvSpPr>
          <p:spPr>
            <a:xfrm>
              <a:off x="1462052" y="3689103"/>
              <a:ext cx="24723" cy="2472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2" name="ellipse_2541">
              <a:extLst>
                <a:ext uri="{FF2B5EF4-FFF2-40B4-BE49-F238E27FC236}">
                  <a16:creationId xmlns:a16="http://schemas.microsoft.com/office/drawing/2014/main" id="{A3CB5B56-8C06-7429-FA08-E6AD24A67709}"/>
                </a:ext>
              </a:extLst>
            </p:cNvPr>
            <p:cNvSpPr/>
            <p:nvPr/>
          </p:nvSpPr>
          <p:spPr>
            <a:xfrm>
              <a:off x="1338003" y="3621442"/>
              <a:ext cx="17209" cy="172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3" name="ellipse_2542">
              <a:extLst>
                <a:ext uri="{FF2B5EF4-FFF2-40B4-BE49-F238E27FC236}">
                  <a16:creationId xmlns:a16="http://schemas.microsoft.com/office/drawing/2014/main" id="{90BB9F68-8CDF-A02F-BD9D-964B82671983}"/>
                </a:ext>
              </a:extLst>
            </p:cNvPr>
            <p:cNvSpPr/>
            <p:nvPr/>
          </p:nvSpPr>
          <p:spPr>
            <a:xfrm>
              <a:off x="1436611" y="3687896"/>
              <a:ext cx="16365" cy="1636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4" name="ellipse_2543">
              <a:extLst>
                <a:ext uri="{FF2B5EF4-FFF2-40B4-BE49-F238E27FC236}">
                  <a16:creationId xmlns:a16="http://schemas.microsoft.com/office/drawing/2014/main" id="{AE78EB00-80C9-09A2-57C9-79E2DF4E33E0}"/>
                </a:ext>
              </a:extLst>
            </p:cNvPr>
            <p:cNvSpPr/>
            <p:nvPr/>
          </p:nvSpPr>
          <p:spPr>
            <a:xfrm>
              <a:off x="1387354" y="3566640"/>
              <a:ext cx="17190" cy="171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5" name="ellipse_2544">
              <a:extLst>
                <a:ext uri="{FF2B5EF4-FFF2-40B4-BE49-F238E27FC236}">
                  <a16:creationId xmlns:a16="http://schemas.microsoft.com/office/drawing/2014/main" id="{57D27209-2AB6-9399-BFD5-E6D244CDCAC9}"/>
                </a:ext>
              </a:extLst>
            </p:cNvPr>
            <p:cNvSpPr/>
            <p:nvPr/>
          </p:nvSpPr>
          <p:spPr>
            <a:xfrm>
              <a:off x="1453977" y="3540995"/>
              <a:ext cx="18775" cy="1877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6" name="ellipse_2545">
              <a:extLst>
                <a:ext uri="{FF2B5EF4-FFF2-40B4-BE49-F238E27FC236}">
                  <a16:creationId xmlns:a16="http://schemas.microsoft.com/office/drawing/2014/main" id="{970253F4-33EB-340D-55FE-3C982073D19C}"/>
                </a:ext>
              </a:extLst>
            </p:cNvPr>
            <p:cNvSpPr/>
            <p:nvPr/>
          </p:nvSpPr>
          <p:spPr>
            <a:xfrm>
              <a:off x="1487168" y="3548389"/>
              <a:ext cx="16148" cy="1614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7" name="ellipse_2546">
              <a:extLst>
                <a:ext uri="{FF2B5EF4-FFF2-40B4-BE49-F238E27FC236}">
                  <a16:creationId xmlns:a16="http://schemas.microsoft.com/office/drawing/2014/main" id="{CF0E54B0-BA2E-AC1B-F2D2-EE1611EFE61A}"/>
                </a:ext>
              </a:extLst>
            </p:cNvPr>
            <p:cNvSpPr/>
            <p:nvPr/>
          </p:nvSpPr>
          <p:spPr>
            <a:xfrm>
              <a:off x="1536436" y="3643342"/>
              <a:ext cx="21862" cy="218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8" name="ellipse_2547">
              <a:extLst>
                <a:ext uri="{FF2B5EF4-FFF2-40B4-BE49-F238E27FC236}">
                  <a16:creationId xmlns:a16="http://schemas.microsoft.com/office/drawing/2014/main" id="{C36F64BB-2D70-2FE1-5FE1-1CEA15352C12}"/>
                </a:ext>
              </a:extLst>
            </p:cNvPr>
            <p:cNvSpPr/>
            <p:nvPr/>
          </p:nvSpPr>
          <p:spPr>
            <a:xfrm>
              <a:off x="1542031" y="3603619"/>
              <a:ext cx="25264" cy="2526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9" name="ellipse_2548">
              <a:extLst>
                <a:ext uri="{FF2B5EF4-FFF2-40B4-BE49-F238E27FC236}">
                  <a16:creationId xmlns:a16="http://schemas.microsoft.com/office/drawing/2014/main" id="{D438E535-7A63-86D7-E0FC-1E1B41F50612}"/>
                </a:ext>
              </a:extLst>
            </p:cNvPr>
            <p:cNvSpPr/>
            <p:nvPr/>
          </p:nvSpPr>
          <p:spPr>
            <a:xfrm>
              <a:off x="1434762" y="3711046"/>
              <a:ext cx="16788" cy="167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0" name="ellipse_2549">
              <a:extLst>
                <a:ext uri="{FF2B5EF4-FFF2-40B4-BE49-F238E27FC236}">
                  <a16:creationId xmlns:a16="http://schemas.microsoft.com/office/drawing/2014/main" id="{F1369F7F-399B-289E-CE4E-A65A811C8A67}"/>
                </a:ext>
              </a:extLst>
            </p:cNvPr>
            <p:cNvSpPr/>
            <p:nvPr/>
          </p:nvSpPr>
          <p:spPr>
            <a:xfrm>
              <a:off x="1543438" y="3672057"/>
              <a:ext cx="23717" cy="2371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1" name="ellipse_2550">
              <a:extLst>
                <a:ext uri="{FF2B5EF4-FFF2-40B4-BE49-F238E27FC236}">
                  <a16:creationId xmlns:a16="http://schemas.microsoft.com/office/drawing/2014/main" id="{3223E730-DB37-257B-05EE-BD85154259F3}"/>
                </a:ext>
              </a:extLst>
            </p:cNvPr>
            <p:cNvSpPr/>
            <p:nvPr/>
          </p:nvSpPr>
          <p:spPr>
            <a:xfrm>
              <a:off x="1529817" y="3654293"/>
              <a:ext cx="15593" cy="1559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2" name="ellipse_2551">
              <a:extLst>
                <a:ext uri="{FF2B5EF4-FFF2-40B4-BE49-F238E27FC236}">
                  <a16:creationId xmlns:a16="http://schemas.microsoft.com/office/drawing/2014/main" id="{DA8D6D3D-E367-BCAB-B82A-12B17B15A6EA}"/>
                </a:ext>
              </a:extLst>
            </p:cNvPr>
            <p:cNvSpPr/>
            <p:nvPr/>
          </p:nvSpPr>
          <p:spPr>
            <a:xfrm>
              <a:off x="1550063" y="3626271"/>
              <a:ext cx="18725" cy="187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" name="ellipse_2552">
              <a:extLst>
                <a:ext uri="{FF2B5EF4-FFF2-40B4-BE49-F238E27FC236}">
                  <a16:creationId xmlns:a16="http://schemas.microsoft.com/office/drawing/2014/main" id="{E0BB27CD-F490-387A-3E34-2D29AF300E78}"/>
                </a:ext>
              </a:extLst>
            </p:cNvPr>
            <p:cNvSpPr/>
            <p:nvPr/>
          </p:nvSpPr>
          <p:spPr>
            <a:xfrm>
              <a:off x="1395088" y="3533435"/>
              <a:ext cx="15948" cy="159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" name="ellipse_2553">
              <a:extLst>
                <a:ext uri="{FF2B5EF4-FFF2-40B4-BE49-F238E27FC236}">
                  <a16:creationId xmlns:a16="http://schemas.microsoft.com/office/drawing/2014/main" id="{4A9D99EB-904F-7996-CD12-422699C28081}"/>
                </a:ext>
              </a:extLst>
            </p:cNvPr>
            <p:cNvSpPr/>
            <p:nvPr/>
          </p:nvSpPr>
          <p:spPr>
            <a:xfrm>
              <a:off x="1313742" y="3573420"/>
              <a:ext cx="15496" cy="1549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5" name="ellipse_2554">
              <a:extLst>
                <a:ext uri="{FF2B5EF4-FFF2-40B4-BE49-F238E27FC236}">
                  <a16:creationId xmlns:a16="http://schemas.microsoft.com/office/drawing/2014/main" id="{0AABFCAC-812C-4008-1A71-82A551FCA55B}"/>
                </a:ext>
              </a:extLst>
            </p:cNvPr>
            <p:cNvSpPr/>
            <p:nvPr/>
          </p:nvSpPr>
          <p:spPr>
            <a:xfrm>
              <a:off x="1329291" y="3672157"/>
              <a:ext cx="23375" cy="2337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6" name="ellipse_2555">
              <a:extLst>
                <a:ext uri="{FF2B5EF4-FFF2-40B4-BE49-F238E27FC236}">
                  <a16:creationId xmlns:a16="http://schemas.microsoft.com/office/drawing/2014/main" id="{360A732A-D4CF-30E8-058E-D14D7A631C6D}"/>
                </a:ext>
              </a:extLst>
            </p:cNvPr>
            <p:cNvSpPr/>
            <p:nvPr/>
          </p:nvSpPr>
          <p:spPr>
            <a:xfrm>
              <a:off x="1307786" y="3621846"/>
              <a:ext cx="22071" cy="2207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7" name="ellipse_2556">
              <a:extLst>
                <a:ext uri="{FF2B5EF4-FFF2-40B4-BE49-F238E27FC236}">
                  <a16:creationId xmlns:a16="http://schemas.microsoft.com/office/drawing/2014/main" id="{44953A07-3A2C-19DF-BF5D-8F6DBC295023}"/>
                </a:ext>
              </a:extLst>
            </p:cNvPr>
            <p:cNvSpPr/>
            <p:nvPr/>
          </p:nvSpPr>
          <p:spPr>
            <a:xfrm>
              <a:off x="1584475" y="3627694"/>
              <a:ext cx="15386" cy="153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8" name="ellipse_2557">
              <a:extLst>
                <a:ext uri="{FF2B5EF4-FFF2-40B4-BE49-F238E27FC236}">
                  <a16:creationId xmlns:a16="http://schemas.microsoft.com/office/drawing/2014/main" id="{C313A0A7-8A75-2EE0-440D-8B6A029DD5D9}"/>
                </a:ext>
              </a:extLst>
            </p:cNvPr>
            <p:cNvSpPr/>
            <p:nvPr/>
          </p:nvSpPr>
          <p:spPr>
            <a:xfrm>
              <a:off x="1453895" y="3558216"/>
              <a:ext cx="24625" cy="246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9" name="ellipse_2558">
              <a:extLst>
                <a:ext uri="{FF2B5EF4-FFF2-40B4-BE49-F238E27FC236}">
                  <a16:creationId xmlns:a16="http://schemas.microsoft.com/office/drawing/2014/main" id="{CFC4F3B1-D42F-6279-F7A0-DD579E168573}"/>
                </a:ext>
              </a:extLst>
            </p:cNvPr>
            <p:cNvSpPr/>
            <p:nvPr/>
          </p:nvSpPr>
          <p:spPr>
            <a:xfrm>
              <a:off x="1514397" y="3669171"/>
              <a:ext cx="15296" cy="1529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0" name="ellipse_2559">
              <a:extLst>
                <a:ext uri="{FF2B5EF4-FFF2-40B4-BE49-F238E27FC236}">
                  <a16:creationId xmlns:a16="http://schemas.microsoft.com/office/drawing/2014/main" id="{776DD59C-3897-297B-213D-962A38E5F228}"/>
                </a:ext>
              </a:extLst>
            </p:cNvPr>
            <p:cNvSpPr/>
            <p:nvPr/>
          </p:nvSpPr>
          <p:spPr>
            <a:xfrm>
              <a:off x="1502877" y="3686988"/>
              <a:ext cx="19310" cy="1931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1" name="ellipse_2560">
              <a:extLst>
                <a:ext uri="{FF2B5EF4-FFF2-40B4-BE49-F238E27FC236}">
                  <a16:creationId xmlns:a16="http://schemas.microsoft.com/office/drawing/2014/main" id="{2DC838D3-3711-5C87-43BC-BCF5BEF73800}"/>
                </a:ext>
              </a:extLst>
            </p:cNvPr>
            <p:cNvSpPr/>
            <p:nvPr/>
          </p:nvSpPr>
          <p:spPr>
            <a:xfrm>
              <a:off x="1507745" y="3695631"/>
              <a:ext cx="15466" cy="154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2" name="ellipse_2561">
              <a:extLst>
                <a:ext uri="{FF2B5EF4-FFF2-40B4-BE49-F238E27FC236}">
                  <a16:creationId xmlns:a16="http://schemas.microsoft.com/office/drawing/2014/main" id="{F6327B4C-B8B6-FE9B-87B9-FC5F3573358F}"/>
                </a:ext>
              </a:extLst>
            </p:cNvPr>
            <p:cNvSpPr/>
            <p:nvPr/>
          </p:nvSpPr>
          <p:spPr>
            <a:xfrm>
              <a:off x="1432818" y="3538051"/>
              <a:ext cx="19094" cy="190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3" name="ellipse_2562">
              <a:extLst>
                <a:ext uri="{FF2B5EF4-FFF2-40B4-BE49-F238E27FC236}">
                  <a16:creationId xmlns:a16="http://schemas.microsoft.com/office/drawing/2014/main" id="{2360179E-E80C-FB2D-79C6-FCBEE5321556}"/>
                </a:ext>
              </a:extLst>
            </p:cNvPr>
            <p:cNvSpPr/>
            <p:nvPr/>
          </p:nvSpPr>
          <p:spPr>
            <a:xfrm>
              <a:off x="1511410" y="3670510"/>
              <a:ext cx="18124" cy="181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4" name="ellipse_2563">
              <a:extLst>
                <a:ext uri="{FF2B5EF4-FFF2-40B4-BE49-F238E27FC236}">
                  <a16:creationId xmlns:a16="http://schemas.microsoft.com/office/drawing/2014/main" id="{4E104425-F016-767A-F033-FE3CB2DBBC84}"/>
                </a:ext>
              </a:extLst>
            </p:cNvPr>
            <p:cNvSpPr/>
            <p:nvPr/>
          </p:nvSpPr>
          <p:spPr>
            <a:xfrm>
              <a:off x="1465959" y="3697582"/>
              <a:ext cx="20714" cy="2071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5" name="ellipse_2564">
              <a:extLst>
                <a:ext uri="{FF2B5EF4-FFF2-40B4-BE49-F238E27FC236}">
                  <a16:creationId xmlns:a16="http://schemas.microsoft.com/office/drawing/2014/main" id="{D54ED9A0-7D27-E1D8-54B3-290B195CEB77}"/>
                </a:ext>
              </a:extLst>
            </p:cNvPr>
            <p:cNvSpPr/>
            <p:nvPr/>
          </p:nvSpPr>
          <p:spPr>
            <a:xfrm>
              <a:off x="1421039" y="3688264"/>
              <a:ext cx="20580" cy="2058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6" name="ellipse_2565">
              <a:extLst>
                <a:ext uri="{FF2B5EF4-FFF2-40B4-BE49-F238E27FC236}">
                  <a16:creationId xmlns:a16="http://schemas.microsoft.com/office/drawing/2014/main" id="{BAD005D3-0ED9-9BE4-F79B-03CDB3C1A778}"/>
                </a:ext>
              </a:extLst>
            </p:cNvPr>
            <p:cNvSpPr/>
            <p:nvPr/>
          </p:nvSpPr>
          <p:spPr>
            <a:xfrm>
              <a:off x="1317547" y="3643031"/>
              <a:ext cx="24656" cy="24656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7" name="ellipse_2566">
              <a:extLst>
                <a:ext uri="{FF2B5EF4-FFF2-40B4-BE49-F238E27FC236}">
                  <a16:creationId xmlns:a16="http://schemas.microsoft.com/office/drawing/2014/main" id="{9E8AB157-6135-6990-3C99-200F94E6EA2F}"/>
                </a:ext>
              </a:extLst>
            </p:cNvPr>
            <p:cNvSpPr/>
            <p:nvPr/>
          </p:nvSpPr>
          <p:spPr>
            <a:xfrm>
              <a:off x="1490146" y="3564893"/>
              <a:ext cx="23114" cy="231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8" name="ellipse_2567">
              <a:extLst>
                <a:ext uri="{FF2B5EF4-FFF2-40B4-BE49-F238E27FC236}">
                  <a16:creationId xmlns:a16="http://schemas.microsoft.com/office/drawing/2014/main" id="{5598513B-E7A3-E30D-4451-2137F828BB7F}"/>
                </a:ext>
              </a:extLst>
            </p:cNvPr>
            <p:cNvSpPr/>
            <p:nvPr/>
          </p:nvSpPr>
          <p:spPr>
            <a:xfrm>
              <a:off x="1318021" y="3588334"/>
              <a:ext cx="19866" cy="1986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9" name="ellipse_2568">
              <a:extLst>
                <a:ext uri="{FF2B5EF4-FFF2-40B4-BE49-F238E27FC236}">
                  <a16:creationId xmlns:a16="http://schemas.microsoft.com/office/drawing/2014/main" id="{CFBB02F0-DF39-4B1F-06CC-773D2E311218}"/>
                </a:ext>
              </a:extLst>
            </p:cNvPr>
            <p:cNvSpPr/>
            <p:nvPr/>
          </p:nvSpPr>
          <p:spPr>
            <a:xfrm>
              <a:off x="1478242" y="3571021"/>
              <a:ext cx="21106" cy="2110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0" name="ellipse_2569">
              <a:extLst>
                <a:ext uri="{FF2B5EF4-FFF2-40B4-BE49-F238E27FC236}">
                  <a16:creationId xmlns:a16="http://schemas.microsoft.com/office/drawing/2014/main" id="{330440B6-6289-2C80-B2F3-261671256E33}"/>
                </a:ext>
              </a:extLst>
            </p:cNvPr>
            <p:cNvSpPr/>
            <p:nvPr/>
          </p:nvSpPr>
          <p:spPr>
            <a:xfrm>
              <a:off x="1317612" y="3652314"/>
              <a:ext cx="17900" cy="179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1" name="ellipse_2570">
              <a:extLst>
                <a:ext uri="{FF2B5EF4-FFF2-40B4-BE49-F238E27FC236}">
                  <a16:creationId xmlns:a16="http://schemas.microsoft.com/office/drawing/2014/main" id="{22CF3829-0C8B-A502-6B4A-DCB8113069E2}"/>
                </a:ext>
              </a:extLst>
            </p:cNvPr>
            <p:cNvSpPr/>
            <p:nvPr/>
          </p:nvSpPr>
          <p:spPr>
            <a:xfrm>
              <a:off x="1437620" y="3709822"/>
              <a:ext cx="15418" cy="154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2" name="ellipse_2571">
              <a:extLst>
                <a:ext uri="{FF2B5EF4-FFF2-40B4-BE49-F238E27FC236}">
                  <a16:creationId xmlns:a16="http://schemas.microsoft.com/office/drawing/2014/main" id="{ED4EEF5B-578B-468F-6450-B22BDA4232DF}"/>
                </a:ext>
              </a:extLst>
            </p:cNvPr>
            <p:cNvSpPr/>
            <p:nvPr/>
          </p:nvSpPr>
          <p:spPr>
            <a:xfrm>
              <a:off x="1482151" y="3682518"/>
              <a:ext cx="16703" cy="1670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3" name="ellipse_2572">
              <a:extLst>
                <a:ext uri="{FF2B5EF4-FFF2-40B4-BE49-F238E27FC236}">
                  <a16:creationId xmlns:a16="http://schemas.microsoft.com/office/drawing/2014/main" id="{89E611D6-0A90-2623-5421-6BBBE050D8D6}"/>
                </a:ext>
              </a:extLst>
            </p:cNvPr>
            <p:cNvSpPr/>
            <p:nvPr/>
          </p:nvSpPr>
          <p:spPr>
            <a:xfrm>
              <a:off x="1411116" y="3562784"/>
              <a:ext cx="21423" cy="2142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" name="ellipse_2573">
              <a:extLst>
                <a:ext uri="{FF2B5EF4-FFF2-40B4-BE49-F238E27FC236}">
                  <a16:creationId xmlns:a16="http://schemas.microsoft.com/office/drawing/2014/main" id="{8DBD83AF-E3AD-F978-8DC7-B1CB00C1F3D6}"/>
                </a:ext>
              </a:extLst>
            </p:cNvPr>
            <p:cNvSpPr/>
            <p:nvPr/>
          </p:nvSpPr>
          <p:spPr>
            <a:xfrm>
              <a:off x="1454564" y="3537748"/>
              <a:ext cx="19763" cy="1976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5" name="ellipse_2574">
              <a:extLst>
                <a:ext uri="{FF2B5EF4-FFF2-40B4-BE49-F238E27FC236}">
                  <a16:creationId xmlns:a16="http://schemas.microsoft.com/office/drawing/2014/main" id="{719BCFD9-111D-00C5-2F76-24DB6127D2DA}"/>
                </a:ext>
              </a:extLst>
            </p:cNvPr>
            <p:cNvSpPr/>
            <p:nvPr/>
          </p:nvSpPr>
          <p:spPr>
            <a:xfrm>
              <a:off x="1516785" y="3654731"/>
              <a:ext cx="21578" cy="215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" name="ellipse_2575">
              <a:extLst>
                <a:ext uri="{FF2B5EF4-FFF2-40B4-BE49-F238E27FC236}">
                  <a16:creationId xmlns:a16="http://schemas.microsoft.com/office/drawing/2014/main" id="{6FA1D03E-1CB2-D9CD-F5D6-5025B18063A2}"/>
                </a:ext>
              </a:extLst>
            </p:cNvPr>
            <p:cNvSpPr/>
            <p:nvPr/>
          </p:nvSpPr>
          <p:spPr>
            <a:xfrm>
              <a:off x="1410634" y="3697683"/>
              <a:ext cx="24162" cy="2416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" name="ellipse_2576">
              <a:extLst>
                <a:ext uri="{FF2B5EF4-FFF2-40B4-BE49-F238E27FC236}">
                  <a16:creationId xmlns:a16="http://schemas.microsoft.com/office/drawing/2014/main" id="{EFFFCF1A-D3CD-CC1B-4454-A11D444AD0AB}"/>
                </a:ext>
              </a:extLst>
            </p:cNvPr>
            <p:cNvSpPr/>
            <p:nvPr/>
          </p:nvSpPr>
          <p:spPr>
            <a:xfrm>
              <a:off x="1425946" y="3562304"/>
              <a:ext cx="17525" cy="175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" name="ellipse_2577">
              <a:extLst>
                <a:ext uri="{FF2B5EF4-FFF2-40B4-BE49-F238E27FC236}">
                  <a16:creationId xmlns:a16="http://schemas.microsoft.com/office/drawing/2014/main" id="{4F87D893-F5D6-761B-BD98-BF9EC80395FD}"/>
                </a:ext>
              </a:extLst>
            </p:cNvPr>
            <p:cNvSpPr/>
            <p:nvPr/>
          </p:nvSpPr>
          <p:spPr>
            <a:xfrm>
              <a:off x="1355269" y="3594031"/>
              <a:ext cx="21133" cy="2113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9" name="ellipse_2578">
              <a:extLst>
                <a:ext uri="{FF2B5EF4-FFF2-40B4-BE49-F238E27FC236}">
                  <a16:creationId xmlns:a16="http://schemas.microsoft.com/office/drawing/2014/main" id="{90B99378-99CE-C9E4-74FD-9A5FE00FA7D1}"/>
                </a:ext>
              </a:extLst>
            </p:cNvPr>
            <p:cNvSpPr/>
            <p:nvPr/>
          </p:nvSpPr>
          <p:spPr>
            <a:xfrm>
              <a:off x="1506719" y="3690770"/>
              <a:ext cx="17358" cy="1735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0" name="ellipse_2579">
              <a:extLst>
                <a:ext uri="{FF2B5EF4-FFF2-40B4-BE49-F238E27FC236}">
                  <a16:creationId xmlns:a16="http://schemas.microsoft.com/office/drawing/2014/main" id="{D500F4BD-344F-A9CF-0D3F-B05E50F0B397}"/>
                </a:ext>
              </a:extLst>
            </p:cNvPr>
            <p:cNvSpPr/>
            <p:nvPr/>
          </p:nvSpPr>
          <p:spPr>
            <a:xfrm>
              <a:off x="1349195" y="3647004"/>
              <a:ext cx="22300" cy="2230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1" name="ellipse_2580">
              <a:extLst>
                <a:ext uri="{FF2B5EF4-FFF2-40B4-BE49-F238E27FC236}">
                  <a16:creationId xmlns:a16="http://schemas.microsoft.com/office/drawing/2014/main" id="{CF90C6DC-60BE-5790-D554-52F7270F865B}"/>
                </a:ext>
              </a:extLst>
            </p:cNvPr>
            <p:cNvSpPr/>
            <p:nvPr/>
          </p:nvSpPr>
          <p:spPr>
            <a:xfrm>
              <a:off x="1577404" y="3601425"/>
              <a:ext cx="20206" cy="2020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2" name="ellipse_2581">
              <a:extLst>
                <a:ext uri="{FF2B5EF4-FFF2-40B4-BE49-F238E27FC236}">
                  <a16:creationId xmlns:a16="http://schemas.microsoft.com/office/drawing/2014/main" id="{189F34EF-8BB6-5AC4-5A02-5C38BC9D2512}"/>
                </a:ext>
              </a:extLst>
            </p:cNvPr>
            <p:cNvSpPr/>
            <p:nvPr/>
          </p:nvSpPr>
          <p:spPr>
            <a:xfrm>
              <a:off x="1509076" y="3554975"/>
              <a:ext cx="15762" cy="157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3" name="ellipse_2582">
              <a:extLst>
                <a:ext uri="{FF2B5EF4-FFF2-40B4-BE49-F238E27FC236}">
                  <a16:creationId xmlns:a16="http://schemas.microsoft.com/office/drawing/2014/main" id="{34437054-68F6-89F6-F9E1-25312B89AF5E}"/>
                </a:ext>
              </a:extLst>
            </p:cNvPr>
            <p:cNvSpPr/>
            <p:nvPr/>
          </p:nvSpPr>
          <p:spPr>
            <a:xfrm>
              <a:off x="1462460" y="3706007"/>
              <a:ext cx="22750" cy="2275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4" name="ellipse_2583">
              <a:extLst>
                <a:ext uri="{FF2B5EF4-FFF2-40B4-BE49-F238E27FC236}">
                  <a16:creationId xmlns:a16="http://schemas.microsoft.com/office/drawing/2014/main" id="{B680D3C9-4B24-4739-F8E2-9B54DAA8153A}"/>
                </a:ext>
              </a:extLst>
            </p:cNvPr>
            <p:cNvSpPr/>
            <p:nvPr/>
          </p:nvSpPr>
          <p:spPr>
            <a:xfrm>
              <a:off x="1439477" y="3526920"/>
              <a:ext cx="21290" cy="212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5" name="ellipse_2584">
              <a:extLst>
                <a:ext uri="{FF2B5EF4-FFF2-40B4-BE49-F238E27FC236}">
                  <a16:creationId xmlns:a16="http://schemas.microsoft.com/office/drawing/2014/main" id="{2A4925C4-4215-1F51-C54B-45E22DDA6F8F}"/>
                </a:ext>
              </a:extLst>
            </p:cNvPr>
            <p:cNvSpPr/>
            <p:nvPr/>
          </p:nvSpPr>
          <p:spPr>
            <a:xfrm>
              <a:off x="1310268" y="3672453"/>
              <a:ext cx="21000" cy="210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6" name="ellipse_2585">
              <a:extLst>
                <a:ext uri="{FF2B5EF4-FFF2-40B4-BE49-F238E27FC236}">
                  <a16:creationId xmlns:a16="http://schemas.microsoft.com/office/drawing/2014/main" id="{187C0097-F52C-175C-7DA3-1C9EEF6BBA50}"/>
                </a:ext>
              </a:extLst>
            </p:cNvPr>
            <p:cNvSpPr/>
            <p:nvPr/>
          </p:nvSpPr>
          <p:spPr>
            <a:xfrm>
              <a:off x="1552938" y="3621802"/>
              <a:ext cx="15605" cy="156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7" name="ellipse_2586">
              <a:extLst>
                <a:ext uri="{FF2B5EF4-FFF2-40B4-BE49-F238E27FC236}">
                  <a16:creationId xmlns:a16="http://schemas.microsoft.com/office/drawing/2014/main" id="{9FB3AB6E-5D9E-82DB-3C27-961F0550577B}"/>
                </a:ext>
              </a:extLst>
            </p:cNvPr>
            <p:cNvSpPr/>
            <p:nvPr/>
          </p:nvSpPr>
          <p:spPr>
            <a:xfrm>
              <a:off x="1558418" y="3676011"/>
              <a:ext cx="22184" cy="221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8" name="ellipse_2587">
              <a:extLst>
                <a:ext uri="{FF2B5EF4-FFF2-40B4-BE49-F238E27FC236}">
                  <a16:creationId xmlns:a16="http://schemas.microsoft.com/office/drawing/2014/main" id="{4AB66F24-4349-7167-2A50-36DBDE190AA4}"/>
                </a:ext>
              </a:extLst>
            </p:cNvPr>
            <p:cNvSpPr/>
            <p:nvPr/>
          </p:nvSpPr>
          <p:spPr>
            <a:xfrm>
              <a:off x="1456866" y="3525328"/>
              <a:ext cx="23606" cy="2360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9" name="ellipse_2588">
              <a:extLst>
                <a:ext uri="{FF2B5EF4-FFF2-40B4-BE49-F238E27FC236}">
                  <a16:creationId xmlns:a16="http://schemas.microsoft.com/office/drawing/2014/main" id="{4E4C2798-ED73-D996-B180-3D2E54792783}"/>
                </a:ext>
              </a:extLst>
            </p:cNvPr>
            <p:cNvSpPr/>
            <p:nvPr/>
          </p:nvSpPr>
          <p:spPr>
            <a:xfrm>
              <a:off x="1364561" y="3569140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0" name="ellipse_2589">
              <a:extLst>
                <a:ext uri="{FF2B5EF4-FFF2-40B4-BE49-F238E27FC236}">
                  <a16:creationId xmlns:a16="http://schemas.microsoft.com/office/drawing/2014/main" id="{6E0CA98D-1246-B4EB-B835-2C0AD94D9444}"/>
                </a:ext>
              </a:extLst>
            </p:cNvPr>
            <p:cNvSpPr/>
            <p:nvPr/>
          </p:nvSpPr>
          <p:spPr>
            <a:xfrm>
              <a:off x="1539847" y="3619786"/>
              <a:ext cx="18619" cy="1861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1" name="ellipse_2590">
              <a:extLst>
                <a:ext uri="{FF2B5EF4-FFF2-40B4-BE49-F238E27FC236}">
                  <a16:creationId xmlns:a16="http://schemas.microsoft.com/office/drawing/2014/main" id="{9912F7BF-6234-D2A7-F05E-3022FFB0197E}"/>
                </a:ext>
              </a:extLst>
            </p:cNvPr>
            <p:cNvSpPr/>
            <p:nvPr/>
          </p:nvSpPr>
          <p:spPr>
            <a:xfrm>
              <a:off x="1298635" y="3654692"/>
              <a:ext cx="18927" cy="189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2" name="ellipse_2591">
              <a:extLst>
                <a:ext uri="{FF2B5EF4-FFF2-40B4-BE49-F238E27FC236}">
                  <a16:creationId xmlns:a16="http://schemas.microsoft.com/office/drawing/2014/main" id="{6A285198-FB14-991D-0FB9-8B053F9A0EB5}"/>
                </a:ext>
              </a:extLst>
            </p:cNvPr>
            <p:cNvSpPr/>
            <p:nvPr/>
          </p:nvSpPr>
          <p:spPr>
            <a:xfrm>
              <a:off x="1319712" y="3686409"/>
              <a:ext cx="23715" cy="237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3" name="ellipse_2592">
              <a:extLst>
                <a:ext uri="{FF2B5EF4-FFF2-40B4-BE49-F238E27FC236}">
                  <a16:creationId xmlns:a16="http://schemas.microsoft.com/office/drawing/2014/main" id="{C5E2BB52-B5D1-FB89-91C4-8A6A48481DA6}"/>
                </a:ext>
              </a:extLst>
            </p:cNvPr>
            <p:cNvSpPr/>
            <p:nvPr/>
          </p:nvSpPr>
          <p:spPr>
            <a:xfrm>
              <a:off x="1501588" y="3562901"/>
              <a:ext cx="22327" cy="223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4" name="ellipse_2593">
              <a:extLst>
                <a:ext uri="{FF2B5EF4-FFF2-40B4-BE49-F238E27FC236}">
                  <a16:creationId xmlns:a16="http://schemas.microsoft.com/office/drawing/2014/main" id="{4794A2A0-1A9F-8540-C4A2-4272AE2F748E}"/>
                </a:ext>
              </a:extLst>
            </p:cNvPr>
            <p:cNvSpPr/>
            <p:nvPr/>
          </p:nvSpPr>
          <p:spPr>
            <a:xfrm>
              <a:off x="1466525" y="3529327"/>
              <a:ext cx="15101" cy="1510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5" name="ellipse_2594">
              <a:extLst>
                <a:ext uri="{FF2B5EF4-FFF2-40B4-BE49-F238E27FC236}">
                  <a16:creationId xmlns:a16="http://schemas.microsoft.com/office/drawing/2014/main" id="{F5501452-1BDD-1FE0-C8F1-3B352CFF0BF2}"/>
                </a:ext>
              </a:extLst>
            </p:cNvPr>
            <p:cNvSpPr/>
            <p:nvPr/>
          </p:nvSpPr>
          <p:spPr>
            <a:xfrm>
              <a:off x="1333290" y="3551629"/>
              <a:ext cx="21303" cy="213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6" name="ellipse_2595">
              <a:extLst>
                <a:ext uri="{FF2B5EF4-FFF2-40B4-BE49-F238E27FC236}">
                  <a16:creationId xmlns:a16="http://schemas.microsoft.com/office/drawing/2014/main" id="{B689CAC9-B49E-D056-865F-DBCDC6407BB0}"/>
                </a:ext>
              </a:extLst>
            </p:cNvPr>
            <p:cNvSpPr/>
            <p:nvPr/>
          </p:nvSpPr>
          <p:spPr>
            <a:xfrm>
              <a:off x="1339812" y="3618696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7" name="ellipse_2596">
              <a:extLst>
                <a:ext uri="{FF2B5EF4-FFF2-40B4-BE49-F238E27FC236}">
                  <a16:creationId xmlns:a16="http://schemas.microsoft.com/office/drawing/2014/main" id="{623EE383-7368-4F4F-77B7-9BB81C56CCA9}"/>
                </a:ext>
              </a:extLst>
            </p:cNvPr>
            <p:cNvSpPr/>
            <p:nvPr/>
          </p:nvSpPr>
          <p:spPr>
            <a:xfrm>
              <a:off x="1322053" y="3616233"/>
              <a:ext cx="19417" cy="1941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8" name="ellipse_2597">
              <a:extLst>
                <a:ext uri="{FF2B5EF4-FFF2-40B4-BE49-F238E27FC236}">
                  <a16:creationId xmlns:a16="http://schemas.microsoft.com/office/drawing/2014/main" id="{E447EE8F-1F62-ACD6-DAE9-1C2F00D4AEC6}"/>
                </a:ext>
              </a:extLst>
            </p:cNvPr>
            <p:cNvSpPr/>
            <p:nvPr/>
          </p:nvSpPr>
          <p:spPr>
            <a:xfrm>
              <a:off x="1442627" y="3702519"/>
              <a:ext cx="16815" cy="1681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9" name="ellipse_2598">
              <a:extLst>
                <a:ext uri="{FF2B5EF4-FFF2-40B4-BE49-F238E27FC236}">
                  <a16:creationId xmlns:a16="http://schemas.microsoft.com/office/drawing/2014/main" id="{F6A6FE15-FE67-E5C2-B08C-4DFD347B2AB5}"/>
                </a:ext>
              </a:extLst>
            </p:cNvPr>
            <p:cNvSpPr/>
            <p:nvPr/>
          </p:nvSpPr>
          <p:spPr>
            <a:xfrm>
              <a:off x="1359926" y="3695336"/>
              <a:ext cx="19088" cy="190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0" name="ellipse_2599">
              <a:extLst>
                <a:ext uri="{FF2B5EF4-FFF2-40B4-BE49-F238E27FC236}">
                  <a16:creationId xmlns:a16="http://schemas.microsoft.com/office/drawing/2014/main" id="{4212EB5E-1B6C-E719-73F0-C69AA398B11E}"/>
                </a:ext>
              </a:extLst>
            </p:cNvPr>
            <p:cNvSpPr/>
            <p:nvPr/>
          </p:nvSpPr>
          <p:spPr>
            <a:xfrm>
              <a:off x="1316114" y="3579850"/>
              <a:ext cx="19778" cy="1977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1" name="ellipse_2600">
              <a:extLst>
                <a:ext uri="{FF2B5EF4-FFF2-40B4-BE49-F238E27FC236}">
                  <a16:creationId xmlns:a16="http://schemas.microsoft.com/office/drawing/2014/main" id="{C6811FE4-62DC-0B7C-E364-E91DE31B2BF4}"/>
                </a:ext>
              </a:extLst>
            </p:cNvPr>
            <p:cNvSpPr/>
            <p:nvPr/>
          </p:nvSpPr>
          <p:spPr>
            <a:xfrm>
              <a:off x="1434798" y="3553542"/>
              <a:ext cx="17285" cy="172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2" name="ellipse_2601">
              <a:extLst>
                <a:ext uri="{FF2B5EF4-FFF2-40B4-BE49-F238E27FC236}">
                  <a16:creationId xmlns:a16="http://schemas.microsoft.com/office/drawing/2014/main" id="{003C594D-862F-FDE8-8E22-E14188BB708C}"/>
                </a:ext>
              </a:extLst>
            </p:cNvPr>
            <p:cNvSpPr/>
            <p:nvPr/>
          </p:nvSpPr>
          <p:spPr>
            <a:xfrm>
              <a:off x="1494855" y="3573622"/>
              <a:ext cx="23632" cy="236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3" name="TextBox 12177">
            <a:extLst>
              <a:ext uri="{FF2B5EF4-FFF2-40B4-BE49-F238E27FC236}">
                <a16:creationId xmlns:a16="http://schemas.microsoft.com/office/drawing/2014/main" id="{897AA8C8-0D59-EE70-2737-E2CE205B755C}"/>
              </a:ext>
            </a:extLst>
          </p:cNvPr>
          <p:cNvSpPr txBox="1"/>
          <p:nvPr/>
        </p:nvSpPr>
        <p:spPr>
          <a:xfrm>
            <a:off x="1016577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3563FFB4-36A0-6ED1-99C7-D78EE5250B77}"/>
              </a:ext>
            </a:extLst>
          </p:cNvPr>
          <p:cNvGrpSpPr/>
          <p:nvPr/>
        </p:nvGrpSpPr>
        <p:grpSpPr>
          <a:xfrm>
            <a:off x="1044928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03CF2D6D-5AE5-F7D5-CE7B-6B958D90A79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C72E6C15-D1AD-00C3-B8F9-DA9B6FA30CE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7" name="Oval 12178">
            <a:extLst>
              <a:ext uri="{FF2B5EF4-FFF2-40B4-BE49-F238E27FC236}">
                <a16:creationId xmlns:a16="http://schemas.microsoft.com/office/drawing/2014/main" id="{C6B518F7-C05F-188A-03B5-B4A7B1424ABD}"/>
              </a:ext>
            </a:extLst>
          </p:cNvPr>
          <p:cNvSpPr/>
          <p:nvPr/>
        </p:nvSpPr>
        <p:spPr>
          <a:xfrm>
            <a:off x="1173722" y="3125064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18" name="TextBox 12186">
            <a:extLst>
              <a:ext uri="{FF2B5EF4-FFF2-40B4-BE49-F238E27FC236}">
                <a16:creationId xmlns:a16="http://schemas.microsoft.com/office/drawing/2014/main" id="{D5264AF5-FFC9-F85D-12B1-7A2362D95611}"/>
              </a:ext>
            </a:extLst>
          </p:cNvPr>
          <p:cNvSpPr txBox="1"/>
          <p:nvPr/>
        </p:nvSpPr>
        <p:spPr>
          <a:xfrm>
            <a:off x="1558387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A6354316-5445-B2BD-AF74-93E5AFAF7E87}"/>
              </a:ext>
            </a:extLst>
          </p:cNvPr>
          <p:cNvGrpSpPr/>
          <p:nvPr/>
        </p:nvGrpSpPr>
        <p:grpSpPr>
          <a:xfrm>
            <a:off x="1575493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DFF45789-F9D1-8BAB-C815-D8CA53A3F724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D9D2D56F-66D6-BA20-214D-BEC81DDB9DC1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AA95F881-9E7A-117C-57DA-804F464457D1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E530F259-A57A-8837-339E-5B7088A3F0EB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FAF6079D-9700-B760-47EF-4FCBDDFDB88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92EF58D1-B230-41DF-8AAD-AA1F94FFC7B6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2597DCCA-0994-9301-F8E4-AF56B89B6A0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3A57F0B1-A1ED-9F5E-1B53-357802CFF16D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EACFF15D-B3A6-D1B6-D8BD-EB8E1B8D3CF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D0AA82A8-E781-9762-AB9F-220597720BFA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31B1BBA1-065C-CBA5-D723-7862D7DB73F3}"/>
              </a:ext>
            </a:extLst>
          </p:cNvPr>
          <p:cNvGrpSpPr/>
          <p:nvPr/>
        </p:nvGrpSpPr>
        <p:grpSpPr>
          <a:xfrm>
            <a:off x="1638269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47F5E719-E805-E5A7-5FFE-71994BB96810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6DDD648B-67AA-1666-7E9E-AC4A7E0732A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AE301255-BA98-E90E-EF2A-09B66DABC99B}"/>
              </a:ext>
            </a:extLst>
          </p:cNvPr>
          <p:cNvSpPr/>
          <p:nvPr/>
        </p:nvSpPr>
        <p:spPr>
          <a:xfrm>
            <a:off x="1681200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F5D5A5CB-6460-A691-E948-43A9CED768CE}"/>
              </a:ext>
            </a:extLst>
          </p:cNvPr>
          <p:cNvSpPr txBox="1"/>
          <p:nvPr/>
        </p:nvSpPr>
        <p:spPr>
          <a:xfrm>
            <a:off x="1517029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5A15DC09-0D95-3AB8-8279-977992A1427E}"/>
              </a:ext>
            </a:extLst>
          </p:cNvPr>
          <p:cNvSpPr txBox="1"/>
          <p:nvPr/>
        </p:nvSpPr>
        <p:spPr>
          <a:xfrm>
            <a:off x="1934248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80247DB3-3340-AEE4-398D-91BF622AEFCA}"/>
              </a:ext>
            </a:extLst>
          </p:cNvPr>
          <p:cNvSpPr txBox="1"/>
          <p:nvPr/>
        </p:nvSpPr>
        <p:spPr>
          <a:xfrm>
            <a:off x="2110006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7BD76FF5-B4B6-6C07-6BEB-FD5EDA8B0801}"/>
              </a:ext>
            </a:extLst>
          </p:cNvPr>
          <p:cNvSpPr/>
          <p:nvPr/>
        </p:nvSpPr>
        <p:spPr>
          <a:xfrm>
            <a:off x="201353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07A9D74A-3116-2846-B2A4-5D5D3C5B4D4A}"/>
              </a:ext>
            </a:extLst>
          </p:cNvPr>
          <p:cNvSpPr/>
          <p:nvPr/>
        </p:nvSpPr>
        <p:spPr>
          <a:xfrm>
            <a:off x="206156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74D75380-3179-7288-17FB-68620C82203A}"/>
              </a:ext>
            </a:extLst>
          </p:cNvPr>
          <p:cNvSpPr/>
          <p:nvPr/>
        </p:nvSpPr>
        <p:spPr>
          <a:xfrm>
            <a:off x="210959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204CB858-4043-9706-F716-8A4A7AB7C38B}"/>
              </a:ext>
            </a:extLst>
          </p:cNvPr>
          <p:cNvSpPr/>
          <p:nvPr/>
        </p:nvSpPr>
        <p:spPr>
          <a:xfrm>
            <a:off x="215761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6500B1A7-394B-B65A-7C05-CF594A7D7F52}"/>
              </a:ext>
            </a:extLst>
          </p:cNvPr>
          <p:cNvSpPr/>
          <p:nvPr/>
        </p:nvSpPr>
        <p:spPr>
          <a:xfrm>
            <a:off x="220564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78A0F63A-9FAB-AA13-6CBD-0E16241FB916}"/>
              </a:ext>
            </a:extLst>
          </p:cNvPr>
          <p:cNvSpPr/>
          <p:nvPr/>
        </p:nvSpPr>
        <p:spPr>
          <a:xfrm>
            <a:off x="225367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438DF4C0-4E7B-EC6D-6333-4299C4977E55}"/>
              </a:ext>
            </a:extLst>
          </p:cNvPr>
          <p:cNvSpPr/>
          <p:nvPr/>
        </p:nvSpPr>
        <p:spPr>
          <a:xfrm>
            <a:off x="230170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C5D0A441-AE36-357F-FAE1-A256A398B9A3}"/>
              </a:ext>
            </a:extLst>
          </p:cNvPr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C96496CA-3BD3-EAC3-BF83-6C5419C97FA8}"/>
              </a:ext>
            </a:extLst>
          </p:cNvPr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2C69831C-75CE-9EE8-B64C-3F093C1B6A0A}"/>
              </a:ext>
            </a:extLst>
          </p:cNvPr>
          <p:cNvSpPr txBox="1"/>
          <p:nvPr/>
        </p:nvSpPr>
        <p:spPr>
          <a:xfrm>
            <a:off x="1592376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8D5B16DB-DE74-5E6B-A440-35376AE1FBA3}"/>
              </a:ext>
            </a:extLst>
          </p:cNvPr>
          <p:cNvSpPr/>
          <p:nvPr/>
        </p:nvSpPr>
        <p:spPr>
          <a:xfrm>
            <a:off x="2014119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6950C2F8-FC1F-4D77-2AF8-CBDB107AC964}"/>
              </a:ext>
            </a:extLst>
          </p:cNvPr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44FFFC2F-2275-0B76-BA35-57C5A0E00F4F}"/>
              </a:ext>
            </a:extLst>
          </p:cNvPr>
          <p:cNvSpPr/>
          <p:nvPr/>
        </p:nvSpPr>
        <p:spPr>
          <a:xfrm>
            <a:off x="1017387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120A595E-2AF7-1E24-1D50-134595EE0D4A}"/>
              </a:ext>
            </a:extLst>
          </p:cNvPr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A3FCD619-8102-993B-B030-B00F5E66274D}"/>
              </a:ext>
            </a:extLst>
          </p:cNvPr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40CD2C7E-2731-5490-8772-6000D1EA939F}"/>
              </a:ext>
            </a:extLst>
          </p:cNvPr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072548D1-48D8-32B9-13AD-0A2692B168FB}"/>
              </a:ext>
            </a:extLst>
          </p:cNvPr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8F4279A5-519C-416D-04A4-F3AB2C0D7969}"/>
              </a:ext>
            </a:extLst>
          </p:cNvPr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B7E1DEC4-2854-7A98-8B10-13478CDAB3CC}"/>
              </a:ext>
            </a:extLst>
          </p:cNvPr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74B41AFB-7880-5D4F-D71A-31258627F4CC}"/>
              </a:ext>
            </a:extLst>
          </p:cNvPr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E8944D3C-00F9-CFF7-9C13-AD94DAB89683}"/>
              </a:ext>
            </a:extLst>
          </p:cNvPr>
          <p:cNvSpPr txBox="1"/>
          <p:nvPr/>
        </p:nvSpPr>
        <p:spPr>
          <a:xfrm>
            <a:off x="1883926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AEFE1935-5C48-5707-62A7-62D15A93323B}"/>
              </a:ext>
            </a:extLst>
          </p:cNvPr>
          <p:cNvSpPr/>
          <p:nvPr/>
        </p:nvSpPr>
        <p:spPr>
          <a:xfrm>
            <a:off x="613980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9025CB42-0C9D-28DB-2488-48D724814E0B}"/>
              </a:ext>
            </a:extLst>
          </p:cNvPr>
          <p:cNvSpPr txBox="1"/>
          <p:nvPr/>
        </p:nvSpPr>
        <p:spPr>
          <a:xfrm>
            <a:off x="1615425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5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0D6E32A5-44E5-E8DB-E6E4-BDEEB495C443}"/>
              </a:ext>
            </a:extLst>
          </p:cNvPr>
          <p:cNvSpPr txBox="1"/>
          <p:nvPr/>
        </p:nvSpPr>
        <p:spPr>
          <a:xfrm>
            <a:off x="1346687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97820B90-CB58-2BA0-BC1D-A98F971AD263}"/>
              </a:ext>
            </a:extLst>
          </p:cNvPr>
          <p:cNvSpPr txBox="1"/>
          <p:nvPr/>
        </p:nvSpPr>
        <p:spPr>
          <a:xfrm>
            <a:off x="2883480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D54D581F-796A-D260-77C0-7E4C66F6EA28}"/>
              </a:ext>
            </a:extLst>
          </p:cNvPr>
          <p:cNvSpPr/>
          <p:nvPr/>
        </p:nvSpPr>
        <p:spPr>
          <a:xfrm>
            <a:off x="3062150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41630534-4F4B-F94E-7E8A-6505E3D7789E}"/>
              </a:ext>
            </a:extLst>
          </p:cNvPr>
          <p:cNvSpPr txBox="1"/>
          <p:nvPr/>
        </p:nvSpPr>
        <p:spPr>
          <a:xfrm>
            <a:off x="3117523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80DF77A2-3CE8-636F-56F7-6AE643BD3337}"/>
              </a:ext>
            </a:extLst>
          </p:cNvPr>
          <p:cNvSpPr txBox="1"/>
          <p:nvPr/>
        </p:nvSpPr>
        <p:spPr>
          <a:xfrm>
            <a:off x="3117523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1F59E993-B078-FFE9-E622-1005AE984CF7}"/>
              </a:ext>
            </a:extLst>
          </p:cNvPr>
          <p:cNvSpPr/>
          <p:nvPr/>
        </p:nvSpPr>
        <p:spPr>
          <a:xfrm>
            <a:off x="3093792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551ECAEC-CAE5-5D1A-203A-1F571ECCEA13}"/>
              </a:ext>
            </a:extLst>
          </p:cNvPr>
          <p:cNvSpPr txBox="1"/>
          <p:nvPr/>
        </p:nvSpPr>
        <p:spPr>
          <a:xfrm>
            <a:off x="3125433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BC8DB2E9-CD5C-B73B-E73C-B0DB69A431AA}"/>
              </a:ext>
            </a:extLst>
          </p:cNvPr>
          <p:cNvSpPr txBox="1"/>
          <p:nvPr/>
        </p:nvSpPr>
        <p:spPr>
          <a:xfrm>
            <a:off x="3117523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B4ADB74D-19D3-BC5B-4B6C-2A91B266154C}"/>
              </a:ext>
            </a:extLst>
          </p:cNvPr>
          <p:cNvSpPr txBox="1"/>
          <p:nvPr/>
        </p:nvSpPr>
        <p:spPr>
          <a:xfrm>
            <a:off x="2598297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0AC365E4-3F9A-01C5-A975-F7CEB187CAFC}"/>
              </a:ext>
            </a:extLst>
          </p:cNvPr>
          <p:cNvGrpSpPr/>
          <p:nvPr/>
        </p:nvGrpSpPr>
        <p:grpSpPr>
          <a:xfrm>
            <a:off x="2674542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2E2CF4CE-3618-A4DE-86B4-EE833188FBCC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9DAB375C-AF63-DA4A-C929-CF3466D5983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4D4D5F7B-5D1A-5F6C-229F-6AD2F70032F9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C214CEDC-612D-DA68-1DD8-3BC613C71B0B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DCF55E81-6A51-405F-ABCA-C965B0315976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B9588688-0476-EC3F-D991-13E94530CDA5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9407B93E-3B48-8192-681C-D8A843B1BB4B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E373A46C-9DD8-5A4A-025E-1424703D955E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E6477749-4FD6-145A-212C-604891B9ACA4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076C0B08-6A0F-F83B-F71E-52EAE0DFA85C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410F0112-E3B9-7917-D12B-73F594CE5F93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A8CBD6FA-AE08-C1A3-ED1E-11EF0E22D465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4EAA5D9A-63EC-F3F0-ADB4-77F36B1FF29D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DFD977AE-7A55-72E9-3D96-0828028261AA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769DD36E-EFAE-EF9B-6A3E-8B10304E398F}"/>
              </a:ext>
            </a:extLst>
          </p:cNvPr>
          <p:cNvSpPr txBox="1"/>
          <p:nvPr/>
        </p:nvSpPr>
        <p:spPr>
          <a:xfrm>
            <a:off x="2648613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FBD15FB7-44C7-C106-6AB1-AD362074C1FF}"/>
              </a:ext>
            </a:extLst>
          </p:cNvPr>
          <p:cNvSpPr/>
          <p:nvPr/>
        </p:nvSpPr>
        <p:spPr>
          <a:xfrm>
            <a:off x="2634990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7206132F-0BA2-09F1-98BD-A15E6878FDAC}"/>
              </a:ext>
            </a:extLst>
          </p:cNvPr>
          <p:cNvSpPr txBox="1"/>
          <p:nvPr/>
        </p:nvSpPr>
        <p:spPr>
          <a:xfrm>
            <a:off x="2848570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9936433E-79FD-7225-C0AB-995074262355}"/>
              </a:ext>
            </a:extLst>
          </p:cNvPr>
          <p:cNvSpPr/>
          <p:nvPr/>
        </p:nvSpPr>
        <p:spPr>
          <a:xfrm>
            <a:off x="2508424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CDDF5217-9EF2-37CA-0BD7-BE12B5479D0A}"/>
              </a:ext>
            </a:extLst>
          </p:cNvPr>
          <p:cNvSpPr/>
          <p:nvPr/>
        </p:nvSpPr>
        <p:spPr>
          <a:xfrm>
            <a:off x="3270973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99D41605-092F-BDCE-D1C0-6E3AA2A8F593}"/>
              </a:ext>
            </a:extLst>
          </p:cNvPr>
          <p:cNvSpPr/>
          <p:nvPr/>
        </p:nvSpPr>
        <p:spPr>
          <a:xfrm>
            <a:off x="333901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D5BCB644-3F2D-2063-9BDF-1B8C921DD836}"/>
              </a:ext>
            </a:extLst>
          </p:cNvPr>
          <p:cNvSpPr/>
          <p:nvPr/>
        </p:nvSpPr>
        <p:spPr>
          <a:xfrm>
            <a:off x="338026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54908D9B-E228-2042-040F-6AA295A3EE0C}"/>
              </a:ext>
            </a:extLst>
          </p:cNvPr>
          <p:cNvSpPr/>
          <p:nvPr/>
        </p:nvSpPr>
        <p:spPr>
          <a:xfrm>
            <a:off x="342150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D3C6D67A-D60B-67A3-5699-530DBED8DF5D}"/>
              </a:ext>
            </a:extLst>
          </p:cNvPr>
          <p:cNvSpPr/>
          <p:nvPr/>
        </p:nvSpPr>
        <p:spPr>
          <a:xfrm>
            <a:off x="3462755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AA9804D0-0A93-42C6-C8C1-ABF334D6A87B}"/>
              </a:ext>
            </a:extLst>
          </p:cNvPr>
          <p:cNvSpPr/>
          <p:nvPr/>
        </p:nvSpPr>
        <p:spPr>
          <a:xfrm>
            <a:off x="3504002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BCE7A904-91E6-678D-56F0-904D6475EFC7}"/>
              </a:ext>
            </a:extLst>
          </p:cNvPr>
          <p:cNvSpPr/>
          <p:nvPr/>
        </p:nvSpPr>
        <p:spPr>
          <a:xfrm>
            <a:off x="3545249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09DD1EAA-0479-454F-73DF-30B089F76F09}"/>
              </a:ext>
            </a:extLst>
          </p:cNvPr>
          <p:cNvSpPr/>
          <p:nvPr/>
        </p:nvSpPr>
        <p:spPr>
          <a:xfrm>
            <a:off x="3586496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7DBE1DF3-D5A5-95E3-DEDC-30DD8B00107F}"/>
              </a:ext>
            </a:extLst>
          </p:cNvPr>
          <p:cNvSpPr txBox="1"/>
          <p:nvPr/>
        </p:nvSpPr>
        <p:spPr>
          <a:xfrm>
            <a:off x="3164985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9396C919-45C5-359A-CF47-8979914610D7}"/>
              </a:ext>
            </a:extLst>
          </p:cNvPr>
          <p:cNvSpPr txBox="1"/>
          <p:nvPr/>
        </p:nvSpPr>
        <p:spPr>
          <a:xfrm>
            <a:off x="3671249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16A20628-B7A0-A052-BB9D-D73F1EF13B39}"/>
              </a:ext>
            </a:extLst>
          </p:cNvPr>
          <p:cNvSpPr txBox="1"/>
          <p:nvPr/>
        </p:nvSpPr>
        <p:spPr>
          <a:xfrm>
            <a:off x="4185423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1CFA69F-EF1E-D184-4D01-B082470140D0}"/>
              </a:ext>
            </a:extLst>
          </p:cNvPr>
          <p:cNvSpPr/>
          <p:nvPr/>
        </p:nvSpPr>
        <p:spPr>
          <a:xfrm>
            <a:off x="3952538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903B6893-1BC1-9108-FC47-A5A971E69A37}"/>
              </a:ext>
            </a:extLst>
          </p:cNvPr>
          <p:cNvSpPr txBox="1"/>
          <p:nvPr/>
        </p:nvSpPr>
        <p:spPr>
          <a:xfrm>
            <a:off x="3940202" y="3207444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ECDDEA77-A689-BB9E-79D7-0028DC7C9445}"/>
              </a:ext>
            </a:extLst>
          </p:cNvPr>
          <p:cNvSpPr/>
          <p:nvPr/>
        </p:nvSpPr>
        <p:spPr>
          <a:xfrm>
            <a:off x="4035126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97508B75-426B-FFF2-7546-6079DD7A59C5}"/>
              </a:ext>
            </a:extLst>
          </p:cNvPr>
          <p:cNvSpPr/>
          <p:nvPr/>
        </p:nvSpPr>
        <p:spPr>
          <a:xfrm>
            <a:off x="4083248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777B0EC9-763F-2362-747D-6B248CA7886E}"/>
              </a:ext>
            </a:extLst>
          </p:cNvPr>
          <p:cNvSpPr/>
          <p:nvPr/>
        </p:nvSpPr>
        <p:spPr>
          <a:xfrm>
            <a:off x="4131369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5E2F7404-AA96-5E8B-4DD6-A46B2D7872D0}"/>
              </a:ext>
            </a:extLst>
          </p:cNvPr>
          <p:cNvSpPr/>
          <p:nvPr/>
        </p:nvSpPr>
        <p:spPr>
          <a:xfrm>
            <a:off x="4179491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0BECBE41-487E-F49B-263A-D2115981105F}"/>
              </a:ext>
            </a:extLst>
          </p:cNvPr>
          <p:cNvSpPr/>
          <p:nvPr/>
        </p:nvSpPr>
        <p:spPr>
          <a:xfrm>
            <a:off x="4227612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D2002AC5-4F07-53A9-7179-F1E5329F1C0C}"/>
              </a:ext>
            </a:extLst>
          </p:cNvPr>
          <p:cNvSpPr/>
          <p:nvPr/>
        </p:nvSpPr>
        <p:spPr>
          <a:xfrm>
            <a:off x="4275734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70585052-DC6F-237D-9745-DB1759A6E471}"/>
              </a:ext>
            </a:extLst>
          </p:cNvPr>
          <p:cNvSpPr txBox="1"/>
          <p:nvPr/>
        </p:nvSpPr>
        <p:spPr>
          <a:xfrm>
            <a:off x="3940202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68F713DC-BD6C-F6CF-6497-BB5C789A4973}"/>
              </a:ext>
            </a:extLst>
          </p:cNvPr>
          <p:cNvSpPr/>
          <p:nvPr/>
        </p:nvSpPr>
        <p:spPr>
          <a:xfrm>
            <a:off x="4035126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E57EC43E-18BA-D8B0-4229-F37EF75ACD8B}"/>
              </a:ext>
            </a:extLst>
          </p:cNvPr>
          <p:cNvSpPr/>
          <p:nvPr/>
        </p:nvSpPr>
        <p:spPr>
          <a:xfrm>
            <a:off x="4083248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DC16DCBB-FA0C-FF6E-9D55-ED57A0E3A888}"/>
              </a:ext>
            </a:extLst>
          </p:cNvPr>
          <p:cNvSpPr/>
          <p:nvPr/>
        </p:nvSpPr>
        <p:spPr>
          <a:xfrm>
            <a:off x="4131369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FEDD01B5-67CB-003D-9E5D-6858EB0ACA74}"/>
              </a:ext>
            </a:extLst>
          </p:cNvPr>
          <p:cNvSpPr/>
          <p:nvPr/>
        </p:nvSpPr>
        <p:spPr>
          <a:xfrm>
            <a:off x="4179491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50525390-B870-442A-FB6E-0F6509CD6403}"/>
              </a:ext>
            </a:extLst>
          </p:cNvPr>
          <p:cNvSpPr/>
          <p:nvPr/>
        </p:nvSpPr>
        <p:spPr>
          <a:xfrm>
            <a:off x="4227612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03F0FE18-2211-B73B-238D-BC3A3B13C093}"/>
              </a:ext>
            </a:extLst>
          </p:cNvPr>
          <p:cNvSpPr/>
          <p:nvPr/>
        </p:nvSpPr>
        <p:spPr>
          <a:xfrm>
            <a:off x="4275734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E0AF7042-EF94-DA28-BA93-5DB9D637BBA8}"/>
              </a:ext>
            </a:extLst>
          </p:cNvPr>
          <p:cNvSpPr txBox="1"/>
          <p:nvPr/>
        </p:nvSpPr>
        <p:spPr>
          <a:xfrm>
            <a:off x="3940202" y="3332997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640CE3A1-07DC-C089-03B9-B56E06650FD3}"/>
              </a:ext>
            </a:extLst>
          </p:cNvPr>
          <p:cNvSpPr/>
          <p:nvPr/>
        </p:nvSpPr>
        <p:spPr>
          <a:xfrm>
            <a:off x="4035126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57E88834-31FA-55F1-B6E8-A5B73E093120}"/>
              </a:ext>
            </a:extLst>
          </p:cNvPr>
          <p:cNvSpPr/>
          <p:nvPr/>
        </p:nvSpPr>
        <p:spPr>
          <a:xfrm>
            <a:off x="4083248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D4F02CF1-95A4-6BAE-7B5A-2B9734A0906F}"/>
              </a:ext>
            </a:extLst>
          </p:cNvPr>
          <p:cNvSpPr/>
          <p:nvPr/>
        </p:nvSpPr>
        <p:spPr>
          <a:xfrm>
            <a:off x="4131369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388D76A5-B8DF-2183-5760-A0C7B612FA89}"/>
              </a:ext>
            </a:extLst>
          </p:cNvPr>
          <p:cNvSpPr/>
          <p:nvPr/>
        </p:nvSpPr>
        <p:spPr>
          <a:xfrm>
            <a:off x="4179491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731AD165-4154-5747-755F-90DDBFE91C0C}"/>
              </a:ext>
            </a:extLst>
          </p:cNvPr>
          <p:cNvSpPr/>
          <p:nvPr/>
        </p:nvSpPr>
        <p:spPr>
          <a:xfrm>
            <a:off x="4227612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C882025D-0E6B-474D-059A-12A8AF7A5265}"/>
              </a:ext>
            </a:extLst>
          </p:cNvPr>
          <p:cNvSpPr/>
          <p:nvPr/>
        </p:nvSpPr>
        <p:spPr>
          <a:xfrm>
            <a:off x="4275734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5BD39FD9-1204-CF96-BCEC-5641BC4D6B56}"/>
              </a:ext>
            </a:extLst>
          </p:cNvPr>
          <p:cNvSpPr txBox="1"/>
          <p:nvPr/>
        </p:nvSpPr>
        <p:spPr>
          <a:xfrm>
            <a:off x="4193334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DF3BFD4F-4351-201D-048F-0EC6FEA54BB9}"/>
              </a:ext>
            </a:extLst>
          </p:cNvPr>
          <p:cNvSpPr/>
          <p:nvPr/>
        </p:nvSpPr>
        <p:spPr>
          <a:xfrm>
            <a:off x="3837367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2DE9F8ED-89EF-161D-EAE2-3B92E38A4109}"/>
              </a:ext>
            </a:extLst>
          </p:cNvPr>
          <p:cNvSpPr/>
          <p:nvPr/>
        </p:nvSpPr>
        <p:spPr>
          <a:xfrm>
            <a:off x="3291551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043C61B1-8CC4-370F-EB1F-7A6EA4CF9F31}"/>
              </a:ext>
            </a:extLst>
          </p:cNvPr>
          <p:cNvSpPr/>
          <p:nvPr/>
        </p:nvSpPr>
        <p:spPr>
          <a:xfrm>
            <a:off x="3315283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3F28B1A8-FB61-F2AA-9469-3935A03CE6F3}"/>
              </a:ext>
            </a:extLst>
          </p:cNvPr>
          <p:cNvSpPr/>
          <p:nvPr/>
        </p:nvSpPr>
        <p:spPr>
          <a:xfrm>
            <a:off x="3363310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4368CED2-2B3F-8606-F96C-3BC02E6D6FC3}"/>
              </a:ext>
            </a:extLst>
          </p:cNvPr>
          <p:cNvSpPr/>
          <p:nvPr/>
        </p:nvSpPr>
        <p:spPr>
          <a:xfrm>
            <a:off x="3411337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FFC809E8-EE16-69D6-6364-B1181B07A0A7}"/>
              </a:ext>
            </a:extLst>
          </p:cNvPr>
          <p:cNvSpPr/>
          <p:nvPr/>
        </p:nvSpPr>
        <p:spPr>
          <a:xfrm>
            <a:off x="3459364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76BE7007-48ED-CF99-1CED-D18CB154E36B}"/>
              </a:ext>
            </a:extLst>
          </p:cNvPr>
          <p:cNvSpPr/>
          <p:nvPr/>
        </p:nvSpPr>
        <p:spPr>
          <a:xfrm>
            <a:off x="3507392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03C868C4-084F-A201-E128-693EAB89D6BE}"/>
              </a:ext>
            </a:extLst>
          </p:cNvPr>
          <p:cNvSpPr/>
          <p:nvPr/>
        </p:nvSpPr>
        <p:spPr>
          <a:xfrm>
            <a:off x="3555419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26A21743-2570-B041-F2F9-8032278BC956}"/>
              </a:ext>
            </a:extLst>
          </p:cNvPr>
          <p:cNvSpPr/>
          <p:nvPr/>
        </p:nvSpPr>
        <p:spPr>
          <a:xfrm>
            <a:off x="3603446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482EBDD3-E894-8540-2DED-48E8CFA7A82E}"/>
              </a:ext>
            </a:extLst>
          </p:cNvPr>
          <p:cNvSpPr txBox="1"/>
          <p:nvPr/>
        </p:nvSpPr>
        <p:spPr>
          <a:xfrm>
            <a:off x="3684143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73114D94-8C48-F0AE-591A-C9E0739E94DB}"/>
              </a:ext>
            </a:extLst>
          </p:cNvPr>
          <p:cNvSpPr/>
          <p:nvPr/>
        </p:nvSpPr>
        <p:spPr>
          <a:xfrm>
            <a:off x="3085881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E492BAAB-7B8C-5100-0CDF-19C6B54BAEFD}"/>
              </a:ext>
            </a:extLst>
          </p:cNvPr>
          <p:cNvSpPr txBox="1"/>
          <p:nvPr/>
        </p:nvSpPr>
        <p:spPr>
          <a:xfrm>
            <a:off x="3087003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2BB37D4B-C195-841E-992D-CE4FE0A08F62}"/>
              </a:ext>
            </a:extLst>
          </p:cNvPr>
          <p:cNvSpPr txBox="1"/>
          <p:nvPr/>
        </p:nvSpPr>
        <p:spPr>
          <a:xfrm>
            <a:off x="3741774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5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D80F16D4-7691-FE99-9268-904B0A8687DF}"/>
              </a:ext>
            </a:extLst>
          </p:cNvPr>
          <p:cNvSpPr txBox="1"/>
          <p:nvPr/>
        </p:nvSpPr>
        <p:spPr>
          <a:xfrm>
            <a:off x="4001148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B47BF685-8C4E-6DB4-4E4D-CD010A6E149A}"/>
              </a:ext>
            </a:extLst>
          </p:cNvPr>
          <p:cNvSpPr txBox="1"/>
          <p:nvPr/>
        </p:nvSpPr>
        <p:spPr>
          <a:xfrm>
            <a:off x="4137961" y="4019017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E70F1FEA-1E9D-431F-55E4-80DDBEBE448D}"/>
              </a:ext>
            </a:extLst>
          </p:cNvPr>
          <p:cNvSpPr txBox="1"/>
          <p:nvPr/>
        </p:nvSpPr>
        <p:spPr>
          <a:xfrm>
            <a:off x="3940202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B0402E85-60C5-8E7C-4837-1366586504A6}"/>
              </a:ext>
            </a:extLst>
          </p:cNvPr>
          <p:cNvSpPr/>
          <p:nvPr/>
        </p:nvSpPr>
        <p:spPr>
          <a:xfrm>
            <a:off x="403512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33FECB55-13BE-9800-D740-39BC697199D6}"/>
              </a:ext>
            </a:extLst>
          </p:cNvPr>
          <p:cNvSpPr/>
          <p:nvPr/>
        </p:nvSpPr>
        <p:spPr>
          <a:xfrm>
            <a:off x="413796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8C88B46F-6FBA-66AD-7C52-585C598A816C}"/>
              </a:ext>
            </a:extLst>
          </p:cNvPr>
          <p:cNvSpPr/>
          <p:nvPr/>
        </p:nvSpPr>
        <p:spPr>
          <a:xfrm>
            <a:off x="424079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AB3D6CDB-5CA2-A77B-0C4F-B0A831BE56B4}"/>
              </a:ext>
            </a:extLst>
          </p:cNvPr>
          <p:cNvSpPr/>
          <p:nvPr/>
        </p:nvSpPr>
        <p:spPr>
          <a:xfrm>
            <a:off x="434363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FFBFEBFA-8191-4FDA-2FBA-CBC851E23C6B}"/>
              </a:ext>
            </a:extLst>
          </p:cNvPr>
          <p:cNvSpPr/>
          <p:nvPr/>
        </p:nvSpPr>
        <p:spPr>
          <a:xfrm>
            <a:off x="403512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7928BF20-3CDC-9623-9C62-B67F1B11E39D}"/>
              </a:ext>
            </a:extLst>
          </p:cNvPr>
          <p:cNvSpPr/>
          <p:nvPr/>
        </p:nvSpPr>
        <p:spPr>
          <a:xfrm>
            <a:off x="4137961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C696EA86-074A-E37D-F9CF-650AFA51B817}"/>
              </a:ext>
            </a:extLst>
          </p:cNvPr>
          <p:cNvSpPr/>
          <p:nvPr/>
        </p:nvSpPr>
        <p:spPr>
          <a:xfrm>
            <a:off x="424079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38856FC0-20F8-BD78-2A86-5CB77DEA68A3}"/>
              </a:ext>
            </a:extLst>
          </p:cNvPr>
          <p:cNvSpPr/>
          <p:nvPr/>
        </p:nvSpPr>
        <p:spPr>
          <a:xfrm>
            <a:off x="434363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1919833E-13B6-3995-C373-262B61167D53}"/>
              </a:ext>
            </a:extLst>
          </p:cNvPr>
          <p:cNvSpPr/>
          <p:nvPr/>
        </p:nvSpPr>
        <p:spPr>
          <a:xfrm>
            <a:off x="403512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8AEC1127-07C3-FBD4-0354-D492A9D35315}"/>
              </a:ext>
            </a:extLst>
          </p:cNvPr>
          <p:cNvSpPr/>
          <p:nvPr/>
        </p:nvSpPr>
        <p:spPr>
          <a:xfrm>
            <a:off x="413796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84F5C606-A878-BB91-1BFC-2061FE435658}"/>
              </a:ext>
            </a:extLst>
          </p:cNvPr>
          <p:cNvSpPr/>
          <p:nvPr/>
        </p:nvSpPr>
        <p:spPr>
          <a:xfrm>
            <a:off x="424079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FCBD67DE-6A4E-C77B-8FB4-3F3087529A4A}"/>
              </a:ext>
            </a:extLst>
          </p:cNvPr>
          <p:cNvSpPr/>
          <p:nvPr/>
        </p:nvSpPr>
        <p:spPr>
          <a:xfrm>
            <a:off x="434363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1ECC0ED4-C642-049D-E796-F62F42FB7062}"/>
              </a:ext>
            </a:extLst>
          </p:cNvPr>
          <p:cNvSpPr txBox="1"/>
          <p:nvPr/>
        </p:nvSpPr>
        <p:spPr>
          <a:xfrm>
            <a:off x="4035127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2F918563-A526-A61D-F989-031698F25608}"/>
              </a:ext>
            </a:extLst>
          </p:cNvPr>
          <p:cNvGrpSpPr/>
          <p:nvPr/>
        </p:nvGrpSpPr>
        <p:grpSpPr>
          <a:xfrm>
            <a:off x="1848794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411083DB-12E9-D6C0-677E-D529CD0A6352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341C6245-1F42-96F7-1F57-16D24A4F693A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BA2A8857-BA87-F9B6-F1E5-9CE0D6D0B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2ACAA6E1-386C-428E-BB24-32BF38CED366}"/>
              </a:ext>
            </a:extLst>
          </p:cNvPr>
          <p:cNvGrpSpPr/>
          <p:nvPr/>
        </p:nvGrpSpPr>
        <p:grpSpPr>
          <a:xfrm>
            <a:off x="4121891" y="457662"/>
            <a:ext cx="287558" cy="196430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0C4BC507-44B1-B5BA-EC64-BF09409081B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1D4D7FD6-E7A7-3B63-DA06-63E05D565398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6FACCC34-F35B-07F8-4258-3D5C287D5C6B}"/>
              </a:ext>
            </a:extLst>
          </p:cNvPr>
          <p:cNvGrpSpPr/>
          <p:nvPr/>
        </p:nvGrpSpPr>
        <p:grpSpPr>
          <a:xfrm>
            <a:off x="4109184" y="735960"/>
            <a:ext cx="307808" cy="174155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C032E89A-A4B3-4931-8504-E9B47EF6E3F5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26DEDEBE-484F-216A-336A-287C8E160FD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5B7FC8C2-8402-A16A-996C-05698ACC75EE}"/>
              </a:ext>
            </a:extLst>
          </p:cNvPr>
          <p:cNvGrpSpPr/>
          <p:nvPr/>
        </p:nvGrpSpPr>
        <p:grpSpPr>
          <a:xfrm>
            <a:off x="4109970" y="1046710"/>
            <a:ext cx="311858" cy="170105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4BD43286-68AE-5B16-10E9-B249074D656C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430C296B-A998-DFCA-1624-9DC45624F8B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4" name="Visual revision native elements">
            <a:extLst>
              <a:ext uri="{FF2B5EF4-FFF2-40B4-BE49-F238E27FC236}">
                <a16:creationId xmlns:a16="http://schemas.microsoft.com/office/drawing/2014/main" id="{9344E0B5-F3D6-97AE-3868-80EE0C246679}"/>
              </a:ext>
            </a:extLst>
          </p:cNvPr>
          <p:cNvGrpSpPr/>
          <p:nvPr/>
        </p:nvGrpSpPr>
        <p:grpSpPr>
          <a:xfrm>
            <a:off x="1060070" y="415407"/>
            <a:ext cx="4865197" cy="3926646"/>
            <a:chOff x="2485594" y="976950"/>
            <a:chExt cx="11441916" cy="9234640"/>
          </a:xfrm>
        </p:grpSpPr>
        <p:sp>
          <p:nvSpPr>
            <p:cNvPr id="765" name="Find auxiliary label">
              <a:extLst>
                <a:ext uri="{FF2B5EF4-FFF2-40B4-BE49-F238E27FC236}">
                  <a16:creationId xmlns:a16="http://schemas.microsoft.com/office/drawing/2014/main" id="{B514ED94-77A5-45AF-014D-9A0233F12ED0}"/>
                </a:ext>
              </a:extLst>
            </p:cNvPr>
            <p:cNvSpPr>
              <a:spLocks noGrp="1"/>
            </p:cNvSpPr>
            <p:nvPr/>
          </p:nvSpPr>
          <p:spPr>
            <a:xfrm>
              <a:off x="9540969" y="3570727"/>
              <a:ext cx="1019176" cy="37147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6" name="Match auxiliary label">
              <a:extLst>
                <a:ext uri="{FF2B5EF4-FFF2-40B4-BE49-F238E27FC236}">
                  <a16:creationId xmlns:a16="http://schemas.microsoft.com/office/drawing/2014/main" id="{1B853730-8497-D7E6-56CC-8DD849A6EFF8}"/>
                </a:ext>
              </a:extLst>
            </p:cNvPr>
            <p:cNvSpPr>
              <a:spLocks noGrp="1"/>
            </p:cNvSpPr>
            <p:nvPr/>
          </p:nvSpPr>
          <p:spPr>
            <a:xfrm>
              <a:off x="3419475" y="6686550"/>
              <a:ext cx="952500" cy="40957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7" name="Concat label">
              <a:extLst>
                <a:ext uri="{FF2B5EF4-FFF2-40B4-BE49-F238E27FC236}">
                  <a16:creationId xmlns:a16="http://schemas.microsoft.com/office/drawing/2014/main" id="{6FD2CEF0-F623-AD8C-EEC6-B3BF30A97FB9}"/>
                </a:ext>
              </a:extLst>
            </p:cNvPr>
            <p:cNvSpPr>
              <a:spLocks noGrp="1"/>
            </p:cNvSpPr>
            <p:nvPr/>
          </p:nvSpPr>
          <p:spPr>
            <a:xfrm>
              <a:off x="2485594" y="8487205"/>
              <a:ext cx="609600" cy="190500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68" dirty="0" err="1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Concat</a:t>
              </a:r>
              <a:endParaRPr sz="568" dirty="0">
                <a:solidFill>
                  <a:srgbClr val="71808C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768" name="Build four inputs">
              <a:extLst>
                <a:ext uri="{FF2B5EF4-FFF2-40B4-BE49-F238E27FC236}">
                  <a16:creationId xmlns:a16="http://schemas.microsoft.com/office/drawing/2014/main" id="{541ADBE4-7260-8437-2EA3-3B53B88B9E31}"/>
                </a:ext>
              </a:extLst>
            </p:cNvPr>
            <p:cNvSpPr>
              <a:spLocks noGrp="1"/>
            </p:cNvSpPr>
            <p:nvPr/>
          </p:nvSpPr>
          <p:spPr>
            <a:xfrm>
              <a:off x="11001313" y="976950"/>
              <a:ext cx="2725234" cy="2927983"/>
            </a:xfrm>
            <a:prstGeom prst="roundRect">
              <a:avLst>
                <a:gd name="adj" fmla="val 4554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69" name="Site label">
              <a:extLst>
                <a:ext uri="{FF2B5EF4-FFF2-40B4-BE49-F238E27FC236}">
                  <a16:creationId xmlns:a16="http://schemas.microsoft.com/office/drawing/2014/main" id="{BC478A55-A873-446F-125E-E23C652AD9C9}"/>
                </a:ext>
              </a:extLst>
            </p:cNvPr>
            <p:cNvSpPr>
              <a:spLocks noGrp="1"/>
            </p:cNvSpPr>
            <p:nvPr/>
          </p:nvSpPr>
          <p:spPr>
            <a:xfrm>
              <a:off x="11159211" y="1963677"/>
              <a:ext cx="1209675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Site</a:t>
              </a:r>
            </a:p>
          </p:txBody>
        </p:sp>
        <p:sp>
          <p:nvSpPr>
            <p:cNvPr id="770" name="Site provenance">
              <a:extLst>
                <a:ext uri="{FF2B5EF4-FFF2-40B4-BE49-F238E27FC236}">
                  <a16:creationId xmlns:a16="http://schemas.microsoft.com/office/drawing/2014/main" id="{018A41F1-F862-12C7-0890-90F9A1726B0D}"/>
                </a:ext>
              </a:extLst>
            </p:cNvPr>
            <p:cNvSpPr>
              <a:spLocks noGrp="1"/>
            </p:cNvSpPr>
            <p:nvPr/>
          </p:nvSpPr>
          <p:spPr>
            <a:xfrm>
              <a:off x="11189079" y="2199832"/>
              <a:ext cx="1209675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Find</a:t>
              </a:r>
            </a:p>
          </p:txBody>
        </p:sp>
        <p:sp>
          <p:nvSpPr>
            <p:cNvPr id="771" name="Pocket label">
              <a:extLst>
                <a:ext uri="{FF2B5EF4-FFF2-40B4-BE49-F238E27FC236}">
                  <a16:creationId xmlns:a16="http://schemas.microsoft.com/office/drawing/2014/main" id="{F8A105BF-D2E0-52A7-A8D8-A0BE52B6A252}"/>
                </a:ext>
              </a:extLst>
            </p:cNvPr>
            <p:cNvSpPr>
              <a:spLocks noGrp="1"/>
            </p:cNvSpPr>
            <p:nvPr/>
          </p:nvSpPr>
          <p:spPr>
            <a:xfrm>
              <a:off x="12476322" y="2009387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Pocket</a:t>
              </a:r>
            </a:p>
          </p:txBody>
        </p:sp>
        <p:sp>
          <p:nvSpPr>
            <p:cNvPr id="773" name="SMILES label">
              <a:extLst>
                <a:ext uri="{FF2B5EF4-FFF2-40B4-BE49-F238E27FC236}">
                  <a16:creationId xmlns:a16="http://schemas.microsoft.com/office/drawing/2014/main" id="{B59D4EA2-DA4F-1940-4422-FAA8379FF452}"/>
                </a:ext>
              </a:extLst>
            </p:cNvPr>
            <p:cNvSpPr>
              <a:spLocks noGrp="1"/>
            </p:cNvSpPr>
            <p:nvPr/>
          </p:nvSpPr>
          <p:spPr>
            <a:xfrm>
              <a:off x="11123464" y="3385841"/>
              <a:ext cx="1209675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SMILES</a:t>
              </a:r>
            </a:p>
          </p:txBody>
        </p:sp>
        <p:sp>
          <p:nvSpPr>
            <p:cNvPr id="774" name="SMILES provenance">
              <a:extLst>
                <a:ext uri="{FF2B5EF4-FFF2-40B4-BE49-F238E27FC236}">
                  <a16:creationId xmlns:a16="http://schemas.microsoft.com/office/drawing/2014/main" id="{611D246E-3109-E020-FC7E-DD32865D3DC9}"/>
                </a:ext>
              </a:extLst>
            </p:cNvPr>
            <p:cNvSpPr>
              <a:spLocks noGrp="1"/>
            </p:cNvSpPr>
            <p:nvPr/>
          </p:nvSpPr>
          <p:spPr>
            <a:xfrm>
              <a:off x="11123464" y="3599932"/>
              <a:ext cx="1209675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Match</a:t>
              </a:r>
            </a:p>
          </p:txBody>
        </p:sp>
        <p:sp>
          <p:nvSpPr>
            <p:cNvPr id="775" name="Density input label">
              <a:extLst>
                <a:ext uri="{FF2B5EF4-FFF2-40B4-BE49-F238E27FC236}">
                  <a16:creationId xmlns:a16="http://schemas.microsoft.com/office/drawing/2014/main" id="{DA19550D-F458-C41B-23EE-A1D43AB8D8C8}"/>
                </a:ext>
              </a:extLst>
            </p:cNvPr>
            <p:cNvSpPr>
              <a:spLocks noGrp="1"/>
            </p:cNvSpPr>
            <p:nvPr/>
          </p:nvSpPr>
          <p:spPr>
            <a:xfrm>
              <a:off x="12513676" y="3413346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</p:txBody>
        </p:sp>
        <p:sp>
          <p:nvSpPr>
            <p:cNvPr id="776" name="Docking tools title">
              <a:extLst>
                <a:ext uri="{FF2B5EF4-FFF2-40B4-BE49-F238E27FC236}">
                  <a16:creationId xmlns:a16="http://schemas.microsoft.com/office/drawing/2014/main" id="{0668831D-3708-ACEA-C42A-E3B8811B2830}"/>
                </a:ext>
              </a:extLst>
            </p:cNvPr>
            <p:cNvSpPr>
              <a:spLocks noGrp="1"/>
            </p:cNvSpPr>
            <p:nvPr/>
          </p:nvSpPr>
          <p:spPr>
            <a:xfrm>
              <a:off x="11191775" y="4392600"/>
              <a:ext cx="2590801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Downstream </a:t>
              </a:r>
              <a:r>
                <a:rPr lang="en-US" b="0" dirty="0"/>
                <a:t>d</a:t>
              </a:r>
              <a:r>
                <a:rPr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ocking tools</a:t>
              </a:r>
            </a:p>
          </p:txBody>
        </p:sp>
        <p:sp>
          <p:nvSpPr>
            <p:cNvPr id="777" name="Build pose output">
              <a:extLst>
                <a:ext uri="{FF2B5EF4-FFF2-40B4-BE49-F238E27FC236}">
                  <a16:creationId xmlns:a16="http://schemas.microsoft.com/office/drawing/2014/main" id="{48D5CA91-D757-D2DF-1FE9-31F7F95AC134}"/>
                </a:ext>
              </a:extLst>
            </p:cNvPr>
            <p:cNvSpPr>
              <a:spLocks noGrp="1"/>
            </p:cNvSpPr>
            <p:nvPr/>
          </p:nvSpPr>
          <p:spPr>
            <a:xfrm>
              <a:off x="11062547" y="7997501"/>
              <a:ext cx="2602229" cy="2214089"/>
            </a:xfrm>
            <a:prstGeom prst="roundRect">
              <a:avLst>
                <a:gd name="adj" fmla="val 5395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</p:sp>
        <p:sp>
          <p:nvSpPr>
            <p:cNvPr id="778" name="All atom pose label">
              <a:extLst>
                <a:ext uri="{FF2B5EF4-FFF2-40B4-BE49-F238E27FC236}">
                  <a16:creationId xmlns:a16="http://schemas.microsoft.com/office/drawing/2014/main" id="{4120E866-BA22-E675-1BB6-F29457CF09F7}"/>
                </a:ext>
              </a:extLst>
            </p:cNvPr>
            <p:cNvSpPr>
              <a:spLocks noGrp="1"/>
            </p:cNvSpPr>
            <p:nvPr/>
          </p:nvSpPr>
          <p:spPr>
            <a:xfrm>
              <a:off x="11031910" y="9822113"/>
              <a:ext cx="2895600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All-atom ligand pose</a:t>
              </a:r>
            </a:p>
          </p:txBody>
        </p:sp>
      </p:grpSp>
      <p:grpSp>
        <p:nvGrpSpPr>
          <p:cNvPr id="779" name="Build | Site p">
            <a:extLst>
              <a:ext uri="{FF2B5EF4-FFF2-40B4-BE49-F238E27FC236}">
                <a16:creationId xmlns:a16="http://schemas.microsoft.com/office/drawing/2014/main" id="{113133F4-E8A6-2551-0B22-E20EC55FD709}"/>
              </a:ext>
            </a:extLst>
          </p:cNvPr>
          <p:cNvGrpSpPr/>
          <p:nvPr/>
        </p:nvGrpSpPr>
        <p:grpSpPr>
          <a:xfrm>
            <a:off x="4777278" y="482609"/>
            <a:ext cx="413921" cy="347904"/>
            <a:chOff x="156538" y="5645738"/>
            <a:chExt cx="422329" cy="355206"/>
          </a:xfrm>
        </p:grpSpPr>
        <p:grpSp>
          <p:nvGrpSpPr>
            <p:cNvPr id="780" name="d | Site p: local receptor environment">
              <a:extLst>
                <a:ext uri="{FF2B5EF4-FFF2-40B4-BE49-F238E27FC236}">
                  <a16:creationId xmlns:a16="http://schemas.microsoft.com/office/drawing/2014/main" id="{2BE90120-DBFB-9D44-7567-48D57E5702E0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781" name="ellipse_2785">
                <a:extLst>
                  <a:ext uri="{FF2B5EF4-FFF2-40B4-BE49-F238E27FC236}">
                    <a16:creationId xmlns:a16="http://schemas.microsoft.com/office/drawing/2014/main" id="{97F0FF0D-C42B-A2E2-D450-C0C72FBD561A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2" name="ellipse_2786">
                <a:extLst>
                  <a:ext uri="{FF2B5EF4-FFF2-40B4-BE49-F238E27FC236}">
                    <a16:creationId xmlns:a16="http://schemas.microsoft.com/office/drawing/2014/main" id="{8ED92337-D73E-D66C-45D3-42D0B993269A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3" name="ellipse_2787">
                <a:extLst>
                  <a:ext uri="{FF2B5EF4-FFF2-40B4-BE49-F238E27FC236}">
                    <a16:creationId xmlns:a16="http://schemas.microsoft.com/office/drawing/2014/main" id="{E6C18DF6-4701-14A4-EE9B-CF65E7E6BFDC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4" name="ellipse_2788">
                <a:extLst>
                  <a:ext uri="{FF2B5EF4-FFF2-40B4-BE49-F238E27FC236}">
                    <a16:creationId xmlns:a16="http://schemas.microsoft.com/office/drawing/2014/main" id="{5667D049-C602-D436-1BEA-B35159BDDB50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5" name="ellipse_2789">
                <a:extLst>
                  <a:ext uri="{FF2B5EF4-FFF2-40B4-BE49-F238E27FC236}">
                    <a16:creationId xmlns:a16="http://schemas.microsoft.com/office/drawing/2014/main" id="{B6E6C05B-E0D7-964B-852D-387F2D2DBE16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6" name="ellipse_2790">
                <a:extLst>
                  <a:ext uri="{FF2B5EF4-FFF2-40B4-BE49-F238E27FC236}">
                    <a16:creationId xmlns:a16="http://schemas.microsoft.com/office/drawing/2014/main" id="{96CEE992-E2AD-8883-B845-62AEC0A1C0BC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7" name="ellipse_2791">
                <a:extLst>
                  <a:ext uri="{FF2B5EF4-FFF2-40B4-BE49-F238E27FC236}">
                    <a16:creationId xmlns:a16="http://schemas.microsoft.com/office/drawing/2014/main" id="{12245C10-D8F3-E509-2AA9-1D3B4720CD4C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8" name="ellipse_2792">
                <a:extLst>
                  <a:ext uri="{FF2B5EF4-FFF2-40B4-BE49-F238E27FC236}">
                    <a16:creationId xmlns:a16="http://schemas.microsoft.com/office/drawing/2014/main" id="{B7516E93-4006-108D-EF30-DAF2637B524E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9" name="ellipse_2793">
                <a:extLst>
                  <a:ext uri="{FF2B5EF4-FFF2-40B4-BE49-F238E27FC236}">
                    <a16:creationId xmlns:a16="http://schemas.microsoft.com/office/drawing/2014/main" id="{3A275E49-132A-CFD1-1AFA-986C5A335570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0" name="ellipse_2794">
                <a:extLst>
                  <a:ext uri="{FF2B5EF4-FFF2-40B4-BE49-F238E27FC236}">
                    <a16:creationId xmlns:a16="http://schemas.microsoft.com/office/drawing/2014/main" id="{5C4A7C2B-73C4-1578-A559-F664133EB79A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1" name="ellipse_2795">
                <a:extLst>
                  <a:ext uri="{FF2B5EF4-FFF2-40B4-BE49-F238E27FC236}">
                    <a16:creationId xmlns:a16="http://schemas.microsoft.com/office/drawing/2014/main" id="{1DF5052A-1368-2DA4-1358-A578DCCEAAE0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2" name="ellipse_2796">
                <a:extLst>
                  <a:ext uri="{FF2B5EF4-FFF2-40B4-BE49-F238E27FC236}">
                    <a16:creationId xmlns:a16="http://schemas.microsoft.com/office/drawing/2014/main" id="{DCD0993D-B88C-1E84-15B1-838A87B5AB48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3" name="ellipse_2797">
                <a:extLst>
                  <a:ext uri="{FF2B5EF4-FFF2-40B4-BE49-F238E27FC236}">
                    <a16:creationId xmlns:a16="http://schemas.microsoft.com/office/drawing/2014/main" id="{12BD2224-A557-61B5-5333-84EADF35B7D9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4" name="ellipse_2798">
                <a:extLst>
                  <a:ext uri="{FF2B5EF4-FFF2-40B4-BE49-F238E27FC236}">
                    <a16:creationId xmlns:a16="http://schemas.microsoft.com/office/drawing/2014/main" id="{D12625E6-D2F6-A524-6A0D-2326185322E9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5" name="ellipse_2799">
                <a:extLst>
                  <a:ext uri="{FF2B5EF4-FFF2-40B4-BE49-F238E27FC236}">
                    <a16:creationId xmlns:a16="http://schemas.microsoft.com/office/drawing/2014/main" id="{A4799BEF-75DF-7ECD-F755-8172DD98FB35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6" name="ellipse_2800">
                <a:extLst>
                  <a:ext uri="{FF2B5EF4-FFF2-40B4-BE49-F238E27FC236}">
                    <a16:creationId xmlns:a16="http://schemas.microsoft.com/office/drawing/2014/main" id="{F0D6797C-6105-3AED-270E-00A754F0B570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7" name="ellipse_2801">
                <a:extLst>
                  <a:ext uri="{FF2B5EF4-FFF2-40B4-BE49-F238E27FC236}">
                    <a16:creationId xmlns:a16="http://schemas.microsoft.com/office/drawing/2014/main" id="{F7BA14C1-C2C9-E79C-05C0-CBB5E74C2839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8" name="ellipse_2802">
                <a:extLst>
                  <a:ext uri="{FF2B5EF4-FFF2-40B4-BE49-F238E27FC236}">
                    <a16:creationId xmlns:a16="http://schemas.microsoft.com/office/drawing/2014/main" id="{E0064F13-0D2A-0C2B-0100-9451199CC51A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9" name="ellipse_2803">
                <a:extLst>
                  <a:ext uri="{FF2B5EF4-FFF2-40B4-BE49-F238E27FC236}">
                    <a16:creationId xmlns:a16="http://schemas.microsoft.com/office/drawing/2014/main" id="{A0DE82EC-2C32-F832-AA0D-46FE92652043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0" name="ellipse_2804">
                <a:extLst>
                  <a:ext uri="{FF2B5EF4-FFF2-40B4-BE49-F238E27FC236}">
                    <a16:creationId xmlns:a16="http://schemas.microsoft.com/office/drawing/2014/main" id="{4EF17C27-11F7-81D4-AA82-77E9B14A39FC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1" name="ellipse_2805">
                <a:extLst>
                  <a:ext uri="{FF2B5EF4-FFF2-40B4-BE49-F238E27FC236}">
                    <a16:creationId xmlns:a16="http://schemas.microsoft.com/office/drawing/2014/main" id="{CDE0EEF2-1CD8-CD65-56D6-5BD1C45E1FA0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2" name="ellipse_2806">
                <a:extLst>
                  <a:ext uri="{FF2B5EF4-FFF2-40B4-BE49-F238E27FC236}">
                    <a16:creationId xmlns:a16="http://schemas.microsoft.com/office/drawing/2014/main" id="{CDB26C6B-7C6E-5464-E6EE-021EB0A9485D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E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3" name="ellipse_2807">
                <a:extLst>
                  <a:ext uri="{FF2B5EF4-FFF2-40B4-BE49-F238E27FC236}">
                    <a16:creationId xmlns:a16="http://schemas.microsoft.com/office/drawing/2014/main" id="{B5AF4585-513B-7103-7EA4-A7453235A14F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4" name="ellipse_2808">
                <a:extLst>
                  <a:ext uri="{FF2B5EF4-FFF2-40B4-BE49-F238E27FC236}">
                    <a16:creationId xmlns:a16="http://schemas.microsoft.com/office/drawing/2014/main" id="{F8A5FCD1-A389-C7C9-D8C1-0CC2D3F774FD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5" name="ellipse_2809">
                <a:extLst>
                  <a:ext uri="{FF2B5EF4-FFF2-40B4-BE49-F238E27FC236}">
                    <a16:creationId xmlns:a16="http://schemas.microsoft.com/office/drawing/2014/main" id="{C8E340A2-F83D-C87D-AC4D-3BDC5F3241BF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6" name="ellipse_2810">
                <a:extLst>
                  <a:ext uri="{FF2B5EF4-FFF2-40B4-BE49-F238E27FC236}">
                    <a16:creationId xmlns:a16="http://schemas.microsoft.com/office/drawing/2014/main" id="{B533D18A-FAF2-A386-CBBF-D02D0E842D02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7" name="ellipse_2811">
                <a:extLst>
                  <a:ext uri="{FF2B5EF4-FFF2-40B4-BE49-F238E27FC236}">
                    <a16:creationId xmlns:a16="http://schemas.microsoft.com/office/drawing/2014/main" id="{CACB798B-7EEC-7FBB-1A30-FD8309576C39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8" name="ellipse_2812">
                <a:extLst>
                  <a:ext uri="{FF2B5EF4-FFF2-40B4-BE49-F238E27FC236}">
                    <a16:creationId xmlns:a16="http://schemas.microsoft.com/office/drawing/2014/main" id="{374E102F-FE2E-1017-C8A8-E82C4F804AFD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9" name="ellipse_2813">
                <a:extLst>
                  <a:ext uri="{FF2B5EF4-FFF2-40B4-BE49-F238E27FC236}">
                    <a16:creationId xmlns:a16="http://schemas.microsoft.com/office/drawing/2014/main" id="{7D4E1D15-7CD8-6775-58DD-DC1C1FE1D9D3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0" name="ellipse_2814">
                <a:extLst>
                  <a:ext uri="{FF2B5EF4-FFF2-40B4-BE49-F238E27FC236}">
                    <a16:creationId xmlns:a16="http://schemas.microsoft.com/office/drawing/2014/main" id="{0974D865-23F7-FFB6-9CE3-7EF8872B8B9A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1" name="ellipse_2815">
                <a:extLst>
                  <a:ext uri="{FF2B5EF4-FFF2-40B4-BE49-F238E27FC236}">
                    <a16:creationId xmlns:a16="http://schemas.microsoft.com/office/drawing/2014/main" id="{0DADF8C6-FA5B-9183-D512-C2AF4FF093C5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2" name="ellipse_2816">
                <a:extLst>
                  <a:ext uri="{FF2B5EF4-FFF2-40B4-BE49-F238E27FC236}">
                    <a16:creationId xmlns:a16="http://schemas.microsoft.com/office/drawing/2014/main" id="{58A3007F-3E77-5A74-B1E3-06990E6128D7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3" name="ellipse_2817">
                <a:extLst>
                  <a:ext uri="{FF2B5EF4-FFF2-40B4-BE49-F238E27FC236}">
                    <a16:creationId xmlns:a16="http://schemas.microsoft.com/office/drawing/2014/main" id="{58CA5340-1D03-30E2-1D54-159589D986BA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4" name="ellipse_2818">
                <a:extLst>
                  <a:ext uri="{FF2B5EF4-FFF2-40B4-BE49-F238E27FC236}">
                    <a16:creationId xmlns:a16="http://schemas.microsoft.com/office/drawing/2014/main" id="{EE31F728-5EC2-61A4-7636-7A913FD1863D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5" name="ellipse_2819">
                <a:extLst>
                  <a:ext uri="{FF2B5EF4-FFF2-40B4-BE49-F238E27FC236}">
                    <a16:creationId xmlns:a16="http://schemas.microsoft.com/office/drawing/2014/main" id="{7680B327-B10E-2EA1-B5AA-CF61118D90F9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6" name="ellipse_2820">
                <a:extLst>
                  <a:ext uri="{FF2B5EF4-FFF2-40B4-BE49-F238E27FC236}">
                    <a16:creationId xmlns:a16="http://schemas.microsoft.com/office/drawing/2014/main" id="{A013A354-A464-5584-D1FC-8C62CB6BF714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7" name="ellipse_2821">
                <a:extLst>
                  <a:ext uri="{FF2B5EF4-FFF2-40B4-BE49-F238E27FC236}">
                    <a16:creationId xmlns:a16="http://schemas.microsoft.com/office/drawing/2014/main" id="{39813934-E772-7DC1-7FBE-B8ACB853E9BA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8" name="ellipse_2822">
                <a:extLst>
                  <a:ext uri="{FF2B5EF4-FFF2-40B4-BE49-F238E27FC236}">
                    <a16:creationId xmlns:a16="http://schemas.microsoft.com/office/drawing/2014/main" id="{C4F9C8FE-96A6-877D-6908-47E42590B411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9" name="ellipse_2823">
                <a:extLst>
                  <a:ext uri="{FF2B5EF4-FFF2-40B4-BE49-F238E27FC236}">
                    <a16:creationId xmlns:a16="http://schemas.microsoft.com/office/drawing/2014/main" id="{171DA6DB-FA3E-EC03-FF9F-8D7714F38CD9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0" name="ellipse_2824">
                <a:extLst>
                  <a:ext uri="{FF2B5EF4-FFF2-40B4-BE49-F238E27FC236}">
                    <a16:creationId xmlns:a16="http://schemas.microsoft.com/office/drawing/2014/main" id="{4FCCC5BA-6BC1-5946-EE04-5B17FBF443DC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1" name="ellipse_2825">
                <a:extLst>
                  <a:ext uri="{FF2B5EF4-FFF2-40B4-BE49-F238E27FC236}">
                    <a16:creationId xmlns:a16="http://schemas.microsoft.com/office/drawing/2014/main" id="{24FDAA71-054F-B9CA-1880-834630BE9431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2" name="ellipse_2826">
                <a:extLst>
                  <a:ext uri="{FF2B5EF4-FFF2-40B4-BE49-F238E27FC236}">
                    <a16:creationId xmlns:a16="http://schemas.microsoft.com/office/drawing/2014/main" id="{5D6D0195-7C31-F0F3-ACC7-CC64B6AB6D62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3" name="ellipse_2827">
                <a:extLst>
                  <a:ext uri="{FF2B5EF4-FFF2-40B4-BE49-F238E27FC236}">
                    <a16:creationId xmlns:a16="http://schemas.microsoft.com/office/drawing/2014/main" id="{D08B9923-F252-3080-C06F-23F3BCA627F3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4" name="ellipse_2828">
                <a:extLst>
                  <a:ext uri="{FF2B5EF4-FFF2-40B4-BE49-F238E27FC236}">
                    <a16:creationId xmlns:a16="http://schemas.microsoft.com/office/drawing/2014/main" id="{A2008A99-17E3-5728-726A-834D8654E342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5" name="ellipse_2829">
                <a:extLst>
                  <a:ext uri="{FF2B5EF4-FFF2-40B4-BE49-F238E27FC236}">
                    <a16:creationId xmlns:a16="http://schemas.microsoft.com/office/drawing/2014/main" id="{89A7846A-6A51-8B7D-B2AE-C94F9CE4BAD2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6" name="ellipse_2830">
                <a:extLst>
                  <a:ext uri="{FF2B5EF4-FFF2-40B4-BE49-F238E27FC236}">
                    <a16:creationId xmlns:a16="http://schemas.microsoft.com/office/drawing/2014/main" id="{FF88878E-C48E-8F07-0D56-FB88FA16623F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7" name="ellipse_2831">
                <a:extLst>
                  <a:ext uri="{FF2B5EF4-FFF2-40B4-BE49-F238E27FC236}">
                    <a16:creationId xmlns:a16="http://schemas.microsoft.com/office/drawing/2014/main" id="{950C6A04-5DE0-0B40-DE7F-320B56EDFE0F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8" name="ellipse_2832">
                <a:extLst>
                  <a:ext uri="{FF2B5EF4-FFF2-40B4-BE49-F238E27FC236}">
                    <a16:creationId xmlns:a16="http://schemas.microsoft.com/office/drawing/2014/main" id="{377B4565-E1E8-A74A-DDB8-EF4052F0DDFF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9" name="ellipse_2833">
                <a:extLst>
                  <a:ext uri="{FF2B5EF4-FFF2-40B4-BE49-F238E27FC236}">
                    <a16:creationId xmlns:a16="http://schemas.microsoft.com/office/drawing/2014/main" id="{D90E6805-C94D-2FEB-2AAE-99F62DB5B2C3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C"/>
                  </a:gs>
                  <a:gs pos="43000">
                    <a:srgbClr val="EEF1F3"/>
                  </a:gs>
                  <a:gs pos="100000">
                    <a:srgbClr val="DEE3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0" name="ellipse_2834">
                <a:extLst>
                  <a:ext uri="{FF2B5EF4-FFF2-40B4-BE49-F238E27FC236}">
                    <a16:creationId xmlns:a16="http://schemas.microsoft.com/office/drawing/2014/main" id="{097B5CF3-D132-F20E-D9E0-4A7EDF060A0F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1" name="ellipse_2835">
                <a:extLst>
                  <a:ext uri="{FF2B5EF4-FFF2-40B4-BE49-F238E27FC236}">
                    <a16:creationId xmlns:a16="http://schemas.microsoft.com/office/drawing/2014/main" id="{89804122-7DE5-94CC-31A1-AED1D8DCBD5A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2" name="ellipse_2836">
                <a:extLst>
                  <a:ext uri="{FF2B5EF4-FFF2-40B4-BE49-F238E27FC236}">
                    <a16:creationId xmlns:a16="http://schemas.microsoft.com/office/drawing/2014/main" id="{3A958A15-FC4A-A7DE-6338-60ADF74AE72F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3" name="ellipse_2837">
                <a:extLst>
                  <a:ext uri="{FF2B5EF4-FFF2-40B4-BE49-F238E27FC236}">
                    <a16:creationId xmlns:a16="http://schemas.microsoft.com/office/drawing/2014/main" id="{3BFA1C6B-694A-56BC-E185-4225E2D16602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4" name="ellipse_2838">
                <a:extLst>
                  <a:ext uri="{FF2B5EF4-FFF2-40B4-BE49-F238E27FC236}">
                    <a16:creationId xmlns:a16="http://schemas.microsoft.com/office/drawing/2014/main" id="{F63B0145-DC3C-2B30-1A39-69C93623E5D2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5" name="ellipse_2839">
                <a:extLst>
                  <a:ext uri="{FF2B5EF4-FFF2-40B4-BE49-F238E27FC236}">
                    <a16:creationId xmlns:a16="http://schemas.microsoft.com/office/drawing/2014/main" id="{964572FB-0C8C-99E4-A201-63D6EF0EE3C1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6" name="ellipse_2840">
                <a:extLst>
                  <a:ext uri="{FF2B5EF4-FFF2-40B4-BE49-F238E27FC236}">
                    <a16:creationId xmlns:a16="http://schemas.microsoft.com/office/drawing/2014/main" id="{DAB857F3-610B-DEBD-9726-0F6AEB9BD623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7" name="ellipse_2841">
                <a:extLst>
                  <a:ext uri="{FF2B5EF4-FFF2-40B4-BE49-F238E27FC236}">
                    <a16:creationId xmlns:a16="http://schemas.microsoft.com/office/drawing/2014/main" id="{FCEC0D54-8790-61B7-FCD5-55E73C460867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8" name="ellipse_2842">
                <a:extLst>
                  <a:ext uri="{FF2B5EF4-FFF2-40B4-BE49-F238E27FC236}">
                    <a16:creationId xmlns:a16="http://schemas.microsoft.com/office/drawing/2014/main" id="{8ADAD562-ED08-2760-7108-079378D64838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9" name="ellipse_2843">
                <a:extLst>
                  <a:ext uri="{FF2B5EF4-FFF2-40B4-BE49-F238E27FC236}">
                    <a16:creationId xmlns:a16="http://schemas.microsoft.com/office/drawing/2014/main" id="{4D41D254-51CA-46A9-A3E1-D3A52195C464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0" name="ellipse_2844">
                <a:extLst>
                  <a:ext uri="{FF2B5EF4-FFF2-40B4-BE49-F238E27FC236}">
                    <a16:creationId xmlns:a16="http://schemas.microsoft.com/office/drawing/2014/main" id="{BB950519-C04C-DA03-D486-5888024D0510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1" name="ellipse_2845">
                <a:extLst>
                  <a:ext uri="{FF2B5EF4-FFF2-40B4-BE49-F238E27FC236}">
                    <a16:creationId xmlns:a16="http://schemas.microsoft.com/office/drawing/2014/main" id="{8BBB4875-A375-3178-D133-46866B33677D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2" name="ellipse_2846">
                <a:extLst>
                  <a:ext uri="{FF2B5EF4-FFF2-40B4-BE49-F238E27FC236}">
                    <a16:creationId xmlns:a16="http://schemas.microsoft.com/office/drawing/2014/main" id="{6C82457B-AE32-1FFC-DBD8-A31785AE9D7E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3" name="ellipse_2847">
                <a:extLst>
                  <a:ext uri="{FF2B5EF4-FFF2-40B4-BE49-F238E27FC236}">
                    <a16:creationId xmlns:a16="http://schemas.microsoft.com/office/drawing/2014/main" id="{75551877-D351-6827-F7D7-623AE245CC56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4" name="ellipse_2848">
                <a:extLst>
                  <a:ext uri="{FF2B5EF4-FFF2-40B4-BE49-F238E27FC236}">
                    <a16:creationId xmlns:a16="http://schemas.microsoft.com/office/drawing/2014/main" id="{1C07042C-FBE3-934E-F2D8-FE98E5356ACF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5" name="ellipse_2849">
                <a:extLst>
                  <a:ext uri="{FF2B5EF4-FFF2-40B4-BE49-F238E27FC236}">
                    <a16:creationId xmlns:a16="http://schemas.microsoft.com/office/drawing/2014/main" id="{D2D3E1E8-DD73-80C1-0238-28763BAEE0E8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6" name="ellipse_2850">
                <a:extLst>
                  <a:ext uri="{FF2B5EF4-FFF2-40B4-BE49-F238E27FC236}">
                    <a16:creationId xmlns:a16="http://schemas.microsoft.com/office/drawing/2014/main" id="{F10DBC30-2B2D-58E6-144E-E813F78B4D3B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7" name="ellipse_2851">
                <a:extLst>
                  <a:ext uri="{FF2B5EF4-FFF2-40B4-BE49-F238E27FC236}">
                    <a16:creationId xmlns:a16="http://schemas.microsoft.com/office/drawing/2014/main" id="{7B405761-38FF-41CF-6AEB-630E339D253A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8" name="ellipse_2852">
                <a:extLst>
                  <a:ext uri="{FF2B5EF4-FFF2-40B4-BE49-F238E27FC236}">
                    <a16:creationId xmlns:a16="http://schemas.microsoft.com/office/drawing/2014/main" id="{585900C0-F43D-98A1-8C11-DEB2E0B3CEB2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9" name="ellipse_2853">
                <a:extLst>
                  <a:ext uri="{FF2B5EF4-FFF2-40B4-BE49-F238E27FC236}">
                    <a16:creationId xmlns:a16="http://schemas.microsoft.com/office/drawing/2014/main" id="{2A31D257-B59F-2853-A075-C090CC03AB5C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0" name="ellipse_2854">
                <a:extLst>
                  <a:ext uri="{FF2B5EF4-FFF2-40B4-BE49-F238E27FC236}">
                    <a16:creationId xmlns:a16="http://schemas.microsoft.com/office/drawing/2014/main" id="{B5ABCAA7-0DA4-C26F-7334-9EA7F69DC398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1" name="ellipse_2855">
                <a:extLst>
                  <a:ext uri="{FF2B5EF4-FFF2-40B4-BE49-F238E27FC236}">
                    <a16:creationId xmlns:a16="http://schemas.microsoft.com/office/drawing/2014/main" id="{7AF6AD18-7B3B-44C8-4ECC-8FD1F5BB1213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2" name="ellipse_2856">
                <a:extLst>
                  <a:ext uri="{FF2B5EF4-FFF2-40B4-BE49-F238E27FC236}">
                    <a16:creationId xmlns:a16="http://schemas.microsoft.com/office/drawing/2014/main" id="{2AF93667-5BB2-BFE6-99DF-239C016602C5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3" name="ellipse_2857">
                <a:extLst>
                  <a:ext uri="{FF2B5EF4-FFF2-40B4-BE49-F238E27FC236}">
                    <a16:creationId xmlns:a16="http://schemas.microsoft.com/office/drawing/2014/main" id="{D38F1724-C3F3-1C13-C1AB-DEFA3E6BF2DA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4" name="ellipse_2858">
                <a:extLst>
                  <a:ext uri="{FF2B5EF4-FFF2-40B4-BE49-F238E27FC236}">
                    <a16:creationId xmlns:a16="http://schemas.microsoft.com/office/drawing/2014/main" id="{D56DE477-144B-003F-6D8F-D3CDB9293971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5" name="ellipse_2859">
                <a:extLst>
                  <a:ext uri="{FF2B5EF4-FFF2-40B4-BE49-F238E27FC236}">
                    <a16:creationId xmlns:a16="http://schemas.microsoft.com/office/drawing/2014/main" id="{792284EC-8AC4-4C95-E6A3-CAF33FA9524E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6" name="ellipse_2860">
                <a:extLst>
                  <a:ext uri="{FF2B5EF4-FFF2-40B4-BE49-F238E27FC236}">
                    <a16:creationId xmlns:a16="http://schemas.microsoft.com/office/drawing/2014/main" id="{CDE0F664-7219-E229-D15E-043F7C54C13E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7" name="ellipse_2861">
                <a:extLst>
                  <a:ext uri="{FF2B5EF4-FFF2-40B4-BE49-F238E27FC236}">
                    <a16:creationId xmlns:a16="http://schemas.microsoft.com/office/drawing/2014/main" id="{90877A28-1074-1D3A-4541-2A18090B237D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8" name="ellipse_2862">
                <a:extLst>
                  <a:ext uri="{FF2B5EF4-FFF2-40B4-BE49-F238E27FC236}">
                    <a16:creationId xmlns:a16="http://schemas.microsoft.com/office/drawing/2014/main" id="{D9077066-0B44-275F-87C7-87925926ACE0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9" name="ellipse_2863">
                <a:extLst>
                  <a:ext uri="{FF2B5EF4-FFF2-40B4-BE49-F238E27FC236}">
                    <a16:creationId xmlns:a16="http://schemas.microsoft.com/office/drawing/2014/main" id="{3F05E175-164C-DF13-1F01-62922BBC1718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0" name="ellipse_2864">
                <a:extLst>
                  <a:ext uri="{FF2B5EF4-FFF2-40B4-BE49-F238E27FC236}">
                    <a16:creationId xmlns:a16="http://schemas.microsoft.com/office/drawing/2014/main" id="{146DFC99-0CB6-277B-5ED1-CCA932F12977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1" name="ellipse_2865">
                <a:extLst>
                  <a:ext uri="{FF2B5EF4-FFF2-40B4-BE49-F238E27FC236}">
                    <a16:creationId xmlns:a16="http://schemas.microsoft.com/office/drawing/2014/main" id="{91F1D475-CD34-54B7-FE8F-CEC6712BCDCC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2" name="ellipse_2866">
                <a:extLst>
                  <a:ext uri="{FF2B5EF4-FFF2-40B4-BE49-F238E27FC236}">
                    <a16:creationId xmlns:a16="http://schemas.microsoft.com/office/drawing/2014/main" id="{B7EE3666-1FEE-1E7E-F3AF-917BA5684589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3" name="ellipse_2867">
                <a:extLst>
                  <a:ext uri="{FF2B5EF4-FFF2-40B4-BE49-F238E27FC236}">
                    <a16:creationId xmlns:a16="http://schemas.microsoft.com/office/drawing/2014/main" id="{DE73BB7F-5893-A6DE-0D4F-BE145EFD33AC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4" name="ellipse_2868">
                <a:extLst>
                  <a:ext uri="{FF2B5EF4-FFF2-40B4-BE49-F238E27FC236}">
                    <a16:creationId xmlns:a16="http://schemas.microsoft.com/office/drawing/2014/main" id="{91E05C4E-3AD7-976D-8645-EE5F35BE0082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5" name="ellipse_2869">
                <a:extLst>
                  <a:ext uri="{FF2B5EF4-FFF2-40B4-BE49-F238E27FC236}">
                    <a16:creationId xmlns:a16="http://schemas.microsoft.com/office/drawing/2014/main" id="{EC87B1A4-1346-AAA4-7D83-1CD593BDA2C4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866" name="Candidate blob | editable contour">
              <a:extLst>
                <a:ext uri="{FF2B5EF4-FFF2-40B4-BE49-F238E27FC236}">
                  <a16:creationId xmlns:a16="http://schemas.microsoft.com/office/drawing/2014/main" id="{72438361-3FB2-65FD-BA3F-55F4FCC9FFEB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67" name="ellipse_2871">
              <a:extLst>
                <a:ext uri="{FF2B5EF4-FFF2-40B4-BE49-F238E27FC236}">
                  <a16:creationId xmlns:a16="http://schemas.microsoft.com/office/drawing/2014/main" id="{E7F2C799-AD13-545D-82B4-739AE094CAB4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868" name="Build | Pocket">
            <a:extLst>
              <a:ext uri="{FF2B5EF4-FFF2-40B4-BE49-F238E27FC236}">
                <a16:creationId xmlns:a16="http://schemas.microsoft.com/office/drawing/2014/main" id="{05C5815D-0E0E-095E-7704-6B07F0BAB3D0}"/>
              </a:ext>
            </a:extLst>
          </p:cNvPr>
          <p:cNvGrpSpPr/>
          <p:nvPr/>
        </p:nvGrpSpPr>
        <p:grpSpPr>
          <a:xfrm>
            <a:off x="5351941" y="482609"/>
            <a:ext cx="430122" cy="347904"/>
            <a:chOff x="1411968" y="5662376"/>
            <a:chExt cx="418007" cy="338292"/>
          </a:xfrm>
        </p:grpSpPr>
        <p:sp>
          <p:nvSpPr>
            <p:cNvPr id="869" name="ellipse_2889">
              <a:extLst>
                <a:ext uri="{FF2B5EF4-FFF2-40B4-BE49-F238E27FC236}">
                  <a16:creationId xmlns:a16="http://schemas.microsoft.com/office/drawing/2014/main" id="{47C2F1EB-F2D9-5235-262C-9AC46EBC299E}"/>
                </a:ext>
              </a:extLst>
            </p:cNvPr>
            <p:cNvSpPr/>
            <p:nvPr/>
          </p:nvSpPr>
          <p:spPr>
            <a:xfrm>
              <a:off x="1477028" y="5730123"/>
              <a:ext cx="31529" cy="315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0" name="ellipse_2890">
              <a:extLst>
                <a:ext uri="{FF2B5EF4-FFF2-40B4-BE49-F238E27FC236}">
                  <a16:creationId xmlns:a16="http://schemas.microsoft.com/office/drawing/2014/main" id="{D86992B3-3B40-AA49-4908-BEC660FD2BED}"/>
                </a:ext>
              </a:extLst>
            </p:cNvPr>
            <p:cNvSpPr/>
            <p:nvPr/>
          </p:nvSpPr>
          <p:spPr>
            <a:xfrm>
              <a:off x="1413313" y="5768742"/>
              <a:ext cx="29533" cy="2953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1" name="ellipse_2891">
              <a:extLst>
                <a:ext uri="{FF2B5EF4-FFF2-40B4-BE49-F238E27FC236}">
                  <a16:creationId xmlns:a16="http://schemas.microsoft.com/office/drawing/2014/main" id="{337E1408-3202-CA28-B701-0AC7F9A89ED9}"/>
                </a:ext>
              </a:extLst>
            </p:cNvPr>
            <p:cNvSpPr/>
            <p:nvPr/>
          </p:nvSpPr>
          <p:spPr>
            <a:xfrm>
              <a:off x="1606772" y="5962955"/>
              <a:ext cx="37712" cy="3771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2" name="ellipse_2892">
              <a:extLst>
                <a:ext uri="{FF2B5EF4-FFF2-40B4-BE49-F238E27FC236}">
                  <a16:creationId xmlns:a16="http://schemas.microsoft.com/office/drawing/2014/main" id="{88C56103-EEBB-DF50-2E72-FA1BB66323A8}"/>
                </a:ext>
              </a:extLst>
            </p:cNvPr>
            <p:cNvSpPr/>
            <p:nvPr/>
          </p:nvSpPr>
          <p:spPr>
            <a:xfrm>
              <a:off x="1692365" y="5876366"/>
              <a:ext cx="39137" cy="3913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3" name="ellipse_2893">
              <a:extLst>
                <a:ext uri="{FF2B5EF4-FFF2-40B4-BE49-F238E27FC236}">
                  <a16:creationId xmlns:a16="http://schemas.microsoft.com/office/drawing/2014/main" id="{5D6EE35E-915E-0929-46D0-DBB74B2CC4BF}"/>
                </a:ext>
              </a:extLst>
            </p:cNvPr>
            <p:cNvSpPr/>
            <p:nvPr/>
          </p:nvSpPr>
          <p:spPr>
            <a:xfrm>
              <a:off x="1446482" y="5820853"/>
              <a:ext cx="35562" cy="3556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4" name="ellipse_2894">
              <a:extLst>
                <a:ext uri="{FF2B5EF4-FFF2-40B4-BE49-F238E27FC236}">
                  <a16:creationId xmlns:a16="http://schemas.microsoft.com/office/drawing/2014/main" id="{369EB00B-ED2D-7E45-C954-BFDFFAF594E1}"/>
                </a:ext>
              </a:extLst>
            </p:cNvPr>
            <p:cNvSpPr/>
            <p:nvPr/>
          </p:nvSpPr>
          <p:spPr>
            <a:xfrm>
              <a:off x="1411968" y="5817386"/>
              <a:ext cx="29762" cy="297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5" name="ellipse_2895">
              <a:extLst>
                <a:ext uri="{FF2B5EF4-FFF2-40B4-BE49-F238E27FC236}">
                  <a16:creationId xmlns:a16="http://schemas.microsoft.com/office/drawing/2014/main" id="{A5FFABEA-5C3C-B750-1A73-AB7607D1F806}"/>
                </a:ext>
              </a:extLst>
            </p:cNvPr>
            <p:cNvSpPr/>
            <p:nvPr/>
          </p:nvSpPr>
          <p:spPr>
            <a:xfrm>
              <a:off x="1469529" y="5784286"/>
              <a:ext cx="35695" cy="3569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6" name="ellipse_2896">
              <a:extLst>
                <a:ext uri="{FF2B5EF4-FFF2-40B4-BE49-F238E27FC236}">
                  <a16:creationId xmlns:a16="http://schemas.microsoft.com/office/drawing/2014/main" id="{36EF0B70-B276-7C51-148E-5C0B08FA84E3}"/>
                </a:ext>
              </a:extLst>
            </p:cNvPr>
            <p:cNvSpPr/>
            <p:nvPr/>
          </p:nvSpPr>
          <p:spPr>
            <a:xfrm>
              <a:off x="1485370" y="5743617"/>
              <a:ext cx="39374" cy="3937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7" name="ellipse_2897">
              <a:extLst>
                <a:ext uri="{FF2B5EF4-FFF2-40B4-BE49-F238E27FC236}">
                  <a16:creationId xmlns:a16="http://schemas.microsoft.com/office/drawing/2014/main" id="{8B926611-798B-02E8-6A01-8759E617313B}"/>
                </a:ext>
              </a:extLst>
            </p:cNvPr>
            <p:cNvSpPr/>
            <p:nvPr/>
          </p:nvSpPr>
          <p:spPr>
            <a:xfrm>
              <a:off x="1543334" y="5929029"/>
              <a:ext cx="29140" cy="2914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8" name="ellipse_2898">
              <a:extLst>
                <a:ext uri="{FF2B5EF4-FFF2-40B4-BE49-F238E27FC236}">
                  <a16:creationId xmlns:a16="http://schemas.microsoft.com/office/drawing/2014/main" id="{CC5B9643-0F7C-9E39-03DC-2064F57F358C}"/>
                </a:ext>
              </a:extLst>
            </p:cNvPr>
            <p:cNvSpPr/>
            <p:nvPr/>
          </p:nvSpPr>
          <p:spPr>
            <a:xfrm>
              <a:off x="1466275" y="5765882"/>
              <a:ext cx="25820" cy="25820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9" name="ellipse_2899">
              <a:extLst>
                <a:ext uri="{FF2B5EF4-FFF2-40B4-BE49-F238E27FC236}">
                  <a16:creationId xmlns:a16="http://schemas.microsoft.com/office/drawing/2014/main" id="{7245AB65-ACA9-1645-5E90-5F6A61971618}"/>
                </a:ext>
              </a:extLst>
            </p:cNvPr>
            <p:cNvSpPr/>
            <p:nvPr/>
          </p:nvSpPr>
          <p:spPr>
            <a:xfrm>
              <a:off x="1582840" y="5966745"/>
              <a:ext cx="30939" cy="3093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0" name="ellipse_2900">
              <a:extLst>
                <a:ext uri="{FF2B5EF4-FFF2-40B4-BE49-F238E27FC236}">
                  <a16:creationId xmlns:a16="http://schemas.microsoft.com/office/drawing/2014/main" id="{6C4D5798-B1D0-80B6-42A7-D6AE04FA5FC5}"/>
                </a:ext>
              </a:extLst>
            </p:cNvPr>
            <p:cNvSpPr/>
            <p:nvPr/>
          </p:nvSpPr>
          <p:spPr>
            <a:xfrm>
              <a:off x="1507992" y="5722896"/>
              <a:ext cx="33525" cy="3352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1" name="ellipse_2901">
              <a:extLst>
                <a:ext uri="{FF2B5EF4-FFF2-40B4-BE49-F238E27FC236}">
                  <a16:creationId xmlns:a16="http://schemas.microsoft.com/office/drawing/2014/main" id="{77EFAAE2-EC83-83AE-B0C3-AE5AD8F8E3A3}"/>
                </a:ext>
              </a:extLst>
            </p:cNvPr>
            <p:cNvSpPr/>
            <p:nvPr/>
          </p:nvSpPr>
          <p:spPr>
            <a:xfrm>
              <a:off x="1455591" y="5791788"/>
              <a:ext cx="31551" cy="3155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2" name="ellipse_2902">
              <a:extLst>
                <a:ext uri="{FF2B5EF4-FFF2-40B4-BE49-F238E27FC236}">
                  <a16:creationId xmlns:a16="http://schemas.microsoft.com/office/drawing/2014/main" id="{852554E1-153D-B409-82C9-659B2641CA59}"/>
                </a:ext>
              </a:extLst>
            </p:cNvPr>
            <p:cNvSpPr/>
            <p:nvPr/>
          </p:nvSpPr>
          <p:spPr>
            <a:xfrm>
              <a:off x="1565027" y="5913802"/>
              <a:ext cx="34699" cy="346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3" name="ellipse_2903">
              <a:extLst>
                <a:ext uri="{FF2B5EF4-FFF2-40B4-BE49-F238E27FC236}">
                  <a16:creationId xmlns:a16="http://schemas.microsoft.com/office/drawing/2014/main" id="{D33783B9-FFCF-6909-B90A-F3D49FFA0CCE}"/>
                </a:ext>
              </a:extLst>
            </p:cNvPr>
            <p:cNvSpPr/>
            <p:nvPr/>
          </p:nvSpPr>
          <p:spPr>
            <a:xfrm>
              <a:off x="1592477" y="5951568"/>
              <a:ext cx="38059" cy="38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4" name="ellipse_2904">
              <a:extLst>
                <a:ext uri="{FF2B5EF4-FFF2-40B4-BE49-F238E27FC236}">
                  <a16:creationId xmlns:a16="http://schemas.microsoft.com/office/drawing/2014/main" id="{09360C94-AA82-D240-C01B-8751A69FD8FC}"/>
                </a:ext>
              </a:extLst>
            </p:cNvPr>
            <p:cNvSpPr/>
            <p:nvPr/>
          </p:nvSpPr>
          <p:spPr>
            <a:xfrm>
              <a:off x="1755519" y="5859269"/>
              <a:ext cx="33604" cy="336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5" name="ellipse_2905">
              <a:extLst>
                <a:ext uri="{FF2B5EF4-FFF2-40B4-BE49-F238E27FC236}">
                  <a16:creationId xmlns:a16="http://schemas.microsoft.com/office/drawing/2014/main" id="{23E8BA43-4CF2-B6A3-1208-20E548B31047}"/>
                </a:ext>
              </a:extLst>
            </p:cNvPr>
            <p:cNvSpPr/>
            <p:nvPr/>
          </p:nvSpPr>
          <p:spPr>
            <a:xfrm>
              <a:off x="1714504" y="5932612"/>
              <a:ext cx="32252" cy="3225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6" name="ellipse_2906">
              <a:extLst>
                <a:ext uri="{FF2B5EF4-FFF2-40B4-BE49-F238E27FC236}">
                  <a16:creationId xmlns:a16="http://schemas.microsoft.com/office/drawing/2014/main" id="{95F725BB-0AC0-064E-0FC5-C1F37E597FE2}"/>
                </a:ext>
              </a:extLst>
            </p:cNvPr>
            <p:cNvSpPr/>
            <p:nvPr/>
          </p:nvSpPr>
          <p:spPr>
            <a:xfrm>
              <a:off x="1739282" y="5823798"/>
              <a:ext cx="27565" cy="275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7" name="ellipse_2907">
              <a:extLst>
                <a:ext uri="{FF2B5EF4-FFF2-40B4-BE49-F238E27FC236}">
                  <a16:creationId xmlns:a16="http://schemas.microsoft.com/office/drawing/2014/main" id="{98BE4426-EBA8-03CA-AF60-8BEB82CE7A4B}"/>
                </a:ext>
              </a:extLst>
            </p:cNvPr>
            <p:cNvSpPr/>
            <p:nvPr/>
          </p:nvSpPr>
          <p:spPr>
            <a:xfrm>
              <a:off x="1477659" y="5897421"/>
              <a:ext cx="33413" cy="3341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8" name="ellipse_2908">
              <a:extLst>
                <a:ext uri="{FF2B5EF4-FFF2-40B4-BE49-F238E27FC236}">
                  <a16:creationId xmlns:a16="http://schemas.microsoft.com/office/drawing/2014/main" id="{3AB098DD-EC85-0AB5-B8B0-14595758C8B6}"/>
                </a:ext>
              </a:extLst>
            </p:cNvPr>
            <p:cNvSpPr/>
            <p:nvPr/>
          </p:nvSpPr>
          <p:spPr>
            <a:xfrm>
              <a:off x="1671524" y="5897894"/>
              <a:ext cx="34031" cy="340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9" name="ellipse_2909">
              <a:extLst>
                <a:ext uri="{FF2B5EF4-FFF2-40B4-BE49-F238E27FC236}">
                  <a16:creationId xmlns:a16="http://schemas.microsoft.com/office/drawing/2014/main" id="{D1DB028E-742A-A4EB-A190-DFE1FCB55729}"/>
                </a:ext>
              </a:extLst>
            </p:cNvPr>
            <p:cNvSpPr/>
            <p:nvPr/>
          </p:nvSpPr>
          <p:spPr>
            <a:xfrm>
              <a:off x="1742971" y="5773835"/>
              <a:ext cx="35121" cy="351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0" name="ellipse_2910">
              <a:extLst>
                <a:ext uri="{FF2B5EF4-FFF2-40B4-BE49-F238E27FC236}">
                  <a16:creationId xmlns:a16="http://schemas.microsoft.com/office/drawing/2014/main" id="{3D13E130-374E-1745-6AD8-F420C45ABECC}"/>
                </a:ext>
              </a:extLst>
            </p:cNvPr>
            <p:cNvSpPr/>
            <p:nvPr/>
          </p:nvSpPr>
          <p:spPr>
            <a:xfrm>
              <a:off x="1555987" y="5962446"/>
              <a:ext cx="25963" cy="2596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1" name="ellipse_2911">
              <a:extLst>
                <a:ext uri="{FF2B5EF4-FFF2-40B4-BE49-F238E27FC236}">
                  <a16:creationId xmlns:a16="http://schemas.microsoft.com/office/drawing/2014/main" id="{44A817A3-995C-DF67-4CCA-D48D9A592CB3}"/>
                </a:ext>
              </a:extLst>
            </p:cNvPr>
            <p:cNvSpPr/>
            <p:nvPr/>
          </p:nvSpPr>
          <p:spPr>
            <a:xfrm>
              <a:off x="1725888" y="5766654"/>
              <a:ext cx="33262" cy="332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2" name="ellipse_2912">
              <a:extLst>
                <a:ext uri="{FF2B5EF4-FFF2-40B4-BE49-F238E27FC236}">
                  <a16:creationId xmlns:a16="http://schemas.microsoft.com/office/drawing/2014/main" id="{758E401C-1F09-DFBE-B0B2-9C06FDB4A209}"/>
                </a:ext>
              </a:extLst>
            </p:cNvPr>
            <p:cNvSpPr/>
            <p:nvPr/>
          </p:nvSpPr>
          <p:spPr>
            <a:xfrm>
              <a:off x="1638437" y="5914338"/>
              <a:ext cx="38036" cy="3803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3" name="ellipse_2913">
              <a:extLst>
                <a:ext uri="{FF2B5EF4-FFF2-40B4-BE49-F238E27FC236}">
                  <a16:creationId xmlns:a16="http://schemas.microsoft.com/office/drawing/2014/main" id="{CB8BE022-3DA6-FD79-2936-216C09440304}"/>
                </a:ext>
              </a:extLst>
            </p:cNvPr>
            <p:cNvSpPr/>
            <p:nvPr/>
          </p:nvSpPr>
          <p:spPr>
            <a:xfrm>
              <a:off x="1469814" y="5810243"/>
              <a:ext cx="26475" cy="2647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4" name="ellipse_2914">
              <a:extLst>
                <a:ext uri="{FF2B5EF4-FFF2-40B4-BE49-F238E27FC236}">
                  <a16:creationId xmlns:a16="http://schemas.microsoft.com/office/drawing/2014/main" id="{88023D76-24CB-E795-BD7D-319CBBB26C7B}"/>
                </a:ext>
              </a:extLst>
            </p:cNvPr>
            <p:cNvSpPr/>
            <p:nvPr/>
          </p:nvSpPr>
          <p:spPr>
            <a:xfrm>
              <a:off x="1604446" y="5912480"/>
              <a:ext cx="25177" cy="2517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5" name="ellipse_2915">
              <a:extLst>
                <a:ext uri="{FF2B5EF4-FFF2-40B4-BE49-F238E27FC236}">
                  <a16:creationId xmlns:a16="http://schemas.microsoft.com/office/drawing/2014/main" id="{C3E1B0E4-FA7F-B577-2D62-D158733D721E}"/>
                </a:ext>
              </a:extLst>
            </p:cNvPr>
            <p:cNvSpPr/>
            <p:nvPr/>
          </p:nvSpPr>
          <p:spPr>
            <a:xfrm>
              <a:off x="1537160" y="5725932"/>
              <a:ext cx="26446" cy="2644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6" name="ellipse_2916">
              <a:extLst>
                <a:ext uri="{FF2B5EF4-FFF2-40B4-BE49-F238E27FC236}">
                  <a16:creationId xmlns:a16="http://schemas.microsoft.com/office/drawing/2014/main" id="{55A283EC-C586-EE14-3651-67FC8E43CF18}"/>
                </a:ext>
              </a:extLst>
            </p:cNvPr>
            <p:cNvSpPr/>
            <p:nvPr/>
          </p:nvSpPr>
          <p:spPr>
            <a:xfrm>
              <a:off x="1627934" y="5686479"/>
              <a:ext cx="28884" cy="288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7" name="ellipse_2917">
              <a:extLst>
                <a:ext uri="{FF2B5EF4-FFF2-40B4-BE49-F238E27FC236}">
                  <a16:creationId xmlns:a16="http://schemas.microsoft.com/office/drawing/2014/main" id="{1DA2CEEF-346E-4A1C-03F8-067F3AA7A03F}"/>
                </a:ext>
              </a:extLst>
            </p:cNvPr>
            <p:cNvSpPr/>
            <p:nvPr/>
          </p:nvSpPr>
          <p:spPr>
            <a:xfrm>
              <a:off x="1673455" y="5697854"/>
              <a:ext cx="24843" cy="2484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8" name="ellipse_2918">
              <a:extLst>
                <a:ext uri="{FF2B5EF4-FFF2-40B4-BE49-F238E27FC236}">
                  <a16:creationId xmlns:a16="http://schemas.microsoft.com/office/drawing/2014/main" id="{61309704-41ED-415C-49FF-21602EE1F853}"/>
                </a:ext>
              </a:extLst>
            </p:cNvPr>
            <p:cNvSpPr/>
            <p:nvPr/>
          </p:nvSpPr>
          <p:spPr>
            <a:xfrm>
              <a:off x="1740188" y="5843935"/>
              <a:ext cx="33634" cy="3363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9" name="ellipse_2919">
              <a:extLst>
                <a:ext uri="{FF2B5EF4-FFF2-40B4-BE49-F238E27FC236}">
                  <a16:creationId xmlns:a16="http://schemas.microsoft.com/office/drawing/2014/main" id="{3FC82DE7-5974-DFC7-87C6-BADF122B4C9E}"/>
                </a:ext>
              </a:extLst>
            </p:cNvPr>
            <p:cNvSpPr/>
            <p:nvPr/>
          </p:nvSpPr>
          <p:spPr>
            <a:xfrm>
              <a:off x="1747527" y="5782823"/>
              <a:ext cx="38868" cy="3886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0" name="ellipse_2920">
              <a:extLst>
                <a:ext uri="{FF2B5EF4-FFF2-40B4-BE49-F238E27FC236}">
                  <a16:creationId xmlns:a16="http://schemas.microsoft.com/office/drawing/2014/main" id="{78FE1CB8-B2A3-9A96-D3E8-7D724A9BC82D}"/>
                </a:ext>
              </a:extLst>
            </p:cNvPr>
            <p:cNvSpPr/>
            <p:nvPr/>
          </p:nvSpPr>
          <p:spPr>
            <a:xfrm>
              <a:off x="1601887" y="5948096"/>
              <a:ext cx="25828" cy="2582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1" name="ellipse_2921">
              <a:extLst>
                <a:ext uri="{FF2B5EF4-FFF2-40B4-BE49-F238E27FC236}">
                  <a16:creationId xmlns:a16="http://schemas.microsoft.com/office/drawing/2014/main" id="{96C93AB6-B265-0FE3-84DA-9000D06AF50A}"/>
                </a:ext>
              </a:extLst>
            </p:cNvPr>
            <p:cNvSpPr/>
            <p:nvPr/>
          </p:nvSpPr>
          <p:spPr>
            <a:xfrm>
              <a:off x="1749582" y="5888113"/>
              <a:ext cx="36487" cy="3648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2" name="ellipse_2922">
              <a:extLst>
                <a:ext uri="{FF2B5EF4-FFF2-40B4-BE49-F238E27FC236}">
                  <a16:creationId xmlns:a16="http://schemas.microsoft.com/office/drawing/2014/main" id="{C7306B79-204B-3045-7BD6-BBFA2F17D267}"/>
                </a:ext>
              </a:extLst>
            </p:cNvPr>
            <p:cNvSpPr/>
            <p:nvPr/>
          </p:nvSpPr>
          <p:spPr>
            <a:xfrm>
              <a:off x="1731701" y="5860783"/>
              <a:ext cx="23989" cy="239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3" name="ellipse_2923">
              <a:extLst>
                <a:ext uri="{FF2B5EF4-FFF2-40B4-BE49-F238E27FC236}">
                  <a16:creationId xmlns:a16="http://schemas.microsoft.com/office/drawing/2014/main" id="{945B2DF1-6673-888A-9FDE-CAAC3A88521F}"/>
                </a:ext>
              </a:extLst>
            </p:cNvPr>
            <p:cNvSpPr/>
            <p:nvPr/>
          </p:nvSpPr>
          <p:spPr>
            <a:xfrm>
              <a:off x="1759056" y="5817672"/>
              <a:ext cx="28808" cy="288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4" name="ellipse_2924">
              <a:extLst>
                <a:ext uri="{FF2B5EF4-FFF2-40B4-BE49-F238E27FC236}">
                  <a16:creationId xmlns:a16="http://schemas.microsoft.com/office/drawing/2014/main" id="{61634248-CBB0-953B-9D38-1CD32CBD7055}"/>
                </a:ext>
              </a:extLst>
            </p:cNvPr>
            <p:cNvSpPr/>
            <p:nvPr/>
          </p:nvSpPr>
          <p:spPr>
            <a:xfrm>
              <a:off x="1547821" y="5674848"/>
              <a:ext cx="24536" cy="2453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5" name="ellipse_2925">
              <a:extLst>
                <a:ext uri="{FF2B5EF4-FFF2-40B4-BE49-F238E27FC236}">
                  <a16:creationId xmlns:a16="http://schemas.microsoft.com/office/drawing/2014/main" id="{582E75C8-B379-AC3D-F458-C0120852DF2B}"/>
                </a:ext>
              </a:extLst>
            </p:cNvPr>
            <p:cNvSpPr/>
            <p:nvPr/>
          </p:nvSpPr>
          <p:spPr>
            <a:xfrm>
              <a:off x="1436856" y="5736363"/>
              <a:ext cx="23841" cy="238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6" name="ellipse_2926">
              <a:extLst>
                <a:ext uri="{FF2B5EF4-FFF2-40B4-BE49-F238E27FC236}">
                  <a16:creationId xmlns:a16="http://schemas.microsoft.com/office/drawing/2014/main" id="{69CC50CC-22CF-6779-8C50-67E251F346D0}"/>
                </a:ext>
              </a:extLst>
            </p:cNvPr>
            <p:cNvSpPr/>
            <p:nvPr/>
          </p:nvSpPr>
          <p:spPr>
            <a:xfrm>
              <a:off x="1457390" y="5888267"/>
              <a:ext cx="35961" cy="3596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7" name="ellipse_2927">
              <a:extLst>
                <a:ext uri="{FF2B5EF4-FFF2-40B4-BE49-F238E27FC236}">
                  <a16:creationId xmlns:a16="http://schemas.microsoft.com/office/drawing/2014/main" id="{A7CC95BC-1C4B-866A-4A62-425D6252585C}"/>
                </a:ext>
              </a:extLst>
            </p:cNvPr>
            <p:cNvSpPr/>
            <p:nvPr/>
          </p:nvSpPr>
          <p:spPr>
            <a:xfrm>
              <a:off x="1428158" y="5810865"/>
              <a:ext cx="33956" cy="3395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8" name="ellipse_2928">
              <a:extLst>
                <a:ext uri="{FF2B5EF4-FFF2-40B4-BE49-F238E27FC236}">
                  <a16:creationId xmlns:a16="http://schemas.microsoft.com/office/drawing/2014/main" id="{1A58637D-BB94-991E-80BA-0100596694BB}"/>
                </a:ext>
              </a:extLst>
            </p:cNvPr>
            <p:cNvSpPr/>
            <p:nvPr/>
          </p:nvSpPr>
          <p:spPr>
            <a:xfrm>
              <a:off x="1806304" y="5819862"/>
              <a:ext cx="23670" cy="2367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9" name="ellipse_2929">
              <a:extLst>
                <a:ext uri="{FF2B5EF4-FFF2-40B4-BE49-F238E27FC236}">
                  <a16:creationId xmlns:a16="http://schemas.microsoft.com/office/drawing/2014/main" id="{14D803FA-F10B-071F-3D82-A3EBE49A52F0}"/>
                </a:ext>
              </a:extLst>
            </p:cNvPr>
            <p:cNvSpPr/>
            <p:nvPr/>
          </p:nvSpPr>
          <p:spPr>
            <a:xfrm>
              <a:off x="1627313" y="5712973"/>
              <a:ext cx="37885" cy="378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0" name="ellipse_2930">
              <a:extLst>
                <a:ext uri="{FF2B5EF4-FFF2-40B4-BE49-F238E27FC236}">
                  <a16:creationId xmlns:a16="http://schemas.microsoft.com/office/drawing/2014/main" id="{95BD9C27-A57E-2FE7-E30E-DFB2DA0650C4}"/>
                </a:ext>
              </a:extLst>
            </p:cNvPr>
            <p:cNvSpPr/>
            <p:nvPr/>
          </p:nvSpPr>
          <p:spPr>
            <a:xfrm>
              <a:off x="1710685" y="5883673"/>
              <a:ext cx="23533" cy="235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1" name="ellipse_2931">
              <a:extLst>
                <a:ext uri="{FF2B5EF4-FFF2-40B4-BE49-F238E27FC236}">
                  <a16:creationId xmlns:a16="http://schemas.microsoft.com/office/drawing/2014/main" id="{45B16D73-2AC2-46BB-86AE-54750FF81BC1}"/>
                </a:ext>
              </a:extLst>
            </p:cNvPr>
            <p:cNvSpPr/>
            <p:nvPr/>
          </p:nvSpPr>
          <p:spPr>
            <a:xfrm>
              <a:off x="1694615" y="5911084"/>
              <a:ext cx="29708" cy="297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2" name="ellipse_2932">
              <a:extLst>
                <a:ext uri="{FF2B5EF4-FFF2-40B4-BE49-F238E27FC236}">
                  <a16:creationId xmlns:a16="http://schemas.microsoft.com/office/drawing/2014/main" id="{8D562D7A-A435-138B-6BE7-1155BF046F86}"/>
                </a:ext>
              </a:extLst>
            </p:cNvPr>
            <p:cNvSpPr/>
            <p:nvPr/>
          </p:nvSpPr>
          <p:spPr>
            <a:xfrm>
              <a:off x="1701593" y="5924380"/>
              <a:ext cx="23793" cy="2379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3" name="ellipse_2933">
              <a:extLst>
                <a:ext uri="{FF2B5EF4-FFF2-40B4-BE49-F238E27FC236}">
                  <a16:creationId xmlns:a16="http://schemas.microsoft.com/office/drawing/2014/main" id="{79A2BF54-F77D-C2E3-1A9A-8B7E75DD723C}"/>
                </a:ext>
              </a:extLst>
            </p:cNvPr>
            <p:cNvSpPr/>
            <p:nvPr/>
          </p:nvSpPr>
          <p:spPr>
            <a:xfrm>
              <a:off x="1599033" y="5681949"/>
              <a:ext cx="29376" cy="2937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4" name="ellipse_2934">
              <a:extLst>
                <a:ext uri="{FF2B5EF4-FFF2-40B4-BE49-F238E27FC236}">
                  <a16:creationId xmlns:a16="http://schemas.microsoft.com/office/drawing/2014/main" id="{1C40B382-C02A-2D7D-EB2D-ED9A3303F1B3}"/>
                </a:ext>
              </a:extLst>
            </p:cNvPr>
            <p:cNvSpPr/>
            <p:nvPr/>
          </p:nvSpPr>
          <p:spPr>
            <a:xfrm>
              <a:off x="1706363" y="5885733"/>
              <a:ext cx="27882" cy="2788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5" name="ellipse_2935">
              <a:extLst>
                <a:ext uri="{FF2B5EF4-FFF2-40B4-BE49-F238E27FC236}">
                  <a16:creationId xmlns:a16="http://schemas.microsoft.com/office/drawing/2014/main" id="{2E09FFDB-8AAD-344B-2C7F-C7DA7845FD1D}"/>
                </a:ext>
              </a:extLst>
            </p:cNvPr>
            <p:cNvSpPr/>
            <p:nvPr/>
          </p:nvSpPr>
          <p:spPr>
            <a:xfrm>
              <a:off x="1644117" y="5927383"/>
              <a:ext cx="31868" cy="3186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6" name="ellipse_2936">
              <a:extLst>
                <a:ext uri="{FF2B5EF4-FFF2-40B4-BE49-F238E27FC236}">
                  <a16:creationId xmlns:a16="http://schemas.microsoft.com/office/drawing/2014/main" id="{DB8FB543-1DF5-0BAD-4717-C5DB5AD5133E}"/>
                </a:ext>
              </a:extLst>
            </p:cNvPr>
            <p:cNvSpPr/>
            <p:nvPr/>
          </p:nvSpPr>
          <p:spPr>
            <a:xfrm>
              <a:off x="1582830" y="5913046"/>
              <a:ext cx="31662" cy="31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7" name="ellipse_2937">
              <a:extLst>
                <a:ext uri="{FF2B5EF4-FFF2-40B4-BE49-F238E27FC236}">
                  <a16:creationId xmlns:a16="http://schemas.microsoft.com/office/drawing/2014/main" id="{EE4F1BDD-F300-02D3-759A-5B0FE699F347}"/>
                </a:ext>
              </a:extLst>
            </p:cNvPr>
            <p:cNvSpPr/>
            <p:nvPr/>
          </p:nvSpPr>
          <p:spPr>
            <a:xfrm>
              <a:off x="1441252" y="5843458"/>
              <a:ext cx="37932" cy="37932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8" name="ellipse_2938">
              <a:extLst>
                <a:ext uri="{FF2B5EF4-FFF2-40B4-BE49-F238E27FC236}">
                  <a16:creationId xmlns:a16="http://schemas.microsoft.com/office/drawing/2014/main" id="{00920532-4F16-F579-9A9C-D01AB1ED1F41}"/>
                </a:ext>
              </a:extLst>
            </p:cNvPr>
            <p:cNvSpPr/>
            <p:nvPr/>
          </p:nvSpPr>
          <p:spPr>
            <a:xfrm>
              <a:off x="1676913" y="5723244"/>
              <a:ext cx="35560" cy="3556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9" name="ellipse_2939">
              <a:extLst>
                <a:ext uri="{FF2B5EF4-FFF2-40B4-BE49-F238E27FC236}">
                  <a16:creationId xmlns:a16="http://schemas.microsoft.com/office/drawing/2014/main" id="{D1FDB036-5D89-2BE4-BC5D-D0FDB2280B8C}"/>
                </a:ext>
              </a:extLst>
            </p:cNvPr>
            <p:cNvSpPr/>
            <p:nvPr/>
          </p:nvSpPr>
          <p:spPr>
            <a:xfrm>
              <a:off x="1442316" y="5759309"/>
              <a:ext cx="30564" cy="3056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0" name="ellipse_2940">
              <a:extLst>
                <a:ext uri="{FF2B5EF4-FFF2-40B4-BE49-F238E27FC236}">
                  <a16:creationId xmlns:a16="http://schemas.microsoft.com/office/drawing/2014/main" id="{FBBD8F27-0F79-2D7D-04C7-6455A1B2083E}"/>
                </a:ext>
              </a:extLst>
            </p:cNvPr>
            <p:cNvSpPr/>
            <p:nvPr/>
          </p:nvSpPr>
          <p:spPr>
            <a:xfrm>
              <a:off x="1660843" y="5732672"/>
              <a:ext cx="32471" cy="324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1" name="ellipse_2941">
              <a:extLst>
                <a:ext uri="{FF2B5EF4-FFF2-40B4-BE49-F238E27FC236}">
                  <a16:creationId xmlns:a16="http://schemas.microsoft.com/office/drawing/2014/main" id="{95B0D742-2EE6-6C08-D531-32B1C865E508}"/>
                </a:ext>
              </a:extLst>
            </p:cNvPr>
            <p:cNvSpPr/>
            <p:nvPr/>
          </p:nvSpPr>
          <p:spPr>
            <a:xfrm>
              <a:off x="1441929" y="5857738"/>
              <a:ext cx="27539" cy="2753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2" name="ellipse_2942">
              <a:extLst>
                <a:ext uri="{FF2B5EF4-FFF2-40B4-BE49-F238E27FC236}">
                  <a16:creationId xmlns:a16="http://schemas.microsoft.com/office/drawing/2014/main" id="{C14340AB-13AB-6F55-74BB-7F894934148F}"/>
                </a:ext>
              </a:extLst>
            </p:cNvPr>
            <p:cNvSpPr/>
            <p:nvPr/>
          </p:nvSpPr>
          <p:spPr>
            <a:xfrm>
              <a:off x="1605905" y="5946213"/>
              <a:ext cx="23720" cy="2372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3" name="ellipse_2943">
              <a:extLst>
                <a:ext uri="{FF2B5EF4-FFF2-40B4-BE49-F238E27FC236}">
                  <a16:creationId xmlns:a16="http://schemas.microsoft.com/office/drawing/2014/main" id="{B5FEF992-7CF8-FB12-86CA-7E122AA49C50}"/>
                </a:ext>
              </a:extLst>
            </p:cNvPr>
            <p:cNvSpPr/>
            <p:nvPr/>
          </p:nvSpPr>
          <p:spPr>
            <a:xfrm>
              <a:off x="1666560" y="5904207"/>
              <a:ext cx="25696" cy="25696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4" name="ellipse_2944">
              <a:extLst>
                <a:ext uri="{FF2B5EF4-FFF2-40B4-BE49-F238E27FC236}">
                  <a16:creationId xmlns:a16="http://schemas.microsoft.com/office/drawing/2014/main" id="{AA3DA879-9532-CAD2-813C-B9E410D76491}"/>
                </a:ext>
              </a:extLst>
            </p:cNvPr>
            <p:cNvSpPr/>
            <p:nvPr/>
          </p:nvSpPr>
          <p:spPr>
            <a:xfrm>
              <a:off x="1569217" y="5720001"/>
              <a:ext cx="32959" cy="329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5" name="ellipse_2945">
              <a:extLst>
                <a:ext uri="{FF2B5EF4-FFF2-40B4-BE49-F238E27FC236}">
                  <a16:creationId xmlns:a16="http://schemas.microsoft.com/office/drawing/2014/main" id="{75FFEFDF-7CF8-01FD-2C95-3E07F917332C}"/>
                </a:ext>
              </a:extLst>
            </p:cNvPr>
            <p:cNvSpPr/>
            <p:nvPr/>
          </p:nvSpPr>
          <p:spPr>
            <a:xfrm>
              <a:off x="1628649" y="5681483"/>
              <a:ext cx="30404" cy="304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6" name="ellipse_2946">
              <a:extLst>
                <a:ext uri="{FF2B5EF4-FFF2-40B4-BE49-F238E27FC236}">
                  <a16:creationId xmlns:a16="http://schemas.microsoft.com/office/drawing/2014/main" id="{13B0CA31-2285-B265-58BC-303653F12AA0}"/>
                </a:ext>
              </a:extLst>
            </p:cNvPr>
            <p:cNvSpPr/>
            <p:nvPr/>
          </p:nvSpPr>
          <p:spPr>
            <a:xfrm>
              <a:off x="1713397" y="5861457"/>
              <a:ext cx="33198" cy="3319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7" name="ellipse_2947">
              <a:extLst>
                <a:ext uri="{FF2B5EF4-FFF2-40B4-BE49-F238E27FC236}">
                  <a16:creationId xmlns:a16="http://schemas.microsoft.com/office/drawing/2014/main" id="{BDF77A98-8FD4-8878-EC25-87B5E6287875}"/>
                </a:ext>
              </a:extLst>
            </p:cNvPr>
            <p:cNvSpPr/>
            <p:nvPr/>
          </p:nvSpPr>
          <p:spPr>
            <a:xfrm>
              <a:off x="1568321" y="5927538"/>
              <a:ext cx="37172" cy="3717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8" name="ellipse_2948">
              <a:extLst>
                <a:ext uri="{FF2B5EF4-FFF2-40B4-BE49-F238E27FC236}">
                  <a16:creationId xmlns:a16="http://schemas.microsoft.com/office/drawing/2014/main" id="{5A0C0A9C-5278-4FFD-3833-4E3B07215785}"/>
                </a:ext>
              </a:extLst>
            </p:cNvPr>
            <p:cNvSpPr/>
            <p:nvPr/>
          </p:nvSpPr>
          <p:spPr>
            <a:xfrm>
              <a:off x="1589792" y="5719262"/>
              <a:ext cx="26962" cy="269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9" name="ellipse_2949">
              <a:extLst>
                <a:ext uri="{FF2B5EF4-FFF2-40B4-BE49-F238E27FC236}">
                  <a16:creationId xmlns:a16="http://schemas.microsoft.com/office/drawing/2014/main" id="{95918971-FDF2-6C9F-EAD8-1E803DE2EB03}"/>
                </a:ext>
              </a:extLst>
            </p:cNvPr>
            <p:cNvSpPr/>
            <p:nvPr/>
          </p:nvSpPr>
          <p:spPr>
            <a:xfrm>
              <a:off x="1493034" y="5768073"/>
              <a:ext cx="32512" cy="3251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0" name="ellipse_2950">
              <a:extLst>
                <a:ext uri="{FF2B5EF4-FFF2-40B4-BE49-F238E27FC236}">
                  <a16:creationId xmlns:a16="http://schemas.microsoft.com/office/drawing/2014/main" id="{C74F54EA-4E1B-0122-7B94-5351677C425C}"/>
                </a:ext>
              </a:extLst>
            </p:cNvPr>
            <p:cNvSpPr/>
            <p:nvPr/>
          </p:nvSpPr>
          <p:spPr>
            <a:xfrm>
              <a:off x="1700028" y="5916902"/>
              <a:ext cx="26704" cy="267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1" name="ellipse_2951">
              <a:extLst>
                <a:ext uri="{FF2B5EF4-FFF2-40B4-BE49-F238E27FC236}">
                  <a16:creationId xmlns:a16="http://schemas.microsoft.com/office/drawing/2014/main" id="{704A114E-E0FC-A98B-5F20-9E48690B1016}"/>
                </a:ext>
              </a:extLst>
            </p:cNvPr>
            <p:cNvSpPr/>
            <p:nvPr/>
          </p:nvSpPr>
          <p:spPr>
            <a:xfrm>
              <a:off x="1484645" y="5849570"/>
              <a:ext cx="34307" cy="3430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2" name="ellipse_2952">
              <a:extLst>
                <a:ext uri="{FF2B5EF4-FFF2-40B4-BE49-F238E27FC236}">
                  <a16:creationId xmlns:a16="http://schemas.microsoft.com/office/drawing/2014/main" id="{CB19CF2B-0811-8E38-D10D-6E8AB7EAAEC2}"/>
                </a:ext>
              </a:extLst>
            </p:cNvPr>
            <p:cNvSpPr/>
            <p:nvPr/>
          </p:nvSpPr>
          <p:spPr>
            <a:xfrm>
              <a:off x="1796236" y="5779448"/>
              <a:ext cx="31087" cy="3108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3" name="ellipse_2953">
              <a:extLst>
                <a:ext uri="{FF2B5EF4-FFF2-40B4-BE49-F238E27FC236}">
                  <a16:creationId xmlns:a16="http://schemas.microsoft.com/office/drawing/2014/main" id="{7FE6C169-45FB-2FEB-C429-99E86A5608E8}"/>
                </a:ext>
              </a:extLst>
            </p:cNvPr>
            <p:cNvSpPr/>
            <p:nvPr/>
          </p:nvSpPr>
          <p:spPr>
            <a:xfrm>
              <a:off x="1703383" y="5707987"/>
              <a:ext cx="24249" cy="2424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4" name="ellipse_2954">
              <a:extLst>
                <a:ext uri="{FF2B5EF4-FFF2-40B4-BE49-F238E27FC236}">
                  <a16:creationId xmlns:a16="http://schemas.microsoft.com/office/drawing/2014/main" id="{9C234A0C-1AD2-2B6D-BB01-BF0571D2E6CE}"/>
                </a:ext>
              </a:extLst>
            </p:cNvPr>
            <p:cNvSpPr/>
            <p:nvPr/>
          </p:nvSpPr>
          <p:spPr>
            <a:xfrm>
              <a:off x="1639165" y="5940343"/>
              <a:ext cx="34999" cy="349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5" name="ellipse_2955">
              <a:extLst>
                <a:ext uri="{FF2B5EF4-FFF2-40B4-BE49-F238E27FC236}">
                  <a16:creationId xmlns:a16="http://schemas.microsoft.com/office/drawing/2014/main" id="{D8266A6D-B71F-331F-7D23-A46DADC8ECCF}"/>
                </a:ext>
              </a:extLst>
            </p:cNvPr>
            <p:cNvSpPr/>
            <p:nvPr/>
          </p:nvSpPr>
          <p:spPr>
            <a:xfrm>
              <a:off x="1607929" y="5664825"/>
              <a:ext cx="32753" cy="3275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6" name="ellipse_2956">
              <a:extLst>
                <a:ext uri="{FF2B5EF4-FFF2-40B4-BE49-F238E27FC236}">
                  <a16:creationId xmlns:a16="http://schemas.microsoft.com/office/drawing/2014/main" id="{A3DF30FF-6F15-10EF-CA65-35D5F33BA850}"/>
                </a:ext>
              </a:extLst>
            </p:cNvPr>
            <p:cNvSpPr/>
            <p:nvPr/>
          </p:nvSpPr>
          <p:spPr>
            <a:xfrm>
              <a:off x="1431638" y="5888721"/>
              <a:ext cx="32307" cy="3230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7" name="ellipse_2957">
              <a:extLst>
                <a:ext uri="{FF2B5EF4-FFF2-40B4-BE49-F238E27FC236}">
                  <a16:creationId xmlns:a16="http://schemas.microsoft.com/office/drawing/2014/main" id="{0592D5E5-FBE7-2CC5-CDF8-42DB4B7E69C5}"/>
                </a:ext>
              </a:extLst>
            </p:cNvPr>
            <p:cNvSpPr/>
            <p:nvPr/>
          </p:nvSpPr>
          <p:spPr>
            <a:xfrm>
              <a:off x="1763250" y="5810798"/>
              <a:ext cx="24008" cy="2400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8" name="ellipse_2958">
              <a:extLst>
                <a:ext uri="{FF2B5EF4-FFF2-40B4-BE49-F238E27FC236}">
                  <a16:creationId xmlns:a16="http://schemas.microsoft.com/office/drawing/2014/main" id="{D97D6258-FC89-786C-41C3-D0A3E48AD487}"/>
                </a:ext>
              </a:extLst>
            </p:cNvPr>
            <p:cNvSpPr/>
            <p:nvPr/>
          </p:nvSpPr>
          <p:spPr>
            <a:xfrm>
              <a:off x="1770156" y="5894195"/>
              <a:ext cx="34129" cy="3412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9" name="ellipse_2959">
              <a:extLst>
                <a:ext uri="{FF2B5EF4-FFF2-40B4-BE49-F238E27FC236}">
                  <a16:creationId xmlns:a16="http://schemas.microsoft.com/office/drawing/2014/main" id="{D7C15D2D-D1EA-FF24-A22E-1645805EDEB4}"/>
                </a:ext>
              </a:extLst>
            </p:cNvPr>
            <p:cNvSpPr/>
            <p:nvPr/>
          </p:nvSpPr>
          <p:spPr>
            <a:xfrm>
              <a:off x="1631456" y="5662376"/>
              <a:ext cx="36317" cy="3631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0" name="ellipse_2960">
              <a:extLst>
                <a:ext uri="{FF2B5EF4-FFF2-40B4-BE49-F238E27FC236}">
                  <a16:creationId xmlns:a16="http://schemas.microsoft.com/office/drawing/2014/main" id="{3F46FCDD-10C5-2B43-784F-8EABBEE05761}"/>
                </a:ext>
              </a:extLst>
            </p:cNvPr>
            <p:cNvSpPr/>
            <p:nvPr/>
          </p:nvSpPr>
          <p:spPr>
            <a:xfrm>
              <a:off x="1505565" y="5729779"/>
              <a:ext cx="35155" cy="3515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1" name="ellipse_2961">
              <a:extLst>
                <a:ext uri="{FF2B5EF4-FFF2-40B4-BE49-F238E27FC236}">
                  <a16:creationId xmlns:a16="http://schemas.microsoft.com/office/drawing/2014/main" id="{3CF4402C-60AE-E829-1775-1D01FBC26651}"/>
                </a:ext>
              </a:extLst>
            </p:cNvPr>
            <p:cNvSpPr/>
            <p:nvPr/>
          </p:nvSpPr>
          <p:spPr>
            <a:xfrm>
              <a:off x="1745125" y="5807695"/>
              <a:ext cx="28645" cy="2864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2" name="ellipse_2962">
              <a:extLst>
                <a:ext uri="{FF2B5EF4-FFF2-40B4-BE49-F238E27FC236}">
                  <a16:creationId xmlns:a16="http://schemas.microsoft.com/office/drawing/2014/main" id="{92CA9D0E-1FE2-EEAD-3C8A-3EA9CD7105FF}"/>
                </a:ext>
              </a:extLst>
            </p:cNvPr>
            <p:cNvSpPr/>
            <p:nvPr/>
          </p:nvSpPr>
          <p:spPr>
            <a:xfrm>
              <a:off x="1415944" y="5861397"/>
              <a:ext cx="29118" cy="291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3" name="ellipse_2963">
              <a:extLst>
                <a:ext uri="{FF2B5EF4-FFF2-40B4-BE49-F238E27FC236}">
                  <a16:creationId xmlns:a16="http://schemas.microsoft.com/office/drawing/2014/main" id="{88C60C88-D458-0D6C-00E0-518C72F8BE43}"/>
                </a:ext>
              </a:extLst>
            </p:cNvPr>
            <p:cNvSpPr/>
            <p:nvPr/>
          </p:nvSpPr>
          <p:spPr>
            <a:xfrm>
              <a:off x="1444289" y="5910192"/>
              <a:ext cx="36484" cy="364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4" name="ellipse_2964">
              <a:extLst>
                <a:ext uri="{FF2B5EF4-FFF2-40B4-BE49-F238E27FC236}">
                  <a16:creationId xmlns:a16="http://schemas.microsoft.com/office/drawing/2014/main" id="{A8B4EEED-4476-9FD9-6E24-41C1217A20A6}"/>
                </a:ext>
              </a:extLst>
            </p:cNvPr>
            <p:cNvSpPr/>
            <p:nvPr/>
          </p:nvSpPr>
          <p:spPr>
            <a:xfrm>
              <a:off x="1692595" y="5720180"/>
              <a:ext cx="34350" cy="3435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5" name="ellipse_2965">
              <a:extLst>
                <a:ext uri="{FF2B5EF4-FFF2-40B4-BE49-F238E27FC236}">
                  <a16:creationId xmlns:a16="http://schemas.microsoft.com/office/drawing/2014/main" id="{6D2AC65A-7300-3906-97BA-72CC3B6F22E9}"/>
                </a:ext>
              </a:extLst>
            </p:cNvPr>
            <p:cNvSpPr/>
            <p:nvPr/>
          </p:nvSpPr>
          <p:spPr>
            <a:xfrm>
              <a:off x="1645377" y="5668528"/>
              <a:ext cx="23232" cy="232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6" name="ellipse_2966">
              <a:extLst>
                <a:ext uri="{FF2B5EF4-FFF2-40B4-BE49-F238E27FC236}">
                  <a16:creationId xmlns:a16="http://schemas.microsoft.com/office/drawing/2014/main" id="{EAD07C98-C540-7C9F-36D6-7AFD3CDADB89}"/>
                </a:ext>
              </a:extLst>
            </p:cNvPr>
            <p:cNvSpPr/>
            <p:nvPr/>
          </p:nvSpPr>
          <p:spPr>
            <a:xfrm>
              <a:off x="1463027" y="5702838"/>
              <a:ext cx="32775" cy="3277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7" name="ellipse_2967">
              <a:extLst>
                <a:ext uri="{FF2B5EF4-FFF2-40B4-BE49-F238E27FC236}">
                  <a16:creationId xmlns:a16="http://schemas.microsoft.com/office/drawing/2014/main" id="{83E921DF-4AEA-D5BA-680E-57396B14217D}"/>
                </a:ext>
              </a:extLst>
            </p:cNvPr>
            <p:cNvSpPr/>
            <p:nvPr/>
          </p:nvSpPr>
          <p:spPr>
            <a:xfrm>
              <a:off x="1471693" y="5806019"/>
              <a:ext cx="36914" cy="3691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8" name="ellipse_2968">
              <a:extLst>
                <a:ext uri="{FF2B5EF4-FFF2-40B4-BE49-F238E27FC236}">
                  <a16:creationId xmlns:a16="http://schemas.microsoft.com/office/drawing/2014/main" id="{8350A069-6F49-33DA-DDC2-B45F8C0D0DB7}"/>
                </a:ext>
              </a:extLst>
            </p:cNvPr>
            <p:cNvSpPr/>
            <p:nvPr/>
          </p:nvSpPr>
          <p:spPr>
            <a:xfrm>
              <a:off x="1447857" y="5802230"/>
              <a:ext cx="29872" cy="2987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9" name="ellipse_2969">
              <a:extLst>
                <a:ext uri="{FF2B5EF4-FFF2-40B4-BE49-F238E27FC236}">
                  <a16:creationId xmlns:a16="http://schemas.microsoft.com/office/drawing/2014/main" id="{659BB344-A5BF-6535-253F-3FF90F2FB1B2}"/>
                </a:ext>
              </a:extLst>
            </p:cNvPr>
            <p:cNvSpPr/>
            <p:nvPr/>
          </p:nvSpPr>
          <p:spPr>
            <a:xfrm>
              <a:off x="1612617" y="5934978"/>
              <a:ext cx="25869" cy="2586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0" name="ellipse_2970">
              <a:extLst>
                <a:ext uri="{FF2B5EF4-FFF2-40B4-BE49-F238E27FC236}">
                  <a16:creationId xmlns:a16="http://schemas.microsoft.com/office/drawing/2014/main" id="{15FF0A95-2591-2237-6F13-06446E167056}"/>
                </a:ext>
              </a:extLst>
            </p:cNvPr>
            <p:cNvSpPr/>
            <p:nvPr/>
          </p:nvSpPr>
          <p:spPr>
            <a:xfrm>
              <a:off x="1499567" y="5923927"/>
              <a:ext cx="29366" cy="293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1" name="ellipse_2971">
              <a:extLst>
                <a:ext uri="{FF2B5EF4-FFF2-40B4-BE49-F238E27FC236}">
                  <a16:creationId xmlns:a16="http://schemas.microsoft.com/office/drawing/2014/main" id="{F36DA659-AF9C-3649-D44D-21E75CDD5F0A}"/>
                </a:ext>
              </a:extLst>
            </p:cNvPr>
            <p:cNvSpPr/>
            <p:nvPr/>
          </p:nvSpPr>
          <p:spPr>
            <a:xfrm>
              <a:off x="1439722" y="5746255"/>
              <a:ext cx="30428" cy="3042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2" name="ellipse_2972">
              <a:extLst>
                <a:ext uri="{FF2B5EF4-FFF2-40B4-BE49-F238E27FC236}">
                  <a16:creationId xmlns:a16="http://schemas.microsoft.com/office/drawing/2014/main" id="{4EF59F37-3D8E-1183-E2DE-7C159E346DB1}"/>
                </a:ext>
              </a:extLst>
            </p:cNvPr>
            <p:cNvSpPr/>
            <p:nvPr/>
          </p:nvSpPr>
          <p:spPr>
            <a:xfrm>
              <a:off x="1601892" y="5705782"/>
              <a:ext cx="26593" cy="26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3" name="ellipse_2973">
              <a:extLst>
                <a:ext uri="{FF2B5EF4-FFF2-40B4-BE49-F238E27FC236}">
                  <a16:creationId xmlns:a16="http://schemas.microsoft.com/office/drawing/2014/main" id="{3F7693B0-BA2A-A7DA-7255-D3C0400C1BC8}"/>
                </a:ext>
              </a:extLst>
            </p:cNvPr>
            <p:cNvSpPr/>
            <p:nvPr/>
          </p:nvSpPr>
          <p:spPr>
            <a:xfrm>
              <a:off x="1683294" y="5736674"/>
              <a:ext cx="36357" cy="363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954" name="Build | SMILES ligand graph">
            <a:extLst>
              <a:ext uri="{FF2B5EF4-FFF2-40B4-BE49-F238E27FC236}">
                <a16:creationId xmlns:a16="http://schemas.microsoft.com/office/drawing/2014/main" id="{7F646C8E-D70D-6BBD-7467-1C2018A6B8C3}"/>
              </a:ext>
            </a:extLst>
          </p:cNvPr>
          <p:cNvGrpSpPr/>
          <p:nvPr/>
        </p:nvGrpSpPr>
        <p:grpSpPr>
          <a:xfrm>
            <a:off x="4842290" y="1154249"/>
            <a:ext cx="490063" cy="238146"/>
            <a:chOff x="863060" y="5744348"/>
            <a:chExt cx="420988" cy="204721"/>
          </a:xfrm>
        </p:grpSpPr>
        <p:cxnSp>
          <p:nvCxnSpPr>
            <p:cNvPr id="955" name="path_2875">
              <a:extLst>
                <a:ext uri="{FF2B5EF4-FFF2-40B4-BE49-F238E27FC236}">
                  <a16:creationId xmlns:a16="http://schemas.microsoft.com/office/drawing/2014/main" id="{0E98971E-1079-4E47-6614-2788CE2709C3}"/>
                </a:ext>
              </a:extLst>
            </p:cNvPr>
            <p:cNvCxnSpPr/>
            <p:nvPr/>
          </p:nvCxnSpPr>
          <p:spPr>
            <a:xfrm flipH="1">
              <a:off x="956231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6" name="path_2876">
              <a:extLst>
                <a:ext uri="{FF2B5EF4-FFF2-40B4-BE49-F238E27FC236}">
                  <a16:creationId xmlns:a16="http://schemas.microsoft.com/office/drawing/2014/main" id="{E8D49C8D-04B1-7BA8-22F0-6A2E78026ECA}"/>
                </a:ext>
              </a:extLst>
            </p:cNvPr>
            <p:cNvCxnSpPr/>
            <p:nvPr/>
          </p:nvCxnSpPr>
          <p:spPr>
            <a:xfrm flipH="1" flipV="1">
              <a:off x="863060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7" name="path_2877">
              <a:extLst>
                <a:ext uri="{FF2B5EF4-FFF2-40B4-BE49-F238E27FC236}">
                  <a16:creationId xmlns:a16="http://schemas.microsoft.com/office/drawing/2014/main" id="{D3CF1E25-F4FF-9E24-FC3D-59EF588DD803}"/>
                </a:ext>
              </a:extLst>
            </p:cNvPr>
            <p:cNvCxnSpPr/>
            <p:nvPr/>
          </p:nvCxnSpPr>
          <p:spPr>
            <a:xfrm flipH="1" flipV="1">
              <a:off x="863060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8" name="path_2878">
              <a:extLst>
                <a:ext uri="{FF2B5EF4-FFF2-40B4-BE49-F238E27FC236}">
                  <a16:creationId xmlns:a16="http://schemas.microsoft.com/office/drawing/2014/main" id="{E5AB8807-E664-2794-32A8-1937F9ACAA99}"/>
                </a:ext>
              </a:extLst>
            </p:cNvPr>
            <p:cNvCxnSpPr/>
            <p:nvPr/>
          </p:nvCxnSpPr>
          <p:spPr>
            <a:xfrm flipV="1">
              <a:off x="863060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9" name="path_2879">
              <a:extLst>
                <a:ext uri="{FF2B5EF4-FFF2-40B4-BE49-F238E27FC236}">
                  <a16:creationId xmlns:a16="http://schemas.microsoft.com/office/drawing/2014/main" id="{5DBE8BE0-D9B8-0EA2-3507-F2BD905263C4}"/>
                </a:ext>
              </a:extLst>
            </p:cNvPr>
            <p:cNvCxnSpPr/>
            <p:nvPr/>
          </p:nvCxnSpPr>
          <p:spPr>
            <a:xfrm>
              <a:off x="956231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0" name="path_2880">
              <a:extLst>
                <a:ext uri="{FF2B5EF4-FFF2-40B4-BE49-F238E27FC236}">
                  <a16:creationId xmlns:a16="http://schemas.microsoft.com/office/drawing/2014/main" id="{C59A226C-ED5B-FB28-E259-B0C5F81D7536}"/>
                </a:ext>
              </a:extLst>
            </p:cNvPr>
            <p:cNvCxnSpPr/>
            <p:nvPr/>
          </p:nvCxnSpPr>
          <p:spPr>
            <a:xfrm flipH="1">
              <a:off x="1049401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1" name="path_2881">
              <a:extLst>
                <a:ext uri="{FF2B5EF4-FFF2-40B4-BE49-F238E27FC236}">
                  <a16:creationId xmlns:a16="http://schemas.microsoft.com/office/drawing/2014/main" id="{FEF107EE-E4C8-2EE0-45A6-6F82CD4D02A4}"/>
                </a:ext>
              </a:extLst>
            </p:cNvPr>
            <p:cNvCxnSpPr/>
            <p:nvPr/>
          </p:nvCxnSpPr>
          <p:spPr>
            <a:xfrm flipV="1">
              <a:off x="1049401" y="5768591"/>
              <a:ext cx="83267" cy="12929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2" name="path_2882">
              <a:extLst>
                <a:ext uri="{FF2B5EF4-FFF2-40B4-BE49-F238E27FC236}">
                  <a16:creationId xmlns:a16="http://schemas.microsoft.com/office/drawing/2014/main" id="{954C2710-4748-79D2-B594-D7E08BFF7897}"/>
                </a:ext>
              </a:extLst>
            </p:cNvPr>
            <p:cNvCxnSpPr/>
            <p:nvPr/>
          </p:nvCxnSpPr>
          <p:spPr>
            <a:xfrm>
              <a:off x="1132668" y="5768591"/>
              <a:ext cx="60247" cy="565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3" name="path_2883">
              <a:extLst>
                <a:ext uri="{FF2B5EF4-FFF2-40B4-BE49-F238E27FC236}">
                  <a16:creationId xmlns:a16="http://schemas.microsoft.com/office/drawing/2014/main" id="{0435CF7D-E149-321A-7E2A-EFD40379AF5A}"/>
                </a:ext>
              </a:extLst>
            </p:cNvPr>
            <p:cNvCxnSpPr/>
            <p:nvPr/>
          </p:nvCxnSpPr>
          <p:spPr>
            <a:xfrm flipH="1">
              <a:off x="956231" y="5888677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4" name="path_2884">
              <a:extLst>
                <a:ext uri="{FF2B5EF4-FFF2-40B4-BE49-F238E27FC236}">
                  <a16:creationId xmlns:a16="http://schemas.microsoft.com/office/drawing/2014/main" id="{460B1048-17E9-C984-7ECF-BAA657FF5E38}"/>
                </a:ext>
              </a:extLst>
            </p:cNvPr>
            <p:cNvCxnSpPr/>
            <p:nvPr/>
          </p:nvCxnSpPr>
          <p:spPr>
            <a:xfrm flipH="1" flipV="1">
              <a:off x="879831" y="5804741"/>
              <a:ext cx="0" cy="83936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5" name="path_2885">
              <a:extLst>
                <a:ext uri="{FF2B5EF4-FFF2-40B4-BE49-F238E27FC236}">
                  <a16:creationId xmlns:a16="http://schemas.microsoft.com/office/drawing/2014/main" id="{761CC47C-EACF-2541-AA81-67E4C793356B}"/>
                </a:ext>
              </a:extLst>
            </p:cNvPr>
            <p:cNvCxnSpPr/>
            <p:nvPr/>
          </p:nvCxnSpPr>
          <p:spPr>
            <a:xfrm>
              <a:off x="956231" y="5762773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66" name="Text | O">
              <a:extLst>
                <a:ext uri="{FF2B5EF4-FFF2-40B4-BE49-F238E27FC236}">
                  <a16:creationId xmlns:a16="http://schemas.microsoft.com/office/drawing/2014/main" id="{6DE2989F-8DFB-CEE8-F2A3-7E121769C949}"/>
                </a:ext>
              </a:extLst>
            </p:cNvPr>
            <p:cNvSpPr txBox="1"/>
            <p:nvPr/>
          </p:nvSpPr>
          <p:spPr>
            <a:xfrm>
              <a:off x="1206055" y="5782454"/>
              <a:ext cx="77993" cy="9329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7" dirty="0">
                  <a:solidFill>
                    <a:srgbClr val="CE4148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447"/>
            </a:p>
          </p:txBody>
        </p:sp>
      </p:grpSp>
      <p:grpSp>
        <p:nvGrpSpPr>
          <p:cNvPr id="967" name="Build experimental density">
            <a:extLst>
              <a:ext uri="{FF2B5EF4-FFF2-40B4-BE49-F238E27FC236}">
                <a16:creationId xmlns:a16="http://schemas.microsoft.com/office/drawing/2014/main" id="{3641DBF3-A690-A0F2-6216-FD15621F088F}"/>
              </a:ext>
            </a:extLst>
          </p:cNvPr>
          <p:cNvGrpSpPr/>
          <p:nvPr/>
        </p:nvGrpSpPr>
        <p:grpSpPr>
          <a:xfrm>
            <a:off x="5404224" y="1091756"/>
            <a:ext cx="312525" cy="371664"/>
            <a:chOff x="496477" y="1485900"/>
            <a:chExt cx="1521646" cy="1809750"/>
          </a:xfrm>
        </p:grpSpPr>
        <p:sp>
          <p:nvSpPr>
            <p:cNvPr id="968" name="Input_density__7">
              <a:extLst>
                <a:ext uri="{FF2B5EF4-FFF2-40B4-BE49-F238E27FC236}">
                  <a16:creationId xmlns:a16="http://schemas.microsoft.com/office/drawing/2014/main" id="{31E1A678-7F84-558F-C5E2-5071AF2B7E4E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69" name="Input_density__8">
              <a:extLst>
                <a:ext uri="{FF2B5EF4-FFF2-40B4-BE49-F238E27FC236}">
                  <a16:creationId xmlns:a16="http://schemas.microsoft.com/office/drawing/2014/main" id="{0067ED09-ED22-0DB3-6D2A-CBF89EA09C5B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0" name="Input_density__9">
              <a:extLst>
                <a:ext uri="{FF2B5EF4-FFF2-40B4-BE49-F238E27FC236}">
                  <a16:creationId xmlns:a16="http://schemas.microsoft.com/office/drawing/2014/main" id="{24A8CF34-B36B-38D7-3F49-2BAA7062E924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71" name="Input_density__10">
              <a:extLst>
                <a:ext uri="{FF2B5EF4-FFF2-40B4-BE49-F238E27FC236}">
                  <a16:creationId xmlns:a16="http://schemas.microsoft.com/office/drawing/2014/main" id="{AF0DF002-066D-F39F-D18F-2E3FC42B7665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2" name="Input_density__11">
              <a:extLst>
                <a:ext uri="{FF2B5EF4-FFF2-40B4-BE49-F238E27FC236}">
                  <a16:creationId xmlns:a16="http://schemas.microsoft.com/office/drawing/2014/main" id="{5A39A75F-E4F1-1788-FB4F-5684DE7E85CE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73" name="Input_density__12">
              <a:extLst>
                <a:ext uri="{FF2B5EF4-FFF2-40B4-BE49-F238E27FC236}">
                  <a16:creationId xmlns:a16="http://schemas.microsoft.com/office/drawing/2014/main" id="{05AB4FDF-2A45-A021-1CC1-C713A1C6D90B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74" name="Input_density__13">
              <a:extLst>
                <a:ext uri="{FF2B5EF4-FFF2-40B4-BE49-F238E27FC236}">
                  <a16:creationId xmlns:a16="http://schemas.microsoft.com/office/drawing/2014/main" id="{982FAD2F-7617-BC50-BC21-E85FAA9F073C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75" name="Input_density__14">
              <a:extLst>
                <a:ext uri="{FF2B5EF4-FFF2-40B4-BE49-F238E27FC236}">
                  <a16:creationId xmlns:a16="http://schemas.microsoft.com/office/drawing/2014/main" id="{9D517164-6B0F-1672-253A-E21E7F3D3D5B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76" name="Input_density__15">
              <a:extLst>
                <a:ext uri="{FF2B5EF4-FFF2-40B4-BE49-F238E27FC236}">
                  <a16:creationId xmlns:a16="http://schemas.microsoft.com/office/drawing/2014/main" id="{F04F93A0-9F08-F729-CB2F-80D4F13A7AA9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77" name="Input_density__16">
              <a:extLst>
                <a:ext uri="{FF2B5EF4-FFF2-40B4-BE49-F238E27FC236}">
                  <a16:creationId xmlns:a16="http://schemas.microsoft.com/office/drawing/2014/main" id="{C1D7A1A7-D7E3-D855-53D2-BF60315C0BF6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78" name="Input_density__17">
              <a:extLst>
                <a:ext uri="{FF2B5EF4-FFF2-40B4-BE49-F238E27FC236}">
                  <a16:creationId xmlns:a16="http://schemas.microsoft.com/office/drawing/2014/main" id="{AE739E40-0C88-47D3-A2D1-4EF6E874798C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9" name="Input_density__18">
              <a:extLst>
                <a:ext uri="{FF2B5EF4-FFF2-40B4-BE49-F238E27FC236}">
                  <a16:creationId xmlns:a16="http://schemas.microsoft.com/office/drawing/2014/main" id="{1238B76D-2597-F89F-114B-401A76EEA27F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80" name="Input_density__19">
              <a:extLst>
                <a:ext uri="{FF2B5EF4-FFF2-40B4-BE49-F238E27FC236}">
                  <a16:creationId xmlns:a16="http://schemas.microsoft.com/office/drawing/2014/main" id="{2A37AE70-01F7-F68A-4327-BE41F2244177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81" name="Input_density__20">
              <a:extLst>
                <a:ext uri="{FF2B5EF4-FFF2-40B4-BE49-F238E27FC236}">
                  <a16:creationId xmlns:a16="http://schemas.microsoft.com/office/drawing/2014/main" id="{793248F2-F5B6-E587-7A56-04AE84ED1A24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2" name="Input_density__21">
              <a:extLst>
                <a:ext uri="{FF2B5EF4-FFF2-40B4-BE49-F238E27FC236}">
                  <a16:creationId xmlns:a16="http://schemas.microsoft.com/office/drawing/2014/main" id="{7B967986-0C69-901D-366B-8601645167BF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83" name="Input_density__22">
              <a:extLst>
                <a:ext uri="{FF2B5EF4-FFF2-40B4-BE49-F238E27FC236}">
                  <a16:creationId xmlns:a16="http://schemas.microsoft.com/office/drawing/2014/main" id="{18303D7F-80E0-0839-DBA2-5542B28BFB59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84" name="Input_density__23">
              <a:extLst>
                <a:ext uri="{FF2B5EF4-FFF2-40B4-BE49-F238E27FC236}">
                  <a16:creationId xmlns:a16="http://schemas.microsoft.com/office/drawing/2014/main" id="{C2FC6716-AC71-FAAB-7F01-C86688C81CA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85" name="Input_density__24">
              <a:extLst>
                <a:ext uri="{FF2B5EF4-FFF2-40B4-BE49-F238E27FC236}">
                  <a16:creationId xmlns:a16="http://schemas.microsoft.com/office/drawing/2014/main" id="{AFE5859F-A4C8-17A4-7D90-45831D45DA7B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86" name="Input_density__25">
              <a:extLst>
                <a:ext uri="{FF2B5EF4-FFF2-40B4-BE49-F238E27FC236}">
                  <a16:creationId xmlns:a16="http://schemas.microsoft.com/office/drawing/2014/main" id="{FEAB82FD-EFDF-2AB5-7090-B4DC62B259C0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7" name="Input_density__26">
              <a:extLst>
                <a:ext uri="{FF2B5EF4-FFF2-40B4-BE49-F238E27FC236}">
                  <a16:creationId xmlns:a16="http://schemas.microsoft.com/office/drawing/2014/main" id="{9CFA44A7-092D-612F-7230-27D8BB2A5099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88" name="Input_density__27">
              <a:extLst>
                <a:ext uri="{FF2B5EF4-FFF2-40B4-BE49-F238E27FC236}">
                  <a16:creationId xmlns:a16="http://schemas.microsoft.com/office/drawing/2014/main" id="{338C811E-8993-4B17-E670-1C5E5BF78CB8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89" name="Input_density__28">
              <a:extLst>
                <a:ext uri="{FF2B5EF4-FFF2-40B4-BE49-F238E27FC236}">
                  <a16:creationId xmlns:a16="http://schemas.microsoft.com/office/drawing/2014/main" id="{0B4DF5CB-3F53-7C00-4B1C-643B5A14FEA7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90" name="Input_density__29">
              <a:extLst>
                <a:ext uri="{FF2B5EF4-FFF2-40B4-BE49-F238E27FC236}">
                  <a16:creationId xmlns:a16="http://schemas.microsoft.com/office/drawing/2014/main" id="{7E4ECEB7-E922-7116-EA2F-D699240D4B8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91" name="Input_density__30">
              <a:extLst>
                <a:ext uri="{FF2B5EF4-FFF2-40B4-BE49-F238E27FC236}">
                  <a16:creationId xmlns:a16="http://schemas.microsoft.com/office/drawing/2014/main" id="{160DC911-AF46-B452-292A-869CFF9AD6A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92" name="Input_density__31">
              <a:extLst>
                <a:ext uri="{FF2B5EF4-FFF2-40B4-BE49-F238E27FC236}">
                  <a16:creationId xmlns:a16="http://schemas.microsoft.com/office/drawing/2014/main" id="{2734845B-8C69-7CC5-99CF-9B8E122EF16B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93" name="Input_density__32">
              <a:extLst>
                <a:ext uri="{FF2B5EF4-FFF2-40B4-BE49-F238E27FC236}">
                  <a16:creationId xmlns:a16="http://schemas.microsoft.com/office/drawing/2014/main" id="{2DC7F7A8-994F-BBA1-1FED-B8B75FBBFE32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94" name="Input_density__33">
              <a:extLst>
                <a:ext uri="{FF2B5EF4-FFF2-40B4-BE49-F238E27FC236}">
                  <a16:creationId xmlns:a16="http://schemas.microsoft.com/office/drawing/2014/main" id="{17FE4E80-E011-0255-5D33-953EE3844EFC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5" name="Input_density__34">
              <a:extLst>
                <a:ext uri="{FF2B5EF4-FFF2-40B4-BE49-F238E27FC236}">
                  <a16:creationId xmlns:a16="http://schemas.microsoft.com/office/drawing/2014/main" id="{91F151C0-A7B0-F468-4663-C72058BA0050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96" name="Input_density__35">
              <a:extLst>
                <a:ext uri="{FF2B5EF4-FFF2-40B4-BE49-F238E27FC236}">
                  <a16:creationId xmlns:a16="http://schemas.microsoft.com/office/drawing/2014/main" id="{EF600911-6EF7-507D-E3F4-01AD89FEA51B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97" name="Input_density__36">
              <a:extLst>
                <a:ext uri="{FF2B5EF4-FFF2-40B4-BE49-F238E27FC236}">
                  <a16:creationId xmlns:a16="http://schemas.microsoft.com/office/drawing/2014/main" id="{8C8B7F7B-9A65-11A3-9512-8CAF2B1D2FA5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98" name="Input_density__37">
              <a:extLst>
                <a:ext uri="{FF2B5EF4-FFF2-40B4-BE49-F238E27FC236}">
                  <a16:creationId xmlns:a16="http://schemas.microsoft.com/office/drawing/2014/main" id="{95F196A7-CC36-9209-02DE-8994891DC68E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99" name="Input_density__38">
              <a:extLst>
                <a:ext uri="{FF2B5EF4-FFF2-40B4-BE49-F238E27FC236}">
                  <a16:creationId xmlns:a16="http://schemas.microsoft.com/office/drawing/2014/main" id="{BE4AA457-8366-5685-3BEE-4E33C8DB94EE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0" name="Input_density__39">
              <a:extLst>
                <a:ext uri="{FF2B5EF4-FFF2-40B4-BE49-F238E27FC236}">
                  <a16:creationId xmlns:a16="http://schemas.microsoft.com/office/drawing/2014/main" id="{FFE60A7B-9882-2C39-1023-6FE8D74CA71D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1" name="Input_density__40">
              <a:extLst>
                <a:ext uri="{FF2B5EF4-FFF2-40B4-BE49-F238E27FC236}">
                  <a16:creationId xmlns:a16="http://schemas.microsoft.com/office/drawing/2014/main" id="{BCF6E2F2-0CE6-73C7-527D-4241E7A40E89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2" name="Input_density__41">
              <a:extLst>
                <a:ext uri="{FF2B5EF4-FFF2-40B4-BE49-F238E27FC236}">
                  <a16:creationId xmlns:a16="http://schemas.microsoft.com/office/drawing/2014/main" id="{5D8DE538-AEA2-A0C2-780D-51BD30BB4036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3" name="Input_density__42">
              <a:extLst>
                <a:ext uri="{FF2B5EF4-FFF2-40B4-BE49-F238E27FC236}">
                  <a16:creationId xmlns:a16="http://schemas.microsoft.com/office/drawing/2014/main" id="{D7543AD9-0979-E93E-CC2E-1B9A0FB6D0CB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4" name="Input_density__43">
              <a:extLst>
                <a:ext uri="{FF2B5EF4-FFF2-40B4-BE49-F238E27FC236}">
                  <a16:creationId xmlns:a16="http://schemas.microsoft.com/office/drawing/2014/main" id="{3D6EA2D1-8A97-12AE-3535-D0B1AAB12F28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5" name="Input_density__44">
              <a:extLst>
                <a:ext uri="{FF2B5EF4-FFF2-40B4-BE49-F238E27FC236}">
                  <a16:creationId xmlns:a16="http://schemas.microsoft.com/office/drawing/2014/main" id="{63B8E9E5-5701-7DE7-4CD7-6EE8334BAE27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6" name="Input_density__45">
              <a:extLst>
                <a:ext uri="{FF2B5EF4-FFF2-40B4-BE49-F238E27FC236}">
                  <a16:creationId xmlns:a16="http://schemas.microsoft.com/office/drawing/2014/main" id="{E3FF1D26-2689-E4E5-37B8-9328E3E7998C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7" name="Input_density__46">
              <a:extLst>
                <a:ext uri="{FF2B5EF4-FFF2-40B4-BE49-F238E27FC236}">
                  <a16:creationId xmlns:a16="http://schemas.microsoft.com/office/drawing/2014/main" id="{B6588242-8905-3F5B-241C-F15AAC735901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8" name="Input_density__47">
              <a:extLst>
                <a:ext uri="{FF2B5EF4-FFF2-40B4-BE49-F238E27FC236}">
                  <a16:creationId xmlns:a16="http://schemas.microsoft.com/office/drawing/2014/main" id="{ED1DAC9F-34BA-CE01-A3CE-7E6E83DC91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9" name="Input_density__48">
              <a:extLst>
                <a:ext uri="{FF2B5EF4-FFF2-40B4-BE49-F238E27FC236}">
                  <a16:creationId xmlns:a16="http://schemas.microsoft.com/office/drawing/2014/main" id="{A986BBB3-2A54-1BBD-F25B-BE98F7E5ADB9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10" name="Input_density__49">
              <a:extLst>
                <a:ext uri="{FF2B5EF4-FFF2-40B4-BE49-F238E27FC236}">
                  <a16:creationId xmlns:a16="http://schemas.microsoft.com/office/drawing/2014/main" id="{2D8FF7A3-8A31-C800-D731-CA6FCD642862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11" name="Input_density__50">
              <a:extLst>
                <a:ext uri="{FF2B5EF4-FFF2-40B4-BE49-F238E27FC236}">
                  <a16:creationId xmlns:a16="http://schemas.microsoft.com/office/drawing/2014/main" id="{0A405547-7ADE-4546-2FDC-5008ECDC4FF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12" name="Input_density__51">
              <a:extLst>
                <a:ext uri="{FF2B5EF4-FFF2-40B4-BE49-F238E27FC236}">
                  <a16:creationId xmlns:a16="http://schemas.microsoft.com/office/drawing/2014/main" id="{8D516F67-2C97-DF79-3310-4DF273850D9F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13" name="Input_density__52">
              <a:extLst>
                <a:ext uri="{FF2B5EF4-FFF2-40B4-BE49-F238E27FC236}">
                  <a16:creationId xmlns:a16="http://schemas.microsoft.com/office/drawing/2014/main" id="{0AC66FBF-0DBB-CC76-35AD-4295A90432F3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14" name="Input_density__53">
              <a:extLst>
                <a:ext uri="{FF2B5EF4-FFF2-40B4-BE49-F238E27FC236}">
                  <a16:creationId xmlns:a16="http://schemas.microsoft.com/office/drawing/2014/main" id="{4FEBDF12-6199-0D0A-11F6-4C6B2E55FD10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15" name="Input_density__54">
              <a:extLst>
                <a:ext uri="{FF2B5EF4-FFF2-40B4-BE49-F238E27FC236}">
                  <a16:creationId xmlns:a16="http://schemas.microsoft.com/office/drawing/2014/main" id="{BFD20F67-EEE6-BC23-4730-CD036961B3B4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6" name="Input_density__55">
              <a:extLst>
                <a:ext uri="{FF2B5EF4-FFF2-40B4-BE49-F238E27FC236}">
                  <a16:creationId xmlns:a16="http://schemas.microsoft.com/office/drawing/2014/main" id="{182268C0-9C63-A5C6-0DF2-860CEB108332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17" name="Input_density__56">
              <a:extLst>
                <a:ext uri="{FF2B5EF4-FFF2-40B4-BE49-F238E27FC236}">
                  <a16:creationId xmlns:a16="http://schemas.microsoft.com/office/drawing/2014/main" id="{0987F52D-8100-71DC-024F-0AB72D0E9C0A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18" name="Input_density__57">
              <a:extLst>
                <a:ext uri="{FF2B5EF4-FFF2-40B4-BE49-F238E27FC236}">
                  <a16:creationId xmlns:a16="http://schemas.microsoft.com/office/drawing/2014/main" id="{97F606D6-89A6-56F8-3B07-03A54BC4617A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19" name="Input_density__58">
              <a:extLst>
                <a:ext uri="{FF2B5EF4-FFF2-40B4-BE49-F238E27FC236}">
                  <a16:creationId xmlns:a16="http://schemas.microsoft.com/office/drawing/2014/main" id="{69866592-286B-ECAD-E03B-D597DD93E07D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20" name="Input_density__59">
              <a:extLst>
                <a:ext uri="{FF2B5EF4-FFF2-40B4-BE49-F238E27FC236}">
                  <a16:creationId xmlns:a16="http://schemas.microsoft.com/office/drawing/2014/main" id="{6797FBCA-FF5F-A3FF-9C51-460C071728EE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21" name="Input_density__60">
              <a:extLst>
                <a:ext uri="{FF2B5EF4-FFF2-40B4-BE49-F238E27FC236}">
                  <a16:creationId xmlns:a16="http://schemas.microsoft.com/office/drawing/2014/main" id="{54428962-11A3-1367-F896-640E4B58C2E7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22" name="Input_density__61">
              <a:extLst>
                <a:ext uri="{FF2B5EF4-FFF2-40B4-BE49-F238E27FC236}">
                  <a16:creationId xmlns:a16="http://schemas.microsoft.com/office/drawing/2014/main" id="{B058FBDE-C2AE-1119-B98F-C992B6DED2D7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3" name="Input_density__62">
              <a:extLst>
                <a:ext uri="{FF2B5EF4-FFF2-40B4-BE49-F238E27FC236}">
                  <a16:creationId xmlns:a16="http://schemas.microsoft.com/office/drawing/2014/main" id="{0F6819AA-F7C9-9C86-B0F9-124A342445B3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24" name="Input_density__63">
              <a:extLst>
                <a:ext uri="{FF2B5EF4-FFF2-40B4-BE49-F238E27FC236}">
                  <a16:creationId xmlns:a16="http://schemas.microsoft.com/office/drawing/2014/main" id="{3D57DD87-AF30-BD76-889D-62B4F73E8A5F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25" name="Input_density__64">
              <a:extLst>
                <a:ext uri="{FF2B5EF4-FFF2-40B4-BE49-F238E27FC236}">
                  <a16:creationId xmlns:a16="http://schemas.microsoft.com/office/drawing/2014/main" id="{B1161BBF-5EC6-8A46-F4D1-82FE528E6119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26" name="Input_density__65">
              <a:extLst>
                <a:ext uri="{FF2B5EF4-FFF2-40B4-BE49-F238E27FC236}">
                  <a16:creationId xmlns:a16="http://schemas.microsoft.com/office/drawing/2014/main" id="{69DAB357-A0FB-A0D5-AD5C-AE1782AC6F66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27" name="Input_density__66">
              <a:extLst>
                <a:ext uri="{FF2B5EF4-FFF2-40B4-BE49-F238E27FC236}">
                  <a16:creationId xmlns:a16="http://schemas.microsoft.com/office/drawing/2014/main" id="{92FC6A42-5C42-92BF-B69A-0F8E6036ED7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28" name="Input_density__67">
              <a:extLst>
                <a:ext uri="{FF2B5EF4-FFF2-40B4-BE49-F238E27FC236}">
                  <a16:creationId xmlns:a16="http://schemas.microsoft.com/office/drawing/2014/main" id="{D7C39CC8-141B-52EF-AEA2-7BCE2C865D4A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29" name="Input_density__68">
              <a:extLst>
                <a:ext uri="{FF2B5EF4-FFF2-40B4-BE49-F238E27FC236}">
                  <a16:creationId xmlns:a16="http://schemas.microsoft.com/office/drawing/2014/main" id="{AF20EA98-0B6E-2F3D-5AA6-1B12415CAC37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30" name="Input_density__69">
              <a:extLst>
                <a:ext uri="{FF2B5EF4-FFF2-40B4-BE49-F238E27FC236}">
                  <a16:creationId xmlns:a16="http://schemas.microsoft.com/office/drawing/2014/main" id="{25CDC039-C32D-35BF-4962-475E6C8E7D62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31" name="Input_density__70">
              <a:extLst>
                <a:ext uri="{FF2B5EF4-FFF2-40B4-BE49-F238E27FC236}">
                  <a16:creationId xmlns:a16="http://schemas.microsoft.com/office/drawing/2014/main" id="{5114E5FF-1D6C-7C38-872E-14C4F48B270E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032" name="Input_density__71">
              <a:extLst>
                <a:ext uri="{FF2B5EF4-FFF2-40B4-BE49-F238E27FC236}">
                  <a16:creationId xmlns:a16="http://schemas.microsoft.com/office/drawing/2014/main" id="{8B1B7543-EAEC-7261-68B9-6F8DED1ADD3A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3" name="Input_density__72">
              <a:extLst>
                <a:ext uri="{FF2B5EF4-FFF2-40B4-BE49-F238E27FC236}">
                  <a16:creationId xmlns:a16="http://schemas.microsoft.com/office/drawing/2014/main" id="{6857E792-6913-B090-CCCF-681455B4A491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34" name="Input_density__73">
              <a:extLst>
                <a:ext uri="{FF2B5EF4-FFF2-40B4-BE49-F238E27FC236}">
                  <a16:creationId xmlns:a16="http://schemas.microsoft.com/office/drawing/2014/main" id="{7B7FC6A4-F3E4-B206-E404-51C5678B149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35" name="Input_density__74">
              <a:extLst>
                <a:ext uri="{FF2B5EF4-FFF2-40B4-BE49-F238E27FC236}">
                  <a16:creationId xmlns:a16="http://schemas.microsoft.com/office/drawing/2014/main" id="{A0A9C3EC-4A7A-9AA8-3CEF-1FE0BC781F87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36" name="Input_density__75">
              <a:extLst>
                <a:ext uri="{FF2B5EF4-FFF2-40B4-BE49-F238E27FC236}">
                  <a16:creationId xmlns:a16="http://schemas.microsoft.com/office/drawing/2014/main" id="{6302D566-BB8F-1F22-9265-E34A1B96AA48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37" name="Input_density__76">
              <a:extLst>
                <a:ext uri="{FF2B5EF4-FFF2-40B4-BE49-F238E27FC236}">
                  <a16:creationId xmlns:a16="http://schemas.microsoft.com/office/drawing/2014/main" id="{AD90C01C-C785-0D34-5E49-932335B0417C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38" name="Input_density__77">
              <a:extLst>
                <a:ext uri="{FF2B5EF4-FFF2-40B4-BE49-F238E27FC236}">
                  <a16:creationId xmlns:a16="http://schemas.microsoft.com/office/drawing/2014/main" id="{234603CB-0677-51F7-F191-EAF405E7E4AC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39" name="Input_density__78">
              <a:extLst>
                <a:ext uri="{FF2B5EF4-FFF2-40B4-BE49-F238E27FC236}">
                  <a16:creationId xmlns:a16="http://schemas.microsoft.com/office/drawing/2014/main" id="{95DF01CC-440C-2DE5-4FF6-6727EE6CCD1F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40" name="Input_density__79">
              <a:extLst>
                <a:ext uri="{FF2B5EF4-FFF2-40B4-BE49-F238E27FC236}">
                  <a16:creationId xmlns:a16="http://schemas.microsoft.com/office/drawing/2014/main" id="{35529FCC-C044-723A-D1D9-639CBEDE4AA0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41" name="Input_density__80">
              <a:extLst>
                <a:ext uri="{FF2B5EF4-FFF2-40B4-BE49-F238E27FC236}">
                  <a16:creationId xmlns:a16="http://schemas.microsoft.com/office/drawing/2014/main" id="{ED08EBFC-29EA-F34B-ABF5-807E422D404E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2" name="Input_density__81">
              <a:extLst>
                <a:ext uri="{FF2B5EF4-FFF2-40B4-BE49-F238E27FC236}">
                  <a16:creationId xmlns:a16="http://schemas.microsoft.com/office/drawing/2014/main" id="{E59AAB91-195F-51CF-1949-734E5CBD41B8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43" name="Input_density__82">
              <a:extLst>
                <a:ext uri="{FF2B5EF4-FFF2-40B4-BE49-F238E27FC236}">
                  <a16:creationId xmlns:a16="http://schemas.microsoft.com/office/drawing/2014/main" id="{7D7F5AB9-9DC8-88D9-FC72-109E6FCAD314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44" name="Input_density__83">
              <a:extLst>
                <a:ext uri="{FF2B5EF4-FFF2-40B4-BE49-F238E27FC236}">
                  <a16:creationId xmlns:a16="http://schemas.microsoft.com/office/drawing/2014/main" id="{0EA0E248-13E5-3246-E3C0-E60188F242F0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45" name="Input_density__84">
              <a:extLst>
                <a:ext uri="{FF2B5EF4-FFF2-40B4-BE49-F238E27FC236}">
                  <a16:creationId xmlns:a16="http://schemas.microsoft.com/office/drawing/2014/main" id="{F4163D42-94B6-126A-E86D-03F0E3DAB8B3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46" name="Input_density__85">
              <a:extLst>
                <a:ext uri="{FF2B5EF4-FFF2-40B4-BE49-F238E27FC236}">
                  <a16:creationId xmlns:a16="http://schemas.microsoft.com/office/drawing/2014/main" id="{50989303-E47A-38D0-0373-DC0BA4C1CEC9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47" name="Input_density__86">
              <a:extLst>
                <a:ext uri="{FF2B5EF4-FFF2-40B4-BE49-F238E27FC236}">
                  <a16:creationId xmlns:a16="http://schemas.microsoft.com/office/drawing/2014/main" id="{495ADE68-E535-2D2D-5867-E3D5CC351303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48" name="Input_density__87">
              <a:extLst>
                <a:ext uri="{FF2B5EF4-FFF2-40B4-BE49-F238E27FC236}">
                  <a16:creationId xmlns:a16="http://schemas.microsoft.com/office/drawing/2014/main" id="{1D30157B-15E4-876F-4317-D3C6C608B156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9" name="Input_density__88">
              <a:extLst>
                <a:ext uri="{FF2B5EF4-FFF2-40B4-BE49-F238E27FC236}">
                  <a16:creationId xmlns:a16="http://schemas.microsoft.com/office/drawing/2014/main" id="{6349DA77-B93B-F9F6-501B-B4D0EBC58190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0" name="Input_density__89">
              <a:extLst>
                <a:ext uri="{FF2B5EF4-FFF2-40B4-BE49-F238E27FC236}">
                  <a16:creationId xmlns:a16="http://schemas.microsoft.com/office/drawing/2014/main" id="{4C6F8DF6-4290-EFB7-FCC8-7A89B3773374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51" name="Input_density__90">
              <a:extLst>
                <a:ext uri="{FF2B5EF4-FFF2-40B4-BE49-F238E27FC236}">
                  <a16:creationId xmlns:a16="http://schemas.microsoft.com/office/drawing/2014/main" id="{22BE41CB-1CF1-07FE-A78F-BBEB71780907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52" name="Input_density__91">
              <a:extLst>
                <a:ext uri="{FF2B5EF4-FFF2-40B4-BE49-F238E27FC236}">
                  <a16:creationId xmlns:a16="http://schemas.microsoft.com/office/drawing/2014/main" id="{401F9C7A-B41D-D6A4-6853-24A29A89E4AC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53" name="Input_density__92">
              <a:extLst>
                <a:ext uri="{FF2B5EF4-FFF2-40B4-BE49-F238E27FC236}">
                  <a16:creationId xmlns:a16="http://schemas.microsoft.com/office/drawing/2014/main" id="{0951939F-B3F3-DE89-245C-1CBE4F4BDB65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54" name="Input_density__93">
              <a:extLst>
                <a:ext uri="{FF2B5EF4-FFF2-40B4-BE49-F238E27FC236}">
                  <a16:creationId xmlns:a16="http://schemas.microsoft.com/office/drawing/2014/main" id="{EF389D8C-8A9E-8992-75B7-BE1023787F49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55" name="Input_density__94">
              <a:extLst>
                <a:ext uri="{FF2B5EF4-FFF2-40B4-BE49-F238E27FC236}">
                  <a16:creationId xmlns:a16="http://schemas.microsoft.com/office/drawing/2014/main" id="{FA386F41-77C4-5411-8068-BAD8A05FBBEB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56" name="Input_density__95">
              <a:extLst>
                <a:ext uri="{FF2B5EF4-FFF2-40B4-BE49-F238E27FC236}">
                  <a16:creationId xmlns:a16="http://schemas.microsoft.com/office/drawing/2014/main" id="{5D2EBB78-F9A7-A428-79B0-394336A50099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57" name="Input_density__96">
              <a:extLst>
                <a:ext uri="{FF2B5EF4-FFF2-40B4-BE49-F238E27FC236}">
                  <a16:creationId xmlns:a16="http://schemas.microsoft.com/office/drawing/2014/main" id="{1CDB21CF-B07B-CD7E-F03F-AD6BE22622D6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58" name="Input_density__97">
              <a:extLst>
                <a:ext uri="{FF2B5EF4-FFF2-40B4-BE49-F238E27FC236}">
                  <a16:creationId xmlns:a16="http://schemas.microsoft.com/office/drawing/2014/main" id="{36CA873F-F8AD-C00D-7C5F-86635C8FB9E8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9" name="Input_density__98">
              <a:extLst>
                <a:ext uri="{FF2B5EF4-FFF2-40B4-BE49-F238E27FC236}">
                  <a16:creationId xmlns:a16="http://schemas.microsoft.com/office/drawing/2014/main" id="{7AC72648-DA43-06BB-FBEE-45FB155653A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60" name="Input_density__99">
              <a:extLst>
                <a:ext uri="{FF2B5EF4-FFF2-40B4-BE49-F238E27FC236}">
                  <a16:creationId xmlns:a16="http://schemas.microsoft.com/office/drawing/2014/main" id="{99353DE5-CA77-7891-6E35-682EEB947AB0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61" name="Input_density__100">
              <a:extLst>
                <a:ext uri="{FF2B5EF4-FFF2-40B4-BE49-F238E27FC236}">
                  <a16:creationId xmlns:a16="http://schemas.microsoft.com/office/drawing/2014/main" id="{F7EC41D5-16D4-1E26-DEA3-12DBEF3CE64C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62" name="Input_density__101">
              <a:extLst>
                <a:ext uri="{FF2B5EF4-FFF2-40B4-BE49-F238E27FC236}">
                  <a16:creationId xmlns:a16="http://schemas.microsoft.com/office/drawing/2014/main" id="{4E65C52F-EAC1-A50F-A6A2-B7D012D32461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63" name="Input_density__102">
              <a:extLst>
                <a:ext uri="{FF2B5EF4-FFF2-40B4-BE49-F238E27FC236}">
                  <a16:creationId xmlns:a16="http://schemas.microsoft.com/office/drawing/2014/main" id="{1F3753F7-AE22-8DF4-407F-CA98FD80BDB0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64" name="Input_density__103">
              <a:extLst>
                <a:ext uri="{FF2B5EF4-FFF2-40B4-BE49-F238E27FC236}">
                  <a16:creationId xmlns:a16="http://schemas.microsoft.com/office/drawing/2014/main" id="{966A1F57-B878-78BD-DF90-D3FB10797131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65" name="Input_density__104">
              <a:extLst>
                <a:ext uri="{FF2B5EF4-FFF2-40B4-BE49-F238E27FC236}">
                  <a16:creationId xmlns:a16="http://schemas.microsoft.com/office/drawing/2014/main" id="{B9EA18BA-4938-C29E-A3F8-16A26CFA8A16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6" name="Input_density__105">
              <a:extLst>
                <a:ext uri="{FF2B5EF4-FFF2-40B4-BE49-F238E27FC236}">
                  <a16:creationId xmlns:a16="http://schemas.microsoft.com/office/drawing/2014/main" id="{7F54281F-DD1B-694D-7690-4570CFF4DAE4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67" name="Input_density__106">
              <a:extLst>
                <a:ext uri="{FF2B5EF4-FFF2-40B4-BE49-F238E27FC236}">
                  <a16:creationId xmlns:a16="http://schemas.microsoft.com/office/drawing/2014/main" id="{3F12CBAE-8E0D-2966-BA99-9DDA58A57340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68" name="Input_density__107">
              <a:extLst>
                <a:ext uri="{FF2B5EF4-FFF2-40B4-BE49-F238E27FC236}">
                  <a16:creationId xmlns:a16="http://schemas.microsoft.com/office/drawing/2014/main" id="{26C7F7D6-A524-3EC9-6503-35DC73196ABF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9" name="Input_density__108">
              <a:extLst>
                <a:ext uri="{FF2B5EF4-FFF2-40B4-BE49-F238E27FC236}">
                  <a16:creationId xmlns:a16="http://schemas.microsoft.com/office/drawing/2014/main" id="{42EAE015-F75A-1199-4C52-D195B3584FA2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70" name="Input_density__109">
              <a:extLst>
                <a:ext uri="{FF2B5EF4-FFF2-40B4-BE49-F238E27FC236}">
                  <a16:creationId xmlns:a16="http://schemas.microsoft.com/office/drawing/2014/main" id="{4E146548-9229-625C-2D37-B37174DC5DA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71" name="Input_density__110">
              <a:extLst>
                <a:ext uri="{FF2B5EF4-FFF2-40B4-BE49-F238E27FC236}">
                  <a16:creationId xmlns:a16="http://schemas.microsoft.com/office/drawing/2014/main" id="{4F21D7AE-0A07-F31F-22E5-2050043337D2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72" name="Input_density__111">
              <a:extLst>
                <a:ext uri="{FF2B5EF4-FFF2-40B4-BE49-F238E27FC236}">
                  <a16:creationId xmlns:a16="http://schemas.microsoft.com/office/drawing/2014/main" id="{DEF010A8-A83C-10FF-FCC2-5EFB0089668F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73" name="Input_density__112">
              <a:extLst>
                <a:ext uri="{FF2B5EF4-FFF2-40B4-BE49-F238E27FC236}">
                  <a16:creationId xmlns:a16="http://schemas.microsoft.com/office/drawing/2014/main" id="{B1EA308C-47F9-AA39-5F99-FFCDCB73D561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4" name="Input_density__113">
              <a:extLst>
                <a:ext uri="{FF2B5EF4-FFF2-40B4-BE49-F238E27FC236}">
                  <a16:creationId xmlns:a16="http://schemas.microsoft.com/office/drawing/2014/main" id="{B7F117DC-FECE-099F-9DA8-4942CF87F3C8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075" name="Input_density__114">
              <a:extLst>
                <a:ext uri="{FF2B5EF4-FFF2-40B4-BE49-F238E27FC236}">
                  <a16:creationId xmlns:a16="http://schemas.microsoft.com/office/drawing/2014/main" id="{082F7EE0-FF57-8ECA-3EDF-21405064D6EC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76" name="Input_density__115">
              <a:extLst>
                <a:ext uri="{FF2B5EF4-FFF2-40B4-BE49-F238E27FC236}">
                  <a16:creationId xmlns:a16="http://schemas.microsoft.com/office/drawing/2014/main" id="{988D1EAF-EFC9-81AF-615A-C357C4F1D482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77" name="Input_density__116">
              <a:extLst>
                <a:ext uri="{FF2B5EF4-FFF2-40B4-BE49-F238E27FC236}">
                  <a16:creationId xmlns:a16="http://schemas.microsoft.com/office/drawing/2014/main" id="{6B2E870D-B6A9-C068-1D44-70C8EBF9BF2E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78" name="Input_density__117">
              <a:extLst>
                <a:ext uri="{FF2B5EF4-FFF2-40B4-BE49-F238E27FC236}">
                  <a16:creationId xmlns:a16="http://schemas.microsoft.com/office/drawing/2014/main" id="{555EC1BE-F0CE-5D37-BF24-6D5E36AACD1F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79" name="Input_density__118">
              <a:extLst>
                <a:ext uri="{FF2B5EF4-FFF2-40B4-BE49-F238E27FC236}">
                  <a16:creationId xmlns:a16="http://schemas.microsoft.com/office/drawing/2014/main" id="{8D17AE08-1FD5-5866-4708-A6EC591896FA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80" name="Input_density__119">
              <a:extLst>
                <a:ext uri="{FF2B5EF4-FFF2-40B4-BE49-F238E27FC236}">
                  <a16:creationId xmlns:a16="http://schemas.microsoft.com/office/drawing/2014/main" id="{68FCF7C8-D4B9-AFC2-41B4-EBEDF39589AB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1" name="Input_density__120">
              <a:extLst>
                <a:ext uri="{FF2B5EF4-FFF2-40B4-BE49-F238E27FC236}">
                  <a16:creationId xmlns:a16="http://schemas.microsoft.com/office/drawing/2014/main" id="{9EE0A90B-2DFF-7000-62DB-79C59231EF44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82" name="Input_density__121">
              <a:extLst>
                <a:ext uri="{FF2B5EF4-FFF2-40B4-BE49-F238E27FC236}">
                  <a16:creationId xmlns:a16="http://schemas.microsoft.com/office/drawing/2014/main" id="{8D4F06D8-A993-0496-A55A-284E98EF660B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3" name="Input_density__122">
              <a:extLst>
                <a:ext uri="{FF2B5EF4-FFF2-40B4-BE49-F238E27FC236}">
                  <a16:creationId xmlns:a16="http://schemas.microsoft.com/office/drawing/2014/main" id="{652443CE-1B3D-894F-E263-055834C5DDF1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84" name="Input_density__123">
              <a:extLst>
                <a:ext uri="{FF2B5EF4-FFF2-40B4-BE49-F238E27FC236}">
                  <a16:creationId xmlns:a16="http://schemas.microsoft.com/office/drawing/2014/main" id="{524D03C7-D45B-A030-AA6E-F09750589970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85" name="Input_density__124">
              <a:extLst>
                <a:ext uri="{FF2B5EF4-FFF2-40B4-BE49-F238E27FC236}">
                  <a16:creationId xmlns:a16="http://schemas.microsoft.com/office/drawing/2014/main" id="{2CF6CA97-87B1-AA29-A47F-A21F27AB8636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86" name="Input_density__125">
              <a:extLst>
                <a:ext uri="{FF2B5EF4-FFF2-40B4-BE49-F238E27FC236}">
                  <a16:creationId xmlns:a16="http://schemas.microsoft.com/office/drawing/2014/main" id="{9824F333-1AFE-949C-AC7D-34BB46B7D990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87" name="Input_density__126">
              <a:extLst>
                <a:ext uri="{FF2B5EF4-FFF2-40B4-BE49-F238E27FC236}">
                  <a16:creationId xmlns:a16="http://schemas.microsoft.com/office/drawing/2014/main" id="{C51DF5C2-4A9A-CDD8-5F29-4915919DD685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88" name="Input_density__127">
              <a:extLst>
                <a:ext uri="{FF2B5EF4-FFF2-40B4-BE49-F238E27FC236}">
                  <a16:creationId xmlns:a16="http://schemas.microsoft.com/office/drawing/2014/main" id="{B4B29744-64A8-E351-9799-6F582BA60AD0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89" name="Input_density__128">
              <a:extLst>
                <a:ext uri="{FF2B5EF4-FFF2-40B4-BE49-F238E27FC236}">
                  <a16:creationId xmlns:a16="http://schemas.microsoft.com/office/drawing/2014/main" id="{131B0895-2BB0-6F79-57E0-9CED27BB8C2B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90" name="Input_density__129">
              <a:extLst>
                <a:ext uri="{FF2B5EF4-FFF2-40B4-BE49-F238E27FC236}">
                  <a16:creationId xmlns:a16="http://schemas.microsoft.com/office/drawing/2014/main" id="{09611700-2676-3990-4011-23C3916F891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91" name="Input_density__130">
              <a:extLst>
                <a:ext uri="{FF2B5EF4-FFF2-40B4-BE49-F238E27FC236}">
                  <a16:creationId xmlns:a16="http://schemas.microsoft.com/office/drawing/2014/main" id="{3BFCC86D-9C2F-423E-9F63-9A30005924C0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2" name="Input_density__131">
              <a:extLst>
                <a:ext uri="{FF2B5EF4-FFF2-40B4-BE49-F238E27FC236}">
                  <a16:creationId xmlns:a16="http://schemas.microsoft.com/office/drawing/2014/main" id="{016E0316-17DA-494F-5F02-1C2E0BA5CA43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93" name="Input_density__132">
              <a:extLst>
                <a:ext uri="{FF2B5EF4-FFF2-40B4-BE49-F238E27FC236}">
                  <a16:creationId xmlns:a16="http://schemas.microsoft.com/office/drawing/2014/main" id="{2C70E35B-2453-3D70-C85A-A8E45D15F51B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94" name="Input_density__133">
              <a:extLst>
                <a:ext uri="{FF2B5EF4-FFF2-40B4-BE49-F238E27FC236}">
                  <a16:creationId xmlns:a16="http://schemas.microsoft.com/office/drawing/2014/main" id="{F0DD0F94-35A0-E5D7-551C-A9150F5FAFDE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95" name="Input_density__134">
              <a:extLst>
                <a:ext uri="{FF2B5EF4-FFF2-40B4-BE49-F238E27FC236}">
                  <a16:creationId xmlns:a16="http://schemas.microsoft.com/office/drawing/2014/main" id="{D5311538-920B-249A-86D9-D1B6C8730F7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96" name="Input_density__135">
              <a:extLst>
                <a:ext uri="{FF2B5EF4-FFF2-40B4-BE49-F238E27FC236}">
                  <a16:creationId xmlns:a16="http://schemas.microsoft.com/office/drawing/2014/main" id="{D3FF6458-8741-8D38-90E5-160F83F334C5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97" name="Input_density__136">
              <a:extLst>
                <a:ext uri="{FF2B5EF4-FFF2-40B4-BE49-F238E27FC236}">
                  <a16:creationId xmlns:a16="http://schemas.microsoft.com/office/drawing/2014/main" id="{57E0D2D8-1476-8728-DE79-FB2EEC2B55F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98" name="Input_density__137">
              <a:extLst>
                <a:ext uri="{FF2B5EF4-FFF2-40B4-BE49-F238E27FC236}">
                  <a16:creationId xmlns:a16="http://schemas.microsoft.com/office/drawing/2014/main" id="{F5EBA7AD-348A-6D26-A15F-9CB842D31872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9" name="Input_density__138">
              <a:extLst>
                <a:ext uri="{FF2B5EF4-FFF2-40B4-BE49-F238E27FC236}">
                  <a16:creationId xmlns:a16="http://schemas.microsoft.com/office/drawing/2014/main" id="{0A65C445-4412-51D2-E5EE-855A74C437D2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0" name="Input_density__139">
              <a:extLst>
                <a:ext uri="{FF2B5EF4-FFF2-40B4-BE49-F238E27FC236}">
                  <a16:creationId xmlns:a16="http://schemas.microsoft.com/office/drawing/2014/main" id="{43631F43-6D4C-E50A-1947-C6CD09594B53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01" name="Input_density__140">
              <a:extLst>
                <a:ext uri="{FF2B5EF4-FFF2-40B4-BE49-F238E27FC236}">
                  <a16:creationId xmlns:a16="http://schemas.microsoft.com/office/drawing/2014/main" id="{E98B4635-A061-B3B2-EE17-1B5E7C1CF037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02" name="Input_density__141">
              <a:extLst>
                <a:ext uri="{FF2B5EF4-FFF2-40B4-BE49-F238E27FC236}">
                  <a16:creationId xmlns:a16="http://schemas.microsoft.com/office/drawing/2014/main" id="{544AA68C-619A-A3C0-32EB-696EE7188839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03" name="Input_density__142">
              <a:extLst>
                <a:ext uri="{FF2B5EF4-FFF2-40B4-BE49-F238E27FC236}">
                  <a16:creationId xmlns:a16="http://schemas.microsoft.com/office/drawing/2014/main" id="{D69DDC35-B065-1A7D-218B-CF719ACDCFB7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04" name="Input_density__143">
              <a:extLst>
                <a:ext uri="{FF2B5EF4-FFF2-40B4-BE49-F238E27FC236}">
                  <a16:creationId xmlns:a16="http://schemas.microsoft.com/office/drawing/2014/main" id="{39D49CE1-0544-467A-A3BF-CBA7E43A8D3D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05" name="Input_density__144">
              <a:extLst>
                <a:ext uri="{FF2B5EF4-FFF2-40B4-BE49-F238E27FC236}">
                  <a16:creationId xmlns:a16="http://schemas.microsoft.com/office/drawing/2014/main" id="{1F7E2814-CD01-A14A-22EA-234CE41CC8F9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06" name="Input_density__145">
              <a:extLst>
                <a:ext uri="{FF2B5EF4-FFF2-40B4-BE49-F238E27FC236}">
                  <a16:creationId xmlns:a16="http://schemas.microsoft.com/office/drawing/2014/main" id="{2A3EFF37-9B49-5DAC-DD4C-09DF1F6E2C8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7" name="Input_density__146">
              <a:extLst>
                <a:ext uri="{FF2B5EF4-FFF2-40B4-BE49-F238E27FC236}">
                  <a16:creationId xmlns:a16="http://schemas.microsoft.com/office/drawing/2014/main" id="{507F7704-CD66-DA54-FEFB-C64D1EBBAB8C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08" name="Input_density__147">
              <a:extLst>
                <a:ext uri="{FF2B5EF4-FFF2-40B4-BE49-F238E27FC236}">
                  <a16:creationId xmlns:a16="http://schemas.microsoft.com/office/drawing/2014/main" id="{E0D27E41-5FFD-6139-F96B-6A6A8CDF1DAF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09" name="Input_density__148">
              <a:extLst>
                <a:ext uri="{FF2B5EF4-FFF2-40B4-BE49-F238E27FC236}">
                  <a16:creationId xmlns:a16="http://schemas.microsoft.com/office/drawing/2014/main" id="{EEE0BB8E-DFEB-3784-1701-A06D5F566DD9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10" name="Input_density__149">
              <a:extLst>
                <a:ext uri="{FF2B5EF4-FFF2-40B4-BE49-F238E27FC236}">
                  <a16:creationId xmlns:a16="http://schemas.microsoft.com/office/drawing/2014/main" id="{2014FB69-E0D7-6B18-EB8C-20B7D9F7F122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11" name="Input_density__150">
              <a:extLst>
                <a:ext uri="{FF2B5EF4-FFF2-40B4-BE49-F238E27FC236}">
                  <a16:creationId xmlns:a16="http://schemas.microsoft.com/office/drawing/2014/main" id="{5C4D3DE1-79DA-24BF-6EFD-9A536EE86BF6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12" name="Input_density__151">
              <a:extLst>
                <a:ext uri="{FF2B5EF4-FFF2-40B4-BE49-F238E27FC236}">
                  <a16:creationId xmlns:a16="http://schemas.microsoft.com/office/drawing/2014/main" id="{BE0A15AC-BEE8-BA3D-3276-B34388B200F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13" name="Input_density__152">
              <a:extLst>
                <a:ext uri="{FF2B5EF4-FFF2-40B4-BE49-F238E27FC236}">
                  <a16:creationId xmlns:a16="http://schemas.microsoft.com/office/drawing/2014/main" id="{EF6C3AAB-AC12-079F-F87B-0EA03F34224F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14" name="Input_density__153">
              <a:extLst>
                <a:ext uri="{FF2B5EF4-FFF2-40B4-BE49-F238E27FC236}">
                  <a16:creationId xmlns:a16="http://schemas.microsoft.com/office/drawing/2014/main" id="{F94473A5-7748-9EFE-81D9-E974DBEE4101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15" name="Input_density__154">
              <a:extLst>
                <a:ext uri="{FF2B5EF4-FFF2-40B4-BE49-F238E27FC236}">
                  <a16:creationId xmlns:a16="http://schemas.microsoft.com/office/drawing/2014/main" id="{BD42F1DA-AEC2-92CE-1E60-A9602C3C4A52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6" name="Input_density__155">
              <a:extLst>
                <a:ext uri="{FF2B5EF4-FFF2-40B4-BE49-F238E27FC236}">
                  <a16:creationId xmlns:a16="http://schemas.microsoft.com/office/drawing/2014/main" id="{78C780D2-A7BF-6533-638C-9C2D90486C10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17" name="Input_density__156">
              <a:extLst>
                <a:ext uri="{FF2B5EF4-FFF2-40B4-BE49-F238E27FC236}">
                  <a16:creationId xmlns:a16="http://schemas.microsoft.com/office/drawing/2014/main" id="{23EA4794-741B-B858-DB1A-336DC27B677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18" name="Input_density__157">
              <a:extLst>
                <a:ext uri="{FF2B5EF4-FFF2-40B4-BE49-F238E27FC236}">
                  <a16:creationId xmlns:a16="http://schemas.microsoft.com/office/drawing/2014/main" id="{CFEB2BF4-DFCD-50C5-58BD-EDA5F0F556DB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19" name="Input_density__158">
              <a:extLst>
                <a:ext uri="{FF2B5EF4-FFF2-40B4-BE49-F238E27FC236}">
                  <a16:creationId xmlns:a16="http://schemas.microsoft.com/office/drawing/2014/main" id="{0FE1264A-A990-D3A2-0E0E-2D5E4A0A512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20" name="Input_density__159">
              <a:extLst>
                <a:ext uri="{FF2B5EF4-FFF2-40B4-BE49-F238E27FC236}">
                  <a16:creationId xmlns:a16="http://schemas.microsoft.com/office/drawing/2014/main" id="{235BE478-C343-0853-392C-4E8981A7282D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21" name="Input_density__160">
              <a:extLst>
                <a:ext uri="{FF2B5EF4-FFF2-40B4-BE49-F238E27FC236}">
                  <a16:creationId xmlns:a16="http://schemas.microsoft.com/office/drawing/2014/main" id="{707F81F9-62F5-5099-320D-4B92971F2F26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22" name="Input_density__161">
              <a:extLst>
                <a:ext uri="{FF2B5EF4-FFF2-40B4-BE49-F238E27FC236}">
                  <a16:creationId xmlns:a16="http://schemas.microsoft.com/office/drawing/2014/main" id="{3E4D87C8-DB6C-F5A4-7DA1-80D002B3278A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23" name="Input_density__162">
              <a:extLst>
                <a:ext uri="{FF2B5EF4-FFF2-40B4-BE49-F238E27FC236}">
                  <a16:creationId xmlns:a16="http://schemas.microsoft.com/office/drawing/2014/main" id="{74056D02-2221-C20E-56FD-DCF1FF16C6A8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24" name="Input_density__163">
              <a:extLst>
                <a:ext uri="{FF2B5EF4-FFF2-40B4-BE49-F238E27FC236}">
                  <a16:creationId xmlns:a16="http://schemas.microsoft.com/office/drawing/2014/main" id="{C77DCC5B-CE51-B6C2-AE11-169A0BE6B38B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25" name="Input_density__164">
              <a:extLst>
                <a:ext uri="{FF2B5EF4-FFF2-40B4-BE49-F238E27FC236}">
                  <a16:creationId xmlns:a16="http://schemas.microsoft.com/office/drawing/2014/main" id="{AD0C69BE-2C10-1B3D-C2DE-7CF9EB02824F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6" name="Input_density__165">
              <a:extLst>
                <a:ext uri="{FF2B5EF4-FFF2-40B4-BE49-F238E27FC236}">
                  <a16:creationId xmlns:a16="http://schemas.microsoft.com/office/drawing/2014/main" id="{2B58DA07-C0B9-F35B-1C2F-27476968914D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27" name="Input_density__166">
              <a:extLst>
                <a:ext uri="{FF2B5EF4-FFF2-40B4-BE49-F238E27FC236}">
                  <a16:creationId xmlns:a16="http://schemas.microsoft.com/office/drawing/2014/main" id="{0657A9CE-8FC2-88A2-B202-A903469A75DC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28" name="Input_density__167">
              <a:extLst>
                <a:ext uri="{FF2B5EF4-FFF2-40B4-BE49-F238E27FC236}">
                  <a16:creationId xmlns:a16="http://schemas.microsoft.com/office/drawing/2014/main" id="{158AE9C6-657E-BC4B-E676-2CA3B850A3E6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29" name="Input_density__168">
              <a:extLst>
                <a:ext uri="{FF2B5EF4-FFF2-40B4-BE49-F238E27FC236}">
                  <a16:creationId xmlns:a16="http://schemas.microsoft.com/office/drawing/2014/main" id="{7D4F7017-9ACC-3995-B72A-85DEDF39640E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30" name="Input_density__169">
              <a:extLst>
                <a:ext uri="{FF2B5EF4-FFF2-40B4-BE49-F238E27FC236}">
                  <a16:creationId xmlns:a16="http://schemas.microsoft.com/office/drawing/2014/main" id="{E5C79DBF-7B8F-55FE-0377-BEA7622C40EE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1" name="Input_density__170">
              <a:extLst>
                <a:ext uri="{FF2B5EF4-FFF2-40B4-BE49-F238E27FC236}">
                  <a16:creationId xmlns:a16="http://schemas.microsoft.com/office/drawing/2014/main" id="{26D21FC1-28F6-01BA-FF0D-46B57A993266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32" name="Input_density__171">
              <a:extLst>
                <a:ext uri="{FF2B5EF4-FFF2-40B4-BE49-F238E27FC236}">
                  <a16:creationId xmlns:a16="http://schemas.microsoft.com/office/drawing/2014/main" id="{3182A5F8-E658-832D-0E34-2D7182653C1C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33" name="Input_density__172">
              <a:extLst>
                <a:ext uri="{FF2B5EF4-FFF2-40B4-BE49-F238E27FC236}">
                  <a16:creationId xmlns:a16="http://schemas.microsoft.com/office/drawing/2014/main" id="{0226D6B6-4FB7-FA89-A788-78AD13594583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34" name="Input_density__173">
              <a:extLst>
                <a:ext uri="{FF2B5EF4-FFF2-40B4-BE49-F238E27FC236}">
                  <a16:creationId xmlns:a16="http://schemas.microsoft.com/office/drawing/2014/main" id="{9CE13305-B1CF-5105-37B6-A977CBC490F4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35" name="Input_density__174">
              <a:extLst>
                <a:ext uri="{FF2B5EF4-FFF2-40B4-BE49-F238E27FC236}">
                  <a16:creationId xmlns:a16="http://schemas.microsoft.com/office/drawing/2014/main" id="{D3613A37-9FDD-E802-E277-B179D494F4DA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36" name="Input_density__175">
              <a:extLst>
                <a:ext uri="{FF2B5EF4-FFF2-40B4-BE49-F238E27FC236}">
                  <a16:creationId xmlns:a16="http://schemas.microsoft.com/office/drawing/2014/main" id="{0867E0EF-D480-88FB-31D5-C506BB55141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37" name="Input_density__176">
              <a:extLst>
                <a:ext uri="{FF2B5EF4-FFF2-40B4-BE49-F238E27FC236}">
                  <a16:creationId xmlns:a16="http://schemas.microsoft.com/office/drawing/2014/main" id="{BD6EBCEC-96EA-2E73-ADED-35A156E396AE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8" name="Input_density__177">
              <a:extLst>
                <a:ext uri="{FF2B5EF4-FFF2-40B4-BE49-F238E27FC236}">
                  <a16:creationId xmlns:a16="http://schemas.microsoft.com/office/drawing/2014/main" id="{F1311EFE-BFF0-5D12-CE96-F113F97BED0A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39" name="Input_density__178">
              <a:extLst>
                <a:ext uri="{FF2B5EF4-FFF2-40B4-BE49-F238E27FC236}">
                  <a16:creationId xmlns:a16="http://schemas.microsoft.com/office/drawing/2014/main" id="{D989935E-6CBB-0BFC-89A3-6746AC2E524F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0" name="Input_density__179">
              <a:extLst>
                <a:ext uri="{FF2B5EF4-FFF2-40B4-BE49-F238E27FC236}">
                  <a16:creationId xmlns:a16="http://schemas.microsoft.com/office/drawing/2014/main" id="{77208719-7D16-CBCC-315F-04A233FDC67E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41" name="Input_density__180">
              <a:extLst>
                <a:ext uri="{FF2B5EF4-FFF2-40B4-BE49-F238E27FC236}">
                  <a16:creationId xmlns:a16="http://schemas.microsoft.com/office/drawing/2014/main" id="{D2136CAE-065D-A629-8D5F-1DFF19EB9347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42" name="Input_density__181">
              <a:extLst>
                <a:ext uri="{FF2B5EF4-FFF2-40B4-BE49-F238E27FC236}">
                  <a16:creationId xmlns:a16="http://schemas.microsoft.com/office/drawing/2014/main" id="{457A58DE-E0C4-65CF-A018-F8AC5A9021B5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43" name="Input_density__182">
              <a:extLst>
                <a:ext uri="{FF2B5EF4-FFF2-40B4-BE49-F238E27FC236}">
                  <a16:creationId xmlns:a16="http://schemas.microsoft.com/office/drawing/2014/main" id="{2D3190A7-49E6-E437-29B6-EECEE8EAD6AF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44" name="Input_density__183">
              <a:extLst>
                <a:ext uri="{FF2B5EF4-FFF2-40B4-BE49-F238E27FC236}">
                  <a16:creationId xmlns:a16="http://schemas.microsoft.com/office/drawing/2014/main" id="{27F2DFB3-2F01-CCFB-A39F-D092D3397F52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45" name="Input_density__184">
              <a:extLst>
                <a:ext uri="{FF2B5EF4-FFF2-40B4-BE49-F238E27FC236}">
                  <a16:creationId xmlns:a16="http://schemas.microsoft.com/office/drawing/2014/main" id="{CFA66648-BBFF-89BB-8DF5-5AF8C2D95F35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46" name="Input_density__185">
              <a:extLst>
                <a:ext uri="{FF2B5EF4-FFF2-40B4-BE49-F238E27FC236}">
                  <a16:creationId xmlns:a16="http://schemas.microsoft.com/office/drawing/2014/main" id="{6FA741EE-0BB1-648D-D0D4-AA2AF8BAF5E9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47" name="Input_density__186">
              <a:extLst>
                <a:ext uri="{FF2B5EF4-FFF2-40B4-BE49-F238E27FC236}">
                  <a16:creationId xmlns:a16="http://schemas.microsoft.com/office/drawing/2014/main" id="{45515ED0-F7D4-B3DF-94FE-04A84E4E0EF7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8" name="Input_density__187">
              <a:extLst>
                <a:ext uri="{FF2B5EF4-FFF2-40B4-BE49-F238E27FC236}">
                  <a16:creationId xmlns:a16="http://schemas.microsoft.com/office/drawing/2014/main" id="{88695647-59D9-EF93-FF39-B32C37371ED1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49" name="Input_density__188">
              <a:extLst>
                <a:ext uri="{FF2B5EF4-FFF2-40B4-BE49-F238E27FC236}">
                  <a16:creationId xmlns:a16="http://schemas.microsoft.com/office/drawing/2014/main" id="{8C872F65-A673-33F5-57E6-8181654DE86E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50" name="Input_density__189">
              <a:extLst>
                <a:ext uri="{FF2B5EF4-FFF2-40B4-BE49-F238E27FC236}">
                  <a16:creationId xmlns:a16="http://schemas.microsoft.com/office/drawing/2014/main" id="{14081BA7-A32A-D2A6-2BAC-C74CEE477B84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51" name="Input_density__190">
              <a:extLst>
                <a:ext uri="{FF2B5EF4-FFF2-40B4-BE49-F238E27FC236}">
                  <a16:creationId xmlns:a16="http://schemas.microsoft.com/office/drawing/2014/main" id="{3E23065D-395D-161E-9FEC-0E9759A5163E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52" name="Input_density__191">
              <a:extLst>
                <a:ext uri="{FF2B5EF4-FFF2-40B4-BE49-F238E27FC236}">
                  <a16:creationId xmlns:a16="http://schemas.microsoft.com/office/drawing/2014/main" id="{79A5CE49-5E6D-672B-6D66-688DA71FBD7D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53" name="Input_density__192">
              <a:extLst>
                <a:ext uri="{FF2B5EF4-FFF2-40B4-BE49-F238E27FC236}">
                  <a16:creationId xmlns:a16="http://schemas.microsoft.com/office/drawing/2014/main" id="{F098595A-18A8-1080-CE70-45D2E5B6C40F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54" name="Input_density__193">
              <a:extLst>
                <a:ext uri="{FF2B5EF4-FFF2-40B4-BE49-F238E27FC236}">
                  <a16:creationId xmlns:a16="http://schemas.microsoft.com/office/drawing/2014/main" id="{D01F5EA3-8A34-BAF0-3E8A-3868002F7BE1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55" name="Input_density__194">
              <a:extLst>
                <a:ext uri="{FF2B5EF4-FFF2-40B4-BE49-F238E27FC236}">
                  <a16:creationId xmlns:a16="http://schemas.microsoft.com/office/drawing/2014/main" id="{24CFE304-5DBE-A127-A4B3-62B48839954D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56" name="Input_density__195">
              <a:extLst>
                <a:ext uri="{FF2B5EF4-FFF2-40B4-BE49-F238E27FC236}">
                  <a16:creationId xmlns:a16="http://schemas.microsoft.com/office/drawing/2014/main" id="{0E66D001-EFE2-6E3F-24D6-E333D12B0119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57" name="Input_density__196">
              <a:extLst>
                <a:ext uri="{FF2B5EF4-FFF2-40B4-BE49-F238E27FC236}">
                  <a16:creationId xmlns:a16="http://schemas.microsoft.com/office/drawing/2014/main" id="{700FCDA2-5D9B-A89C-B122-ED3916EF9A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58" name="Input_density__197">
              <a:extLst>
                <a:ext uri="{FF2B5EF4-FFF2-40B4-BE49-F238E27FC236}">
                  <a16:creationId xmlns:a16="http://schemas.microsoft.com/office/drawing/2014/main" id="{B4289923-B585-AB3F-CF0A-7F1B69148DB1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59" name="Input_density__198">
              <a:extLst>
                <a:ext uri="{FF2B5EF4-FFF2-40B4-BE49-F238E27FC236}">
                  <a16:creationId xmlns:a16="http://schemas.microsoft.com/office/drawing/2014/main" id="{FA4A45D4-1CB7-C191-3D61-7A5FC6BAD4D1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60" name="Input_density__199">
              <a:extLst>
                <a:ext uri="{FF2B5EF4-FFF2-40B4-BE49-F238E27FC236}">
                  <a16:creationId xmlns:a16="http://schemas.microsoft.com/office/drawing/2014/main" id="{532C41E3-6765-034C-4070-18D93121C95F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61" name="Input_density__200">
              <a:extLst>
                <a:ext uri="{FF2B5EF4-FFF2-40B4-BE49-F238E27FC236}">
                  <a16:creationId xmlns:a16="http://schemas.microsoft.com/office/drawing/2014/main" id="{C8E57EA9-D243-5EC5-B1D3-EB0D31EA240E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62" name="Input_density__201">
              <a:extLst>
                <a:ext uri="{FF2B5EF4-FFF2-40B4-BE49-F238E27FC236}">
                  <a16:creationId xmlns:a16="http://schemas.microsoft.com/office/drawing/2014/main" id="{BF05396D-2FE3-24D7-DA72-E286DB2D5773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63" name="Input_density__202">
              <a:extLst>
                <a:ext uri="{FF2B5EF4-FFF2-40B4-BE49-F238E27FC236}">
                  <a16:creationId xmlns:a16="http://schemas.microsoft.com/office/drawing/2014/main" id="{3CD76FC4-7EBD-3260-8690-F0263A858D06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64" name="Input_density__203">
              <a:extLst>
                <a:ext uri="{FF2B5EF4-FFF2-40B4-BE49-F238E27FC236}">
                  <a16:creationId xmlns:a16="http://schemas.microsoft.com/office/drawing/2014/main" id="{C20FDE40-731E-7DB2-C7FF-8A83EFE190E6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65" name="Input_density__204">
              <a:extLst>
                <a:ext uri="{FF2B5EF4-FFF2-40B4-BE49-F238E27FC236}">
                  <a16:creationId xmlns:a16="http://schemas.microsoft.com/office/drawing/2014/main" id="{4D35E63E-DCAD-CDCF-97D7-BEFEB0C321B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66" name="Input_density__205">
              <a:extLst>
                <a:ext uri="{FF2B5EF4-FFF2-40B4-BE49-F238E27FC236}">
                  <a16:creationId xmlns:a16="http://schemas.microsoft.com/office/drawing/2014/main" id="{AC80B3C3-175B-42E7-0C29-9EC9AC341550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7" name="Input_density__206">
              <a:extLst>
                <a:ext uri="{FF2B5EF4-FFF2-40B4-BE49-F238E27FC236}">
                  <a16:creationId xmlns:a16="http://schemas.microsoft.com/office/drawing/2014/main" id="{AB73CD0F-D889-8B75-F605-47D32E943C5A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68" name="Input_density__207">
              <a:extLst>
                <a:ext uri="{FF2B5EF4-FFF2-40B4-BE49-F238E27FC236}">
                  <a16:creationId xmlns:a16="http://schemas.microsoft.com/office/drawing/2014/main" id="{8DFEFD0C-DB8E-8C25-BC89-8CEE7AD83986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69" name="Input_density__208">
              <a:extLst>
                <a:ext uri="{FF2B5EF4-FFF2-40B4-BE49-F238E27FC236}">
                  <a16:creationId xmlns:a16="http://schemas.microsoft.com/office/drawing/2014/main" id="{B4A5826A-A164-55AE-CF41-A94C74D79010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70" name="Input_density__209">
              <a:extLst>
                <a:ext uri="{FF2B5EF4-FFF2-40B4-BE49-F238E27FC236}">
                  <a16:creationId xmlns:a16="http://schemas.microsoft.com/office/drawing/2014/main" id="{601DF0FC-9C82-367D-7947-5F975E160774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71" name="Input_density__210">
              <a:extLst>
                <a:ext uri="{FF2B5EF4-FFF2-40B4-BE49-F238E27FC236}">
                  <a16:creationId xmlns:a16="http://schemas.microsoft.com/office/drawing/2014/main" id="{0CB9059B-8CB2-0816-548E-05AD44AAE53C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2" name="Input_density__211">
              <a:extLst>
                <a:ext uri="{FF2B5EF4-FFF2-40B4-BE49-F238E27FC236}">
                  <a16:creationId xmlns:a16="http://schemas.microsoft.com/office/drawing/2014/main" id="{4A82EA5D-5987-00BF-F470-ACB06B0CFD3D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73" name="Input_density__212">
              <a:extLst>
                <a:ext uri="{FF2B5EF4-FFF2-40B4-BE49-F238E27FC236}">
                  <a16:creationId xmlns:a16="http://schemas.microsoft.com/office/drawing/2014/main" id="{ECFE0648-027B-F718-ADA0-4132C247FC21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74" name="Input_density__213">
              <a:extLst>
                <a:ext uri="{FF2B5EF4-FFF2-40B4-BE49-F238E27FC236}">
                  <a16:creationId xmlns:a16="http://schemas.microsoft.com/office/drawing/2014/main" id="{01CBCFFF-F244-3939-175D-15DC0CC9BE62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75" name="Input_density__214">
              <a:extLst>
                <a:ext uri="{FF2B5EF4-FFF2-40B4-BE49-F238E27FC236}">
                  <a16:creationId xmlns:a16="http://schemas.microsoft.com/office/drawing/2014/main" id="{97887169-1C5D-C591-E1C1-0ACE6DEBC61D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76" name="Input_density__215">
              <a:extLst>
                <a:ext uri="{FF2B5EF4-FFF2-40B4-BE49-F238E27FC236}">
                  <a16:creationId xmlns:a16="http://schemas.microsoft.com/office/drawing/2014/main" id="{17F9E98C-01E2-4991-EE15-AF06A6B7CD11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77" name="Input_density__216">
              <a:extLst>
                <a:ext uri="{FF2B5EF4-FFF2-40B4-BE49-F238E27FC236}">
                  <a16:creationId xmlns:a16="http://schemas.microsoft.com/office/drawing/2014/main" id="{5463075B-767A-AB47-E8A5-767D81C82017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78" name="Input_density__217">
              <a:extLst>
                <a:ext uri="{FF2B5EF4-FFF2-40B4-BE49-F238E27FC236}">
                  <a16:creationId xmlns:a16="http://schemas.microsoft.com/office/drawing/2014/main" id="{B836E36E-8060-11FC-CE04-0F3B164E0355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9" name="Input_density__218">
              <a:extLst>
                <a:ext uri="{FF2B5EF4-FFF2-40B4-BE49-F238E27FC236}">
                  <a16:creationId xmlns:a16="http://schemas.microsoft.com/office/drawing/2014/main" id="{1966271E-776C-7F37-DD83-43638BDEDC87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80" name="Input_density__219">
              <a:extLst>
                <a:ext uri="{FF2B5EF4-FFF2-40B4-BE49-F238E27FC236}">
                  <a16:creationId xmlns:a16="http://schemas.microsoft.com/office/drawing/2014/main" id="{CEE2FAE9-B36F-AE21-B553-C4FE0FE00239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1" name="Input_density__220">
              <a:extLst>
                <a:ext uri="{FF2B5EF4-FFF2-40B4-BE49-F238E27FC236}">
                  <a16:creationId xmlns:a16="http://schemas.microsoft.com/office/drawing/2014/main" id="{A21FC8F4-E8A8-613C-D147-BFFEE3486E8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82" name="Input_density__221">
              <a:extLst>
                <a:ext uri="{FF2B5EF4-FFF2-40B4-BE49-F238E27FC236}">
                  <a16:creationId xmlns:a16="http://schemas.microsoft.com/office/drawing/2014/main" id="{1C6BB029-EA67-696E-4396-FAA22E4A8177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83" name="Input_density__222">
              <a:extLst>
                <a:ext uri="{FF2B5EF4-FFF2-40B4-BE49-F238E27FC236}">
                  <a16:creationId xmlns:a16="http://schemas.microsoft.com/office/drawing/2014/main" id="{06C476CC-83DE-07DE-E5E2-B4B9EA2C734F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84" name="Input_density__223">
              <a:extLst>
                <a:ext uri="{FF2B5EF4-FFF2-40B4-BE49-F238E27FC236}">
                  <a16:creationId xmlns:a16="http://schemas.microsoft.com/office/drawing/2014/main" id="{CA131EEA-C413-6D6F-9246-F5E8B852AA5B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85" name="Input_density__224">
              <a:extLst>
                <a:ext uri="{FF2B5EF4-FFF2-40B4-BE49-F238E27FC236}">
                  <a16:creationId xmlns:a16="http://schemas.microsoft.com/office/drawing/2014/main" id="{2402C7C2-EBF7-59AD-A2AF-E6D6BE44DD9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6" name="Input_density__225">
              <a:extLst>
                <a:ext uri="{FF2B5EF4-FFF2-40B4-BE49-F238E27FC236}">
                  <a16:creationId xmlns:a16="http://schemas.microsoft.com/office/drawing/2014/main" id="{895C4104-9A81-74AC-4305-8B0A9C4686CF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981AB958-DF7B-D3C1-E9BE-543CBD380D40}"/>
              </a:ext>
            </a:extLst>
          </p:cNvPr>
          <p:cNvSpPr/>
          <p:nvPr/>
        </p:nvSpPr>
        <p:spPr>
          <a:xfrm>
            <a:off x="465307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09D1F3E2-D5A0-68C5-1B04-AB1029394573}"/>
              </a:ext>
            </a:extLst>
          </p:cNvPr>
          <p:cNvSpPr/>
          <p:nvPr/>
        </p:nvSpPr>
        <p:spPr>
          <a:xfrm>
            <a:off x="470706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81548334-5865-A722-266D-19FC11F14410}"/>
              </a:ext>
            </a:extLst>
          </p:cNvPr>
          <p:cNvGrpSpPr/>
          <p:nvPr/>
        </p:nvGrpSpPr>
        <p:grpSpPr>
          <a:xfrm>
            <a:off x="473919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23F42684-B20F-256F-F9C6-A3FAB6FD26A8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A2C24197-9775-53A7-AEE4-DFBE523EEB1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6EE4591E-BDBA-7883-14DB-FCB397E444D0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2096BDF5-8E9C-8099-BA9D-EF88008ABBF7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336F3222-EF7E-FB64-8144-F4C59B4CD38C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BA354085-65C0-B245-AF12-44823030E196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BB6C55CA-8D1F-184B-EDBA-04158D6AA2EB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E0644F8E-B322-4049-3E7F-CFC685E74AF3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CD0572EA-2A17-79AB-1E24-3B5B50B6DE66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22621FA2-97DB-805C-8D35-24EA19B6916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2D722378-7EED-A839-2AA2-54CAAE0483D4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E934D758-7704-1E46-B66B-CCD548AB4E76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8F873739-D05A-8C78-E8DF-46F8AFA15F4E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4ED612B3-3D00-63E5-CF89-38AB2D08CE22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59CD59E3-C611-B9D4-DAC4-F58235CF1D9C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7AC8D6B4-7E42-AAA3-F66E-A0C4A07EADE3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B608A91B-CE10-A753-EC6F-84010E8900D1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E8D479C7-7E3A-B095-3145-2169C78A2DEA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4E29D340-ABFC-A49E-B58C-3C0D0B2BAC6D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6663E22B-3809-2E28-02D8-3564F11882B1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D5581FFB-46C7-0325-FC58-F01A2A9D2AB7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B50F139F-1631-6087-0344-678CA77BD87E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470F64B6-9A93-6A81-0284-CB1996E601D2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030DDC33-E6C4-2043-3AB8-763BF24BC386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31EE7F21-FA99-D032-456C-ED1DB47BE4C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885F34CA-2D60-46C4-984A-0C11C8902B7C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9FA55486-A9D7-3375-E0A7-9DD3919EE604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874AECF0-BBAD-BF3D-99D0-46219F14D09E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62C4918C-D2D3-9116-EE70-8442675DB23E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4842BE17-D182-2A32-46AD-5132DDE82242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07EA6ADD-2EDE-804B-BA0F-D5F58FECE729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18F9CA1F-FADA-DBCA-1959-2D3C7115FFA7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A226D338-D459-9F2C-C6B0-71390CF89E8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77F36162-3A58-3223-E77F-4FA3C950B13D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36B97EF5-7655-3DB2-5ACB-2AAEAD56AA14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85BC6167-F37D-F965-B718-D79B3B685C17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7A514E66-AA64-A7F5-EEEA-3ED7AC55D7E5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22401DB5-6462-46BE-447E-D633FAD10E54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CF5A6DE3-7C2F-A52F-0CD0-6918DF57C543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977C9039-BF31-78F6-6360-1511477F33DF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600350AE-A1D4-DEF3-4C2F-9D0A0CE7EA08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FAF5A38F-6443-C55F-3FCC-CD79C6DB832C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ECECFAA8-D67A-48F2-14F9-F1C6945030D8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3444537D-13A3-28DF-9E96-3B2F8E44F26C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C71815DD-0A61-25CB-2CBC-2F9F79B43F4E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24C43781-737C-207D-349C-040AADBB20C6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248ECC53-03B9-160E-1EF7-776E82B5CADA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A55A0B84-C321-39FC-80E8-B579B1D3BF0E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302F03BB-32EC-DB3E-05FA-E99211083890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022694EC-5B5A-C520-335E-385AE005F31B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A818524B-8973-CE96-7E85-83AE9D937105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5499F090-3B22-4A66-4E2F-84800657CB5E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54912CE6-F5A4-EBA8-EEB2-B3F9AC1D5DD8}"/>
              </a:ext>
            </a:extLst>
          </p:cNvPr>
          <p:cNvSpPr txBox="1"/>
          <p:nvPr/>
        </p:nvSpPr>
        <p:spPr>
          <a:xfrm>
            <a:off x="4984740" y="2150246"/>
            <a:ext cx="996707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8C5818"/>
                </a:solidFill>
                <a:latin typeface="Arial"/>
              </a:rPr>
              <a:t>PocketXMol</a:t>
            </a:r>
            <a:r>
              <a:rPr lang="en-US" sz="623" b="1" dirty="0">
                <a:solidFill>
                  <a:srgbClr val="8C5818"/>
                </a:solidFill>
                <a:latin typeface="Arial"/>
              </a:rPr>
              <a:t>-</a:t>
            </a:r>
            <a:r>
              <a:rPr lang="en-US" altLang="zh-CN" sz="623" b="1" dirty="0">
                <a:solidFill>
                  <a:srgbClr val="8C5818"/>
                </a:solidFill>
                <a:latin typeface="Arial"/>
              </a:rPr>
              <a:t>tuned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0823D6C4-ABC9-6E34-55FA-35473340017C}"/>
              </a:ext>
            </a:extLst>
          </p:cNvPr>
          <p:cNvSpPr txBox="1"/>
          <p:nvPr/>
        </p:nvSpPr>
        <p:spPr>
          <a:xfrm>
            <a:off x="4985233" y="2305119"/>
            <a:ext cx="1205196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A7346569-29DA-B654-DB23-986844517CE0}"/>
              </a:ext>
            </a:extLst>
          </p:cNvPr>
          <p:cNvSpPr/>
          <p:nvPr/>
        </p:nvSpPr>
        <p:spPr>
          <a:xfrm>
            <a:off x="470706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EFF2F8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1FF847DD-BEF2-AE54-47FB-0CD8C24C6FE9}"/>
              </a:ext>
            </a:extLst>
          </p:cNvPr>
          <p:cNvSpPr txBox="1"/>
          <p:nvPr/>
        </p:nvSpPr>
        <p:spPr>
          <a:xfrm>
            <a:off x="4758703" y="2647450"/>
            <a:ext cx="1186556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81DDCC5A-8013-1414-2B0C-40265B381D4C}"/>
              </a:ext>
            </a:extLst>
          </p:cNvPr>
          <p:cNvSpPr txBox="1"/>
          <p:nvPr/>
        </p:nvSpPr>
        <p:spPr>
          <a:xfrm>
            <a:off x="475557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pic>
        <p:nvPicPr>
          <p:cNvPr id="1247" name="图片 4899" descr="已检查的图像">
            <a:extLst>
              <a:ext uri="{FF2B5EF4-FFF2-40B4-BE49-F238E27FC236}">
                <a16:creationId xmlns:a16="http://schemas.microsoft.com/office/drawing/2014/main" id="{6109BCFF-7F02-1225-1082-73C674752E9D}"/>
              </a:ext>
            </a:extLst>
          </p:cNvPr>
          <p:cNvPicPr>
            <a:picLocks/>
          </p:cNvPicPr>
          <p:nvPr/>
        </p:nvPicPr>
        <p:blipFill>
          <a:blip r:embed="rId6"/>
          <a:srcRect l="22277" t="11600" r="20320" b="13721"/>
          <a:stretch>
            <a:fillRect/>
          </a:stretch>
        </p:blipFill>
        <p:spPr>
          <a:xfrm rot="1047317">
            <a:off x="4857383" y="3459221"/>
            <a:ext cx="862283" cy="761214"/>
          </a:xfrm>
          <a:prstGeom prst="rect">
            <a:avLst/>
          </a:prstGeom>
        </p:spPr>
      </p:pic>
      <p:grpSp>
        <p:nvGrpSpPr>
          <p:cNvPr id="1248" name="Unified flow and feature elements"/>
          <p:cNvGrpSpPr/>
          <p:nvPr/>
        </p:nvGrpSpPr>
        <p:grpSpPr>
          <a:xfrm>
            <a:off x="823347" y="284723"/>
            <a:ext cx="4497322" cy="3967446"/>
            <a:chOff x="1936337" y="669608"/>
            <a:chExt cx="10576750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4EF36BE7-C5D3-4850-91ED-59525EF6D71B}"/>
                </a:ext>
              </a:extLst>
            </p:cNvPr>
            <p:cNvSpPr>
              <a:spLocks noGrp="1"/>
            </p:cNvSpPr>
            <p:nvPr/>
          </p:nvSpPr>
          <p:spPr>
            <a:xfrm>
              <a:off x="2814488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5A70DC59-A515-4654-A616-0FF92F9A3D3E}"/>
                </a:ext>
              </a:extLst>
            </p:cNvPr>
            <p:cNvSpPr>
              <a:spLocks noGrp="1"/>
            </p:cNvSpPr>
            <p:nvPr/>
          </p:nvSpPr>
          <p:spPr>
            <a:xfrm>
              <a:off x="2911036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3602A3D0-493C-4929-B975-3F3E8D12DF80}"/>
                </a:ext>
              </a:extLst>
            </p:cNvPr>
            <p:cNvSpPr>
              <a:spLocks noGrp="1"/>
            </p:cNvSpPr>
            <p:nvPr/>
          </p:nvSpPr>
          <p:spPr>
            <a:xfrm>
              <a:off x="2823460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969FC965-BD9C-4C1B-BF09-76633A461723}"/>
                </a:ext>
              </a:extLst>
            </p:cNvPr>
            <p:cNvSpPr>
              <a:spLocks noGrp="1"/>
            </p:cNvSpPr>
            <p:nvPr/>
          </p:nvSpPr>
          <p:spPr>
            <a:xfrm>
              <a:off x="2834250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Embedding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head</a:t>
              </a: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62FCC329-CCF5-4465-9D2E-3857FC423140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D70F9D26-FA06-43AB-BD8E-9AFBB5B8BD44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5AA182E0-D4B3-4465-945E-290698A94EC5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14A27BEB-4492-42CA-956D-20E6E43193D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9DF6DA11-B9E6-4A2F-BDE3-F4228072F156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9E970DB5-885D-420D-925B-4909EC27B93F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7F5D1F8F-D74E-4432-90A2-1C00E2A4FD13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34BE8E40-B9AA-48E9-9E0D-FF35C45BE2A9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5B11BC19-5E44-410F-B9BB-6F9FDB6601D8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349B5915-B4B5-4AC4-B7AC-1B798A490744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C9D4D7E4-678B-4219-B75C-D26BF0B548E5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92E5B769-2786-4A09-A75B-FF9A234636A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5965EE49-4332-44D9-93E3-A3E953A76591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39B9295B-7FBD-4E81-881C-03DB03744D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400FCF19-94E5-4266-B534-A1BEFAA69E4A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C824DE55-B096-47AD-AA4D-4BF709A88CBA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0903F776-28B4-4D11-BDAB-03322CD92C36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582F41AD-2C63-4DDB-ABDC-10EBE566F12E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16A20B0E-9969-41C7-8D68-B03B219EE853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8856BA63-58CC-4BE8-9187-355140C11261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9EC360ED-6A99-45D5-9E3D-883544709BA0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3ABCF88B-6F87-49B5-B187-ECD910923576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9580C2A9-45FE-48FD-BFAA-848575663A22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A7097541-C558-4548-BC5B-3A4C62BBF4AE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71D68110-2F5E-4911-8B2D-7D619EB757DC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9C415475-263D-491F-821D-92C9EC8977ED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E1E238C7-17CC-413C-9BFA-3A84CCE978A4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7402C6FC-DB5A-4A40-8D06-E9DEE21048B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F31C0911-1C0D-440F-A91B-CC76E339A5BC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BFD0848C-9520-4F28-AF79-4E6B8D0C713C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F729437F-9854-427C-B8A2-88D96123C637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3D802343-B505-4E00-84AD-884919EF0767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6FAF6252-F4ED-4710-B328-C463373B55D8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181850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669CCB4D-8C4A-475D-83CD-98420BC6FF35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181850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7CE3A8E2-D620-46F2-8506-35E0426E1EA6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181850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479DD8D6-B498-4371-B5D0-E71EAA40B3BE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181850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B681AC12-8626-4955-A167-DC3C77CC7C91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181850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D48DD11A-03EE-4044-A923-07AB91E65B5D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181850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EE479000-6820-48C7-B0BD-09880097134D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181850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97CF9A1A-5F61-4EE9-A5DA-7362A0CE09C7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181850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F9CFE97F-0C10-47A5-A172-670DFB7EF3B2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256145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43E97634-E1C9-4530-979A-52B848403861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256145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33CE4B75-593B-4B96-8AEC-4AD48BB013EA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256145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89DC42E6-5EC6-48F4-B8C5-1FB61DAFA835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256145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45B0BC35-3F59-4552-85A1-BF19EF8B277D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256145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78B0CEB7-DE27-4E41-9A2F-A68C175B39ED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256145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858CE4B2-85E6-4A99-A859-A7DDDF0B68B2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256145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560418F1-A4DD-441E-A5D8-428FE310B2C2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256145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06A1DC34-79C4-4A23-B160-C9B35B6275CC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330440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EF0B22B1-C3CC-4A91-8BBE-4CC5AC9ECD9C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330440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0BE4DC0A-04CD-4256-9DC3-E681FDB5CBC7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330440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E3A829BE-6122-42DD-BF91-43BB618D467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330440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C6902DAD-356A-4C83-AC6B-755DA239E87C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330440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B5CD6935-F11E-404A-8F05-1D8043A03F00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330440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0A08C0C4-22C4-46F0-A9A7-6336879D925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330440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8EC8118F-C355-407E-9971-9FFF8C53B4E5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330440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B4EFB6F1-B3CC-4637-85C9-8B15DE7ED119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04735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809E675F-6332-4596-B09B-C91EC64A0338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04735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349A2476-1C6E-4070-A7E0-F84C1D3E903E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04735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95202091-A3C4-47F4-A214-46243DB4A478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04735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5902AA90-1419-48FD-B2EB-5811163787B5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04735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F4944DD5-804E-460F-B168-9D06820152D7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04735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41840305-449F-4EE9-BB7C-5B4BD4DF029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04735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55D0A30B-A411-41E9-9A42-5045C59DA5BA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04735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7" name="Build Site centroid">
              <a:extLst>
                <a:ext uri="{FF2B5EF4-FFF2-40B4-BE49-F238E27FC236}">
                  <a16:creationId xmlns:a16="http://schemas.microsoft.com/office/drawing/2014/main" id="{A6B091D2-212C-4538-ACF6-4ECB5DC06574}"/>
                </a:ext>
              </a:extLst>
            </p:cNvPr>
            <p:cNvSpPr>
              <a:spLocks noGrp="1"/>
            </p:cNvSpPr>
            <p:nvPr/>
          </p:nvSpPr>
          <p:spPr>
            <a:xfrm>
              <a:off x="11700510" y="1452563"/>
              <a:ext cx="57150" cy="57150"/>
            </a:xfrm>
            <a:prstGeom prst="ellipse">
              <a:avLst/>
            </a:prstGeom>
            <a:solidFill>
              <a:srgbClr val="416DCB"/>
            </a:solidFill>
            <a:ln w="4860">
              <a:solidFill>
                <a:srgbClr val="FFFFFF"/>
              </a:solidFill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8EEE245D-8F6B-4F62-A967-14990D9BF733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1A8E6132-A8D9-48C9-8B0B-ADB0BA1AA8B0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2102C443-5BCF-4E6C-8ED1-1380D19A5B4F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C0BA6E0F-53CD-47FD-99DA-A1F4DE23B45B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28A89AB5-6458-48CB-A5E6-1A54AB04F613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A405D209-A784-4649-9438-D44FB554C9DF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B4C07412-3C3F-4CA5-B3D2-0F36A68A2BEC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1518479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B1C398E9-B215-4AEF-98BB-A03726805508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6" name="Find density encoded">
              <a:extLst>
                <a:ext uri="{FF2B5EF4-FFF2-40B4-BE49-F238E27FC236}">
                  <a16:creationId xmlns:a16="http://schemas.microsoft.com/office/drawing/2014/main" id="{4214F23D-4EB9-49FE-A606-8D8F3941C2AE}"/>
                </a:ext>
              </a:extLst>
            </p:cNvPr>
            <p:cNvSpPr>
              <a:spLocks noGrp="1"/>
            </p:cNvSpPr>
            <p:nvPr/>
          </p:nvSpPr>
          <p:spPr>
            <a:xfrm>
              <a:off x="3979545" y="1544003"/>
              <a:ext cx="97823" cy="190"/>
            </a:xfrm>
            <a:custGeom>
              <a:avLst/>
              <a:gdLst/>
              <a:ahLst/>
              <a:cxnLst/>
              <a:rect l="0" t="0" r="0" b="0"/>
              <a:pathLst>
                <a:path w="97822" h="191">
                  <a:moveTo>
                    <a:pt x="0" y="0"/>
                  </a:moveTo>
                  <a:lnTo>
                    <a:pt x="97822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7" name="Find density encoded head">
              <a:extLst>
                <a:ext uri="{FF2B5EF4-FFF2-40B4-BE49-F238E27FC236}">
                  <a16:creationId xmlns:a16="http://schemas.microsoft.com/office/drawing/2014/main" id="{8604F731-767E-4DB7-BFA2-3C82B0879B68}"/>
                </a:ext>
              </a:extLst>
            </p:cNvPr>
            <p:cNvSpPr>
              <a:spLocks noGrp="1"/>
            </p:cNvSpPr>
            <p:nvPr/>
          </p:nvSpPr>
          <p:spPr>
            <a:xfrm>
              <a:off x="4034028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277D47F8-610B-4D84-BA59-8DE270256EE3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3260557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6487211C-F692-4CEE-A722-96E4892B5BFF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0" name="Find receptor encoded">
              <a:extLst>
                <a:ext uri="{FF2B5EF4-FFF2-40B4-BE49-F238E27FC236}">
                  <a16:creationId xmlns:a16="http://schemas.microsoft.com/office/drawing/2014/main" id="{65FD8D26-FD67-4D16-9ECF-F05B0C0CB95D}"/>
                </a:ext>
              </a:extLst>
            </p:cNvPr>
            <p:cNvSpPr>
              <a:spLocks noGrp="1"/>
            </p:cNvSpPr>
            <p:nvPr/>
          </p:nvSpPr>
          <p:spPr>
            <a:xfrm>
              <a:off x="3979545" y="3107055"/>
              <a:ext cx="97822" cy="191"/>
            </a:xfrm>
            <a:custGeom>
              <a:avLst/>
              <a:gdLst/>
              <a:ahLst/>
              <a:cxnLst/>
              <a:rect l="0" t="0" r="0" b="0"/>
              <a:pathLst>
                <a:path w="97822" h="191">
                  <a:moveTo>
                    <a:pt x="0" y="0"/>
                  </a:moveTo>
                  <a:lnTo>
                    <a:pt x="97822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1" name="Find receptor encoded head">
              <a:extLst>
                <a:ext uri="{FF2B5EF4-FFF2-40B4-BE49-F238E27FC236}">
                  <a16:creationId xmlns:a16="http://schemas.microsoft.com/office/drawing/2014/main" id="{C2DC69E1-0BA8-4401-8E4F-38B48F7F2D96}"/>
                </a:ext>
              </a:extLst>
            </p:cNvPr>
            <p:cNvSpPr>
              <a:spLocks noGrp="1"/>
            </p:cNvSpPr>
            <p:nvPr/>
          </p:nvSpPr>
          <p:spPr>
            <a:xfrm>
              <a:off x="4034028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7B12D1FF-FF41-475A-9F4F-A19D7ACC2032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1544003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A67A7FAA-820E-4EAA-8C4B-4A9A339C765B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9ED1AE50-036E-4C79-98C6-0AF40A80AC0C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3107055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6C164B7C-DD82-434C-827B-5A77537BF102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EDC7F2DB-28D9-4CA2-AE32-9160CBB67D90}"/>
                </a:ext>
              </a:extLst>
            </p:cNvPr>
            <p:cNvSpPr>
              <a:spLocks noGrp="1"/>
            </p:cNvSpPr>
            <p:nvPr/>
          </p:nvSpPr>
          <p:spPr>
            <a:xfrm>
              <a:off x="488442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254C8982-D1E9-41D3-B995-72C04BD74E5E}"/>
                </a:ext>
              </a:extLst>
            </p:cNvPr>
            <p:cNvSpPr>
              <a:spLocks noGrp="1"/>
            </p:cNvSpPr>
            <p:nvPr/>
          </p:nvSpPr>
          <p:spPr>
            <a:xfrm>
              <a:off x="4929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990C8C9D-5AD9-4399-A7C6-3E36AFC99F45}"/>
                </a:ext>
              </a:extLst>
            </p:cNvPr>
            <p:cNvSpPr>
              <a:spLocks noGrp="1"/>
            </p:cNvSpPr>
            <p:nvPr/>
          </p:nvSpPr>
          <p:spPr>
            <a:xfrm>
              <a:off x="5341620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C29F6875-BC03-4E61-840C-A7351057CDB3}"/>
                </a:ext>
              </a:extLst>
            </p:cNvPr>
            <p:cNvSpPr>
              <a:spLocks noGrp="1"/>
            </p:cNvSpPr>
            <p:nvPr/>
          </p:nvSpPr>
          <p:spPr>
            <a:xfrm>
              <a:off x="5376863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13F9F1CD-5445-4920-B693-1F5D2FDFEA12}"/>
                </a:ext>
              </a:extLst>
            </p:cNvPr>
            <p:cNvSpPr>
              <a:spLocks noGrp="1"/>
            </p:cNvSpPr>
            <p:nvPr/>
          </p:nvSpPr>
          <p:spPr>
            <a:xfrm>
              <a:off x="5913120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E528FB9C-EE47-4379-A616-E0B7595C0FD7}"/>
                </a:ext>
              </a:extLst>
            </p:cNvPr>
            <p:cNvSpPr>
              <a:spLocks noGrp="1"/>
            </p:cNvSpPr>
            <p:nvPr/>
          </p:nvSpPr>
          <p:spPr>
            <a:xfrm>
              <a:off x="6072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DCDED4D9-647E-4406-ABA8-CD294CCDF383}"/>
                </a:ext>
              </a:extLst>
            </p:cNvPr>
            <p:cNvSpPr>
              <a:spLocks noGrp="1"/>
            </p:cNvSpPr>
            <p:nvPr/>
          </p:nvSpPr>
          <p:spPr>
            <a:xfrm>
              <a:off x="7189470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F5858A24-0247-42A0-8277-09B274AA6C38}"/>
                </a:ext>
              </a:extLst>
            </p:cNvPr>
            <p:cNvSpPr>
              <a:spLocks noGrp="1"/>
            </p:cNvSpPr>
            <p:nvPr/>
          </p:nvSpPr>
          <p:spPr>
            <a:xfrm>
              <a:off x="73675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E2A96CF6-9586-4065-A888-DD2768819E93}"/>
                </a:ext>
              </a:extLst>
            </p:cNvPr>
            <p:cNvSpPr>
              <a:spLocks noGrp="1"/>
            </p:cNvSpPr>
            <p:nvPr/>
          </p:nvSpPr>
          <p:spPr>
            <a:xfrm>
              <a:off x="791337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17B888F2-6540-4D4B-8454-093A36BCD2DA}"/>
                </a:ext>
              </a:extLst>
            </p:cNvPr>
            <p:cNvSpPr>
              <a:spLocks noGrp="1"/>
            </p:cNvSpPr>
            <p:nvPr/>
          </p:nvSpPr>
          <p:spPr>
            <a:xfrm>
              <a:off x="79581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5FD0FC1E-A2E0-447C-8976-15C0C6554D7F}"/>
                </a:ext>
              </a:extLst>
            </p:cNvPr>
            <p:cNvSpPr>
              <a:spLocks noGrp="1"/>
            </p:cNvSpPr>
            <p:nvPr/>
          </p:nvSpPr>
          <p:spPr>
            <a:xfrm>
              <a:off x="8351520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A92BFDAA-B302-43F2-BE6F-D9BDDB4A3BFA}"/>
                </a:ext>
              </a:extLst>
            </p:cNvPr>
            <p:cNvSpPr>
              <a:spLocks noGrp="1"/>
            </p:cNvSpPr>
            <p:nvPr/>
          </p:nvSpPr>
          <p:spPr>
            <a:xfrm>
              <a:off x="84153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F79C3430-D458-498F-85CC-DE83994A19C0}"/>
                </a:ext>
              </a:extLst>
            </p:cNvPr>
            <p:cNvSpPr>
              <a:spLocks noGrp="1"/>
            </p:cNvSpPr>
            <p:nvPr/>
          </p:nvSpPr>
          <p:spPr>
            <a:xfrm>
              <a:off x="4474845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1178DE55-003E-47FF-BE8B-3D0261EA0C56}"/>
                </a:ext>
              </a:extLst>
            </p:cNvPr>
            <p:cNvSpPr>
              <a:spLocks noGrp="1"/>
            </p:cNvSpPr>
            <p:nvPr/>
          </p:nvSpPr>
          <p:spPr>
            <a:xfrm>
              <a:off x="8790289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26397243-B075-4E9D-8985-7301777A347E}"/>
                </a:ext>
              </a:extLst>
            </p:cNvPr>
            <p:cNvSpPr>
              <a:spLocks noGrp="1"/>
            </p:cNvSpPr>
            <p:nvPr/>
          </p:nvSpPr>
          <p:spPr>
            <a:xfrm>
              <a:off x="5113020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A7267017-8A14-42EC-8A9D-54A54824B471}"/>
                </a:ext>
              </a:extLst>
            </p:cNvPr>
            <p:cNvSpPr>
              <a:spLocks noGrp="1"/>
            </p:cNvSpPr>
            <p:nvPr/>
          </p:nvSpPr>
          <p:spPr>
            <a:xfrm>
              <a:off x="8161639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6E26F32B-352E-40C8-B988-935DDD104ACA}"/>
                </a:ext>
              </a:extLst>
            </p:cNvPr>
            <p:cNvSpPr>
              <a:spLocks noGrp="1"/>
            </p:cNvSpPr>
            <p:nvPr/>
          </p:nvSpPr>
          <p:spPr>
            <a:xfrm>
              <a:off x="5636895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8E6C4921-A0F8-4CF6-BA2D-437FBB3D8CF0}"/>
                </a:ext>
              </a:extLst>
            </p:cNvPr>
            <p:cNvSpPr>
              <a:spLocks noGrp="1"/>
            </p:cNvSpPr>
            <p:nvPr/>
          </p:nvSpPr>
          <p:spPr>
            <a:xfrm>
              <a:off x="7618714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BF346257-227D-4AC5-B6AF-F31598D24DC4}"/>
                </a:ext>
              </a:extLst>
            </p:cNvPr>
            <p:cNvSpPr>
              <a:spLocks noGrp="1"/>
            </p:cNvSpPr>
            <p:nvPr/>
          </p:nvSpPr>
          <p:spPr>
            <a:xfrm>
              <a:off x="5002911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164F017E-D245-47BC-AB07-FA0FACB5C258}"/>
                </a:ext>
              </a:extLst>
            </p:cNvPr>
            <p:cNvSpPr>
              <a:spLocks noGrp="1"/>
            </p:cNvSpPr>
            <p:nvPr/>
          </p:nvSpPr>
          <p:spPr>
            <a:xfrm>
              <a:off x="521531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5CA18EF3-6160-430A-B70C-589F37B89540}"/>
                </a:ext>
              </a:extLst>
            </p:cNvPr>
            <p:cNvSpPr>
              <a:spLocks noGrp="1"/>
            </p:cNvSpPr>
            <p:nvPr/>
          </p:nvSpPr>
          <p:spPr>
            <a:xfrm>
              <a:off x="6007513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AAD5489E-F6DC-46C4-BE6B-CE6E8CD8BE68}"/>
                </a:ext>
              </a:extLst>
            </p:cNvPr>
            <p:cNvSpPr>
              <a:spLocks noGrp="1"/>
            </p:cNvSpPr>
            <p:nvPr/>
          </p:nvSpPr>
          <p:spPr>
            <a:xfrm>
              <a:off x="62757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576EEB9F-FDCD-4A4E-9F6E-62D651C79469}"/>
                </a:ext>
              </a:extLst>
            </p:cNvPr>
            <p:cNvSpPr>
              <a:spLocks noGrp="1"/>
            </p:cNvSpPr>
            <p:nvPr/>
          </p:nvSpPr>
          <p:spPr>
            <a:xfrm>
              <a:off x="699354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B8456FCB-2D8D-48BA-BBF5-EFC0546D99AC}"/>
                </a:ext>
              </a:extLst>
            </p:cNvPr>
            <p:cNvSpPr>
              <a:spLocks noGrp="1"/>
            </p:cNvSpPr>
            <p:nvPr/>
          </p:nvSpPr>
          <p:spPr>
            <a:xfrm>
              <a:off x="726176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C5ED9E6C-8763-4EE6-B5EE-BA86CBA6412B}"/>
                </a:ext>
              </a:extLst>
            </p:cNvPr>
            <p:cNvSpPr>
              <a:spLocks noGrp="1"/>
            </p:cNvSpPr>
            <p:nvPr/>
          </p:nvSpPr>
          <p:spPr>
            <a:xfrm>
              <a:off x="8053864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E7E8F900-B2AE-4D26-9F46-E0D19AD9F40F}"/>
                </a:ext>
              </a:extLst>
            </p:cNvPr>
            <p:cNvSpPr>
              <a:spLocks noGrp="1"/>
            </p:cNvSpPr>
            <p:nvPr/>
          </p:nvSpPr>
          <p:spPr>
            <a:xfrm>
              <a:off x="8266271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72C27DF9-4567-4793-84C9-EF83BCF9557A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AD4DC57D-9834-47B8-B404-B73E06244791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414D8CCB-8CE0-45D4-AC3F-4FC48C9E8CC2}"/>
                </a:ext>
              </a:extLst>
            </p:cNvPr>
            <p:cNvSpPr>
              <a:spLocks noGrp="1"/>
            </p:cNvSpPr>
            <p:nvPr/>
          </p:nvSpPr>
          <p:spPr>
            <a:xfrm>
              <a:off x="6667976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5873D13C-E7E8-4FE5-A55C-4D5AC39B6A34}"/>
                </a:ext>
              </a:extLst>
            </p:cNvPr>
            <p:cNvSpPr>
              <a:spLocks noGrp="1"/>
            </p:cNvSpPr>
            <p:nvPr/>
          </p:nvSpPr>
          <p:spPr>
            <a:xfrm>
              <a:off x="6639306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A88350D8-0052-46AC-945C-852F7CC24216}"/>
                </a:ext>
              </a:extLst>
            </p:cNvPr>
            <p:cNvSpPr>
              <a:spLocks noGrp="1"/>
            </p:cNvSpPr>
            <p:nvPr/>
          </p:nvSpPr>
          <p:spPr>
            <a:xfrm>
              <a:off x="869575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C174510E-2B24-46C2-8D08-D0C7AA4C955B}"/>
                </a:ext>
              </a:extLst>
            </p:cNvPr>
            <p:cNvSpPr>
              <a:spLocks noGrp="1"/>
            </p:cNvSpPr>
            <p:nvPr/>
          </p:nvSpPr>
          <p:spPr>
            <a:xfrm>
              <a:off x="8667083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1977E209-6A23-4758-90B6-725697E17F53}"/>
                </a:ext>
              </a:extLst>
            </p:cNvPr>
            <p:cNvSpPr>
              <a:spLocks noGrp="1"/>
            </p:cNvSpPr>
            <p:nvPr/>
          </p:nvSpPr>
          <p:spPr>
            <a:xfrm>
              <a:off x="7151656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3A31A365-AADD-4F05-AF58-3E682D0D9364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3D5DF29F-B349-4119-8346-C60E46FDB616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A617F94B-9413-4C54-90E3-42393764E2D6}"/>
                </a:ext>
              </a:extLst>
            </p:cNvPr>
            <p:cNvSpPr>
              <a:spLocks noGrp="1"/>
            </p:cNvSpPr>
            <p:nvPr/>
          </p:nvSpPr>
          <p:spPr>
            <a:xfrm>
              <a:off x="3471767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EA5D9AFD-630B-4BFF-B945-4DE28157DDAE}"/>
                </a:ext>
              </a:extLst>
            </p:cNvPr>
            <p:cNvSpPr>
              <a:spLocks noGrp="1"/>
            </p:cNvSpPr>
            <p:nvPr/>
          </p:nvSpPr>
          <p:spPr>
            <a:xfrm>
              <a:off x="4577144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32B4229F-A5D5-43B0-84E4-CCD631A6D46C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58E606F9-9E8F-43D3-B25C-597F414F9E18}"/>
                </a:ext>
              </a:extLst>
            </p:cNvPr>
            <p:cNvSpPr>
              <a:spLocks noGrp="1"/>
            </p:cNvSpPr>
            <p:nvPr/>
          </p:nvSpPr>
          <p:spPr>
            <a:xfrm>
              <a:off x="2811780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5559D588-0CDB-4776-9445-8FE1E07F19CC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729F795C-19C1-43BF-A4A6-77887B4A312A}"/>
                </a:ext>
              </a:extLst>
            </p:cNvPr>
            <p:cNvSpPr>
              <a:spLocks noGrp="1"/>
            </p:cNvSpPr>
            <p:nvPr/>
          </p:nvSpPr>
          <p:spPr>
            <a:xfrm>
              <a:off x="1936337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847D0B18-47CC-4CCE-9BA0-FD7B0BD86917}"/>
                </a:ext>
              </a:extLst>
            </p:cNvPr>
            <p:cNvSpPr>
              <a:spLocks noGrp="1"/>
            </p:cNvSpPr>
            <p:nvPr/>
          </p:nvSpPr>
          <p:spPr>
            <a:xfrm>
              <a:off x="3639503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620C8E39-6401-4165-8BE6-2FA71C53A282}"/>
                </a:ext>
              </a:extLst>
            </p:cNvPr>
            <p:cNvSpPr>
              <a:spLocks noGrp="1"/>
            </p:cNvSpPr>
            <p:nvPr/>
          </p:nvSpPr>
          <p:spPr>
            <a:xfrm>
              <a:off x="3610832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9" name="Pool concat refined">
              <a:extLst>
                <a:ext uri="{FF2B5EF4-FFF2-40B4-BE49-F238E27FC236}">
                  <a16:creationId xmlns:a16="http://schemas.microsoft.com/office/drawing/2014/main" id="{480E0B74-27C9-42C4-B17E-5D09AE9AA287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8473916"/>
              <a:ext cx="836771" cy="203359"/>
            </a:xfrm>
            <a:custGeom>
              <a:avLst/>
              <a:gdLst/>
              <a:ahLst/>
              <a:cxnLst/>
              <a:rect l="0" t="0" r="0" b="0"/>
              <a:pathLst>
                <a:path w="836771" h="203359">
                  <a:moveTo>
                    <a:pt x="0" y="0"/>
                  </a:moveTo>
                  <a:lnTo>
                    <a:pt x="0" y="203359"/>
                  </a:lnTo>
                  <a:lnTo>
                    <a:pt x="836771" y="203359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0" name="Attention concat refined">
              <a:extLst>
                <a:ext uri="{FF2B5EF4-FFF2-40B4-BE49-F238E27FC236}">
                  <a16:creationId xmlns:a16="http://schemas.microsoft.com/office/drawing/2014/main" id="{7820C71E-FBC5-4D14-85E8-B84963DD4BA0}"/>
                </a:ext>
              </a:extLst>
            </p:cNvPr>
            <p:cNvSpPr>
              <a:spLocks noGrp="1"/>
            </p:cNvSpPr>
            <p:nvPr/>
          </p:nvSpPr>
          <p:spPr>
            <a:xfrm>
              <a:off x="2801779" y="8473916"/>
              <a:ext cx="837724" cy="203359"/>
            </a:xfrm>
            <a:custGeom>
              <a:avLst/>
              <a:gdLst/>
              <a:ahLst/>
              <a:cxnLst/>
              <a:rect l="0" t="0" r="0" b="0"/>
              <a:pathLst>
                <a:path w="837724" h="203359">
                  <a:moveTo>
                    <a:pt x="837724" y="0"/>
                  </a:moveTo>
                  <a:lnTo>
                    <a:pt x="837724" y="203359"/>
                  </a:lnTo>
                  <a:lnTo>
                    <a:pt x="0" y="203359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1" name="Concat to MLP refined">
              <a:extLst>
                <a:ext uri="{FF2B5EF4-FFF2-40B4-BE49-F238E27FC236}">
                  <a16:creationId xmlns:a16="http://schemas.microsoft.com/office/drawing/2014/main" id="{61922117-F063-4B01-81AE-4C043834B837}"/>
                </a:ext>
              </a:extLst>
            </p:cNvPr>
            <p:cNvSpPr>
              <a:spLocks noGrp="1"/>
            </p:cNvSpPr>
            <p:nvPr/>
          </p:nvSpPr>
          <p:spPr>
            <a:xfrm>
              <a:off x="2801779" y="8677275"/>
              <a:ext cx="191" cy="90964"/>
            </a:xfrm>
            <a:custGeom>
              <a:avLst/>
              <a:gdLst/>
              <a:ahLst/>
              <a:cxnLst/>
              <a:rect l="0" t="0" r="0" b="0"/>
              <a:pathLst>
                <a:path w="191" h="90964">
                  <a:moveTo>
                    <a:pt x="0" y="0"/>
                  </a:moveTo>
                  <a:lnTo>
                    <a:pt x="0" y="90964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2" name="Concat to MLP refined head">
              <a:extLst>
                <a:ext uri="{FF2B5EF4-FFF2-40B4-BE49-F238E27FC236}">
                  <a16:creationId xmlns:a16="http://schemas.microsoft.com/office/drawing/2014/main" id="{34ECEA4C-7A3F-448E-B6E2-DEF60F680D0C}"/>
                </a:ext>
              </a:extLst>
            </p:cNvPr>
            <p:cNvSpPr>
              <a:spLocks noGrp="1"/>
            </p:cNvSpPr>
            <p:nvPr/>
          </p:nvSpPr>
          <p:spPr>
            <a:xfrm>
              <a:off x="2773109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72A19880-E4AD-4287-B505-0CEB272454E5}"/>
                </a:ext>
              </a:extLst>
            </p:cNvPr>
            <p:cNvSpPr>
              <a:spLocks noGrp="1"/>
            </p:cNvSpPr>
            <p:nvPr/>
          </p:nvSpPr>
          <p:spPr>
            <a:xfrm>
              <a:off x="3210878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F31410B3-B07A-4347-B62A-2B930957FC86}"/>
                </a:ext>
              </a:extLst>
            </p:cNvPr>
            <p:cNvSpPr>
              <a:spLocks noGrp="1"/>
            </p:cNvSpPr>
            <p:nvPr/>
          </p:nvSpPr>
          <p:spPr>
            <a:xfrm>
              <a:off x="4670108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0AF7D692-5D2C-4D5E-B9C6-114065BB3D68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3F7FF714-5AE2-4267-92D8-98C4BDFD57C1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74C3AEBF-01BF-49CE-9B21-11DD94CE8E3D}"/>
                </a:ext>
              </a:extLst>
            </p:cNvPr>
            <p:cNvSpPr>
              <a:spLocks noGrp="1"/>
            </p:cNvSpPr>
            <p:nvPr/>
          </p:nvSpPr>
          <p:spPr>
            <a:xfrm>
              <a:off x="4425315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431E9C4B-58A0-42CD-BCA7-CC1A7F14403C}"/>
                </a:ext>
              </a:extLst>
            </p:cNvPr>
            <p:cNvSpPr>
              <a:spLocks noGrp="1"/>
            </p:cNvSpPr>
            <p:nvPr/>
          </p:nvSpPr>
          <p:spPr>
            <a:xfrm>
              <a:off x="4401979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2425AB34-6681-444C-9BD9-1A9465677FA9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4AC6FD9E-E6BE-45E9-B859-3958229158E5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CF9586E0-2D4C-41C1-A11C-420736F4852C}"/>
                </a:ext>
              </a:extLst>
            </p:cNvPr>
            <p:cNvSpPr>
              <a:spLocks noGrp="1"/>
            </p:cNvSpPr>
            <p:nvPr/>
          </p:nvSpPr>
          <p:spPr>
            <a:xfrm>
              <a:off x="2281142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5565D01E-214D-4978-BDFC-8F556479133A}"/>
                </a:ext>
              </a:extLst>
            </p:cNvPr>
            <p:cNvSpPr>
              <a:spLocks noGrp="1"/>
            </p:cNvSpPr>
            <p:nvPr/>
          </p:nvSpPr>
          <p:spPr>
            <a:xfrm>
              <a:off x="2252472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976F3AE2-097E-4065-99D8-2DF9B1AC27BE}"/>
                </a:ext>
              </a:extLst>
            </p:cNvPr>
            <p:cNvSpPr>
              <a:spLocks noGrp="1"/>
            </p:cNvSpPr>
            <p:nvPr/>
          </p:nvSpPr>
          <p:spPr>
            <a:xfrm>
              <a:off x="3081147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DA8FC4C5-2D65-4C1B-A6F5-029D323FAFC5}"/>
                </a:ext>
              </a:extLst>
            </p:cNvPr>
            <p:cNvSpPr>
              <a:spLocks noGrp="1"/>
            </p:cNvSpPr>
            <p:nvPr/>
          </p:nvSpPr>
          <p:spPr>
            <a:xfrm>
              <a:off x="363855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9A4A33F2-CB13-459E-A07F-A498129A5807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A1402BA3-D5EF-43CF-BE23-3C3464F8ADC4}"/>
                </a:ext>
              </a:extLst>
            </p:cNvPr>
            <p:cNvSpPr>
              <a:spLocks noGrp="1"/>
            </p:cNvSpPr>
            <p:nvPr/>
          </p:nvSpPr>
          <p:spPr>
            <a:xfrm>
              <a:off x="7190708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7EAAF992-1A81-424F-A49A-55614A758BAB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87E17C8A-6D0A-4088-AEDA-0D3330856E57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2C5CC3F7-81FD-4FA0-BFA7-B1BA0421A9F4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C6D535D4-200B-4234-B28E-CE16F55DB9A1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8387E723-789B-4ECC-802D-30714380138A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ED1979A7-3450-4840-9115-7398E8082E91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8614F48E-E92A-4643-AF33-DD555D0AFDE1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9B18B405-3E6A-4E93-AAC3-40547DE6C31E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DAC2726D-AE95-4988-968B-CE94975A0264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4FC1DCA9-39E1-4B20-8B90-C9822689CF56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7CCEA573-512E-47A9-812E-81B08EC5406E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0DC4558A-D6BD-4A45-992A-74E017589615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6C190B58-9517-4407-B154-29B57B80AC42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6A38D69C-DA98-48F6-BE35-D5B5E0E948ED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300FD508-7AC9-4ECE-9B08-BE19A326D5B5}"/>
                </a:ext>
              </a:extLst>
            </p:cNvPr>
            <p:cNvSpPr>
              <a:spLocks noGrp="1"/>
            </p:cNvSpPr>
            <p:nvPr/>
          </p:nvSpPr>
          <p:spPr>
            <a:xfrm>
              <a:off x="9797891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37B5E44E-06A6-4FC1-9B46-66821AF67A62}"/>
                </a:ext>
              </a:extLst>
            </p:cNvPr>
            <p:cNvSpPr>
              <a:spLocks noGrp="1"/>
            </p:cNvSpPr>
            <p:nvPr/>
          </p:nvSpPr>
          <p:spPr>
            <a:xfrm>
              <a:off x="9769221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762DE590-3BA5-4D07-BF8E-AEE31F86F332}"/>
                </a:ext>
              </a:extLst>
            </p:cNvPr>
            <p:cNvSpPr>
              <a:spLocks noGrp="1"/>
            </p:cNvSpPr>
            <p:nvPr/>
          </p:nvSpPr>
          <p:spPr>
            <a:xfrm>
              <a:off x="9787414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376FC4F3-138E-459B-9980-D59688558ECB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C57182E0-F17D-405E-BB5F-D336898AB74F}"/>
                </a:ext>
              </a:extLst>
            </p:cNvPr>
            <p:cNvSpPr>
              <a:spLocks noGrp="1"/>
            </p:cNvSpPr>
            <p:nvPr/>
          </p:nvSpPr>
          <p:spPr>
            <a:xfrm>
              <a:off x="7373684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BAB3E33E-7DF3-4121-B7D1-9DC5C4543B52}"/>
                </a:ext>
              </a:extLst>
            </p:cNvPr>
            <p:cNvSpPr>
              <a:spLocks noGrp="1"/>
            </p:cNvSpPr>
            <p:nvPr/>
          </p:nvSpPr>
          <p:spPr>
            <a:xfrm>
              <a:off x="735034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5768B13B-F7B8-420F-8A39-66392CC08BE6}"/>
                </a:ext>
              </a:extLst>
            </p:cNvPr>
            <p:cNvSpPr>
              <a:spLocks noGrp="1"/>
            </p:cNvSpPr>
            <p:nvPr/>
          </p:nvSpPr>
          <p:spPr>
            <a:xfrm>
              <a:off x="8522399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B9CAC691-55CE-4C7F-98C8-77E4F630AE9D}"/>
                </a:ext>
              </a:extLst>
            </p:cNvPr>
            <p:cNvSpPr>
              <a:spLocks noGrp="1"/>
            </p:cNvSpPr>
            <p:nvPr/>
          </p:nvSpPr>
          <p:spPr>
            <a:xfrm>
              <a:off x="895797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8C8371E9-A3AE-4A33-8708-E0B52B5207D4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BFC9FACE-AB63-4D04-B4DD-03BB5A4ED55D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EF64B67D-F163-4B23-8875-004C88516134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A5CE0D31-182F-42BF-B21D-1319E75B3C1F}"/>
                </a:ext>
              </a:extLst>
            </p:cNvPr>
            <p:cNvSpPr>
              <a:spLocks noGrp="1"/>
            </p:cNvSpPr>
            <p:nvPr/>
          </p:nvSpPr>
          <p:spPr>
            <a:xfrm>
              <a:off x="7674388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551B5410-7382-4B81-A4C3-6EBEA234FDFA}"/>
                </a:ext>
              </a:extLst>
            </p:cNvPr>
            <p:cNvSpPr>
              <a:spLocks noGrp="1"/>
            </p:cNvSpPr>
            <p:nvPr/>
          </p:nvSpPr>
          <p:spPr>
            <a:xfrm>
              <a:off x="8657368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25364B99-7E6E-476A-8B06-2764C19FC0A1}"/>
                </a:ext>
              </a:extLst>
            </p:cNvPr>
            <p:cNvSpPr>
              <a:spLocks noGrp="1"/>
            </p:cNvSpPr>
            <p:nvPr/>
          </p:nvSpPr>
          <p:spPr>
            <a:xfrm>
              <a:off x="8634032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BC96B516-2266-46FD-88C2-D603E6877803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32ACD3AD-BE82-4F8E-AF74-A41DA8F2DBEE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1A6C7EC4-40E3-4DEE-BD48-F2F62649E45D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3BD12346-5882-4EF5-AD67-BE6111F38406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D421DCE7-E587-4C9C-A992-63E3679BCC26}"/>
                </a:ext>
              </a:extLst>
            </p:cNvPr>
            <p:cNvSpPr>
              <a:spLocks noGrp="1"/>
            </p:cNvSpPr>
            <p:nvPr/>
          </p:nvSpPr>
          <p:spPr>
            <a:xfrm>
              <a:off x="8596884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9FFAF848-D4E4-4C1B-82BC-7474C301B6EF}"/>
                </a:ext>
              </a:extLst>
            </p:cNvPr>
            <p:cNvSpPr>
              <a:spLocks noGrp="1"/>
            </p:cNvSpPr>
            <p:nvPr/>
          </p:nvSpPr>
          <p:spPr>
            <a:xfrm>
              <a:off x="9172575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31" name="Build inputs to tools refined">
              <a:extLst>
                <a:ext uri="{FF2B5EF4-FFF2-40B4-BE49-F238E27FC236}">
                  <a16:creationId xmlns:a16="http://schemas.microsoft.com/office/drawing/2014/main" id="{F863D410-C12C-4D6F-BE2C-3BF21C76053F}"/>
                </a:ext>
              </a:extLst>
            </p:cNvPr>
            <p:cNvSpPr>
              <a:spLocks noGrp="1"/>
            </p:cNvSpPr>
            <p:nvPr/>
          </p:nvSpPr>
          <p:spPr>
            <a:xfrm>
              <a:off x="12484418" y="3895725"/>
              <a:ext cx="191" cy="329089"/>
            </a:xfrm>
            <a:custGeom>
              <a:avLst/>
              <a:gdLst/>
              <a:ahLst/>
              <a:cxnLst/>
              <a:rect l="0" t="0" r="0" b="0"/>
              <a:pathLst>
                <a:path w="191" h="329089">
                  <a:moveTo>
                    <a:pt x="0" y="0"/>
                  </a:moveTo>
                  <a:lnTo>
                    <a:pt x="0" y="329089"/>
                  </a:lnTo>
                </a:path>
              </a:pathLst>
            </a:custGeom>
            <a:noFill/>
            <a:ln w="8505">
              <a:solidFill>
                <a:srgbClr val="71808C"/>
              </a:solidFill>
              <a:prstDash val="solid"/>
            </a:ln>
          </p:spPr>
        </p:sp>
        <p:sp>
          <p:nvSpPr>
            <p:cNvPr id="1432" name="Build inputs to tools refined head">
              <a:extLst>
                <a:ext uri="{FF2B5EF4-FFF2-40B4-BE49-F238E27FC236}">
                  <a16:creationId xmlns:a16="http://schemas.microsoft.com/office/drawing/2014/main" id="{B1C9350D-25E4-4483-A208-A8532BE277BE}"/>
                </a:ext>
              </a:extLst>
            </p:cNvPr>
            <p:cNvSpPr>
              <a:spLocks noGrp="1"/>
            </p:cNvSpPr>
            <p:nvPr/>
          </p:nvSpPr>
          <p:spPr>
            <a:xfrm>
              <a:off x="12455747" y="418147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808C"/>
            </a:solidFill>
            <a:ln w="0">
              <a:noFill/>
              <a:prstDash val="solid"/>
            </a:ln>
          </p:spPr>
        </p:sp>
        <p:sp>
          <p:nvSpPr>
            <p:cNvPr id="1433" name="Build tools to pose refined">
              <a:extLst>
                <a:ext uri="{FF2B5EF4-FFF2-40B4-BE49-F238E27FC236}">
                  <a16:creationId xmlns:a16="http://schemas.microsoft.com/office/drawing/2014/main" id="{A9320EAE-2233-4B4F-8C9F-ACB3A040E2D0}"/>
                </a:ext>
              </a:extLst>
            </p:cNvPr>
            <p:cNvSpPr>
              <a:spLocks noGrp="1"/>
            </p:cNvSpPr>
            <p:nvPr/>
          </p:nvSpPr>
          <p:spPr>
            <a:xfrm>
              <a:off x="12484418" y="7536561"/>
              <a:ext cx="191" cy="399478"/>
            </a:xfrm>
            <a:custGeom>
              <a:avLst/>
              <a:gdLst/>
              <a:ahLst/>
              <a:cxnLst/>
              <a:rect l="0" t="0" r="0" b="0"/>
              <a:pathLst>
                <a:path w="191" h="399478">
                  <a:moveTo>
                    <a:pt x="0" y="0"/>
                  </a:moveTo>
                  <a:lnTo>
                    <a:pt x="0" y="399478"/>
                  </a:lnTo>
                </a:path>
              </a:pathLst>
            </a:custGeom>
            <a:noFill/>
            <a:ln w="8505">
              <a:solidFill>
                <a:srgbClr val="71808C"/>
              </a:solidFill>
              <a:prstDash val="solid"/>
            </a:ln>
          </p:spPr>
        </p:sp>
        <p:sp>
          <p:nvSpPr>
            <p:cNvPr id="1434" name="Build tools to pose refined head">
              <a:extLst>
                <a:ext uri="{FF2B5EF4-FFF2-40B4-BE49-F238E27FC236}">
                  <a16:creationId xmlns:a16="http://schemas.microsoft.com/office/drawing/2014/main" id="{181A29A8-31EA-4AC9-9829-437224E047E8}"/>
                </a:ext>
              </a:extLst>
            </p:cNvPr>
            <p:cNvSpPr>
              <a:spLocks noGrp="1"/>
            </p:cNvSpPr>
            <p:nvPr/>
          </p:nvSpPr>
          <p:spPr>
            <a:xfrm>
              <a:off x="12455747" y="789270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808C"/>
            </a:solidFill>
            <a:ln w="0">
              <a:noFill/>
              <a:prstDash val="solid"/>
            </a:ln>
          </p:spPr>
        </p:sp>
      </p:grpSp>
      <p:pic>
        <p:nvPicPr>
          <p:cNvPr id="1435" name="Find clear receptor" descr="Receptor cartoon rendered from unchanged local coordinates, chain C1 of the 9LLG CA2 model."/>
          <p:cNvPicPr/>
          <p:nvPr/>
        </p:nvPicPr>
        <p:blipFill>
          <a:blip r:embed="rId7"/>
          <a:srcRect l="16857" t="30389" r="19786" b="22500"/>
          <a:stretch>
            <a:fillRect/>
          </a:stretch>
        </p:blipFill>
        <p:spPr>
          <a:xfrm>
            <a:off x="606854" y="1209339"/>
            <a:ext cx="477913" cy="456900"/>
          </a:xfrm>
          <a:prstGeom prst="rect">
            <a:avLst/>
          </a:prstGeom>
        </p:spPr>
      </p:pic>
      <p:pic>
        <p:nvPicPr>
          <p:cNvPr id="1436" name="Match clear receptor" descr="Receptor cartoon rendered from unchanged local coordinates, chain C1 of the 9LLG CA2 model."/>
          <p:cNvPicPr/>
          <p:nvPr/>
        </p:nvPicPr>
        <p:blipFill>
          <a:blip r:embed="rId7"/>
          <a:srcRect l="16857" t="30389" r="19786" b="22500"/>
          <a:stretch>
            <a:fillRect/>
          </a:stretch>
        </p:blipFill>
        <p:spPr>
          <a:xfrm>
            <a:off x="582406" y="2388765"/>
            <a:ext cx="332109" cy="317507"/>
          </a:xfrm>
          <a:prstGeom prst="rect">
            <a:avLst/>
          </a:prstGeom>
        </p:spPr>
      </p:pic>
      <p:pic>
        <p:nvPicPr>
          <p:cNvPr id="1437" name="a | 56-channel tensor stack" descr="Synthetic voxel-grid density schematic">
            <a:extLst>
              <a:ext uri="{FF2B5EF4-FFF2-40B4-BE49-F238E27FC236}">
                <a16:creationId xmlns:a16="http://schemas.microsoft.com/office/drawing/2014/main" id="{05FCAA7F-9B80-A6FD-1105-B99A09D2D8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248575" y="566797"/>
            <a:ext cx="343801" cy="237886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8DDD4F1F-F7CE-90B1-76F1-7DDB78BECE38}"/>
              </a:ext>
            </a:extLst>
          </p:cNvPr>
          <p:cNvSpPr txBox="1"/>
          <p:nvPr/>
        </p:nvSpPr>
        <p:spPr>
          <a:xfrm>
            <a:off x="11376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71808C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71808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6073846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579A4-CDCA-994F-41BF-1B7B6D5CB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F40FB6F1-643B-212C-65B2-D4F7C9C1CC2D}"/>
              </a:ext>
            </a:extLst>
          </p:cNvPr>
          <p:cNvSpPr/>
          <p:nvPr/>
        </p:nvSpPr>
        <p:spPr>
          <a:xfrm>
            <a:off x="450985" y="85589"/>
            <a:ext cx="409618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FCD00BE0-D4F1-874F-9321-FFAC875CE511}"/>
              </a:ext>
            </a:extLst>
          </p:cNvPr>
          <p:cNvSpPr/>
          <p:nvPr/>
        </p:nvSpPr>
        <p:spPr>
          <a:xfrm>
            <a:off x="450985" y="1885270"/>
            <a:ext cx="409618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188C24A2-592A-D89D-87C8-7886D693D5EF}"/>
              </a:ext>
            </a:extLst>
          </p:cNvPr>
          <p:cNvSpPr/>
          <p:nvPr/>
        </p:nvSpPr>
        <p:spPr>
          <a:xfrm>
            <a:off x="4583047" y="81744"/>
            <a:ext cx="1354615" cy="4335730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74966D5D-0681-641E-DD37-705449AE7067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/>
            <p:cNvSpPr/>
            <p:nvPr/>
          </p:nvSpPr>
          <p:spPr>
            <a:xfrm>
              <a:off x="1246829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51125693-A4AD-7688-FFFB-F8765223C63E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323AEA58-0A1F-569A-713C-3AEAFCBC8919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766EB46A-1BAD-0F40-88BD-BEEC8E1AAB6A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B2CF6FD1-F566-8752-EA23-ECD228D2F381}"/>
              </a:ext>
            </a:extLst>
          </p:cNvPr>
          <p:cNvSpPr txBox="1"/>
          <p:nvPr/>
        </p:nvSpPr>
        <p:spPr>
          <a:xfrm>
            <a:off x="667104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FFA8F47E-F198-C797-47C0-E693F67958AD}"/>
              </a:ext>
            </a:extLst>
          </p:cNvPr>
          <p:cNvSpPr txBox="1"/>
          <p:nvPr/>
        </p:nvSpPr>
        <p:spPr>
          <a:xfrm>
            <a:off x="461663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DA27BFB7-4EB7-6250-4FEA-FB48E8A578E8}"/>
              </a:ext>
            </a:extLst>
          </p:cNvPr>
          <p:cNvSpPr txBox="1"/>
          <p:nvPr/>
        </p:nvSpPr>
        <p:spPr>
          <a:xfrm>
            <a:off x="477483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AE295DF7-BEC6-A77E-84AF-B9825A35E864}"/>
              </a:ext>
            </a:extLst>
          </p:cNvPr>
          <p:cNvSpPr/>
          <p:nvPr/>
        </p:nvSpPr>
        <p:spPr>
          <a:xfrm>
            <a:off x="526966" y="284774"/>
            <a:ext cx="617009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918BABF5-C6F1-CDD2-B42A-58539F242897}"/>
              </a:ext>
            </a:extLst>
          </p:cNvPr>
          <p:cNvSpPr txBox="1"/>
          <p:nvPr/>
        </p:nvSpPr>
        <p:spPr>
          <a:xfrm>
            <a:off x="500206" y="317081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15" name="Find corresponding experimental density" descr="Experimental 9LLG density around chain C1 of the displayed CryoAtom2 receptor, at the original contour level and the identical camera orientation."/>
          <p:cNvPicPr/>
          <p:nvPr/>
        </p:nvPicPr>
        <p:blipFill>
          <a:blip r:embed="rId4"/>
          <a:stretch>
            <a:fillRect/>
          </a:stretch>
        </p:blipFill>
        <p:spPr>
          <a:xfrm>
            <a:off x="584632" y="440579"/>
            <a:ext cx="501650" cy="479011"/>
          </a:xfrm>
          <a:prstGeom prst="rect">
            <a:avLst/>
          </a:prstGeom>
        </p:spPr>
      </p:pic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5FC1AFEA-9C5D-82A3-D90F-D6780A1F9BA0}"/>
              </a:ext>
            </a:extLst>
          </p:cNvPr>
          <p:cNvSpPr/>
          <p:nvPr/>
        </p:nvSpPr>
        <p:spPr>
          <a:xfrm>
            <a:off x="526966" y="1028349"/>
            <a:ext cx="617009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426F0143-376F-F427-9360-0F5BB54E663F}"/>
              </a:ext>
            </a:extLst>
          </p:cNvPr>
          <p:cNvSpPr txBox="1"/>
          <p:nvPr/>
        </p:nvSpPr>
        <p:spPr>
          <a:xfrm>
            <a:off x="504666" y="1052746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B7B5D0F7-1388-CDFA-A6D6-98644A6B4566}"/>
              </a:ext>
            </a:extLst>
          </p:cNvPr>
          <p:cNvSpPr/>
          <p:nvPr/>
        </p:nvSpPr>
        <p:spPr>
          <a:xfrm>
            <a:off x="174363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AF793AF2-FF01-959B-700D-B6748C2025F0}"/>
              </a:ext>
            </a:extLst>
          </p:cNvPr>
          <p:cNvSpPr txBox="1"/>
          <p:nvPr/>
        </p:nvSpPr>
        <p:spPr>
          <a:xfrm>
            <a:off x="174363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AF9177D4-4DAC-6C9A-B180-F37E4ADB5908}"/>
              </a:ext>
            </a:extLst>
          </p:cNvPr>
          <p:cNvSpPr txBox="1"/>
          <p:nvPr/>
        </p:nvSpPr>
        <p:spPr>
          <a:xfrm>
            <a:off x="1743491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564ED4B4-B8F4-10B2-463F-B5870C9DCBC2}"/>
              </a:ext>
            </a:extLst>
          </p:cNvPr>
          <p:cNvSpPr txBox="1"/>
          <p:nvPr/>
        </p:nvSpPr>
        <p:spPr>
          <a:xfrm>
            <a:off x="190975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496CC7AC-C3AC-6DA2-32E7-4CDC0CEBDA3B}"/>
              </a:ext>
            </a:extLst>
          </p:cNvPr>
          <p:cNvSpPr txBox="1"/>
          <p:nvPr/>
        </p:nvSpPr>
        <p:spPr>
          <a:xfrm>
            <a:off x="255840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5B7E83A7-E377-7573-4F86-2E76A4A5A5E3}"/>
              </a:ext>
            </a:extLst>
          </p:cNvPr>
          <p:cNvSpPr txBox="1"/>
          <p:nvPr/>
        </p:nvSpPr>
        <p:spPr>
          <a:xfrm>
            <a:off x="320705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BCC84BAB-1427-1F20-BA75-8F44DA162CB5}"/>
              </a:ext>
            </a:extLst>
          </p:cNvPr>
          <p:cNvSpPr/>
          <p:nvPr/>
        </p:nvSpPr>
        <p:spPr>
          <a:xfrm>
            <a:off x="174363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2EEF8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04F068A9-AC25-3FF0-A811-36FB0CF87064}"/>
              </a:ext>
            </a:extLst>
          </p:cNvPr>
          <p:cNvGrpSpPr/>
          <p:nvPr/>
        </p:nvGrpSpPr>
        <p:grpSpPr>
          <a:xfrm>
            <a:off x="1834605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1E4C0F1D-DC56-C799-9E71-0C2D9730DBCB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35C06F03-F168-ED61-60ED-D55E51F790DA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5E46D6EB-CE76-EAF8-2638-578AB6CE1724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3691134B-3391-AEE9-5B3D-9D8E2E1BBD7C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F9BFB853-1313-9C23-6D24-27A4883A8BF8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B238D352-CB68-7741-2A07-CBFDB1F6B73D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11BC09F9-9D83-77DE-7C68-CF270EAA67FD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B6ACE0C1-FD95-AA93-17CF-507AE06132B3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63A7FDC6-F2B0-4702-8290-9010002C51BD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806E2341-45A6-33CF-7B50-318CF1029814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06935F3B-686A-C7BD-0720-6966B80B6C3C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94E712A6-889C-F5B6-65F1-1206FDD3B1DE}"/>
              </a:ext>
            </a:extLst>
          </p:cNvPr>
          <p:cNvGrpSpPr/>
          <p:nvPr/>
        </p:nvGrpSpPr>
        <p:grpSpPr>
          <a:xfrm>
            <a:off x="2265368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BECCDD5B-B6A1-27B9-9202-6847C90C036B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9ECEEC8E-62EE-B8AA-28C7-B3A81E5B1E30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7BBCADE6-F6FE-DFB0-56C1-5B0F761BFA41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44F9094C-4BB2-6EFB-2BB8-C4F7772FBA00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6EBB3958-BE02-D020-69C8-342D82B4A86C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DBB8377D-2152-DAF1-497F-A5212433DB8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B5B8DF4D-8954-6FF0-8015-1A645E12ABCF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9585BCAF-65BF-B639-166D-3182E8B06872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98ABE91B-CAA4-6455-598F-869CFEE2374A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629F8DAB-7FB6-9893-DB25-26852E9A275C}"/>
              </a:ext>
            </a:extLst>
          </p:cNvPr>
          <p:cNvGrpSpPr/>
          <p:nvPr/>
        </p:nvGrpSpPr>
        <p:grpSpPr>
          <a:xfrm>
            <a:off x="2713208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907923D5-14FC-3FA4-8191-5ACC3EF0015F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78B1D8DE-68E5-2B9E-1F18-5F1F2B5EEE99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D3BD31A2-F700-9381-4E17-A8971DE2D1BE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C915CFFC-2CF6-4D54-D0DD-EC90DD990F5B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9D13D85A-685B-423A-AF58-3275939D9CB2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FCDDABD8-E33D-13D0-30C7-CEA676DC5049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94C54B22-53F0-4954-0A9A-6FA1083BE332}"/>
              </a:ext>
            </a:extLst>
          </p:cNvPr>
          <p:cNvGrpSpPr/>
          <p:nvPr/>
        </p:nvGrpSpPr>
        <p:grpSpPr>
          <a:xfrm>
            <a:off x="3135511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807B46E9-E1AD-A108-CD44-144839CBE077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924DEC96-EAF9-27FF-A157-E4E244291226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0028B912-06D9-C2A3-19A0-F3EAC35E3AD4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DD1A2039-8E00-A307-1C93-BA77ECE9EF00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13E5C8F7-1E23-233A-E21F-527A4FD8A444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5B7644AB-324C-EBEC-C379-72753DB4346B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5BE8510B-6396-7F95-11BA-3AA1E002D1C2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D41A46F7-8B0D-A0DD-C049-8915A84E57D6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23D5CB76-FB1F-4E47-CE06-83124D33B8F7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2705956B-3598-49F4-6FEB-DE4FEF6D41D2}"/>
              </a:ext>
            </a:extLst>
          </p:cNvPr>
          <p:cNvGrpSpPr/>
          <p:nvPr/>
        </p:nvGrpSpPr>
        <p:grpSpPr>
          <a:xfrm>
            <a:off x="3559066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E14464F8-9D39-9D7B-B193-67EC8C0787F5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E3DF11C9-5246-610E-040B-51829EA6082E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0AEF4321-E027-1A5D-EE95-578DEE5D8B24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38641419-E63A-44B7-06ED-981DE1D2D3F6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9E72412C-B0D5-D8DB-8A9C-E68CF67FB5EB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6925E5FA-38D3-AC6C-9309-29E263FDBF8D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DDDEBE80-D051-D7C4-33A2-28C471D9C606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74E28B2C-ED85-CCBE-D868-EBA705635FC8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34CB00E6-90D2-8F1D-BE7A-22326DAD9390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7D093839-9154-C884-68EF-C9ECCE6621D5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1FA0A2A8-9BFF-4AE5-A3C2-19CE070A845E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8BCE9DD6-E678-3F42-17CB-C51390E56250}"/>
              </a:ext>
            </a:extLst>
          </p:cNvPr>
          <p:cNvSpPr/>
          <p:nvPr/>
        </p:nvSpPr>
        <p:spPr>
          <a:xfrm>
            <a:off x="2629598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F21A1680-4864-3BFE-EB9D-0D3548EAFDA6}"/>
              </a:ext>
            </a:extLst>
          </p:cNvPr>
          <p:cNvSpPr txBox="1"/>
          <p:nvPr/>
        </p:nvSpPr>
        <p:spPr>
          <a:xfrm>
            <a:off x="261377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5D9FEC55-C600-9965-4DE6-32A6E17D5A07}"/>
              </a:ext>
            </a:extLst>
          </p:cNvPr>
          <p:cNvSpPr txBox="1"/>
          <p:nvPr/>
        </p:nvSpPr>
        <p:spPr>
          <a:xfrm>
            <a:off x="174363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54E7484B-02CC-45B0-4AEF-EAE34B63D8C5}"/>
              </a:ext>
            </a:extLst>
          </p:cNvPr>
          <p:cNvSpPr txBox="1"/>
          <p:nvPr/>
        </p:nvSpPr>
        <p:spPr>
          <a:xfrm>
            <a:off x="2590045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12E3B1A0-061D-7FA3-04DF-6E20E7FA1ABD}"/>
              </a:ext>
            </a:extLst>
          </p:cNvPr>
          <p:cNvSpPr/>
          <p:nvPr/>
        </p:nvSpPr>
        <p:spPr>
          <a:xfrm>
            <a:off x="404418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58067C07-9B74-CDCE-13CA-51603B1629E1}"/>
              </a:ext>
            </a:extLst>
          </p:cNvPr>
          <p:cNvSpPr txBox="1"/>
          <p:nvPr/>
        </p:nvSpPr>
        <p:spPr>
          <a:xfrm>
            <a:off x="392051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C0BF5DCB-E2FE-88D7-925D-B15DF896655F}"/>
              </a:ext>
            </a:extLst>
          </p:cNvPr>
          <p:cNvSpPr txBox="1"/>
          <p:nvPr/>
        </p:nvSpPr>
        <p:spPr>
          <a:xfrm>
            <a:off x="534876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1BC5AD3E-310F-35DA-0FB8-D159F2DED5E8}"/>
              </a:ext>
            </a:extLst>
          </p:cNvPr>
          <p:cNvSpPr txBox="1"/>
          <p:nvPr/>
        </p:nvSpPr>
        <p:spPr>
          <a:xfrm>
            <a:off x="2563797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8EEA3A3D-7AAC-521A-6379-E8E2A1EE4491}"/>
              </a:ext>
            </a:extLst>
          </p:cNvPr>
          <p:cNvSpPr/>
          <p:nvPr/>
        </p:nvSpPr>
        <p:spPr>
          <a:xfrm>
            <a:off x="2474533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88CB68BB-F9CA-D93A-8F3A-4C11F8E4E8DF}"/>
              </a:ext>
            </a:extLst>
          </p:cNvPr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A3CB90A5-61D5-ABD1-1BA5-6E33BFDF1751}"/>
              </a:ext>
            </a:extLst>
          </p:cNvPr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/>
          <p:cNvPicPr/>
          <p:nvPr/>
        </p:nvPicPr>
        <p:blipFill>
          <a:blip r:embed="rId4"/>
          <a:stretch>
            <a:fillRect/>
          </a:stretch>
        </p:blipFill>
        <p:spPr>
          <a:xfrm>
            <a:off x="1056983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3BB711EA-8085-B79B-EE11-34AA1669B798}"/>
              </a:ext>
            </a:extLst>
          </p:cNvPr>
          <p:cNvSpPr txBox="1"/>
          <p:nvPr/>
        </p:nvSpPr>
        <p:spPr>
          <a:xfrm>
            <a:off x="567015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grpSp>
        <p:nvGrpSpPr>
          <p:cNvPr id="527" name="Match | Pocket atom cloud">
            <a:extLst>
              <a:ext uri="{FF2B5EF4-FFF2-40B4-BE49-F238E27FC236}">
                <a16:creationId xmlns:a16="http://schemas.microsoft.com/office/drawing/2014/main" id="{47ECFAD4-A020-EBB8-0D58-EC96CA45DB84}"/>
              </a:ext>
            </a:extLst>
          </p:cNvPr>
          <p:cNvGrpSpPr/>
          <p:nvPr/>
        </p:nvGrpSpPr>
        <p:grpSpPr>
          <a:xfrm>
            <a:off x="587266" y="3029482"/>
            <a:ext cx="307808" cy="222756"/>
            <a:chOff x="1295748" y="3525328"/>
            <a:chExt cx="304113" cy="219890"/>
          </a:xfrm>
        </p:grpSpPr>
        <p:sp>
          <p:nvSpPr>
            <p:cNvPr id="528" name="ellipse_2517">
              <a:extLst>
                <a:ext uri="{FF2B5EF4-FFF2-40B4-BE49-F238E27FC236}">
                  <a16:creationId xmlns:a16="http://schemas.microsoft.com/office/drawing/2014/main" id="{843CDC5F-2E00-91D1-9B72-8F34482B3C7D}"/>
                </a:ext>
              </a:extLst>
            </p:cNvPr>
            <p:cNvSpPr/>
            <p:nvPr/>
          </p:nvSpPr>
          <p:spPr>
            <a:xfrm>
              <a:off x="1343499" y="3569364"/>
              <a:ext cx="20494" cy="204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29" name="ellipse_2518">
              <a:extLst>
                <a:ext uri="{FF2B5EF4-FFF2-40B4-BE49-F238E27FC236}">
                  <a16:creationId xmlns:a16="http://schemas.microsoft.com/office/drawing/2014/main" id="{FED793AD-C4F5-11AD-836A-4182E5F12CE9}"/>
                </a:ext>
              </a:extLst>
            </p:cNvPr>
            <p:cNvSpPr/>
            <p:nvPr/>
          </p:nvSpPr>
          <p:spPr>
            <a:xfrm>
              <a:off x="1296724" y="3594466"/>
              <a:ext cx="19197" cy="191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0" name="ellipse_2519">
              <a:extLst>
                <a:ext uri="{FF2B5EF4-FFF2-40B4-BE49-F238E27FC236}">
                  <a16:creationId xmlns:a16="http://schemas.microsoft.com/office/drawing/2014/main" id="{04A40466-1375-E394-AE6C-150B6030646A}"/>
                </a:ext>
              </a:extLst>
            </p:cNvPr>
            <p:cNvSpPr/>
            <p:nvPr/>
          </p:nvSpPr>
          <p:spPr>
            <a:xfrm>
              <a:off x="1438834" y="3720705"/>
              <a:ext cx="24513" cy="2451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1" name="ellipse_2520">
              <a:extLst>
                <a:ext uri="{FF2B5EF4-FFF2-40B4-BE49-F238E27FC236}">
                  <a16:creationId xmlns:a16="http://schemas.microsoft.com/office/drawing/2014/main" id="{6462F8DF-7040-24EA-878A-4122A1A10390}"/>
                </a:ext>
              </a:extLst>
            </p:cNvPr>
            <p:cNvSpPr/>
            <p:nvPr/>
          </p:nvSpPr>
          <p:spPr>
            <a:xfrm>
              <a:off x="1501618" y="3664422"/>
              <a:ext cx="25439" cy="2543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2" name="ellipse_2521">
              <a:extLst>
                <a:ext uri="{FF2B5EF4-FFF2-40B4-BE49-F238E27FC236}">
                  <a16:creationId xmlns:a16="http://schemas.microsoft.com/office/drawing/2014/main" id="{B5F501AF-219C-F3F3-DA20-9EF4F1EC7D5C}"/>
                </a:ext>
              </a:extLst>
            </p:cNvPr>
            <p:cNvSpPr/>
            <p:nvPr/>
          </p:nvSpPr>
          <p:spPr>
            <a:xfrm>
              <a:off x="1321281" y="3628338"/>
              <a:ext cx="23115" cy="2311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3" name="ellipse_2522">
              <a:extLst>
                <a:ext uri="{FF2B5EF4-FFF2-40B4-BE49-F238E27FC236}">
                  <a16:creationId xmlns:a16="http://schemas.microsoft.com/office/drawing/2014/main" id="{98748402-936C-803F-1C8C-F51F74FBA264}"/>
                </a:ext>
              </a:extLst>
            </p:cNvPr>
            <p:cNvSpPr/>
            <p:nvPr/>
          </p:nvSpPr>
          <p:spPr>
            <a:xfrm>
              <a:off x="1295748" y="3626085"/>
              <a:ext cx="19345" cy="1934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4" name="ellipse_2523">
              <a:extLst>
                <a:ext uri="{FF2B5EF4-FFF2-40B4-BE49-F238E27FC236}">
                  <a16:creationId xmlns:a16="http://schemas.microsoft.com/office/drawing/2014/main" id="{3EEFE5C7-5F80-39E0-8196-C33DCC04ADF5}"/>
                </a:ext>
              </a:extLst>
            </p:cNvPr>
            <p:cNvSpPr/>
            <p:nvPr/>
          </p:nvSpPr>
          <p:spPr>
            <a:xfrm>
              <a:off x="1338176" y="3604570"/>
              <a:ext cx="23202" cy="232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5" name="ellipse_2524">
              <a:extLst>
                <a:ext uri="{FF2B5EF4-FFF2-40B4-BE49-F238E27FC236}">
                  <a16:creationId xmlns:a16="http://schemas.microsoft.com/office/drawing/2014/main" id="{359C60E3-4EB6-9B72-208C-2260717B49C8}"/>
                </a:ext>
              </a:extLst>
            </p:cNvPr>
            <p:cNvSpPr/>
            <p:nvPr/>
          </p:nvSpPr>
          <p:spPr>
            <a:xfrm>
              <a:off x="1349937" y="3578135"/>
              <a:ext cx="25593" cy="25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6" name="ellipse_2525">
              <a:extLst>
                <a:ext uri="{FF2B5EF4-FFF2-40B4-BE49-F238E27FC236}">
                  <a16:creationId xmlns:a16="http://schemas.microsoft.com/office/drawing/2014/main" id="{7A26A077-8387-30AD-2262-3B9C7D6DE198}"/>
                </a:ext>
              </a:extLst>
            </p:cNvPr>
            <p:cNvSpPr/>
            <p:nvPr/>
          </p:nvSpPr>
          <p:spPr>
            <a:xfrm>
              <a:off x="1391990" y="3698653"/>
              <a:ext cx="18941" cy="189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7" name="ellipse_2526">
              <a:extLst>
                <a:ext uri="{FF2B5EF4-FFF2-40B4-BE49-F238E27FC236}">
                  <a16:creationId xmlns:a16="http://schemas.microsoft.com/office/drawing/2014/main" id="{870F54D2-86E6-8026-95CA-35EDE8FF3602}"/>
                </a:ext>
              </a:extLst>
            </p:cNvPr>
            <p:cNvSpPr/>
            <p:nvPr/>
          </p:nvSpPr>
          <p:spPr>
            <a:xfrm>
              <a:off x="1335383" y="3592607"/>
              <a:ext cx="16783" cy="1678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8" name="ellipse_2527">
              <a:extLst>
                <a:ext uri="{FF2B5EF4-FFF2-40B4-BE49-F238E27FC236}">
                  <a16:creationId xmlns:a16="http://schemas.microsoft.com/office/drawing/2014/main" id="{C85A81B8-A397-BECE-2758-976F9B02BF9C}"/>
                </a:ext>
              </a:extLst>
            </p:cNvPr>
            <p:cNvSpPr/>
            <p:nvPr/>
          </p:nvSpPr>
          <p:spPr>
            <a:xfrm>
              <a:off x="1421016" y="3723168"/>
              <a:ext cx="20110" cy="2011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9" name="ellipse_2528">
              <a:extLst>
                <a:ext uri="{FF2B5EF4-FFF2-40B4-BE49-F238E27FC236}">
                  <a16:creationId xmlns:a16="http://schemas.microsoft.com/office/drawing/2014/main" id="{27A764EE-F4EB-8365-729D-CD01B9D35B9A}"/>
                </a:ext>
              </a:extLst>
            </p:cNvPr>
            <p:cNvSpPr/>
            <p:nvPr/>
          </p:nvSpPr>
          <p:spPr>
            <a:xfrm>
              <a:off x="1366273" y="3564666"/>
              <a:ext cx="21791" cy="2179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0" name="ellipse_2529">
              <a:extLst>
                <a:ext uri="{FF2B5EF4-FFF2-40B4-BE49-F238E27FC236}">
                  <a16:creationId xmlns:a16="http://schemas.microsoft.com/office/drawing/2014/main" id="{5D7FF66C-D602-C419-CCA0-4CCA03439723}"/>
                </a:ext>
              </a:extLst>
            </p:cNvPr>
            <p:cNvSpPr/>
            <p:nvPr/>
          </p:nvSpPr>
          <p:spPr>
            <a:xfrm>
              <a:off x="1327790" y="3609446"/>
              <a:ext cx="20508" cy="20508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1" name="ellipse_2530">
              <a:extLst>
                <a:ext uri="{FF2B5EF4-FFF2-40B4-BE49-F238E27FC236}">
                  <a16:creationId xmlns:a16="http://schemas.microsoft.com/office/drawing/2014/main" id="{C7F8516B-8E67-6C13-7AC3-B39CFD29686C}"/>
                </a:ext>
              </a:extLst>
            </p:cNvPr>
            <p:cNvSpPr/>
            <p:nvPr/>
          </p:nvSpPr>
          <p:spPr>
            <a:xfrm>
              <a:off x="1408118" y="3688755"/>
              <a:ext cx="22554" cy="2255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2" name="ellipse_2531">
              <a:extLst>
                <a:ext uri="{FF2B5EF4-FFF2-40B4-BE49-F238E27FC236}">
                  <a16:creationId xmlns:a16="http://schemas.microsoft.com/office/drawing/2014/main" id="{2308FE4E-C3B2-7FFB-0A71-1EDE15A5A3E8}"/>
                </a:ext>
              </a:extLst>
            </p:cNvPr>
            <p:cNvSpPr/>
            <p:nvPr/>
          </p:nvSpPr>
          <p:spPr>
            <a:xfrm>
              <a:off x="1428373" y="3713303"/>
              <a:ext cx="24738" cy="2473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3" name="ellipse_2532">
              <a:extLst>
                <a:ext uri="{FF2B5EF4-FFF2-40B4-BE49-F238E27FC236}">
                  <a16:creationId xmlns:a16="http://schemas.microsoft.com/office/drawing/2014/main" id="{8543A7A1-58C9-B5C2-A85E-C90AD7627125}"/>
                </a:ext>
              </a:extLst>
            </p:cNvPr>
            <p:cNvSpPr/>
            <p:nvPr/>
          </p:nvSpPr>
          <p:spPr>
            <a:xfrm>
              <a:off x="1547670" y="3653309"/>
              <a:ext cx="21842" cy="2184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4" name="ellipse_2533">
              <a:extLst>
                <a:ext uri="{FF2B5EF4-FFF2-40B4-BE49-F238E27FC236}">
                  <a16:creationId xmlns:a16="http://schemas.microsoft.com/office/drawing/2014/main" id="{C26654CE-1D7C-9DA3-5063-A0AAD3BC8658}"/>
                </a:ext>
              </a:extLst>
            </p:cNvPr>
            <p:cNvSpPr/>
            <p:nvPr/>
          </p:nvSpPr>
          <p:spPr>
            <a:xfrm>
              <a:off x="1517557" y="3700982"/>
              <a:ext cx="20964" cy="2096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5" name="ellipse_2534">
              <a:extLst>
                <a:ext uri="{FF2B5EF4-FFF2-40B4-BE49-F238E27FC236}">
                  <a16:creationId xmlns:a16="http://schemas.microsoft.com/office/drawing/2014/main" id="{996B2A10-34E5-AC41-4214-69514A6E6FA3}"/>
                </a:ext>
              </a:extLst>
            </p:cNvPr>
            <p:cNvSpPr/>
            <p:nvPr/>
          </p:nvSpPr>
          <p:spPr>
            <a:xfrm>
              <a:off x="1535521" y="3630252"/>
              <a:ext cx="17917" cy="1791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6" name="ellipse_2535">
              <a:extLst>
                <a:ext uri="{FF2B5EF4-FFF2-40B4-BE49-F238E27FC236}">
                  <a16:creationId xmlns:a16="http://schemas.microsoft.com/office/drawing/2014/main" id="{B76716BC-6049-F52F-E9E9-CBF18EEBE7AC}"/>
                </a:ext>
              </a:extLst>
            </p:cNvPr>
            <p:cNvSpPr/>
            <p:nvPr/>
          </p:nvSpPr>
          <p:spPr>
            <a:xfrm>
              <a:off x="1344039" y="3678107"/>
              <a:ext cx="21719" cy="217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7" name="ellipse_2536">
              <a:extLst>
                <a:ext uri="{FF2B5EF4-FFF2-40B4-BE49-F238E27FC236}">
                  <a16:creationId xmlns:a16="http://schemas.microsoft.com/office/drawing/2014/main" id="{016DAC12-92B5-B26D-28FB-24D9BF161C25}"/>
                </a:ext>
              </a:extLst>
            </p:cNvPr>
            <p:cNvSpPr/>
            <p:nvPr/>
          </p:nvSpPr>
          <p:spPr>
            <a:xfrm>
              <a:off x="1486134" y="3678415"/>
              <a:ext cx="22120" cy="221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8" name="ellipse_2537">
              <a:extLst>
                <a:ext uri="{FF2B5EF4-FFF2-40B4-BE49-F238E27FC236}">
                  <a16:creationId xmlns:a16="http://schemas.microsoft.com/office/drawing/2014/main" id="{CA0C6A76-5AB5-3E89-F968-128002FB1032}"/>
                </a:ext>
              </a:extLst>
            </p:cNvPr>
            <p:cNvSpPr/>
            <p:nvPr/>
          </p:nvSpPr>
          <p:spPr>
            <a:xfrm>
              <a:off x="1538537" y="3597777"/>
              <a:ext cx="22828" cy="228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9" name="ellipse_2538">
              <a:extLst>
                <a:ext uri="{FF2B5EF4-FFF2-40B4-BE49-F238E27FC236}">
                  <a16:creationId xmlns:a16="http://schemas.microsoft.com/office/drawing/2014/main" id="{DE596162-5015-EDD5-1CD2-370FCA46C05C}"/>
                </a:ext>
              </a:extLst>
            </p:cNvPr>
            <p:cNvSpPr/>
            <p:nvPr/>
          </p:nvSpPr>
          <p:spPr>
            <a:xfrm>
              <a:off x="1401131" y="3720374"/>
              <a:ext cx="16876" cy="1687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0" name="ellipse_2539">
              <a:extLst>
                <a:ext uri="{FF2B5EF4-FFF2-40B4-BE49-F238E27FC236}">
                  <a16:creationId xmlns:a16="http://schemas.microsoft.com/office/drawing/2014/main" id="{AC26C0B0-5569-F89F-3FEA-CEF90EA6D242}"/>
                </a:ext>
              </a:extLst>
            </p:cNvPr>
            <p:cNvSpPr/>
            <p:nvPr/>
          </p:nvSpPr>
          <p:spPr>
            <a:xfrm>
              <a:off x="1525941" y="3593109"/>
              <a:ext cx="21620" cy="216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1" name="ellipse_2540">
              <a:extLst>
                <a:ext uri="{FF2B5EF4-FFF2-40B4-BE49-F238E27FC236}">
                  <a16:creationId xmlns:a16="http://schemas.microsoft.com/office/drawing/2014/main" id="{4E4EDC89-114B-19E9-6D29-A6FD4A2F3935}"/>
                </a:ext>
              </a:extLst>
            </p:cNvPr>
            <p:cNvSpPr/>
            <p:nvPr/>
          </p:nvSpPr>
          <p:spPr>
            <a:xfrm>
              <a:off x="1462052" y="3689103"/>
              <a:ext cx="24723" cy="2472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2" name="ellipse_2541">
              <a:extLst>
                <a:ext uri="{FF2B5EF4-FFF2-40B4-BE49-F238E27FC236}">
                  <a16:creationId xmlns:a16="http://schemas.microsoft.com/office/drawing/2014/main" id="{2F38D6F3-B01E-C5BA-A6C9-E80C393808C0}"/>
                </a:ext>
              </a:extLst>
            </p:cNvPr>
            <p:cNvSpPr/>
            <p:nvPr/>
          </p:nvSpPr>
          <p:spPr>
            <a:xfrm>
              <a:off x="1338003" y="3621442"/>
              <a:ext cx="17209" cy="172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3" name="ellipse_2542">
              <a:extLst>
                <a:ext uri="{FF2B5EF4-FFF2-40B4-BE49-F238E27FC236}">
                  <a16:creationId xmlns:a16="http://schemas.microsoft.com/office/drawing/2014/main" id="{24C8E631-3CF0-FD02-569A-AB6F90D53982}"/>
                </a:ext>
              </a:extLst>
            </p:cNvPr>
            <p:cNvSpPr/>
            <p:nvPr/>
          </p:nvSpPr>
          <p:spPr>
            <a:xfrm>
              <a:off x="1436611" y="3687896"/>
              <a:ext cx="16365" cy="1636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4" name="ellipse_2543">
              <a:extLst>
                <a:ext uri="{FF2B5EF4-FFF2-40B4-BE49-F238E27FC236}">
                  <a16:creationId xmlns:a16="http://schemas.microsoft.com/office/drawing/2014/main" id="{C729E10D-0627-21B9-80CF-0964929780FF}"/>
                </a:ext>
              </a:extLst>
            </p:cNvPr>
            <p:cNvSpPr/>
            <p:nvPr/>
          </p:nvSpPr>
          <p:spPr>
            <a:xfrm>
              <a:off x="1387354" y="3566640"/>
              <a:ext cx="17190" cy="171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5" name="ellipse_2544">
              <a:extLst>
                <a:ext uri="{FF2B5EF4-FFF2-40B4-BE49-F238E27FC236}">
                  <a16:creationId xmlns:a16="http://schemas.microsoft.com/office/drawing/2014/main" id="{A99A2187-84A0-9B20-BF3A-DAB02B69C4C4}"/>
                </a:ext>
              </a:extLst>
            </p:cNvPr>
            <p:cNvSpPr/>
            <p:nvPr/>
          </p:nvSpPr>
          <p:spPr>
            <a:xfrm>
              <a:off x="1453977" y="3540995"/>
              <a:ext cx="18775" cy="1877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6" name="ellipse_2545">
              <a:extLst>
                <a:ext uri="{FF2B5EF4-FFF2-40B4-BE49-F238E27FC236}">
                  <a16:creationId xmlns:a16="http://schemas.microsoft.com/office/drawing/2014/main" id="{D168B60A-97E6-2D84-ADAE-99C5B3DBA046}"/>
                </a:ext>
              </a:extLst>
            </p:cNvPr>
            <p:cNvSpPr/>
            <p:nvPr/>
          </p:nvSpPr>
          <p:spPr>
            <a:xfrm>
              <a:off x="1487168" y="3548389"/>
              <a:ext cx="16148" cy="1614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7" name="ellipse_2546">
              <a:extLst>
                <a:ext uri="{FF2B5EF4-FFF2-40B4-BE49-F238E27FC236}">
                  <a16:creationId xmlns:a16="http://schemas.microsoft.com/office/drawing/2014/main" id="{44A756EE-B4F8-7939-7EB8-07F6FCD49046}"/>
                </a:ext>
              </a:extLst>
            </p:cNvPr>
            <p:cNvSpPr/>
            <p:nvPr/>
          </p:nvSpPr>
          <p:spPr>
            <a:xfrm>
              <a:off x="1536436" y="3643342"/>
              <a:ext cx="21862" cy="218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8" name="ellipse_2547">
              <a:extLst>
                <a:ext uri="{FF2B5EF4-FFF2-40B4-BE49-F238E27FC236}">
                  <a16:creationId xmlns:a16="http://schemas.microsoft.com/office/drawing/2014/main" id="{016A9C6E-5198-FE0E-481B-D12E15B0BC56}"/>
                </a:ext>
              </a:extLst>
            </p:cNvPr>
            <p:cNvSpPr/>
            <p:nvPr/>
          </p:nvSpPr>
          <p:spPr>
            <a:xfrm>
              <a:off x="1542031" y="3603619"/>
              <a:ext cx="25264" cy="2526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9" name="ellipse_2548">
              <a:extLst>
                <a:ext uri="{FF2B5EF4-FFF2-40B4-BE49-F238E27FC236}">
                  <a16:creationId xmlns:a16="http://schemas.microsoft.com/office/drawing/2014/main" id="{5706DC0D-A0C3-DFFD-87CD-47547F093DE6}"/>
                </a:ext>
              </a:extLst>
            </p:cNvPr>
            <p:cNvSpPr/>
            <p:nvPr/>
          </p:nvSpPr>
          <p:spPr>
            <a:xfrm>
              <a:off x="1434762" y="3711046"/>
              <a:ext cx="16788" cy="167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0" name="ellipse_2549">
              <a:extLst>
                <a:ext uri="{FF2B5EF4-FFF2-40B4-BE49-F238E27FC236}">
                  <a16:creationId xmlns:a16="http://schemas.microsoft.com/office/drawing/2014/main" id="{5B9D6E8A-FA15-376C-893D-6AE85A97832A}"/>
                </a:ext>
              </a:extLst>
            </p:cNvPr>
            <p:cNvSpPr/>
            <p:nvPr/>
          </p:nvSpPr>
          <p:spPr>
            <a:xfrm>
              <a:off x="1543438" y="3672057"/>
              <a:ext cx="23717" cy="2371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1" name="ellipse_2550">
              <a:extLst>
                <a:ext uri="{FF2B5EF4-FFF2-40B4-BE49-F238E27FC236}">
                  <a16:creationId xmlns:a16="http://schemas.microsoft.com/office/drawing/2014/main" id="{CB6D41F4-2F4C-0147-6715-F828348E49F1}"/>
                </a:ext>
              </a:extLst>
            </p:cNvPr>
            <p:cNvSpPr/>
            <p:nvPr/>
          </p:nvSpPr>
          <p:spPr>
            <a:xfrm>
              <a:off x="1529817" y="3654293"/>
              <a:ext cx="15593" cy="1559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2" name="ellipse_2551">
              <a:extLst>
                <a:ext uri="{FF2B5EF4-FFF2-40B4-BE49-F238E27FC236}">
                  <a16:creationId xmlns:a16="http://schemas.microsoft.com/office/drawing/2014/main" id="{F661528C-728C-0DB5-C438-D0FCEA7CF8FC}"/>
                </a:ext>
              </a:extLst>
            </p:cNvPr>
            <p:cNvSpPr/>
            <p:nvPr/>
          </p:nvSpPr>
          <p:spPr>
            <a:xfrm>
              <a:off x="1550063" y="3626271"/>
              <a:ext cx="18725" cy="187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" name="ellipse_2552">
              <a:extLst>
                <a:ext uri="{FF2B5EF4-FFF2-40B4-BE49-F238E27FC236}">
                  <a16:creationId xmlns:a16="http://schemas.microsoft.com/office/drawing/2014/main" id="{30343E35-99F5-1ACC-DA79-E3EE47A15994}"/>
                </a:ext>
              </a:extLst>
            </p:cNvPr>
            <p:cNvSpPr/>
            <p:nvPr/>
          </p:nvSpPr>
          <p:spPr>
            <a:xfrm>
              <a:off x="1395088" y="3533435"/>
              <a:ext cx="15948" cy="159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" name="ellipse_2553">
              <a:extLst>
                <a:ext uri="{FF2B5EF4-FFF2-40B4-BE49-F238E27FC236}">
                  <a16:creationId xmlns:a16="http://schemas.microsoft.com/office/drawing/2014/main" id="{DD82712E-9CB5-8E3C-1A90-69817008B6C4}"/>
                </a:ext>
              </a:extLst>
            </p:cNvPr>
            <p:cNvSpPr/>
            <p:nvPr/>
          </p:nvSpPr>
          <p:spPr>
            <a:xfrm>
              <a:off x="1313742" y="3573420"/>
              <a:ext cx="15496" cy="1549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5" name="ellipse_2554">
              <a:extLst>
                <a:ext uri="{FF2B5EF4-FFF2-40B4-BE49-F238E27FC236}">
                  <a16:creationId xmlns:a16="http://schemas.microsoft.com/office/drawing/2014/main" id="{BF20A1CB-BB03-F44A-9405-2804AE46D809}"/>
                </a:ext>
              </a:extLst>
            </p:cNvPr>
            <p:cNvSpPr/>
            <p:nvPr/>
          </p:nvSpPr>
          <p:spPr>
            <a:xfrm>
              <a:off x="1329291" y="3672157"/>
              <a:ext cx="23375" cy="2337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6" name="ellipse_2555">
              <a:extLst>
                <a:ext uri="{FF2B5EF4-FFF2-40B4-BE49-F238E27FC236}">
                  <a16:creationId xmlns:a16="http://schemas.microsoft.com/office/drawing/2014/main" id="{811726C1-EE9F-7AF9-0241-F38230586DFB}"/>
                </a:ext>
              </a:extLst>
            </p:cNvPr>
            <p:cNvSpPr/>
            <p:nvPr/>
          </p:nvSpPr>
          <p:spPr>
            <a:xfrm>
              <a:off x="1307786" y="3621846"/>
              <a:ext cx="22071" cy="2207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7" name="ellipse_2556">
              <a:extLst>
                <a:ext uri="{FF2B5EF4-FFF2-40B4-BE49-F238E27FC236}">
                  <a16:creationId xmlns:a16="http://schemas.microsoft.com/office/drawing/2014/main" id="{E608C1A8-5769-1EC6-68D3-F6B7AA96404F}"/>
                </a:ext>
              </a:extLst>
            </p:cNvPr>
            <p:cNvSpPr/>
            <p:nvPr/>
          </p:nvSpPr>
          <p:spPr>
            <a:xfrm>
              <a:off x="1584475" y="3627694"/>
              <a:ext cx="15386" cy="153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8" name="ellipse_2557">
              <a:extLst>
                <a:ext uri="{FF2B5EF4-FFF2-40B4-BE49-F238E27FC236}">
                  <a16:creationId xmlns:a16="http://schemas.microsoft.com/office/drawing/2014/main" id="{7F07F02C-4457-806D-D8AC-8653FE4B1378}"/>
                </a:ext>
              </a:extLst>
            </p:cNvPr>
            <p:cNvSpPr/>
            <p:nvPr/>
          </p:nvSpPr>
          <p:spPr>
            <a:xfrm>
              <a:off x="1453895" y="3558216"/>
              <a:ext cx="24625" cy="246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9" name="ellipse_2558">
              <a:extLst>
                <a:ext uri="{FF2B5EF4-FFF2-40B4-BE49-F238E27FC236}">
                  <a16:creationId xmlns:a16="http://schemas.microsoft.com/office/drawing/2014/main" id="{744BEF9B-95E0-6D56-E780-F11665838CB6}"/>
                </a:ext>
              </a:extLst>
            </p:cNvPr>
            <p:cNvSpPr/>
            <p:nvPr/>
          </p:nvSpPr>
          <p:spPr>
            <a:xfrm>
              <a:off x="1514397" y="3669171"/>
              <a:ext cx="15296" cy="1529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0" name="ellipse_2559">
              <a:extLst>
                <a:ext uri="{FF2B5EF4-FFF2-40B4-BE49-F238E27FC236}">
                  <a16:creationId xmlns:a16="http://schemas.microsoft.com/office/drawing/2014/main" id="{383BC3B3-FC57-60D2-77D9-9911773C8A3F}"/>
                </a:ext>
              </a:extLst>
            </p:cNvPr>
            <p:cNvSpPr/>
            <p:nvPr/>
          </p:nvSpPr>
          <p:spPr>
            <a:xfrm>
              <a:off x="1502877" y="3686988"/>
              <a:ext cx="19310" cy="1931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1" name="ellipse_2560">
              <a:extLst>
                <a:ext uri="{FF2B5EF4-FFF2-40B4-BE49-F238E27FC236}">
                  <a16:creationId xmlns:a16="http://schemas.microsoft.com/office/drawing/2014/main" id="{67196488-2662-64CF-488E-085A25BB4E59}"/>
                </a:ext>
              </a:extLst>
            </p:cNvPr>
            <p:cNvSpPr/>
            <p:nvPr/>
          </p:nvSpPr>
          <p:spPr>
            <a:xfrm>
              <a:off x="1507745" y="3695631"/>
              <a:ext cx="15466" cy="154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2" name="ellipse_2561">
              <a:extLst>
                <a:ext uri="{FF2B5EF4-FFF2-40B4-BE49-F238E27FC236}">
                  <a16:creationId xmlns:a16="http://schemas.microsoft.com/office/drawing/2014/main" id="{8C7DA677-3888-4202-A04C-7620A39B2E4D}"/>
                </a:ext>
              </a:extLst>
            </p:cNvPr>
            <p:cNvSpPr/>
            <p:nvPr/>
          </p:nvSpPr>
          <p:spPr>
            <a:xfrm>
              <a:off x="1432818" y="3538051"/>
              <a:ext cx="19094" cy="190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3" name="ellipse_2562">
              <a:extLst>
                <a:ext uri="{FF2B5EF4-FFF2-40B4-BE49-F238E27FC236}">
                  <a16:creationId xmlns:a16="http://schemas.microsoft.com/office/drawing/2014/main" id="{6B6B1D76-AF18-D1B4-5D5A-FD370D24EE83}"/>
                </a:ext>
              </a:extLst>
            </p:cNvPr>
            <p:cNvSpPr/>
            <p:nvPr/>
          </p:nvSpPr>
          <p:spPr>
            <a:xfrm>
              <a:off x="1511410" y="3670510"/>
              <a:ext cx="18124" cy="181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4" name="ellipse_2563">
              <a:extLst>
                <a:ext uri="{FF2B5EF4-FFF2-40B4-BE49-F238E27FC236}">
                  <a16:creationId xmlns:a16="http://schemas.microsoft.com/office/drawing/2014/main" id="{3CC5AD1D-2C48-BA7A-5B77-18257E783D24}"/>
                </a:ext>
              </a:extLst>
            </p:cNvPr>
            <p:cNvSpPr/>
            <p:nvPr/>
          </p:nvSpPr>
          <p:spPr>
            <a:xfrm>
              <a:off x="1465959" y="3697582"/>
              <a:ext cx="20714" cy="2071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5" name="ellipse_2564">
              <a:extLst>
                <a:ext uri="{FF2B5EF4-FFF2-40B4-BE49-F238E27FC236}">
                  <a16:creationId xmlns:a16="http://schemas.microsoft.com/office/drawing/2014/main" id="{365F4308-8CD1-ACFC-0218-EA06C7AB26F6}"/>
                </a:ext>
              </a:extLst>
            </p:cNvPr>
            <p:cNvSpPr/>
            <p:nvPr/>
          </p:nvSpPr>
          <p:spPr>
            <a:xfrm>
              <a:off x="1421039" y="3688264"/>
              <a:ext cx="20580" cy="2058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6" name="ellipse_2565">
              <a:extLst>
                <a:ext uri="{FF2B5EF4-FFF2-40B4-BE49-F238E27FC236}">
                  <a16:creationId xmlns:a16="http://schemas.microsoft.com/office/drawing/2014/main" id="{3672DCC8-AFAE-5AA5-723A-C807168ECAD5}"/>
                </a:ext>
              </a:extLst>
            </p:cNvPr>
            <p:cNvSpPr/>
            <p:nvPr/>
          </p:nvSpPr>
          <p:spPr>
            <a:xfrm>
              <a:off x="1317547" y="3643031"/>
              <a:ext cx="24656" cy="24656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7" name="ellipse_2566">
              <a:extLst>
                <a:ext uri="{FF2B5EF4-FFF2-40B4-BE49-F238E27FC236}">
                  <a16:creationId xmlns:a16="http://schemas.microsoft.com/office/drawing/2014/main" id="{002F864A-A277-7EDE-09A4-E116CB29A28D}"/>
                </a:ext>
              </a:extLst>
            </p:cNvPr>
            <p:cNvSpPr/>
            <p:nvPr/>
          </p:nvSpPr>
          <p:spPr>
            <a:xfrm>
              <a:off x="1490146" y="3564893"/>
              <a:ext cx="23114" cy="231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8" name="ellipse_2567">
              <a:extLst>
                <a:ext uri="{FF2B5EF4-FFF2-40B4-BE49-F238E27FC236}">
                  <a16:creationId xmlns:a16="http://schemas.microsoft.com/office/drawing/2014/main" id="{1DDA2240-6422-CB8C-AF7F-8F4FBB854D26}"/>
                </a:ext>
              </a:extLst>
            </p:cNvPr>
            <p:cNvSpPr/>
            <p:nvPr/>
          </p:nvSpPr>
          <p:spPr>
            <a:xfrm>
              <a:off x="1318021" y="3588334"/>
              <a:ext cx="19866" cy="1986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9" name="ellipse_2568">
              <a:extLst>
                <a:ext uri="{FF2B5EF4-FFF2-40B4-BE49-F238E27FC236}">
                  <a16:creationId xmlns:a16="http://schemas.microsoft.com/office/drawing/2014/main" id="{507E16DC-04CF-B410-9AFD-489E4864358C}"/>
                </a:ext>
              </a:extLst>
            </p:cNvPr>
            <p:cNvSpPr/>
            <p:nvPr/>
          </p:nvSpPr>
          <p:spPr>
            <a:xfrm>
              <a:off x="1478242" y="3571021"/>
              <a:ext cx="21106" cy="2110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0" name="ellipse_2569">
              <a:extLst>
                <a:ext uri="{FF2B5EF4-FFF2-40B4-BE49-F238E27FC236}">
                  <a16:creationId xmlns:a16="http://schemas.microsoft.com/office/drawing/2014/main" id="{461218A4-8921-45E2-4609-6C4CD11E497F}"/>
                </a:ext>
              </a:extLst>
            </p:cNvPr>
            <p:cNvSpPr/>
            <p:nvPr/>
          </p:nvSpPr>
          <p:spPr>
            <a:xfrm>
              <a:off x="1317612" y="3652314"/>
              <a:ext cx="17900" cy="179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1" name="ellipse_2570">
              <a:extLst>
                <a:ext uri="{FF2B5EF4-FFF2-40B4-BE49-F238E27FC236}">
                  <a16:creationId xmlns:a16="http://schemas.microsoft.com/office/drawing/2014/main" id="{6C4D5CC9-16B0-6476-3A0B-7C804E5482E5}"/>
                </a:ext>
              </a:extLst>
            </p:cNvPr>
            <p:cNvSpPr/>
            <p:nvPr/>
          </p:nvSpPr>
          <p:spPr>
            <a:xfrm>
              <a:off x="1437620" y="3709822"/>
              <a:ext cx="15418" cy="154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2" name="ellipse_2571">
              <a:extLst>
                <a:ext uri="{FF2B5EF4-FFF2-40B4-BE49-F238E27FC236}">
                  <a16:creationId xmlns:a16="http://schemas.microsoft.com/office/drawing/2014/main" id="{CA7083B0-B183-B390-C6AE-CCCAABB585E9}"/>
                </a:ext>
              </a:extLst>
            </p:cNvPr>
            <p:cNvSpPr/>
            <p:nvPr/>
          </p:nvSpPr>
          <p:spPr>
            <a:xfrm>
              <a:off x="1482151" y="3682518"/>
              <a:ext cx="16703" cy="1670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3" name="ellipse_2572">
              <a:extLst>
                <a:ext uri="{FF2B5EF4-FFF2-40B4-BE49-F238E27FC236}">
                  <a16:creationId xmlns:a16="http://schemas.microsoft.com/office/drawing/2014/main" id="{A75BB714-1412-1833-FF3D-8CC4F5987DCC}"/>
                </a:ext>
              </a:extLst>
            </p:cNvPr>
            <p:cNvSpPr/>
            <p:nvPr/>
          </p:nvSpPr>
          <p:spPr>
            <a:xfrm>
              <a:off x="1411116" y="3562784"/>
              <a:ext cx="21423" cy="2142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" name="ellipse_2573">
              <a:extLst>
                <a:ext uri="{FF2B5EF4-FFF2-40B4-BE49-F238E27FC236}">
                  <a16:creationId xmlns:a16="http://schemas.microsoft.com/office/drawing/2014/main" id="{A3433B42-0D4E-C6F3-A9BD-D858F22A89CB}"/>
                </a:ext>
              </a:extLst>
            </p:cNvPr>
            <p:cNvSpPr/>
            <p:nvPr/>
          </p:nvSpPr>
          <p:spPr>
            <a:xfrm>
              <a:off x="1454564" y="3537748"/>
              <a:ext cx="19763" cy="1976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5" name="ellipse_2574">
              <a:extLst>
                <a:ext uri="{FF2B5EF4-FFF2-40B4-BE49-F238E27FC236}">
                  <a16:creationId xmlns:a16="http://schemas.microsoft.com/office/drawing/2014/main" id="{0968BD44-3947-46EE-C6A8-F706201B8123}"/>
                </a:ext>
              </a:extLst>
            </p:cNvPr>
            <p:cNvSpPr/>
            <p:nvPr/>
          </p:nvSpPr>
          <p:spPr>
            <a:xfrm>
              <a:off x="1516785" y="3654731"/>
              <a:ext cx="21578" cy="215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" name="ellipse_2575">
              <a:extLst>
                <a:ext uri="{FF2B5EF4-FFF2-40B4-BE49-F238E27FC236}">
                  <a16:creationId xmlns:a16="http://schemas.microsoft.com/office/drawing/2014/main" id="{30E967BA-6762-6E14-75E4-178218199979}"/>
                </a:ext>
              </a:extLst>
            </p:cNvPr>
            <p:cNvSpPr/>
            <p:nvPr/>
          </p:nvSpPr>
          <p:spPr>
            <a:xfrm>
              <a:off x="1410634" y="3697683"/>
              <a:ext cx="24162" cy="2416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" name="ellipse_2576">
              <a:extLst>
                <a:ext uri="{FF2B5EF4-FFF2-40B4-BE49-F238E27FC236}">
                  <a16:creationId xmlns:a16="http://schemas.microsoft.com/office/drawing/2014/main" id="{0FF86A91-3BD9-4F7A-3C41-834CA7EA3163}"/>
                </a:ext>
              </a:extLst>
            </p:cNvPr>
            <p:cNvSpPr/>
            <p:nvPr/>
          </p:nvSpPr>
          <p:spPr>
            <a:xfrm>
              <a:off x="1425946" y="3562304"/>
              <a:ext cx="17525" cy="175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" name="ellipse_2577">
              <a:extLst>
                <a:ext uri="{FF2B5EF4-FFF2-40B4-BE49-F238E27FC236}">
                  <a16:creationId xmlns:a16="http://schemas.microsoft.com/office/drawing/2014/main" id="{6C0E0001-F941-F803-550C-0939BC99EC5F}"/>
                </a:ext>
              </a:extLst>
            </p:cNvPr>
            <p:cNvSpPr/>
            <p:nvPr/>
          </p:nvSpPr>
          <p:spPr>
            <a:xfrm>
              <a:off x="1355269" y="3594031"/>
              <a:ext cx="21133" cy="2113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9" name="ellipse_2578">
              <a:extLst>
                <a:ext uri="{FF2B5EF4-FFF2-40B4-BE49-F238E27FC236}">
                  <a16:creationId xmlns:a16="http://schemas.microsoft.com/office/drawing/2014/main" id="{B4947E23-1160-5AB6-BC49-17F898A69AB1}"/>
                </a:ext>
              </a:extLst>
            </p:cNvPr>
            <p:cNvSpPr/>
            <p:nvPr/>
          </p:nvSpPr>
          <p:spPr>
            <a:xfrm>
              <a:off x="1506719" y="3690770"/>
              <a:ext cx="17358" cy="1735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0" name="ellipse_2579">
              <a:extLst>
                <a:ext uri="{FF2B5EF4-FFF2-40B4-BE49-F238E27FC236}">
                  <a16:creationId xmlns:a16="http://schemas.microsoft.com/office/drawing/2014/main" id="{3B62E300-6201-DBD4-4D8B-BD730C1948D2}"/>
                </a:ext>
              </a:extLst>
            </p:cNvPr>
            <p:cNvSpPr/>
            <p:nvPr/>
          </p:nvSpPr>
          <p:spPr>
            <a:xfrm>
              <a:off x="1349195" y="3647004"/>
              <a:ext cx="22300" cy="2230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1" name="ellipse_2580">
              <a:extLst>
                <a:ext uri="{FF2B5EF4-FFF2-40B4-BE49-F238E27FC236}">
                  <a16:creationId xmlns:a16="http://schemas.microsoft.com/office/drawing/2014/main" id="{5E9C15C4-0506-2ADE-DD0D-FF1E3819C366}"/>
                </a:ext>
              </a:extLst>
            </p:cNvPr>
            <p:cNvSpPr/>
            <p:nvPr/>
          </p:nvSpPr>
          <p:spPr>
            <a:xfrm>
              <a:off x="1577404" y="3601425"/>
              <a:ext cx="20206" cy="2020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2" name="ellipse_2581">
              <a:extLst>
                <a:ext uri="{FF2B5EF4-FFF2-40B4-BE49-F238E27FC236}">
                  <a16:creationId xmlns:a16="http://schemas.microsoft.com/office/drawing/2014/main" id="{2C9AA63E-8B78-8547-E314-6AD46F10E94C}"/>
                </a:ext>
              </a:extLst>
            </p:cNvPr>
            <p:cNvSpPr/>
            <p:nvPr/>
          </p:nvSpPr>
          <p:spPr>
            <a:xfrm>
              <a:off x="1509076" y="3554975"/>
              <a:ext cx="15762" cy="157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3" name="ellipse_2582">
              <a:extLst>
                <a:ext uri="{FF2B5EF4-FFF2-40B4-BE49-F238E27FC236}">
                  <a16:creationId xmlns:a16="http://schemas.microsoft.com/office/drawing/2014/main" id="{F379D6B1-7E96-FA3F-45F6-AC1AD27EE619}"/>
                </a:ext>
              </a:extLst>
            </p:cNvPr>
            <p:cNvSpPr/>
            <p:nvPr/>
          </p:nvSpPr>
          <p:spPr>
            <a:xfrm>
              <a:off x="1462460" y="3706007"/>
              <a:ext cx="22750" cy="2275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4" name="ellipse_2583">
              <a:extLst>
                <a:ext uri="{FF2B5EF4-FFF2-40B4-BE49-F238E27FC236}">
                  <a16:creationId xmlns:a16="http://schemas.microsoft.com/office/drawing/2014/main" id="{0D6D6F83-BE22-05E6-6C23-D3EA3FC193E8}"/>
                </a:ext>
              </a:extLst>
            </p:cNvPr>
            <p:cNvSpPr/>
            <p:nvPr/>
          </p:nvSpPr>
          <p:spPr>
            <a:xfrm>
              <a:off x="1439477" y="3526920"/>
              <a:ext cx="21290" cy="212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5" name="ellipse_2584">
              <a:extLst>
                <a:ext uri="{FF2B5EF4-FFF2-40B4-BE49-F238E27FC236}">
                  <a16:creationId xmlns:a16="http://schemas.microsoft.com/office/drawing/2014/main" id="{DC21D278-5F66-7FF3-38AF-CD8A274C864F}"/>
                </a:ext>
              </a:extLst>
            </p:cNvPr>
            <p:cNvSpPr/>
            <p:nvPr/>
          </p:nvSpPr>
          <p:spPr>
            <a:xfrm>
              <a:off x="1310268" y="3672453"/>
              <a:ext cx="21000" cy="210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6" name="ellipse_2585">
              <a:extLst>
                <a:ext uri="{FF2B5EF4-FFF2-40B4-BE49-F238E27FC236}">
                  <a16:creationId xmlns:a16="http://schemas.microsoft.com/office/drawing/2014/main" id="{810B6089-F8CE-AF1E-44A2-E19CE3F98374}"/>
                </a:ext>
              </a:extLst>
            </p:cNvPr>
            <p:cNvSpPr/>
            <p:nvPr/>
          </p:nvSpPr>
          <p:spPr>
            <a:xfrm>
              <a:off x="1552938" y="3621802"/>
              <a:ext cx="15605" cy="156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7" name="ellipse_2586">
              <a:extLst>
                <a:ext uri="{FF2B5EF4-FFF2-40B4-BE49-F238E27FC236}">
                  <a16:creationId xmlns:a16="http://schemas.microsoft.com/office/drawing/2014/main" id="{936648FB-8923-071D-5C16-9AE83904EDF4}"/>
                </a:ext>
              </a:extLst>
            </p:cNvPr>
            <p:cNvSpPr/>
            <p:nvPr/>
          </p:nvSpPr>
          <p:spPr>
            <a:xfrm>
              <a:off x="1558418" y="3676011"/>
              <a:ext cx="22184" cy="221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8" name="ellipse_2587">
              <a:extLst>
                <a:ext uri="{FF2B5EF4-FFF2-40B4-BE49-F238E27FC236}">
                  <a16:creationId xmlns:a16="http://schemas.microsoft.com/office/drawing/2014/main" id="{68A249AD-82B2-642D-0E5B-F9D155E89E59}"/>
                </a:ext>
              </a:extLst>
            </p:cNvPr>
            <p:cNvSpPr/>
            <p:nvPr/>
          </p:nvSpPr>
          <p:spPr>
            <a:xfrm>
              <a:off x="1456866" y="3525328"/>
              <a:ext cx="23606" cy="2360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9" name="ellipse_2588">
              <a:extLst>
                <a:ext uri="{FF2B5EF4-FFF2-40B4-BE49-F238E27FC236}">
                  <a16:creationId xmlns:a16="http://schemas.microsoft.com/office/drawing/2014/main" id="{942B0B81-0070-46BC-ACA3-2067C02BFA91}"/>
                </a:ext>
              </a:extLst>
            </p:cNvPr>
            <p:cNvSpPr/>
            <p:nvPr/>
          </p:nvSpPr>
          <p:spPr>
            <a:xfrm>
              <a:off x="1364561" y="3569140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0" name="ellipse_2589">
              <a:extLst>
                <a:ext uri="{FF2B5EF4-FFF2-40B4-BE49-F238E27FC236}">
                  <a16:creationId xmlns:a16="http://schemas.microsoft.com/office/drawing/2014/main" id="{D8315276-4E63-5667-B8F5-D755978FB728}"/>
                </a:ext>
              </a:extLst>
            </p:cNvPr>
            <p:cNvSpPr/>
            <p:nvPr/>
          </p:nvSpPr>
          <p:spPr>
            <a:xfrm>
              <a:off x="1539847" y="3619786"/>
              <a:ext cx="18619" cy="1861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1" name="ellipse_2590">
              <a:extLst>
                <a:ext uri="{FF2B5EF4-FFF2-40B4-BE49-F238E27FC236}">
                  <a16:creationId xmlns:a16="http://schemas.microsoft.com/office/drawing/2014/main" id="{3C3E513D-117D-F9C5-E843-4ADE71F1A534}"/>
                </a:ext>
              </a:extLst>
            </p:cNvPr>
            <p:cNvSpPr/>
            <p:nvPr/>
          </p:nvSpPr>
          <p:spPr>
            <a:xfrm>
              <a:off x="1298635" y="3654692"/>
              <a:ext cx="18927" cy="189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2" name="ellipse_2591">
              <a:extLst>
                <a:ext uri="{FF2B5EF4-FFF2-40B4-BE49-F238E27FC236}">
                  <a16:creationId xmlns:a16="http://schemas.microsoft.com/office/drawing/2014/main" id="{E2AF7BF0-DCD7-6A09-DB52-F56C70E67F66}"/>
                </a:ext>
              </a:extLst>
            </p:cNvPr>
            <p:cNvSpPr/>
            <p:nvPr/>
          </p:nvSpPr>
          <p:spPr>
            <a:xfrm>
              <a:off x="1319712" y="3686409"/>
              <a:ext cx="23715" cy="237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3" name="ellipse_2592">
              <a:extLst>
                <a:ext uri="{FF2B5EF4-FFF2-40B4-BE49-F238E27FC236}">
                  <a16:creationId xmlns:a16="http://schemas.microsoft.com/office/drawing/2014/main" id="{E143882F-D578-D9A7-3A5A-DA653B3888C9}"/>
                </a:ext>
              </a:extLst>
            </p:cNvPr>
            <p:cNvSpPr/>
            <p:nvPr/>
          </p:nvSpPr>
          <p:spPr>
            <a:xfrm>
              <a:off x="1501588" y="3562901"/>
              <a:ext cx="22327" cy="223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4" name="ellipse_2593">
              <a:extLst>
                <a:ext uri="{FF2B5EF4-FFF2-40B4-BE49-F238E27FC236}">
                  <a16:creationId xmlns:a16="http://schemas.microsoft.com/office/drawing/2014/main" id="{F7C189BD-98A2-3212-4370-8A855532EE5A}"/>
                </a:ext>
              </a:extLst>
            </p:cNvPr>
            <p:cNvSpPr/>
            <p:nvPr/>
          </p:nvSpPr>
          <p:spPr>
            <a:xfrm>
              <a:off x="1466525" y="3529327"/>
              <a:ext cx="15101" cy="1510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5" name="ellipse_2594">
              <a:extLst>
                <a:ext uri="{FF2B5EF4-FFF2-40B4-BE49-F238E27FC236}">
                  <a16:creationId xmlns:a16="http://schemas.microsoft.com/office/drawing/2014/main" id="{D29C3050-F3BC-F8E9-0868-1D4DF604EED0}"/>
                </a:ext>
              </a:extLst>
            </p:cNvPr>
            <p:cNvSpPr/>
            <p:nvPr/>
          </p:nvSpPr>
          <p:spPr>
            <a:xfrm>
              <a:off x="1333290" y="3551629"/>
              <a:ext cx="21303" cy="213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6" name="ellipse_2595">
              <a:extLst>
                <a:ext uri="{FF2B5EF4-FFF2-40B4-BE49-F238E27FC236}">
                  <a16:creationId xmlns:a16="http://schemas.microsoft.com/office/drawing/2014/main" id="{D9F44062-E9EE-5EEA-475D-44B4E14AD5BE}"/>
                </a:ext>
              </a:extLst>
            </p:cNvPr>
            <p:cNvSpPr/>
            <p:nvPr/>
          </p:nvSpPr>
          <p:spPr>
            <a:xfrm>
              <a:off x="1339812" y="3618696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7" name="ellipse_2596">
              <a:extLst>
                <a:ext uri="{FF2B5EF4-FFF2-40B4-BE49-F238E27FC236}">
                  <a16:creationId xmlns:a16="http://schemas.microsoft.com/office/drawing/2014/main" id="{4F3272BC-EB15-7025-F612-1D23C0456582}"/>
                </a:ext>
              </a:extLst>
            </p:cNvPr>
            <p:cNvSpPr/>
            <p:nvPr/>
          </p:nvSpPr>
          <p:spPr>
            <a:xfrm>
              <a:off x="1322053" y="3616233"/>
              <a:ext cx="19417" cy="1941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8" name="ellipse_2597">
              <a:extLst>
                <a:ext uri="{FF2B5EF4-FFF2-40B4-BE49-F238E27FC236}">
                  <a16:creationId xmlns:a16="http://schemas.microsoft.com/office/drawing/2014/main" id="{701C80F9-9BD9-407B-4A4D-2988E4E7C0AC}"/>
                </a:ext>
              </a:extLst>
            </p:cNvPr>
            <p:cNvSpPr/>
            <p:nvPr/>
          </p:nvSpPr>
          <p:spPr>
            <a:xfrm>
              <a:off x="1442627" y="3702519"/>
              <a:ext cx="16815" cy="1681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9" name="ellipse_2598">
              <a:extLst>
                <a:ext uri="{FF2B5EF4-FFF2-40B4-BE49-F238E27FC236}">
                  <a16:creationId xmlns:a16="http://schemas.microsoft.com/office/drawing/2014/main" id="{899A62A1-E41C-13AF-84CC-F3D2A1497C8A}"/>
                </a:ext>
              </a:extLst>
            </p:cNvPr>
            <p:cNvSpPr/>
            <p:nvPr/>
          </p:nvSpPr>
          <p:spPr>
            <a:xfrm>
              <a:off x="1359926" y="3695336"/>
              <a:ext cx="19088" cy="190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0" name="ellipse_2599">
              <a:extLst>
                <a:ext uri="{FF2B5EF4-FFF2-40B4-BE49-F238E27FC236}">
                  <a16:creationId xmlns:a16="http://schemas.microsoft.com/office/drawing/2014/main" id="{8BF153AC-D4F4-AB56-2C6C-F682E83BE25F}"/>
                </a:ext>
              </a:extLst>
            </p:cNvPr>
            <p:cNvSpPr/>
            <p:nvPr/>
          </p:nvSpPr>
          <p:spPr>
            <a:xfrm>
              <a:off x="1316114" y="3579850"/>
              <a:ext cx="19778" cy="1977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1" name="ellipse_2600">
              <a:extLst>
                <a:ext uri="{FF2B5EF4-FFF2-40B4-BE49-F238E27FC236}">
                  <a16:creationId xmlns:a16="http://schemas.microsoft.com/office/drawing/2014/main" id="{001666BD-3371-FAE5-BFC1-5AE28485A0B6}"/>
                </a:ext>
              </a:extLst>
            </p:cNvPr>
            <p:cNvSpPr/>
            <p:nvPr/>
          </p:nvSpPr>
          <p:spPr>
            <a:xfrm>
              <a:off x="1434798" y="3553542"/>
              <a:ext cx="17285" cy="172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2" name="ellipse_2601">
              <a:extLst>
                <a:ext uri="{FF2B5EF4-FFF2-40B4-BE49-F238E27FC236}">
                  <a16:creationId xmlns:a16="http://schemas.microsoft.com/office/drawing/2014/main" id="{DD77F914-4A91-13B1-57CC-0A52DDABB50C}"/>
                </a:ext>
              </a:extLst>
            </p:cNvPr>
            <p:cNvSpPr/>
            <p:nvPr/>
          </p:nvSpPr>
          <p:spPr>
            <a:xfrm>
              <a:off x="1494855" y="3573622"/>
              <a:ext cx="23632" cy="236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3" name="TextBox 12177">
            <a:extLst>
              <a:ext uri="{FF2B5EF4-FFF2-40B4-BE49-F238E27FC236}">
                <a16:creationId xmlns:a16="http://schemas.microsoft.com/office/drawing/2014/main" id="{143DC0CC-AE32-B391-6EBD-06307B0FD610}"/>
              </a:ext>
            </a:extLst>
          </p:cNvPr>
          <p:cNvSpPr txBox="1"/>
          <p:nvPr/>
        </p:nvSpPr>
        <p:spPr>
          <a:xfrm>
            <a:off x="1016577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34A2797B-169B-5C15-6C48-BEE276A4608D}"/>
              </a:ext>
            </a:extLst>
          </p:cNvPr>
          <p:cNvGrpSpPr/>
          <p:nvPr/>
        </p:nvGrpSpPr>
        <p:grpSpPr>
          <a:xfrm>
            <a:off x="1044928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829A486D-C26D-332C-AD86-773A9F8C0A91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1CCBF7C0-31D7-82E5-85D9-A2196504B5F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7" name="Oval 12178">
            <a:extLst>
              <a:ext uri="{FF2B5EF4-FFF2-40B4-BE49-F238E27FC236}">
                <a16:creationId xmlns:a16="http://schemas.microsoft.com/office/drawing/2014/main" id="{A5996693-4315-D7C4-A829-BF0E2E7CCD80}"/>
              </a:ext>
            </a:extLst>
          </p:cNvPr>
          <p:cNvSpPr/>
          <p:nvPr/>
        </p:nvSpPr>
        <p:spPr>
          <a:xfrm>
            <a:off x="1173722" y="3125064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18" name="TextBox 12186">
            <a:extLst>
              <a:ext uri="{FF2B5EF4-FFF2-40B4-BE49-F238E27FC236}">
                <a16:creationId xmlns:a16="http://schemas.microsoft.com/office/drawing/2014/main" id="{C0F8E56D-743B-1190-AE64-A7FE34121551}"/>
              </a:ext>
            </a:extLst>
          </p:cNvPr>
          <p:cNvSpPr txBox="1"/>
          <p:nvPr/>
        </p:nvSpPr>
        <p:spPr>
          <a:xfrm>
            <a:off x="1558387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D11A8942-669D-8FE3-9821-4570FFF24985}"/>
              </a:ext>
            </a:extLst>
          </p:cNvPr>
          <p:cNvGrpSpPr/>
          <p:nvPr/>
        </p:nvGrpSpPr>
        <p:grpSpPr>
          <a:xfrm>
            <a:off x="1575493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02028F49-EA79-2C34-E162-02BF6E52908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B78178FC-63C3-B9EA-6C4C-55EDAF9B6325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A4D33826-8534-57D5-E5A4-69884F3BA9A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763CD0B8-F857-F6B1-C045-3E46BC023807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2C7A9114-B782-125E-4FC9-817D68D05AF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47586400-15A4-9E60-7D5A-15270E385FFB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82675EB1-5DDC-8703-1688-9393B30C39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38574CE7-73A2-67FD-8519-060464640D1C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EB64704A-976C-0B25-18DD-28708AC928E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81657C78-5512-5EFF-A7D5-541FAF411EB4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0AD2D874-826E-8483-3490-C88C7D8FF6DB}"/>
              </a:ext>
            </a:extLst>
          </p:cNvPr>
          <p:cNvGrpSpPr/>
          <p:nvPr/>
        </p:nvGrpSpPr>
        <p:grpSpPr>
          <a:xfrm>
            <a:off x="1638269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6933E229-98BE-F34D-317A-088D80385A29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78F2761E-C262-5B8B-04D8-7319ADC76E5C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10BC27E9-7345-0F5D-8B1F-0C8554382C57}"/>
              </a:ext>
            </a:extLst>
          </p:cNvPr>
          <p:cNvSpPr/>
          <p:nvPr/>
        </p:nvSpPr>
        <p:spPr>
          <a:xfrm>
            <a:off x="1681200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A11B1404-F6ED-2271-7625-C4A891F27990}"/>
              </a:ext>
            </a:extLst>
          </p:cNvPr>
          <p:cNvSpPr txBox="1"/>
          <p:nvPr/>
        </p:nvSpPr>
        <p:spPr>
          <a:xfrm>
            <a:off x="1517029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6B42F1BA-DED5-E5F5-A474-F1CD633C8B29}"/>
              </a:ext>
            </a:extLst>
          </p:cNvPr>
          <p:cNvSpPr txBox="1"/>
          <p:nvPr/>
        </p:nvSpPr>
        <p:spPr>
          <a:xfrm>
            <a:off x="1934248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42FAC547-0A5D-391A-864E-F3766A1D8EE4}"/>
              </a:ext>
            </a:extLst>
          </p:cNvPr>
          <p:cNvSpPr txBox="1"/>
          <p:nvPr/>
        </p:nvSpPr>
        <p:spPr>
          <a:xfrm>
            <a:off x="2110006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2172C5BF-1123-3BD4-0ABD-A64F16B23E3E}"/>
              </a:ext>
            </a:extLst>
          </p:cNvPr>
          <p:cNvSpPr/>
          <p:nvPr/>
        </p:nvSpPr>
        <p:spPr>
          <a:xfrm>
            <a:off x="201353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758A1499-85DB-F756-9CC0-615F6D0296A2}"/>
              </a:ext>
            </a:extLst>
          </p:cNvPr>
          <p:cNvSpPr/>
          <p:nvPr/>
        </p:nvSpPr>
        <p:spPr>
          <a:xfrm>
            <a:off x="206156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DEF43145-7AD3-427B-7228-8D32558504CC}"/>
              </a:ext>
            </a:extLst>
          </p:cNvPr>
          <p:cNvSpPr/>
          <p:nvPr/>
        </p:nvSpPr>
        <p:spPr>
          <a:xfrm>
            <a:off x="210959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A43722AA-9EE0-A9BB-FE7E-7CDCAE87E13C}"/>
              </a:ext>
            </a:extLst>
          </p:cNvPr>
          <p:cNvSpPr/>
          <p:nvPr/>
        </p:nvSpPr>
        <p:spPr>
          <a:xfrm>
            <a:off x="215761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43489179-3FE6-1990-9BCD-9C93A3CC5297}"/>
              </a:ext>
            </a:extLst>
          </p:cNvPr>
          <p:cNvSpPr/>
          <p:nvPr/>
        </p:nvSpPr>
        <p:spPr>
          <a:xfrm>
            <a:off x="220564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61B564CE-6B16-3BBF-A84B-3A73C32D59DA}"/>
              </a:ext>
            </a:extLst>
          </p:cNvPr>
          <p:cNvSpPr/>
          <p:nvPr/>
        </p:nvSpPr>
        <p:spPr>
          <a:xfrm>
            <a:off x="225367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8994CBBD-12D1-F1BC-1F61-4456D9A76A7F}"/>
              </a:ext>
            </a:extLst>
          </p:cNvPr>
          <p:cNvSpPr/>
          <p:nvPr/>
        </p:nvSpPr>
        <p:spPr>
          <a:xfrm>
            <a:off x="230170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669B1AB1-4827-8F94-BE95-7727871C9609}"/>
              </a:ext>
            </a:extLst>
          </p:cNvPr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E4ABE1C6-444C-FB47-0194-71E165A0B03D}"/>
              </a:ext>
            </a:extLst>
          </p:cNvPr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3898EF1F-CCF3-C808-AE25-9524D495381D}"/>
              </a:ext>
            </a:extLst>
          </p:cNvPr>
          <p:cNvSpPr txBox="1"/>
          <p:nvPr/>
        </p:nvSpPr>
        <p:spPr>
          <a:xfrm>
            <a:off x="1592376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4548775F-6400-D677-8952-35BF8012992F}"/>
              </a:ext>
            </a:extLst>
          </p:cNvPr>
          <p:cNvSpPr/>
          <p:nvPr/>
        </p:nvSpPr>
        <p:spPr>
          <a:xfrm>
            <a:off x="2014119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7D10B69D-0FE2-B624-2F7F-E8C63FE54C2F}"/>
              </a:ext>
            </a:extLst>
          </p:cNvPr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ACEBDEF1-D4D4-0332-F601-ECD82253005C}"/>
              </a:ext>
            </a:extLst>
          </p:cNvPr>
          <p:cNvSpPr/>
          <p:nvPr/>
        </p:nvSpPr>
        <p:spPr>
          <a:xfrm>
            <a:off x="1017387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6F5BEBE3-6C14-4D36-FDC5-A9E0C7B7F1B1}"/>
              </a:ext>
            </a:extLst>
          </p:cNvPr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406B7696-F141-1C83-E18F-AFFE6B7A9938}"/>
              </a:ext>
            </a:extLst>
          </p:cNvPr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E0B81C9E-3D43-37FF-2B3F-849AA06ABE33}"/>
              </a:ext>
            </a:extLst>
          </p:cNvPr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303A1CD5-17F0-8B5C-ABA0-6690209EA294}"/>
              </a:ext>
            </a:extLst>
          </p:cNvPr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02202285-7CDB-24A2-9BE1-37280A5C7271}"/>
              </a:ext>
            </a:extLst>
          </p:cNvPr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0509DE11-C048-03FE-5E87-1D1364736B1B}"/>
              </a:ext>
            </a:extLst>
          </p:cNvPr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2C0EFBD9-D215-375B-2FFA-F74B046C82C9}"/>
              </a:ext>
            </a:extLst>
          </p:cNvPr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157BAE8B-5DA6-7975-596C-2A7C383D5B0C}"/>
              </a:ext>
            </a:extLst>
          </p:cNvPr>
          <p:cNvSpPr txBox="1"/>
          <p:nvPr/>
        </p:nvSpPr>
        <p:spPr>
          <a:xfrm>
            <a:off x="1883926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09CEE996-94DC-EAA1-84AE-A7236703F815}"/>
              </a:ext>
            </a:extLst>
          </p:cNvPr>
          <p:cNvSpPr/>
          <p:nvPr/>
        </p:nvSpPr>
        <p:spPr>
          <a:xfrm>
            <a:off x="613980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7663B0D3-2E7B-EA3E-716C-A70CDC8E9029}"/>
              </a:ext>
            </a:extLst>
          </p:cNvPr>
          <p:cNvSpPr txBox="1"/>
          <p:nvPr/>
        </p:nvSpPr>
        <p:spPr>
          <a:xfrm>
            <a:off x="1615425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5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74A73489-7F55-E2D4-5328-DF75B2A18028}"/>
              </a:ext>
            </a:extLst>
          </p:cNvPr>
          <p:cNvSpPr txBox="1"/>
          <p:nvPr/>
        </p:nvSpPr>
        <p:spPr>
          <a:xfrm>
            <a:off x="1346687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4EB84358-8261-F22E-6EB6-F6FD55AD8F74}"/>
              </a:ext>
            </a:extLst>
          </p:cNvPr>
          <p:cNvSpPr txBox="1"/>
          <p:nvPr/>
        </p:nvSpPr>
        <p:spPr>
          <a:xfrm>
            <a:off x="2883480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1C596411-E065-BA70-C79E-45F5D8365BD4}"/>
              </a:ext>
            </a:extLst>
          </p:cNvPr>
          <p:cNvSpPr/>
          <p:nvPr/>
        </p:nvSpPr>
        <p:spPr>
          <a:xfrm>
            <a:off x="3062150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BE34EFC8-3CF7-C64C-B78F-6717DFBA7FAE}"/>
              </a:ext>
            </a:extLst>
          </p:cNvPr>
          <p:cNvSpPr txBox="1"/>
          <p:nvPr/>
        </p:nvSpPr>
        <p:spPr>
          <a:xfrm>
            <a:off x="3117523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380E7913-C3D9-14A9-6965-5DE31CE9E197}"/>
              </a:ext>
            </a:extLst>
          </p:cNvPr>
          <p:cNvSpPr txBox="1"/>
          <p:nvPr/>
        </p:nvSpPr>
        <p:spPr>
          <a:xfrm>
            <a:off x="3117523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582F2480-AA4E-BBDC-7680-464E9A591F5A}"/>
              </a:ext>
            </a:extLst>
          </p:cNvPr>
          <p:cNvSpPr/>
          <p:nvPr/>
        </p:nvSpPr>
        <p:spPr>
          <a:xfrm>
            <a:off x="3093792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3A860D55-6EA8-D6A3-E826-DC35F282FAC3}"/>
              </a:ext>
            </a:extLst>
          </p:cNvPr>
          <p:cNvSpPr txBox="1"/>
          <p:nvPr/>
        </p:nvSpPr>
        <p:spPr>
          <a:xfrm>
            <a:off x="3125433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52050C10-DB96-BE5E-FEF3-49DDD3A8F80D}"/>
              </a:ext>
            </a:extLst>
          </p:cNvPr>
          <p:cNvSpPr txBox="1"/>
          <p:nvPr/>
        </p:nvSpPr>
        <p:spPr>
          <a:xfrm>
            <a:off x="3117523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CF893707-81A6-2C4D-76B0-EB4B42FCE026}"/>
              </a:ext>
            </a:extLst>
          </p:cNvPr>
          <p:cNvSpPr txBox="1"/>
          <p:nvPr/>
        </p:nvSpPr>
        <p:spPr>
          <a:xfrm>
            <a:off x="2598297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394EDFE9-A823-7E1F-B296-0B1105988C5B}"/>
              </a:ext>
            </a:extLst>
          </p:cNvPr>
          <p:cNvGrpSpPr/>
          <p:nvPr/>
        </p:nvGrpSpPr>
        <p:grpSpPr>
          <a:xfrm>
            <a:off x="2674542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491FF418-3525-29BC-23C6-9C6A26A05A65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56C9F6EE-9D68-DADC-0DC4-E3CBBCDB86E9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5BE846EA-CC52-386A-DEFA-78DF50758BD6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1828625B-8296-D375-A97B-54E781F65968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8196E77E-E223-585C-35E7-043A0CCB8DBB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6741F160-A057-950A-D96A-3A49B7A0BF64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8EF8F41B-08DA-3253-B26D-60250C3EED02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3E1DD07C-4E30-7FD4-A8CA-9AD0CDAFC7C6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1F70856C-1AA7-00F4-D22F-214DDCB4BE11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52984578-0D63-F190-D2D8-FC8C92DE026B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A8680880-E661-565B-D108-7135C74862DB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FAEA0EFF-108C-3210-112D-FFC0A7C53648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844CB15E-8B0A-4C90-B87F-B79E09A43EDC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6E9E1E5F-48F6-CD40-3E6E-2E9CADE413F2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9E92102A-53F4-04BE-0388-C6659DC99D1E}"/>
              </a:ext>
            </a:extLst>
          </p:cNvPr>
          <p:cNvSpPr txBox="1"/>
          <p:nvPr/>
        </p:nvSpPr>
        <p:spPr>
          <a:xfrm>
            <a:off x="2648613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B533CA73-7D0B-96CC-ACB1-B2ED39254219}"/>
              </a:ext>
            </a:extLst>
          </p:cNvPr>
          <p:cNvSpPr/>
          <p:nvPr/>
        </p:nvSpPr>
        <p:spPr>
          <a:xfrm>
            <a:off x="2634990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AE6EF0E3-9B54-B868-B28A-3E38AA6A5541}"/>
              </a:ext>
            </a:extLst>
          </p:cNvPr>
          <p:cNvSpPr txBox="1"/>
          <p:nvPr/>
        </p:nvSpPr>
        <p:spPr>
          <a:xfrm>
            <a:off x="2848570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81F13938-C5E8-E858-9144-E2AF8CB5A66D}"/>
              </a:ext>
            </a:extLst>
          </p:cNvPr>
          <p:cNvSpPr/>
          <p:nvPr/>
        </p:nvSpPr>
        <p:spPr>
          <a:xfrm>
            <a:off x="2508424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0510FD25-9A79-0C70-C6F7-E4A1A1E1082D}"/>
              </a:ext>
            </a:extLst>
          </p:cNvPr>
          <p:cNvSpPr/>
          <p:nvPr/>
        </p:nvSpPr>
        <p:spPr>
          <a:xfrm>
            <a:off x="3270973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287EA92E-297B-EEDE-699C-A86A3A995B88}"/>
              </a:ext>
            </a:extLst>
          </p:cNvPr>
          <p:cNvSpPr/>
          <p:nvPr/>
        </p:nvSpPr>
        <p:spPr>
          <a:xfrm>
            <a:off x="333901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0EB6CED0-813C-3419-C25A-C69CBC508B7A}"/>
              </a:ext>
            </a:extLst>
          </p:cNvPr>
          <p:cNvSpPr/>
          <p:nvPr/>
        </p:nvSpPr>
        <p:spPr>
          <a:xfrm>
            <a:off x="338026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A7E47F0E-5908-EA0A-FF6B-FCE70AAC4C8B}"/>
              </a:ext>
            </a:extLst>
          </p:cNvPr>
          <p:cNvSpPr/>
          <p:nvPr/>
        </p:nvSpPr>
        <p:spPr>
          <a:xfrm>
            <a:off x="342150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BD206687-89B1-4B0F-EEF7-3F90396AEC71}"/>
              </a:ext>
            </a:extLst>
          </p:cNvPr>
          <p:cNvSpPr/>
          <p:nvPr/>
        </p:nvSpPr>
        <p:spPr>
          <a:xfrm>
            <a:off x="3462755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DB149F77-9554-3BDA-7EB5-332A66BF93DC}"/>
              </a:ext>
            </a:extLst>
          </p:cNvPr>
          <p:cNvSpPr/>
          <p:nvPr/>
        </p:nvSpPr>
        <p:spPr>
          <a:xfrm>
            <a:off x="3504002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D3221D20-FCA8-4C4C-C58C-0368CCF33862}"/>
              </a:ext>
            </a:extLst>
          </p:cNvPr>
          <p:cNvSpPr/>
          <p:nvPr/>
        </p:nvSpPr>
        <p:spPr>
          <a:xfrm>
            <a:off x="3545249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2F343B5E-8900-CFD5-FB4C-220F4C6A8EE4}"/>
              </a:ext>
            </a:extLst>
          </p:cNvPr>
          <p:cNvSpPr/>
          <p:nvPr/>
        </p:nvSpPr>
        <p:spPr>
          <a:xfrm>
            <a:off x="3586496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61D775C5-97A6-D7E1-536A-11655202ACCB}"/>
              </a:ext>
            </a:extLst>
          </p:cNvPr>
          <p:cNvSpPr txBox="1"/>
          <p:nvPr/>
        </p:nvSpPr>
        <p:spPr>
          <a:xfrm>
            <a:off x="3164985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81B10B56-2C80-2B9C-0B9E-B93FAF64DF5A}"/>
              </a:ext>
            </a:extLst>
          </p:cNvPr>
          <p:cNvSpPr txBox="1"/>
          <p:nvPr/>
        </p:nvSpPr>
        <p:spPr>
          <a:xfrm>
            <a:off x="3671249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E1420C3D-7CB7-1D11-35DE-4B008425B6A3}"/>
              </a:ext>
            </a:extLst>
          </p:cNvPr>
          <p:cNvSpPr txBox="1"/>
          <p:nvPr/>
        </p:nvSpPr>
        <p:spPr>
          <a:xfrm>
            <a:off x="4185423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78579F8-0BD2-560B-537C-8BC1BD4F78C7}"/>
              </a:ext>
            </a:extLst>
          </p:cNvPr>
          <p:cNvSpPr/>
          <p:nvPr/>
        </p:nvSpPr>
        <p:spPr>
          <a:xfrm>
            <a:off x="3952538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B540E27E-73A1-329C-EF9C-2C5D113AB8B3}"/>
              </a:ext>
            </a:extLst>
          </p:cNvPr>
          <p:cNvSpPr txBox="1"/>
          <p:nvPr/>
        </p:nvSpPr>
        <p:spPr>
          <a:xfrm>
            <a:off x="3940202" y="3207444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EBF886CC-88EF-BBCF-29EB-C7BBCF49C910}"/>
              </a:ext>
            </a:extLst>
          </p:cNvPr>
          <p:cNvSpPr/>
          <p:nvPr/>
        </p:nvSpPr>
        <p:spPr>
          <a:xfrm>
            <a:off x="4035126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930D649E-C45E-4AF0-F379-CB0EDDE45018}"/>
              </a:ext>
            </a:extLst>
          </p:cNvPr>
          <p:cNvSpPr/>
          <p:nvPr/>
        </p:nvSpPr>
        <p:spPr>
          <a:xfrm>
            <a:off x="4083248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148A4A4D-AFDA-DCFB-BB7C-76E526EA6917}"/>
              </a:ext>
            </a:extLst>
          </p:cNvPr>
          <p:cNvSpPr/>
          <p:nvPr/>
        </p:nvSpPr>
        <p:spPr>
          <a:xfrm>
            <a:off x="4131369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77FF8680-98B1-07BA-019C-83A1D2487A48}"/>
              </a:ext>
            </a:extLst>
          </p:cNvPr>
          <p:cNvSpPr/>
          <p:nvPr/>
        </p:nvSpPr>
        <p:spPr>
          <a:xfrm>
            <a:off x="4179491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0614E115-66A1-C341-6844-7E410522AF74}"/>
              </a:ext>
            </a:extLst>
          </p:cNvPr>
          <p:cNvSpPr/>
          <p:nvPr/>
        </p:nvSpPr>
        <p:spPr>
          <a:xfrm>
            <a:off x="4227612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74C71503-3BCE-88B0-A520-7CC34B1BFB8F}"/>
              </a:ext>
            </a:extLst>
          </p:cNvPr>
          <p:cNvSpPr/>
          <p:nvPr/>
        </p:nvSpPr>
        <p:spPr>
          <a:xfrm>
            <a:off x="4275734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B39808FE-BCF4-3C81-AB07-9F4897C92D27}"/>
              </a:ext>
            </a:extLst>
          </p:cNvPr>
          <p:cNvSpPr txBox="1"/>
          <p:nvPr/>
        </p:nvSpPr>
        <p:spPr>
          <a:xfrm>
            <a:off x="3940202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F4D6FCCB-9C32-2223-E103-8A64FCD4C3F9}"/>
              </a:ext>
            </a:extLst>
          </p:cNvPr>
          <p:cNvSpPr/>
          <p:nvPr/>
        </p:nvSpPr>
        <p:spPr>
          <a:xfrm>
            <a:off x="4035126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8071F223-29BE-44D0-EA39-D122D379FF28}"/>
              </a:ext>
            </a:extLst>
          </p:cNvPr>
          <p:cNvSpPr/>
          <p:nvPr/>
        </p:nvSpPr>
        <p:spPr>
          <a:xfrm>
            <a:off x="4083248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642A5731-5ABD-EB9B-BADD-2CE096B3B00C}"/>
              </a:ext>
            </a:extLst>
          </p:cNvPr>
          <p:cNvSpPr/>
          <p:nvPr/>
        </p:nvSpPr>
        <p:spPr>
          <a:xfrm>
            <a:off x="4131369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1AAF0D81-F3EF-CFC8-B2D4-9490D8DA3970}"/>
              </a:ext>
            </a:extLst>
          </p:cNvPr>
          <p:cNvSpPr/>
          <p:nvPr/>
        </p:nvSpPr>
        <p:spPr>
          <a:xfrm>
            <a:off x="4179491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A01C011F-A5D4-7A3B-E9EB-ABEC1935B7E5}"/>
              </a:ext>
            </a:extLst>
          </p:cNvPr>
          <p:cNvSpPr/>
          <p:nvPr/>
        </p:nvSpPr>
        <p:spPr>
          <a:xfrm>
            <a:off x="4227612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398A0871-019C-5D8F-39FD-3FE1586EA4B3}"/>
              </a:ext>
            </a:extLst>
          </p:cNvPr>
          <p:cNvSpPr/>
          <p:nvPr/>
        </p:nvSpPr>
        <p:spPr>
          <a:xfrm>
            <a:off x="4275734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E3DA013F-F4EF-DD41-2A03-5985B09501CB}"/>
              </a:ext>
            </a:extLst>
          </p:cNvPr>
          <p:cNvSpPr txBox="1"/>
          <p:nvPr/>
        </p:nvSpPr>
        <p:spPr>
          <a:xfrm>
            <a:off x="3940202" y="3332997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30292733-A56E-89DC-1116-B85A279E7DE2}"/>
              </a:ext>
            </a:extLst>
          </p:cNvPr>
          <p:cNvSpPr/>
          <p:nvPr/>
        </p:nvSpPr>
        <p:spPr>
          <a:xfrm>
            <a:off x="4035126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F04A02E6-3847-6C44-3AA9-BA100137A4F9}"/>
              </a:ext>
            </a:extLst>
          </p:cNvPr>
          <p:cNvSpPr/>
          <p:nvPr/>
        </p:nvSpPr>
        <p:spPr>
          <a:xfrm>
            <a:off x="4083248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73C56922-063A-376A-3620-9787F7593674}"/>
              </a:ext>
            </a:extLst>
          </p:cNvPr>
          <p:cNvSpPr/>
          <p:nvPr/>
        </p:nvSpPr>
        <p:spPr>
          <a:xfrm>
            <a:off x="4131369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B40AF900-E6B7-410F-02D0-CA03B1CF5CEC}"/>
              </a:ext>
            </a:extLst>
          </p:cNvPr>
          <p:cNvSpPr/>
          <p:nvPr/>
        </p:nvSpPr>
        <p:spPr>
          <a:xfrm>
            <a:off x="4179491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C9A69938-63CE-A79A-2E27-FB51131B6EA2}"/>
              </a:ext>
            </a:extLst>
          </p:cNvPr>
          <p:cNvSpPr/>
          <p:nvPr/>
        </p:nvSpPr>
        <p:spPr>
          <a:xfrm>
            <a:off x="4227612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AC8D4F7C-FCE3-C28D-EC2B-F1104BB0772C}"/>
              </a:ext>
            </a:extLst>
          </p:cNvPr>
          <p:cNvSpPr/>
          <p:nvPr/>
        </p:nvSpPr>
        <p:spPr>
          <a:xfrm>
            <a:off x="4275734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D9969138-6DB7-95F2-E76C-3CAB8D21CE36}"/>
              </a:ext>
            </a:extLst>
          </p:cNvPr>
          <p:cNvSpPr txBox="1"/>
          <p:nvPr/>
        </p:nvSpPr>
        <p:spPr>
          <a:xfrm>
            <a:off x="4193334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E625B3B0-129B-ECD1-4678-CB01CE8A2218}"/>
              </a:ext>
            </a:extLst>
          </p:cNvPr>
          <p:cNvSpPr/>
          <p:nvPr/>
        </p:nvSpPr>
        <p:spPr>
          <a:xfrm>
            <a:off x="3837367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16DC632E-9D6A-0ED9-52D0-007F5071E386}"/>
              </a:ext>
            </a:extLst>
          </p:cNvPr>
          <p:cNvSpPr/>
          <p:nvPr/>
        </p:nvSpPr>
        <p:spPr>
          <a:xfrm>
            <a:off x="3291551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62962649-92DB-4032-9461-C42B3E41A3D5}"/>
              </a:ext>
            </a:extLst>
          </p:cNvPr>
          <p:cNvSpPr/>
          <p:nvPr/>
        </p:nvSpPr>
        <p:spPr>
          <a:xfrm>
            <a:off x="3315283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404CEA3E-1070-701B-B14F-51818FEBC58E}"/>
              </a:ext>
            </a:extLst>
          </p:cNvPr>
          <p:cNvSpPr/>
          <p:nvPr/>
        </p:nvSpPr>
        <p:spPr>
          <a:xfrm>
            <a:off x="3363310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9082E84A-DE22-A311-7CA2-39A4A7E18B04}"/>
              </a:ext>
            </a:extLst>
          </p:cNvPr>
          <p:cNvSpPr/>
          <p:nvPr/>
        </p:nvSpPr>
        <p:spPr>
          <a:xfrm>
            <a:off x="3411337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6A7EAFD1-5236-9814-63C0-F16237B3D204}"/>
              </a:ext>
            </a:extLst>
          </p:cNvPr>
          <p:cNvSpPr/>
          <p:nvPr/>
        </p:nvSpPr>
        <p:spPr>
          <a:xfrm>
            <a:off x="3459364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52BD5E92-619E-1EC2-EB2C-CC0B2E2A20AB}"/>
              </a:ext>
            </a:extLst>
          </p:cNvPr>
          <p:cNvSpPr/>
          <p:nvPr/>
        </p:nvSpPr>
        <p:spPr>
          <a:xfrm>
            <a:off x="3507392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4C2B1621-70C7-4E09-D77A-9F70E266B566}"/>
              </a:ext>
            </a:extLst>
          </p:cNvPr>
          <p:cNvSpPr/>
          <p:nvPr/>
        </p:nvSpPr>
        <p:spPr>
          <a:xfrm>
            <a:off x="3555419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0AEFDD71-1B60-33B8-E54A-B1B2DE75646F}"/>
              </a:ext>
            </a:extLst>
          </p:cNvPr>
          <p:cNvSpPr/>
          <p:nvPr/>
        </p:nvSpPr>
        <p:spPr>
          <a:xfrm>
            <a:off x="3603446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6A5BACA2-4269-99D5-52A4-CA6186807157}"/>
              </a:ext>
            </a:extLst>
          </p:cNvPr>
          <p:cNvSpPr txBox="1"/>
          <p:nvPr/>
        </p:nvSpPr>
        <p:spPr>
          <a:xfrm>
            <a:off x="3684143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833DBCE4-B186-44BA-66DC-F1386B3D10A0}"/>
              </a:ext>
            </a:extLst>
          </p:cNvPr>
          <p:cNvSpPr/>
          <p:nvPr/>
        </p:nvSpPr>
        <p:spPr>
          <a:xfrm>
            <a:off x="3085881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67D2EEB5-A3A0-79BF-8FDD-FA47B49A7E2D}"/>
              </a:ext>
            </a:extLst>
          </p:cNvPr>
          <p:cNvSpPr txBox="1"/>
          <p:nvPr/>
        </p:nvSpPr>
        <p:spPr>
          <a:xfrm>
            <a:off x="3087003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383E87F0-CB49-CFC6-D008-22E32C07D827}"/>
              </a:ext>
            </a:extLst>
          </p:cNvPr>
          <p:cNvSpPr txBox="1"/>
          <p:nvPr/>
        </p:nvSpPr>
        <p:spPr>
          <a:xfrm>
            <a:off x="3741774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5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E5BB1F6B-6FC7-7702-9D32-22D740947D6E}"/>
              </a:ext>
            </a:extLst>
          </p:cNvPr>
          <p:cNvSpPr txBox="1"/>
          <p:nvPr/>
        </p:nvSpPr>
        <p:spPr>
          <a:xfrm>
            <a:off x="4001148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FF4B645C-F282-30ED-56EA-C5F126A64939}"/>
              </a:ext>
            </a:extLst>
          </p:cNvPr>
          <p:cNvSpPr txBox="1"/>
          <p:nvPr/>
        </p:nvSpPr>
        <p:spPr>
          <a:xfrm>
            <a:off x="4239652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2F374146-8678-7C00-86AF-38EE05DD713F}"/>
              </a:ext>
            </a:extLst>
          </p:cNvPr>
          <p:cNvSpPr txBox="1"/>
          <p:nvPr/>
        </p:nvSpPr>
        <p:spPr>
          <a:xfrm>
            <a:off x="3940202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0C9D98E4-A88A-27D6-B0A1-1A18A0ED9FE3}"/>
              </a:ext>
            </a:extLst>
          </p:cNvPr>
          <p:cNvSpPr/>
          <p:nvPr/>
        </p:nvSpPr>
        <p:spPr>
          <a:xfrm>
            <a:off x="403512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312CC5D0-B3A3-E618-C890-2ADE640E6CBF}"/>
              </a:ext>
            </a:extLst>
          </p:cNvPr>
          <p:cNvSpPr/>
          <p:nvPr/>
        </p:nvSpPr>
        <p:spPr>
          <a:xfrm>
            <a:off x="413796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48EDDB1C-7E77-8919-703B-79F25075ED94}"/>
              </a:ext>
            </a:extLst>
          </p:cNvPr>
          <p:cNvSpPr/>
          <p:nvPr/>
        </p:nvSpPr>
        <p:spPr>
          <a:xfrm>
            <a:off x="424079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F032FC67-F51C-7F2F-1BF0-79D0585F65E6}"/>
              </a:ext>
            </a:extLst>
          </p:cNvPr>
          <p:cNvSpPr/>
          <p:nvPr/>
        </p:nvSpPr>
        <p:spPr>
          <a:xfrm>
            <a:off x="434363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62289158-9F33-DF35-C2F5-AA65E04419B7}"/>
              </a:ext>
            </a:extLst>
          </p:cNvPr>
          <p:cNvSpPr/>
          <p:nvPr/>
        </p:nvSpPr>
        <p:spPr>
          <a:xfrm>
            <a:off x="403512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7343E153-12A5-8E03-0E6F-087969688F0B}"/>
              </a:ext>
            </a:extLst>
          </p:cNvPr>
          <p:cNvSpPr/>
          <p:nvPr/>
        </p:nvSpPr>
        <p:spPr>
          <a:xfrm>
            <a:off x="413796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F47C0F8E-E638-3D8E-37F9-87E7DB46828C}"/>
              </a:ext>
            </a:extLst>
          </p:cNvPr>
          <p:cNvSpPr/>
          <p:nvPr/>
        </p:nvSpPr>
        <p:spPr>
          <a:xfrm>
            <a:off x="4240796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15A0D4CE-8F29-86C6-DCAA-DCD65C881979}"/>
              </a:ext>
            </a:extLst>
          </p:cNvPr>
          <p:cNvSpPr/>
          <p:nvPr/>
        </p:nvSpPr>
        <p:spPr>
          <a:xfrm>
            <a:off x="434363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3A7AF14F-3FFC-5BCD-D7FF-4F399E36BEB4}"/>
              </a:ext>
            </a:extLst>
          </p:cNvPr>
          <p:cNvSpPr/>
          <p:nvPr/>
        </p:nvSpPr>
        <p:spPr>
          <a:xfrm>
            <a:off x="403512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A426ED77-C2AD-8FB4-53A5-20D540E494A0}"/>
              </a:ext>
            </a:extLst>
          </p:cNvPr>
          <p:cNvSpPr/>
          <p:nvPr/>
        </p:nvSpPr>
        <p:spPr>
          <a:xfrm>
            <a:off x="413796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736A182E-4088-D2F7-1C65-C65EFE0C7A0A}"/>
              </a:ext>
            </a:extLst>
          </p:cNvPr>
          <p:cNvSpPr/>
          <p:nvPr/>
        </p:nvSpPr>
        <p:spPr>
          <a:xfrm>
            <a:off x="424079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E29D7EA8-5449-D92A-D278-F9C142C3210B}"/>
              </a:ext>
            </a:extLst>
          </p:cNvPr>
          <p:cNvSpPr/>
          <p:nvPr/>
        </p:nvSpPr>
        <p:spPr>
          <a:xfrm>
            <a:off x="434363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4AF81DBE-4454-9D8E-6726-CCF15367AE43}"/>
              </a:ext>
            </a:extLst>
          </p:cNvPr>
          <p:cNvSpPr txBox="1"/>
          <p:nvPr/>
        </p:nvSpPr>
        <p:spPr>
          <a:xfrm>
            <a:off x="4035127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1D31804F-D219-64B6-1088-6F86567AAAB1}"/>
              </a:ext>
            </a:extLst>
          </p:cNvPr>
          <p:cNvGrpSpPr/>
          <p:nvPr/>
        </p:nvGrpSpPr>
        <p:grpSpPr>
          <a:xfrm>
            <a:off x="1848794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D0494404-EE78-5458-9585-12980F376A0C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0BAD49F5-4CD2-EAB1-9EAA-5198B4280EDC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E6554211-304E-D9C9-A64F-39EB7F32A8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25D957AF-E65E-6C41-A6F1-9197674F7C99}"/>
              </a:ext>
            </a:extLst>
          </p:cNvPr>
          <p:cNvGrpSpPr/>
          <p:nvPr/>
        </p:nvGrpSpPr>
        <p:grpSpPr>
          <a:xfrm>
            <a:off x="4121891" y="457662"/>
            <a:ext cx="287558" cy="196430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1CF6C764-E9A3-8A05-229F-C37542527506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2407D7DF-D678-DF58-FF73-CE904560EC3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6D4100DF-4EE1-CC99-3329-1B0047406A7E}"/>
              </a:ext>
            </a:extLst>
          </p:cNvPr>
          <p:cNvGrpSpPr/>
          <p:nvPr/>
        </p:nvGrpSpPr>
        <p:grpSpPr>
          <a:xfrm>
            <a:off x="4109184" y="735960"/>
            <a:ext cx="307808" cy="174155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B21DB18A-4C9A-2410-0D03-12647FD98CE2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54630D60-895D-BE8F-5DA7-EF0A7438EC0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DE76C63E-506C-45D7-4C33-CC4F78325D2C}"/>
              </a:ext>
            </a:extLst>
          </p:cNvPr>
          <p:cNvGrpSpPr/>
          <p:nvPr/>
        </p:nvGrpSpPr>
        <p:grpSpPr>
          <a:xfrm>
            <a:off x="4109970" y="1046710"/>
            <a:ext cx="311858" cy="170105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12EC9162-46C7-1EED-43C0-11811180CA3D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73CC4C3D-A292-AAAF-6C13-8C8D2DB750CD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4" name="Visual revision native elements">
            <a:extLst>
              <a:ext uri="{FF2B5EF4-FFF2-40B4-BE49-F238E27FC236}">
                <a16:creationId xmlns:a16="http://schemas.microsoft.com/office/drawing/2014/main" id="{56C902D8-D6D7-CEBE-75D6-45586E6D6C62}"/>
              </a:ext>
            </a:extLst>
          </p:cNvPr>
          <p:cNvGrpSpPr/>
          <p:nvPr/>
        </p:nvGrpSpPr>
        <p:grpSpPr>
          <a:xfrm>
            <a:off x="1060070" y="415407"/>
            <a:ext cx="4865197" cy="3926646"/>
            <a:chOff x="2485594" y="976950"/>
            <a:chExt cx="11441916" cy="9234640"/>
          </a:xfrm>
        </p:grpSpPr>
        <p:sp>
          <p:nvSpPr>
            <p:cNvPr id="765" name="Find auxiliary label">
              <a:extLst>
                <a:ext uri="{FF2B5EF4-FFF2-40B4-BE49-F238E27FC236}">
                  <a16:creationId xmlns:a16="http://schemas.microsoft.com/office/drawing/2014/main" id="{48507BF8-7F5C-6C0A-D392-9CAED6074FF3}"/>
                </a:ext>
              </a:extLst>
            </p:cNvPr>
            <p:cNvSpPr>
              <a:spLocks noGrp="1"/>
            </p:cNvSpPr>
            <p:nvPr/>
          </p:nvSpPr>
          <p:spPr>
            <a:xfrm>
              <a:off x="9540969" y="3570727"/>
              <a:ext cx="1019176" cy="37147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6" name="Match auxiliary label">
              <a:extLst>
                <a:ext uri="{FF2B5EF4-FFF2-40B4-BE49-F238E27FC236}">
                  <a16:creationId xmlns:a16="http://schemas.microsoft.com/office/drawing/2014/main" id="{0BE1AAD8-8506-DC94-DA6D-64B952CCC6CA}"/>
                </a:ext>
              </a:extLst>
            </p:cNvPr>
            <p:cNvSpPr>
              <a:spLocks noGrp="1"/>
            </p:cNvSpPr>
            <p:nvPr/>
          </p:nvSpPr>
          <p:spPr>
            <a:xfrm>
              <a:off x="3419475" y="6686550"/>
              <a:ext cx="952500" cy="40957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7" name="Concat label">
              <a:extLst>
                <a:ext uri="{FF2B5EF4-FFF2-40B4-BE49-F238E27FC236}">
                  <a16:creationId xmlns:a16="http://schemas.microsoft.com/office/drawing/2014/main" id="{89E1FAF1-D3EB-B064-C7FF-35478790FD19}"/>
                </a:ext>
              </a:extLst>
            </p:cNvPr>
            <p:cNvSpPr>
              <a:spLocks noGrp="1"/>
            </p:cNvSpPr>
            <p:nvPr/>
          </p:nvSpPr>
          <p:spPr>
            <a:xfrm>
              <a:off x="2485594" y="8487205"/>
              <a:ext cx="609600" cy="190500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68" dirty="0" err="1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Concat</a:t>
              </a:r>
              <a:endParaRPr sz="568" dirty="0">
                <a:solidFill>
                  <a:srgbClr val="71808C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768" name="Build four inputs">
              <a:extLst>
                <a:ext uri="{FF2B5EF4-FFF2-40B4-BE49-F238E27FC236}">
                  <a16:creationId xmlns:a16="http://schemas.microsoft.com/office/drawing/2014/main" id="{3A9A2A20-E5B5-4415-C30A-29A96EA0D608}"/>
                </a:ext>
              </a:extLst>
            </p:cNvPr>
            <p:cNvSpPr>
              <a:spLocks noGrp="1"/>
            </p:cNvSpPr>
            <p:nvPr/>
          </p:nvSpPr>
          <p:spPr>
            <a:xfrm>
              <a:off x="10994726" y="976950"/>
              <a:ext cx="2725234" cy="2927983"/>
            </a:xfrm>
            <a:prstGeom prst="roundRect">
              <a:avLst>
                <a:gd name="adj" fmla="val 4554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769" name="Site label">
              <a:extLst>
                <a:ext uri="{FF2B5EF4-FFF2-40B4-BE49-F238E27FC236}">
                  <a16:creationId xmlns:a16="http://schemas.microsoft.com/office/drawing/2014/main" id="{4189CD53-8930-C436-878B-94577FA7E3D7}"/>
                </a:ext>
              </a:extLst>
            </p:cNvPr>
            <p:cNvSpPr>
              <a:spLocks noGrp="1"/>
            </p:cNvSpPr>
            <p:nvPr/>
          </p:nvSpPr>
          <p:spPr>
            <a:xfrm>
              <a:off x="11062140" y="1963678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Site</a:t>
              </a:r>
            </a:p>
          </p:txBody>
        </p:sp>
        <p:sp>
          <p:nvSpPr>
            <p:cNvPr id="770" name="Site provenance">
              <a:extLst>
                <a:ext uri="{FF2B5EF4-FFF2-40B4-BE49-F238E27FC236}">
                  <a16:creationId xmlns:a16="http://schemas.microsoft.com/office/drawing/2014/main" id="{15C6E5BA-1C34-B757-EAF7-585CC8914759}"/>
                </a:ext>
              </a:extLst>
            </p:cNvPr>
            <p:cNvSpPr>
              <a:spLocks noGrp="1"/>
            </p:cNvSpPr>
            <p:nvPr/>
          </p:nvSpPr>
          <p:spPr>
            <a:xfrm>
              <a:off x="11077177" y="2199833"/>
              <a:ext cx="1209676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Find</a:t>
              </a:r>
            </a:p>
          </p:txBody>
        </p:sp>
        <p:sp>
          <p:nvSpPr>
            <p:cNvPr id="771" name="Pocket label">
              <a:extLst>
                <a:ext uri="{FF2B5EF4-FFF2-40B4-BE49-F238E27FC236}">
                  <a16:creationId xmlns:a16="http://schemas.microsoft.com/office/drawing/2014/main" id="{B1AF940D-9511-D115-8971-C752FC65AB90}"/>
                </a:ext>
              </a:extLst>
            </p:cNvPr>
            <p:cNvSpPr>
              <a:spLocks noGrp="1"/>
            </p:cNvSpPr>
            <p:nvPr/>
          </p:nvSpPr>
          <p:spPr>
            <a:xfrm>
              <a:off x="12446455" y="2009387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Pocket</a:t>
              </a:r>
            </a:p>
          </p:txBody>
        </p:sp>
        <p:sp>
          <p:nvSpPr>
            <p:cNvPr id="773" name="SMILES label">
              <a:extLst>
                <a:ext uri="{FF2B5EF4-FFF2-40B4-BE49-F238E27FC236}">
                  <a16:creationId xmlns:a16="http://schemas.microsoft.com/office/drawing/2014/main" id="{A79CAA79-306A-AAC3-3447-0F23AD110A04}"/>
                </a:ext>
              </a:extLst>
            </p:cNvPr>
            <p:cNvSpPr>
              <a:spLocks noGrp="1"/>
            </p:cNvSpPr>
            <p:nvPr/>
          </p:nvSpPr>
          <p:spPr>
            <a:xfrm>
              <a:off x="11078664" y="3370908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SMILES</a:t>
              </a:r>
            </a:p>
          </p:txBody>
        </p:sp>
        <p:sp>
          <p:nvSpPr>
            <p:cNvPr id="774" name="SMILES provenance">
              <a:extLst>
                <a:ext uri="{FF2B5EF4-FFF2-40B4-BE49-F238E27FC236}">
                  <a16:creationId xmlns:a16="http://schemas.microsoft.com/office/drawing/2014/main" id="{C9A04FF6-6CA0-1015-2B47-134B3913B64C}"/>
                </a:ext>
              </a:extLst>
            </p:cNvPr>
            <p:cNvSpPr>
              <a:spLocks noGrp="1"/>
            </p:cNvSpPr>
            <p:nvPr/>
          </p:nvSpPr>
          <p:spPr>
            <a:xfrm>
              <a:off x="11092106" y="3599932"/>
              <a:ext cx="1209676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Match</a:t>
              </a:r>
            </a:p>
          </p:txBody>
        </p:sp>
        <p:sp>
          <p:nvSpPr>
            <p:cNvPr id="775" name="Density input label">
              <a:extLst>
                <a:ext uri="{FF2B5EF4-FFF2-40B4-BE49-F238E27FC236}">
                  <a16:creationId xmlns:a16="http://schemas.microsoft.com/office/drawing/2014/main" id="{1E818860-F0E2-4CBF-C53D-006FABB3EB7F}"/>
                </a:ext>
              </a:extLst>
            </p:cNvPr>
            <p:cNvSpPr>
              <a:spLocks noGrp="1"/>
            </p:cNvSpPr>
            <p:nvPr/>
          </p:nvSpPr>
          <p:spPr>
            <a:xfrm>
              <a:off x="12431539" y="3404320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</p:txBody>
        </p:sp>
        <p:sp>
          <p:nvSpPr>
            <p:cNvPr id="776" name="Docking tools title">
              <a:extLst>
                <a:ext uri="{FF2B5EF4-FFF2-40B4-BE49-F238E27FC236}">
                  <a16:creationId xmlns:a16="http://schemas.microsoft.com/office/drawing/2014/main" id="{7754A0DD-965D-2CEF-D2CA-17E8AEB259EA}"/>
                </a:ext>
              </a:extLst>
            </p:cNvPr>
            <p:cNvSpPr>
              <a:spLocks noGrp="1"/>
            </p:cNvSpPr>
            <p:nvPr/>
          </p:nvSpPr>
          <p:spPr>
            <a:xfrm>
              <a:off x="11191775" y="4392600"/>
              <a:ext cx="2590801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Downstream </a:t>
              </a:r>
              <a:r>
                <a:rPr lang="en-US" b="0" dirty="0"/>
                <a:t>d</a:t>
              </a:r>
              <a:r>
                <a:rPr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ocking tools</a:t>
              </a:r>
            </a:p>
          </p:txBody>
        </p:sp>
        <p:sp>
          <p:nvSpPr>
            <p:cNvPr id="777" name="Build pose output">
              <a:extLst>
                <a:ext uri="{FF2B5EF4-FFF2-40B4-BE49-F238E27FC236}">
                  <a16:creationId xmlns:a16="http://schemas.microsoft.com/office/drawing/2014/main" id="{6C53CC4C-7535-81E0-4D16-4D12BF741F0D}"/>
                </a:ext>
              </a:extLst>
            </p:cNvPr>
            <p:cNvSpPr>
              <a:spLocks noGrp="1"/>
            </p:cNvSpPr>
            <p:nvPr/>
          </p:nvSpPr>
          <p:spPr>
            <a:xfrm>
              <a:off x="11062547" y="7997501"/>
              <a:ext cx="2602229" cy="2214089"/>
            </a:xfrm>
            <a:prstGeom prst="roundRect">
              <a:avLst>
                <a:gd name="adj" fmla="val 5395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</p:sp>
        <p:sp>
          <p:nvSpPr>
            <p:cNvPr id="778" name="All atom pose label">
              <a:extLst>
                <a:ext uri="{FF2B5EF4-FFF2-40B4-BE49-F238E27FC236}">
                  <a16:creationId xmlns:a16="http://schemas.microsoft.com/office/drawing/2014/main" id="{4D72616A-DA39-932F-50F4-4BCA037166C0}"/>
                </a:ext>
              </a:extLst>
            </p:cNvPr>
            <p:cNvSpPr>
              <a:spLocks noGrp="1"/>
            </p:cNvSpPr>
            <p:nvPr/>
          </p:nvSpPr>
          <p:spPr>
            <a:xfrm>
              <a:off x="11031910" y="9822113"/>
              <a:ext cx="2895600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All-atom ligand pose</a:t>
              </a:r>
            </a:p>
          </p:txBody>
        </p:sp>
      </p:grpSp>
      <p:grpSp>
        <p:nvGrpSpPr>
          <p:cNvPr id="779" name="Build | Site p">
            <a:extLst>
              <a:ext uri="{FF2B5EF4-FFF2-40B4-BE49-F238E27FC236}">
                <a16:creationId xmlns:a16="http://schemas.microsoft.com/office/drawing/2014/main" id="{E692944B-B8B5-49B2-B9BD-362565BABDD7}"/>
              </a:ext>
            </a:extLst>
          </p:cNvPr>
          <p:cNvGrpSpPr/>
          <p:nvPr/>
        </p:nvGrpSpPr>
        <p:grpSpPr>
          <a:xfrm>
            <a:off x="4764578" y="482609"/>
            <a:ext cx="413921" cy="347904"/>
            <a:chOff x="156538" y="5645738"/>
            <a:chExt cx="422329" cy="355206"/>
          </a:xfrm>
        </p:grpSpPr>
        <p:grpSp>
          <p:nvGrpSpPr>
            <p:cNvPr id="780" name="d | Site p: local receptor environment">
              <a:extLst>
                <a:ext uri="{FF2B5EF4-FFF2-40B4-BE49-F238E27FC236}">
                  <a16:creationId xmlns:a16="http://schemas.microsoft.com/office/drawing/2014/main" id="{D56F0028-A0CD-D6B0-7B93-C75C236BD02C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781" name="ellipse_2785">
                <a:extLst>
                  <a:ext uri="{FF2B5EF4-FFF2-40B4-BE49-F238E27FC236}">
                    <a16:creationId xmlns:a16="http://schemas.microsoft.com/office/drawing/2014/main" id="{E5C27521-2839-8101-C61F-69E84D4EAC1B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2" name="ellipse_2786">
                <a:extLst>
                  <a:ext uri="{FF2B5EF4-FFF2-40B4-BE49-F238E27FC236}">
                    <a16:creationId xmlns:a16="http://schemas.microsoft.com/office/drawing/2014/main" id="{DD4328FD-ECF3-FD9D-72A7-AE8E5D44B2FC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3" name="ellipse_2787">
                <a:extLst>
                  <a:ext uri="{FF2B5EF4-FFF2-40B4-BE49-F238E27FC236}">
                    <a16:creationId xmlns:a16="http://schemas.microsoft.com/office/drawing/2014/main" id="{D768A3E0-9802-885C-C2D9-D8F899BCAFF6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4" name="ellipse_2788">
                <a:extLst>
                  <a:ext uri="{FF2B5EF4-FFF2-40B4-BE49-F238E27FC236}">
                    <a16:creationId xmlns:a16="http://schemas.microsoft.com/office/drawing/2014/main" id="{B2F3CBC2-4A42-C496-46B3-783F73C1B4B7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5" name="ellipse_2789">
                <a:extLst>
                  <a:ext uri="{FF2B5EF4-FFF2-40B4-BE49-F238E27FC236}">
                    <a16:creationId xmlns:a16="http://schemas.microsoft.com/office/drawing/2014/main" id="{816AA2C8-6FF9-6D32-71DE-34DB8FDB925A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6" name="ellipse_2790">
                <a:extLst>
                  <a:ext uri="{FF2B5EF4-FFF2-40B4-BE49-F238E27FC236}">
                    <a16:creationId xmlns:a16="http://schemas.microsoft.com/office/drawing/2014/main" id="{67571027-87DB-2ABD-72D5-20B2B38CEE8F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7" name="ellipse_2791">
                <a:extLst>
                  <a:ext uri="{FF2B5EF4-FFF2-40B4-BE49-F238E27FC236}">
                    <a16:creationId xmlns:a16="http://schemas.microsoft.com/office/drawing/2014/main" id="{407C99C0-5673-863A-CB92-B082DB4D3B1A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8" name="ellipse_2792">
                <a:extLst>
                  <a:ext uri="{FF2B5EF4-FFF2-40B4-BE49-F238E27FC236}">
                    <a16:creationId xmlns:a16="http://schemas.microsoft.com/office/drawing/2014/main" id="{07C4DEA4-D0E4-AF89-8C09-AEAAF986F4B9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9" name="ellipse_2793">
                <a:extLst>
                  <a:ext uri="{FF2B5EF4-FFF2-40B4-BE49-F238E27FC236}">
                    <a16:creationId xmlns:a16="http://schemas.microsoft.com/office/drawing/2014/main" id="{B1FF6C47-D94F-1B08-57A7-169DDAC597C1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0" name="ellipse_2794">
                <a:extLst>
                  <a:ext uri="{FF2B5EF4-FFF2-40B4-BE49-F238E27FC236}">
                    <a16:creationId xmlns:a16="http://schemas.microsoft.com/office/drawing/2014/main" id="{EC047C5D-7D7F-9181-DE54-5C9B8CDB7DC9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1" name="ellipse_2795">
                <a:extLst>
                  <a:ext uri="{FF2B5EF4-FFF2-40B4-BE49-F238E27FC236}">
                    <a16:creationId xmlns:a16="http://schemas.microsoft.com/office/drawing/2014/main" id="{5C741507-0440-7F4E-5A00-71203ACC6ABC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2" name="ellipse_2796">
                <a:extLst>
                  <a:ext uri="{FF2B5EF4-FFF2-40B4-BE49-F238E27FC236}">
                    <a16:creationId xmlns:a16="http://schemas.microsoft.com/office/drawing/2014/main" id="{2D4A9350-9216-3214-3E22-8D17B62A1FE6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3" name="ellipse_2797">
                <a:extLst>
                  <a:ext uri="{FF2B5EF4-FFF2-40B4-BE49-F238E27FC236}">
                    <a16:creationId xmlns:a16="http://schemas.microsoft.com/office/drawing/2014/main" id="{F6BF1E55-343F-2961-AA49-9C6C1E2CCC95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4" name="ellipse_2798">
                <a:extLst>
                  <a:ext uri="{FF2B5EF4-FFF2-40B4-BE49-F238E27FC236}">
                    <a16:creationId xmlns:a16="http://schemas.microsoft.com/office/drawing/2014/main" id="{D3EC586D-DC95-23E1-56B8-71AD6E6BB533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5" name="ellipse_2799">
                <a:extLst>
                  <a:ext uri="{FF2B5EF4-FFF2-40B4-BE49-F238E27FC236}">
                    <a16:creationId xmlns:a16="http://schemas.microsoft.com/office/drawing/2014/main" id="{C8757D31-906E-8D63-D2AA-3B94CDE7511B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6" name="ellipse_2800">
                <a:extLst>
                  <a:ext uri="{FF2B5EF4-FFF2-40B4-BE49-F238E27FC236}">
                    <a16:creationId xmlns:a16="http://schemas.microsoft.com/office/drawing/2014/main" id="{A5887470-6C76-42CA-4B8F-D100045F87C9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7" name="ellipse_2801">
                <a:extLst>
                  <a:ext uri="{FF2B5EF4-FFF2-40B4-BE49-F238E27FC236}">
                    <a16:creationId xmlns:a16="http://schemas.microsoft.com/office/drawing/2014/main" id="{2818E42C-06F1-7DD9-0856-7E660336930F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8" name="ellipse_2802">
                <a:extLst>
                  <a:ext uri="{FF2B5EF4-FFF2-40B4-BE49-F238E27FC236}">
                    <a16:creationId xmlns:a16="http://schemas.microsoft.com/office/drawing/2014/main" id="{1EDB2C4B-E832-194D-366E-58269622855C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9" name="ellipse_2803">
                <a:extLst>
                  <a:ext uri="{FF2B5EF4-FFF2-40B4-BE49-F238E27FC236}">
                    <a16:creationId xmlns:a16="http://schemas.microsoft.com/office/drawing/2014/main" id="{C8DC67D2-9783-6AF8-6969-30D61D522B5D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0" name="ellipse_2804">
                <a:extLst>
                  <a:ext uri="{FF2B5EF4-FFF2-40B4-BE49-F238E27FC236}">
                    <a16:creationId xmlns:a16="http://schemas.microsoft.com/office/drawing/2014/main" id="{17ED473C-768B-BBEE-FDC5-E1F3F4E76B00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1" name="ellipse_2805">
                <a:extLst>
                  <a:ext uri="{FF2B5EF4-FFF2-40B4-BE49-F238E27FC236}">
                    <a16:creationId xmlns:a16="http://schemas.microsoft.com/office/drawing/2014/main" id="{4BF74FB9-44C5-9DA2-3EA9-672B3CC2DB2A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2" name="ellipse_2806">
                <a:extLst>
                  <a:ext uri="{FF2B5EF4-FFF2-40B4-BE49-F238E27FC236}">
                    <a16:creationId xmlns:a16="http://schemas.microsoft.com/office/drawing/2014/main" id="{0920B06A-A93F-0169-27DE-821339147C5F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E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3" name="ellipse_2807">
                <a:extLst>
                  <a:ext uri="{FF2B5EF4-FFF2-40B4-BE49-F238E27FC236}">
                    <a16:creationId xmlns:a16="http://schemas.microsoft.com/office/drawing/2014/main" id="{236D1AAD-694A-BBB3-9CA3-3DE266CAE4F4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4" name="ellipse_2808">
                <a:extLst>
                  <a:ext uri="{FF2B5EF4-FFF2-40B4-BE49-F238E27FC236}">
                    <a16:creationId xmlns:a16="http://schemas.microsoft.com/office/drawing/2014/main" id="{C2BFBEA9-2904-BD21-1500-3E7C0D775358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5" name="ellipse_2809">
                <a:extLst>
                  <a:ext uri="{FF2B5EF4-FFF2-40B4-BE49-F238E27FC236}">
                    <a16:creationId xmlns:a16="http://schemas.microsoft.com/office/drawing/2014/main" id="{8B4B0046-82A8-A940-2562-4B1C6BB5B561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6" name="ellipse_2810">
                <a:extLst>
                  <a:ext uri="{FF2B5EF4-FFF2-40B4-BE49-F238E27FC236}">
                    <a16:creationId xmlns:a16="http://schemas.microsoft.com/office/drawing/2014/main" id="{B9D64A02-805A-09CD-5AD2-06A217399347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7" name="ellipse_2811">
                <a:extLst>
                  <a:ext uri="{FF2B5EF4-FFF2-40B4-BE49-F238E27FC236}">
                    <a16:creationId xmlns:a16="http://schemas.microsoft.com/office/drawing/2014/main" id="{9CBD91DC-6E01-1211-0404-8770554AFE3F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8" name="ellipse_2812">
                <a:extLst>
                  <a:ext uri="{FF2B5EF4-FFF2-40B4-BE49-F238E27FC236}">
                    <a16:creationId xmlns:a16="http://schemas.microsoft.com/office/drawing/2014/main" id="{FA03AD3F-7B84-5FBF-30A2-81EF6B7D917F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9" name="ellipse_2813">
                <a:extLst>
                  <a:ext uri="{FF2B5EF4-FFF2-40B4-BE49-F238E27FC236}">
                    <a16:creationId xmlns:a16="http://schemas.microsoft.com/office/drawing/2014/main" id="{03C98FEB-BB45-1C0B-AD34-D37EAFD7F83C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0" name="ellipse_2814">
                <a:extLst>
                  <a:ext uri="{FF2B5EF4-FFF2-40B4-BE49-F238E27FC236}">
                    <a16:creationId xmlns:a16="http://schemas.microsoft.com/office/drawing/2014/main" id="{6D8F1200-1639-335B-39C6-BE11264CAD88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1" name="ellipse_2815">
                <a:extLst>
                  <a:ext uri="{FF2B5EF4-FFF2-40B4-BE49-F238E27FC236}">
                    <a16:creationId xmlns:a16="http://schemas.microsoft.com/office/drawing/2014/main" id="{A6D284C9-6E7E-4133-B8FE-CD08676ADCCD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2" name="ellipse_2816">
                <a:extLst>
                  <a:ext uri="{FF2B5EF4-FFF2-40B4-BE49-F238E27FC236}">
                    <a16:creationId xmlns:a16="http://schemas.microsoft.com/office/drawing/2014/main" id="{B5CDD390-92EC-BECD-62AE-AF4640767DC4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3" name="ellipse_2817">
                <a:extLst>
                  <a:ext uri="{FF2B5EF4-FFF2-40B4-BE49-F238E27FC236}">
                    <a16:creationId xmlns:a16="http://schemas.microsoft.com/office/drawing/2014/main" id="{797C17D0-AB06-8A05-740A-00F36C5288CC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4" name="ellipse_2818">
                <a:extLst>
                  <a:ext uri="{FF2B5EF4-FFF2-40B4-BE49-F238E27FC236}">
                    <a16:creationId xmlns:a16="http://schemas.microsoft.com/office/drawing/2014/main" id="{08F4C9B1-B416-A1A0-0ED3-70C18D7DD21E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5" name="ellipse_2819">
                <a:extLst>
                  <a:ext uri="{FF2B5EF4-FFF2-40B4-BE49-F238E27FC236}">
                    <a16:creationId xmlns:a16="http://schemas.microsoft.com/office/drawing/2014/main" id="{84F8FB2A-E0F3-9092-422D-F7934CF39C7B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6" name="ellipse_2820">
                <a:extLst>
                  <a:ext uri="{FF2B5EF4-FFF2-40B4-BE49-F238E27FC236}">
                    <a16:creationId xmlns:a16="http://schemas.microsoft.com/office/drawing/2014/main" id="{5E35B08D-A78B-DB3C-9E10-4BAF2579E5C2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7" name="ellipse_2821">
                <a:extLst>
                  <a:ext uri="{FF2B5EF4-FFF2-40B4-BE49-F238E27FC236}">
                    <a16:creationId xmlns:a16="http://schemas.microsoft.com/office/drawing/2014/main" id="{9A987D10-2FF2-3C14-2532-A66D1616F462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8" name="ellipse_2822">
                <a:extLst>
                  <a:ext uri="{FF2B5EF4-FFF2-40B4-BE49-F238E27FC236}">
                    <a16:creationId xmlns:a16="http://schemas.microsoft.com/office/drawing/2014/main" id="{93309FA9-533F-2304-1A8B-D12B9DE76457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9" name="ellipse_2823">
                <a:extLst>
                  <a:ext uri="{FF2B5EF4-FFF2-40B4-BE49-F238E27FC236}">
                    <a16:creationId xmlns:a16="http://schemas.microsoft.com/office/drawing/2014/main" id="{66A7250F-F63B-CAF7-CDDC-951B9F3E585B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0" name="ellipse_2824">
                <a:extLst>
                  <a:ext uri="{FF2B5EF4-FFF2-40B4-BE49-F238E27FC236}">
                    <a16:creationId xmlns:a16="http://schemas.microsoft.com/office/drawing/2014/main" id="{A69C14E1-B4CF-E432-B58F-944DE5D8883F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1" name="ellipse_2825">
                <a:extLst>
                  <a:ext uri="{FF2B5EF4-FFF2-40B4-BE49-F238E27FC236}">
                    <a16:creationId xmlns:a16="http://schemas.microsoft.com/office/drawing/2014/main" id="{2C23DBFA-8B88-5082-5786-D966FBCFA505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2" name="ellipse_2826">
                <a:extLst>
                  <a:ext uri="{FF2B5EF4-FFF2-40B4-BE49-F238E27FC236}">
                    <a16:creationId xmlns:a16="http://schemas.microsoft.com/office/drawing/2014/main" id="{32AF90E7-B3D2-553D-60FD-F39F38D542F0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3" name="ellipse_2827">
                <a:extLst>
                  <a:ext uri="{FF2B5EF4-FFF2-40B4-BE49-F238E27FC236}">
                    <a16:creationId xmlns:a16="http://schemas.microsoft.com/office/drawing/2014/main" id="{5ED37D57-662C-A3FB-15D4-60199EBCAB48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4" name="ellipse_2828">
                <a:extLst>
                  <a:ext uri="{FF2B5EF4-FFF2-40B4-BE49-F238E27FC236}">
                    <a16:creationId xmlns:a16="http://schemas.microsoft.com/office/drawing/2014/main" id="{47738A98-47A7-59B8-1145-73019CB55C2D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5" name="ellipse_2829">
                <a:extLst>
                  <a:ext uri="{FF2B5EF4-FFF2-40B4-BE49-F238E27FC236}">
                    <a16:creationId xmlns:a16="http://schemas.microsoft.com/office/drawing/2014/main" id="{3601185F-CEE9-4EC0-B73D-CA3390780DA1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6" name="ellipse_2830">
                <a:extLst>
                  <a:ext uri="{FF2B5EF4-FFF2-40B4-BE49-F238E27FC236}">
                    <a16:creationId xmlns:a16="http://schemas.microsoft.com/office/drawing/2014/main" id="{BE3A87E4-915C-406D-FE17-04F69EEB1580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7" name="ellipse_2831">
                <a:extLst>
                  <a:ext uri="{FF2B5EF4-FFF2-40B4-BE49-F238E27FC236}">
                    <a16:creationId xmlns:a16="http://schemas.microsoft.com/office/drawing/2014/main" id="{7A181311-AC26-A2F7-ECE3-C077A74538B0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8" name="ellipse_2832">
                <a:extLst>
                  <a:ext uri="{FF2B5EF4-FFF2-40B4-BE49-F238E27FC236}">
                    <a16:creationId xmlns:a16="http://schemas.microsoft.com/office/drawing/2014/main" id="{C2E2A854-E53C-4FCC-432A-88E7F7ACD750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9" name="ellipse_2833">
                <a:extLst>
                  <a:ext uri="{FF2B5EF4-FFF2-40B4-BE49-F238E27FC236}">
                    <a16:creationId xmlns:a16="http://schemas.microsoft.com/office/drawing/2014/main" id="{A7B66D38-11CA-2466-6CBB-A7A623E57598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C"/>
                  </a:gs>
                  <a:gs pos="43000">
                    <a:srgbClr val="EEF1F3"/>
                  </a:gs>
                  <a:gs pos="100000">
                    <a:srgbClr val="DEE3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0" name="ellipse_2834">
                <a:extLst>
                  <a:ext uri="{FF2B5EF4-FFF2-40B4-BE49-F238E27FC236}">
                    <a16:creationId xmlns:a16="http://schemas.microsoft.com/office/drawing/2014/main" id="{AD36EB1D-4F82-49C2-95D3-8C778B8C9216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1" name="ellipse_2835">
                <a:extLst>
                  <a:ext uri="{FF2B5EF4-FFF2-40B4-BE49-F238E27FC236}">
                    <a16:creationId xmlns:a16="http://schemas.microsoft.com/office/drawing/2014/main" id="{FF163E24-1329-F2C2-EB5A-E78D388E6B40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2" name="ellipse_2836">
                <a:extLst>
                  <a:ext uri="{FF2B5EF4-FFF2-40B4-BE49-F238E27FC236}">
                    <a16:creationId xmlns:a16="http://schemas.microsoft.com/office/drawing/2014/main" id="{E7E7DC52-C450-DE05-F3CD-856B9D905DC3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3" name="ellipse_2837">
                <a:extLst>
                  <a:ext uri="{FF2B5EF4-FFF2-40B4-BE49-F238E27FC236}">
                    <a16:creationId xmlns:a16="http://schemas.microsoft.com/office/drawing/2014/main" id="{A9D2EDC0-4EF9-EB40-22B5-8AB7BF0DFC01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4" name="ellipse_2838">
                <a:extLst>
                  <a:ext uri="{FF2B5EF4-FFF2-40B4-BE49-F238E27FC236}">
                    <a16:creationId xmlns:a16="http://schemas.microsoft.com/office/drawing/2014/main" id="{55FA52B1-A861-0595-4376-645BB8A5A1B3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5" name="ellipse_2839">
                <a:extLst>
                  <a:ext uri="{FF2B5EF4-FFF2-40B4-BE49-F238E27FC236}">
                    <a16:creationId xmlns:a16="http://schemas.microsoft.com/office/drawing/2014/main" id="{70627291-58D2-EF05-2040-E891E82DAD9E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6" name="ellipse_2840">
                <a:extLst>
                  <a:ext uri="{FF2B5EF4-FFF2-40B4-BE49-F238E27FC236}">
                    <a16:creationId xmlns:a16="http://schemas.microsoft.com/office/drawing/2014/main" id="{E69CF7E5-0F46-072F-5DE5-5AFCB1792E65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7" name="ellipse_2841">
                <a:extLst>
                  <a:ext uri="{FF2B5EF4-FFF2-40B4-BE49-F238E27FC236}">
                    <a16:creationId xmlns:a16="http://schemas.microsoft.com/office/drawing/2014/main" id="{4719A840-C530-29E6-328F-900F16B2CC68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8" name="ellipse_2842">
                <a:extLst>
                  <a:ext uri="{FF2B5EF4-FFF2-40B4-BE49-F238E27FC236}">
                    <a16:creationId xmlns:a16="http://schemas.microsoft.com/office/drawing/2014/main" id="{6CC3F987-0C24-0E49-2659-970ACDF4C6FA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9" name="ellipse_2843">
                <a:extLst>
                  <a:ext uri="{FF2B5EF4-FFF2-40B4-BE49-F238E27FC236}">
                    <a16:creationId xmlns:a16="http://schemas.microsoft.com/office/drawing/2014/main" id="{4ACBAB17-E5DC-867F-821C-92454253B9A4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0" name="ellipse_2844">
                <a:extLst>
                  <a:ext uri="{FF2B5EF4-FFF2-40B4-BE49-F238E27FC236}">
                    <a16:creationId xmlns:a16="http://schemas.microsoft.com/office/drawing/2014/main" id="{14BBD13E-6636-B1D3-F2CB-D2201C3BCF3B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1" name="ellipse_2845">
                <a:extLst>
                  <a:ext uri="{FF2B5EF4-FFF2-40B4-BE49-F238E27FC236}">
                    <a16:creationId xmlns:a16="http://schemas.microsoft.com/office/drawing/2014/main" id="{9703E4AF-CF3C-0A2E-4E6F-CEFD43C36E0E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2" name="ellipse_2846">
                <a:extLst>
                  <a:ext uri="{FF2B5EF4-FFF2-40B4-BE49-F238E27FC236}">
                    <a16:creationId xmlns:a16="http://schemas.microsoft.com/office/drawing/2014/main" id="{513E15CB-DE10-907E-6B71-6F97D144D4F7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3" name="ellipse_2847">
                <a:extLst>
                  <a:ext uri="{FF2B5EF4-FFF2-40B4-BE49-F238E27FC236}">
                    <a16:creationId xmlns:a16="http://schemas.microsoft.com/office/drawing/2014/main" id="{02262C9F-05EB-7E85-DBA1-AC4FB6AB3AC3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4" name="ellipse_2848">
                <a:extLst>
                  <a:ext uri="{FF2B5EF4-FFF2-40B4-BE49-F238E27FC236}">
                    <a16:creationId xmlns:a16="http://schemas.microsoft.com/office/drawing/2014/main" id="{429448AF-79B2-43C5-4109-A58D100573F2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5" name="ellipse_2849">
                <a:extLst>
                  <a:ext uri="{FF2B5EF4-FFF2-40B4-BE49-F238E27FC236}">
                    <a16:creationId xmlns:a16="http://schemas.microsoft.com/office/drawing/2014/main" id="{0B5DE40D-596D-6A20-7AB3-27B77EAA12AF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6" name="ellipse_2850">
                <a:extLst>
                  <a:ext uri="{FF2B5EF4-FFF2-40B4-BE49-F238E27FC236}">
                    <a16:creationId xmlns:a16="http://schemas.microsoft.com/office/drawing/2014/main" id="{C533ACE2-E91A-8795-52CE-6C5620039EA9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7" name="ellipse_2851">
                <a:extLst>
                  <a:ext uri="{FF2B5EF4-FFF2-40B4-BE49-F238E27FC236}">
                    <a16:creationId xmlns:a16="http://schemas.microsoft.com/office/drawing/2014/main" id="{942735DB-41D0-FE0C-D94C-761C9595E5B2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8" name="ellipse_2852">
                <a:extLst>
                  <a:ext uri="{FF2B5EF4-FFF2-40B4-BE49-F238E27FC236}">
                    <a16:creationId xmlns:a16="http://schemas.microsoft.com/office/drawing/2014/main" id="{06B07611-9AFA-8846-64B3-4FD4AD86A8E7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9" name="ellipse_2853">
                <a:extLst>
                  <a:ext uri="{FF2B5EF4-FFF2-40B4-BE49-F238E27FC236}">
                    <a16:creationId xmlns:a16="http://schemas.microsoft.com/office/drawing/2014/main" id="{CF2802C1-8731-EAE4-7091-04DA3600E2EF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0" name="ellipse_2854">
                <a:extLst>
                  <a:ext uri="{FF2B5EF4-FFF2-40B4-BE49-F238E27FC236}">
                    <a16:creationId xmlns:a16="http://schemas.microsoft.com/office/drawing/2014/main" id="{C500A754-B264-027A-B18E-F7B6A5B7C217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1" name="ellipse_2855">
                <a:extLst>
                  <a:ext uri="{FF2B5EF4-FFF2-40B4-BE49-F238E27FC236}">
                    <a16:creationId xmlns:a16="http://schemas.microsoft.com/office/drawing/2014/main" id="{45400633-58D0-A1F4-7135-DC888180B164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2" name="ellipse_2856">
                <a:extLst>
                  <a:ext uri="{FF2B5EF4-FFF2-40B4-BE49-F238E27FC236}">
                    <a16:creationId xmlns:a16="http://schemas.microsoft.com/office/drawing/2014/main" id="{FDF68A23-C666-E49A-8B07-FBABFD3E067C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3" name="ellipse_2857">
                <a:extLst>
                  <a:ext uri="{FF2B5EF4-FFF2-40B4-BE49-F238E27FC236}">
                    <a16:creationId xmlns:a16="http://schemas.microsoft.com/office/drawing/2014/main" id="{15A53EB0-CA9B-605D-D422-877E882CB8AB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4" name="ellipse_2858">
                <a:extLst>
                  <a:ext uri="{FF2B5EF4-FFF2-40B4-BE49-F238E27FC236}">
                    <a16:creationId xmlns:a16="http://schemas.microsoft.com/office/drawing/2014/main" id="{3E0F718B-94A9-D5B6-2C9B-5C1CB9B40B2E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5" name="ellipse_2859">
                <a:extLst>
                  <a:ext uri="{FF2B5EF4-FFF2-40B4-BE49-F238E27FC236}">
                    <a16:creationId xmlns:a16="http://schemas.microsoft.com/office/drawing/2014/main" id="{27E7B09D-B0C9-ED2F-D87F-AB977963DFD2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6" name="ellipse_2860">
                <a:extLst>
                  <a:ext uri="{FF2B5EF4-FFF2-40B4-BE49-F238E27FC236}">
                    <a16:creationId xmlns:a16="http://schemas.microsoft.com/office/drawing/2014/main" id="{3FA95924-E898-FC0D-04F3-5B944E49A58E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7" name="ellipse_2861">
                <a:extLst>
                  <a:ext uri="{FF2B5EF4-FFF2-40B4-BE49-F238E27FC236}">
                    <a16:creationId xmlns:a16="http://schemas.microsoft.com/office/drawing/2014/main" id="{6C7E4C5C-C63C-242D-2316-A28BA466F23F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8" name="ellipse_2862">
                <a:extLst>
                  <a:ext uri="{FF2B5EF4-FFF2-40B4-BE49-F238E27FC236}">
                    <a16:creationId xmlns:a16="http://schemas.microsoft.com/office/drawing/2014/main" id="{2418601D-61DE-3C9D-FF8A-17CCAAEBF4D1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9" name="ellipse_2863">
                <a:extLst>
                  <a:ext uri="{FF2B5EF4-FFF2-40B4-BE49-F238E27FC236}">
                    <a16:creationId xmlns:a16="http://schemas.microsoft.com/office/drawing/2014/main" id="{DB775623-C772-383B-305A-E779C0260E13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0" name="ellipse_2864">
                <a:extLst>
                  <a:ext uri="{FF2B5EF4-FFF2-40B4-BE49-F238E27FC236}">
                    <a16:creationId xmlns:a16="http://schemas.microsoft.com/office/drawing/2014/main" id="{2DF907DC-B3B0-7361-0097-5DA315AA5D8C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1" name="ellipse_2865">
                <a:extLst>
                  <a:ext uri="{FF2B5EF4-FFF2-40B4-BE49-F238E27FC236}">
                    <a16:creationId xmlns:a16="http://schemas.microsoft.com/office/drawing/2014/main" id="{9A477F01-174A-56E6-76ED-5199D7C2C303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2" name="ellipse_2866">
                <a:extLst>
                  <a:ext uri="{FF2B5EF4-FFF2-40B4-BE49-F238E27FC236}">
                    <a16:creationId xmlns:a16="http://schemas.microsoft.com/office/drawing/2014/main" id="{D97457FD-C5A5-A0C9-45AF-8EAA10587DFF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3" name="ellipse_2867">
                <a:extLst>
                  <a:ext uri="{FF2B5EF4-FFF2-40B4-BE49-F238E27FC236}">
                    <a16:creationId xmlns:a16="http://schemas.microsoft.com/office/drawing/2014/main" id="{441AAB97-A094-8B0B-8610-3546E6933540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4" name="ellipse_2868">
                <a:extLst>
                  <a:ext uri="{FF2B5EF4-FFF2-40B4-BE49-F238E27FC236}">
                    <a16:creationId xmlns:a16="http://schemas.microsoft.com/office/drawing/2014/main" id="{CCED2BEF-2777-DAE8-C148-AE7F4C53F23B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5" name="ellipse_2869">
                <a:extLst>
                  <a:ext uri="{FF2B5EF4-FFF2-40B4-BE49-F238E27FC236}">
                    <a16:creationId xmlns:a16="http://schemas.microsoft.com/office/drawing/2014/main" id="{7A493CE0-77E0-D2B8-07B4-69E39C9C55D8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866" name="Candidate blob | editable contour">
              <a:extLst>
                <a:ext uri="{FF2B5EF4-FFF2-40B4-BE49-F238E27FC236}">
                  <a16:creationId xmlns:a16="http://schemas.microsoft.com/office/drawing/2014/main" id="{6B2273A2-EF08-68FC-FE93-35170855BCC6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67" name="ellipse_2871">
              <a:extLst>
                <a:ext uri="{FF2B5EF4-FFF2-40B4-BE49-F238E27FC236}">
                  <a16:creationId xmlns:a16="http://schemas.microsoft.com/office/drawing/2014/main" id="{F0524EA7-5D43-63EA-DEA0-05A6E571D6B9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868" name="Build | Pocket">
            <a:extLst>
              <a:ext uri="{FF2B5EF4-FFF2-40B4-BE49-F238E27FC236}">
                <a16:creationId xmlns:a16="http://schemas.microsoft.com/office/drawing/2014/main" id="{2A9AB223-DC11-0AAF-ED19-0F1767FDAD20}"/>
              </a:ext>
            </a:extLst>
          </p:cNvPr>
          <p:cNvGrpSpPr/>
          <p:nvPr/>
        </p:nvGrpSpPr>
        <p:grpSpPr>
          <a:xfrm>
            <a:off x="5343474" y="482609"/>
            <a:ext cx="430122" cy="347904"/>
            <a:chOff x="1411968" y="5662376"/>
            <a:chExt cx="418007" cy="338292"/>
          </a:xfrm>
        </p:grpSpPr>
        <p:sp>
          <p:nvSpPr>
            <p:cNvPr id="869" name="ellipse_2889">
              <a:extLst>
                <a:ext uri="{FF2B5EF4-FFF2-40B4-BE49-F238E27FC236}">
                  <a16:creationId xmlns:a16="http://schemas.microsoft.com/office/drawing/2014/main" id="{613655D9-9E97-942F-C66A-5D9AE7FB1457}"/>
                </a:ext>
              </a:extLst>
            </p:cNvPr>
            <p:cNvSpPr/>
            <p:nvPr/>
          </p:nvSpPr>
          <p:spPr>
            <a:xfrm>
              <a:off x="1477028" y="5730123"/>
              <a:ext cx="31529" cy="315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0" name="ellipse_2890">
              <a:extLst>
                <a:ext uri="{FF2B5EF4-FFF2-40B4-BE49-F238E27FC236}">
                  <a16:creationId xmlns:a16="http://schemas.microsoft.com/office/drawing/2014/main" id="{F1F4A97D-8ACC-FC25-1FA8-49BD7F01A6C9}"/>
                </a:ext>
              </a:extLst>
            </p:cNvPr>
            <p:cNvSpPr/>
            <p:nvPr/>
          </p:nvSpPr>
          <p:spPr>
            <a:xfrm>
              <a:off x="1413313" y="5768742"/>
              <a:ext cx="29533" cy="2953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1" name="ellipse_2891">
              <a:extLst>
                <a:ext uri="{FF2B5EF4-FFF2-40B4-BE49-F238E27FC236}">
                  <a16:creationId xmlns:a16="http://schemas.microsoft.com/office/drawing/2014/main" id="{52494A20-F1B2-F11B-541B-7860A4C6CF9E}"/>
                </a:ext>
              </a:extLst>
            </p:cNvPr>
            <p:cNvSpPr/>
            <p:nvPr/>
          </p:nvSpPr>
          <p:spPr>
            <a:xfrm>
              <a:off x="1606772" y="5962955"/>
              <a:ext cx="37712" cy="3771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2" name="ellipse_2892">
              <a:extLst>
                <a:ext uri="{FF2B5EF4-FFF2-40B4-BE49-F238E27FC236}">
                  <a16:creationId xmlns:a16="http://schemas.microsoft.com/office/drawing/2014/main" id="{F71BA74B-B499-D4FE-C387-0D62B8F06129}"/>
                </a:ext>
              </a:extLst>
            </p:cNvPr>
            <p:cNvSpPr/>
            <p:nvPr/>
          </p:nvSpPr>
          <p:spPr>
            <a:xfrm>
              <a:off x="1692365" y="5876366"/>
              <a:ext cx="39137" cy="3913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3" name="ellipse_2893">
              <a:extLst>
                <a:ext uri="{FF2B5EF4-FFF2-40B4-BE49-F238E27FC236}">
                  <a16:creationId xmlns:a16="http://schemas.microsoft.com/office/drawing/2014/main" id="{7055FBD2-8BD2-25D0-8F59-CE7074E630B0}"/>
                </a:ext>
              </a:extLst>
            </p:cNvPr>
            <p:cNvSpPr/>
            <p:nvPr/>
          </p:nvSpPr>
          <p:spPr>
            <a:xfrm>
              <a:off x="1446482" y="5820853"/>
              <a:ext cx="35562" cy="3556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4" name="ellipse_2894">
              <a:extLst>
                <a:ext uri="{FF2B5EF4-FFF2-40B4-BE49-F238E27FC236}">
                  <a16:creationId xmlns:a16="http://schemas.microsoft.com/office/drawing/2014/main" id="{0396956A-8D95-CEB0-4E60-49E4F0AB2051}"/>
                </a:ext>
              </a:extLst>
            </p:cNvPr>
            <p:cNvSpPr/>
            <p:nvPr/>
          </p:nvSpPr>
          <p:spPr>
            <a:xfrm>
              <a:off x="1411968" y="5817386"/>
              <a:ext cx="29762" cy="297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5" name="ellipse_2895">
              <a:extLst>
                <a:ext uri="{FF2B5EF4-FFF2-40B4-BE49-F238E27FC236}">
                  <a16:creationId xmlns:a16="http://schemas.microsoft.com/office/drawing/2014/main" id="{D44CCBEF-0528-0E60-D652-CF4342794341}"/>
                </a:ext>
              </a:extLst>
            </p:cNvPr>
            <p:cNvSpPr/>
            <p:nvPr/>
          </p:nvSpPr>
          <p:spPr>
            <a:xfrm>
              <a:off x="1469529" y="5784286"/>
              <a:ext cx="35695" cy="3569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6" name="ellipse_2896">
              <a:extLst>
                <a:ext uri="{FF2B5EF4-FFF2-40B4-BE49-F238E27FC236}">
                  <a16:creationId xmlns:a16="http://schemas.microsoft.com/office/drawing/2014/main" id="{D6C5A680-CB25-7431-0F3D-1FB59C3AB694}"/>
                </a:ext>
              </a:extLst>
            </p:cNvPr>
            <p:cNvSpPr/>
            <p:nvPr/>
          </p:nvSpPr>
          <p:spPr>
            <a:xfrm>
              <a:off x="1485370" y="5743617"/>
              <a:ext cx="39374" cy="3937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7" name="ellipse_2897">
              <a:extLst>
                <a:ext uri="{FF2B5EF4-FFF2-40B4-BE49-F238E27FC236}">
                  <a16:creationId xmlns:a16="http://schemas.microsoft.com/office/drawing/2014/main" id="{15E5D44F-C485-A768-F790-CF786FC476FB}"/>
                </a:ext>
              </a:extLst>
            </p:cNvPr>
            <p:cNvSpPr/>
            <p:nvPr/>
          </p:nvSpPr>
          <p:spPr>
            <a:xfrm>
              <a:off x="1543334" y="5929029"/>
              <a:ext cx="29140" cy="2914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8" name="ellipse_2898">
              <a:extLst>
                <a:ext uri="{FF2B5EF4-FFF2-40B4-BE49-F238E27FC236}">
                  <a16:creationId xmlns:a16="http://schemas.microsoft.com/office/drawing/2014/main" id="{5A31D843-33A1-271E-D3D9-BBCAF3183C22}"/>
                </a:ext>
              </a:extLst>
            </p:cNvPr>
            <p:cNvSpPr/>
            <p:nvPr/>
          </p:nvSpPr>
          <p:spPr>
            <a:xfrm>
              <a:off x="1466275" y="5765882"/>
              <a:ext cx="25820" cy="25820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9" name="ellipse_2899">
              <a:extLst>
                <a:ext uri="{FF2B5EF4-FFF2-40B4-BE49-F238E27FC236}">
                  <a16:creationId xmlns:a16="http://schemas.microsoft.com/office/drawing/2014/main" id="{786E0C9C-2ADA-39A8-7E2C-BF28E7AB3B0F}"/>
                </a:ext>
              </a:extLst>
            </p:cNvPr>
            <p:cNvSpPr/>
            <p:nvPr/>
          </p:nvSpPr>
          <p:spPr>
            <a:xfrm>
              <a:off x="1582840" y="5966745"/>
              <a:ext cx="30939" cy="3093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0" name="ellipse_2900">
              <a:extLst>
                <a:ext uri="{FF2B5EF4-FFF2-40B4-BE49-F238E27FC236}">
                  <a16:creationId xmlns:a16="http://schemas.microsoft.com/office/drawing/2014/main" id="{C9D667C6-A39A-DE70-85EB-FB3077D7FD24}"/>
                </a:ext>
              </a:extLst>
            </p:cNvPr>
            <p:cNvSpPr/>
            <p:nvPr/>
          </p:nvSpPr>
          <p:spPr>
            <a:xfrm>
              <a:off x="1507992" y="5722896"/>
              <a:ext cx="33525" cy="3352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1" name="ellipse_2901">
              <a:extLst>
                <a:ext uri="{FF2B5EF4-FFF2-40B4-BE49-F238E27FC236}">
                  <a16:creationId xmlns:a16="http://schemas.microsoft.com/office/drawing/2014/main" id="{B6AE60C0-42E2-9A7B-1337-25CEFCA80CDC}"/>
                </a:ext>
              </a:extLst>
            </p:cNvPr>
            <p:cNvSpPr/>
            <p:nvPr/>
          </p:nvSpPr>
          <p:spPr>
            <a:xfrm>
              <a:off x="1455591" y="5791788"/>
              <a:ext cx="31551" cy="3155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2" name="ellipse_2902">
              <a:extLst>
                <a:ext uri="{FF2B5EF4-FFF2-40B4-BE49-F238E27FC236}">
                  <a16:creationId xmlns:a16="http://schemas.microsoft.com/office/drawing/2014/main" id="{9D0A3411-2969-01FC-77F8-239B95072F49}"/>
                </a:ext>
              </a:extLst>
            </p:cNvPr>
            <p:cNvSpPr/>
            <p:nvPr/>
          </p:nvSpPr>
          <p:spPr>
            <a:xfrm>
              <a:off x="1565027" y="5913802"/>
              <a:ext cx="34699" cy="346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3" name="ellipse_2903">
              <a:extLst>
                <a:ext uri="{FF2B5EF4-FFF2-40B4-BE49-F238E27FC236}">
                  <a16:creationId xmlns:a16="http://schemas.microsoft.com/office/drawing/2014/main" id="{7678470D-81BC-7924-CBD1-044BBAEF64A3}"/>
                </a:ext>
              </a:extLst>
            </p:cNvPr>
            <p:cNvSpPr/>
            <p:nvPr/>
          </p:nvSpPr>
          <p:spPr>
            <a:xfrm>
              <a:off x="1592477" y="5951568"/>
              <a:ext cx="38059" cy="38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4" name="ellipse_2904">
              <a:extLst>
                <a:ext uri="{FF2B5EF4-FFF2-40B4-BE49-F238E27FC236}">
                  <a16:creationId xmlns:a16="http://schemas.microsoft.com/office/drawing/2014/main" id="{A0A2C15D-2FF4-B459-F81B-56D955BD0595}"/>
                </a:ext>
              </a:extLst>
            </p:cNvPr>
            <p:cNvSpPr/>
            <p:nvPr/>
          </p:nvSpPr>
          <p:spPr>
            <a:xfrm>
              <a:off x="1755519" y="5859269"/>
              <a:ext cx="33604" cy="336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5" name="ellipse_2905">
              <a:extLst>
                <a:ext uri="{FF2B5EF4-FFF2-40B4-BE49-F238E27FC236}">
                  <a16:creationId xmlns:a16="http://schemas.microsoft.com/office/drawing/2014/main" id="{99CCC3C4-E207-143C-B398-6DB976763F05}"/>
                </a:ext>
              </a:extLst>
            </p:cNvPr>
            <p:cNvSpPr/>
            <p:nvPr/>
          </p:nvSpPr>
          <p:spPr>
            <a:xfrm>
              <a:off x="1714504" y="5932612"/>
              <a:ext cx="32252" cy="3225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6" name="ellipse_2906">
              <a:extLst>
                <a:ext uri="{FF2B5EF4-FFF2-40B4-BE49-F238E27FC236}">
                  <a16:creationId xmlns:a16="http://schemas.microsoft.com/office/drawing/2014/main" id="{15513648-596D-1922-F922-CB1C3EFEC464}"/>
                </a:ext>
              </a:extLst>
            </p:cNvPr>
            <p:cNvSpPr/>
            <p:nvPr/>
          </p:nvSpPr>
          <p:spPr>
            <a:xfrm>
              <a:off x="1739282" y="5823798"/>
              <a:ext cx="27565" cy="275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7" name="ellipse_2907">
              <a:extLst>
                <a:ext uri="{FF2B5EF4-FFF2-40B4-BE49-F238E27FC236}">
                  <a16:creationId xmlns:a16="http://schemas.microsoft.com/office/drawing/2014/main" id="{6D68552D-95A2-A471-CC16-72FBE72EB4C6}"/>
                </a:ext>
              </a:extLst>
            </p:cNvPr>
            <p:cNvSpPr/>
            <p:nvPr/>
          </p:nvSpPr>
          <p:spPr>
            <a:xfrm>
              <a:off x="1477659" y="5897421"/>
              <a:ext cx="33413" cy="3341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8" name="ellipse_2908">
              <a:extLst>
                <a:ext uri="{FF2B5EF4-FFF2-40B4-BE49-F238E27FC236}">
                  <a16:creationId xmlns:a16="http://schemas.microsoft.com/office/drawing/2014/main" id="{4B47D83A-224F-4902-791F-4F9654899FCE}"/>
                </a:ext>
              </a:extLst>
            </p:cNvPr>
            <p:cNvSpPr/>
            <p:nvPr/>
          </p:nvSpPr>
          <p:spPr>
            <a:xfrm>
              <a:off x="1671524" y="5897894"/>
              <a:ext cx="34031" cy="340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9" name="ellipse_2909">
              <a:extLst>
                <a:ext uri="{FF2B5EF4-FFF2-40B4-BE49-F238E27FC236}">
                  <a16:creationId xmlns:a16="http://schemas.microsoft.com/office/drawing/2014/main" id="{7C591942-869B-2897-568C-F53B2E0C627A}"/>
                </a:ext>
              </a:extLst>
            </p:cNvPr>
            <p:cNvSpPr/>
            <p:nvPr/>
          </p:nvSpPr>
          <p:spPr>
            <a:xfrm>
              <a:off x="1742971" y="5773835"/>
              <a:ext cx="35121" cy="351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0" name="ellipse_2910">
              <a:extLst>
                <a:ext uri="{FF2B5EF4-FFF2-40B4-BE49-F238E27FC236}">
                  <a16:creationId xmlns:a16="http://schemas.microsoft.com/office/drawing/2014/main" id="{36297D6E-3FE4-F696-A7FD-5DB144C685F7}"/>
                </a:ext>
              </a:extLst>
            </p:cNvPr>
            <p:cNvSpPr/>
            <p:nvPr/>
          </p:nvSpPr>
          <p:spPr>
            <a:xfrm>
              <a:off x="1555987" y="5962446"/>
              <a:ext cx="25963" cy="2596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1" name="ellipse_2911">
              <a:extLst>
                <a:ext uri="{FF2B5EF4-FFF2-40B4-BE49-F238E27FC236}">
                  <a16:creationId xmlns:a16="http://schemas.microsoft.com/office/drawing/2014/main" id="{80E681D7-DD73-6AB1-2B01-355695133168}"/>
                </a:ext>
              </a:extLst>
            </p:cNvPr>
            <p:cNvSpPr/>
            <p:nvPr/>
          </p:nvSpPr>
          <p:spPr>
            <a:xfrm>
              <a:off x="1725888" y="5766654"/>
              <a:ext cx="33262" cy="332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2" name="ellipse_2912">
              <a:extLst>
                <a:ext uri="{FF2B5EF4-FFF2-40B4-BE49-F238E27FC236}">
                  <a16:creationId xmlns:a16="http://schemas.microsoft.com/office/drawing/2014/main" id="{B172A828-49F4-3ABE-3983-B8F0247AC841}"/>
                </a:ext>
              </a:extLst>
            </p:cNvPr>
            <p:cNvSpPr/>
            <p:nvPr/>
          </p:nvSpPr>
          <p:spPr>
            <a:xfrm>
              <a:off x="1638437" y="5914338"/>
              <a:ext cx="38036" cy="3803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3" name="ellipse_2913">
              <a:extLst>
                <a:ext uri="{FF2B5EF4-FFF2-40B4-BE49-F238E27FC236}">
                  <a16:creationId xmlns:a16="http://schemas.microsoft.com/office/drawing/2014/main" id="{FDC193DC-2BB3-1FE0-BDA6-D429A4B92713}"/>
                </a:ext>
              </a:extLst>
            </p:cNvPr>
            <p:cNvSpPr/>
            <p:nvPr/>
          </p:nvSpPr>
          <p:spPr>
            <a:xfrm>
              <a:off x="1469814" y="5810243"/>
              <a:ext cx="26475" cy="2647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4" name="ellipse_2914">
              <a:extLst>
                <a:ext uri="{FF2B5EF4-FFF2-40B4-BE49-F238E27FC236}">
                  <a16:creationId xmlns:a16="http://schemas.microsoft.com/office/drawing/2014/main" id="{4134C70B-3E08-8CF2-343A-8C2B59169361}"/>
                </a:ext>
              </a:extLst>
            </p:cNvPr>
            <p:cNvSpPr/>
            <p:nvPr/>
          </p:nvSpPr>
          <p:spPr>
            <a:xfrm>
              <a:off x="1604446" y="5912480"/>
              <a:ext cx="25177" cy="2517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5" name="ellipse_2915">
              <a:extLst>
                <a:ext uri="{FF2B5EF4-FFF2-40B4-BE49-F238E27FC236}">
                  <a16:creationId xmlns:a16="http://schemas.microsoft.com/office/drawing/2014/main" id="{CB7FE310-2D4D-A0C0-774C-2E8F010ABD5B}"/>
                </a:ext>
              </a:extLst>
            </p:cNvPr>
            <p:cNvSpPr/>
            <p:nvPr/>
          </p:nvSpPr>
          <p:spPr>
            <a:xfrm>
              <a:off x="1537160" y="5725932"/>
              <a:ext cx="26446" cy="2644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6" name="ellipse_2916">
              <a:extLst>
                <a:ext uri="{FF2B5EF4-FFF2-40B4-BE49-F238E27FC236}">
                  <a16:creationId xmlns:a16="http://schemas.microsoft.com/office/drawing/2014/main" id="{369BA530-E2E2-A342-B2A9-5587B374823D}"/>
                </a:ext>
              </a:extLst>
            </p:cNvPr>
            <p:cNvSpPr/>
            <p:nvPr/>
          </p:nvSpPr>
          <p:spPr>
            <a:xfrm>
              <a:off x="1627934" y="5686479"/>
              <a:ext cx="28884" cy="288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7" name="ellipse_2917">
              <a:extLst>
                <a:ext uri="{FF2B5EF4-FFF2-40B4-BE49-F238E27FC236}">
                  <a16:creationId xmlns:a16="http://schemas.microsoft.com/office/drawing/2014/main" id="{CE54CFAD-9CD8-9BAF-4E08-2F41734E581E}"/>
                </a:ext>
              </a:extLst>
            </p:cNvPr>
            <p:cNvSpPr/>
            <p:nvPr/>
          </p:nvSpPr>
          <p:spPr>
            <a:xfrm>
              <a:off x="1673455" y="5697854"/>
              <a:ext cx="24843" cy="2484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8" name="ellipse_2918">
              <a:extLst>
                <a:ext uri="{FF2B5EF4-FFF2-40B4-BE49-F238E27FC236}">
                  <a16:creationId xmlns:a16="http://schemas.microsoft.com/office/drawing/2014/main" id="{38C5191E-6151-490D-6000-7FCF4ECB2E24}"/>
                </a:ext>
              </a:extLst>
            </p:cNvPr>
            <p:cNvSpPr/>
            <p:nvPr/>
          </p:nvSpPr>
          <p:spPr>
            <a:xfrm>
              <a:off x="1740188" y="5843935"/>
              <a:ext cx="33634" cy="3363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9" name="ellipse_2919">
              <a:extLst>
                <a:ext uri="{FF2B5EF4-FFF2-40B4-BE49-F238E27FC236}">
                  <a16:creationId xmlns:a16="http://schemas.microsoft.com/office/drawing/2014/main" id="{707341FB-4510-2C5D-8EC6-2110155A9DEC}"/>
                </a:ext>
              </a:extLst>
            </p:cNvPr>
            <p:cNvSpPr/>
            <p:nvPr/>
          </p:nvSpPr>
          <p:spPr>
            <a:xfrm>
              <a:off x="1747527" y="5782823"/>
              <a:ext cx="38868" cy="3886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0" name="ellipse_2920">
              <a:extLst>
                <a:ext uri="{FF2B5EF4-FFF2-40B4-BE49-F238E27FC236}">
                  <a16:creationId xmlns:a16="http://schemas.microsoft.com/office/drawing/2014/main" id="{2DF0A280-3EB8-61D3-657A-50F7024B06B8}"/>
                </a:ext>
              </a:extLst>
            </p:cNvPr>
            <p:cNvSpPr/>
            <p:nvPr/>
          </p:nvSpPr>
          <p:spPr>
            <a:xfrm>
              <a:off x="1601887" y="5948096"/>
              <a:ext cx="25828" cy="2582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1" name="ellipse_2921">
              <a:extLst>
                <a:ext uri="{FF2B5EF4-FFF2-40B4-BE49-F238E27FC236}">
                  <a16:creationId xmlns:a16="http://schemas.microsoft.com/office/drawing/2014/main" id="{3C7D3B04-4C33-797A-D111-D55D128814B4}"/>
                </a:ext>
              </a:extLst>
            </p:cNvPr>
            <p:cNvSpPr/>
            <p:nvPr/>
          </p:nvSpPr>
          <p:spPr>
            <a:xfrm>
              <a:off x="1749582" y="5888113"/>
              <a:ext cx="36487" cy="3648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2" name="ellipse_2922">
              <a:extLst>
                <a:ext uri="{FF2B5EF4-FFF2-40B4-BE49-F238E27FC236}">
                  <a16:creationId xmlns:a16="http://schemas.microsoft.com/office/drawing/2014/main" id="{2C434F96-4BA9-F374-C850-78E8B61307FE}"/>
                </a:ext>
              </a:extLst>
            </p:cNvPr>
            <p:cNvSpPr/>
            <p:nvPr/>
          </p:nvSpPr>
          <p:spPr>
            <a:xfrm>
              <a:off x="1731701" y="5860783"/>
              <a:ext cx="23989" cy="239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3" name="ellipse_2923">
              <a:extLst>
                <a:ext uri="{FF2B5EF4-FFF2-40B4-BE49-F238E27FC236}">
                  <a16:creationId xmlns:a16="http://schemas.microsoft.com/office/drawing/2014/main" id="{66040366-F22C-7709-B360-26D8DE2F87CE}"/>
                </a:ext>
              </a:extLst>
            </p:cNvPr>
            <p:cNvSpPr/>
            <p:nvPr/>
          </p:nvSpPr>
          <p:spPr>
            <a:xfrm>
              <a:off x="1759056" y="5817672"/>
              <a:ext cx="28808" cy="288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4" name="ellipse_2924">
              <a:extLst>
                <a:ext uri="{FF2B5EF4-FFF2-40B4-BE49-F238E27FC236}">
                  <a16:creationId xmlns:a16="http://schemas.microsoft.com/office/drawing/2014/main" id="{3A33FFA7-63A2-237E-D3E5-FAC2D1777E34}"/>
                </a:ext>
              </a:extLst>
            </p:cNvPr>
            <p:cNvSpPr/>
            <p:nvPr/>
          </p:nvSpPr>
          <p:spPr>
            <a:xfrm>
              <a:off x="1547821" y="5674848"/>
              <a:ext cx="24536" cy="2453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5" name="ellipse_2925">
              <a:extLst>
                <a:ext uri="{FF2B5EF4-FFF2-40B4-BE49-F238E27FC236}">
                  <a16:creationId xmlns:a16="http://schemas.microsoft.com/office/drawing/2014/main" id="{564D9E62-4788-5983-3349-69C367866619}"/>
                </a:ext>
              </a:extLst>
            </p:cNvPr>
            <p:cNvSpPr/>
            <p:nvPr/>
          </p:nvSpPr>
          <p:spPr>
            <a:xfrm>
              <a:off x="1436856" y="5736363"/>
              <a:ext cx="23841" cy="238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6" name="ellipse_2926">
              <a:extLst>
                <a:ext uri="{FF2B5EF4-FFF2-40B4-BE49-F238E27FC236}">
                  <a16:creationId xmlns:a16="http://schemas.microsoft.com/office/drawing/2014/main" id="{13F2744F-58B7-DDA3-3FBA-555F04339E5C}"/>
                </a:ext>
              </a:extLst>
            </p:cNvPr>
            <p:cNvSpPr/>
            <p:nvPr/>
          </p:nvSpPr>
          <p:spPr>
            <a:xfrm>
              <a:off x="1457390" y="5888267"/>
              <a:ext cx="35961" cy="3596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7" name="ellipse_2927">
              <a:extLst>
                <a:ext uri="{FF2B5EF4-FFF2-40B4-BE49-F238E27FC236}">
                  <a16:creationId xmlns:a16="http://schemas.microsoft.com/office/drawing/2014/main" id="{C53F5B55-B94D-7A8D-A2BA-F719B6EBB275}"/>
                </a:ext>
              </a:extLst>
            </p:cNvPr>
            <p:cNvSpPr/>
            <p:nvPr/>
          </p:nvSpPr>
          <p:spPr>
            <a:xfrm>
              <a:off x="1428158" y="5810865"/>
              <a:ext cx="33956" cy="3395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8" name="ellipse_2928">
              <a:extLst>
                <a:ext uri="{FF2B5EF4-FFF2-40B4-BE49-F238E27FC236}">
                  <a16:creationId xmlns:a16="http://schemas.microsoft.com/office/drawing/2014/main" id="{9F2FE578-3DC2-8FB2-95DA-C9DE651EBEE7}"/>
                </a:ext>
              </a:extLst>
            </p:cNvPr>
            <p:cNvSpPr/>
            <p:nvPr/>
          </p:nvSpPr>
          <p:spPr>
            <a:xfrm>
              <a:off x="1806304" y="5819862"/>
              <a:ext cx="23670" cy="2367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9" name="ellipse_2929">
              <a:extLst>
                <a:ext uri="{FF2B5EF4-FFF2-40B4-BE49-F238E27FC236}">
                  <a16:creationId xmlns:a16="http://schemas.microsoft.com/office/drawing/2014/main" id="{143B32B1-65D5-E823-6386-F4E92E29C68C}"/>
                </a:ext>
              </a:extLst>
            </p:cNvPr>
            <p:cNvSpPr/>
            <p:nvPr/>
          </p:nvSpPr>
          <p:spPr>
            <a:xfrm>
              <a:off x="1627313" y="5712973"/>
              <a:ext cx="37885" cy="378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0" name="ellipse_2930">
              <a:extLst>
                <a:ext uri="{FF2B5EF4-FFF2-40B4-BE49-F238E27FC236}">
                  <a16:creationId xmlns:a16="http://schemas.microsoft.com/office/drawing/2014/main" id="{FDA83CE1-10C3-84D1-DFCE-F314CAE37073}"/>
                </a:ext>
              </a:extLst>
            </p:cNvPr>
            <p:cNvSpPr/>
            <p:nvPr/>
          </p:nvSpPr>
          <p:spPr>
            <a:xfrm>
              <a:off x="1710685" y="5883673"/>
              <a:ext cx="23533" cy="235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1" name="ellipse_2931">
              <a:extLst>
                <a:ext uri="{FF2B5EF4-FFF2-40B4-BE49-F238E27FC236}">
                  <a16:creationId xmlns:a16="http://schemas.microsoft.com/office/drawing/2014/main" id="{C12AFCC5-020F-6ADF-3265-AF066752A98F}"/>
                </a:ext>
              </a:extLst>
            </p:cNvPr>
            <p:cNvSpPr/>
            <p:nvPr/>
          </p:nvSpPr>
          <p:spPr>
            <a:xfrm>
              <a:off x="1694615" y="5911084"/>
              <a:ext cx="29708" cy="297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2" name="ellipse_2932">
              <a:extLst>
                <a:ext uri="{FF2B5EF4-FFF2-40B4-BE49-F238E27FC236}">
                  <a16:creationId xmlns:a16="http://schemas.microsoft.com/office/drawing/2014/main" id="{194A9F91-9EBB-0148-08DD-F3B73FE388B6}"/>
                </a:ext>
              </a:extLst>
            </p:cNvPr>
            <p:cNvSpPr/>
            <p:nvPr/>
          </p:nvSpPr>
          <p:spPr>
            <a:xfrm>
              <a:off x="1701593" y="5924380"/>
              <a:ext cx="23793" cy="2379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3" name="ellipse_2933">
              <a:extLst>
                <a:ext uri="{FF2B5EF4-FFF2-40B4-BE49-F238E27FC236}">
                  <a16:creationId xmlns:a16="http://schemas.microsoft.com/office/drawing/2014/main" id="{B3C97BB0-EA24-82D3-9913-45ADCA7C3C94}"/>
                </a:ext>
              </a:extLst>
            </p:cNvPr>
            <p:cNvSpPr/>
            <p:nvPr/>
          </p:nvSpPr>
          <p:spPr>
            <a:xfrm>
              <a:off x="1599033" y="5681949"/>
              <a:ext cx="29376" cy="2937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4" name="ellipse_2934">
              <a:extLst>
                <a:ext uri="{FF2B5EF4-FFF2-40B4-BE49-F238E27FC236}">
                  <a16:creationId xmlns:a16="http://schemas.microsoft.com/office/drawing/2014/main" id="{F5B318D7-00FA-A8AD-0F38-315E0A83E1CF}"/>
                </a:ext>
              </a:extLst>
            </p:cNvPr>
            <p:cNvSpPr/>
            <p:nvPr/>
          </p:nvSpPr>
          <p:spPr>
            <a:xfrm>
              <a:off x="1706363" y="5885733"/>
              <a:ext cx="27882" cy="2788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5" name="ellipse_2935">
              <a:extLst>
                <a:ext uri="{FF2B5EF4-FFF2-40B4-BE49-F238E27FC236}">
                  <a16:creationId xmlns:a16="http://schemas.microsoft.com/office/drawing/2014/main" id="{C001DB30-D02B-04A4-3CFD-F9361633ED59}"/>
                </a:ext>
              </a:extLst>
            </p:cNvPr>
            <p:cNvSpPr/>
            <p:nvPr/>
          </p:nvSpPr>
          <p:spPr>
            <a:xfrm>
              <a:off x="1644117" y="5927383"/>
              <a:ext cx="31868" cy="3186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6" name="ellipse_2936">
              <a:extLst>
                <a:ext uri="{FF2B5EF4-FFF2-40B4-BE49-F238E27FC236}">
                  <a16:creationId xmlns:a16="http://schemas.microsoft.com/office/drawing/2014/main" id="{D16F9D3B-514D-837E-7E48-DEC0428694F2}"/>
                </a:ext>
              </a:extLst>
            </p:cNvPr>
            <p:cNvSpPr/>
            <p:nvPr/>
          </p:nvSpPr>
          <p:spPr>
            <a:xfrm>
              <a:off x="1582830" y="5913046"/>
              <a:ext cx="31662" cy="31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7" name="ellipse_2937">
              <a:extLst>
                <a:ext uri="{FF2B5EF4-FFF2-40B4-BE49-F238E27FC236}">
                  <a16:creationId xmlns:a16="http://schemas.microsoft.com/office/drawing/2014/main" id="{3CB525D5-E884-B6F1-2A33-EF22766751BD}"/>
                </a:ext>
              </a:extLst>
            </p:cNvPr>
            <p:cNvSpPr/>
            <p:nvPr/>
          </p:nvSpPr>
          <p:spPr>
            <a:xfrm>
              <a:off x="1441252" y="5843458"/>
              <a:ext cx="37932" cy="37932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8" name="ellipse_2938">
              <a:extLst>
                <a:ext uri="{FF2B5EF4-FFF2-40B4-BE49-F238E27FC236}">
                  <a16:creationId xmlns:a16="http://schemas.microsoft.com/office/drawing/2014/main" id="{365602DA-F971-00BA-2D67-AC4C4C3EB322}"/>
                </a:ext>
              </a:extLst>
            </p:cNvPr>
            <p:cNvSpPr/>
            <p:nvPr/>
          </p:nvSpPr>
          <p:spPr>
            <a:xfrm>
              <a:off x="1676913" y="5723244"/>
              <a:ext cx="35560" cy="3556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9" name="ellipse_2939">
              <a:extLst>
                <a:ext uri="{FF2B5EF4-FFF2-40B4-BE49-F238E27FC236}">
                  <a16:creationId xmlns:a16="http://schemas.microsoft.com/office/drawing/2014/main" id="{C0E9E112-FB4C-3D7F-2CBD-D0E534F8E583}"/>
                </a:ext>
              </a:extLst>
            </p:cNvPr>
            <p:cNvSpPr/>
            <p:nvPr/>
          </p:nvSpPr>
          <p:spPr>
            <a:xfrm>
              <a:off x="1442316" y="5759309"/>
              <a:ext cx="30564" cy="3056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0" name="ellipse_2940">
              <a:extLst>
                <a:ext uri="{FF2B5EF4-FFF2-40B4-BE49-F238E27FC236}">
                  <a16:creationId xmlns:a16="http://schemas.microsoft.com/office/drawing/2014/main" id="{432DB19D-F30F-2469-8D8B-C3A5BA8E12CE}"/>
                </a:ext>
              </a:extLst>
            </p:cNvPr>
            <p:cNvSpPr/>
            <p:nvPr/>
          </p:nvSpPr>
          <p:spPr>
            <a:xfrm>
              <a:off x="1660843" y="5732672"/>
              <a:ext cx="32471" cy="324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1" name="ellipse_2941">
              <a:extLst>
                <a:ext uri="{FF2B5EF4-FFF2-40B4-BE49-F238E27FC236}">
                  <a16:creationId xmlns:a16="http://schemas.microsoft.com/office/drawing/2014/main" id="{71372DCF-5E5E-2BB6-7811-7006C2F5A053}"/>
                </a:ext>
              </a:extLst>
            </p:cNvPr>
            <p:cNvSpPr/>
            <p:nvPr/>
          </p:nvSpPr>
          <p:spPr>
            <a:xfrm>
              <a:off x="1441929" y="5857738"/>
              <a:ext cx="27539" cy="2753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2" name="ellipse_2942">
              <a:extLst>
                <a:ext uri="{FF2B5EF4-FFF2-40B4-BE49-F238E27FC236}">
                  <a16:creationId xmlns:a16="http://schemas.microsoft.com/office/drawing/2014/main" id="{012805FE-4DD4-2B69-3013-4863813FDCBE}"/>
                </a:ext>
              </a:extLst>
            </p:cNvPr>
            <p:cNvSpPr/>
            <p:nvPr/>
          </p:nvSpPr>
          <p:spPr>
            <a:xfrm>
              <a:off x="1605905" y="5946213"/>
              <a:ext cx="23720" cy="2372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3" name="ellipse_2943">
              <a:extLst>
                <a:ext uri="{FF2B5EF4-FFF2-40B4-BE49-F238E27FC236}">
                  <a16:creationId xmlns:a16="http://schemas.microsoft.com/office/drawing/2014/main" id="{2705CD14-54F8-E461-4778-15341470AF38}"/>
                </a:ext>
              </a:extLst>
            </p:cNvPr>
            <p:cNvSpPr/>
            <p:nvPr/>
          </p:nvSpPr>
          <p:spPr>
            <a:xfrm>
              <a:off x="1666560" y="5904207"/>
              <a:ext cx="25696" cy="25696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4" name="ellipse_2944">
              <a:extLst>
                <a:ext uri="{FF2B5EF4-FFF2-40B4-BE49-F238E27FC236}">
                  <a16:creationId xmlns:a16="http://schemas.microsoft.com/office/drawing/2014/main" id="{132BEBCC-2392-2419-C9B2-BF5BA10423E9}"/>
                </a:ext>
              </a:extLst>
            </p:cNvPr>
            <p:cNvSpPr/>
            <p:nvPr/>
          </p:nvSpPr>
          <p:spPr>
            <a:xfrm>
              <a:off x="1569217" y="5720001"/>
              <a:ext cx="32959" cy="329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5" name="ellipse_2945">
              <a:extLst>
                <a:ext uri="{FF2B5EF4-FFF2-40B4-BE49-F238E27FC236}">
                  <a16:creationId xmlns:a16="http://schemas.microsoft.com/office/drawing/2014/main" id="{8FFB249C-0375-B527-CC48-2CE98698AFC6}"/>
                </a:ext>
              </a:extLst>
            </p:cNvPr>
            <p:cNvSpPr/>
            <p:nvPr/>
          </p:nvSpPr>
          <p:spPr>
            <a:xfrm>
              <a:off x="1628649" y="5681483"/>
              <a:ext cx="30404" cy="304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6" name="ellipse_2946">
              <a:extLst>
                <a:ext uri="{FF2B5EF4-FFF2-40B4-BE49-F238E27FC236}">
                  <a16:creationId xmlns:a16="http://schemas.microsoft.com/office/drawing/2014/main" id="{CD7114D5-AA7B-7468-0694-E101E6C101B4}"/>
                </a:ext>
              </a:extLst>
            </p:cNvPr>
            <p:cNvSpPr/>
            <p:nvPr/>
          </p:nvSpPr>
          <p:spPr>
            <a:xfrm>
              <a:off x="1713397" y="5861457"/>
              <a:ext cx="33198" cy="3319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7" name="ellipse_2947">
              <a:extLst>
                <a:ext uri="{FF2B5EF4-FFF2-40B4-BE49-F238E27FC236}">
                  <a16:creationId xmlns:a16="http://schemas.microsoft.com/office/drawing/2014/main" id="{ED63FA36-1F11-00BF-AB76-506F79DCA662}"/>
                </a:ext>
              </a:extLst>
            </p:cNvPr>
            <p:cNvSpPr/>
            <p:nvPr/>
          </p:nvSpPr>
          <p:spPr>
            <a:xfrm>
              <a:off x="1568321" y="5927538"/>
              <a:ext cx="37172" cy="3717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8" name="ellipse_2948">
              <a:extLst>
                <a:ext uri="{FF2B5EF4-FFF2-40B4-BE49-F238E27FC236}">
                  <a16:creationId xmlns:a16="http://schemas.microsoft.com/office/drawing/2014/main" id="{84576D7C-5F9A-7A4B-3F60-1ECD5359E2F3}"/>
                </a:ext>
              </a:extLst>
            </p:cNvPr>
            <p:cNvSpPr/>
            <p:nvPr/>
          </p:nvSpPr>
          <p:spPr>
            <a:xfrm>
              <a:off x="1589792" y="5719262"/>
              <a:ext cx="26962" cy="269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9" name="ellipse_2949">
              <a:extLst>
                <a:ext uri="{FF2B5EF4-FFF2-40B4-BE49-F238E27FC236}">
                  <a16:creationId xmlns:a16="http://schemas.microsoft.com/office/drawing/2014/main" id="{33376475-57E6-E9CC-6BC6-542EDD509857}"/>
                </a:ext>
              </a:extLst>
            </p:cNvPr>
            <p:cNvSpPr/>
            <p:nvPr/>
          </p:nvSpPr>
          <p:spPr>
            <a:xfrm>
              <a:off x="1493034" y="5768073"/>
              <a:ext cx="32512" cy="3251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0" name="ellipse_2950">
              <a:extLst>
                <a:ext uri="{FF2B5EF4-FFF2-40B4-BE49-F238E27FC236}">
                  <a16:creationId xmlns:a16="http://schemas.microsoft.com/office/drawing/2014/main" id="{239A8EBB-CFD6-7A39-E47F-EDDA94188776}"/>
                </a:ext>
              </a:extLst>
            </p:cNvPr>
            <p:cNvSpPr/>
            <p:nvPr/>
          </p:nvSpPr>
          <p:spPr>
            <a:xfrm>
              <a:off x="1700028" y="5916902"/>
              <a:ext cx="26704" cy="267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1" name="ellipse_2951">
              <a:extLst>
                <a:ext uri="{FF2B5EF4-FFF2-40B4-BE49-F238E27FC236}">
                  <a16:creationId xmlns:a16="http://schemas.microsoft.com/office/drawing/2014/main" id="{3C580D10-AD6A-1EDB-1794-ECEA4F83E494}"/>
                </a:ext>
              </a:extLst>
            </p:cNvPr>
            <p:cNvSpPr/>
            <p:nvPr/>
          </p:nvSpPr>
          <p:spPr>
            <a:xfrm>
              <a:off x="1484645" y="5849570"/>
              <a:ext cx="34307" cy="3430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2" name="ellipse_2952">
              <a:extLst>
                <a:ext uri="{FF2B5EF4-FFF2-40B4-BE49-F238E27FC236}">
                  <a16:creationId xmlns:a16="http://schemas.microsoft.com/office/drawing/2014/main" id="{00A01FDC-D373-60FA-A8EC-C9AC2415D96C}"/>
                </a:ext>
              </a:extLst>
            </p:cNvPr>
            <p:cNvSpPr/>
            <p:nvPr/>
          </p:nvSpPr>
          <p:spPr>
            <a:xfrm>
              <a:off x="1796236" y="5779448"/>
              <a:ext cx="31087" cy="3108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3" name="ellipse_2953">
              <a:extLst>
                <a:ext uri="{FF2B5EF4-FFF2-40B4-BE49-F238E27FC236}">
                  <a16:creationId xmlns:a16="http://schemas.microsoft.com/office/drawing/2014/main" id="{C1DA3C52-F222-99D9-FF77-B6BE1FB7B0D5}"/>
                </a:ext>
              </a:extLst>
            </p:cNvPr>
            <p:cNvSpPr/>
            <p:nvPr/>
          </p:nvSpPr>
          <p:spPr>
            <a:xfrm>
              <a:off x="1703383" y="5707987"/>
              <a:ext cx="24249" cy="2424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4" name="ellipse_2954">
              <a:extLst>
                <a:ext uri="{FF2B5EF4-FFF2-40B4-BE49-F238E27FC236}">
                  <a16:creationId xmlns:a16="http://schemas.microsoft.com/office/drawing/2014/main" id="{C940F4A6-0B2F-6C00-8437-29CFE2379187}"/>
                </a:ext>
              </a:extLst>
            </p:cNvPr>
            <p:cNvSpPr/>
            <p:nvPr/>
          </p:nvSpPr>
          <p:spPr>
            <a:xfrm>
              <a:off x="1639165" y="5940343"/>
              <a:ext cx="34999" cy="349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5" name="ellipse_2955">
              <a:extLst>
                <a:ext uri="{FF2B5EF4-FFF2-40B4-BE49-F238E27FC236}">
                  <a16:creationId xmlns:a16="http://schemas.microsoft.com/office/drawing/2014/main" id="{1910BD55-C157-3092-59C6-32A2BF6B634E}"/>
                </a:ext>
              </a:extLst>
            </p:cNvPr>
            <p:cNvSpPr/>
            <p:nvPr/>
          </p:nvSpPr>
          <p:spPr>
            <a:xfrm>
              <a:off x="1607929" y="5664825"/>
              <a:ext cx="32753" cy="3275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6" name="ellipse_2956">
              <a:extLst>
                <a:ext uri="{FF2B5EF4-FFF2-40B4-BE49-F238E27FC236}">
                  <a16:creationId xmlns:a16="http://schemas.microsoft.com/office/drawing/2014/main" id="{DC38EB25-E458-DE7C-E476-05433631F6A5}"/>
                </a:ext>
              </a:extLst>
            </p:cNvPr>
            <p:cNvSpPr/>
            <p:nvPr/>
          </p:nvSpPr>
          <p:spPr>
            <a:xfrm>
              <a:off x="1431638" y="5888721"/>
              <a:ext cx="32307" cy="3230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7" name="ellipse_2957">
              <a:extLst>
                <a:ext uri="{FF2B5EF4-FFF2-40B4-BE49-F238E27FC236}">
                  <a16:creationId xmlns:a16="http://schemas.microsoft.com/office/drawing/2014/main" id="{1417F4A1-B43D-5554-3012-E7BBE30A1A1F}"/>
                </a:ext>
              </a:extLst>
            </p:cNvPr>
            <p:cNvSpPr/>
            <p:nvPr/>
          </p:nvSpPr>
          <p:spPr>
            <a:xfrm>
              <a:off x="1763250" y="5810798"/>
              <a:ext cx="24008" cy="2400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8" name="ellipse_2958">
              <a:extLst>
                <a:ext uri="{FF2B5EF4-FFF2-40B4-BE49-F238E27FC236}">
                  <a16:creationId xmlns:a16="http://schemas.microsoft.com/office/drawing/2014/main" id="{59D7718C-739A-7FD2-210D-516C9C0D036D}"/>
                </a:ext>
              </a:extLst>
            </p:cNvPr>
            <p:cNvSpPr/>
            <p:nvPr/>
          </p:nvSpPr>
          <p:spPr>
            <a:xfrm>
              <a:off x="1770156" y="5894195"/>
              <a:ext cx="34129" cy="3412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9" name="ellipse_2959">
              <a:extLst>
                <a:ext uri="{FF2B5EF4-FFF2-40B4-BE49-F238E27FC236}">
                  <a16:creationId xmlns:a16="http://schemas.microsoft.com/office/drawing/2014/main" id="{E6F95BBD-B1AF-E513-F8D4-80CEEBE93560}"/>
                </a:ext>
              </a:extLst>
            </p:cNvPr>
            <p:cNvSpPr/>
            <p:nvPr/>
          </p:nvSpPr>
          <p:spPr>
            <a:xfrm>
              <a:off x="1631456" y="5662376"/>
              <a:ext cx="36317" cy="3631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0" name="ellipse_2960">
              <a:extLst>
                <a:ext uri="{FF2B5EF4-FFF2-40B4-BE49-F238E27FC236}">
                  <a16:creationId xmlns:a16="http://schemas.microsoft.com/office/drawing/2014/main" id="{64A3592C-5468-CD3E-F3C6-60AA314D25B7}"/>
                </a:ext>
              </a:extLst>
            </p:cNvPr>
            <p:cNvSpPr/>
            <p:nvPr/>
          </p:nvSpPr>
          <p:spPr>
            <a:xfrm>
              <a:off x="1505565" y="5729779"/>
              <a:ext cx="35155" cy="3515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1" name="ellipse_2961">
              <a:extLst>
                <a:ext uri="{FF2B5EF4-FFF2-40B4-BE49-F238E27FC236}">
                  <a16:creationId xmlns:a16="http://schemas.microsoft.com/office/drawing/2014/main" id="{21D7A71D-AA27-387B-BCE4-63DC5DF49E20}"/>
                </a:ext>
              </a:extLst>
            </p:cNvPr>
            <p:cNvSpPr/>
            <p:nvPr/>
          </p:nvSpPr>
          <p:spPr>
            <a:xfrm>
              <a:off x="1745125" y="5807695"/>
              <a:ext cx="28645" cy="2864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2" name="ellipse_2962">
              <a:extLst>
                <a:ext uri="{FF2B5EF4-FFF2-40B4-BE49-F238E27FC236}">
                  <a16:creationId xmlns:a16="http://schemas.microsoft.com/office/drawing/2014/main" id="{4B632048-9517-E5B7-7E06-0B5063533988}"/>
                </a:ext>
              </a:extLst>
            </p:cNvPr>
            <p:cNvSpPr/>
            <p:nvPr/>
          </p:nvSpPr>
          <p:spPr>
            <a:xfrm>
              <a:off x="1415944" y="5861397"/>
              <a:ext cx="29118" cy="291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3" name="ellipse_2963">
              <a:extLst>
                <a:ext uri="{FF2B5EF4-FFF2-40B4-BE49-F238E27FC236}">
                  <a16:creationId xmlns:a16="http://schemas.microsoft.com/office/drawing/2014/main" id="{07F72242-21F2-D512-14C9-10D44ACB5677}"/>
                </a:ext>
              </a:extLst>
            </p:cNvPr>
            <p:cNvSpPr/>
            <p:nvPr/>
          </p:nvSpPr>
          <p:spPr>
            <a:xfrm>
              <a:off x="1444289" y="5910192"/>
              <a:ext cx="36484" cy="364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4" name="ellipse_2964">
              <a:extLst>
                <a:ext uri="{FF2B5EF4-FFF2-40B4-BE49-F238E27FC236}">
                  <a16:creationId xmlns:a16="http://schemas.microsoft.com/office/drawing/2014/main" id="{2D146DA7-BA10-B0BD-CE7A-06A73EF1365D}"/>
                </a:ext>
              </a:extLst>
            </p:cNvPr>
            <p:cNvSpPr/>
            <p:nvPr/>
          </p:nvSpPr>
          <p:spPr>
            <a:xfrm>
              <a:off x="1692595" y="5720180"/>
              <a:ext cx="34350" cy="3435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5" name="ellipse_2965">
              <a:extLst>
                <a:ext uri="{FF2B5EF4-FFF2-40B4-BE49-F238E27FC236}">
                  <a16:creationId xmlns:a16="http://schemas.microsoft.com/office/drawing/2014/main" id="{48B6E508-0FD6-1105-C3DD-86384A57C6DD}"/>
                </a:ext>
              </a:extLst>
            </p:cNvPr>
            <p:cNvSpPr/>
            <p:nvPr/>
          </p:nvSpPr>
          <p:spPr>
            <a:xfrm>
              <a:off x="1645377" y="5668528"/>
              <a:ext cx="23232" cy="232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6" name="ellipse_2966">
              <a:extLst>
                <a:ext uri="{FF2B5EF4-FFF2-40B4-BE49-F238E27FC236}">
                  <a16:creationId xmlns:a16="http://schemas.microsoft.com/office/drawing/2014/main" id="{20B625AF-9EC3-007B-F40C-DDFE899EA2E6}"/>
                </a:ext>
              </a:extLst>
            </p:cNvPr>
            <p:cNvSpPr/>
            <p:nvPr/>
          </p:nvSpPr>
          <p:spPr>
            <a:xfrm>
              <a:off x="1463027" y="5702838"/>
              <a:ext cx="32775" cy="3277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7" name="ellipse_2967">
              <a:extLst>
                <a:ext uri="{FF2B5EF4-FFF2-40B4-BE49-F238E27FC236}">
                  <a16:creationId xmlns:a16="http://schemas.microsoft.com/office/drawing/2014/main" id="{0C61A8F0-E51E-6B42-C512-59922AC7C74D}"/>
                </a:ext>
              </a:extLst>
            </p:cNvPr>
            <p:cNvSpPr/>
            <p:nvPr/>
          </p:nvSpPr>
          <p:spPr>
            <a:xfrm>
              <a:off x="1471693" y="5806019"/>
              <a:ext cx="36914" cy="3691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8" name="ellipse_2968">
              <a:extLst>
                <a:ext uri="{FF2B5EF4-FFF2-40B4-BE49-F238E27FC236}">
                  <a16:creationId xmlns:a16="http://schemas.microsoft.com/office/drawing/2014/main" id="{D24F60FB-3B10-EE32-23C0-5A9F0BC142D4}"/>
                </a:ext>
              </a:extLst>
            </p:cNvPr>
            <p:cNvSpPr/>
            <p:nvPr/>
          </p:nvSpPr>
          <p:spPr>
            <a:xfrm>
              <a:off x="1447857" y="5802230"/>
              <a:ext cx="29872" cy="2987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9" name="ellipse_2969">
              <a:extLst>
                <a:ext uri="{FF2B5EF4-FFF2-40B4-BE49-F238E27FC236}">
                  <a16:creationId xmlns:a16="http://schemas.microsoft.com/office/drawing/2014/main" id="{95F4419B-F342-0230-00ED-443FF3DBEDDC}"/>
                </a:ext>
              </a:extLst>
            </p:cNvPr>
            <p:cNvSpPr/>
            <p:nvPr/>
          </p:nvSpPr>
          <p:spPr>
            <a:xfrm>
              <a:off x="1612617" y="5934978"/>
              <a:ext cx="25869" cy="2586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0" name="ellipse_2970">
              <a:extLst>
                <a:ext uri="{FF2B5EF4-FFF2-40B4-BE49-F238E27FC236}">
                  <a16:creationId xmlns:a16="http://schemas.microsoft.com/office/drawing/2014/main" id="{0C9CA27B-B3D4-7F79-2AA8-225815BA2D4C}"/>
                </a:ext>
              </a:extLst>
            </p:cNvPr>
            <p:cNvSpPr/>
            <p:nvPr/>
          </p:nvSpPr>
          <p:spPr>
            <a:xfrm>
              <a:off x="1499567" y="5923927"/>
              <a:ext cx="29366" cy="293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1" name="ellipse_2971">
              <a:extLst>
                <a:ext uri="{FF2B5EF4-FFF2-40B4-BE49-F238E27FC236}">
                  <a16:creationId xmlns:a16="http://schemas.microsoft.com/office/drawing/2014/main" id="{D886636E-6CE9-B501-A1BF-50159BE3E205}"/>
                </a:ext>
              </a:extLst>
            </p:cNvPr>
            <p:cNvSpPr/>
            <p:nvPr/>
          </p:nvSpPr>
          <p:spPr>
            <a:xfrm>
              <a:off x="1439722" y="5746255"/>
              <a:ext cx="30428" cy="3042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2" name="ellipse_2972">
              <a:extLst>
                <a:ext uri="{FF2B5EF4-FFF2-40B4-BE49-F238E27FC236}">
                  <a16:creationId xmlns:a16="http://schemas.microsoft.com/office/drawing/2014/main" id="{65D5A61A-F099-3F80-9D2A-A2A21DD824B2}"/>
                </a:ext>
              </a:extLst>
            </p:cNvPr>
            <p:cNvSpPr/>
            <p:nvPr/>
          </p:nvSpPr>
          <p:spPr>
            <a:xfrm>
              <a:off x="1601892" y="5705782"/>
              <a:ext cx="26593" cy="26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3" name="ellipse_2973">
              <a:extLst>
                <a:ext uri="{FF2B5EF4-FFF2-40B4-BE49-F238E27FC236}">
                  <a16:creationId xmlns:a16="http://schemas.microsoft.com/office/drawing/2014/main" id="{73C1E5DA-A1B6-8948-48C9-3437F2E07AE0}"/>
                </a:ext>
              </a:extLst>
            </p:cNvPr>
            <p:cNvSpPr/>
            <p:nvPr/>
          </p:nvSpPr>
          <p:spPr>
            <a:xfrm>
              <a:off x="1683294" y="5736674"/>
              <a:ext cx="36357" cy="363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954" name="Build | SMILES ligand graph">
            <a:extLst>
              <a:ext uri="{FF2B5EF4-FFF2-40B4-BE49-F238E27FC236}">
                <a16:creationId xmlns:a16="http://schemas.microsoft.com/office/drawing/2014/main" id="{413402C4-3626-B7DB-43F3-4EC623A38489}"/>
              </a:ext>
            </a:extLst>
          </p:cNvPr>
          <p:cNvGrpSpPr/>
          <p:nvPr/>
        </p:nvGrpSpPr>
        <p:grpSpPr>
          <a:xfrm>
            <a:off x="4790658" y="1170736"/>
            <a:ext cx="472025" cy="229380"/>
            <a:chOff x="863060" y="5744348"/>
            <a:chExt cx="420988" cy="204721"/>
          </a:xfrm>
        </p:grpSpPr>
        <p:cxnSp>
          <p:nvCxnSpPr>
            <p:cNvPr id="955" name="path_2875">
              <a:extLst>
                <a:ext uri="{FF2B5EF4-FFF2-40B4-BE49-F238E27FC236}">
                  <a16:creationId xmlns:a16="http://schemas.microsoft.com/office/drawing/2014/main" id="{00624B78-68B0-99D0-7EBD-D3B09BB09AC1}"/>
                </a:ext>
              </a:extLst>
            </p:cNvPr>
            <p:cNvCxnSpPr/>
            <p:nvPr/>
          </p:nvCxnSpPr>
          <p:spPr>
            <a:xfrm flipH="1">
              <a:off x="956231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6" name="path_2876">
              <a:extLst>
                <a:ext uri="{FF2B5EF4-FFF2-40B4-BE49-F238E27FC236}">
                  <a16:creationId xmlns:a16="http://schemas.microsoft.com/office/drawing/2014/main" id="{09FC6182-4600-ACDE-6260-63D4814986DE}"/>
                </a:ext>
              </a:extLst>
            </p:cNvPr>
            <p:cNvCxnSpPr/>
            <p:nvPr/>
          </p:nvCxnSpPr>
          <p:spPr>
            <a:xfrm flipH="1" flipV="1">
              <a:off x="863060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7" name="path_2877">
              <a:extLst>
                <a:ext uri="{FF2B5EF4-FFF2-40B4-BE49-F238E27FC236}">
                  <a16:creationId xmlns:a16="http://schemas.microsoft.com/office/drawing/2014/main" id="{63D4F1DD-6752-7091-8264-F2533E4C9785}"/>
                </a:ext>
              </a:extLst>
            </p:cNvPr>
            <p:cNvCxnSpPr/>
            <p:nvPr/>
          </p:nvCxnSpPr>
          <p:spPr>
            <a:xfrm flipH="1" flipV="1">
              <a:off x="863060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8" name="path_2878">
              <a:extLst>
                <a:ext uri="{FF2B5EF4-FFF2-40B4-BE49-F238E27FC236}">
                  <a16:creationId xmlns:a16="http://schemas.microsoft.com/office/drawing/2014/main" id="{854A8EC6-67BB-9A5F-9F02-B3593C81BE65}"/>
                </a:ext>
              </a:extLst>
            </p:cNvPr>
            <p:cNvCxnSpPr/>
            <p:nvPr/>
          </p:nvCxnSpPr>
          <p:spPr>
            <a:xfrm flipV="1">
              <a:off x="863060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9" name="path_2879">
              <a:extLst>
                <a:ext uri="{FF2B5EF4-FFF2-40B4-BE49-F238E27FC236}">
                  <a16:creationId xmlns:a16="http://schemas.microsoft.com/office/drawing/2014/main" id="{FAB2250C-8E7D-03A1-72E4-D4C81F7BDDB1}"/>
                </a:ext>
              </a:extLst>
            </p:cNvPr>
            <p:cNvCxnSpPr/>
            <p:nvPr/>
          </p:nvCxnSpPr>
          <p:spPr>
            <a:xfrm>
              <a:off x="956231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0" name="path_2880">
              <a:extLst>
                <a:ext uri="{FF2B5EF4-FFF2-40B4-BE49-F238E27FC236}">
                  <a16:creationId xmlns:a16="http://schemas.microsoft.com/office/drawing/2014/main" id="{181CE275-3540-CAD1-FC4B-27A6617364D9}"/>
                </a:ext>
              </a:extLst>
            </p:cNvPr>
            <p:cNvCxnSpPr/>
            <p:nvPr/>
          </p:nvCxnSpPr>
          <p:spPr>
            <a:xfrm flipH="1">
              <a:off x="1049401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1" name="path_2881">
              <a:extLst>
                <a:ext uri="{FF2B5EF4-FFF2-40B4-BE49-F238E27FC236}">
                  <a16:creationId xmlns:a16="http://schemas.microsoft.com/office/drawing/2014/main" id="{567FDE8F-DE2C-0157-679A-59970E38D8F2}"/>
                </a:ext>
              </a:extLst>
            </p:cNvPr>
            <p:cNvCxnSpPr/>
            <p:nvPr/>
          </p:nvCxnSpPr>
          <p:spPr>
            <a:xfrm flipV="1">
              <a:off x="1049401" y="5768591"/>
              <a:ext cx="83267" cy="12929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2" name="path_2882">
              <a:extLst>
                <a:ext uri="{FF2B5EF4-FFF2-40B4-BE49-F238E27FC236}">
                  <a16:creationId xmlns:a16="http://schemas.microsoft.com/office/drawing/2014/main" id="{A42476A7-1E3C-6AB6-4428-D8E7CF81CF22}"/>
                </a:ext>
              </a:extLst>
            </p:cNvPr>
            <p:cNvCxnSpPr/>
            <p:nvPr/>
          </p:nvCxnSpPr>
          <p:spPr>
            <a:xfrm>
              <a:off x="1132668" y="5768591"/>
              <a:ext cx="60247" cy="565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3" name="path_2883">
              <a:extLst>
                <a:ext uri="{FF2B5EF4-FFF2-40B4-BE49-F238E27FC236}">
                  <a16:creationId xmlns:a16="http://schemas.microsoft.com/office/drawing/2014/main" id="{81F1C2F5-585F-3900-B632-A6AA75F56048}"/>
                </a:ext>
              </a:extLst>
            </p:cNvPr>
            <p:cNvCxnSpPr/>
            <p:nvPr/>
          </p:nvCxnSpPr>
          <p:spPr>
            <a:xfrm flipH="1">
              <a:off x="956231" y="5888677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4" name="path_2884">
              <a:extLst>
                <a:ext uri="{FF2B5EF4-FFF2-40B4-BE49-F238E27FC236}">
                  <a16:creationId xmlns:a16="http://schemas.microsoft.com/office/drawing/2014/main" id="{FB62F490-FC6D-A829-B758-E01E057244F8}"/>
                </a:ext>
              </a:extLst>
            </p:cNvPr>
            <p:cNvCxnSpPr/>
            <p:nvPr/>
          </p:nvCxnSpPr>
          <p:spPr>
            <a:xfrm flipH="1" flipV="1">
              <a:off x="879831" y="5804741"/>
              <a:ext cx="0" cy="83936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5" name="path_2885">
              <a:extLst>
                <a:ext uri="{FF2B5EF4-FFF2-40B4-BE49-F238E27FC236}">
                  <a16:creationId xmlns:a16="http://schemas.microsoft.com/office/drawing/2014/main" id="{EA7FFCB1-EDE5-9F99-9731-8AA9BBE7AC79}"/>
                </a:ext>
              </a:extLst>
            </p:cNvPr>
            <p:cNvCxnSpPr/>
            <p:nvPr/>
          </p:nvCxnSpPr>
          <p:spPr>
            <a:xfrm>
              <a:off x="956231" y="5762773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66" name="Text | O">
              <a:extLst>
                <a:ext uri="{FF2B5EF4-FFF2-40B4-BE49-F238E27FC236}">
                  <a16:creationId xmlns:a16="http://schemas.microsoft.com/office/drawing/2014/main" id="{3259D7DF-DE5F-62D0-877C-588A9F7B9802}"/>
                </a:ext>
              </a:extLst>
            </p:cNvPr>
            <p:cNvSpPr txBox="1"/>
            <p:nvPr/>
          </p:nvSpPr>
          <p:spPr>
            <a:xfrm>
              <a:off x="1206055" y="5782454"/>
              <a:ext cx="77993" cy="9329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7" dirty="0">
                  <a:solidFill>
                    <a:srgbClr val="CE4148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447"/>
            </a:p>
          </p:txBody>
        </p:sp>
      </p:grpSp>
      <p:pic>
        <p:nvPicPr>
          <p:cNvPr id="967" name="Build corresponding experimental density" descr="Experimental 9LLG density around chain C1 of the displayed CryoAtom2 receptor, at the original contour level and the identical camera orientation."/>
          <p:cNvPicPr/>
          <p:nvPr/>
        </p:nvPicPr>
        <p:blipFill>
          <a:blip r:embed="rId4"/>
          <a:stretch>
            <a:fillRect/>
          </a:stretch>
        </p:blipFill>
        <p:spPr>
          <a:xfrm>
            <a:off x="537179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37234F67-70C1-4BD6-D7D4-29BE361ED850}"/>
              </a:ext>
            </a:extLst>
          </p:cNvPr>
          <p:cNvSpPr/>
          <p:nvPr/>
        </p:nvSpPr>
        <p:spPr>
          <a:xfrm>
            <a:off x="465307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40042943-3305-FABB-0AA7-01AFAEDA9C67}"/>
              </a:ext>
            </a:extLst>
          </p:cNvPr>
          <p:cNvSpPr/>
          <p:nvPr/>
        </p:nvSpPr>
        <p:spPr>
          <a:xfrm>
            <a:off x="470706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A4CF9ABB-5541-19EF-BCA1-8ED1B4E9906B}"/>
              </a:ext>
            </a:extLst>
          </p:cNvPr>
          <p:cNvGrpSpPr/>
          <p:nvPr/>
        </p:nvGrpSpPr>
        <p:grpSpPr>
          <a:xfrm>
            <a:off x="473919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9BC63B00-3AF3-9883-CEA9-8BCDB08989FC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781BD085-3A20-E7CE-DD48-2CC663EE5ED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2F198F4E-1E9B-7890-4925-E6DE096CA6B2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BDEB8200-3AFD-34A6-2FB0-2A13DD7F6492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2C612303-E539-E75E-379C-19102C37262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A439B42C-DF29-19F6-A567-DA273CFCEDD5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4EAAB79D-59F5-4663-17A8-54E50978E9D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70DECE61-1FBF-46E1-A50F-1DE352AEB452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C8B6161F-2136-332C-B84B-B69198CBCBD2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05530E10-7459-5179-0D36-C1A5D4F977DF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E1D9CE6C-7DFE-FE01-3886-9DB273DD6DEC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915C007F-BEBA-7EAE-7159-0745B8FE1192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73B6A4D8-EF3C-3597-0103-D467B5353AD9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12D671AC-5042-5664-731F-8834326CE55C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2B598DAE-A0E1-DBD1-4A81-0F705BE79EEA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DA61903E-34C0-BBB8-DEAC-34A2095C7B1B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8B331B08-1614-7BE8-C1F6-13A824C7C7CA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5690D045-817D-A980-F1D6-D962F14CE80B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4B394075-11B1-DC85-1C45-150BE8BA3450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FE044A78-B1EF-92E1-27F3-2C0146A33BAA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2CB23E2C-5ED2-A631-A649-6688740AE4D0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23A7D502-FE5F-3DBD-CD64-0CA5C06F2437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E54F1612-5172-138C-878F-A55C7B9D3071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30BC6318-C63E-65E5-3B02-8B1FD5661916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6DF7AA76-0B44-59B5-4587-D33CBC1DDFF7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541D9DBE-DE60-FF49-7EDD-B7B1CFA5D83C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CE714C2D-C6D7-2F7A-5C5E-799ACD584A7D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8EE99B80-AF2A-0693-2373-FEE558B2CF1D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14F194DF-35E2-1245-7FDB-2198381BC8E4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9EF1AE4B-4E98-772F-A186-F84DCDEC07E6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2364542A-C529-EA54-2E52-CBE40817C848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4B37B906-535E-68C9-0E27-3E7C9AA493EA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AB37B3F1-DAB1-BBFA-5AEB-307BE4645AC5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D1A8A272-1A89-5EF4-B775-F20A2C8DE999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3AC3DA03-3A5C-4A3A-87CE-E7553277558E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B075A433-FEB1-AE81-24E3-23533128DB55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4E91C340-4839-9A6D-D111-6A0254EC91CF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05E26C58-7697-DD9C-1C3A-C3E19C5FDA2F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C15D0FF4-D7E4-1EB2-9E6E-62DB207113D3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EC7168B3-5F6F-39A8-568E-EFE0B8756994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26382AD7-6488-D7E1-0AC7-41ABD7700D25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7E23AF92-2DEF-8FE1-AF15-269471CBDF65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FAE07D77-3753-72B9-A2D2-EC7A8B4700EB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7EA5153D-8798-A001-3BF0-2DA0946505B2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8052BAF0-F773-A859-A0B2-5863C22C6343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4FE306D2-FCB0-A6F3-BA3D-D42E8ACD8F13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7EF75726-439A-19F9-E317-20DE6040D5CA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EFE6D674-22E9-E4DD-DE49-F1B6C9852931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26846003-1403-0080-BF7A-785B4D27846F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058C167B-1C08-2CF5-7F70-C8E7CA32860B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1A379CC2-57FF-8A7F-435F-7886EF61BB5A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9367CA59-5735-5E2E-D54F-9E01581923B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54676723-59D4-2DFC-08A7-CBD4F17E1C23}"/>
              </a:ext>
            </a:extLst>
          </p:cNvPr>
          <p:cNvSpPr txBox="1"/>
          <p:nvPr/>
        </p:nvSpPr>
        <p:spPr>
          <a:xfrm>
            <a:off x="4984740" y="2150246"/>
            <a:ext cx="996707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8C5818"/>
                </a:solidFill>
                <a:latin typeface="Arial"/>
              </a:rPr>
              <a:t>PocketXMol</a:t>
            </a:r>
            <a:r>
              <a:rPr lang="en-US" sz="623" b="1" dirty="0">
                <a:solidFill>
                  <a:srgbClr val="8C5818"/>
                </a:solidFill>
                <a:latin typeface="Arial"/>
              </a:rPr>
              <a:t>-</a:t>
            </a:r>
            <a:r>
              <a:rPr lang="en-US" altLang="zh-CN" sz="623" b="1" dirty="0">
                <a:solidFill>
                  <a:srgbClr val="8C5818"/>
                </a:solidFill>
                <a:latin typeface="Arial"/>
              </a:rPr>
              <a:t>tuned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F6BF2B99-A389-B27B-6043-8638354243B4}"/>
              </a:ext>
            </a:extLst>
          </p:cNvPr>
          <p:cNvSpPr txBox="1"/>
          <p:nvPr/>
        </p:nvSpPr>
        <p:spPr>
          <a:xfrm>
            <a:off x="4985233" y="2305119"/>
            <a:ext cx="1205196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112A14F4-8A99-85C9-FFB1-AF611951D789}"/>
              </a:ext>
            </a:extLst>
          </p:cNvPr>
          <p:cNvSpPr/>
          <p:nvPr/>
        </p:nvSpPr>
        <p:spPr>
          <a:xfrm>
            <a:off x="470706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EFF2F8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19E11D6E-DD3A-39BD-A719-25E152935CE5}"/>
              </a:ext>
            </a:extLst>
          </p:cNvPr>
          <p:cNvSpPr txBox="1"/>
          <p:nvPr/>
        </p:nvSpPr>
        <p:spPr>
          <a:xfrm>
            <a:off x="4758703" y="2647450"/>
            <a:ext cx="1186556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1982E906-CB6E-CCF7-CFDD-F750BBCFE391}"/>
              </a:ext>
            </a:extLst>
          </p:cNvPr>
          <p:cNvSpPr txBox="1"/>
          <p:nvPr/>
        </p:nvSpPr>
        <p:spPr>
          <a:xfrm>
            <a:off x="475557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pic>
        <p:nvPicPr>
          <p:cNvPr id="1247" name="图片 4899" descr="已检查的图像">
            <a:extLst>
              <a:ext uri="{FF2B5EF4-FFF2-40B4-BE49-F238E27FC236}">
                <a16:creationId xmlns:a16="http://schemas.microsoft.com/office/drawing/2014/main" id="{8EE858D3-C795-4A5F-F506-BDD0DE0AAB62}"/>
              </a:ext>
            </a:extLst>
          </p:cNvPr>
          <p:cNvPicPr>
            <a:picLocks/>
          </p:cNvPicPr>
          <p:nvPr/>
        </p:nvPicPr>
        <p:blipFill>
          <a:blip r:embed="rId7"/>
          <a:srcRect l="22277" t="11600" r="20320" b="13721"/>
          <a:stretch>
            <a:fillRect/>
          </a:stretch>
        </p:blipFill>
        <p:spPr>
          <a:xfrm rot="1047317">
            <a:off x="4857383" y="3459221"/>
            <a:ext cx="862283" cy="761214"/>
          </a:xfrm>
          <a:prstGeom prst="rect">
            <a:avLst/>
          </a:prstGeom>
        </p:spPr>
      </p:pic>
      <p:grpSp>
        <p:nvGrpSpPr>
          <p:cNvPr id="1248" name="Unified flow and feature elements">
            <a:extLst>
              <a:ext uri="{FF2B5EF4-FFF2-40B4-BE49-F238E27FC236}">
                <a16:creationId xmlns:a16="http://schemas.microsoft.com/office/drawing/2014/main" id="{D8867049-FDF1-AED4-3161-4997D92FB690}"/>
              </a:ext>
            </a:extLst>
          </p:cNvPr>
          <p:cNvGrpSpPr/>
          <p:nvPr/>
        </p:nvGrpSpPr>
        <p:grpSpPr>
          <a:xfrm>
            <a:off x="823347" y="284723"/>
            <a:ext cx="4153884" cy="3967446"/>
            <a:chOff x="1936337" y="669608"/>
            <a:chExt cx="9769057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460ABE26-F0CD-4405-B8ED-6E676FD417C8}"/>
                </a:ext>
              </a:extLst>
            </p:cNvPr>
            <p:cNvSpPr>
              <a:spLocks noGrp="1"/>
            </p:cNvSpPr>
            <p:nvPr/>
          </p:nvSpPr>
          <p:spPr>
            <a:xfrm>
              <a:off x="2814488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F0F677FA-5225-5173-2DF9-E05DDC169C95}"/>
                </a:ext>
              </a:extLst>
            </p:cNvPr>
            <p:cNvSpPr>
              <a:spLocks noGrp="1"/>
            </p:cNvSpPr>
            <p:nvPr/>
          </p:nvSpPr>
          <p:spPr>
            <a:xfrm>
              <a:off x="2911036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E939E472-0524-B1F8-DE8E-CEE1F5D1D87D}"/>
                </a:ext>
              </a:extLst>
            </p:cNvPr>
            <p:cNvSpPr>
              <a:spLocks noGrp="1"/>
            </p:cNvSpPr>
            <p:nvPr/>
          </p:nvSpPr>
          <p:spPr>
            <a:xfrm>
              <a:off x="2823460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3638EF74-3CEC-01FA-F2D9-5D1363BE1F5A}"/>
                </a:ext>
              </a:extLst>
            </p:cNvPr>
            <p:cNvSpPr>
              <a:spLocks noGrp="1"/>
            </p:cNvSpPr>
            <p:nvPr/>
          </p:nvSpPr>
          <p:spPr>
            <a:xfrm>
              <a:off x="2834250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Embedding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head</a:t>
              </a: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E447DEAC-F63A-4E30-8936-5237ADDD3CA4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840027FF-AAA6-E356-A2D1-E923EEBDD722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831A899F-006A-FB17-0663-FD59ED2869FA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AB28468E-8025-D9AA-135C-A66ECFB72EC6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AE8278BA-5A41-06FF-91EA-EF316339621C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6F50E809-FA39-6A45-F4A8-703E108351D4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4B8218FB-3E82-4AFF-50EB-B880F2C4A7E1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C9BFD29E-A979-21CD-54E1-10E51FC0F2BF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BE893B93-E121-CC04-B2F6-F795D4FBC863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7278406B-064D-5D88-BA36-A08CCAD783D8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F4FF3F0F-29DB-68DA-2CE5-45D41826F4A2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EE1A9AFE-0F9E-FDCD-63C3-04968E89EFA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0469F586-496D-D1D4-6D88-2576706E803E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875A1DF2-ECDD-8D4C-68B8-A6BB6A9359E9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A07449F4-3D57-6347-E812-4262FA832B31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498C082A-32E2-7F1E-C960-C4D3EF39289C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3E2648B7-626F-4B30-9859-4C1B90FAEC38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B730F78E-9E60-43D4-12BD-3B975843A4A3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9D456367-1BC9-AA40-5AC2-6AEE1DCE41A0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A75ABFE1-0472-20C2-2CA6-08B1B65C1AB0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911A9D31-1538-59B7-913E-2EB924051341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76C02B71-E3DC-55A5-1D7E-59D1BCB69ED3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87BA1C12-F074-BD5D-B677-6CA0FDBD931E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74245876-414E-80F3-BA0C-AE944E2D493A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CD9C4AB4-1AF5-A32A-8638-BB7E07CE55C5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70CF814F-97F7-8A5D-4717-FB01F31AA7CF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3934438B-50D9-4249-026A-9DDEBE2EE6BF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97106EC9-A215-B101-629C-BF4D30C25C31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C941683E-EB80-D63F-8949-6DD222AC4297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5E53E183-E142-2887-741F-67BE581F0536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034F1CDA-0ED1-C212-DFDC-563134B85A88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584B6C2D-FF02-A1EA-7E74-EE55AC1D1F66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CD05C1D3-F11C-B635-715C-864E19D938A4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25203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A7E14028-B475-E642-4D6E-18C0764A282A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25203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D05A4ADB-16EE-0EB2-D676-31D35028608C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25203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E337EDCC-8ED5-8FDA-1FA1-F1A1AF09910D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25203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B4F34376-4EA1-0A40-F7C3-9D8DFC060F98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25203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1E17CADB-51E9-D657-20DC-2DE97368E3A7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25203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4F09E21E-EB91-FBD9-CC3E-30E66271116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25203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4743D179-EF12-4969-D692-91D21FC03FCD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25203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7EFB575C-F0FD-B306-8DFA-BDA9FBAA79A9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32633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03018CAD-4CDE-0708-CB3D-F5E9D77AC86C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32633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CAD74263-6044-F3BD-44CC-3B13F8B7069F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32633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A3B482EF-03AA-D624-9097-3C65CDA27985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32633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E6762FD5-2518-5CCE-273D-EBA5D37BA78F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32633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E6E52EFE-A80D-C8EA-1DAA-B53E1028879E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32633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A92A3A79-A3E3-5A62-41CD-5A0C15E35D81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32633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07E4CE49-6AF2-82EF-4709-0CF12CA005F5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32633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29343AD8-02A3-B287-7452-F8334EF6E9E9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0062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F40C5A4A-B5C5-80C8-7003-343D3988F4FB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0062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3579BC08-DD5C-BFEA-5148-BAA30B7249FD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0062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87501BC3-0F92-C2E2-D230-3543318D683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0062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CBC27468-3ADC-DB3A-48A4-33AD7DF4188C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0062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1BA227F0-4B72-E11F-66BC-03B1BD6F58DD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0062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154EF3A3-F25D-D6F1-EE88-9A9757078B94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0062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7569307B-1837-799D-E4F4-4FD8B9A03124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0062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81B9E0DA-4E34-C4D8-C182-B026E4029AE4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7492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1F086472-6658-B3CC-5327-137E244B1760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7492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73973882-7BD5-6745-EFED-1C3890B1E41F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7492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F28C61F6-66D3-FDC2-E160-2FA3B69CD60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7492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20B990B6-E626-5399-F566-0E27B7B2B90E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7492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0F8F6504-CA45-BB91-4406-EBDFE9F20BB1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7492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923F5BC8-8E4F-A5D4-942C-BB5A1C63D10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7492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B2556CBC-F6D9-65E2-20DE-C39AA7876C7C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7492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7" name="Build Site centroid">
              <a:extLst>
                <a:ext uri="{FF2B5EF4-FFF2-40B4-BE49-F238E27FC236}">
                  <a16:creationId xmlns:a16="http://schemas.microsoft.com/office/drawing/2014/main" id="{323F13D5-7462-D828-FD24-F112A9C55196}"/>
                </a:ext>
              </a:extLst>
            </p:cNvPr>
            <p:cNvSpPr>
              <a:spLocks noGrp="1"/>
            </p:cNvSpPr>
            <p:nvPr/>
          </p:nvSpPr>
          <p:spPr>
            <a:xfrm>
              <a:off x="11648243" y="1462212"/>
              <a:ext cx="57151" cy="57151"/>
            </a:xfrm>
            <a:prstGeom prst="ellipse">
              <a:avLst/>
            </a:prstGeom>
            <a:solidFill>
              <a:srgbClr val="416DCB"/>
            </a:solidFill>
            <a:ln w="4860">
              <a:solidFill>
                <a:srgbClr val="FFFFFF"/>
              </a:solidFill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5AFACE25-EFEF-14B8-3C31-832343DF54AC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78AABCD5-781C-B95D-332F-0626F3B4DEF9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1941471C-9F1E-5EF3-824A-2C538499AC68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3DEAEADF-5B45-8F17-84CC-6D002AEB9EAE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F24EE317-F8AA-4ED7-C84F-8C86D8219E69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D8F59622-4770-6063-89A5-EC979735C3E2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B6930025-E431-0998-004B-31ACA8A2C82D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1518479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E0DBC39D-B72E-3E15-1B7C-683FA653E0BC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901B347F-9329-C3E0-7A3A-F87B01979348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3260557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B84116F7-96DC-C1A4-BE05-B18D873AF115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A31A9E0C-E896-3882-A44A-49525B1B5F7D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1544003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3CF358F8-4EF1-C35E-07F8-EA1CD2DC0B50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4364EE95-CB70-4B73-6AAD-E71D36F098CC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3107055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A2AD1183-4CFA-E321-0996-0FCEF390D613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6ACDE132-D057-D5EE-1752-E630EA018745}"/>
                </a:ext>
              </a:extLst>
            </p:cNvPr>
            <p:cNvSpPr>
              <a:spLocks noGrp="1"/>
            </p:cNvSpPr>
            <p:nvPr/>
          </p:nvSpPr>
          <p:spPr>
            <a:xfrm>
              <a:off x="488442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634C3B4F-AFA0-FFB0-401E-34C6FB7FF534}"/>
                </a:ext>
              </a:extLst>
            </p:cNvPr>
            <p:cNvSpPr>
              <a:spLocks noGrp="1"/>
            </p:cNvSpPr>
            <p:nvPr/>
          </p:nvSpPr>
          <p:spPr>
            <a:xfrm>
              <a:off x="4929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B5D12082-E681-DD8F-64AB-37F825289F58}"/>
                </a:ext>
              </a:extLst>
            </p:cNvPr>
            <p:cNvSpPr>
              <a:spLocks noGrp="1"/>
            </p:cNvSpPr>
            <p:nvPr/>
          </p:nvSpPr>
          <p:spPr>
            <a:xfrm>
              <a:off x="5341620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5E782C71-339D-8847-C417-5C3E5ECA42C0}"/>
                </a:ext>
              </a:extLst>
            </p:cNvPr>
            <p:cNvSpPr>
              <a:spLocks noGrp="1"/>
            </p:cNvSpPr>
            <p:nvPr/>
          </p:nvSpPr>
          <p:spPr>
            <a:xfrm>
              <a:off x="5376863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8CFD1055-6DFE-5AE5-2EC4-CBEC3ECF1B9C}"/>
                </a:ext>
              </a:extLst>
            </p:cNvPr>
            <p:cNvSpPr>
              <a:spLocks noGrp="1"/>
            </p:cNvSpPr>
            <p:nvPr/>
          </p:nvSpPr>
          <p:spPr>
            <a:xfrm>
              <a:off x="5913120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F19B91F6-9372-A64A-6A52-79C243DD3E83}"/>
                </a:ext>
              </a:extLst>
            </p:cNvPr>
            <p:cNvSpPr>
              <a:spLocks noGrp="1"/>
            </p:cNvSpPr>
            <p:nvPr/>
          </p:nvSpPr>
          <p:spPr>
            <a:xfrm>
              <a:off x="6072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2486EBDB-EC76-2008-18B4-287024FDC248}"/>
                </a:ext>
              </a:extLst>
            </p:cNvPr>
            <p:cNvSpPr>
              <a:spLocks noGrp="1"/>
            </p:cNvSpPr>
            <p:nvPr/>
          </p:nvSpPr>
          <p:spPr>
            <a:xfrm>
              <a:off x="7189470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091DAB10-775B-417F-3D48-5AF0BD9CBF54}"/>
                </a:ext>
              </a:extLst>
            </p:cNvPr>
            <p:cNvSpPr>
              <a:spLocks noGrp="1"/>
            </p:cNvSpPr>
            <p:nvPr/>
          </p:nvSpPr>
          <p:spPr>
            <a:xfrm>
              <a:off x="73675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31144B45-BDDC-FA80-2E38-461D51304121}"/>
                </a:ext>
              </a:extLst>
            </p:cNvPr>
            <p:cNvSpPr>
              <a:spLocks noGrp="1"/>
            </p:cNvSpPr>
            <p:nvPr/>
          </p:nvSpPr>
          <p:spPr>
            <a:xfrm>
              <a:off x="791337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ACB9BD80-F1AE-1A3A-4628-B8B19615BEE5}"/>
                </a:ext>
              </a:extLst>
            </p:cNvPr>
            <p:cNvSpPr>
              <a:spLocks noGrp="1"/>
            </p:cNvSpPr>
            <p:nvPr/>
          </p:nvSpPr>
          <p:spPr>
            <a:xfrm>
              <a:off x="79581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836E5F63-559E-03B0-3A67-CEE15A6BBE1F}"/>
                </a:ext>
              </a:extLst>
            </p:cNvPr>
            <p:cNvSpPr>
              <a:spLocks noGrp="1"/>
            </p:cNvSpPr>
            <p:nvPr/>
          </p:nvSpPr>
          <p:spPr>
            <a:xfrm>
              <a:off x="8351520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10CC3E4B-90F2-2B07-9CC7-A87304771375}"/>
                </a:ext>
              </a:extLst>
            </p:cNvPr>
            <p:cNvSpPr>
              <a:spLocks noGrp="1"/>
            </p:cNvSpPr>
            <p:nvPr/>
          </p:nvSpPr>
          <p:spPr>
            <a:xfrm>
              <a:off x="84153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14865DBF-28C2-9909-AA1F-17A6C16AD033}"/>
                </a:ext>
              </a:extLst>
            </p:cNvPr>
            <p:cNvSpPr>
              <a:spLocks noGrp="1"/>
            </p:cNvSpPr>
            <p:nvPr/>
          </p:nvSpPr>
          <p:spPr>
            <a:xfrm>
              <a:off x="4474845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18977193-D924-526A-8E97-B86A152CB1E7}"/>
                </a:ext>
              </a:extLst>
            </p:cNvPr>
            <p:cNvSpPr>
              <a:spLocks noGrp="1"/>
            </p:cNvSpPr>
            <p:nvPr/>
          </p:nvSpPr>
          <p:spPr>
            <a:xfrm>
              <a:off x="8790289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A99F401D-8FD7-0FE0-F4F1-25C2BC3F32F3}"/>
                </a:ext>
              </a:extLst>
            </p:cNvPr>
            <p:cNvSpPr>
              <a:spLocks noGrp="1"/>
            </p:cNvSpPr>
            <p:nvPr/>
          </p:nvSpPr>
          <p:spPr>
            <a:xfrm>
              <a:off x="5113020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9BA43996-BA68-61EE-F301-9353C0C350C3}"/>
                </a:ext>
              </a:extLst>
            </p:cNvPr>
            <p:cNvSpPr>
              <a:spLocks noGrp="1"/>
            </p:cNvSpPr>
            <p:nvPr/>
          </p:nvSpPr>
          <p:spPr>
            <a:xfrm>
              <a:off x="8161639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846E97B0-A854-4449-EB60-0A4DE0C4C292}"/>
                </a:ext>
              </a:extLst>
            </p:cNvPr>
            <p:cNvSpPr>
              <a:spLocks noGrp="1"/>
            </p:cNvSpPr>
            <p:nvPr/>
          </p:nvSpPr>
          <p:spPr>
            <a:xfrm>
              <a:off x="5636895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65201D58-996C-F828-C154-A21621BABDB6}"/>
                </a:ext>
              </a:extLst>
            </p:cNvPr>
            <p:cNvSpPr>
              <a:spLocks noGrp="1"/>
            </p:cNvSpPr>
            <p:nvPr/>
          </p:nvSpPr>
          <p:spPr>
            <a:xfrm>
              <a:off x="7618714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03DB872D-C78B-3E9E-A074-5CF93FB836D2}"/>
                </a:ext>
              </a:extLst>
            </p:cNvPr>
            <p:cNvSpPr>
              <a:spLocks noGrp="1"/>
            </p:cNvSpPr>
            <p:nvPr/>
          </p:nvSpPr>
          <p:spPr>
            <a:xfrm>
              <a:off x="5002911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C32670BC-C2AD-63ED-5937-6377710FB06D}"/>
                </a:ext>
              </a:extLst>
            </p:cNvPr>
            <p:cNvSpPr>
              <a:spLocks noGrp="1"/>
            </p:cNvSpPr>
            <p:nvPr/>
          </p:nvSpPr>
          <p:spPr>
            <a:xfrm>
              <a:off x="521531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DCF3C958-CDDE-8D3D-28A7-DE9FCBBCC1AE}"/>
                </a:ext>
              </a:extLst>
            </p:cNvPr>
            <p:cNvSpPr>
              <a:spLocks noGrp="1"/>
            </p:cNvSpPr>
            <p:nvPr/>
          </p:nvSpPr>
          <p:spPr>
            <a:xfrm>
              <a:off x="6007513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186DDA80-D05A-54D2-E8E8-756FBBE6E507}"/>
                </a:ext>
              </a:extLst>
            </p:cNvPr>
            <p:cNvSpPr>
              <a:spLocks noGrp="1"/>
            </p:cNvSpPr>
            <p:nvPr/>
          </p:nvSpPr>
          <p:spPr>
            <a:xfrm>
              <a:off x="62757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4621A2DA-C6A8-A1DA-3038-0B9D581C0E4E}"/>
                </a:ext>
              </a:extLst>
            </p:cNvPr>
            <p:cNvSpPr>
              <a:spLocks noGrp="1"/>
            </p:cNvSpPr>
            <p:nvPr/>
          </p:nvSpPr>
          <p:spPr>
            <a:xfrm>
              <a:off x="699354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2DBA74C8-E766-A9DE-4B35-7268966EDB76}"/>
                </a:ext>
              </a:extLst>
            </p:cNvPr>
            <p:cNvSpPr>
              <a:spLocks noGrp="1"/>
            </p:cNvSpPr>
            <p:nvPr/>
          </p:nvSpPr>
          <p:spPr>
            <a:xfrm>
              <a:off x="726176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2F510E31-10FA-559B-4194-957E6B36230B}"/>
                </a:ext>
              </a:extLst>
            </p:cNvPr>
            <p:cNvSpPr>
              <a:spLocks noGrp="1"/>
            </p:cNvSpPr>
            <p:nvPr/>
          </p:nvSpPr>
          <p:spPr>
            <a:xfrm>
              <a:off x="8053864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0C974B1A-594F-17FC-E8DB-D1AB86CEA4D7}"/>
                </a:ext>
              </a:extLst>
            </p:cNvPr>
            <p:cNvSpPr>
              <a:spLocks noGrp="1"/>
            </p:cNvSpPr>
            <p:nvPr/>
          </p:nvSpPr>
          <p:spPr>
            <a:xfrm>
              <a:off x="8266271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A8D95B48-0A72-DE03-F5FB-7C4C7F41405E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6E57FCFF-C306-F0C9-FF97-FA352F0AE98A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E632C8E2-BBE5-096D-87DC-8D96F6A68DB2}"/>
                </a:ext>
              </a:extLst>
            </p:cNvPr>
            <p:cNvSpPr>
              <a:spLocks noGrp="1"/>
            </p:cNvSpPr>
            <p:nvPr/>
          </p:nvSpPr>
          <p:spPr>
            <a:xfrm>
              <a:off x="6667976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066E616F-FB82-5E8C-F808-96E82A42636C}"/>
                </a:ext>
              </a:extLst>
            </p:cNvPr>
            <p:cNvSpPr>
              <a:spLocks noGrp="1"/>
            </p:cNvSpPr>
            <p:nvPr/>
          </p:nvSpPr>
          <p:spPr>
            <a:xfrm>
              <a:off x="6639306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2E651D9A-1901-B3A5-95D9-97CCE7923E97}"/>
                </a:ext>
              </a:extLst>
            </p:cNvPr>
            <p:cNvSpPr>
              <a:spLocks noGrp="1"/>
            </p:cNvSpPr>
            <p:nvPr/>
          </p:nvSpPr>
          <p:spPr>
            <a:xfrm>
              <a:off x="869575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87900F69-C2F9-DD90-D9E9-2B176FF7E4E1}"/>
                </a:ext>
              </a:extLst>
            </p:cNvPr>
            <p:cNvSpPr>
              <a:spLocks noGrp="1"/>
            </p:cNvSpPr>
            <p:nvPr/>
          </p:nvSpPr>
          <p:spPr>
            <a:xfrm>
              <a:off x="8667083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E907E3E2-9608-DEE8-5543-4DAB75B1846E}"/>
                </a:ext>
              </a:extLst>
            </p:cNvPr>
            <p:cNvSpPr>
              <a:spLocks noGrp="1"/>
            </p:cNvSpPr>
            <p:nvPr/>
          </p:nvSpPr>
          <p:spPr>
            <a:xfrm>
              <a:off x="7151656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BDFF5C20-8951-4FC7-DA48-28906F810FFB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6B446F7A-995D-26D3-9A57-0D3B22786C9C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0782C0A9-C549-5FAC-04EF-5DF54FF93B6F}"/>
                </a:ext>
              </a:extLst>
            </p:cNvPr>
            <p:cNvSpPr>
              <a:spLocks noGrp="1"/>
            </p:cNvSpPr>
            <p:nvPr/>
          </p:nvSpPr>
          <p:spPr>
            <a:xfrm>
              <a:off x="3471767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89FED7E1-F613-7C24-5ACA-72254BA673C6}"/>
                </a:ext>
              </a:extLst>
            </p:cNvPr>
            <p:cNvSpPr>
              <a:spLocks noGrp="1"/>
            </p:cNvSpPr>
            <p:nvPr/>
          </p:nvSpPr>
          <p:spPr>
            <a:xfrm>
              <a:off x="4577144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99C3EB37-0412-EF05-19CA-BE0A37E94B36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84632AA5-E282-7CB9-FC37-4466FC612D3E}"/>
                </a:ext>
              </a:extLst>
            </p:cNvPr>
            <p:cNvSpPr>
              <a:spLocks noGrp="1"/>
            </p:cNvSpPr>
            <p:nvPr/>
          </p:nvSpPr>
          <p:spPr>
            <a:xfrm>
              <a:off x="2811780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8280AFA9-997D-8C0F-9799-889B5192ED9D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E9E714A3-DB71-9205-13D3-20D35CD82D5B}"/>
                </a:ext>
              </a:extLst>
            </p:cNvPr>
            <p:cNvSpPr>
              <a:spLocks noGrp="1"/>
            </p:cNvSpPr>
            <p:nvPr/>
          </p:nvSpPr>
          <p:spPr>
            <a:xfrm>
              <a:off x="1936337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B54BBDD3-F1F3-8205-04CA-315B6EF30A73}"/>
                </a:ext>
              </a:extLst>
            </p:cNvPr>
            <p:cNvSpPr>
              <a:spLocks noGrp="1"/>
            </p:cNvSpPr>
            <p:nvPr/>
          </p:nvSpPr>
          <p:spPr>
            <a:xfrm>
              <a:off x="3639503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5D042792-8F06-9FC4-20DE-72B4A999084A}"/>
                </a:ext>
              </a:extLst>
            </p:cNvPr>
            <p:cNvSpPr>
              <a:spLocks noGrp="1"/>
            </p:cNvSpPr>
            <p:nvPr/>
          </p:nvSpPr>
          <p:spPr>
            <a:xfrm>
              <a:off x="3610832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7A0A9F55-032B-E69D-6424-2F855686FC5F}"/>
                </a:ext>
              </a:extLst>
            </p:cNvPr>
            <p:cNvSpPr>
              <a:spLocks noGrp="1"/>
            </p:cNvSpPr>
            <p:nvPr/>
          </p:nvSpPr>
          <p:spPr>
            <a:xfrm>
              <a:off x="3210878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9B301075-FA1E-791A-2BF4-6110E317808C}"/>
                </a:ext>
              </a:extLst>
            </p:cNvPr>
            <p:cNvSpPr>
              <a:spLocks noGrp="1"/>
            </p:cNvSpPr>
            <p:nvPr/>
          </p:nvSpPr>
          <p:spPr>
            <a:xfrm>
              <a:off x="4670108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D1C400AA-2E1E-85F1-FE47-CF95D33E5EFF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47C95EBB-5ED8-EF2B-9D44-31F439A97275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02284902-C248-08E3-9F1A-4037AE8866C1}"/>
                </a:ext>
              </a:extLst>
            </p:cNvPr>
            <p:cNvSpPr>
              <a:spLocks noGrp="1"/>
            </p:cNvSpPr>
            <p:nvPr/>
          </p:nvSpPr>
          <p:spPr>
            <a:xfrm>
              <a:off x="4425315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B23782A0-A926-22FD-D241-7BBADBB1E65D}"/>
                </a:ext>
              </a:extLst>
            </p:cNvPr>
            <p:cNvSpPr>
              <a:spLocks noGrp="1"/>
            </p:cNvSpPr>
            <p:nvPr/>
          </p:nvSpPr>
          <p:spPr>
            <a:xfrm>
              <a:off x="4401979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6A185475-775F-3B8B-6D70-27B58C3FC192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992821E0-ACA8-8D63-D620-6FD8209E59CA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AE4E8F48-6314-15BB-8412-7B0584531AE5}"/>
                </a:ext>
              </a:extLst>
            </p:cNvPr>
            <p:cNvSpPr>
              <a:spLocks noGrp="1"/>
            </p:cNvSpPr>
            <p:nvPr/>
          </p:nvSpPr>
          <p:spPr>
            <a:xfrm>
              <a:off x="2281142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0677E7DC-0FF1-DBAA-C094-41EB2D42A315}"/>
                </a:ext>
              </a:extLst>
            </p:cNvPr>
            <p:cNvSpPr>
              <a:spLocks noGrp="1"/>
            </p:cNvSpPr>
            <p:nvPr/>
          </p:nvSpPr>
          <p:spPr>
            <a:xfrm>
              <a:off x="2252472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E4CD58ED-0A1F-B0AA-EF97-3808219BE949}"/>
                </a:ext>
              </a:extLst>
            </p:cNvPr>
            <p:cNvSpPr>
              <a:spLocks noGrp="1"/>
            </p:cNvSpPr>
            <p:nvPr/>
          </p:nvSpPr>
          <p:spPr>
            <a:xfrm>
              <a:off x="3081147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A1DAB095-F195-4C3B-CBC9-7E2F408D3D78}"/>
                </a:ext>
              </a:extLst>
            </p:cNvPr>
            <p:cNvSpPr>
              <a:spLocks noGrp="1"/>
            </p:cNvSpPr>
            <p:nvPr/>
          </p:nvSpPr>
          <p:spPr>
            <a:xfrm>
              <a:off x="363855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E2D8110D-56AF-2596-CE07-2CC48DFF6903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A2816171-1FF5-C944-4B25-C3AC2856076C}"/>
                </a:ext>
              </a:extLst>
            </p:cNvPr>
            <p:cNvSpPr>
              <a:spLocks noGrp="1"/>
            </p:cNvSpPr>
            <p:nvPr/>
          </p:nvSpPr>
          <p:spPr>
            <a:xfrm>
              <a:off x="7190708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A86456D4-EE27-6AB6-298A-C1C395CD0F3D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553F7CE9-3802-4777-7306-069FAC4BF2FC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776112CC-AAB5-95B8-1BBD-DD6212DAB3D0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EA4A3783-CA2A-255E-E05F-46DD3D1D62D9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4BB4E5E3-162E-7BBC-A0F3-D5E9E4F50A66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DD549152-5E28-AF15-9DF8-AFDD17DE462C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CBA56F8A-ABA8-B5FE-307E-F31E77D2A217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3B5C2330-7901-31F5-ED44-E76DAA1EDBF8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88CCFB55-EF25-7EDB-C39C-81522F4CDC18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0B9A769D-BF92-4BFE-BB6B-B64FD8B4C236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8536F3A0-29A0-E383-6462-0A3D9E67675B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771CC774-5445-1EAF-E8B1-8C0E70AB2B80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3A6829D1-1CC0-FB8D-B846-F13ABF154EBD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AEF056DC-5AD1-EE46-3B0B-1D76AFD09AB2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C1AAFB30-41AE-8093-95AA-9566965F692F}"/>
                </a:ext>
              </a:extLst>
            </p:cNvPr>
            <p:cNvSpPr>
              <a:spLocks noGrp="1"/>
            </p:cNvSpPr>
            <p:nvPr/>
          </p:nvSpPr>
          <p:spPr>
            <a:xfrm>
              <a:off x="9797891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9EECBFBB-57F7-442C-6D26-140D10B912EE}"/>
                </a:ext>
              </a:extLst>
            </p:cNvPr>
            <p:cNvSpPr>
              <a:spLocks noGrp="1"/>
            </p:cNvSpPr>
            <p:nvPr/>
          </p:nvSpPr>
          <p:spPr>
            <a:xfrm>
              <a:off x="9769221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D096CBE9-E7F6-AF5D-E966-CC012BA4FBEB}"/>
                </a:ext>
              </a:extLst>
            </p:cNvPr>
            <p:cNvSpPr>
              <a:spLocks noGrp="1"/>
            </p:cNvSpPr>
            <p:nvPr/>
          </p:nvSpPr>
          <p:spPr>
            <a:xfrm>
              <a:off x="9787414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690EC056-EB62-7224-0FA6-3D31987B1BA4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A30E78FE-C259-B157-B21F-055905283BB5}"/>
                </a:ext>
              </a:extLst>
            </p:cNvPr>
            <p:cNvSpPr>
              <a:spLocks noGrp="1"/>
            </p:cNvSpPr>
            <p:nvPr/>
          </p:nvSpPr>
          <p:spPr>
            <a:xfrm>
              <a:off x="7373684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FE5DE1AD-1E5B-8D08-60A7-F5DABA7BC560}"/>
                </a:ext>
              </a:extLst>
            </p:cNvPr>
            <p:cNvSpPr>
              <a:spLocks noGrp="1"/>
            </p:cNvSpPr>
            <p:nvPr/>
          </p:nvSpPr>
          <p:spPr>
            <a:xfrm>
              <a:off x="735034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ABD8772C-0594-9A63-B4F1-52882ECC12F6}"/>
                </a:ext>
              </a:extLst>
            </p:cNvPr>
            <p:cNvSpPr>
              <a:spLocks noGrp="1"/>
            </p:cNvSpPr>
            <p:nvPr/>
          </p:nvSpPr>
          <p:spPr>
            <a:xfrm>
              <a:off x="8522399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D2649B87-D3EE-094F-70CF-27FD3BA45466}"/>
                </a:ext>
              </a:extLst>
            </p:cNvPr>
            <p:cNvSpPr>
              <a:spLocks noGrp="1"/>
            </p:cNvSpPr>
            <p:nvPr/>
          </p:nvSpPr>
          <p:spPr>
            <a:xfrm>
              <a:off x="895797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4E24FAEB-8215-5E2A-B9CD-3E87CEE1FEE1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085C8DAF-1B87-795B-B97A-AB6758F7C06F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C1DA1E59-02B7-D372-ECF1-5F36BA6E8655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9A522498-4122-B781-F26F-A74A872C9591}"/>
                </a:ext>
              </a:extLst>
            </p:cNvPr>
            <p:cNvSpPr>
              <a:spLocks noGrp="1"/>
            </p:cNvSpPr>
            <p:nvPr/>
          </p:nvSpPr>
          <p:spPr>
            <a:xfrm>
              <a:off x="7674388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73BB77C2-562A-9B77-6817-6CDD3B5B7E97}"/>
                </a:ext>
              </a:extLst>
            </p:cNvPr>
            <p:cNvSpPr>
              <a:spLocks noGrp="1"/>
            </p:cNvSpPr>
            <p:nvPr/>
          </p:nvSpPr>
          <p:spPr>
            <a:xfrm>
              <a:off x="8657368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DDD46BFF-DED4-7AB5-C1C4-B58B2E44137C}"/>
                </a:ext>
              </a:extLst>
            </p:cNvPr>
            <p:cNvSpPr>
              <a:spLocks noGrp="1"/>
            </p:cNvSpPr>
            <p:nvPr/>
          </p:nvSpPr>
          <p:spPr>
            <a:xfrm>
              <a:off x="8634032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9F13DA3E-FDFB-7843-C331-25235D412197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6C12F012-3045-E74A-9EB9-985744FA57A0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F0802B08-A73B-3846-5294-13EC0E95380D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6DB7F570-B2D2-FD34-518C-6E5ACAB5556E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EA256513-23A6-04D1-EA62-188533F226E6}"/>
                </a:ext>
              </a:extLst>
            </p:cNvPr>
            <p:cNvSpPr>
              <a:spLocks noGrp="1"/>
            </p:cNvSpPr>
            <p:nvPr/>
          </p:nvSpPr>
          <p:spPr>
            <a:xfrm>
              <a:off x="8596884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A8D51F7E-6DB8-6843-D4B3-827B9430AB8D}"/>
                </a:ext>
              </a:extLst>
            </p:cNvPr>
            <p:cNvSpPr>
              <a:spLocks noGrp="1"/>
            </p:cNvSpPr>
            <p:nvPr/>
          </p:nvSpPr>
          <p:spPr>
            <a:xfrm>
              <a:off x="9172575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</p:grpSp>
      <p:pic>
        <p:nvPicPr>
          <p:cNvPr id="1435" name="Find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CA67D3B5-1CFB-17BC-6374-1635E52DEA1C}"/>
              </a:ext>
            </a:extLst>
          </p:cNvPr>
          <p:cNvPicPr/>
          <p:nvPr/>
        </p:nvPicPr>
        <p:blipFill>
          <a:blip r:embed="rId8"/>
          <a:srcRect l="16857" t="30389" r="19786" b="22500"/>
          <a:stretch>
            <a:fillRect/>
          </a:stretch>
        </p:blipFill>
        <p:spPr>
          <a:xfrm>
            <a:off x="606854" y="1209339"/>
            <a:ext cx="477913" cy="456900"/>
          </a:xfrm>
          <a:prstGeom prst="rect">
            <a:avLst/>
          </a:prstGeom>
        </p:spPr>
      </p:pic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7370C999-C9EE-2E1C-EA37-60D30FD30D00}"/>
              </a:ext>
            </a:extLst>
          </p:cNvPr>
          <p:cNvPicPr/>
          <p:nvPr/>
        </p:nvPicPr>
        <p:blipFill>
          <a:blip r:embed="rId8"/>
          <a:srcRect l="16857" t="30389" r="19786" b="22500"/>
          <a:stretch>
            <a:fillRect/>
          </a:stretch>
        </p:blipFill>
        <p:spPr>
          <a:xfrm>
            <a:off x="582406" y="2388765"/>
            <a:ext cx="332109" cy="317507"/>
          </a:xfrm>
          <a:prstGeom prst="rect">
            <a:avLst/>
          </a:prstGeom>
        </p:spPr>
      </p:pic>
      <p:pic>
        <p:nvPicPr>
          <p:cNvPr id="1437" name="a | 56-channel tensor stack" descr="Synthetic voxel-grid density schematic">
            <a:extLst>
              <a:ext uri="{FF2B5EF4-FFF2-40B4-BE49-F238E27FC236}">
                <a16:creationId xmlns:a16="http://schemas.microsoft.com/office/drawing/2014/main" id="{3F9E1182-2C6A-039D-2D64-3723B91CA00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248575" y="566797"/>
            <a:ext cx="343801" cy="237886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5A6B474E-BC0D-1A68-F0D2-B5ACCB35446D}"/>
              </a:ext>
            </a:extLst>
          </p:cNvPr>
          <p:cNvSpPr txBox="1"/>
          <p:nvPr/>
        </p:nvSpPr>
        <p:spPr>
          <a:xfrm>
            <a:off x="11376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71808C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71808C"/>
              </a:solidFill>
              <a:latin typeface="Arial"/>
              <a:cs typeface="Arial"/>
            </a:endParaRPr>
          </a:p>
        </p:txBody>
      </p:sp>
      <p:sp>
        <p:nvSpPr>
          <p:cNvPr id="1443" name="V8 embedding computation frame"/>
          <p:cNvSpPr/>
          <p:nvPr/>
        </p:nvSpPr>
        <p:spPr>
          <a:xfrm>
            <a:off x="1229360" y="1305560"/>
            <a:ext cx="386080" cy="41783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6096" cap="rnd">
            <a:solidFill>
              <a:srgbClr val="C5BDD5"/>
            </a:solidFill>
            <a:prstDash val="solid"/>
            <a:round/>
          </a:ln>
        </p:spPr>
      </p:sp>
      <p:sp>
        <p:nvSpPr>
          <p:cNvPr id="1444" name="V8 embedding neighbor 1 to center"/>
          <p:cNvSpPr/>
          <p:nvPr/>
        </p:nvSpPr>
        <p:spPr>
          <a:xfrm>
            <a:off x="1285542" y="1388677"/>
            <a:ext cx="84338" cy="113635"/>
          </a:xfrm>
          <a:custGeom>
            <a:avLst/>
            <a:gdLst/>
            <a:ahLst/>
            <a:cxnLst/>
            <a:rect l="l" t="t" r="r" b="b"/>
            <a:pathLst>
              <a:path w="84338" h="113635">
                <a:moveTo>
                  <a:pt x="0" y="0"/>
                </a:moveTo>
                <a:lnTo>
                  <a:pt x="84338" y="11363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5" name="V8 embedding neighbor 1 to center head"/>
          <p:cNvSpPr/>
          <p:nvPr/>
        </p:nvSpPr>
        <p:spPr>
          <a:xfrm>
            <a:off x="1356289" y="1488319"/>
            <a:ext cx="18870" cy="21105"/>
          </a:xfrm>
          <a:custGeom>
            <a:avLst/>
            <a:gdLst/>
            <a:ahLst/>
            <a:cxnLst/>
            <a:rect l="l" t="t" r="r" b="b"/>
            <a:pathLst>
              <a:path w="18870" h="21105">
                <a:moveTo>
                  <a:pt x="18870" y="21105"/>
                </a:moveTo>
                <a:lnTo>
                  <a:pt x="14277" y="0"/>
                </a:lnTo>
                <a:lnTo>
                  <a:pt x="0" y="10596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6" name="V8 embedding neighbor 1"/>
          <p:cNvSpPr/>
          <p:nvPr/>
        </p:nvSpPr>
        <p:spPr>
          <a:xfrm>
            <a:off x="1259522" y="1358582"/>
            <a:ext cx="28575" cy="2857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47" name="V8 embedding neighbor 2 to center"/>
          <p:cNvSpPr/>
          <p:nvPr/>
        </p:nvSpPr>
        <p:spPr>
          <a:xfrm>
            <a:off x="1415442" y="1384737"/>
            <a:ext cx="68064" cy="115185"/>
          </a:xfrm>
          <a:custGeom>
            <a:avLst/>
            <a:gdLst/>
            <a:ahLst/>
            <a:cxnLst/>
            <a:rect l="l" t="t" r="r" b="b"/>
            <a:pathLst>
              <a:path w="68064" h="115185">
                <a:moveTo>
                  <a:pt x="68064" y="0"/>
                </a:moveTo>
                <a:lnTo>
                  <a:pt x="0" y="11518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8" name="V8 embedding neighbor 2 to center head"/>
          <p:cNvSpPr/>
          <p:nvPr/>
        </p:nvSpPr>
        <p:spPr>
          <a:xfrm>
            <a:off x="1410935" y="1486079"/>
            <a:ext cx="17668" cy="21470"/>
          </a:xfrm>
          <a:custGeom>
            <a:avLst/>
            <a:gdLst/>
            <a:ahLst/>
            <a:cxnLst/>
            <a:rect l="l" t="t" r="r" b="b"/>
            <a:pathLst>
              <a:path w="17668" h="21470">
                <a:moveTo>
                  <a:pt x="0" y="21470"/>
                </a:moveTo>
                <a:lnTo>
                  <a:pt x="17668" y="9045"/>
                </a:lnTo>
                <a:lnTo>
                  <a:pt x="2361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9" name="V8 embedding neighbor 2"/>
          <p:cNvSpPr/>
          <p:nvPr/>
        </p:nvSpPr>
        <p:spPr>
          <a:xfrm>
            <a:off x="1477962" y="1352232"/>
            <a:ext cx="31115" cy="3111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0" name="V8 embedding upper curved aggregation"/>
          <p:cNvSpPr/>
          <p:nvPr/>
        </p:nvSpPr>
        <p:spPr>
          <a:xfrm>
            <a:off x="1428750" y="1449794"/>
            <a:ext cx="120650" cy="48806"/>
          </a:xfrm>
          <a:custGeom>
            <a:avLst/>
            <a:gdLst/>
            <a:ahLst/>
            <a:cxnLst/>
            <a:rect l="l" t="t" r="r" b="b"/>
            <a:pathLst>
              <a:path w="120650" h="48806">
                <a:moveTo>
                  <a:pt x="118713" y="0"/>
                </a:moveTo>
                <a:cubicBezTo>
                  <a:pt x="120650" y="36106"/>
                  <a:pt x="44450" y="29756"/>
                  <a:pt x="0" y="48806"/>
                </a:cubicBez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1" name="V8 embedding upper curved aggregation tip"/>
          <p:cNvSpPr/>
          <p:nvPr/>
        </p:nvSpPr>
        <p:spPr>
          <a:xfrm>
            <a:off x="1420039" y="1498600"/>
            <a:ext cx="8711" cy="4690"/>
          </a:xfrm>
          <a:custGeom>
            <a:avLst/>
            <a:gdLst/>
            <a:ahLst/>
            <a:cxnLst/>
            <a:rect l="l" t="t" r="r" b="b"/>
            <a:pathLst>
              <a:path w="8711" h="4690">
                <a:moveTo>
                  <a:pt x="8711" y="0"/>
                </a:moveTo>
                <a:lnTo>
                  <a:pt x="0" y="469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2" name="V8 embedding upper curved aggregation tip head"/>
          <p:cNvSpPr/>
          <p:nvPr/>
        </p:nvSpPr>
        <p:spPr>
          <a:xfrm>
            <a:off x="1412240" y="1490330"/>
            <a:ext cx="21547" cy="17160"/>
          </a:xfrm>
          <a:custGeom>
            <a:avLst/>
            <a:gdLst/>
            <a:ahLst/>
            <a:cxnLst/>
            <a:rect l="l" t="t" r="r" b="b"/>
            <a:pathLst>
              <a:path w="21547" h="17160">
                <a:moveTo>
                  <a:pt x="0" y="17160"/>
                </a:moveTo>
                <a:lnTo>
                  <a:pt x="21547" y="15655"/>
                </a:lnTo>
                <a:lnTo>
                  <a:pt x="13117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3" name="V8 embedding neighbor 3"/>
          <p:cNvSpPr/>
          <p:nvPr/>
        </p:nvSpPr>
        <p:spPr>
          <a:xfrm>
            <a:off x="1550670" y="1426210"/>
            <a:ext cx="27940" cy="2794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4" name="V8 embedding curved aggregation"/>
          <p:cNvSpPr/>
          <p:nvPr/>
        </p:nvSpPr>
        <p:spPr>
          <a:xfrm>
            <a:off x="1270000" y="1503680"/>
            <a:ext cx="77470" cy="107970"/>
          </a:xfrm>
          <a:custGeom>
            <a:avLst/>
            <a:gdLst/>
            <a:ahLst/>
            <a:cxnLst/>
            <a:rect l="l" t="t" r="r" b="b"/>
            <a:pathLst>
              <a:path w="77470" h="107970">
                <a:moveTo>
                  <a:pt x="17311" y="107970"/>
                </a:moveTo>
                <a:cubicBezTo>
                  <a:pt x="0" y="29210"/>
                  <a:pt x="35560" y="0"/>
                  <a:pt x="77470" y="12700"/>
                </a:cubicBez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5" name="V8 embedding curved aggregation tip"/>
          <p:cNvSpPr/>
          <p:nvPr/>
        </p:nvSpPr>
        <p:spPr>
          <a:xfrm>
            <a:off x="1347470" y="1516380"/>
            <a:ext cx="6039" cy="3020"/>
          </a:xfrm>
          <a:custGeom>
            <a:avLst/>
            <a:gdLst/>
            <a:ahLst/>
            <a:cxnLst/>
            <a:rect l="l" t="t" r="r" b="b"/>
            <a:pathLst>
              <a:path w="6039" h="3020">
                <a:moveTo>
                  <a:pt x="0" y="0"/>
                </a:moveTo>
                <a:lnTo>
                  <a:pt x="6039" y="3020"/>
                </a:ln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6" name="V8 embedding curved aggregation tip head"/>
          <p:cNvSpPr/>
          <p:nvPr/>
        </p:nvSpPr>
        <p:spPr>
          <a:xfrm>
            <a:off x="1337578" y="1504405"/>
            <a:ext cx="25132" cy="19595"/>
          </a:xfrm>
          <a:custGeom>
            <a:avLst/>
            <a:gdLst/>
            <a:ahLst/>
            <a:cxnLst/>
            <a:rect l="l" t="t" r="r" b="b"/>
            <a:pathLst>
              <a:path w="25132" h="19595">
                <a:moveTo>
                  <a:pt x="25132" y="19595"/>
                </a:moveTo>
                <a:lnTo>
                  <a:pt x="9371" y="0"/>
                </a:lnTo>
                <a:lnTo>
                  <a:pt x="0" y="18743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7" name="V8 embedding neighbor 4"/>
          <p:cNvSpPr/>
          <p:nvPr/>
        </p:nvSpPr>
        <p:spPr>
          <a:xfrm>
            <a:off x="1255395" y="1607185"/>
            <a:ext cx="31750" cy="3175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8" name="V8 embedding neighbor 5 to center"/>
          <p:cNvSpPr/>
          <p:nvPr/>
        </p:nvSpPr>
        <p:spPr>
          <a:xfrm>
            <a:off x="1385690" y="1576570"/>
            <a:ext cx="5857" cy="82734"/>
          </a:xfrm>
          <a:custGeom>
            <a:avLst/>
            <a:gdLst/>
            <a:ahLst/>
            <a:cxnLst/>
            <a:rect l="l" t="t" r="r" b="b"/>
            <a:pathLst>
              <a:path w="5857" h="82734">
                <a:moveTo>
                  <a:pt x="0" y="82734"/>
                </a:moveTo>
                <a:lnTo>
                  <a:pt x="5857" y="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9" name="V8 embedding neighbor 5 to center head"/>
          <p:cNvSpPr/>
          <p:nvPr/>
        </p:nvSpPr>
        <p:spPr>
          <a:xfrm>
            <a:off x="1381915" y="1567734"/>
            <a:ext cx="17736" cy="20264"/>
          </a:xfrm>
          <a:custGeom>
            <a:avLst/>
            <a:gdLst/>
            <a:ahLst/>
            <a:cxnLst/>
            <a:rect l="l" t="t" r="r" b="b"/>
            <a:pathLst>
              <a:path w="17736" h="20264">
                <a:moveTo>
                  <a:pt x="10258" y="0"/>
                </a:moveTo>
                <a:lnTo>
                  <a:pt x="0" y="19008"/>
                </a:lnTo>
                <a:lnTo>
                  <a:pt x="17736" y="2026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60" name="V8 embedding neighbor 5"/>
          <p:cNvSpPr/>
          <p:nvPr/>
        </p:nvSpPr>
        <p:spPr>
          <a:xfrm>
            <a:off x="1369695" y="1664335"/>
            <a:ext cx="29210" cy="2921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61" name="V8 embedding center"/>
          <p:cNvSpPr/>
          <p:nvPr/>
        </p:nvSpPr>
        <p:spPr>
          <a:xfrm>
            <a:off x="1372235" y="1513205"/>
            <a:ext cx="44450" cy="44450"/>
          </a:xfrm>
          <a:prstGeom prst="ellipse">
            <a:avLst/>
          </a:prstGeom>
          <a:noFill/>
          <a:ln w="9906" cap="rnd">
            <a:solidFill>
              <a:srgbClr val="3B8C80"/>
            </a:solidFill>
            <a:prstDash val="solid"/>
            <a:round/>
          </a:ln>
        </p:spPr>
      </p:sp>
      <p:sp>
        <p:nvSpPr>
          <p:cNvPr id="1462" name="V8 embedding feature 1"/>
          <p:cNvSpPr/>
          <p:nvPr/>
        </p:nvSpPr>
        <p:spPr>
          <a:xfrm>
            <a:off x="1426210" y="1518285"/>
            <a:ext cx="18415" cy="34290"/>
          </a:xfrm>
          <a:prstGeom prst="rect">
            <a:avLst/>
          </a:prstGeom>
          <a:solidFill>
            <a:srgbClr val="3E8F9A"/>
          </a:solidFill>
          <a:ln w="0" cap="rnd">
            <a:noFill/>
          </a:ln>
        </p:spPr>
      </p:sp>
      <p:sp>
        <p:nvSpPr>
          <p:cNvPr id="1463" name="V8 embedding feature 2"/>
          <p:cNvSpPr/>
          <p:nvPr/>
        </p:nvSpPr>
        <p:spPr>
          <a:xfrm>
            <a:off x="1445895" y="1518285"/>
            <a:ext cx="18415" cy="34290"/>
          </a:xfrm>
          <a:prstGeom prst="rect">
            <a:avLst/>
          </a:prstGeom>
          <a:solidFill>
            <a:srgbClr val="88BEC3"/>
          </a:solidFill>
          <a:ln w="0" cap="rnd">
            <a:noFill/>
          </a:ln>
        </p:spPr>
      </p:sp>
      <p:sp>
        <p:nvSpPr>
          <p:cNvPr id="1464" name="V8 embedding feature 3"/>
          <p:cNvSpPr/>
          <p:nvPr/>
        </p:nvSpPr>
        <p:spPr>
          <a:xfrm>
            <a:off x="1465580" y="1518285"/>
            <a:ext cx="18415" cy="34290"/>
          </a:xfrm>
          <a:prstGeom prst="rect">
            <a:avLst/>
          </a:prstGeom>
          <a:solidFill>
            <a:srgbClr val="67AD9F"/>
          </a:solidFill>
          <a:ln w="0" cap="rnd">
            <a:noFill/>
          </a:ln>
        </p:spPr>
      </p:sp>
      <p:sp>
        <p:nvSpPr>
          <p:cNvPr id="1465" name="V8 embedding feature 4"/>
          <p:cNvSpPr/>
          <p:nvPr/>
        </p:nvSpPr>
        <p:spPr>
          <a:xfrm>
            <a:off x="1485265" y="1518285"/>
            <a:ext cx="18415" cy="34290"/>
          </a:xfrm>
          <a:prstGeom prst="rect">
            <a:avLst/>
          </a:prstGeom>
          <a:solidFill>
            <a:srgbClr val="B6D8CC"/>
          </a:solidFill>
          <a:ln w="0" cap="rnd">
            <a:noFill/>
          </a:ln>
        </p:spPr>
      </p:sp>
      <p:sp>
        <p:nvSpPr>
          <p:cNvPr id="1466" name="V8 embedding feature 5"/>
          <p:cNvSpPr/>
          <p:nvPr/>
        </p:nvSpPr>
        <p:spPr>
          <a:xfrm>
            <a:off x="1504950" y="1518285"/>
            <a:ext cx="18415" cy="34290"/>
          </a:xfrm>
          <a:prstGeom prst="rect">
            <a:avLst/>
          </a:prstGeom>
          <a:solidFill>
            <a:srgbClr val="3B8C80"/>
          </a:solidFill>
          <a:ln w="0" cap="rnd">
            <a:noFill/>
          </a:ln>
        </p:spPr>
      </p:sp>
      <p:sp>
        <p:nvSpPr>
          <p:cNvPr id="1467" name="V8 embedding feature 6"/>
          <p:cNvSpPr/>
          <p:nvPr/>
        </p:nvSpPr>
        <p:spPr>
          <a:xfrm>
            <a:off x="1524635" y="1518285"/>
            <a:ext cx="18415" cy="34290"/>
          </a:xfrm>
          <a:prstGeom prst="rect">
            <a:avLst/>
          </a:prstGeom>
          <a:solidFill>
            <a:srgbClr val="A3CDDA"/>
          </a:solidFill>
          <a:ln w="0" cap="rnd">
            <a:noFill/>
          </a:ln>
        </p:spPr>
      </p:sp>
      <p:sp>
        <p:nvSpPr>
          <p:cNvPr id="1468" name="V8 embedding feature 7"/>
          <p:cNvSpPr/>
          <p:nvPr/>
        </p:nvSpPr>
        <p:spPr>
          <a:xfrm>
            <a:off x="1544320" y="1518285"/>
            <a:ext cx="18415" cy="34290"/>
          </a:xfrm>
          <a:prstGeom prst="rect">
            <a:avLst/>
          </a:prstGeom>
          <a:solidFill>
            <a:srgbClr val="6CAFA4"/>
          </a:solidFill>
          <a:ln w="0" cap="rnd">
            <a:noFill/>
          </a:ln>
        </p:spPr>
      </p:sp>
      <p:sp>
        <p:nvSpPr>
          <p:cNvPr id="1469" name="V8 embedding feature 8"/>
          <p:cNvSpPr/>
          <p:nvPr/>
        </p:nvSpPr>
        <p:spPr>
          <a:xfrm>
            <a:off x="1564005" y="1518285"/>
            <a:ext cx="18415" cy="34290"/>
          </a:xfrm>
          <a:prstGeom prst="rect">
            <a:avLst/>
          </a:prstGeom>
          <a:solidFill>
            <a:srgbClr val="C4DDE0"/>
          </a:solidFill>
          <a:ln w="0" cap="rnd">
            <a:noFill/>
          </a:ln>
        </p:spPr>
      </p:sp>
      <p:sp>
        <p:nvSpPr>
          <p:cNvPr id="1471" name="V8 embedding to point branch"/>
          <p:cNvSpPr/>
          <p:nvPr/>
        </p:nvSpPr>
        <p:spPr>
          <a:xfrm flipV="1">
            <a:off x="1639889" y="1489896"/>
            <a:ext cx="95532" cy="45719"/>
          </a:xfrm>
          <a:custGeom>
            <a:avLst/>
            <a:gdLst/>
            <a:ahLst/>
            <a:cxnLst/>
            <a:rect l="l" t="t" r="r" b="b"/>
            <a:pathLst>
              <a:path w="63379" h="1">
                <a:moveTo>
                  <a:pt x="0" y="0"/>
                </a:moveTo>
                <a:lnTo>
                  <a:pt x="63379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2" name="V8 embedding to point branch head"/>
          <p:cNvSpPr/>
          <p:nvPr/>
        </p:nvSpPr>
        <p:spPr>
          <a:xfrm>
            <a:off x="1719844" y="1523745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3" name="V8 embedding to voxel branch"/>
          <p:cNvSpPr/>
          <p:nvPr/>
        </p:nvSpPr>
        <p:spPr>
          <a:xfrm>
            <a:off x="1667510" y="669271"/>
            <a:ext cx="1" cy="866159"/>
          </a:xfrm>
          <a:custGeom>
            <a:avLst/>
            <a:gdLst/>
            <a:ahLst/>
            <a:cxnLst/>
            <a:rect l="l" t="t" r="r" b="b"/>
            <a:pathLst>
              <a:path w="1" h="866159">
                <a:moveTo>
                  <a:pt x="0" y="866159"/>
                </a:moveTo>
                <a:lnTo>
                  <a:pt x="0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4" name="V8 embedding to voxel branch head"/>
          <p:cNvSpPr/>
          <p:nvPr/>
        </p:nvSpPr>
        <p:spPr>
          <a:xfrm>
            <a:off x="1655318" y="656526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0"/>
                </a:moveTo>
                <a:lnTo>
                  <a:pt x="0" y="28321"/>
                </a:lnTo>
                <a:lnTo>
                  <a:pt x="24384" y="28321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5" name="V8 density and receptor to voxel"/>
          <p:cNvSpPr/>
          <p:nvPr/>
        </p:nvSpPr>
        <p:spPr>
          <a:xfrm>
            <a:off x="1634160" y="656526"/>
            <a:ext cx="96730" cy="1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6" name="V8 density and receptor to voxel head"/>
          <p:cNvSpPr/>
          <p:nvPr/>
        </p:nvSpPr>
        <p:spPr>
          <a:xfrm>
            <a:off x="1715313" y="644334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77" name="V8 voxel input junction"/>
          <p:cNvSpPr/>
          <p:nvPr/>
        </p:nvSpPr>
        <p:spPr>
          <a:xfrm>
            <a:off x="1659573" y="648589"/>
            <a:ext cx="15875" cy="15875"/>
          </a:xfrm>
          <a:prstGeom prst="ellipse">
            <a:avLst/>
          </a:prstGeom>
          <a:solidFill>
            <a:srgbClr val="4083B4"/>
          </a:solidFill>
          <a:ln w="0" cap="rnd">
            <a:noFill/>
          </a:ln>
        </p:spPr>
      </p:sp>
      <p:sp>
        <p:nvSpPr>
          <p:cNvPr id="1479" name="V8 Match input divider"/>
          <p:cNvSpPr/>
          <p:nvPr/>
        </p:nvSpPr>
        <p:spPr>
          <a:xfrm>
            <a:off x="530162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/>
          <p:cNvSpPr/>
          <p:nvPr/>
        </p:nvSpPr>
        <p:spPr>
          <a:xfrm>
            <a:off x="835463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/>
          <p:cNvSpPr/>
          <p:nvPr/>
        </p:nvSpPr>
        <p:spPr>
          <a:xfrm>
            <a:off x="1191336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/>
          <p:cNvSpPr/>
          <p:nvPr/>
        </p:nvSpPr>
        <p:spPr>
          <a:xfrm>
            <a:off x="1191336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/>
          <p:cNvSpPr/>
          <p:nvPr/>
        </p:nvSpPr>
        <p:spPr>
          <a:xfrm>
            <a:off x="1179144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sp>
        <p:nvSpPr>
          <p:cNvPr id="1484" name="V8 Build site and identity frame"/>
          <p:cNvSpPr/>
          <p:nvPr/>
        </p:nvSpPr>
        <p:spPr>
          <a:xfrm>
            <a:off x="4712652" y="452120"/>
            <a:ext cx="519754" cy="117094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5" name="V8 Build pocket and density frame"/>
          <p:cNvSpPr/>
          <p:nvPr/>
        </p:nvSpPr>
        <p:spPr>
          <a:xfrm>
            <a:off x="5278437" y="452120"/>
            <a:ext cx="527685" cy="117094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6" name="V8 Build inputs to docking"/>
          <p:cNvSpPr/>
          <p:nvPr/>
        </p:nvSpPr>
        <p:spPr>
          <a:xfrm>
            <a:off x="5260340" y="1708155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/>
          <p:cNvSpPr/>
          <p:nvPr/>
        </p:nvSpPr>
        <p:spPr>
          <a:xfrm>
            <a:off x="523843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/>
          <p:cNvSpPr/>
          <p:nvPr/>
        </p:nvSpPr>
        <p:spPr>
          <a:xfrm>
            <a:off x="526034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/>
          <p:cNvSpPr/>
          <p:nvPr/>
        </p:nvSpPr>
        <p:spPr>
          <a:xfrm>
            <a:off x="523843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</p:spTree>
    <p:extLst>
      <p:ext uri="{BB962C8B-B14F-4D97-AF65-F5344CB8AC3E}">
        <p14:creationId xmlns:p14="http://schemas.microsoft.com/office/powerpoint/2010/main" val="8551789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3836</Words>
  <Application>Microsoft Office PowerPoint</Application>
  <DocSecurity>0</DocSecurity>
  <PresentationFormat>自定义</PresentationFormat>
  <Paragraphs>551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Arial</vt:lpstr>
      <vt:lpstr>Calibri</vt:lpstr>
      <vt:lpstr>Cambria Math</vt:lpstr>
      <vt:lpstr>Segoe UI</vt:lpstr>
      <vt:lpstr>Times New Roman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130</cp:revision>
  <dcterms:created xsi:type="dcterms:W3CDTF">2026-10-01T15:00:20Z</dcterms:created>
  <dcterms:modified xsi:type="dcterms:W3CDTF">2026-10-23T03:36:30Z</dcterms:modified>
</cp:coreProperties>
</file>