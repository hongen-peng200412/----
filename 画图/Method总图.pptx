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E04F3CE8.xml" ContentType="application/vnd.ms-powerpoint.comments+xml"/>
  <Override PartName="/ppt/notesSlides/notesSlide2.xml" ContentType="application/vnd.openxmlformats-officedocument.presentationml.notesSlide+xml"/>
  <Override PartName="/ppt/comments/modernComment_102_E04F3CE8.xml" ContentType="application/vnd.ms-powerpoint.comments+xml"/>
  <Override PartName="/ppt/notesSlides/notesSlide3.xml" ContentType="application/vnd.openxmlformats-officedocument.presentationml.notesSlide+xml"/>
  <Override PartName="/ppt/comments/modernComment_100_E04F3CE8.xml" ContentType="application/vnd.ms-powerpoint.comments+xml"/>
  <Override PartName="/ppt/notesSlides/notesSlide4.xml" ContentType="application/vnd.openxmlformats-officedocument.presentationml.notesSlide+xml"/>
  <Override PartName="/ppt/comments/modernComment_103_E7B34CC8.xml" ContentType="application/vnd.ms-powerpoint.comments+xml"/>
  <Override PartName="/ppt/notesSlides/notesSlide5.xml" ContentType="application/vnd.openxmlformats-officedocument.presentationml.notesSlide+xml"/>
  <Override PartName="/ppt/comments/modernComment_104_D1BA0CEE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7" r:id="rId2"/>
    <p:sldId id="258" r:id="rId3"/>
    <p:sldId id="256" r:id="rId4"/>
    <p:sldId id="259" r:id="rId5"/>
    <p:sldId id="260" r:id="rId6"/>
  </p:sldIdLst>
  <p:sldSz cx="6480175" cy="446881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CCB8"/>
    <a:srgbClr val="B8A9D9"/>
    <a:srgbClr val="4083B4"/>
    <a:srgbClr val="C3D4E6"/>
    <a:srgbClr val="EDE7F5"/>
    <a:srgbClr val="EDF3FA"/>
    <a:srgbClr val="D8A95A"/>
    <a:srgbClr val="FAF1DE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745" autoAdjust="0"/>
  </p:normalViewPr>
  <p:slideViewPr>
    <p:cSldViewPr snapToGrid="0">
      <p:cViewPr>
        <p:scale>
          <a:sx n="125" d="100"/>
          <a:sy n="125" d="100"/>
        </p:scale>
        <p:origin x="796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omments/modernComment_100_E04F3CE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E7938EA-5369-4EDF-8742-6BC1D724451B}" authorId="{D3F71A66-0C34-DF1A-5236-FECDBC820DCB}" created="2026-10-22T02:42:32.147">
    <pc:sldMkLst xmlns:pc="http://schemas.microsoft.com/office/powerpoint/2013/main/command">
      <pc:docMk/>
      <pc:sldMk cId="3763289320" sldId="256"/>
    </pc:sldMkLst>
    <p188:txBody>
      <a:bodyPr/>
      <a:lstStyle/>
      <a:p>
        <a:r>
          <a:t>@@fig-method-v9</a:t>
        </a:r>
      </a:p>
    </p188:txBody>
  </p188:cm>
  <p188:cm id="{7AA102D2-F700-4FF5-AB3B-402CA5D4531E}" authorId="{D3F71A66-0C34-DF1A-5236-FECDBC820DCB}" created="2026-10-26T07:11:39.638Z">
    <pc:sldMkLst xmlns:pc="http://schemas.microsoft.com/office/powerpoint/2013/main/command">
      <pc:docMk/>
      <pc:sldMk cId="3763289320" sldId="256"/>
    </pc:sldMkLst>
    <p188:txBody>
      <a:bodyPr/>
      <a:lstStyle/>
      <a:p>
        <a:r>
          <a:t>PROVENANCE v1</a:t>
        </a:r>
      </a:p>
      <a:p>
        <a:r>
          <a:t>id: fig-method-v9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fig-method-v9｜网络架构：text</a:t>
        </a:r>
      </a:p>
      <a:p>
        <a:r>
          <a:t/>
        </a:r>
      </a:p>
      <a:p>
        <a:r>
          <a:t>**共享关系与本页选择。** 本图与`@@fig-overview_v3`、`@@fig-overview_v3-original`、`@@fig-overview_v3-unified`、`@@fig-overview_v3-components`、`@@fig-method-v9-original`、`@@fig-method-v9-unified`、`@@fig-method-v9-components`共用 `画图/画图代码/e2e/visualization/fig12-revision`。`variant_manifest.json` 按稳定图名选择 `画图/Method总图.pptx` 第1页，配色为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直接复用作者的路径、节点、字体及媒体。保留原 embedding 邻域图、受体到体素/点云的输入拓扑、U-Net、PTv3和Match网络。只替换获认可的 density bank 图示。预处理、网络和输出平移分摊间距，Match整块平移；a/b左右边界及c上下边界对齐。Find三幅预览使用相同组件框。Build输入相同SMILES、圈出Cc1ccccc1并留上下间距；默认DG-PocketXMol及其他工具列表保留。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fig-method-v9 --generated-captions`；新图注随本轮编号与实例更新。以后只重建图形时默认不加该选项，沿用正式PPT中的作者图注。运行依次准备几何、PyMOL原生重渲染、Artifact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01_E04F3CE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FFC1CBE-DB23-4F99-9FE8-4D1FAE5B4192}" authorId="{D3F71A66-0C34-DF1A-5236-FECDBC820DCB}" created="2026-10-22T02:42:32.147">
    <pc:sldMkLst xmlns:pc="http://schemas.microsoft.com/office/powerpoint/2013/main/command">
      <pc:docMk/>
      <pc:sldMk cId="3763289320" sldId="257"/>
    </pc:sldMkLst>
    <p188:txBody>
      <a:bodyPr/>
      <a:lstStyle/>
      <a:p>
        <a:r>
          <a:t>@@fig-method-v9-original</a:t>
        </a:r>
      </a:p>
    </p188:txBody>
  </p188:cm>
  <p188:cm id="{9B2AC575-5328-4A75-8DBD-A0A7A5CE1B5F}" authorId="{D3F71A66-0C34-DF1A-5236-FECDBC820DCB}" created="2026-10-26T07:11:39.638Z">
    <pc:sldMkLst xmlns:pc="http://schemas.microsoft.com/office/powerpoint/2013/main/command">
      <pc:docMk/>
      <pc:sldMk cId="3763289320" sldId="257"/>
    </pc:sldMkLst>
    <p188:txBody>
      <a:bodyPr/>
      <a:lstStyle/>
      <a:p>
        <a:r>
          <a:t>PROVENANCE v1</a:t>
        </a:r>
      </a:p>
      <a:p>
        <a:r>
          <a:t>id: fig-method-v9-original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fig-method-v9-original｜网络架构：original</a:t>
        </a:r>
      </a:p>
      <a:p>
        <a:r>
          <a:t/>
        </a:r>
      </a:p>
      <a:p>
        <a:r>
          <a:t>**共享关系与本页选择。** 本图与`@@fig-overview_v3`、`@@fig-overview_v3-original`、`@@fig-overview_v3-unified`、`@@fig-overview_v3-components`、`@@fig-method-v9`、`@@fig-method-v9-unified`、`@@fig-method-v9-components`共用 `画图/画图代码/e2e/visualization/fig12-revision`。`variant_manifest.json` 按稳定图名选择 `画图/Method总图.pptx` 第2页，配色为 `original`。前三页只切换配色，Pocket固定为2B；第四页提供独立组件，不与配色做交叉总图。共享的是坐标渲染与原生对象装配，不共同计算新的模型结果。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直接复用作者的路径、节点、字体及媒体。保留原 embedding 邻域图、受体到体素/点云的输入拓扑、U-Net、PTv3和Match网络。只替换获认可的 density bank 图示。预处理、网络和输出平移分摊间距，Match整块平移；a/b左右边界及c上下边界对齐。Find三幅预览使用相同组件框。Build输入相同SMILES、圈出Cc1ccccc1并留上下间距；默认DG-PocketXMol及其他工具列表保留。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fig-method-v9-original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02_E04F3CE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D7A1043-CC2C-4CF5-B34E-88EDAC39683F}" authorId="{D3F71A66-0C34-DF1A-5236-FECDBC820DCB}" created="2026-10-22T02:42:32.147">
    <pc:sldMkLst xmlns:pc="http://schemas.microsoft.com/office/powerpoint/2013/main/command">
      <pc:docMk/>
      <pc:sldMk cId="0" sldId="258"/>
    </pc:sldMkLst>
    <p188:txBody>
      <a:bodyPr/>
      <a:lstStyle/>
      <a:p>
        <a:r>
          <a:t>@@fig-method-v9-unified</a:t>
        </a:r>
      </a:p>
    </p188:txBody>
  </p188:cm>
  <p188:cm id="{0FAB8D85-4B1E-4E16-A11E-F70F4196C1B4}" authorId="{D3F71A66-0C34-DF1A-5236-FECDBC820DCB}" created="2026-10-26T07:11:39.638Z">
    <pc:sldMkLst xmlns:pc="http://schemas.microsoft.com/office/powerpoint/2013/main/command">
      <pc:docMk/>
      <pc:sldMk cId="0" sldId="258"/>
    </pc:sldMkLst>
    <p188:txBody>
      <a:bodyPr/>
      <a:lstStyle/>
      <a:p>
        <a:r>
          <a:t>PROVENANCE v1</a:t>
        </a:r>
      </a:p>
      <a:p>
        <a:r>
          <a:t>id: fig-method-v9-unified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fig-method-v9-unified｜网络架构：unified</a:t>
        </a:r>
      </a:p>
      <a:p>
        <a:r>
          <a:t/>
        </a:r>
      </a:p>
      <a:p>
        <a:r>
          <a:t>**共享关系与本页选择。** 本图与`@@fig-overview_v3`、`@@fig-overview_v3-original`、`@@fig-overview_v3-unified`、`@@fig-overview_v3-components`、`@@fig-method-v9`、`@@fig-method-v9-original`、`@@fig-method-v9-components`共用 `画图/画图代码/e2e/visualization/fig12-revision`。`variant_manifest.json` 按稳定图名选择 `画图/Method总图.pptx` 第3页，配色为 `unified`。前三页只切换配色，Pocket固定为2B；第四页提供独立组件，不与配色做交叉总图。共享的是坐标渲染与原生对象装配，不共同计算新的模型结果。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直接复用作者的路径、节点、字体及媒体。保留原 embedding 邻域图、受体到体素/点云的输入拓扑、U-Net、PTv3和Match网络。只替换获认可的 density bank 图示。预处理、网络和输出平移分摊间距，Match整块平移；a/b左右边界及c上下边界对齐。Find三幅预览使用相同组件框。Build输入相同SMILES、圈出Cc1ccccc1并留上下间距；默认DG-PocketXMol及其他工具列表保留。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fig-method-v9-unified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03_E7B34CC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C2A722B-215D-45E7-BFE2-D2335A151FD8}" authorId="{D3F71A66-0C34-DF1A-5236-FECDBC820DCB}" created="2026-10-22T02:42:32.147">
    <pc:sldMkLst xmlns:pc="http://schemas.microsoft.com/office/powerpoint/2013/main/command">
      <pc:docMk/>
      <pc:sldMk cId="3763289320" sldId="256"/>
    </pc:sldMkLst>
    <p188:txBody>
      <a:bodyPr/>
      <a:lstStyle/>
      <a:p>
        <a:r>
          <a:t>@@fig-method-v9</a:t>
        </a:r>
      </a:p>
    </p188:txBody>
  </p188:cm>
  <p188:cm id="{F7E6DA0E-7995-4AFD-AFAB-B7ACAC6094A9}" authorId="{D3F71A66-0C34-DF1A-5236-FECDBC820DCB}" created="2026-10-26T07:11:39.638Z">
    <pc:sldMkLst xmlns:pc="http://schemas.microsoft.com/office/powerpoint/2013/main/command">
      <pc:docMk/>
      <pc:sldMk cId="3763289320" sldId="256"/>
    </pc:sldMkLst>
    <p188:txBody>
      <a:bodyPr/>
      <a:lstStyle/>
      <a:p>
        <a:r>
          <a:t>PROVENANCE v1</a:t>
        </a:r>
      </a:p>
      <a:p>
        <a:r>
          <a:t>id: fig-method-v9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fig-method-v9｜网络架构：text</a:t>
        </a:r>
      </a:p>
      <a:p>
        <a:r>
          <a:t/>
        </a:r>
      </a:p>
      <a:p>
        <a:r>
          <a:t>**共享关系与本页选择。** 本图与`@@fig-overview_v3`、`@@fig-overview_v3-original`、`@@fig-overview_v3-unified`、`@@fig-overview_v3-components`、`@@fig-method-v9-original`、`@@fig-method-v9-unified`、`@@fig-method-v9-components`共用 `画图/画图代码/e2e/visualization/fig12-revision`。`variant_manifest.json` 按稳定图名选择 `画图/Method总图.pptx` 第1页，配色为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直接复用作者的路径、节点、字体及媒体。保留原 embedding 邻域图、受体到体素/点云的输入拓扑、U-Net、PTv3和Match网络。只替换获认可的 density bank 图示。预处理、网络和输出平移分摊间距，Match整块平移；a/b左右边界及c上下边界对齐。Find三幅预览使用相同组件框。Build输入相同SMILES、圈出Cc1ccccc1并留上下间距；默认DG-PocketXMol及其他工具列表保留。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fig-method-v9 --generated-captions`；新图注随本轮编号与实例更新。以后只重建图形时默认不加该选项，沿用正式PPT中的作者图注。运行依次准备几何、PyMOL原生重渲染、Artifact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04_D1BA0CE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E712C0E-5422-4818-88D5-845D43010D84}" authorId="{D3F71A66-0C34-DF1A-5236-FECDBC820DCB}" created="2026-10-22T02:42:32.147">
    <pc:sldMkLst xmlns:pc="http://schemas.microsoft.com/office/powerpoint/2013/main/command">
      <pc:docMk/>
      <pc:sldMk cId="3763289320" sldId="256"/>
    </pc:sldMkLst>
    <p188:txBody>
      <a:bodyPr/>
      <a:lstStyle/>
      <a:p>
        <a:r>
          <a:t>@@fig-method-v9</a:t>
        </a:r>
      </a:p>
    </p188:txBody>
  </p188:cm>
  <p188:cm id="{396A21D9-3035-47FC-B3FC-05DCEA3D31D3}" authorId="{D3F71A66-0C34-DF1A-5236-FECDBC820DCB}" created="2026-10-26T07:11:39.638Z">
    <pc:sldMkLst xmlns:pc="http://schemas.microsoft.com/office/powerpoint/2013/main/command">
      <pc:docMk/>
      <pc:sldMk cId="3763289320" sldId="256"/>
    </pc:sldMkLst>
    <p188:txBody>
      <a:bodyPr/>
      <a:lstStyle/>
      <a:p>
        <a:r>
          <a:t>PROVENANCE v1</a:t>
        </a:r>
      </a:p>
      <a:p>
        <a:r>
          <a:t>id: fig-method-v9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fig-method-v9｜网络架构：text</a:t>
        </a:r>
      </a:p>
      <a:p>
        <a:r>
          <a:t/>
        </a:r>
      </a:p>
      <a:p>
        <a:r>
          <a:t>**共享关系与本页选择。** 本图与`@@fig-overview_v3`、`@@fig-overview_v3-original`、`@@fig-overview_v3-unified`、`@@fig-overview_v3-components`、`@@fig-method-v9-original`、`@@fig-method-v9-unified`、`@@fig-method-v9-components`共用 `画图/画图代码/e2e/visualization/fig12-revision`。`variant_manifest.json` 按稳定图名选择 `画图/Method总图.pptx` 第1页，配色为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直接复用作者的路径、节点、字体及媒体。保留原 embedding 邻域图、受体到体素/点云的输入拓扑、U-Net、PTv3和Match网络。只替换获认可的 density bank 图示。预处理、网络和输出平移分摊间距，Match整块平移；a/b左右边界及c上下边界对齐。Find三幅预览使用相同组件框。Build输入相同SMILES、圈出Cc1ccccc1并留上下间距；默认DG-PocketXMol及其他工具列表保留。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fig-method-v9 --generated-captions`；新图注随本轮编号与实例更新。以后只重建图形时默认不加该选项，沿用正式PPT中的作者图注。运行依次准备几何、PyMOL原生重渲染、Artifact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4FE49-5DA4-F327-2341-5C6C9A47D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E64168-A7DD-66D7-17F1-61CBA0132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D1279-D9F3-0200-5439-F3BEE5F15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ENGLISH:</a:t>
            </a:r>
          </a:p>
          <a:p>
            <a:r>
              <a:rPr lang="en-US" altLang="zh-CN" dirty="0"/>
              <a:t>Network architecture and data flow of the </a:t>
            </a:r>
            <a:r>
              <a:rPr lang="en-US" altLang="zh-CN" dirty="0" err="1"/>
              <a:t>LigandSeek</a:t>
            </a:r>
            <a:r>
              <a:rPr lang="en-US" altLang="zh-CN" dirty="0"/>
              <a:t> Find–Match–Build framework.</a:t>
            </a:r>
          </a:p>
          <a:p>
            <a:r>
              <a:rPr lang="en-US" altLang="zh-CN" b="1" dirty="0"/>
              <a:t>a, </a:t>
            </a:r>
            <a:r>
              <a:rPr lang="en-US" altLang="zh-CN" dirty="0"/>
              <a:t>Find encodes density and receptor information to produce candidate ligand regions (blobs in $\</a:t>
            </a:r>
            <a:r>
              <a:rPr lang="en-US" altLang="zh-CN" dirty="0" err="1"/>
              <a:t>mathbb</a:t>
            </a:r>
            <a:r>
              <a:rPr lang="en-US" altLang="zh-CN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altLang="zh-CN" sz="1200" b="1" kern="1200" dirty="0"/>
              <a:t>b, </a:t>
            </a:r>
            <a:r>
              <a:rPr lang="en-US" altLang="zh-CN" dirty="0"/>
              <a:t>Match classifies candidates as foreground or background and assigns ligand identities. A 3D U-Net encodes a local voxel crop. Pooling, cross-attention and </a:t>
            </a:r>
            <a:r>
              <a:rPr lang="en-US" altLang="zh-CN" dirty="0" err="1"/>
              <a:t>FiLM</a:t>
            </a:r>
            <a:r>
              <a:rPr lang="en-US" altLang="zh-CN" dirty="0"/>
              <a:t> integrate pocket and blob information with auxiliary features from Find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altLang="zh-CN" sz="1200" b="1" kern="1200" dirty="0"/>
              <a:t>c, </a:t>
            </a:r>
            <a:r>
              <a:rPr lang="en-US" altLang="zh-CN" dirty="0"/>
              <a:t>Build uses the binding site, SMILES identity, pocket and density information with downstream docking tools to reconstruct an all-atom ligand pose. </a:t>
            </a:r>
            <a:r>
              <a:rPr lang="en-US" altLang="zh-CN" dirty="0" err="1"/>
              <a:t>PocketXMol</a:t>
            </a:r>
            <a:r>
              <a:rPr lang="en-US" altLang="zh-CN"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967F6-10B3-385E-E2B8-A13B6962FB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882321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4FE49-5DA4-F327-2341-5C6C9A47D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E64168-A7DD-66D7-17F1-61CBA0132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D1279-D9F3-0200-5439-F3BEE5F15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ENGLISH:</a:t>
            </a:r>
          </a:p>
          <a:p>
            <a:r>
              <a:rPr lang="en-US" altLang="zh-CN" dirty="0"/>
              <a:t>Network architecture and data flow of the </a:t>
            </a:r>
            <a:r>
              <a:rPr lang="en-US" altLang="zh-CN" dirty="0" err="1"/>
              <a:t>LigandSeek</a:t>
            </a:r>
            <a:r>
              <a:rPr lang="en-US" altLang="zh-CN" dirty="0"/>
              <a:t> Find–Match–Build framework.</a:t>
            </a:r>
          </a:p>
          <a:p>
            <a:r>
              <a:rPr lang="en-US" altLang="zh-CN" b="1" dirty="0"/>
              <a:t>a, </a:t>
            </a:r>
            <a:r>
              <a:rPr lang="en-US" altLang="zh-CN" dirty="0"/>
              <a:t>Find encodes density and receptor information to produce candidate ligand regions (blobs in $\</a:t>
            </a:r>
            <a:r>
              <a:rPr lang="en-US" altLang="zh-CN" dirty="0" err="1"/>
              <a:t>mathbb</a:t>
            </a:r>
            <a:r>
              <a:rPr lang="en-US" altLang="zh-CN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altLang="zh-CN" sz="1200" b="1" kern="1200" dirty="0"/>
              <a:t>b, </a:t>
            </a:r>
            <a:r>
              <a:rPr lang="en-US" altLang="zh-CN" dirty="0"/>
              <a:t>Match classifies candidates as foreground or background and assigns ligand identities. A 3D U-Net encodes a local voxel crop. Pooling, cross-attention and </a:t>
            </a:r>
            <a:r>
              <a:rPr lang="en-US" altLang="zh-CN" dirty="0" err="1"/>
              <a:t>FiLM</a:t>
            </a:r>
            <a:r>
              <a:rPr lang="en-US" altLang="zh-CN" dirty="0"/>
              <a:t> integrate pocket and blob information with auxiliary features from Find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altLang="zh-CN" sz="1200" b="1" kern="1200" dirty="0"/>
              <a:t>c, </a:t>
            </a:r>
            <a:r>
              <a:rPr lang="en-US" altLang="zh-CN" dirty="0"/>
              <a:t>Build uses the binding site, SMILES identity, pocket and density information with downstream docking tools to reconstruct an all-atom ligand pose. </a:t>
            </a:r>
            <a:r>
              <a:rPr lang="en-US" altLang="zh-CN" dirty="0" err="1"/>
              <a:t>PocketXMol</a:t>
            </a:r>
            <a:r>
              <a:rPr lang="en-US" altLang="zh-CN"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967F6-10B3-385E-E2B8-A13B6962FB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882321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4FE49-5DA4-F327-2341-5C6C9A47D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E64168-A7DD-66D7-17F1-61CBA0132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D1279-D9F3-0200-5439-F3BEE5F15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ENGLISH:</a:t>
            </a:r>
          </a:p>
          <a:p>
            <a:r>
              <a:rPr lang="en-US" altLang="zh-CN" dirty="0"/>
              <a:t>Network architecture and data flow of the </a:t>
            </a:r>
            <a:r>
              <a:rPr lang="en-US" altLang="zh-CN" dirty="0" err="1"/>
              <a:t>LigandSeek</a:t>
            </a:r>
            <a:r>
              <a:rPr lang="en-US" altLang="zh-CN" dirty="0"/>
              <a:t> Find–Match–Build framework.</a:t>
            </a:r>
          </a:p>
          <a:p>
            <a:r>
              <a:rPr lang="en-US" altLang="zh-CN" b="1" dirty="0"/>
              <a:t>a, </a:t>
            </a:r>
            <a:r>
              <a:rPr lang="en-US" altLang="zh-CN" dirty="0"/>
              <a:t>Find encodes density and receptor information to produce candidate ligand regions (blobs in $\</a:t>
            </a:r>
            <a:r>
              <a:rPr lang="en-US" altLang="zh-CN" dirty="0" err="1"/>
              <a:t>mathbb</a:t>
            </a:r>
            <a:r>
              <a:rPr lang="en-US" altLang="zh-CN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altLang="zh-CN" sz="1200" b="1" kern="1200" dirty="0"/>
              <a:t>b, </a:t>
            </a:r>
            <a:r>
              <a:rPr lang="en-US" altLang="zh-CN" dirty="0"/>
              <a:t>Match classifies candidates as foreground or background and assigns ligand identities. A 3D U-Net encodes a local voxel crop. Pooling, cross-attention and </a:t>
            </a:r>
            <a:r>
              <a:rPr lang="en-US" altLang="zh-CN" dirty="0" err="1"/>
              <a:t>FiLM</a:t>
            </a:r>
            <a:r>
              <a:rPr lang="en-US" altLang="zh-CN" dirty="0"/>
              <a:t> integrate pocket and blob information with auxiliary features from Find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altLang="zh-CN" sz="1200" b="1" kern="1200" dirty="0"/>
              <a:t>c, </a:t>
            </a:r>
            <a:r>
              <a:rPr lang="en-US" altLang="zh-CN" dirty="0"/>
              <a:t>Build uses the binding site, SMILES identity, pocket and density information with downstream docking tools to reconstruct an all-atom ligand pose. </a:t>
            </a:r>
            <a:r>
              <a:rPr lang="en-US" altLang="zh-CN" dirty="0" err="1"/>
              <a:t>PocketXMol</a:t>
            </a:r>
            <a:r>
              <a:rPr lang="en-US" altLang="zh-CN"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967F6-10B3-385E-E2B8-A13B6962FB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882321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46E33-EAC0-DB41-B144-2F6CD7C1A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5F84A2-6A4B-93D1-EB24-86D3764CE6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23B58-F312-EC14-A69B-A95495E16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ENGLISH:</a:t>
            </a:r>
          </a:p>
          <a:p>
            <a:r>
              <a:rPr lang="en-US" altLang="zh-CN" dirty="0"/>
              <a:t>Network architecture and data flow of the </a:t>
            </a:r>
            <a:r>
              <a:rPr lang="en-US" altLang="zh-CN" dirty="0" err="1"/>
              <a:t>LigandSeek</a:t>
            </a:r>
            <a:r>
              <a:rPr lang="en-US" altLang="zh-CN" dirty="0"/>
              <a:t> Find–Match–Build framework.</a:t>
            </a:r>
          </a:p>
          <a:p>
            <a:r>
              <a:rPr lang="en-US" altLang="zh-CN" b="1" dirty="0"/>
              <a:t>a, </a:t>
            </a:r>
            <a:r>
              <a:rPr lang="en-US" altLang="zh-CN" dirty="0"/>
              <a:t>Find encodes density and receptor information to produce candidate ligand regions (blobs in $\</a:t>
            </a:r>
            <a:r>
              <a:rPr lang="en-US" altLang="zh-CN" dirty="0" err="1"/>
              <a:t>mathbb</a:t>
            </a:r>
            <a:r>
              <a:rPr lang="en-US" altLang="zh-CN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altLang="zh-CN" sz="1200" b="1" kern="1200" dirty="0"/>
              <a:t>b, </a:t>
            </a:r>
            <a:r>
              <a:rPr lang="en-US" altLang="zh-CN" dirty="0"/>
              <a:t>Match classifies candidates as foreground or background and assigns ligand identities. A 3D U-Net encodes a local voxel crop. Pooling, cross-attention and </a:t>
            </a:r>
            <a:r>
              <a:rPr lang="en-US" altLang="zh-CN" dirty="0" err="1"/>
              <a:t>FiLM</a:t>
            </a:r>
            <a:r>
              <a:rPr lang="en-US" altLang="zh-CN" dirty="0"/>
              <a:t> integrate pocket and blob information with auxiliary features from Find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altLang="zh-CN" sz="1200" b="1" kern="1200" dirty="0"/>
              <a:t>c, </a:t>
            </a:r>
            <a:r>
              <a:rPr lang="en-US" altLang="zh-CN" dirty="0"/>
              <a:t>Build uses the binding site, SMILES identity, pocket and density information with downstream docking tools to reconstruct an all-atom ligand pose. </a:t>
            </a:r>
            <a:r>
              <a:rPr lang="en-US" altLang="zh-CN" dirty="0" err="1"/>
              <a:t>PocketXMol</a:t>
            </a:r>
            <a:r>
              <a:rPr lang="en-US" altLang="zh-CN"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8DA8E-1CEB-2EDA-3870-1951FA968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156425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FF6BC-628B-87E4-3031-4A559211E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7DE87-09EC-2A47-EC1B-A7BB908DF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EE821-D0FD-3BBB-5363-C6BD85C6C2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ENGLISH:</a:t>
            </a:r>
          </a:p>
          <a:p>
            <a:r>
              <a:rPr lang="en-US" altLang="zh-CN" dirty="0"/>
              <a:t>Network architecture and data flow of the </a:t>
            </a:r>
            <a:r>
              <a:rPr lang="en-US" altLang="zh-CN" dirty="0" err="1"/>
              <a:t>LigandSeek</a:t>
            </a:r>
            <a:r>
              <a:rPr lang="en-US" altLang="zh-CN" dirty="0"/>
              <a:t> Find–Match–Build framework.</a:t>
            </a:r>
          </a:p>
          <a:p>
            <a:r>
              <a:rPr lang="en-US" altLang="zh-CN" b="1" dirty="0"/>
              <a:t>a, </a:t>
            </a:r>
            <a:r>
              <a:rPr lang="en-US" altLang="zh-CN" dirty="0"/>
              <a:t>Find encodes density and receptor information to produce candidate ligand regions (blobs in $\</a:t>
            </a:r>
            <a:r>
              <a:rPr lang="en-US" altLang="zh-CN" dirty="0" err="1"/>
              <a:t>mathbb</a:t>
            </a:r>
            <a:r>
              <a:rPr lang="en-US" altLang="zh-CN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altLang="zh-CN" sz="1200" b="1" kern="1200" dirty="0"/>
              <a:t>b, </a:t>
            </a:r>
            <a:r>
              <a:rPr lang="en-US" altLang="zh-CN" dirty="0"/>
              <a:t>Match classifies candidates as foreground or background and assigns ligand identities. A 3D U-Net encodes a local voxel crop. Pooling, cross-attention and </a:t>
            </a:r>
            <a:r>
              <a:rPr lang="en-US" altLang="zh-CN" dirty="0" err="1"/>
              <a:t>FiLM</a:t>
            </a:r>
            <a:r>
              <a:rPr lang="en-US" altLang="zh-CN" dirty="0"/>
              <a:t> integrate pocket and blob information with auxiliary features from Find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altLang="zh-CN" sz="1200" b="1" kern="1200" dirty="0"/>
              <a:t>c, </a:t>
            </a:r>
            <a:r>
              <a:rPr lang="en-US" altLang="zh-CN" dirty="0"/>
              <a:t>Build uses the binding site, SMILES identity, pocket and density information with downstream docking tools to reconstruct an all-atom ligand pose. </a:t>
            </a:r>
            <a:r>
              <a:rPr lang="en-US" altLang="zh-CN" dirty="0" err="1"/>
              <a:t>PocketXMol</a:t>
            </a:r>
            <a:r>
              <a:rPr lang="en-US" altLang="zh-CN"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F256E-045F-A942-C0BA-85F6F8D01F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54786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610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18/10/relationships/comments" Target="../comments/modernComment_101_E04F3CE8.xm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18/10/relationships/comments" Target="../comments/modernComment_102_E04F3CE8.xm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18/10/relationships/comments" Target="../comments/modernComment_100_E04F3CE8.xm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E7B34CC8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D1BA0CEE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ethod / original">
    <p:spTree>
      <p:nvGrpSpPr>
        <p:cNvPr id="1" name="">
          <a:extLst>
            <a:ext uri="{FF2B5EF4-FFF2-40B4-BE49-F238E27FC236}">
              <a16:creationId xmlns:a16="http://schemas.microsoft.com/office/drawing/2014/main" id="{7C3A6E18-01F8-B0BA-F43F-91B3A30C3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A9090686-8929-C0A0-CCD3-B88878102309}"/>
              </a:ext>
            </a:extLst>
          </p:cNvPr>
          <p:cNvSpPr/>
          <p:nvPr/>
        </p:nvSpPr>
        <p:spPr>
          <a:xfrm>
            <a:off x="450985" y="85589"/>
            <a:ext cx="438193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28703D02-0EE9-C5A6-609C-08019DDE7E4E}"/>
              </a:ext>
            </a:extLst>
          </p:cNvPr>
          <p:cNvSpPr/>
          <p:nvPr/>
        </p:nvSpPr>
        <p:spPr>
          <a:xfrm>
            <a:off x="450985" y="1885270"/>
            <a:ext cx="438193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ED204BA4-647E-6284-03F8-632FC35FBD82}"/>
              </a:ext>
            </a:extLst>
          </p:cNvPr>
          <p:cNvSpPr/>
          <p:nvPr/>
        </p:nvSpPr>
        <p:spPr>
          <a:xfrm>
            <a:off x="4868797" y="85630"/>
            <a:ext cx="1354615" cy="4331875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DDB8823C-1C5D-EC2B-D97C-140C79222FB0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>
              <a:extLst>
                <a:ext uri="{FF2B5EF4-FFF2-40B4-BE49-F238E27FC236}">
                  <a16:creationId xmlns:a16="http://schemas.microsoft.com/office/drawing/2014/main" id="{7D0554F4-AE1C-63F1-A885-352F5424EDA9}"/>
                </a:ext>
              </a:extLst>
            </p:cNvPr>
            <p:cNvSpPr/>
            <p:nvPr/>
          </p:nvSpPr>
          <p:spPr>
            <a:xfrm>
              <a:off x="1582841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DBC3EDA-5434-B072-0369-64F7979021C5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BDE65E3A-EB06-F9D8-4F70-55D863BF89FB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F3FF857A-DE19-FC06-9455-89983F39C003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70ECA487-21BB-6209-C18F-3026009B4E59}"/>
              </a:ext>
            </a:extLst>
          </p:cNvPr>
          <p:cNvSpPr txBox="1"/>
          <p:nvPr/>
        </p:nvSpPr>
        <p:spPr>
          <a:xfrm>
            <a:off x="677200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C99C17F0-6544-6BC0-1417-555389742DB7}"/>
              </a:ext>
            </a:extLst>
          </p:cNvPr>
          <p:cNvSpPr txBox="1"/>
          <p:nvPr/>
        </p:nvSpPr>
        <p:spPr>
          <a:xfrm>
            <a:off x="490238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7A43A7E7-A060-03F0-5B05-9A1425584A88}"/>
              </a:ext>
            </a:extLst>
          </p:cNvPr>
          <p:cNvSpPr txBox="1"/>
          <p:nvPr/>
        </p:nvSpPr>
        <p:spPr>
          <a:xfrm>
            <a:off x="506058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AB7453E-57E4-6069-E17B-BEBD584DE9C5}"/>
              </a:ext>
            </a:extLst>
          </p:cNvPr>
          <p:cNvSpPr/>
          <p:nvPr/>
        </p:nvSpPr>
        <p:spPr>
          <a:xfrm>
            <a:off x="469817" y="284774"/>
            <a:ext cx="488504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E13F9DB9-2915-4D37-1A15-4DD879957FE6}"/>
              </a:ext>
            </a:extLst>
          </p:cNvPr>
          <p:cNvSpPr txBox="1"/>
          <p:nvPr/>
        </p:nvSpPr>
        <p:spPr>
          <a:xfrm>
            <a:off x="402592" y="318294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C39711EA-1578-1FDC-F7E5-415822DEC84F}"/>
              </a:ext>
            </a:extLst>
          </p:cNvPr>
          <p:cNvSpPr/>
          <p:nvPr/>
        </p:nvSpPr>
        <p:spPr>
          <a:xfrm>
            <a:off x="469816" y="1028349"/>
            <a:ext cx="48961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566817F-CA11-3CA5-4ED5-534E4B65A1C1}"/>
              </a:ext>
            </a:extLst>
          </p:cNvPr>
          <p:cNvSpPr txBox="1"/>
          <p:nvPr/>
        </p:nvSpPr>
        <p:spPr>
          <a:xfrm>
            <a:off x="376366" y="1053973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84C31B5C-DB46-3102-A094-A625CBC3795B}"/>
              </a:ext>
            </a:extLst>
          </p:cNvPr>
          <p:cNvSpPr/>
          <p:nvPr/>
        </p:nvSpPr>
        <p:spPr>
          <a:xfrm>
            <a:off x="1962711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D0BEE622-6A06-FAEC-A1B9-E12DAFA59B95}"/>
              </a:ext>
            </a:extLst>
          </p:cNvPr>
          <p:cNvSpPr txBox="1"/>
          <p:nvPr/>
        </p:nvSpPr>
        <p:spPr>
          <a:xfrm>
            <a:off x="1962711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6162AD09-868A-9802-DD3F-493AE18E658B}"/>
              </a:ext>
            </a:extLst>
          </p:cNvPr>
          <p:cNvSpPr txBox="1"/>
          <p:nvPr/>
        </p:nvSpPr>
        <p:spPr>
          <a:xfrm>
            <a:off x="1962566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9C48FDC-7786-8263-4A08-E75021FC8287}"/>
              </a:ext>
            </a:extLst>
          </p:cNvPr>
          <p:cNvSpPr txBox="1"/>
          <p:nvPr/>
        </p:nvSpPr>
        <p:spPr>
          <a:xfrm>
            <a:off x="2128828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5D7C6AF6-28C5-C78C-2A6D-53148E9C5409}"/>
              </a:ext>
            </a:extLst>
          </p:cNvPr>
          <p:cNvSpPr txBox="1"/>
          <p:nvPr/>
        </p:nvSpPr>
        <p:spPr>
          <a:xfrm>
            <a:off x="2777479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7CC49EB1-DBD1-A7E7-516D-CECCC1D041F1}"/>
              </a:ext>
            </a:extLst>
          </p:cNvPr>
          <p:cNvSpPr txBox="1"/>
          <p:nvPr/>
        </p:nvSpPr>
        <p:spPr>
          <a:xfrm>
            <a:off x="3426130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E6BB0EBE-E97F-0460-89AE-378626BAD4D7}"/>
              </a:ext>
            </a:extLst>
          </p:cNvPr>
          <p:cNvSpPr/>
          <p:nvPr/>
        </p:nvSpPr>
        <p:spPr>
          <a:xfrm>
            <a:off x="1962711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B4F71929-AC06-8CA3-B3DD-0D60585A9033}"/>
              </a:ext>
            </a:extLst>
          </p:cNvPr>
          <p:cNvGrpSpPr/>
          <p:nvPr/>
        </p:nvGrpSpPr>
        <p:grpSpPr>
          <a:xfrm>
            <a:off x="2053680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660AA888-4092-6DA6-78D3-4B888E2B2DA3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8ED69D04-8A29-A5B5-FEDE-87DBF5A86A21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2F757B70-05BB-1D52-EAD7-99F943EE078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3900347-5FB5-F6C0-81F6-93C079B537C5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D9E3B372-BB0F-C9A4-3974-A8E7AF7737B7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65731899-DB97-2E91-5665-E8C978110F71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FB870BF7-7DC4-B374-8AD0-46EC506BB29E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FB5210B2-4DAF-5841-3925-445BB6BA8E65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5E297BB0-4B0B-7393-6335-0A8D413997FE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3460EDB7-F270-4A51-230E-76F07C518E5B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D7F22E2B-29AF-AAFC-9390-4763B76AC824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F4A044B8-F6CD-9A28-3075-23E9F1427BD6}"/>
              </a:ext>
            </a:extLst>
          </p:cNvPr>
          <p:cNvGrpSpPr/>
          <p:nvPr/>
        </p:nvGrpSpPr>
        <p:grpSpPr>
          <a:xfrm>
            <a:off x="2484443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A2BC9FE-9931-3C68-E213-012D2334D100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0D3FC1DA-E4D9-46A0-549F-86D3BA55D6FD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2E76A36E-124A-FF28-5F0C-9D8A556CAB6E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D535EE24-6485-F339-2CB7-F9EF085CB943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3E3B8E8E-0D51-B463-1AC5-8ABBD0D94E5F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A78CC97C-CF00-B4B4-232A-6540F415567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1C7DD56E-5535-8B2E-615C-21EEB3FC0B60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53E5DFEF-A738-E1E2-6D82-562898867479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F15DB89-4578-E9D4-B66C-9772D337DE92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8E5AF76E-A5D2-A1C4-1196-A1FB989CBECC}"/>
              </a:ext>
            </a:extLst>
          </p:cNvPr>
          <p:cNvGrpSpPr/>
          <p:nvPr/>
        </p:nvGrpSpPr>
        <p:grpSpPr>
          <a:xfrm>
            <a:off x="2932283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75101B77-5988-FEB7-22BD-46F0384ADBC8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0F3768B9-45DC-D239-6ECE-6B199905A0E6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9AC2E9D9-EA81-CB60-9668-376E55C3B65A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193512C0-B984-BF26-53B2-A4C133832B1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010957FC-182F-1FF9-1554-385555C7E5BB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D3BED3D3-6945-FBFB-0ADC-29AB3D61D264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6152C243-7C11-72B4-655A-F6C20103F058}"/>
              </a:ext>
            </a:extLst>
          </p:cNvPr>
          <p:cNvGrpSpPr/>
          <p:nvPr/>
        </p:nvGrpSpPr>
        <p:grpSpPr>
          <a:xfrm>
            <a:off x="3354586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02A84936-E0C4-22EE-AB39-B8147866C1E6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28C5B77C-D4DA-25CA-7F5E-FFB406D4948B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4B9C2CC8-3618-CEA6-223F-481DE7645A7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16AA07D-1658-6583-2048-22DAA979C713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B9996B1C-4365-A5B2-A0FA-BEEE1AE3580D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B24EA66B-C475-FD74-3653-99240EA2FC7D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7C05A257-A858-E4EC-CE72-2E262BB52B07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029BF78-C694-94BA-2390-D6FC0A6BFD81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B400169A-5E49-FEE5-1915-FCB9E751F312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FE5D4BB8-AE08-CFDC-14F9-58D62B643799}"/>
              </a:ext>
            </a:extLst>
          </p:cNvPr>
          <p:cNvGrpSpPr/>
          <p:nvPr/>
        </p:nvGrpSpPr>
        <p:grpSpPr>
          <a:xfrm>
            <a:off x="3778141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C966A44-931E-3C61-C3E2-9910BF785D0E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0734BB70-ADDB-68EE-E4C9-F1E9F19AF6E7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50CDA3FC-9E47-A0FF-54FE-0B291B80C55E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FDEE2D57-7D4E-037C-452C-66A797AB07C9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B2C7060E-B2BB-F02D-5B6F-B7D323B087B4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7DE1C447-AFD4-DD7C-5DE0-0E96E8153D12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536BBD44-5D8E-E642-7EFE-DC301B9D3F7F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2D018CC6-8BB4-0573-830A-62F9771BB45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D9BABC9-7179-80DF-931B-76C5D153BFA2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BF41BEF8-8F67-637A-F426-1015DD3C37F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E57407DB-12F2-A10B-73ED-904E74E89684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8BB2EAEF-8D89-55B5-F883-4E54E99BD78E}"/>
              </a:ext>
            </a:extLst>
          </p:cNvPr>
          <p:cNvSpPr/>
          <p:nvPr/>
        </p:nvSpPr>
        <p:spPr>
          <a:xfrm>
            <a:off x="2848673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EF55ECE2-C6C0-8216-6F8B-11F814326338}"/>
              </a:ext>
            </a:extLst>
          </p:cNvPr>
          <p:cNvSpPr txBox="1"/>
          <p:nvPr/>
        </p:nvSpPr>
        <p:spPr>
          <a:xfrm>
            <a:off x="2832852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DA95DC65-9861-CC7E-7EFC-4B9E07722C91}"/>
              </a:ext>
            </a:extLst>
          </p:cNvPr>
          <p:cNvSpPr txBox="1"/>
          <p:nvPr/>
        </p:nvSpPr>
        <p:spPr>
          <a:xfrm>
            <a:off x="1962711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22E41DD-5F6E-76BD-E92F-5CBA886A651B}"/>
              </a:ext>
            </a:extLst>
          </p:cNvPr>
          <p:cNvSpPr txBox="1"/>
          <p:nvPr/>
        </p:nvSpPr>
        <p:spPr>
          <a:xfrm>
            <a:off x="2809120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6A602B9B-DE58-7AA0-FDBA-741F60C78A9B}"/>
              </a:ext>
            </a:extLst>
          </p:cNvPr>
          <p:cNvSpPr/>
          <p:nvPr/>
        </p:nvSpPr>
        <p:spPr>
          <a:xfrm>
            <a:off x="432993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F7C0F6F-D082-C8AA-DE11-4286EF42AADB}"/>
              </a:ext>
            </a:extLst>
          </p:cNvPr>
          <p:cNvSpPr txBox="1"/>
          <p:nvPr/>
        </p:nvSpPr>
        <p:spPr>
          <a:xfrm>
            <a:off x="420626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EBF2AA16-9B52-B84F-43EE-03BA82B2D4CA}"/>
              </a:ext>
            </a:extLst>
          </p:cNvPr>
          <p:cNvSpPr txBox="1"/>
          <p:nvPr/>
        </p:nvSpPr>
        <p:spPr>
          <a:xfrm>
            <a:off x="677751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FD101AA-9130-CD96-6414-B193E6D36851}"/>
              </a:ext>
            </a:extLst>
          </p:cNvPr>
          <p:cNvSpPr txBox="1"/>
          <p:nvPr/>
        </p:nvSpPr>
        <p:spPr>
          <a:xfrm>
            <a:off x="2706672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5A593D05-94F5-C55B-C8C6-B8F9E86B08C6}"/>
              </a:ext>
            </a:extLst>
          </p:cNvPr>
          <p:cNvSpPr/>
          <p:nvPr/>
        </p:nvSpPr>
        <p:spPr>
          <a:xfrm>
            <a:off x="2617408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DA6D9C81-D325-B373-1580-DEE13789E3EE}"/>
              </a:ext>
            </a:extLst>
          </p:cNvPr>
          <p:cNvSpPr txBox="1"/>
          <p:nvPr/>
        </p:nvSpPr>
        <p:spPr>
          <a:xfrm>
            <a:off x="669841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6E830D7E-FC74-3019-18B2-DDE04B6E60D0}"/>
              </a:ext>
            </a:extLst>
          </p:cNvPr>
          <p:cNvSpPr txBox="1"/>
          <p:nvPr/>
        </p:nvSpPr>
        <p:spPr>
          <a:xfrm>
            <a:off x="1152374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7A47CBDC-2732-4D0F-C4FF-972DA2F1AA3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199858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50BD09F1-2D4A-FA0A-7AF2-981DD7585F3A}"/>
              </a:ext>
            </a:extLst>
          </p:cNvPr>
          <p:cNvSpPr txBox="1"/>
          <p:nvPr/>
        </p:nvSpPr>
        <p:spPr>
          <a:xfrm>
            <a:off x="709890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sp>
        <p:nvSpPr>
          <p:cNvPr id="613" name="TextBox 12177">
            <a:extLst>
              <a:ext uri="{FF2B5EF4-FFF2-40B4-BE49-F238E27FC236}">
                <a16:creationId xmlns:a16="http://schemas.microsoft.com/office/drawing/2014/main" id="{086F717F-C0B1-CD04-AFB8-166092CD717F}"/>
              </a:ext>
            </a:extLst>
          </p:cNvPr>
          <p:cNvSpPr txBox="1"/>
          <p:nvPr/>
        </p:nvSpPr>
        <p:spPr>
          <a:xfrm>
            <a:off x="1159452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ECF83E2A-3199-B09F-F90E-31DC9848C382}"/>
              </a:ext>
            </a:extLst>
          </p:cNvPr>
          <p:cNvGrpSpPr/>
          <p:nvPr/>
        </p:nvGrpSpPr>
        <p:grpSpPr>
          <a:xfrm>
            <a:off x="1187803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513F782E-E1DE-1B64-68A9-FB54BE71715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2A4650A-7359-9456-1843-A3C9E08B2497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8" name="TextBox 12186">
            <a:extLst>
              <a:ext uri="{FF2B5EF4-FFF2-40B4-BE49-F238E27FC236}">
                <a16:creationId xmlns:a16="http://schemas.microsoft.com/office/drawing/2014/main" id="{88505915-A113-7FAA-6C15-3F2B10F6D7CB}"/>
              </a:ext>
            </a:extLst>
          </p:cNvPr>
          <p:cNvSpPr txBox="1"/>
          <p:nvPr/>
        </p:nvSpPr>
        <p:spPr>
          <a:xfrm>
            <a:off x="1701262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50441A72-5112-E010-1BBD-72FFF87A8B6E}"/>
              </a:ext>
            </a:extLst>
          </p:cNvPr>
          <p:cNvGrpSpPr/>
          <p:nvPr/>
        </p:nvGrpSpPr>
        <p:grpSpPr>
          <a:xfrm>
            <a:off x="1718368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2C26482F-D7D7-E3F6-FBCD-22AC82315E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F28AFBA7-0A71-99DE-9FF9-EBD0ADC1144C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97E064B3-0050-239C-C963-C5E4E31B84D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A2C54284-938E-B40D-7CE6-20A987BE144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0F8960CE-A059-8D07-91FB-C97F3078BCD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A5646F3B-E3B0-7C1C-2E27-F9E967647A65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49CF1756-587C-D73A-CFD0-CE93821E4BC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617A40D8-F985-CF5E-C184-9CEE010688B0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D74C2F96-9830-4E45-47CF-280DBDF3BBA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B57D82E4-2BD4-33AA-2164-941D5F47EC2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5F07842-8C1D-D758-5B6A-3324A46B243F}"/>
              </a:ext>
            </a:extLst>
          </p:cNvPr>
          <p:cNvGrpSpPr/>
          <p:nvPr/>
        </p:nvGrpSpPr>
        <p:grpSpPr>
          <a:xfrm>
            <a:off x="1781144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9098312C-2F0E-B28B-B660-F9C51272B94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ACF53CE3-1C37-025F-02A8-70EEA8DCFD7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EDD959CF-D4D3-5624-F7B2-BF9345634585}"/>
              </a:ext>
            </a:extLst>
          </p:cNvPr>
          <p:cNvSpPr/>
          <p:nvPr/>
        </p:nvSpPr>
        <p:spPr>
          <a:xfrm>
            <a:off x="1824075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2C0C5B7E-EB59-C12C-034A-66725ABF262F}"/>
              </a:ext>
            </a:extLst>
          </p:cNvPr>
          <p:cNvSpPr txBox="1"/>
          <p:nvPr/>
        </p:nvSpPr>
        <p:spPr>
          <a:xfrm>
            <a:off x="1659904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8153BF98-6A0C-0786-710E-3D0EE8987AAA}"/>
              </a:ext>
            </a:extLst>
          </p:cNvPr>
          <p:cNvSpPr txBox="1"/>
          <p:nvPr/>
        </p:nvSpPr>
        <p:spPr>
          <a:xfrm>
            <a:off x="2077123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93EC2205-1821-C3E9-E08B-23B27F07452E}"/>
              </a:ext>
            </a:extLst>
          </p:cNvPr>
          <p:cNvSpPr txBox="1"/>
          <p:nvPr/>
        </p:nvSpPr>
        <p:spPr>
          <a:xfrm>
            <a:off x="2252881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8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99E9D3C4-A8BD-9C93-615E-C771AE07C8E3}"/>
              </a:ext>
            </a:extLst>
          </p:cNvPr>
          <p:cNvSpPr/>
          <p:nvPr/>
        </p:nvSpPr>
        <p:spPr>
          <a:xfrm>
            <a:off x="2156411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6BC787CE-AF83-7509-7C88-9AB58DB6F66F}"/>
              </a:ext>
            </a:extLst>
          </p:cNvPr>
          <p:cNvSpPr/>
          <p:nvPr/>
        </p:nvSpPr>
        <p:spPr>
          <a:xfrm>
            <a:off x="2204438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269240CC-07F6-8569-D6D0-2E898FDFE671}"/>
              </a:ext>
            </a:extLst>
          </p:cNvPr>
          <p:cNvSpPr/>
          <p:nvPr/>
        </p:nvSpPr>
        <p:spPr>
          <a:xfrm>
            <a:off x="2252465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D027E165-A9E7-E339-F192-6FC69D94CA5E}"/>
              </a:ext>
            </a:extLst>
          </p:cNvPr>
          <p:cNvSpPr/>
          <p:nvPr/>
        </p:nvSpPr>
        <p:spPr>
          <a:xfrm>
            <a:off x="2300493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AF544338-D23E-CE3C-A6B8-4FA37DCAD82E}"/>
              </a:ext>
            </a:extLst>
          </p:cNvPr>
          <p:cNvSpPr/>
          <p:nvPr/>
        </p:nvSpPr>
        <p:spPr>
          <a:xfrm>
            <a:off x="2348521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9F80EB35-B4A7-2FA2-7A0C-B02A9915E4EB}"/>
              </a:ext>
            </a:extLst>
          </p:cNvPr>
          <p:cNvSpPr/>
          <p:nvPr/>
        </p:nvSpPr>
        <p:spPr>
          <a:xfrm>
            <a:off x="2396548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763E1301-00D0-44E1-3425-288C0321EC85}"/>
              </a:ext>
            </a:extLst>
          </p:cNvPr>
          <p:cNvSpPr/>
          <p:nvPr/>
        </p:nvSpPr>
        <p:spPr>
          <a:xfrm>
            <a:off x="2444575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4850A78-C957-EF45-0669-F1FA2501E311}"/>
              </a:ext>
            </a:extLst>
          </p:cNvPr>
          <p:cNvSpPr/>
          <p:nvPr/>
        </p:nvSpPr>
        <p:spPr>
          <a:xfrm>
            <a:off x="669841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11FEE5AE-99F9-B083-0D93-CFC8DBD07D63}"/>
              </a:ext>
            </a:extLst>
          </p:cNvPr>
          <p:cNvSpPr/>
          <p:nvPr/>
        </p:nvSpPr>
        <p:spPr>
          <a:xfrm>
            <a:off x="1365954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884D8F93-171F-A6AB-A603-7E1006874447}"/>
              </a:ext>
            </a:extLst>
          </p:cNvPr>
          <p:cNvSpPr txBox="1"/>
          <p:nvPr/>
        </p:nvSpPr>
        <p:spPr>
          <a:xfrm>
            <a:off x="1735251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59F3449A-984C-C7E7-FC02-0C47B43E0DFD}"/>
              </a:ext>
            </a:extLst>
          </p:cNvPr>
          <p:cNvSpPr/>
          <p:nvPr/>
        </p:nvSpPr>
        <p:spPr>
          <a:xfrm>
            <a:off x="2156994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F9F40E0-7819-CEA2-6131-C4ABBC19B945}"/>
              </a:ext>
            </a:extLst>
          </p:cNvPr>
          <p:cNvSpPr txBox="1"/>
          <p:nvPr/>
        </p:nvSpPr>
        <p:spPr>
          <a:xfrm>
            <a:off x="2097664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554F5441-96D3-CFD3-6A6E-CA8C906F4B29}"/>
              </a:ext>
            </a:extLst>
          </p:cNvPr>
          <p:cNvSpPr/>
          <p:nvPr/>
        </p:nvSpPr>
        <p:spPr>
          <a:xfrm>
            <a:off x="1160262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99BF7016-0AEC-5CA1-43D0-0CC405933ADD}"/>
              </a:ext>
            </a:extLst>
          </p:cNvPr>
          <p:cNvSpPr/>
          <p:nvPr/>
        </p:nvSpPr>
        <p:spPr>
          <a:xfrm>
            <a:off x="2141171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71708831-906F-DB31-D516-DA6520DB6B6E}"/>
              </a:ext>
            </a:extLst>
          </p:cNvPr>
          <p:cNvSpPr/>
          <p:nvPr/>
        </p:nvSpPr>
        <p:spPr>
          <a:xfrm>
            <a:off x="2189198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1CF9CE6-644D-2199-D558-FB2748AF4CA8}"/>
              </a:ext>
            </a:extLst>
          </p:cNvPr>
          <p:cNvSpPr/>
          <p:nvPr/>
        </p:nvSpPr>
        <p:spPr>
          <a:xfrm>
            <a:off x="2237225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B1E11C4-B6B0-8410-69CA-ECA06B016C11}"/>
              </a:ext>
            </a:extLst>
          </p:cNvPr>
          <p:cNvSpPr/>
          <p:nvPr/>
        </p:nvSpPr>
        <p:spPr>
          <a:xfrm>
            <a:off x="2285253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2A27D763-25D4-1A48-A9AB-8AE10B5867F3}"/>
              </a:ext>
            </a:extLst>
          </p:cNvPr>
          <p:cNvSpPr/>
          <p:nvPr/>
        </p:nvSpPr>
        <p:spPr>
          <a:xfrm>
            <a:off x="2333281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CC2DBA64-D0DF-1160-5FEF-C265BF4EAB35}"/>
              </a:ext>
            </a:extLst>
          </p:cNvPr>
          <p:cNvSpPr/>
          <p:nvPr/>
        </p:nvSpPr>
        <p:spPr>
          <a:xfrm>
            <a:off x="2381308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3E031F7D-E2D9-9D11-0526-4D352C453584}"/>
              </a:ext>
            </a:extLst>
          </p:cNvPr>
          <p:cNvSpPr/>
          <p:nvPr/>
        </p:nvSpPr>
        <p:spPr>
          <a:xfrm>
            <a:off x="2429335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9AC920D3-16D2-273E-04D3-53357E82FB0E}"/>
              </a:ext>
            </a:extLst>
          </p:cNvPr>
          <p:cNvSpPr txBox="1"/>
          <p:nvPr/>
        </p:nvSpPr>
        <p:spPr>
          <a:xfrm>
            <a:off x="2026801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772C4BD8-070D-6A2C-3C5B-CCE55BD09041}"/>
              </a:ext>
            </a:extLst>
          </p:cNvPr>
          <p:cNvSpPr/>
          <p:nvPr/>
        </p:nvSpPr>
        <p:spPr>
          <a:xfrm>
            <a:off x="756855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04752E8A-9FFA-1739-18D7-365FF5D9A529}"/>
              </a:ext>
            </a:extLst>
          </p:cNvPr>
          <p:cNvSpPr txBox="1"/>
          <p:nvPr/>
        </p:nvSpPr>
        <p:spPr>
          <a:xfrm>
            <a:off x="1758300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7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8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8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8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C45D4B31-EE62-7047-2BD0-7D7B985DADC4}"/>
              </a:ext>
            </a:extLst>
          </p:cNvPr>
          <p:cNvSpPr txBox="1"/>
          <p:nvPr/>
        </p:nvSpPr>
        <p:spPr>
          <a:xfrm>
            <a:off x="1489562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E7CF5-ACF2-460D-26F2-9B198BAAC63B}"/>
              </a:ext>
            </a:extLst>
          </p:cNvPr>
          <p:cNvSpPr txBox="1"/>
          <p:nvPr/>
        </p:nvSpPr>
        <p:spPr>
          <a:xfrm>
            <a:off x="3026355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7DA7890B-AB79-9717-CAA6-1EEE08F32188}"/>
              </a:ext>
            </a:extLst>
          </p:cNvPr>
          <p:cNvSpPr/>
          <p:nvPr/>
        </p:nvSpPr>
        <p:spPr>
          <a:xfrm>
            <a:off x="3205025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86BB59AD-D134-C7C6-AEC0-14F6157A5F0B}"/>
              </a:ext>
            </a:extLst>
          </p:cNvPr>
          <p:cNvSpPr txBox="1"/>
          <p:nvPr/>
        </p:nvSpPr>
        <p:spPr>
          <a:xfrm>
            <a:off x="3260398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D5CEF1E2-0003-83A9-6C8B-869DF460C92C}"/>
              </a:ext>
            </a:extLst>
          </p:cNvPr>
          <p:cNvSpPr txBox="1"/>
          <p:nvPr/>
        </p:nvSpPr>
        <p:spPr>
          <a:xfrm>
            <a:off x="3260398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484884C0-9180-67EB-D183-0D32CB2F3899}"/>
              </a:ext>
            </a:extLst>
          </p:cNvPr>
          <p:cNvSpPr/>
          <p:nvPr/>
        </p:nvSpPr>
        <p:spPr>
          <a:xfrm>
            <a:off x="3236667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AF18D027-6125-FBDF-9BCD-9060B5C5E099}"/>
              </a:ext>
            </a:extLst>
          </p:cNvPr>
          <p:cNvSpPr txBox="1"/>
          <p:nvPr/>
        </p:nvSpPr>
        <p:spPr>
          <a:xfrm>
            <a:off x="3268308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4F02AD2D-3369-26A3-6D2F-44659C880CB7}"/>
              </a:ext>
            </a:extLst>
          </p:cNvPr>
          <p:cNvSpPr txBox="1"/>
          <p:nvPr/>
        </p:nvSpPr>
        <p:spPr>
          <a:xfrm>
            <a:off x="3260398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3E613D72-90CB-62FD-E861-8FE6E2F065B8}"/>
              </a:ext>
            </a:extLst>
          </p:cNvPr>
          <p:cNvSpPr txBox="1"/>
          <p:nvPr/>
        </p:nvSpPr>
        <p:spPr>
          <a:xfrm>
            <a:off x="2741172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683652C7-CC94-2A9C-935C-36CF7B7EB5E8}"/>
              </a:ext>
            </a:extLst>
          </p:cNvPr>
          <p:cNvGrpSpPr/>
          <p:nvPr/>
        </p:nvGrpSpPr>
        <p:grpSpPr>
          <a:xfrm>
            <a:off x="2817417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08C9C74A-0B12-2E3C-023F-C3DCDEFB7AF1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1CF65ECB-9AC9-C310-5460-0B86FF6B2BC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7F0AAAA-D782-D4D4-41E7-7304CCE8D568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672DEF92-FEF6-A8B8-A079-671D6D70071E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B02A38E3-8AB1-C1CA-A784-7A02E63B2D09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5EB27651-D3BE-22CD-39D8-D428781F5F97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A3592B63-1411-3F57-5878-96E17C30AD75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C3D36D22-8CEB-B663-A605-02E9CFFED0C1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86BCBC-B96E-6EC5-AC9B-22A20629DF0F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D7ED534-2755-74EA-6149-4A7E3A7E8992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01CC7294-C7B5-D1A4-A138-902105284B89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80734E48-9DE8-B4FD-D0D4-D53693BBEADF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3DB6F677-E1A0-2C7D-CADD-FB389865F633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105DBC9-3C6D-0576-1E95-E04BFA9EB1EF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43DBD103-E22F-DA52-F0ED-122A5CA41D61}"/>
              </a:ext>
            </a:extLst>
          </p:cNvPr>
          <p:cNvSpPr txBox="1"/>
          <p:nvPr/>
        </p:nvSpPr>
        <p:spPr>
          <a:xfrm>
            <a:off x="2791488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98330FF3-2E5A-32C3-D33C-D78225E1943D}"/>
              </a:ext>
            </a:extLst>
          </p:cNvPr>
          <p:cNvSpPr/>
          <p:nvPr/>
        </p:nvSpPr>
        <p:spPr>
          <a:xfrm>
            <a:off x="2777865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26538413-3AE9-9872-D0A6-0AEA9E6FF809}"/>
              </a:ext>
            </a:extLst>
          </p:cNvPr>
          <p:cNvSpPr txBox="1"/>
          <p:nvPr/>
        </p:nvSpPr>
        <p:spPr>
          <a:xfrm>
            <a:off x="2991445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5F3701CD-DCA3-D9CA-7FA3-D737E8718A60}"/>
              </a:ext>
            </a:extLst>
          </p:cNvPr>
          <p:cNvSpPr/>
          <p:nvPr/>
        </p:nvSpPr>
        <p:spPr>
          <a:xfrm>
            <a:off x="2651299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9F250B16-9768-CC2C-86AF-59769C8EEC4C}"/>
              </a:ext>
            </a:extLst>
          </p:cNvPr>
          <p:cNvSpPr/>
          <p:nvPr/>
        </p:nvSpPr>
        <p:spPr>
          <a:xfrm>
            <a:off x="3413848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E695888D-D925-5392-2451-D7757F2B6BC7}"/>
              </a:ext>
            </a:extLst>
          </p:cNvPr>
          <p:cNvSpPr/>
          <p:nvPr/>
        </p:nvSpPr>
        <p:spPr>
          <a:xfrm>
            <a:off x="3481889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914284BD-BAB8-4AEA-A1F1-E7FC853BC87F}"/>
              </a:ext>
            </a:extLst>
          </p:cNvPr>
          <p:cNvSpPr/>
          <p:nvPr/>
        </p:nvSpPr>
        <p:spPr>
          <a:xfrm>
            <a:off x="3523136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224CED9-3025-4474-CF80-E118B0ACA7AB}"/>
              </a:ext>
            </a:extLst>
          </p:cNvPr>
          <p:cNvSpPr/>
          <p:nvPr/>
        </p:nvSpPr>
        <p:spPr>
          <a:xfrm>
            <a:off x="3564383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3641CBF3-C5A5-2DC2-88CA-B3F2C816508D}"/>
              </a:ext>
            </a:extLst>
          </p:cNvPr>
          <p:cNvSpPr/>
          <p:nvPr/>
        </p:nvSpPr>
        <p:spPr>
          <a:xfrm>
            <a:off x="3605630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B6BA4357-39F7-598C-72FA-2FC00B25A10F}"/>
              </a:ext>
            </a:extLst>
          </p:cNvPr>
          <p:cNvSpPr/>
          <p:nvPr/>
        </p:nvSpPr>
        <p:spPr>
          <a:xfrm>
            <a:off x="3646877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14F9C08B-08C8-5CC8-21F6-EC42430BFA81}"/>
              </a:ext>
            </a:extLst>
          </p:cNvPr>
          <p:cNvSpPr/>
          <p:nvPr/>
        </p:nvSpPr>
        <p:spPr>
          <a:xfrm>
            <a:off x="3688124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52E0E1B7-31F4-244C-BA32-494F415D5F2F}"/>
              </a:ext>
            </a:extLst>
          </p:cNvPr>
          <p:cNvSpPr/>
          <p:nvPr/>
        </p:nvSpPr>
        <p:spPr>
          <a:xfrm>
            <a:off x="3729371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DE6BD61F-48C0-C267-E36F-0AC7BC24100D}"/>
              </a:ext>
            </a:extLst>
          </p:cNvPr>
          <p:cNvSpPr txBox="1"/>
          <p:nvPr/>
        </p:nvSpPr>
        <p:spPr>
          <a:xfrm>
            <a:off x="3307860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2ACBC05C-C556-BA36-3DA9-0D37D9382C06}"/>
              </a:ext>
            </a:extLst>
          </p:cNvPr>
          <p:cNvSpPr txBox="1"/>
          <p:nvPr/>
        </p:nvSpPr>
        <p:spPr>
          <a:xfrm>
            <a:off x="3814124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0B3A68EF-7CF9-A2EB-24B2-085C5BF1F71F}"/>
              </a:ext>
            </a:extLst>
          </p:cNvPr>
          <p:cNvSpPr txBox="1"/>
          <p:nvPr/>
        </p:nvSpPr>
        <p:spPr>
          <a:xfrm>
            <a:off x="4328298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691CF15-5DAD-F305-5973-B1ACEFFF5CBF}"/>
              </a:ext>
            </a:extLst>
          </p:cNvPr>
          <p:cNvSpPr/>
          <p:nvPr/>
        </p:nvSpPr>
        <p:spPr>
          <a:xfrm>
            <a:off x="4095413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13C55E5C-99C8-F46D-3353-FED4827206EC}"/>
              </a:ext>
            </a:extLst>
          </p:cNvPr>
          <p:cNvSpPr txBox="1"/>
          <p:nvPr/>
        </p:nvSpPr>
        <p:spPr>
          <a:xfrm>
            <a:off x="4083077" y="3197919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F675EB2C-E3F4-CF25-F2F9-B217A0C64998}"/>
              </a:ext>
            </a:extLst>
          </p:cNvPr>
          <p:cNvSpPr/>
          <p:nvPr/>
        </p:nvSpPr>
        <p:spPr>
          <a:xfrm>
            <a:off x="4178001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7015B7C2-EE7A-8CD3-BF9A-C8F6C295F2D3}"/>
              </a:ext>
            </a:extLst>
          </p:cNvPr>
          <p:cNvSpPr/>
          <p:nvPr/>
        </p:nvSpPr>
        <p:spPr>
          <a:xfrm>
            <a:off x="4226123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0283D963-CC89-9552-BBFA-44417F9A5810}"/>
              </a:ext>
            </a:extLst>
          </p:cNvPr>
          <p:cNvSpPr/>
          <p:nvPr/>
        </p:nvSpPr>
        <p:spPr>
          <a:xfrm>
            <a:off x="4274244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DFE762FA-D62F-609E-23C6-B16577CF789A}"/>
              </a:ext>
            </a:extLst>
          </p:cNvPr>
          <p:cNvSpPr/>
          <p:nvPr/>
        </p:nvSpPr>
        <p:spPr>
          <a:xfrm>
            <a:off x="4322366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8A2B1ECE-222F-713D-5115-87805A38C6E9}"/>
              </a:ext>
            </a:extLst>
          </p:cNvPr>
          <p:cNvSpPr/>
          <p:nvPr/>
        </p:nvSpPr>
        <p:spPr>
          <a:xfrm>
            <a:off x="4370487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F9202696-646F-1763-9139-E44B52B50C5F}"/>
              </a:ext>
            </a:extLst>
          </p:cNvPr>
          <p:cNvSpPr/>
          <p:nvPr/>
        </p:nvSpPr>
        <p:spPr>
          <a:xfrm>
            <a:off x="4418609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BC06DFD-B767-BA41-2B05-2B0A38358B92}"/>
              </a:ext>
            </a:extLst>
          </p:cNvPr>
          <p:cNvSpPr txBox="1"/>
          <p:nvPr/>
        </p:nvSpPr>
        <p:spPr>
          <a:xfrm>
            <a:off x="4083077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520858ED-2877-9676-9DDD-53EAA8E37558}"/>
              </a:ext>
            </a:extLst>
          </p:cNvPr>
          <p:cNvSpPr/>
          <p:nvPr/>
        </p:nvSpPr>
        <p:spPr>
          <a:xfrm>
            <a:off x="4178001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50A3D4F9-D9FE-CC8B-21E7-D32E326D8875}"/>
              </a:ext>
            </a:extLst>
          </p:cNvPr>
          <p:cNvSpPr/>
          <p:nvPr/>
        </p:nvSpPr>
        <p:spPr>
          <a:xfrm>
            <a:off x="4226123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4471AA3C-5A9C-CEE5-0418-953EC2227441}"/>
              </a:ext>
            </a:extLst>
          </p:cNvPr>
          <p:cNvSpPr/>
          <p:nvPr/>
        </p:nvSpPr>
        <p:spPr>
          <a:xfrm>
            <a:off x="4274244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B321BB44-18FA-E7F3-2924-BC94493FEA4A}"/>
              </a:ext>
            </a:extLst>
          </p:cNvPr>
          <p:cNvSpPr/>
          <p:nvPr/>
        </p:nvSpPr>
        <p:spPr>
          <a:xfrm>
            <a:off x="4322366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BF58521A-8C41-BE24-9704-AEAF70385316}"/>
              </a:ext>
            </a:extLst>
          </p:cNvPr>
          <p:cNvSpPr/>
          <p:nvPr/>
        </p:nvSpPr>
        <p:spPr>
          <a:xfrm>
            <a:off x="4370487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4283B810-9FFF-25F8-1960-4F272603052B}"/>
              </a:ext>
            </a:extLst>
          </p:cNvPr>
          <p:cNvSpPr/>
          <p:nvPr/>
        </p:nvSpPr>
        <p:spPr>
          <a:xfrm>
            <a:off x="4418609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D4C78125-5C89-7F13-017C-2E1C11AE7FDD}"/>
              </a:ext>
            </a:extLst>
          </p:cNvPr>
          <p:cNvSpPr txBox="1"/>
          <p:nvPr/>
        </p:nvSpPr>
        <p:spPr>
          <a:xfrm>
            <a:off x="4083077" y="3342522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C63634F-2307-320B-8E95-2B6ADA84F565}"/>
              </a:ext>
            </a:extLst>
          </p:cNvPr>
          <p:cNvSpPr/>
          <p:nvPr/>
        </p:nvSpPr>
        <p:spPr>
          <a:xfrm>
            <a:off x="4178001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82A4CF2-1B99-BCF5-A8D3-EE93D5F5B81F}"/>
              </a:ext>
            </a:extLst>
          </p:cNvPr>
          <p:cNvSpPr/>
          <p:nvPr/>
        </p:nvSpPr>
        <p:spPr>
          <a:xfrm>
            <a:off x="4226123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607B41B1-A111-8D93-E207-5DF6221B54D2}"/>
              </a:ext>
            </a:extLst>
          </p:cNvPr>
          <p:cNvSpPr/>
          <p:nvPr/>
        </p:nvSpPr>
        <p:spPr>
          <a:xfrm>
            <a:off x="4274244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9539C2E7-004F-E86E-852E-98E80C399402}"/>
              </a:ext>
            </a:extLst>
          </p:cNvPr>
          <p:cNvSpPr/>
          <p:nvPr/>
        </p:nvSpPr>
        <p:spPr>
          <a:xfrm>
            <a:off x="4322366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2DE0B959-537B-893B-9987-81BBF3647FFD}"/>
              </a:ext>
            </a:extLst>
          </p:cNvPr>
          <p:cNvSpPr/>
          <p:nvPr/>
        </p:nvSpPr>
        <p:spPr>
          <a:xfrm>
            <a:off x="4370487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147CE38B-269C-4BBA-77C6-2810C1D11F1C}"/>
              </a:ext>
            </a:extLst>
          </p:cNvPr>
          <p:cNvSpPr/>
          <p:nvPr/>
        </p:nvSpPr>
        <p:spPr>
          <a:xfrm>
            <a:off x="4418609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979CEBC9-AC70-1276-123A-637171F58084}"/>
              </a:ext>
            </a:extLst>
          </p:cNvPr>
          <p:cNvSpPr txBox="1"/>
          <p:nvPr/>
        </p:nvSpPr>
        <p:spPr>
          <a:xfrm>
            <a:off x="4336209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640CE564-549E-0D15-B50A-E392C9DB6304}"/>
              </a:ext>
            </a:extLst>
          </p:cNvPr>
          <p:cNvSpPr/>
          <p:nvPr/>
        </p:nvSpPr>
        <p:spPr>
          <a:xfrm>
            <a:off x="3980242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FF74A918-BF09-C9F6-6A9B-D421CF97BC33}"/>
              </a:ext>
            </a:extLst>
          </p:cNvPr>
          <p:cNvSpPr/>
          <p:nvPr/>
        </p:nvSpPr>
        <p:spPr>
          <a:xfrm>
            <a:off x="3434426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CB9A6A2F-14EE-2004-CB53-FCE391ACED69}"/>
              </a:ext>
            </a:extLst>
          </p:cNvPr>
          <p:cNvSpPr/>
          <p:nvPr/>
        </p:nvSpPr>
        <p:spPr>
          <a:xfrm>
            <a:off x="3458158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E39FC69E-11ED-3FA2-32B9-5945059F2213}"/>
              </a:ext>
            </a:extLst>
          </p:cNvPr>
          <p:cNvSpPr/>
          <p:nvPr/>
        </p:nvSpPr>
        <p:spPr>
          <a:xfrm>
            <a:off x="3506185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543C1079-397B-91D4-0D56-9824953F1A51}"/>
              </a:ext>
            </a:extLst>
          </p:cNvPr>
          <p:cNvSpPr/>
          <p:nvPr/>
        </p:nvSpPr>
        <p:spPr>
          <a:xfrm>
            <a:off x="3554212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72768CF4-9EFB-DF24-7C89-6D351C730BA5}"/>
              </a:ext>
            </a:extLst>
          </p:cNvPr>
          <p:cNvSpPr/>
          <p:nvPr/>
        </p:nvSpPr>
        <p:spPr>
          <a:xfrm>
            <a:off x="3602239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4025AE17-AFDD-1F7D-9368-8E976FBC9D73}"/>
              </a:ext>
            </a:extLst>
          </p:cNvPr>
          <p:cNvSpPr/>
          <p:nvPr/>
        </p:nvSpPr>
        <p:spPr>
          <a:xfrm>
            <a:off x="3650267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894C2CFF-A654-8C7B-2480-AC98400CE487}"/>
              </a:ext>
            </a:extLst>
          </p:cNvPr>
          <p:cNvSpPr/>
          <p:nvPr/>
        </p:nvSpPr>
        <p:spPr>
          <a:xfrm>
            <a:off x="3698294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DC10EA75-05BB-E415-682D-FAFCD65B7377}"/>
              </a:ext>
            </a:extLst>
          </p:cNvPr>
          <p:cNvSpPr/>
          <p:nvPr/>
        </p:nvSpPr>
        <p:spPr>
          <a:xfrm>
            <a:off x="3746321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5321F2B-F3FA-58E1-92FE-B69A1AB20949}"/>
              </a:ext>
            </a:extLst>
          </p:cNvPr>
          <p:cNvSpPr txBox="1"/>
          <p:nvPr/>
        </p:nvSpPr>
        <p:spPr>
          <a:xfrm>
            <a:off x="3827018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8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9B88858F-88C1-DA3F-1992-E9C76D0D80AF}"/>
              </a:ext>
            </a:extLst>
          </p:cNvPr>
          <p:cNvSpPr/>
          <p:nvPr/>
        </p:nvSpPr>
        <p:spPr>
          <a:xfrm>
            <a:off x="3228756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7D6970C3-E7E9-652B-644D-A057CB503545}"/>
              </a:ext>
            </a:extLst>
          </p:cNvPr>
          <p:cNvSpPr txBox="1"/>
          <p:nvPr/>
        </p:nvSpPr>
        <p:spPr>
          <a:xfrm>
            <a:off x="3229878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BD0A37AE-0CF6-77DD-8048-3FF0945F4158}"/>
              </a:ext>
            </a:extLst>
          </p:cNvPr>
          <p:cNvSpPr txBox="1"/>
          <p:nvPr/>
        </p:nvSpPr>
        <p:spPr>
          <a:xfrm>
            <a:off x="3884649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8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8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C56E8311-ADDA-7C63-9110-2C3006BDD08E}"/>
              </a:ext>
            </a:extLst>
          </p:cNvPr>
          <p:cNvSpPr txBox="1"/>
          <p:nvPr/>
        </p:nvSpPr>
        <p:spPr>
          <a:xfrm>
            <a:off x="4144023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C640A1D5-D4D1-3FBF-0F27-45AD836A7FCE}"/>
              </a:ext>
            </a:extLst>
          </p:cNvPr>
          <p:cNvSpPr txBox="1"/>
          <p:nvPr/>
        </p:nvSpPr>
        <p:spPr>
          <a:xfrm>
            <a:off x="4382527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F472392A-4724-5EDA-C6D8-557EF063B52F}"/>
              </a:ext>
            </a:extLst>
          </p:cNvPr>
          <p:cNvSpPr txBox="1"/>
          <p:nvPr/>
        </p:nvSpPr>
        <p:spPr>
          <a:xfrm>
            <a:off x="4083077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1FAFF817-C1CE-5F45-E950-98E19AE452CF}"/>
              </a:ext>
            </a:extLst>
          </p:cNvPr>
          <p:cNvSpPr/>
          <p:nvPr/>
        </p:nvSpPr>
        <p:spPr>
          <a:xfrm>
            <a:off x="417800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ED9FACB8-4D6A-044F-997F-E09503AC15AA}"/>
              </a:ext>
            </a:extLst>
          </p:cNvPr>
          <p:cNvSpPr/>
          <p:nvPr/>
        </p:nvSpPr>
        <p:spPr>
          <a:xfrm>
            <a:off x="428083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DE25E670-FAB3-667C-5777-C71ED9075845}"/>
              </a:ext>
            </a:extLst>
          </p:cNvPr>
          <p:cNvSpPr/>
          <p:nvPr/>
        </p:nvSpPr>
        <p:spPr>
          <a:xfrm>
            <a:off x="438367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D15A0AB1-9BF7-4E76-6CED-C525DFBAA5F7}"/>
              </a:ext>
            </a:extLst>
          </p:cNvPr>
          <p:cNvSpPr/>
          <p:nvPr/>
        </p:nvSpPr>
        <p:spPr>
          <a:xfrm>
            <a:off x="448650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5C20FC23-8B30-D896-36CC-91D73273996F}"/>
              </a:ext>
            </a:extLst>
          </p:cNvPr>
          <p:cNvSpPr/>
          <p:nvPr/>
        </p:nvSpPr>
        <p:spPr>
          <a:xfrm>
            <a:off x="417800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023C0380-7EA8-B629-5738-AD00698F49B6}"/>
              </a:ext>
            </a:extLst>
          </p:cNvPr>
          <p:cNvSpPr/>
          <p:nvPr/>
        </p:nvSpPr>
        <p:spPr>
          <a:xfrm>
            <a:off x="428083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12FBEABC-63F9-0304-4A97-80811BFE2B66}"/>
              </a:ext>
            </a:extLst>
          </p:cNvPr>
          <p:cNvSpPr/>
          <p:nvPr/>
        </p:nvSpPr>
        <p:spPr>
          <a:xfrm>
            <a:off x="4383671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90D1E1D0-D1D8-F490-5B4D-27F3093D1ECE}"/>
              </a:ext>
            </a:extLst>
          </p:cNvPr>
          <p:cNvSpPr/>
          <p:nvPr/>
        </p:nvSpPr>
        <p:spPr>
          <a:xfrm>
            <a:off x="448650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58A66BE-E7B7-0506-657E-0BF13A0E4F5E}"/>
              </a:ext>
            </a:extLst>
          </p:cNvPr>
          <p:cNvSpPr/>
          <p:nvPr/>
        </p:nvSpPr>
        <p:spPr>
          <a:xfrm>
            <a:off x="417800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3B18D166-F88A-573E-0225-1ACB99CB2512}"/>
              </a:ext>
            </a:extLst>
          </p:cNvPr>
          <p:cNvSpPr/>
          <p:nvPr/>
        </p:nvSpPr>
        <p:spPr>
          <a:xfrm>
            <a:off x="428083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FC858539-3EA9-E4FE-E803-0C8FFAD3870F}"/>
              </a:ext>
            </a:extLst>
          </p:cNvPr>
          <p:cNvSpPr/>
          <p:nvPr/>
        </p:nvSpPr>
        <p:spPr>
          <a:xfrm>
            <a:off x="438367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3713326C-75C4-31D8-12F4-1CA18BF652D7}"/>
              </a:ext>
            </a:extLst>
          </p:cNvPr>
          <p:cNvSpPr/>
          <p:nvPr/>
        </p:nvSpPr>
        <p:spPr>
          <a:xfrm>
            <a:off x="448650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E992C05A-634A-6CF2-2936-1480C4EA17F1}"/>
              </a:ext>
            </a:extLst>
          </p:cNvPr>
          <p:cNvSpPr txBox="1"/>
          <p:nvPr/>
        </p:nvSpPr>
        <p:spPr>
          <a:xfrm>
            <a:off x="4178002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7EA912CF-516A-2745-A5D0-8704116A4D72}"/>
              </a:ext>
            </a:extLst>
          </p:cNvPr>
          <p:cNvGrpSpPr/>
          <p:nvPr/>
        </p:nvGrpSpPr>
        <p:grpSpPr>
          <a:xfrm>
            <a:off x="2067869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521CB8EA-9697-F11D-7107-B4A42B98807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546466D8-C7C6-7C8A-3307-95F68FB4F61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75A7694C-DEA5-AFE8-E284-0A0D89F84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3B821B97-56A6-DCED-E85F-DBF945F3EA13}"/>
              </a:ext>
            </a:extLst>
          </p:cNvPr>
          <p:cNvGrpSpPr/>
          <p:nvPr/>
        </p:nvGrpSpPr>
        <p:grpSpPr>
          <a:xfrm>
            <a:off x="4589586" y="1155648"/>
            <a:ext cx="150375" cy="102721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B3B117DA-D182-38E6-AD16-B4776AD2C7B7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901C6437-E94C-AFDE-D242-E688A89ABBD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00C0C92B-D4C8-0994-E860-1581EB873D86}"/>
              </a:ext>
            </a:extLst>
          </p:cNvPr>
          <p:cNvGrpSpPr/>
          <p:nvPr/>
        </p:nvGrpSpPr>
        <p:grpSpPr>
          <a:xfrm>
            <a:off x="4366446" y="1024437"/>
            <a:ext cx="168602" cy="95394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A172A8B3-EFA3-33C9-CD2B-307B24D729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CF37E813-914E-4383-9CE9-1C5F4095124F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7299A48-8BF0-7050-EF56-14DA3F495CB7}"/>
              </a:ext>
            </a:extLst>
          </p:cNvPr>
          <p:cNvGrpSpPr/>
          <p:nvPr/>
        </p:nvGrpSpPr>
        <p:grpSpPr>
          <a:xfrm>
            <a:off x="4374195" y="1164655"/>
            <a:ext cx="152150" cy="82991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8902F596-0D84-3C56-EB93-D63FC7E9041E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85D74281-2FE6-E2D2-EFBA-AF54A45686E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65" name="Find auxiliary label">
            <a:extLst>
              <a:ext uri="{FF2B5EF4-FFF2-40B4-BE49-F238E27FC236}">
                <a16:creationId xmlns:a16="http://schemas.microsoft.com/office/drawing/2014/main" id="{CAD88599-B783-720B-B6BD-9F787FCB6CF4}"/>
              </a:ext>
            </a:extLst>
          </p:cNvPr>
          <p:cNvSpPr>
            <a:spLocks noGrp="1"/>
          </p:cNvSpPr>
          <p:nvPr/>
        </p:nvSpPr>
        <p:spPr>
          <a:xfrm>
            <a:off x="4345824" y="1518303"/>
            <a:ext cx="433362" cy="157954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6" name="Match auxiliary label">
            <a:extLst>
              <a:ext uri="{FF2B5EF4-FFF2-40B4-BE49-F238E27FC236}">
                <a16:creationId xmlns:a16="http://schemas.microsoft.com/office/drawing/2014/main" id="{C154BF4F-4214-59BC-DCE1-F9C23194AC63}"/>
              </a:ext>
            </a:extLst>
          </p:cNvPr>
          <p:cNvSpPr>
            <a:spLocks noGrp="1"/>
          </p:cNvSpPr>
          <p:nvPr/>
        </p:nvSpPr>
        <p:spPr>
          <a:xfrm>
            <a:off x="1600039" y="2843177"/>
            <a:ext cx="405011" cy="174155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7" name="Concat label">
            <a:extLst>
              <a:ext uri="{FF2B5EF4-FFF2-40B4-BE49-F238E27FC236}">
                <a16:creationId xmlns:a16="http://schemas.microsoft.com/office/drawing/2014/main" id="{9D20C35C-694E-CDD5-F90A-040BE36EEE21}"/>
              </a:ext>
            </a:extLst>
          </p:cNvPr>
          <p:cNvSpPr>
            <a:spLocks noGrp="1"/>
          </p:cNvSpPr>
          <p:nvPr/>
        </p:nvSpPr>
        <p:spPr>
          <a:xfrm>
            <a:off x="1202945" y="3608830"/>
            <a:ext cx="259207" cy="8100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68" dirty="0" err="1">
                <a:solidFill>
                  <a:srgbClr val="71808C"/>
                </a:solidFill>
                <a:latin typeface="Arial"/>
                <a:ea typeface="Arial"/>
                <a:cs typeface="Arial"/>
              </a:rPr>
              <a:t>Concat</a:t>
            </a:r>
            <a:endParaRPr sz="568" dirty="0">
              <a:solidFill>
                <a:srgbClr val="7180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8" name="Build four inputs">
            <a:extLst>
              <a:ext uri="{FF2B5EF4-FFF2-40B4-BE49-F238E27FC236}">
                <a16:creationId xmlns:a16="http://schemas.microsoft.com/office/drawing/2014/main" id="{2C9F1979-7AE8-613B-79C6-EE0F3BBB1431}"/>
              </a:ext>
            </a:extLst>
          </p:cNvPr>
          <p:cNvSpPr>
            <a:spLocks noGrp="1"/>
          </p:cNvSpPr>
          <p:nvPr/>
        </p:nvSpPr>
        <p:spPr>
          <a:xfrm>
            <a:off x="4963973" y="415407"/>
            <a:ext cx="1158792" cy="1302153"/>
          </a:xfrm>
          <a:prstGeom prst="roundRect">
            <a:avLst>
              <a:gd name="adj" fmla="val 4554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69" name="Site label">
            <a:extLst>
              <a:ext uri="{FF2B5EF4-FFF2-40B4-BE49-F238E27FC236}">
                <a16:creationId xmlns:a16="http://schemas.microsoft.com/office/drawing/2014/main" id="{73F4F6C8-22C1-E29B-D64D-362A1F82C0D7}"/>
              </a:ext>
            </a:extLst>
          </p:cNvPr>
          <p:cNvSpPr>
            <a:spLocks noGrp="1"/>
          </p:cNvSpPr>
          <p:nvPr/>
        </p:nvSpPr>
        <p:spPr>
          <a:xfrm>
            <a:off x="4992638" y="83497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Site</a:t>
            </a:r>
          </a:p>
        </p:txBody>
      </p:sp>
      <p:sp>
        <p:nvSpPr>
          <p:cNvPr id="770" name="Site provenance">
            <a:extLst>
              <a:ext uri="{FF2B5EF4-FFF2-40B4-BE49-F238E27FC236}">
                <a16:creationId xmlns:a16="http://schemas.microsoft.com/office/drawing/2014/main" id="{216E0115-FC9F-C0B3-73C6-B6C82BB2F0A8}"/>
              </a:ext>
            </a:extLst>
          </p:cNvPr>
          <p:cNvSpPr>
            <a:spLocks noGrp="1"/>
          </p:cNvSpPr>
          <p:nvPr/>
        </p:nvSpPr>
        <p:spPr>
          <a:xfrm>
            <a:off x="4999032" y="935387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from Find</a:t>
            </a:r>
          </a:p>
        </p:txBody>
      </p:sp>
      <p:sp>
        <p:nvSpPr>
          <p:cNvPr id="771" name="Pocket label">
            <a:extLst>
              <a:ext uri="{FF2B5EF4-FFF2-40B4-BE49-F238E27FC236}">
                <a16:creationId xmlns:a16="http://schemas.microsoft.com/office/drawing/2014/main" id="{198C300B-4031-D0E7-49A9-F255C1B29665}"/>
              </a:ext>
            </a:extLst>
          </p:cNvPr>
          <p:cNvSpPr>
            <a:spLocks noGrp="1"/>
          </p:cNvSpPr>
          <p:nvPr/>
        </p:nvSpPr>
        <p:spPr>
          <a:xfrm>
            <a:off x="5581260" y="85440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773" name="SMILES label">
            <a:extLst>
              <a:ext uri="{FF2B5EF4-FFF2-40B4-BE49-F238E27FC236}">
                <a16:creationId xmlns:a16="http://schemas.microsoft.com/office/drawing/2014/main" id="{B948AB68-3B7B-785F-B6BB-80D92D824C67}"/>
              </a:ext>
            </a:extLst>
          </p:cNvPr>
          <p:cNvSpPr>
            <a:spLocks noGrp="1"/>
          </p:cNvSpPr>
          <p:nvPr/>
        </p:nvSpPr>
        <p:spPr>
          <a:xfrm>
            <a:off x="4999664" y="147143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774" name="SMILES provenance">
            <a:extLst>
              <a:ext uri="{FF2B5EF4-FFF2-40B4-BE49-F238E27FC236}">
                <a16:creationId xmlns:a16="http://schemas.microsoft.com/office/drawing/2014/main" id="{56FEBA1E-DDE0-4487-53DB-DA17479C3D9B}"/>
              </a:ext>
            </a:extLst>
          </p:cNvPr>
          <p:cNvSpPr>
            <a:spLocks noGrp="1"/>
          </p:cNvSpPr>
          <p:nvPr/>
        </p:nvSpPr>
        <p:spPr>
          <a:xfrm>
            <a:off x="5005380" y="156882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from Match</a:t>
            </a:r>
          </a:p>
        </p:txBody>
      </p:sp>
      <p:sp>
        <p:nvSpPr>
          <p:cNvPr id="775" name="Density input label">
            <a:extLst>
              <a:ext uri="{FF2B5EF4-FFF2-40B4-BE49-F238E27FC236}">
                <a16:creationId xmlns:a16="http://schemas.microsoft.com/office/drawing/2014/main" id="{E5A68BBB-3BB4-4F45-D8ED-99022E728E69}"/>
              </a:ext>
            </a:extLst>
          </p:cNvPr>
          <p:cNvSpPr>
            <a:spLocks noGrp="1"/>
          </p:cNvSpPr>
          <p:nvPr/>
        </p:nvSpPr>
        <p:spPr>
          <a:xfrm>
            <a:off x="5574918" y="147142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776" name="Docking tools title">
            <a:extLst>
              <a:ext uri="{FF2B5EF4-FFF2-40B4-BE49-F238E27FC236}">
                <a16:creationId xmlns:a16="http://schemas.microsoft.com/office/drawing/2014/main" id="{27E4029E-E39E-E596-2ECC-8620239CB25F}"/>
              </a:ext>
            </a:extLst>
          </p:cNvPr>
          <p:cNvSpPr>
            <a:spLocks noGrp="1"/>
          </p:cNvSpPr>
          <p:nvPr/>
        </p:nvSpPr>
        <p:spPr>
          <a:xfrm>
            <a:off x="5047760" y="1867770"/>
            <a:ext cx="1101630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lang="en-US" sz="702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Downstream </a:t>
            </a:r>
            <a:r>
              <a:rPr lang="en-US" b="0" dirty="0"/>
              <a:t>d</a:t>
            </a:r>
            <a:r>
              <a:rPr sz="702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ocking tools</a:t>
            </a:r>
          </a:p>
        </p:txBody>
      </p:sp>
      <p:sp>
        <p:nvSpPr>
          <p:cNvPr id="777" name="Build pose output">
            <a:extLst>
              <a:ext uri="{FF2B5EF4-FFF2-40B4-BE49-F238E27FC236}">
                <a16:creationId xmlns:a16="http://schemas.microsoft.com/office/drawing/2014/main" id="{0B218F6B-7A76-F3B6-A0A5-E42AE4C10B80}"/>
              </a:ext>
            </a:extLst>
          </p:cNvPr>
          <p:cNvSpPr>
            <a:spLocks noGrp="1"/>
          </p:cNvSpPr>
          <p:nvPr/>
        </p:nvSpPr>
        <p:spPr>
          <a:xfrm>
            <a:off x="4992811" y="3400604"/>
            <a:ext cx="1106489" cy="941449"/>
          </a:xfrm>
          <a:prstGeom prst="roundRect">
            <a:avLst>
              <a:gd name="adj" fmla="val 5395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</p:sp>
      <p:sp>
        <p:nvSpPr>
          <p:cNvPr id="778" name="All atom pose label">
            <a:extLst>
              <a:ext uri="{FF2B5EF4-FFF2-40B4-BE49-F238E27FC236}">
                <a16:creationId xmlns:a16="http://schemas.microsoft.com/office/drawing/2014/main" id="{8FE77D82-0F62-5049-84A0-FD0D56FCE044}"/>
              </a:ext>
            </a:extLst>
          </p:cNvPr>
          <p:cNvSpPr>
            <a:spLocks noGrp="1"/>
          </p:cNvSpPr>
          <p:nvPr/>
        </p:nvSpPr>
        <p:spPr>
          <a:xfrm>
            <a:off x="4979784" y="4176444"/>
            <a:ext cx="1231233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All-atom ligand pose</a:t>
            </a:r>
          </a:p>
        </p:txBody>
      </p:sp>
      <p:pic>
        <p:nvPicPr>
          <p:cNvPr id="967" name="Buil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59E3DA4F-BD1F-6AD8-81F5-856ECED6006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65754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79AD4C70-DD41-BB84-7331-69D7E3080E11}"/>
              </a:ext>
            </a:extLst>
          </p:cNvPr>
          <p:cNvSpPr/>
          <p:nvPr/>
        </p:nvSpPr>
        <p:spPr>
          <a:xfrm>
            <a:off x="493882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65696164-FF6C-2E64-A27D-E0452D5A76E9}"/>
              </a:ext>
            </a:extLst>
          </p:cNvPr>
          <p:cNvSpPr/>
          <p:nvPr/>
        </p:nvSpPr>
        <p:spPr>
          <a:xfrm>
            <a:off x="499281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68B5FCE4-2F36-CAD0-B100-A4A97D0F3451}"/>
              </a:ext>
            </a:extLst>
          </p:cNvPr>
          <p:cNvGrpSpPr/>
          <p:nvPr/>
        </p:nvGrpSpPr>
        <p:grpSpPr>
          <a:xfrm>
            <a:off x="502494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5FFB8783-18B8-9E3F-DF3D-D39890A83D0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1EA12B72-72E8-2312-8F32-52AE6B165E9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EDE3B5A8-D8FA-9133-41C2-DB6E1E75A6F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120BF363-735F-F584-10A8-02A0DD55EE7B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E2829B7F-C588-BE5B-8D54-FBE1EBF2B8E5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3DBA365A-AC44-C9B3-7E08-985ECB6E5232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9F12D1AD-2ED4-77AF-F2EC-E76A62AE9C53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530FF9D0-E22B-4C58-F523-2AC53D327A6E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1E307AA0-A6C4-946A-18FD-30858587578A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C70D4C3-CC8E-18A5-188C-FB73FB31079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9530488D-317A-3063-82AF-05EB1F0CA8B9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48323ECB-3BE3-307E-E823-C51C380A8650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C0C8C16B-9DED-677C-6432-EE50B45E7418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060B66F2-4388-65F4-6206-749CACAB0290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13E2CBA3-7C02-4027-03E6-A698CD2EB714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52AE182-CED9-F191-684F-C02E656634F9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9F2F434-5A13-55C5-50E0-3A863DFD674D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6F30CB2F-3FFE-E2E6-12A8-0C6F6E9862D8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688E0702-ABAA-1F53-2FEE-C044E75816FE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872FD139-9635-FDD4-0722-4E5EEB72AC26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F589805-2015-0C9E-B861-49E63A36CA16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0ACA986A-AF7E-C441-DA61-138FBBAA71F8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2D9591FC-2B85-F680-E4CA-E6BD7F3D89C9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891DB7BF-9124-5E80-DEA3-AF8496902287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DE52E28A-6354-BE95-3C9A-A2C66025A87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7988D7F5-9FD3-DE02-AC43-2C9102A603D8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7CB8EF7-313A-8E8C-6DD1-7BDC7D92CCB0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73BCC20B-1FDA-F412-4DD8-A25B3302BB21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AF33B019-3B06-5B18-D90B-E00C3F3EDB2C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0FB4133A-9D97-E251-1B43-C62FA813066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69D50226-8CEE-09CA-92F4-EA747B547FF4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8D9ECD96-25F9-4FC6-1C5E-5B500507A23C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791FDFAC-6025-C51A-7F75-7437ACC6E35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A973672-CCD0-6C59-1B34-7C6CC5E48F20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43DD86C8-6E09-99CE-6266-42DC4FA64456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D769467D-EEAF-B1AF-7AC6-68CC2D0F1288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45AF884-4EC3-E477-DB0C-E7BACF22251A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8548860C-336A-E8E6-C08F-A2EC53A5F6C5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648DC38E-0310-9E0E-37D3-5E74B6EF35F1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ACB0B137-A9B7-8555-0594-4839D4EE1AF5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CB82A286-4EA7-C723-174F-A005964CF56B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1E67FB97-244C-14BD-73A9-CA2F9B1E24BA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417A6C45-6CB7-5380-B441-87E54399F7F7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5A16B6AC-2250-FE07-B0D3-1B193E4DFACB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081C5E26-7488-869A-618E-1092033F59C2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1A170EA-8B41-0DF1-E7EA-2AB990478A77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32D1B9BF-5325-26AF-BAA9-BBD6B30B328F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19954402-7CDC-A852-CA61-629A3E0C394F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41D1840A-7225-0A6F-EB5F-EF20E870D9C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FB9EBEA7-2F90-78C6-B9FF-085239FF7530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7ED9E287-6110-2BD8-91C3-3424DDB48479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0A5D16C0-E9EB-7A6D-D123-3915E88A78A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B61D0A30-984F-5F1D-C0E3-4ED5D4539DF2}"/>
              </a:ext>
            </a:extLst>
          </p:cNvPr>
          <p:cNvSpPr txBox="1"/>
          <p:nvPr/>
        </p:nvSpPr>
        <p:spPr>
          <a:xfrm>
            <a:off x="5270490" y="2150246"/>
            <a:ext cx="819150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DG-PocketXMol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50E4F9BE-39D5-3572-2B27-7015D0FE756B}"/>
              </a:ext>
            </a:extLst>
          </p:cNvPr>
          <p:cNvSpPr txBox="1"/>
          <p:nvPr/>
        </p:nvSpPr>
        <p:spPr>
          <a:xfrm>
            <a:off x="5270983" y="2305119"/>
            <a:ext cx="819150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D8820DAD-C856-C828-BB1A-D380253AF157}"/>
              </a:ext>
            </a:extLst>
          </p:cNvPr>
          <p:cNvSpPr/>
          <p:nvPr/>
        </p:nvSpPr>
        <p:spPr>
          <a:xfrm>
            <a:off x="499281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E61A4066-788B-5B12-50A8-1419E47F2E66}"/>
              </a:ext>
            </a:extLst>
          </p:cNvPr>
          <p:cNvSpPr txBox="1"/>
          <p:nvPr/>
        </p:nvSpPr>
        <p:spPr>
          <a:xfrm>
            <a:off x="5044453" y="2647450"/>
            <a:ext cx="1047750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C9F46158-59CF-34E8-D872-FBF180C8ECC1}"/>
              </a:ext>
            </a:extLst>
          </p:cNvPr>
          <p:cNvSpPr txBox="1"/>
          <p:nvPr/>
        </p:nvSpPr>
        <p:spPr>
          <a:xfrm>
            <a:off x="504132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A74696D-FF4F-021F-A459-9CD0851351CF}"/>
              </a:ext>
            </a:extLst>
          </p:cNvPr>
          <p:cNvGrpSpPr/>
          <p:nvPr/>
        </p:nvGrpSpPr>
        <p:grpSpPr>
          <a:xfrm>
            <a:off x="823347" y="284723"/>
            <a:ext cx="3605650" cy="3967446"/>
            <a:chOff x="1936337" y="669608"/>
            <a:chExt cx="8479727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A3A31885-181B-CF24-BE30-3ED8DAACE460}"/>
                </a:ext>
              </a:extLst>
            </p:cNvPr>
            <p:cNvSpPr>
              <a:spLocks noGrp="1"/>
            </p:cNvSpPr>
            <p:nvPr/>
          </p:nvSpPr>
          <p:spPr>
            <a:xfrm>
              <a:off x="3172901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E21BD2F9-92DD-96F0-3AAF-0957638A49FB}"/>
                </a:ext>
              </a:extLst>
            </p:cNvPr>
            <p:cNvSpPr>
              <a:spLocks noGrp="1"/>
            </p:cNvSpPr>
            <p:nvPr/>
          </p:nvSpPr>
          <p:spPr>
            <a:xfrm>
              <a:off x="3269449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1E51E71A-A2BC-0776-E4CA-D30FBB1BE241}"/>
                </a:ext>
              </a:extLst>
            </p:cNvPr>
            <p:cNvSpPr>
              <a:spLocks noGrp="1"/>
            </p:cNvSpPr>
            <p:nvPr/>
          </p:nvSpPr>
          <p:spPr>
            <a:xfrm>
              <a:off x="3181873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58C61B38-F8DB-1F98-DEE4-C9D7130E2730}"/>
                </a:ext>
              </a:extLst>
            </p:cNvPr>
            <p:cNvSpPr>
              <a:spLocks noGrp="1"/>
            </p:cNvSpPr>
            <p:nvPr/>
          </p:nvSpPr>
          <p:spPr>
            <a:xfrm>
              <a:off x="3192663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Atom embeddings</a:t>
              </a:r>
              <a:endParaRPr sz="550" dirty="0">
                <a:solidFill>
                  <a:srgbClr val="1E293B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BBF0C328-3AF9-A068-FA92-FBF890856A66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3474DD36-B24E-DC42-848D-72CE3DEC2274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F807BDD1-EE13-F00C-2E77-C8910F6ACC73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DB1A890F-778A-35C9-7AE1-C0AE618D52CF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B445D6B3-6FC7-4615-5975-85730846D82F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EDF77049-6933-CA1B-21BD-2D261FB460F5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F24780FB-09E3-AE39-557B-018C817CABA7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69791062-44B8-8426-AAD4-DD68B1FF31BA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DAD773D5-9108-C0B7-81D5-AC1CF98B49B0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FD6D65E0-3CD4-81C9-A7EC-EE4D1EA03DA1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06E5EF8-D1B9-1DB5-4010-25CDECE16DF3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AD5706A-D366-481E-242D-C3727EE68292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6454B603-2435-1F3E-EFE1-9F3ED69FE183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BDC3058F-5BB6-EF0A-C0E4-8FFF478A86C2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7A6FD57F-2D4A-E860-6015-70841E18A307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289EF4F7-DDB6-5545-39F7-5D1B3F86D2D3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B1282592-D5D6-9C68-2D42-3D2A0FA6458C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390A8337-4744-F454-87FF-4E9BDE799C1D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F2F7291B-E14D-7E55-CC39-0366DDE36AB6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7DDB5DDB-AA90-B36F-ECCA-B3D87BDEF49C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FBF483EB-0895-E2F9-E946-2CE7B0273010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235264C0-29EF-D9B8-F0D1-9BEBBAD9D6E8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9BB4142-622C-474C-899B-E7C760EA5054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6D2284D9-4AE6-02DD-AA99-C88ED825A8F4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A354350A-00E7-4344-FF84-5BBF2165CEDA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E2EDFAC2-C5CD-2DF8-165C-4DBC9D98B449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4D088869-EB59-E1B3-59B4-C3C92C8170BA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119CBCB9-6860-7DCC-AF73-C422647EEF23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0ED964A-EDEB-7D43-69F8-BEFE576D1277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A0A2A64A-E67D-3395-0409-F2703179F7EC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EA7CE8E7-C1AC-E261-A970-8EC80886D558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CC5802F-96A8-F327-8DCD-5C642BB94DCE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1E148E3C-F1D3-F47F-36C6-42E1C579FB78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CE95E95-35B4-AAA3-E629-B7804854BFD1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AA444A0-2B6A-4C23-EFFA-BB0D0814FEA4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FA614244-906C-CFFC-1294-6D233D01CB35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EE4A1296-1DD3-454F-610D-2BDEB1D0EFA9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A27DCA6A-D9A0-89D2-300F-145A0353541B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110481AC-0BB3-A98A-15F4-6DA00B6462E6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CA0FE5FF-20F8-A515-1575-D2B579C6A384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62DD97DC-E1EF-3AC8-77C6-31E750CF1688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B545DCC8-F9BD-6322-3BD3-A195D0A92FFB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362456-65E1-995A-0618-99CCC4184C1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2C35F9E-7361-3F63-4B0D-A98BA11C6FD6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FAAA67D0-1522-17CF-8376-8D76753F582D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8EFA4585-A006-C810-377D-DBA6C87576CE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64D11889-0CF0-CA9A-1917-2BF4C8C70236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188B5773-F5C9-7D4C-8152-FA7D9B627789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BBF02AFB-8489-0057-17C0-1186E4D7244F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4D1F1E41-46E5-997B-A9A2-D4A7E86A821C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BDC0B5DB-1FDB-9192-A8A8-9F9E9FC2CF4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9C663294-FCA2-F8DE-2AEC-EEF54C48921A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28E76182-0A60-4A72-9586-C12459BE0B58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29FC68A5-EB54-9596-85EC-EDC1175B056F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59C9C8C5-D90A-7A02-93D3-957FE3AE7DC3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3DFB888-0521-0863-270C-DBAF169C149A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CDAE8F1E-742C-7BA1-EB00-87CA9B9E40A2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74117986-6240-D77F-909C-522F6146D289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68BD8A38-75EC-BA37-589D-F9C3EBE804E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BA2E6B5A-7074-DCD3-8646-836425ECA4E6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E2B9FFDB-87E6-991D-6FE1-3A8ED7934F53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93BBAAA9-24B8-1E29-A6DC-8B4D096073B5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68A528E6-65EA-9C73-7412-55AD6CD16CE8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2EEE91B3-D81D-6257-AECC-400C8A929123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F23A2C65-E88A-BB4F-DB2B-F6BDFE0A90A0}"/>
                </a:ext>
              </a:extLst>
            </p:cNvPr>
            <p:cNvSpPr>
              <a:spLocks noGrp="1"/>
            </p:cNvSpPr>
            <p:nvPr/>
          </p:nvSpPr>
          <p:spPr>
            <a:xfrm>
              <a:off x="800363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3B989565-3BAD-D4AD-9254-F92A9CA55F5F}"/>
                </a:ext>
              </a:extLst>
            </p:cNvPr>
            <p:cNvSpPr>
              <a:spLocks noGrp="1"/>
            </p:cNvSpPr>
            <p:nvPr/>
          </p:nvSpPr>
          <p:spPr>
            <a:xfrm>
              <a:off x="806078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42B8B6C2-B43E-383F-14DE-C418D4494332}"/>
                </a:ext>
              </a:extLst>
            </p:cNvPr>
            <p:cNvSpPr>
              <a:spLocks noGrp="1"/>
            </p:cNvSpPr>
            <p:nvPr/>
          </p:nvSpPr>
          <p:spPr>
            <a:xfrm>
              <a:off x="811793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9894408-4EFC-1123-4D43-5E7226F5F0C0}"/>
                </a:ext>
              </a:extLst>
            </p:cNvPr>
            <p:cNvSpPr>
              <a:spLocks noGrp="1"/>
            </p:cNvSpPr>
            <p:nvPr/>
          </p:nvSpPr>
          <p:spPr>
            <a:xfrm>
              <a:off x="800363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B15788D5-8154-0220-0ADD-B84E221B0B6F}"/>
                </a:ext>
              </a:extLst>
            </p:cNvPr>
            <p:cNvSpPr>
              <a:spLocks noGrp="1"/>
            </p:cNvSpPr>
            <p:nvPr/>
          </p:nvSpPr>
          <p:spPr>
            <a:xfrm>
              <a:off x="806078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06FB727B-1C36-BDAC-BF90-119F79F57919}"/>
                </a:ext>
              </a:extLst>
            </p:cNvPr>
            <p:cNvSpPr>
              <a:spLocks noGrp="1"/>
            </p:cNvSpPr>
            <p:nvPr/>
          </p:nvSpPr>
          <p:spPr>
            <a:xfrm>
              <a:off x="811793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3BB3F16C-BBC6-CEA5-1D5F-BADEC13D0E07}"/>
                </a:ext>
              </a:extLst>
            </p:cNvPr>
            <p:cNvSpPr>
              <a:spLocks noGrp="1"/>
            </p:cNvSpPr>
            <p:nvPr/>
          </p:nvSpPr>
          <p:spPr>
            <a:xfrm>
              <a:off x="2334020" y="1518479"/>
              <a:ext cx="842366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DD01582E-D72F-DC2A-ED51-209065AB4BE2}"/>
                </a:ext>
              </a:extLst>
            </p:cNvPr>
            <p:cNvSpPr>
              <a:spLocks noGrp="1"/>
            </p:cNvSpPr>
            <p:nvPr/>
          </p:nvSpPr>
          <p:spPr>
            <a:xfrm>
              <a:off x="3123088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8835B13D-A150-D32A-EA5F-DF6B94803636}"/>
                </a:ext>
              </a:extLst>
            </p:cNvPr>
            <p:cNvSpPr>
              <a:spLocks noGrp="1"/>
            </p:cNvSpPr>
            <p:nvPr/>
          </p:nvSpPr>
          <p:spPr>
            <a:xfrm>
              <a:off x="2334020" y="3260557"/>
              <a:ext cx="842366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A5463DF5-F357-C133-4537-3687854104BD}"/>
                </a:ext>
              </a:extLst>
            </p:cNvPr>
            <p:cNvSpPr>
              <a:spLocks noGrp="1"/>
            </p:cNvSpPr>
            <p:nvPr/>
          </p:nvSpPr>
          <p:spPr>
            <a:xfrm>
              <a:off x="3123088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7A050F5-4BBD-83D0-3E56-868138C02A2E}"/>
                </a:ext>
              </a:extLst>
            </p:cNvPr>
            <p:cNvSpPr>
              <a:spLocks noGrp="1"/>
            </p:cNvSpPr>
            <p:nvPr/>
          </p:nvSpPr>
          <p:spPr>
            <a:xfrm>
              <a:off x="9750468" y="1544003"/>
              <a:ext cx="409314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75132D2-B1BA-3819-E6E4-408E45D3577A}"/>
                </a:ext>
              </a:extLst>
            </p:cNvPr>
            <p:cNvSpPr>
              <a:spLocks noGrp="1"/>
            </p:cNvSpPr>
            <p:nvPr/>
          </p:nvSpPr>
          <p:spPr>
            <a:xfrm>
              <a:off x="10116443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E2AB92F8-FB1A-DF4D-C056-6A909BEA2DE1}"/>
                </a:ext>
              </a:extLst>
            </p:cNvPr>
            <p:cNvSpPr>
              <a:spLocks noGrp="1"/>
            </p:cNvSpPr>
            <p:nvPr/>
          </p:nvSpPr>
          <p:spPr>
            <a:xfrm>
              <a:off x="9750468" y="3107055"/>
              <a:ext cx="409314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28B06725-C3FB-3373-8A56-A66D9CE3ECA7}"/>
                </a:ext>
              </a:extLst>
            </p:cNvPr>
            <p:cNvSpPr>
              <a:spLocks noGrp="1"/>
            </p:cNvSpPr>
            <p:nvPr/>
          </p:nvSpPr>
          <p:spPr>
            <a:xfrm>
              <a:off x="10116443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5BDE2ECB-1CBA-ACB1-3426-F3E9F144A8A7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94C963B0-6292-D96E-8000-E5176CACF1B1}"/>
                </a:ext>
              </a:extLst>
            </p:cNvPr>
            <p:cNvSpPr>
              <a:spLocks noGrp="1"/>
            </p:cNvSpPr>
            <p:nvPr/>
          </p:nvSpPr>
          <p:spPr>
            <a:xfrm>
              <a:off x="54444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6EDFECDB-834F-45E8-C447-187E68499D36}"/>
                </a:ext>
              </a:extLst>
            </p:cNvPr>
            <p:cNvSpPr>
              <a:spLocks noGrp="1"/>
            </p:cNvSpPr>
            <p:nvPr/>
          </p:nvSpPr>
          <p:spPr>
            <a:xfrm>
              <a:off x="5856838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147D1FA6-05BE-3A5D-C1FE-78DB516DA9EB}"/>
                </a:ext>
              </a:extLst>
            </p:cNvPr>
            <p:cNvSpPr>
              <a:spLocks noGrp="1"/>
            </p:cNvSpPr>
            <p:nvPr/>
          </p:nvSpPr>
          <p:spPr>
            <a:xfrm>
              <a:off x="5892081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7AF7CF23-54DF-A29D-2F07-D36A3F45EDD2}"/>
                </a:ext>
              </a:extLst>
            </p:cNvPr>
            <p:cNvSpPr>
              <a:spLocks noGrp="1"/>
            </p:cNvSpPr>
            <p:nvPr/>
          </p:nvSpPr>
          <p:spPr>
            <a:xfrm>
              <a:off x="6428338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99F4C0B1-883D-15E1-DE1D-B9D0B602A47D}"/>
                </a:ext>
              </a:extLst>
            </p:cNvPr>
            <p:cNvSpPr>
              <a:spLocks noGrp="1"/>
            </p:cNvSpPr>
            <p:nvPr/>
          </p:nvSpPr>
          <p:spPr>
            <a:xfrm>
              <a:off x="65874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1AB9AC41-CF99-6B25-72AE-CA5759E07BBC}"/>
                </a:ext>
              </a:extLst>
            </p:cNvPr>
            <p:cNvSpPr>
              <a:spLocks noGrp="1"/>
            </p:cNvSpPr>
            <p:nvPr/>
          </p:nvSpPr>
          <p:spPr>
            <a:xfrm>
              <a:off x="7704688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8B74AF9E-166C-456E-8C30-81819473FD65}"/>
                </a:ext>
              </a:extLst>
            </p:cNvPr>
            <p:cNvSpPr>
              <a:spLocks noGrp="1"/>
            </p:cNvSpPr>
            <p:nvPr/>
          </p:nvSpPr>
          <p:spPr>
            <a:xfrm>
              <a:off x="78828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1DF9FEC8-127A-C6BF-A242-5459B8B47514}"/>
                </a:ext>
              </a:extLst>
            </p:cNvPr>
            <p:cNvSpPr>
              <a:spLocks noGrp="1"/>
            </p:cNvSpPr>
            <p:nvPr/>
          </p:nvSpPr>
          <p:spPr>
            <a:xfrm>
              <a:off x="8428588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235A2EBC-75E8-8D72-4A9D-B691D888DD1B}"/>
                </a:ext>
              </a:extLst>
            </p:cNvPr>
            <p:cNvSpPr>
              <a:spLocks noGrp="1"/>
            </p:cNvSpPr>
            <p:nvPr/>
          </p:nvSpPr>
          <p:spPr>
            <a:xfrm>
              <a:off x="847335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E16F5364-FA67-8E77-55DD-31048ACFB369}"/>
                </a:ext>
              </a:extLst>
            </p:cNvPr>
            <p:cNvSpPr>
              <a:spLocks noGrp="1"/>
            </p:cNvSpPr>
            <p:nvPr/>
          </p:nvSpPr>
          <p:spPr>
            <a:xfrm>
              <a:off x="8866738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CAB8405E-639F-441D-4076-97C5C8079141}"/>
                </a:ext>
              </a:extLst>
            </p:cNvPr>
            <p:cNvSpPr>
              <a:spLocks noGrp="1"/>
            </p:cNvSpPr>
            <p:nvPr/>
          </p:nvSpPr>
          <p:spPr>
            <a:xfrm>
              <a:off x="893055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CEC7BC5-9C91-5A2D-286F-54CED1B58658}"/>
                </a:ext>
              </a:extLst>
            </p:cNvPr>
            <p:cNvSpPr>
              <a:spLocks noGrp="1"/>
            </p:cNvSpPr>
            <p:nvPr/>
          </p:nvSpPr>
          <p:spPr>
            <a:xfrm>
              <a:off x="4990063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D6AAD354-1253-F73A-1F09-0D42951F0AD2}"/>
                </a:ext>
              </a:extLst>
            </p:cNvPr>
            <p:cNvSpPr>
              <a:spLocks noGrp="1"/>
            </p:cNvSpPr>
            <p:nvPr/>
          </p:nvSpPr>
          <p:spPr>
            <a:xfrm>
              <a:off x="9305507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E944DD48-0E77-62B4-4E66-FC482D648DB0}"/>
                </a:ext>
              </a:extLst>
            </p:cNvPr>
            <p:cNvSpPr>
              <a:spLocks noGrp="1"/>
            </p:cNvSpPr>
            <p:nvPr/>
          </p:nvSpPr>
          <p:spPr>
            <a:xfrm>
              <a:off x="5628238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5D984C66-44F4-6C0C-29FA-C26BCC014DA5}"/>
                </a:ext>
              </a:extLst>
            </p:cNvPr>
            <p:cNvSpPr>
              <a:spLocks noGrp="1"/>
            </p:cNvSpPr>
            <p:nvPr/>
          </p:nvSpPr>
          <p:spPr>
            <a:xfrm>
              <a:off x="8676857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796339B7-CA5C-9A6F-F626-7D7B76227D0E}"/>
                </a:ext>
              </a:extLst>
            </p:cNvPr>
            <p:cNvSpPr>
              <a:spLocks noGrp="1"/>
            </p:cNvSpPr>
            <p:nvPr/>
          </p:nvSpPr>
          <p:spPr>
            <a:xfrm>
              <a:off x="6152113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5389494F-4196-1B0C-C069-F40391B0419B}"/>
                </a:ext>
              </a:extLst>
            </p:cNvPr>
            <p:cNvSpPr>
              <a:spLocks noGrp="1"/>
            </p:cNvSpPr>
            <p:nvPr/>
          </p:nvSpPr>
          <p:spPr>
            <a:xfrm>
              <a:off x="8133932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0492619-D665-D0F6-7061-EDCBCE3DDA3A}"/>
                </a:ext>
              </a:extLst>
            </p:cNvPr>
            <p:cNvSpPr>
              <a:spLocks noGrp="1"/>
            </p:cNvSpPr>
            <p:nvPr/>
          </p:nvSpPr>
          <p:spPr>
            <a:xfrm>
              <a:off x="5518129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B7BCE76F-C831-1ABC-ADA2-90D7588CB987}"/>
                </a:ext>
              </a:extLst>
            </p:cNvPr>
            <p:cNvSpPr>
              <a:spLocks noGrp="1"/>
            </p:cNvSpPr>
            <p:nvPr/>
          </p:nvSpPr>
          <p:spPr>
            <a:xfrm>
              <a:off x="57305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24AE15E3-3B2D-CC4A-618E-E9BB13DA2E16}"/>
                </a:ext>
              </a:extLst>
            </p:cNvPr>
            <p:cNvSpPr>
              <a:spLocks noGrp="1"/>
            </p:cNvSpPr>
            <p:nvPr/>
          </p:nvSpPr>
          <p:spPr>
            <a:xfrm>
              <a:off x="652273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8007E90B-E49B-BC36-45F6-E1B46BA41A6C}"/>
                </a:ext>
              </a:extLst>
            </p:cNvPr>
            <p:cNvSpPr>
              <a:spLocks noGrp="1"/>
            </p:cNvSpPr>
            <p:nvPr/>
          </p:nvSpPr>
          <p:spPr>
            <a:xfrm>
              <a:off x="679095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2D087525-2ABD-3A01-10DA-7F65FB2DD09A}"/>
                </a:ext>
              </a:extLst>
            </p:cNvPr>
            <p:cNvSpPr>
              <a:spLocks noGrp="1"/>
            </p:cNvSpPr>
            <p:nvPr/>
          </p:nvSpPr>
          <p:spPr>
            <a:xfrm>
              <a:off x="7508759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417DAC3E-DE7D-4EBD-83BF-06F7FB2A8085}"/>
                </a:ext>
              </a:extLst>
            </p:cNvPr>
            <p:cNvSpPr>
              <a:spLocks noGrp="1"/>
            </p:cNvSpPr>
            <p:nvPr/>
          </p:nvSpPr>
          <p:spPr>
            <a:xfrm>
              <a:off x="7776983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3F66A9B7-F35C-EB4C-B102-3F29A4296978}"/>
                </a:ext>
              </a:extLst>
            </p:cNvPr>
            <p:cNvSpPr>
              <a:spLocks noGrp="1"/>
            </p:cNvSpPr>
            <p:nvPr/>
          </p:nvSpPr>
          <p:spPr>
            <a:xfrm>
              <a:off x="8569082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4634E7DB-F8E3-B989-4F8D-785672F195B4}"/>
                </a:ext>
              </a:extLst>
            </p:cNvPr>
            <p:cNvSpPr>
              <a:spLocks noGrp="1"/>
            </p:cNvSpPr>
            <p:nvPr/>
          </p:nvSpPr>
          <p:spPr>
            <a:xfrm>
              <a:off x="878148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0FF19FA3-F74F-0EF3-2637-6AA25406EF88}"/>
                </a:ext>
              </a:extLst>
            </p:cNvPr>
            <p:cNvSpPr>
              <a:spLocks noGrp="1"/>
            </p:cNvSpPr>
            <p:nvPr/>
          </p:nvSpPr>
          <p:spPr>
            <a:xfrm>
              <a:off x="5155417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3D13397A-1EED-4CCF-C88D-62A5EFCF622C}"/>
                </a:ext>
              </a:extLst>
            </p:cNvPr>
            <p:cNvSpPr>
              <a:spLocks noGrp="1"/>
            </p:cNvSpPr>
            <p:nvPr/>
          </p:nvSpPr>
          <p:spPr>
            <a:xfrm>
              <a:off x="5126747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F3328C85-8D10-5BAE-F06A-A042F88B4457}"/>
                </a:ext>
              </a:extLst>
            </p:cNvPr>
            <p:cNvSpPr>
              <a:spLocks noGrp="1"/>
            </p:cNvSpPr>
            <p:nvPr/>
          </p:nvSpPr>
          <p:spPr>
            <a:xfrm>
              <a:off x="718319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615DF42F-7A96-D005-2B04-2E5B83AF189A}"/>
                </a:ext>
              </a:extLst>
            </p:cNvPr>
            <p:cNvSpPr>
              <a:spLocks noGrp="1"/>
            </p:cNvSpPr>
            <p:nvPr/>
          </p:nvSpPr>
          <p:spPr>
            <a:xfrm>
              <a:off x="7154524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8F954EB4-FAB9-9DC0-DCA1-6E84B625ECD7}"/>
                </a:ext>
              </a:extLst>
            </p:cNvPr>
            <p:cNvSpPr>
              <a:spLocks noGrp="1"/>
            </p:cNvSpPr>
            <p:nvPr/>
          </p:nvSpPr>
          <p:spPr>
            <a:xfrm>
              <a:off x="9210972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DDC6F6E8-2600-F9F0-8C4C-DF220F079064}"/>
                </a:ext>
              </a:extLst>
            </p:cNvPr>
            <p:cNvSpPr>
              <a:spLocks noGrp="1"/>
            </p:cNvSpPr>
            <p:nvPr/>
          </p:nvSpPr>
          <p:spPr>
            <a:xfrm>
              <a:off x="9182301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D9AFE2A4-7629-8D55-72A2-74513ED16554}"/>
                </a:ext>
              </a:extLst>
            </p:cNvPr>
            <p:cNvSpPr>
              <a:spLocks noGrp="1"/>
            </p:cNvSpPr>
            <p:nvPr/>
          </p:nvSpPr>
          <p:spPr>
            <a:xfrm>
              <a:off x="7666874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9E9F6AF5-6C88-4D6A-4EB6-AE11098D540D}"/>
                </a:ext>
              </a:extLst>
            </p:cNvPr>
            <p:cNvSpPr>
              <a:spLocks noGrp="1"/>
            </p:cNvSpPr>
            <p:nvPr/>
          </p:nvSpPr>
          <p:spPr>
            <a:xfrm>
              <a:off x="5155417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FC70626C-9297-3774-289D-8C74BAB81591}"/>
                </a:ext>
              </a:extLst>
            </p:cNvPr>
            <p:cNvSpPr>
              <a:spLocks noGrp="1"/>
            </p:cNvSpPr>
            <p:nvPr/>
          </p:nvSpPr>
          <p:spPr>
            <a:xfrm>
              <a:off x="5126747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23964A60-5300-B32A-CC8C-9F9A10909522}"/>
                </a:ext>
              </a:extLst>
            </p:cNvPr>
            <p:cNvSpPr>
              <a:spLocks noGrp="1"/>
            </p:cNvSpPr>
            <p:nvPr/>
          </p:nvSpPr>
          <p:spPr>
            <a:xfrm>
              <a:off x="3807779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64E15CB-81EF-2FAC-14F2-E25D89F29346}"/>
                </a:ext>
              </a:extLst>
            </p:cNvPr>
            <p:cNvSpPr>
              <a:spLocks noGrp="1"/>
            </p:cNvSpPr>
            <p:nvPr/>
          </p:nvSpPr>
          <p:spPr>
            <a:xfrm>
              <a:off x="4913156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B4BBBDF4-6774-1D2C-95B2-F3B88AB1C869}"/>
                </a:ext>
              </a:extLst>
            </p:cNvPr>
            <p:cNvSpPr>
              <a:spLocks noGrp="1"/>
            </p:cNvSpPr>
            <p:nvPr/>
          </p:nvSpPr>
          <p:spPr>
            <a:xfrm>
              <a:off x="2301020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950F0CCA-2F88-9AFF-22D8-DAA7ACB6176C}"/>
                </a:ext>
              </a:extLst>
            </p:cNvPr>
            <p:cNvSpPr>
              <a:spLocks noGrp="1"/>
            </p:cNvSpPr>
            <p:nvPr/>
          </p:nvSpPr>
          <p:spPr>
            <a:xfrm>
              <a:off x="3147792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B22E0EF3-FD19-0826-1822-07182CC69FC5}"/>
                </a:ext>
              </a:extLst>
            </p:cNvPr>
            <p:cNvSpPr>
              <a:spLocks noGrp="1"/>
            </p:cNvSpPr>
            <p:nvPr/>
          </p:nvSpPr>
          <p:spPr>
            <a:xfrm>
              <a:off x="2301020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CA70B1F6-4A00-BABC-2972-012866989961}"/>
                </a:ext>
              </a:extLst>
            </p:cNvPr>
            <p:cNvSpPr>
              <a:spLocks noGrp="1"/>
            </p:cNvSpPr>
            <p:nvPr/>
          </p:nvSpPr>
          <p:spPr>
            <a:xfrm>
              <a:off x="2272349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08F1A61E-3B0E-8BF6-7F27-5CCE4D22C59A}"/>
                </a:ext>
              </a:extLst>
            </p:cNvPr>
            <p:cNvSpPr>
              <a:spLocks noGrp="1"/>
            </p:cNvSpPr>
            <p:nvPr/>
          </p:nvSpPr>
          <p:spPr>
            <a:xfrm>
              <a:off x="3975515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4A8E2717-7DBF-7A20-898F-8A4B8D99C916}"/>
                </a:ext>
              </a:extLst>
            </p:cNvPr>
            <p:cNvSpPr>
              <a:spLocks noGrp="1"/>
            </p:cNvSpPr>
            <p:nvPr/>
          </p:nvSpPr>
          <p:spPr>
            <a:xfrm>
              <a:off x="3946844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2C7C678A-F3D0-E51D-2CD6-B41E5CBA7774}"/>
                </a:ext>
              </a:extLst>
            </p:cNvPr>
            <p:cNvSpPr>
              <a:spLocks noGrp="1"/>
            </p:cNvSpPr>
            <p:nvPr/>
          </p:nvSpPr>
          <p:spPr>
            <a:xfrm>
              <a:off x="3546890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E62BF4CB-2DFB-E34F-0A43-259454CA6416}"/>
                </a:ext>
              </a:extLst>
            </p:cNvPr>
            <p:cNvSpPr>
              <a:spLocks noGrp="1"/>
            </p:cNvSpPr>
            <p:nvPr/>
          </p:nvSpPr>
          <p:spPr>
            <a:xfrm>
              <a:off x="5006120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4AD6C56A-E9C3-F934-64AC-D936F1D8505E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EEAEF4BF-5039-6C23-B675-9771749FE17A}"/>
                </a:ext>
              </a:extLst>
            </p:cNvPr>
            <p:cNvSpPr>
              <a:spLocks noGrp="1"/>
            </p:cNvSpPr>
            <p:nvPr/>
          </p:nvSpPr>
          <p:spPr>
            <a:xfrm>
              <a:off x="5397502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EFD90DBF-A222-410E-15F3-D541CA16A8AE}"/>
                </a:ext>
              </a:extLst>
            </p:cNvPr>
            <p:cNvSpPr>
              <a:spLocks noGrp="1"/>
            </p:cNvSpPr>
            <p:nvPr/>
          </p:nvSpPr>
          <p:spPr>
            <a:xfrm>
              <a:off x="4761327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91B08F31-0339-9716-3395-2B3F8970BA82}"/>
                </a:ext>
              </a:extLst>
            </p:cNvPr>
            <p:cNvSpPr>
              <a:spLocks noGrp="1"/>
            </p:cNvSpPr>
            <p:nvPr/>
          </p:nvSpPr>
          <p:spPr>
            <a:xfrm>
              <a:off x="4737991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5FC3F76-C3DD-1537-7837-64B9361AE243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7A05C2E3-B0E7-7DA8-4847-EC91C004D35D}"/>
                </a:ext>
              </a:extLst>
            </p:cNvPr>
            <p:cNvSpPr>
              <a:spLocks noGrp="1"/>
            </p:cNvSpPr>
            <p:nvPr/>
          </p:nvSpPr>
          <p:spPr>
            <a:xfrm>
              <a:off x="5397502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FE203BD6-3778-87C2-8526-E332B5B380C4}"/>
                </a:ext>
              </a:extLst>
            </p:cNvPr>
            <p:cNvSpPr>
              <a:spLocks noGrp="1"/>
            </p:cNvSpPr>
            <p:nvPr/>
          </p:nvSpPr>
          <p:spPr>
            <a:xfrm>
              <a:off x="2617154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D2B7433A-243E-C206-1CB1-3F191E6AD029}"/>
                </a:ext>
              </a:extLst>
            </p:cNvPr>
            <p:cNvSpPr>
              <a:spLocks noGrp="1"/>
            </p:cNvSpPr>
            <p:nvPr/>
          </p:nvSpPr>
          <p:spPr>
            <a:xfrm>
              <a:off x="2588484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D5A6B998-ADFA-E982-8C35-E6D90114C21C}"/>
                </a:ext>
              </a:extLst>
            </p:cNvPr>
            <p:cNvSpPr>
              <a:spLocks noGrp="1"/>
            </p:cNvSpPr>
            <p:nvPr/>
          </p:nvSpPr>
          <p:spPr>
            <a:xfrm>
              <a:off x="3417159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660BE4D6-2608-6E09-7FF4-AD7C50994699}"/>
                </a:ext>
              </a:extLst>
            </p:cNvPr>
            <p:cNvSpPr>
              <a:spLocks noGrp="1"/>
            </p:cNvSpPr>
            <p:nvPr/>
          </p:nvSpPr>
          <p:spPr>
            <a:xfrm>
              <a:off x="3974562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22A5040B-9402-AB7D-9094-F4BF5F10ADD2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D0F3AAE9-EBC0-FC07-AF0A-FBDAD938D93E}"/>
                </a:ext>
              </a:extLst>
            </p:cNvPr>
            <p:cNvSpPr>
              <a:spLocks noGrp="1"/>
            </p:cNvSpPr>
            <p:nvPr/>
          </p:nvSpPr>
          <p:spPr>
            <a:xfrm>
              <a:off x="752672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2545D43E-9B8D-BA3E-80CD-880BD63B35AE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2F033F6F-AC85-37DE-479C-D063C3DB8E25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EF864D3-D6E3-5180-82C2-0A0AE886C150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B23BD653-4893-2671-9B86-7F888A6E5617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B0DCC1B2-7C1A-332C-0127-08382278DBC6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F5D1A0D2-1869-EB89-61A3-D3ABFE580C35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416B661C-118E-CA99-59DC-DA4857A74E2E}"/>
                </a:ext>
              </a:extLst>
            </p:cNvPr>
            <p:cNvSpPr>
              <a:spLocks noGrp="1"/>
            </p:cNvSpPr>
            <p:nvPr/>
          </p:nvSpPr>
          <p:spPr>
            <a:xfrm>
              <a:off x="8530941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0BA2F96A-2AFB-7C00-99C8-78C9DC78B848}"/>
                </a:ext>
              </a:extLst>
            </p:cNvPr>
            <p:cNvSpPr>
              <a:spLocks noGrp="1"/>
            </p:cNvSpPr>
            <p:nvPr/>
          </p:nvSpPr>
          <p:spPr>
            <a:xfrm>
              <a:off x="8502271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688B9630-847C-74A2-04EF-D75E08D7E423}"/>
                </a:ext>
              </a:extLst>
            </p:cNvPr>
            <p:cNvSpPr>
              <a:spLocks noGrp="1"/>
            </p:cNvSpPr>
            <p:nvPr/>
          </p:nvSpPr>
          <p:spPr>
            <a:xfrm>
              <a:off x="8530941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7251A2B8-D12B-A433-6B0D-10AA76953AAB}"/>
                </a:ext>
              </a:extLst>
            </p:cNvPr>
            <p:cNvSpPr>
              <a:spLocks noGrp="1"/>
            </p:cNvSpPr>
            <p:nvPr/>
          </p:nvSpPr>
          <p:spPr>
            <a:xfrm>
              <a:off x="8502271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A4787BA6-E950-16B8-B01A-9B4C92E13C7A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9D094DDB-3471-ECAC-BCA5-E9612E620328}"/>
                </a:ext>
              </a:extLst>
            </p:cNvPr>
            <p:cNvSpPr>
              <a:spLocks noGrp="1"/>
            </p:cNvSpPr>
            <p:nvPr/>
          </p:nvSpPr>
          <p:spPr>
            <a:xfrm>
              <a:off x="10094756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43A875F1-64CC-3AE0-16D0-832B017C6CB3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D83A070A-E1D1-4067-2310-74DC30F9F921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BA39657-BA55-8B03-4B42-2E8CA0F2402A}"/>
                </a:ext>
              </a:extLst>
            </p:cNvPr>
            <p:cNvSpPr>
              <a:spLocks noGrp="1"/>
            </p:cNvSpPr>
            <p:nvPr/>
          </p:nvSpPr>
          <p:spPr>
            <a:xfrm>
              <a:off x="10133903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46BBCF7E-77B7-430B-5E68-8D5D4D07C9BA}"/>
                </a:ext>
              </a:extLst>
            </p:cNvPr>
            <p:cNvSpPr>
              <a:spLocks noGrp="1"/>
            </p:cNvSpPr>
            <p:nvPr/>
          </p:nvSpPr>
          <p:spPr>
            <a:xfrm>
              <a:off x="10105233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19123C2B-08C0-5942-5974-56E3DB290164}"/>
                </a:ext>
              </a:extLst>
            </p:cNvPr>
            <p:cNvSpPr>
              <a:spLocks noGrp="1"/>
            </p:cNvSpPr>
            <p:nvPr/>
          </p:nvSpPr>
          <p:spPr>
            <a:xfrm>
              <a:off x="10123426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F6D726DD-707A-38A3-9C89-49061435E2BF}"/>
                </a:ext>
              </a:extLst>
            </p:cNvPr>
            <p:cNvSpPr>
              <a:spLocks noGrp="1"/>
            </p:cNvSpPr>
            <p:nvPr/>
          </p:nvSpPr>
          <p:spPr>
            <a:xfrm>
              <a:off x="10094756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739AFAAD-E669-E2AC-687E-E59FC6E7FAD2}"/>
                </a:ext>
              </a:extLst>
            </p:cNvPr>
            <p:cNvSpPr>
              <a:spLocks noGrp="1"/>
            </p:cNvSpPr>
            <p:nvPr/>
          </p:nvSpPr>
          <p:spPr>
            <a:xfrm>
              <a:off x="7709696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98D92A42-D662-B44C-CD57-583BDD75174C}"/>
                </a:ext>
              </a:extLst>
            </p:cNvPr>
            <p:cNvSpPr>
              <a:spLocks noGrp="1"/>
            </p:cNvSpPr>
            <p:nvPr/>
          </p:nvSpPr>
          <p:spPr>
            <a:xfrm>
              <a:off x="7686359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97C332FD-B4F7-4A69-7F24-BE35ED3CC233}"/>
                </a:ext>
              </a:extLst>
            </p:cNvPr>
            <p:cNvSpPr>
              <a:spLocks noGrp="1"/>
            </p:cNvSpPr>
            <p:nvPr/>
          </p:nvSpPr>
          <p:spPr>
            <a:xfrm>
              <a:off x="8858411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4B6A3B32-B3D1-5F9B-FDB9-6517BE3635C2}"/>
                </a:ext>
              </a:extLst>
            </p:cNvPr>
            <p:cNvSpPr>
              <a:spLocks noGrp="1"/>
            </p:cNvSpPr>
            <p:nvPr/>
          </p:nvSpPr>
          <p:spPr>
            <a:xfrm>
              <a:off x="9293989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CC1BD470-88ED-E459-BC64-3926AF1B81FC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7DE28A53-D82C-C158-A00E-484E630E57C6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9DE07E88-6455-6397-3B15-5E2794D66EC1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80249588-4991-7EA9-C183-E31DFF970425}"/>
                </a:ext>
              </a:extLst>
            </p:cNvPr>
            <p:cNvSpPr>
              <a:spLocks noGrp="1"/>
            </p:cNvSpPr>
            <p:nvPr/>
          </p:nvSpPr>
          <p:spPr>
            <a:xfrm>
              <a:off x="8010400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EB1CDE84-2AAC-05C7-2AC2-7F0CD69C4010}"/>
                </a:ext>
              </a:extLst>
            </p:cNvPr>
            <p:cNvSpPr>
              <a:spLocks noGrp="1"/>
            </p:cNvSpPr>
            <p:nvPr/>
          </p:nvSpPr>
          <p:spPr>
            <a:xfrm>
              <a:off x="8993380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AAA0335-3D51-EA88-2522-F717A483BF32}"/>
                </a:ext>
              </a:extLst>
            </p:cNvPr>
            <p:cNvSpPr>
              <a:spLocks noGrp="1"/>
            </p:cNvSpPr>
            <p:nvPr/>
          </p:nvSpPr>
          <p:spPr>
            <a:xfrm>
              <a:off x="8970044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67958AAC-3FC5-4E94-249E-68F363396C6E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5B85A195-1A68-48DC-E553-B1E99915D03B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DDE80B97-A909-A736-F258-523B74319AC3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E490B029-346A-A57E-7B15-889C23CE6281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B53F289C-77E1-6513-62C8-F939A23BF1B2}"/>
                </a:ext>
              </a:extLst>
            </p:cNvPr>
            <p:cNvSpPr>
              <a:spLocks noGrp="1"/>
            </p:cNvSpPr>
            <p:nvPr/>
          </p:nvSpPr>
          <p:spPr>
            <a:xfrm>
              <a:off x="8932896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7D1ABF5A-29C9-76A4-1903-E132A41C0C6D}"/>
                </a:ext>
              </a:extLst>
            </p:cNvPr>
            <p:cNvSpPr>
              <a:spLocks noGrp="1"/>
            </p:cNvSpPr>
            <p:nvPr/>
          </p:nvSpPr>
          <p:spPr>
            <a:xfrm>
              <a:off x="9508587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515E1CE9-4EFA-F96B-A08A-C6C2EC64DC6F}"/>
              </a:ext>
            </a:extLst>
          </p:cNvPr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725281" y="2388765"/>
            <a:ext cx="332109" cy="317507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14431DA-F1EE-CFB8-E7E0-CF4D130ECF44}"/>
              </a:ext>
            </a:extLst>
          </p:cNvPr>
          <p:cNvSpPr txBox="1"/>
          <p:nvPr/>
        </p:nvSpPr>
        <p:spPr>
          <a:xfrm>
            <a:off x="12900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>
            <a:extLst>
              <a:ext uri="{FF2B5EF4-FFF2-40B4-BE49-F238E27FC236}">
                <a16:creationId xmlns:a16="http://schemas.microsoft.com/office/drawing/2014/main" id="{FB41A424-8C9A-2DA8-76B2-57C0C54ECB10}"/>
              </a:ext>
            </a:extLst>
          </p:cNvPr>
          <p:cNvSpPr/>
          <p:nvPr/>
        </p:nvSpPr>
        <p:spPr>
          <a:xfrm>
            <a:off x="1381760" y="1305560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5BDD5"/>
            </a:solidFill>
            <a:prstDash val="solid"/>
            <a:round/>
          </a:ln>
        </p:spPr>
      </p:sp>
      <p:sp>
        <p:nvSpPr>
          <p:cNvPr id="1444" name="V8 embedding neighbor 1 to center">
            <a:extLst>
              <a:ext uri="{FF2B5EF4-FFF2-40B4-BE49-F238E27FC236}">
                <a16:creationId xmlns:a16="http://schemas.microsoft.com/office/drawing/2014/main" id="{3355B015-AF42-20CF-CA69-CEE14894D5E1}"/>
              </a:ext>
            </a:extLst>
          </p:cNvPr>
          <p:cNvSpPr/>
          <p:nvPr/>
        </p:nvSpPr>
        <p:spPr>
          <a:xfrm>
            <a:off x="14379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5" name="V8 embedding neighbor 1 to center head">
            <a:extLst>
              <a:ext uri="{FF2B5EF4-FFF2-40B4-BE49-F238E27FC236}">
                <a16:creationId xmlns:a16="http://schemas.microsoft.com/office/drawing/2014/main" id="{27615381-2E0E-2FB6-4DD6-10A8B1F481AB}"/>
              </a:ext>
            </a:extLst>
          </p:cNvPr>
          <p:cNvSpPr/>
          <p:nvPr/>
        </p:nvSpPr>
        <p:spPr>
          <a:xfrm>
            <a:off x="15086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6" name="V8 embedding neighbor 1">
            <a:extLst>
              <a:ext uri="{FF2B5EF4-FFF2-40B4-BE49-F238E27FC236}">
                <a16:creationId xmlns:a16="http://schemas.microsoft.com/office/drawing/2014/main" id="{B5E8A971-284C-84D2-C0DB-7EB12E4B5902}"/>
              </a:ext>
            </a:extLst>
          </p:cNvPr>
          <p:cNvSpPr/>
          <p:nvPr/>
        </p:nvSpPr>
        <p:spPr>
          <a:xfrm>
            <a:off x="14119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47" name="V8 embedding neighbor 2 to center">
            <a:extLst>
              <a:ext uri="{FF2B5EF4-FFF2-40B4-BE49-F238E27FC236}">
                <a16:creationId xmlns:a16="http://schemas.microsoft.com/office/drawing/2014/main" id="{410E19AF-558D-0BA4-4F56-8A43CC949018}"/>
              </a:ext>
            </a:extLst>
          </p:cNvPr>
          <p:cNvSpPr/>
          <p:nvPr/>
        </p:nvSpPr>
        <p:spPr>
          <a:xfrm>
            <a:off x="15678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8" name="V8 embedding neighbor 2 to center head">
            <a:extLst>
              <a:ext uri="{FF2B5EF4-FFF2-40B4-BE49-F238E27FC236}">
                <a16:creationId xmlns:a16="http://schemas.microsoft.com/office/drawing/2014/main" id="{50A61875-DCE0-421C-1735-CFE0432F2E90}"/>
              </a:ext>
            </a:extLst>
          </p:cNvPr>
          <p:cNvSpPr/>
          <p:nvPr/>
        </p:nvSpPr>
        <p:spPr>
          <a:xfrm>
            <a:off x="15633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9" name="V8 embedding neighbor 2">
            <a:extLst>
              <a:ext uri="{FF2B5EF4-FFF2-40B4-BE49-F238E27FC236}">
                <a16:creationId xmlns:a16="http://schemas.microsoft.com/office/drawing/2014/main" id="{7AEBAFCB-8ED1-BA01-F100-82AD32FAB4F6}"/>
              </a:ext>
            </a:extLst>
          </p:cNvPr>
          <p:cNvSpPr/>
          <p:nvPr/>
        </p:nvSpPr>
        <p:spPr>
          <a:xfrm>
            <a:off x="16303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0" name="V8 embedding upper curved aggregation">
            <a:extLst>
              <a:ext uri="{FF2B5EF4-FFF2-40B4-BE49-F238E27FC236}">
                <a16:creationId xmlns:a16="http://schemas.microsoft.com/office/drawing/2014/main" id="{1726AB57-DCD6-4DAB-768F-79635F178651}"/>
              </a:ext>
            </a:extLst>
          </p:cNvPr>
          <p:cNvSpPr/>
          <p:nvPr/>
        </p:nvSpPr>
        <p:spPr>
          <a:xfrm>
            <a:off x="15811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1" name="V8 embedding upper curved aggregation tip">
            <a:extLst>
              <a:ext uri="{FF2B5EF4-FFF2-40B4-BE49-F238E27FC236}">
                <a16:creationId xmlns:a16="http://schemas.microsoft.com/office/drawing/2014/main" id="{2B3CEBDA-0E2D-671A-9B26-76F746F7D64B}"/>
              </a:ext>
            </a:extLst>
          </p:cNvPr>
          <p:cNvSpPr/>
          <p:nvPr/>
        </p:nvSpPr>
        <p:spPr>
          <a:xfrm>
            <a:off x="15724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>
            <a:extLst>
              <a:ext uri="{FF2B5EF4-FFF2-40B4-BE49-F238E27FC236}">
                <a16:creationId xmlns:a16="http://schemas.microsoft.com/office/drawing/2014/main" id="{EA8590B6-001E-E7FA-C91E-6684CAB2CE42}"/>
              </a:ext>
            </a:extLst>
          </p:cNvPr>
          <p:cNvSpPr/>
          <p:nvPr/>
        </p:nvSpPr>
        <p:spPr>
          <a:xfrm>
            <a:off x="15646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3" name="V8 embedding neighbor 3">
            <a:extLst>
              <a:ext uri="{FF2B5EF4-FFF2-40B4-BE49-F238E27FC236}">
                <a16:creationId xmlns:a16="http://schemas.microsoft.com/office/drawing/2014/main" id="{122DFBAE-E742-85F4-F8BE-661BC7410AFC}"/>
              </a:ext>
            </a:extLst>
          </p:cNvPr>
          <p:cNvSpPr/>
          <p:nvPr/>
        </p:nvSpPr>
        <p:spPr>
          <a:xfrm>
            <a:off x="17030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4" name="V8 embedding curved aggregation">
            <a:extLst>
              <a:ext uri="{FF2B5EF4-FFF2-40B4-BE49-F238E27FC236}">
                <a16:creationId xmlns:a16="http://schemas.microsoft.com/office/drawing/2014/main" id="{90CEAB6E-EBCA-9F13-36DE-C928BA671D5A}"/>
              </a:ext>
            </a:extLst>
          </p:cNvPr>
          <p:cNvSpPr/>
          <p:nvPr/>
        </p:nvSpPr>
        <p:spPr>
          <a:xfrm>
            <a:off x="14224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5" name="V8 embedding curved aggregation tip">
            <a:extLst>
              <a:ext uri="{FF2B5EF4-FFF2-40B4-BE49-F238E27FC236}">
                <a16:creationId xmlns:a16="http://schemas.microsoft.com/office/drawing/2014/main" id="{4871021E-0B37-6092-4FB6-FB482931253B}"/>
              </a:ext>
            </a:extLst>
          </p:cNvPr>
          <p:cNvSpPr/>
          <p:nvPr/>
        </p:nvSpPr>
        <p:spPr>
          <a:xfrm>
            <a:off x="14998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>
            <a:extLst>
              <a:ext uri="{FF2B5EF4-FFF2-40B4-BE49-F238E27FC236}">
                <a16:creationId xmlns:a16="http://schemas.microsoft.com/office/drawing/2014/main" id="{86BC3798-BFD4-0C2D-6F96-1C5CADB6D7BE}"/>
              </a:ext>
            </a:extLst>
          </p:cNvPr>
          <p:cNvSpPr/>
          <p:nvPr/>
        </p:nvSpPr>
        <p:spPr>
          <a:xfrm>
            <a:off x="14899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7" name="V8 embedding neighbor 4">
            <a:extLst>
              <a:ext uri="{FF2B5EF4-FFF2-40B4-BE49-F238E27FC236}">
                <a16:creationId xmlns:a16="http://schemas.microsoft.com/office/drawing/2014/main" id="{AEADE014-9292-2360-C2CE-F8C845E8BCFD}"/>
              </a:ext>
            </a:extLst>
          </p:cNvPr>
          <p:cNvSpPr/>
          <p:nvPr/>
        </p:nvSpPr>
        <p:spPr>
          <a:xfrm>
            <a:off x="14077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8" name="V8 embedding neighbor 5 to center">
            <a:extLst>
              <a:ext uri="{FF2B5EF4-FFF2-40B4-BE49-F238E27FC236}">
                <a16:creationId xmlns:a16="http://schemas.microsoft.com/office/drawing/2014/main" id="{88F2ECE0-BE4E-6B10-0F14-901F5AD31AE6}"/>
              </a:ext>
            </a:extLst>
          </p:cNvPr>
          <p:cNvSpPr/>
          <p:nvPr/>
        </p:nvSpPr>
        <p:spPr>
          <a:xfrm>
            <a:off x="15380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9" name="V8 embedding neighbor 5 to center head">
            <a:extLst>
              <a:ext uri="{FF2B5EF4-FFF2-40B4-BE49-F238E27FC236}">
                <a16:creationId xmlns:a16="http://schemas.microsoft.com/office/drawing/2014/main" id="{4E579011-FEC4-00D3-7546-C5CB388C9A0A}"/>
              </a:ext>
            </a:extLst>
          </p:cNvPr>
          <p:cNvSpPr/>
          <p:nvPr/>
        </p:nvSpPr>
        <p:spPr>
          <a:xfrm>
            <a:off x="15343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60" name="V8 embedding neighbor 5">
            <a:extLst>
              <a:ext uri="{FF2B5EF4-FFF2-40B4-BE49-F238E27FC236}">
                <a16:creationId xmlns:a16="http://schemas.microsoft.com/office/drawing/2014/main" id="{80A6CA00-4D1C-000D-C0AF-7F59BA21FF45}"/>
              </a:ext>
            </a:extLst>
          </p:cNvPr>
          <p:cNvSpPr/>
          <p:nvPr/>
        </p:nvSpPr>
        <p:spPr>
          <a:xfrm>
            <a:off x="15220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61" name="V8 embedding center">
            <a:extLst>
              <a:ext uri="{FF2B5EF4-FFF2-40B4-BE49-F238E27FC236}">
                <a16:creationId xmlns:a16="http://schemas.microsoft.com/office/drawing/2014/main" id="{0973F1A0-63C8-796C-8269-8DC9810E39E1}"/>
              </a:ext>
            </a:extLst>
          </p:cNvPr>
          <p:cNvSpPr/>
          <p:nvPr/>
        </p:nvSpPr>
        <p:spPr>
          <a:xfrm>
            <a:off x="15246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>
            <a:extLst>
              <a:ext uri="{FF2B5EF4-FFF2-40B4-BE49-F238E27FC236}">
                <a16:creationId xmlns:a16="http://schemas.microsoft.com/office/drawing/2014/main" id="{FE0417EE-6828-F09F-AACE-DE1F76BE3EB6}"/>
              </a:ext>
            </a:extLst>
          </p:cNvPr>
          <p:cNvSpPr/>
          <p:nvPr/>
        </p:nvSpPr>
        <p:spPr>
          <a:xfrm>
            <a:off x="15786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>
            <a:extLst>
              <a:ext uri="{FF2B5EF4-FFF2-40B4-BE49-F238E27FC236}">
                <a16:creationId xmlns:a16="http://schemas.microsoft.com/office/drawing/2014/main" id="{28DF18A8-B7D6-40CC-F8D0-1CE005F88971}"/>
              </a:ext>
            </a:extLst>
          </p:cNvPr>
          <p:cNvSpPr/>
          <p:nvPr/>
        </p:nvSpPr>
        <p:spPr>
          <a:xfrm>
            <a:off x="15982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>
            <a:extLst>
              <a:ext uri="{FF2B5EF4-FFF2-40B4-BE49-F238E27FC236}">
                <a16:creationId xmlns:a16="http://schemas.microsoft.com/office/drawing/2014/main" id="{D8B2548F-FDCB-962F-D116-8194E608D854}"/>
              </a:ext>
            </a:extLst>
          </p:cNvPr>
          <p:cNvSpPr/>
          <p:nvPr/>
        </p:nvSpPr>
        <p:spPr>
          <a:xfrm>
            <a:off x="16179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>
            <a:extLst>
              <a:ext uri="{FF2B5EF4-FFF2-40B4-BE49-F238E27FC236}">
                <a16:creationId xmlns:a16="http://schemas.microsoft.com/office/drawing/2014/main" id="{4DB56FF7-AE6A-29C2-0D4E-A50B4A01B329}"/>
              </a:ext>
            </a:extLst>
          </p:cNvPr>
          <p:cNvSpPr/>
          <p:nvPr/>
        </p:nvSpPr>
        <p:spPr>
          <a:xfrm>
            <a:off x="16376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>
            <a:extLst>
              <a:ext uri="{FF2B5EF4-FFF2-40B4-BE49-F238E27FC236}">
                <a16:creationId xmlns:a16="http://schemas.microsoft.com/office/drawing/2014/main" id="{0834D08B-BC25-2ADC-AF12-5492513577F8}"/>
              </a:ext>
            </a:extLst>
          </p:cNvPr>
          <p:cNvSpPr/>
          <p:nvPr/>
        </p:nvSpPr>
        <p:spPr>
          <a:xfrm>
            <a:off x="16573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>
            <a:extLst>
              <a:ext uri="{FF2B5EF4-FFF2-40B4-BE49-F238E27FC236}">
                <a16:creationId xmlns:a16="http://schemas.microsoft.com/office/drawing/2014/main" id="{7EDE9E92-6EF0-3023-2F22-6E7EFD9706C6}"/>
              </a:ext>
            </a:extLst>
          </p:cNvPr>
          <p:cNvSpPr/>
          <p:nvPr/>
        </p:nvSpPr>
        <p:spPr>
          <a:xfrm>
            <a:off x="16770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>
            <a:extLst>
              <a:ext uri="{FF2B5EF4-FFF2-40B4-BE49-F238E27FC236}">
                <a16:creationId xmlns:a16="http://schemas.microsoft.com/office/drawing/2014/main" id="{3791BD29-2650-00D8-2639-94010AF8036F}"/>
              </a:ext>
            </a:extLst>
          </p:cNvPr>
          <p:cNvSpPr/>
          <p:nvPr/>
        </p:nvSpPr>
        <p:spPr>
          <a:xfrm>
            <a:off x="16967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>
            <a:extLst>
              <a:ext uri="{FF2B5EF4-FFF2-40B4-BE49-F238E27FC236}">
                <a16:creationId xmlns:a16="http://schemas.microsoft.com/office/drawing/2014/main" id="{78D40256-09DE-A393-64FC-199BB5DEB767}"/>
              </a:ext>
            </a:extLst>
          </p:cNvPr>
          <p:cNvSpPr/>
          <p:nvPr/>
        </p:nvSpPr>
        <p:spPr>
          <a:xfrm>
            <a:off x="17164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>
            <a:extLst>
              <a:ext uri="{FF2B5EF4-FFF2-40B4-BE49-F238E27FC236}">
                <a16:creationId xmlns:a16="http://schemas.microsoft.com/office/drawing/2014/main" id="{CD0EF799-B1E4-C26B-BB25-441BB97890BE}"/>
              </a:ext>
            </a:extLst>
          </p:cNvPr>
          <p:cNvSpPr/>
          <p:nvPr/>
        </p:nvSpPr>
        <p:spPr>
          <a:xfrm flipV="1">
            <a:off x="1792289" y="1489896"/>
            <a:ext cx="162207" cy="45719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2" name="V8 embedding to point branch head">
            <a:extLst>
              <a:ext uri="{FF2B5EF4-FFF2-40B4-BE49-F238E27FC236}">
                <a16:creationId xmlns:a16="http://schemas.microsoft.com/office/drawing/2014/main" id="{EE5B1593-BB31-DCD1-99C7-141C7B857AF7}"/>
              </a:ext>
            </a:extLst>
          </p:cNvPr>
          <p:cNvSpPr/>
          <p:nvPr/>
        </p:nvSpPr>
        <p:spPr>
          <a:xfrm>
            <a:off x="1938919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3" name="V8 embedding to voxel branch">
            <a:extLst>
              <a:ext uri="{FF2B5EF4-FFF2-40B4-BE49-F238E27FC236}">
                <a16:creationId xmlns:a16="http://schemas.microsoft.com/office/drawing/2014/main" id="{A9E148F4-6BCA-77FF-AE43-549D2AE883D5}"/>
              </a:ext>
            </a:extLst>
          </p:cNvPr>
          <p:cNvSpPr/>
          <p:nvPr/>
        </p:nvSpPr>
        <p:spPr>
          <a:xfrm>
            <a:off x="1819910" y="669271"/>
            <a:ext cx="1" cy="866159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4" name="V8 embedding to voxel branch head">
            <a:extLst>
              <a:ext uri="{FF2B5EF4-FFF2-40B4-BE49-F238E27FC236}">
                <a16:creationId xmlns:a16="http://schemas.microsoft.com/office/drawing/2014/main" id="{BAE99500-F0C6-FF9E-5ADA-696300A3926E}"/>
              </a:ext>
            </a:extLst>
          </p:cNvPr>
          <p:cNvSpPr/>
          <p:nvPr/>
        </p:nvSpPr>
        <p:spPr>
          <a:xfrm>
            <a:off x="1807718" y="656526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0"/>
                </a:moveTo>
                <a:lnTo>
                  <a:pt x="0" y="28321"/>
                </a:lnTo>
                <a:lnTo>
                  <a:pt x="24384" y="28321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5" name="V8 density and receptor to voxel">
            <a:extLst>
              <a:ext uri="{FF2B5EF4-FFF2-40B4-BE49-F238E27FC236}">
                <a16:creationId xmlns:a16="http://schemas.microsoft.com/office/drawing/2014/main" id="{61ECA984-FF9D-A5D0-F819-33661D001ABE}"/>
              </a:ext>
            </a:extLst>
          </p:cNvPr>
          <p:cNvSpPr/>
          <p:nvPr/>
        </p:nvSpPr>
        <p:spPr>
          <a:xfrm>
            <a:off x="1786560" y="656526"/>
            <a:ext cx="163405" cy="1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>
            <a:extLst>
              <a:ext uri="{FF2B5EF4-FFF2-40B4-BE49-F238E27FC236}">
                <a16:creationId xmlns:a16="http://schemas.microsoft.com/office/drawing/2014/main" id="{D6CAD338-44F5-8993-3618-9A1839CB2DBC}"/>
              </a:ext>
            </a:extLst>
          </p:cNvPr>
          <p:cNvSpPr/>
          <p:nvPr/>
        </p:nvSpPr>
        <p:spPr>
          <a:xfrm>
            <a:off x="1934388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7" name="V8 voxel input junction">
            <a:extLst>
              <a:ext uri="{FF2B5EF4-FFF2-40B4-BE49-F238E27FC236}">
                <a16:creationId xmlns:a16="http://schemas.microsoft.com/office/drawing/2014/main" id="{93F36DE0-10B5-E2A2-60B2-341BCDB28517}"/>
              </a:ext>
            </a:extLst>
          </p:cNvPr>
          <p:cNvSpPr/>
          <p:nvPr/>
        </p:nvSpPr>
        <p:spPr>
          <a:xfrm>
            <a:off x="1811973" y="648589"/>
            <a:ext cx="15875" cy="15875"/>
          </a:xfrm>
          <a:prstGeom prst="ellipse">
            <a:avLst/>
          </a:pr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>
            <a:extLst>
              <a:ext uri="{FF2B5EF4-FFF2-40B4-BE49-F238E27FC236}">
                <a16:creationId xmlns:a16="http://schemas.microsoft.com/office/drawing/2014/main" id="{2EDC4EC7-D903-3262-650D-444D37299D28}"/>
              </a:ext>
            </a:extLst>
          </p:cNvPr>
          <p:cNvSpPr/>
          <p:nvPr/>
        </p:nvSpPr>
        <p:spPr>
          <a:xfrm>
            <a:off x="673037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>
            <a:extLst>
              <a:ext uri="{FF2B5EF4-FFF2-40B4-BE49-F238E27FC236}">
                <a16:creationId xmlns:a16="http://schemas.microsoft.com/office/drawing/2014/main" id="{3702663D-F294-9B06-B213-0076F82464A6}"/>
              </a:ext>
            </a:extLst>
          </p:cNvPr>
          <p:cNvSpPr/>
          <p:nvPr/>
        </p:nvSpPr>
        <p:spPr>
          <a:xfrm>
            <a:off x="978338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>
            <a:extLst>
              <a:ext uri="{FF2B5EF4-FFF2-40B4-BE49-F238E27FC236}">
                <a16:creationId xmlns:a16="http://schemas.microsoft.com/office/drawing/2014/main" id="{45C4FCB5-3380-E3A8-B0B1-54A427F52361}"/>
              </a:ext>
            </a:extLst>
          </p:cNvPr>
          <p:cNvSpPr/>
          <p:nvPr/>
        </p:nvSpPr>
        <p:spPr>
          <a:xfrm>
            <a:off x="1334211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>
            <a:extLst>
              <a:ext uri="{FF2B5EF4-FFF2-40B4-BE49-F238E27FC236}">
                <a16:creationId xmlns:a16="http://schemas.microsoft.com/office/drawing/2014/main" id="{366946BB-F669-FC2F-4DBA-809EA592E5E1}"/>
              </a:ext>
            </a:extLst>
          </p:cNvPr>
          <p:cNvSpPr/>
          <p:nvPr/>
        </p:nvSpPr>
        <p:spPr>
          <a:xfrm>
            <a:off x="1334211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>
            <a:extLst>
              <a:ext uri="{FF2B5EF4-FFF2-40B4-BE49-F238E27FC236}">
                <a16:creationId xmlns:a16="http://schemas.microsoft.com/office/drawing/2014/main" id="{234835D4-EF31-832C-586B-712FBD8CEB61}"/>
              </a:ext>
            </a:extLst>
          </p:cNvPr>
          <p:cNvSpPr/>
          <p:nvPr/>
        </p:nvSpPr>
        <p:spPr>
          <a:xfrm>
            <a:off x="1322019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>
            <a:extLst>
              <a:ext uri="{FF2B5EF4-FFF2-40B4-BE49-F238E27FC236}">
                <a16:creationId xmlns:a16="http://schemas.microsoft.com/office/drawing/2014/main" id="{B0159410-81AF-A0CB-FD15-D731C54E54D4}"/>
              </a:ext>
            </a:extLst>
          </p:cNvPr>
          <p:cNvSpPr/>
          <p:nvPr/>
        </p:nvSpPr>
        <p:spPr>
          <a:xfrm>
            <a:off x="4998402" y="452120"/>
            <a:ext cx="519754" cy="122809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5" name="V8 Build pocket and density frame">
            <a:extLst>
              <a:ext uri="{FF2B5EF4-FFF2-40B4-BE49-F238E27FC236}">
                <a16:creationId xmlns:a16="http://schemas.microsoft.com/office/drawing/2014/main" id="{FF6F6920-E776-E473-D444-477FCB823104}"/>
              </a:ext>
            </a:extLst>
          </p:cNvPr>
          <p:cNvSpPr/>
          <p:nvPr/>
        </p:nvSpPr>
        <p:spPr>
          <a:xfrm>
            <a:off x="5564187" y="452120"/>
            <a:ext cx="527685" cy="122809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6" name="V8 Build inputs to docking">
            <a:extLst>
              <a:ext uri="{FF2B5EF4-FFF2-40B4-BE49-F238E27FC236}">
                <a16:creationId xmlns:a16="http://schemas.microsoft.com/office/drawing/2014/main" id="{25F81FEB-7923-B705-D48C-4F1FE2423027}"/>
              </a:ext>
            </a:extLst>
          </p:cNvPr>
          <p:cNvSpPr/>
          <p:nvPr/>
        </p:nvSpPr>
        <p:spPr>
          <a:xfrm>
            <a:off x="5546090" y="1765305"/>
            <a:ext cx="1" cy="5622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>
            <a:extLst>
              <a:ext uri="{FF2B5EF4-FFF2-40B4-BE49-F238E27FC236}">
                <a16:creationId xmlns:a16="http://schemas.microsoft.com/office/drawing/2014/main" id="{B51CEB37-F359-D8DB-EED0-BF0289DBA9C3}"/>
              </a:ext>
            </a:extLst>
          </p:cNvPr>
          <p:cNvSpPr/>
          <p:nvPr/>
        </p:nvSpPr>
        <p:spPr>
          <a:xfrm>
            <a:off x="552418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>
            <a:extLst>
              <a:ext uri="{FF2B5EF4-FFF2-40B4-BE49-F238E27FC236}">
                <a16:creationId xmlns:a16="http://schemas.microsoft.com/office/drawing/2014/main" id="{A8390C7D-F4E0-5D67-9352-7A11942FB4C0}"/>
              </a:ext>
            </a:extLst>
          </p:cNvPr>
          <p:cNvSpPr/>
          <p:nvPr/>
        </p:nvSpPr>
        <p:spPr>
          <a:xfrm>
            <a:off x="554609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>
            <a:extLst>
              <a:ext uri="{FF2B5EF4-FFF2-40B4-BE49-F238E27FC236}">
                <a16:creationId xmlns:a16="http://schemas.microsoft.com/office/drawing/2014/main" id="{CB9E0D49-EB6F-EF7F-8A0E-43482900F10A}"/>
              </a:ext>
            </a:extLst>
          </p:cNvPr>
          <p:cNvSpPr/>
          <p:nvPr/>
        </p:nvSpPr>
        <p:spPr>
          <a:xfrm>
            <a:off x="552418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grpSp>
        <p:nvGrpSpPr>
          <p:cNvPr id="6" name="Find candidate blob 2">
            <a:extLst>
              <a:ext uri="{FF2B5EF4-FFF2-40B4-BE49-F238E27FC236}">
                <a16:creationId xmlns:a16="http://schemas.microsoft.com/office/drawing/2014/main" id="{52582F41-8562-EDCF-D547-FEE06D78B091}"/>
              </a:ext>
            </a:extLst>
          </p:cNvPr>
          <p:cNvGrpSpPr/>
          <p:nvPr/>
        </p:nvGrpSpPr>
        <p:grpSpPr>
          <a:xfrm rot="3197729">
            <a:off x="4596570" y="1029390"/>
            <a:ext cx="168602" cy="95394"/>
            <a:chOff x="1928706" y="3559489"/>
            <a:chExt cx="227897" cy="155682"/>
          </a:xfrm>
        </p:grpSpPr>
        <p:sp>
          <p:nvSpPr>
            <p:cNvPr id="16" name="Candidate blob | editable contour">
              <a:extLst>
                <a:ext uri="{FF2B5EF4-FFF2-40B4-BE49-F238E27FC236}">
                  <a16:creationId xmlns:a16="http://schemas.microsoft.com/office/drawing/2014/main" id="{AC599FE5-B7C8-2310-361D-307EF409B15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" name="ellipse_2612">
              <a:extLst>
                <a:ext uri="{FF2B5EF4-FFF2-40B4-BE49-F238E27FC236}">
                  <a16:creationId xmlns:a16="http://schemas.microsoft.com/office/drawing/2014/main" id="{899D545A-9188-B8A5-5122-F55763321954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2" name="Match | Blob contour">
            <a:extLst>
              <a:ext uri="{FF2B5EF4-FFF2-40B4-BE49-F238E27FC236}">
                <a16:creationId xmlns:a16="http://schemas.microsoft.com/office/drawing/2014/main" id="{014BB78B-D7B6-7233-4454-F31E0FFFF761}"/>
              </a:ext>
            </a:extLst>
          </p:cNvPr>
          <p:cNvGrpSpPr/>
          <p:nvPr/>
        </p:nvGrpSpPr>
        <p:grpSpPr>
          <a:xfrm>
            <a:off x="5095498" y="565131"/>
            <a:ext cx="291608" cy="199265"/>
            <a:chOff x="1928706" y="3559489"/>
            <a:chExt cx="227897" cy="155682"/>
          </a:xfrm>
        </p:grpSpPr>
        <p:sp>
          <p:nvSpPr>
            <p:cNvPr id="24" name="Candidate blob | editable contour">
              <a:extLst>
                <a:ext uri="{FF2B5EF4-FFF2-40B4-BE49-F238E27FC236}">
                  <a16:creationId xmlns:a16="http://schemas.microsoft.com/office/drawing/2014/main" id="{A11312CB-4342-9A48-D209-5BB49581DEC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" name="ellipse_2612">
              <a:extLst>
                <a:ext uri="{FF2B5EF4-FFF2-40B4-BE49-F238E27FC236}">
                  <a16:creationId xmlns:a16="http://schemas.microsoft.com/office/drawing/2014/main" id="{A5E3448F-A32E-D77A-4110-EC1F991AAB0A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7" name="Oval 12178">
            <a:extLst>
              <a:ext uri="{FF2B5EF4-FFF2-40B4-BE49-F238E27FC236}">
                <a16:creationId xmlns:a16="http://schemas.microsoft.com/office/drawing/2014/main" id="{FDC707AA-314A-7AA2-186D-A8D0C4B2CC82}"/>
              </a:ext>
            </a:extLst>
          </p:cNvPr>
          <p:cNvSpPr/>
          <p:nvPr/>
        </p:nvSpPr>
        <p:spPr>
          <a:xfrm>
            <a:off x="5224292" y="648563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50508" name="F2-bank-channel">
            <a:extLst>
              <a:ext uri="{FF2B5EF4-FFF2-40B4-BE49-F238E27FC236}">
                <a16:creationId xmlns:a16="http://schemas.microsoft.com/office/drawing/2014/main" id="{E8F7522B-3B27-4338-8014-8A4EEE25C15E}"/>
              </a:ext>
            </a:extLst>
          </p:cNvPr>
          <p:cNvSpPr>
            <a:spLocks noGrp="1"/>
          </p:cNvSpPr>
          <p:nvPr/>
        </p:nvSpPr>
        <p:spPr>
          <a:xfrm>
            <a:off x="1432560" y="50863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09" name="F2-bank-channel">
            <a:extLst>
              <a:ext uri="{FF2B5EF4-FFF2-40B4-BE49-F238E27FC236}">
                <a16:creationId xmlns:a16="http://schemas.microsoft.com/office/drawing/2014/main" id="{44CA542A-604D-4AA5-B11D-B6617579A677}"/>
              </a:ext>
            </a:extLst>
          </p:cNvPr>
          <p:cNvSpPr>
            <a:spLocks noGrp="1"/>
          </p:cNvSpPr>
          <p:nvPr/>
        </p:nvSpPr>
        <p:spPr>
          <a:xfrm>
            <a:off x="1424940" y="515303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0" name="F2-bank-channel">
            <a:extLst>
              <a:ext uri="{FF2B5EF4-FFF2-40B4-BE49-F238E27FC236}">
                <a16:creationId xmlns:a16="http://schemas.microsoft.com/office/drawing/2014/main" id="{94C83CC1-C6DF-4DC5-87DF-BCD87221CF3B}"/>
              </a:ext>
            </a:extLst>
          </p:cNvPr>
          <p:cNvSpPr>
            <a:spLocks noGrp="1"/>
          </p:cNvSpPr>
          <p:nvPr/>
        </p:nvSpPr>
        <p:spPr>
          <a:xfrm>
            <a:off x="1417320" y="521970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1" name="F2-bank-channel">
            <a:extLst>
              <a:ext uri="{FF2B5EF4-FFF2-40B4-BE49-F238E27FC236}">
                <a16:creationId xmlns:a16="http://schemas.microsoft.com/office/drawing/2014/main" id="{1ABD8E71-8A8E-4A01-9656-5F57A7EAD863}"/>
              </a:ext>
            </a:extLst>
          </p:cNvPr>
          <p:cNvSpPr>
            <a:spLocks noGrp="1"/>
          </p:cNvSpPr>
          <p:nvPr/>
        </p:nvSpPr>
        <p:spPr>
          <a:xfrm>
            <a:off x="1409700" y="528638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2" name="F2-bank-channel">
            <a:extLst>
              <a:ext uri="{FF2B5EF4-FFF2-40B4-BE49-F238E27FC236}">
                <a16:creationId xmlns:a16="http://schemas.microsoft.com/office/drawing/2014/main" id="{A1E78B7C-AF8B-46CF-BE9A-7739D3A000CC}"/>
              </a:ext>
            </a:extLst>
          </p:cNvPr>
          <p:cNvSpPr>
            <a:spLocks noGrp="1"/>
          </p:cNvSpPr>
          <p:nvPr/>
        </p:nvSpPr>
        <p:spPr>
          <a:xfrm>
            <a:off x="1402080" y="53530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3" name="F2-bank-channel">
            <a:extLst>
              <a:ext uri="{FF2B5EF4-FFF2-40B4-BE49-F238E27FC236}">
                <a16:creationId xmlns:a16="http://schemas.microsoft.com/office/drawing/2014/main" id="{F902D412-512B-42B7-B05D-EDD9258097DC}"/>
              </a:ext>
            </a:extLst>
          </p:cNvPr>
          <p:cNvSpPr>
            <a:spLocks noGrp="1"/>
          </p:cNvSpPr>
          <p:nvPr/>
        </p:nvSpPr>
        <p:spPr>
          <a:xfrm>
            <a:off x="1394460" y="541973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4" name="F2-bank-channel">
            <a:extLst>
              <a:ext uri="{FF2B5EF4-FFF2-40B4-BE49-F238E27FC236}">
                <a16:creationId xmlns:a16="http://schemas.microsoft.com/office/drawing/2014/main" id="{CA6824A1-9C37-4EE2-8CF4-7C88BCE1DBE6}"/>
              </a:ext>
            </a:extLst>
          </p:cNvPr>
          <p:cNvSpPr>
            <a:spLocks noGrp="1"/>
          </p:cNvSpPr>
          <p:nvPr/>
        </p:nvSpPr>
        <p:spPr>
          <a:xfrm>
            <a:off x="1386840" y="548640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5" name="F2-bank-channel">
            <a:extLst>
              <a:ext uri="{FF2B5EF4-FFF2-40B4-BE49-F238E27FC236}">
                <a16:creationId xmlns:a16="http://schemas.microsoft.com/office/drawing/2014/main" id="{2705DA7A-40F9-48D2-946C-8019421C16B7}"/>
              </a:ext>
            </a:extLst>
          </p:cNvPr>
          <p:cNvSpPr>
            <a:spLocks noGrp="1"/>
          </p:cNvSpPr>
          <p:nvPr/>
        </p:nvSpPr>
        <p:spPr>
          <a:xfrm>
            <a:off x="1379220" y="555308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6" name="F2-bank-channel">
            <a:extLst>
              <a:ext uri="{FF2B5EF4-FFF2-40B4-BE49-F238E27FC236}">
                <a16:creationId xmlns:a16="http://schemas.microsoft.com/office/drawing/2014/main" id="{E1B9C475-D32F-4E88-9AAA-6701AFC1AC14}"/>
              </a:ext>
            </a:extLst>
          </p:cNvPr>
          <p:cNvSpPr>
            <a:spLocks noGrp="1"/>
          </p:cNvSpPr>
          <p:nvPr/>
        </p:nvSpPr>
        <p:spPr>
          <a:xfrm>
            <a:off x="1371600" y="56197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7" name="F2-density-voxel">
            <a:extLst>
              <a:ext uri="{FF2B5EF4-FFF2-40B4-BE49-F238E27FC236}">
                <a16:creationId xmlns:a16="http://schemas.microsoft.com/office/drawing/2014/main" id="{A49953DB-68D8-42EB-963F-DD42F453137D}"/>
              </a:ext>
            </a:extLst>
          </p:cNvPr>
          <p:cNvSpPr>
            <a:spLocks noGrp="1"/>
          </p:cNvSpPr>
          <p:nvPr/>
        </p:nvSpPr>
        <p:spPr>
          <a:xfrm>
            <a:off x="1390650" y="571500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18" name="F2-density-voxel">
            <a:extLst>
              <a:ext uri="{FF2B5EF4-FFF2-40B4-BE49-F238E27FC236}">
                <a16:creationId xmlns:a16="http://schemas.microsoft.com/office/drawing/2014/main" id="{ECECDED8-7BB6-465D-90CE-1566D913C0F0}"/>
              </a:ext>
            </a:extLst>
          </p:cNvPr>
          <p:cNvSpPr>
            <a:spLocks noGrp="1"/>
          </p:cNvSpPr>
          <p:nvPr/>
        </p:nvSpPr>
        <p:spPr>
          <a:xfrm>
            <a:off x="1443038" y="571500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19" name="F2-density-voxel">
            <a:extLst>
              <a:ext uri="{FF2B5EF4-FFF2-40B4-BE49-F238E27FC236}">
                <a16:creationId xmlns:a16="http://schemas.microsoft.com/office/drawing/2014/main" id="{49E89024-8821-43E6-B830-D5D2C6143679}"/>
              </a:ext>
            </a:extLst>
          </p:cNvPr>
          <p:cNvSpPr>
            <a:spLocks noGrp="1"/>
          </p:cNvSpPr>
          <p:nvPr/>
        </p:nvSpPr>
        <p:spPr>
          <a:xfrm>
            <a:off x="1495425" y="571500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20" name="F2-density-voxel">
            <a:extLst>
              <a:ext uri="{FF2B5EF4-FFF2-40B4-BE49-F238E27FC236}">
                <a16:creationId xmlns:a16="http://schemas.microsoft.com/office/drawing/2014/main" id="{3A635687-B1F5-496B-9A49-461D8BC35087}"/>
              </a:ext>
            </a:extLst>
          </p:cNvPr>
          <p:cNvSpPr>
            <a:spLocks noGrp="1"/>
          </p:cNvSpPr>
          <p:nvPr/>
        </p:nvSpPr>
        <p:spPr>
          <a:xfrm>
            <a:off x="1547813" y="571500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21" name="F2-density-voxel">
            <a:extLst>
              <a:ext uri="{FF2B5EF4-FFF2-40B4-BE49-F238E27FC236}">
                <a16:creationId xmlns:a16="http://schemas.microsoft.com/office/drawing/2014/main" id="{FEC54E9C-643D-4824-B955-66BA7E401A0E}"/>
              </a:ext>
            </a:extLst>
          </p:cNvPr>
          <p:cNvSpPr>
            <a:spLocks noGrp="1"/>
          </p:cNvSpPr>
          <p:nvPr/>
        </p:nvSpPr>
        <p:spPr>
          <a:xfrm>
            <a:off x="1390650" y="614363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22" name="F2-density-voxel">
            <a:extLst>
              <a:ext uri="{FF2B5EF4-FFF2-40B4-BE49-F238E27FC236}">
                <a16:creationId xmlns:a16="http://schemas.microsoft.com/office/drawing/2014/main" id="{ED2290E5-D29A-42C8-863E-1A0B5A093DAF}"/>
              </a:ext>
            </a:extLst>
          </p:cNvPr>
          <p:cNvSpPr>
            <a:spLocks noGrp="1"/>
          </p:cNvSpPr>
          <p:nvPr/>
        </p:nvSpPr>
        <p:spPr>
          <a:xfrm>
            <a:off x="1443038" y="614363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23" name="F2-density-voxel">
            <a:extLst>
              <a:ext uri="{FF2B5EF4-FFF2-40B4-BE49-F238E27FC236}">
                <a16:creationId xmlns:a16="http://schemas.microsoft.com/office/drawing/2014/main" id="{C030A993-BA02-4CBF-A526-9AF795928873}"/>
              </a:ext>
            </a:extLst>
          </p:cNvPr>
          <p:cNvSpPr>
            <a:spLocks noGrp="1"/>
          </p:cNvSpPr>
          <p:nvPr/>
        </p:nvSpPr>
        <p:spPr>
          <a:xfrm>
            <a:off x="1495425" y="614363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24" name="F2-density-voxel">
            <a:extLst>
              <a:ext uri="{FF2B5EF4-FFF2-40B4-BE49-F238E27FC236}">
                <a16:creationId xmlns:a16="http://schemas.microsoft.com/office/drawing/2014/main" id="{EC212EF2-C0F1-41AF-B3CE-D957D17932A0}"/>
              </a:ext>
            </a:extLst>
          </p:cNvPr>
          <p:cNvSpPr>
            <a:spLocks noGrp="1"/>
          </p:cNvSpPr>
          <p:nvPr/>
        </p:nvSpPr>
        <p:spPr>
          <a:xfrm>
            <a:off x="1547813" y="614363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25" name="F2-density-voxel">
            <a:extLst>
              <a:ext uri="{FF2B5EF4-FFF2-40B4-BE49-F238E27FC236}">
                <a16:creationId xmlns:a16="http://schemas.microsoft.com/office/drawing/2014/main" id="{8E8D1CD2-DC81-4A69-849C-F21783FD798D}"/>
              </a:ext>
            </a:extLst>
          </p:cNvPr>
          <p:cNvSpPr>
            <a:spLocks noGrp="1"/>
          </p:cNvSpPr>
          <p:nvPr/>
        </p:nvSpPr>
        <p:spPr>
          <a:xfrm>
            <a:off x="1390650" y="657225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26" name="F2-density-voxel">
            <a:extLst>
              <a:ext uri="{FF2B5EF4-FFF2-40B4-BE49-F238E27FC236}">
                <a16:creationId xmlns:a16="http://schemas.microsoft.com/office/drawing/2014/main" id="{CEA7FE12-330D-4160-8BE6-769BF6A26577}"/>
              </a:ext>
            </a:extLst>
          </p:cNvPr>
          <p:cNvSpPr>
            <a:spLocks noGrp="1"/>
          </p:cNvSpPr>
          <p:nvPr/>
        </p:nvSpPr>
        <p:spPr>
          <a:xfrm>
            <a:off x="1443038" y="657225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27" name="F2-density-voxel">
            <a:extLst>
              <a:ext uri="{FF2B5EF4-FFF2-40B4-BE49-F238E27FC236}">
                <a16:creationId xmlns:a16="http://schemas.microsoft.com/office/drawing/2014/main" id="{BE225EBF-D266-4631-9D7E-1B21643503B4}"/>
              </a:ext>
            </a:extLst>
          </p:cNvPr>
          <p:cNvSpPr>
            <a:spLocks noGrp="1"/>
          </p:cNvSpPr>
          <p:nvPr/>
        </p:nvSpPr>
        <p:spPr>
          <a:xfrm>
            <a:off x="1495425" y="657225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28" name="F2-density-voxel">
            <a:extLst>
              <a:ext uri="{FF2B5EF4-FFF2-40B4-BE49-F238E27FC236}">
                <a16:creationId xmlns:a16="http://schemas.microsoft.com/office/drawing/2014/main" id="{D56EA4DF-3429-4429-A2AA-6D7C9D33B341}"/>
              </a:ext>
            </a:extLst>
          </p:cNvPr>
          <p:cNvSpPr>
            <a:spLocks noGrp="1"/>
          </p:cNvSpPr>
          <p:nvPr/>
        </p:nvSpPr>
        <p:spPr>
          <a:xfrm>
            <a:off x="1547813" y="657225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29" name="F2-density-voxel">
            <a:extLst>
              <a:ext uri="{FF2B5EF4-FFF2-40B4-BE49-F238E27FC236}">
                <a16:creationId xmlns:a16="http://schemas.microsoft.com/office/drawing/2014/main" id="{F4CB67F8-3427-42E0-B222-3C4C5B421A28}"/>
              </a:ext>
            </a:extLst>
          </p:cNvPr>
          <p:cNvSpPr>
            <a:spLocks noGrp="1"/>
          </p:cNvSpPr>
          <p:nvPr/>
        </p:nvSpPr>
        <p:spPr>
          <a:xfrm>
            <a:off x="1390650" y="700088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30" name="F2-density-voxel">
            <a:extLst>
              <a:ext uri="{FF2B5EF4-FFF2-40B4-BE49-F238E27FC236}">
                <a16:creationId xmlns:a16="http://schemas.microsoft.com/office/drawing/2014/main" id="{E62F2DC6-612B-4891-B2B7-8020312C0678}"/>
              </a:ext>
            </a:extLst>
          </p:cNvPr>
          <p:cNvSpPr>
            <a:spLocks noGrp="1"/>
          </p:cNvSpPr>
          <p:nvPr/>
        </p:nvSpPr>
        <p:spPr>
          <a:xfrm>
            <a:off x="1443038" y="700088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31" name="F2-density-voxel">
            <a:extLst>
              <a:ext uri="{FF2B5EF4-FFF2-40B4-BE49-F238E27FC236}">
                <a16:creationId xmlns:a16="http://schemas.microsoft.com/office/drawing/2014/main" id="{3D79F01F-5243-4E3C-8AA7-EE2C8B8C7E29}"/>
              </a:ext>
            </a:extLst>
          </p:cNvPr>
          <p:cNvSpPr>
            <a:spLocks noGrp="1"/>
          </p:cNvSpPr>
          <p:nvPr/>
        </p:nvSpPr>
        <p:spPr>
          <a:xfrm>
            <a:off x="1495425" y="700088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32" name="F2-density-voxel">
            <a:extLst>
              <a:ext uri="{FF2B5EF4-FFF2-40B4-BE49-F238E27FC236}">
                <a16:creationId xmlns:a16="http://schemas.microsoft.com/office/drawing/2014/main" id="{7F5BC88D-76D1-4A24-B998-8BD41F9AADDB}"/>
              </a:ext>
            </a:extLst>
          </p:cNvPr>
          <p:cNvSpPr>
            <a:spLocks noGrp="1"/>
          </p:cNvSpPr>
          <p:nvPr/>
        </p:nvSpPr>
        <p:spPr>
          <a:xfrm>
            <a:off x="1547813" y="700088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33" name="F2-spatial-transform">
            <a:extLst>
              <a:ext uri="{FF2B5EF4-FFF2-40B4-BE49-F238E27FC236}">
                <a16:creationId xmlns:a16="http://schemas.microsoft.com/office/drawing/2014/main" id="{A85283F8-9FE2-48A1-8429-5356F2D370E2}"/>
              </a:ext>
            </a:extLst>
          </p:cNvPr>
          <p:cNvSpPr>
            <a:spLocks noGrp="1"/>
          </p:cNvSpPr>
          <p:nvPr/>
        </p:nvSpPr>
        <p:spPr>
          <a:xfrm>
            <a:off x="966788" y="438150"/>
            <a:ext cx="376238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Spatial</a:t>
            </a:r>
          </a:p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transform</a:t>
            </a:r>
          </a:p>
        </p:txBody>
      </p:sp>
      <p:sp>
        <p:nvSpPr>
          <p:cNvPr id="50534" name="F2-atom-embeddings-input">
            <a:extLst>
              <a:ext uri="{FF2B5EF4-FFF2-40B4-BE49-F238E27FC236}">
                <a16:creationId xmlns:a16="http://schemas.microsoft.com/office/drawing/2014/main" id="{0B4B93C5-B055-4ECE-8D5F-9FD8F9F29D6A}"/>
              </a:ext>
            </a:extLst>
          </p:cNvPr>
          <p:cNvSpPr>
            <a:spLocks noGrp="1"/>
          </p:cNvSpPr>
          <p:nvPr/>
        </p:nvSpPr>
        <p:spPr>
          <a:xfrm>
            <a:off x="966788" y="1171575"/>
            <a:ext cx="376238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Atom</a:t>
            </a:r>
          </a:p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embeddings</a:t>
            </a:r>
          </a:p>
        </p:txBody>
      </p:sp>
      <p:pic>
        <p:nvPicPr>
          <p:cNvPr id="50541" name="图片 50540">
            <a:extLst>
              <a:ext uri="{FF2B5EF4-FFF2-40B4-BE49-F238E27FC236}">
                <a16:creationId xmlns:a16="http://schemas.microsoft.com/office/drawing/2014/main" id="{CC697937-E8CE-4EDF-BB17-1FEA96E392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83208" y="2971800"/>
            <a:ext cx="414760" cy="342900"/>
          </a:xfrm>
          <a:prstGeom prst="rect">
            <a:avLst/>
          </a:prstGeom>
        </p:spPr>
      </p:pic>
      <p:pic>
        <p:nvPicPr>
          <p:cNvPr id="50542" name="图片 50541">
            <a:extLst>
              <a:ext uri="{FF2B5EF4-FFF2-40B4-BE49-F238E27FC236}">
                <a16:creationId xmlns:a16="http://schemas.microsoft.com/office/drawing/2014/main" id="{438EEB95-3CA6-4E7A-A194-3246AD9537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5631445" y="485775"/>
            <a:ext cx="414760" cy="342900"/>
          </a:xfrm>
          <a:prstGeom prst="rect">
            <a:avLst/>
          </a:prstGeom>
        </p:spPr>
      </p:pic>
      <p:sp>
        <p:nvSpPr>
          <p:cNvPr id="50543" name="F2-Build-selected">
            <a:extLst>
              <a:ext uri="{FF2B5EF4-FFF2-40B4-BE49-F238E27FC236}">
                <a16:creationId xmlns:a16="http://schemas.microsoft.com/office/drawing/2014/main" id="{DE962B78-B7D5-48B9-87F8-2B7091442BBC}"/>
              </a:ext>
            </a:extLst>
          </p:cNvPr>
          <p:cNvSpPr>
            <a:spLocks noGrp="1"/>
          </p:cNvSpPr>
          <p:nvPr/>
        </p:nvSpPr>
        <p:spPr>
          <a:xfrm>
            <a:off x="5048250" y="1268730"/>
            <a:ext cx="390525" cy="81915"/>
          </a:xfrm>
          <a:prstGeom prst="roundRect">
            <a:avLst>
              <a:gd name="adj" fmla="val 50000"/>
            </a:avLst>
          </a:prstGeom>
          <a:solidFill>
            <a:srgbClr val="DCF8EB"/>
          </a:solidFill>
          <a:ln w="7144">
            <a:solidFill>
              <a:srgbClr val="499D86"/>
            </a:solidFill>
          </a:ln>
        </p:spPr>
      </p:sp>
      <p:sp>
        <p:nvSpPr>
          <p:cNvPr id="50544" name="F2-Build-SMILES-0">
            <a:extLst>
              <a:ext uri="{FF2B5EF4-FFF2-40B4-BE49-F238E27FC236}">
                <a16:creationId xmlns:a16="http://schemas.microsoft.com/office/drawing/2014/main" id="{78E3ED61-275F-4084-A0ED-58027336CEDD}"/>
              </a:ext>
            </a:extLst>
          </p:cNvPr>
          <p:cNvSpPr>
            <a:spLocks noGrp="1"/>
          </p:cNvSpPr>
          <p:nvPr/>
        </p:nvSpPr>
        <p:spPr>
          <a:xfrm>
            <a:off x="5067300" y="1085850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545" name="F2-Build-SMILES-7.8">
            <a:extLst>
              <a:ext uri="{FF2B5EF4-FFF2-40B4-BE49-F238E27FC236}">
                <a16:creationId xmlns:a16="http://schemas.microsoft.com/office/drawing/2014/main" id="{D4F86145-7D8F-43EC-916E-D3D9668CBA5D}"/>
              </a:ext>
            </a:extLst>
          </p:cNvPr>
          <p:cNvSpPr>
            <a:spLocks noGrp="1"/>
          </p:cNvSpPr>
          <p:nvPr/>
        </p:nvSpPr>
        <p:spPr>
          <a:xfrm>
            <a:off x="5067300" y="1160145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CC(=O)O</a:t>
            </a:r>
          </a:p>
        </p:txBody>
      </p:sp>
      <p:sp>
        <p:nvSpPr>
          <p:cNvPr id="50546" name="F2-Build-continuation">
            <a:extLst>
              <a:ext uri="{FF2B5EF4-FFF2-40B4-BE49-F238E27FC236}">
                <a16:creationId xmlns:a16="http://schemas.microsoft.com/office/drawing/2014/main" id="{69E4AF15-4441-4953-BC21-A9A09B8807EC}"/>
              </a:ext>
            </a:extLst>
          </p:cNvPr>
          <p:cNvSpPr>
            <a:spLocks noGrp="1"/>
          </p:cNvSpPr>
          <p:nvPr/>
        </p:nvSpPr>
        <p:spPr>
          <a:xfrm>
            <a:off x="5067300" y="1254443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547" name="F2-Build-continuation">
            <a:extLst>
              <a:ext uri="{FF2B5EF4-FFF2-40B4-BE49-F238E27FC236}">
                <a16:creationId xmlns:a16="http://schemas.microsoft.com/office/drawing/2014/main" id="{A73B5841-5DC8-4503-BDE2-815DBBEFE500}"/>
              </a:ext>
            </a:extLst>
          </p:cNvPr>
          <p:cNvSpPr>
            <a:spLocks noGrp="1"/>
          </p:cNvSpPr>
          <p:nvPr/>
        </p:nvSpPr>
        <p:spPr>
          <a:xfrm>
            <a:off x="5087303" y="1254443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548" name="F2-Build-continuation">
            <a:extLst>
              <a:ext uri="{FF2B5EF4-FFF2-40B4-BE49-F238E27FC236}">
                <a16:creationId xmlns:a16="http://schemas.microsoft.com/office/drawing/2014/main" id="{2CD955D9-21C2-4AE5-9635-C9F55AC072BD}"/>
              </a:ext>
            </a:extLst>
          </p:cNvPr>
          <p:cNvSpPr>
            <a:spLocks noGrp="1"/>
          </p:cNvSpPr>
          <p:nvPr/>
        </p:nvSpPr>
        <p:spPr>
          <a:xfrm>
            <a:off x="5107305" y="1254443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549" name="F2-Build-SMILES-19.8">
            <a:extLst>
              <a:ext uri="{FF2B5EF4-FFF2-40B4-BE49-F238E27FC236}">
                <a16:creationId xmlns:a16="http://schemas.microsoft.com/office/drawing/2014/main" id="{F825F396-DC00-4D1F-95F0-5208E2576D2C}"/>
              </a:ext>
            </a:extLst>
          </p:cNvPr>
          <p:cNvSpPr>
            <a:spLocks noGrp="1"/>
          </p:cNvSpPr>
          <p:nvPr/>
        </p:nvSpPr>
        <p:spPr>
          <a:xfrm>
            <a:off x="5067300" y="1274445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4634E"/>
                </a:solidFill>
                <a:latin typeface="Arial"/>
                <a:ea typeface="Arial"/>
                <a:cs typeface="Arial"/>
              </a:rPr>
              <a:t>Cc1ccccc1</a:t>
            </a:r>
          </a:p>
        </p:txBody>
      </p:sp>
      <p:sp>
        <p:nvSpPr>
          <p:cNvPr id="50550" name="F2-Build-SMILES-27.599999999999998">
            <a:extLst>
              <a:ext uri="{FF2B5EF4-FFF2-40B4-BE49-F238E27FC236}">
                <a16:creationId xmlns:a16="http://schemas.microsoft.com/office/drawing/2014/main" id="{42E599AD-9784-4B26-ADAB-718990C44186}"/>
              </a:ext>
            </a:extLst>
          </p:cNvPr>
          <p:cNvSpPr>
            <a:spLocks noGrp="1"/>
          </p:cNvSpPr>
          <p:nvPr/>
        </p:nvSpPr>
        <p:spPr>
          <a:xfrm>
            <a:off x="5067300" y="1348740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CC(N)=O</a:t>
            </a:r>
          </a:p>
        </p:txBody>
      </p:sp>
      <p:pic>
        <p:nvPicPr>
          <p:cNvPr id="50551" name="图片 50550">
            <a:extLst>
              <a:ext uri="{FF2B5EF4-FFF2-40B4-BE49-F238E27FC236}">
                <a16:creationId xmlns:a16="http://schemas.microsoft.com/office/drawing/2014/main" id="{788E8304-A748-4BB4-8B4F-8A9E612C089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5149836" y="3476625"/>
            <a:ext cx="806478" cy="666750"/>
          </a:xfrm>
          <a:prstGeom prst="rect">
            <a:avLst/>
          </a:prstGeom>
        </p:spPr>
      </p:pic>
      <p:grpSp>
        <p:nvGrpSpPr>
          <p:cNvPr id="50552" name="Find preview 15"/>
          <p:cNvGrpSpPr/>
          <p:nvPr/>
        </p:nvGrpSpPr>
        <p:grpSpPr>
          <a:xfrm>
            <a:off x="511635" y="471488"/>
            <a:ext cx="404812" cy="395288"/>
            <a:chOff x="511635" y="471488"/>
            <a:chExt cx="404812" cy="395288"/>
          </a:xfrm>
        </p:grpSpPr>
        <p:pic>
          <p:nvPicPr>
            <p:cNvPr id="15" name="Find corresponding experimental density" descr="Experimental 9LLG density around chain C1 of the displayed CryoAtom2 receptor, at the original contour level and the identical camera orientation.">
              <a:extLst>
                <a:ext uri="{FF2B5EF4-FFF2-40B4-BE49-F238E27FC236}">
                  <a16:creationId xmlns:a16="http://schemas.microsoft.com/office/drawing/2014/main" id="{8CF1199C-6488-C5B6-B489-1131732B4FBF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11635" y="475859"/>
              <a:ext cx="404812" cy="386544"/>
            </a:xfrm>
            <a:prstGeom prst="rect">
              <a:avLst/>
            </a:prstGeom>
          </p:spPr>
        </p:pic>
        <p:sp>
          <p:nvSpPr>
            <p:cNvPr id="50535" name="crop-cube">
              <a:extLst>
                <a:ext uri="{FF2B5EF4-FFF2-40B4-BE49-F238E27FC236}">
                  <a16:creationId xmlns:a16="http://schemas.microsoft.com/office/drawing/2014/main" id="{25839399-079E-4307-9725-E085483F7FD6}"/>
                </a:ext>
              </a:extLst>
            </p:cNvPr>
            <p:cNvSpPr>
              <a:spLocks noGrp="1"/>
            </p:cNvSpPr>
            <p:nvPr/>
          </p:nvSpPr>
          <p:spPr>
            <a:xfrm>
              <a:off x="700088" y="626745"/>
              <a:ext cx="119063" cy="119063"/>
            </a:xfrm>
            <a:custGeom>
              <a:avLst/>
              <a:gdLst/>
              <a:ahLst/>
              <a:cxnLst/>
              <a:rect l="0" t="0" r="0" b="0"/>
              <a:pathLst>
                <a:path w="119063" h="119063">
                  <a:moveTo>
                    <a:pt x="0" y="30956"/>
                  </a:moveTo>
                  <a:lnTo>
                    <a:pt x="88106" y="30956"/>
                  </a:lnTo>
                  <a:lnTo>
                    <a:pt x="88106" y="119063"/>
                  </a:lnTo>
                  <a:lnTo>
                    <a:pt x="0" y="119063"/>
                  </a:lnTo>
                  <a:lnTo>
                    <a:pt x="0" y="30956"/>
                  </a:lnTo>
                  <a:lnTo>
                    <a:pt x="30956" y="0"/>
                  </a:lnTo>
                  <a:lnTo>
                    <a:pt x="119063" y="0"/>
                  </a:lnTo>
                  <a:lnTo>
                    <a:pt x="119063" y="88106"/>
                  </a:lnTo>
                  <a:lnTo>
                    <a:pt x="88106" y="119063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36" name="crop-cube">
              <a:extLst>
                <a:ext uri="{FF2B5EF4-FFF2-40B4-BE49-F238E27FC236}">
                  <a16:creationId xmlns:a16="http://schemas.microsoft.com/office/drawing/2014/main" id="{07D86F79-577D-4116-BDEA-F38D19D792BA}"/>
                </a:ext>
              </a:extLst>
            </p:cNvPr>
            <p:cNvSpPr>
              <a:spLocks noGrp="1"/>
            </p:cNvSpPr>
            <p:nvPr/>
          </p:nvSpPr>
          <p:spPr>
            <a:xfrm>
              <a:off x="788194" y="626745"/>
              <a:ext cx="30956" cy="30956"/>
            </a:xfrm>
            <a:custGeom>
              <a:avLst/>
              <a:gdLst/>
              <a:ahLst/>
              <a:cxnLst/>
              <a:rect l="0" t="0" r="0" b="0"/>
              <a:pathLst>
                <a:path w="30956" h="30956">
                  <a:moveTo>
                    <a:pt x="0" y="30956"/>
                  </a:moveTo>
                  <a:lnTo>
                    <a:pt x="30956" y="0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37" name="F2-density-crop-size">
              <a:extLst>
                <a:ext uri="{FF2B5EF4-FFF2-40B4-BE49-F238E27FC236}">
                  <a16:creationId xmlns:a16="http://schemas.microsoft.com/office/drawing/2014/main" id="{9B6ECDDF-4CA0-44BE-83B1-7FF800ECF209}"/>
                </a:ext>
              </a:extLst>
            </p:cNvPr>
            <p:cNvSpPr>
              <a:spLocks noGrp="1"/>
            </p:cNvSpPr>
            <p:nvPr/>
          </p:nvSpPr>
          <p:spPr>
            <a:xfrm>
              <a:off x="640556" y="766763"/>
              <a:ext cx="238125" cy="952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80³</a:t>
              </a:r>
            </a:p>
          </p:txBody>
        </p:sp>
      </p:grpSp>
      <p:grpSp>
        <p:nvGrpSpPr>
          <p:cNvPr id="50553" name="Find preview 1435"/>
          <p:cNvGrpSpPr/>
          <p:nvPr/>
        </p:nvGrpSpPr>
        <p:grpSpPr>
          <a:xfrm>
            <a:off x="511635" y="1252538"/>
            <a:ext cx="404812" cy="395288"/>
            <a:chOff x="511635" y="1252538"/>
            <a:chExt cx="404812" cy="395288"/>
          </a:xfrm>
        </p:grpSpPr>
        <p:pic>
          <p:nvPicPr>
            <p:cNvPr id="1435" name="Find clear receptor" descr="Receptor cartoon rendered from unchanged local coordinates, chain C1 of the 9LLG CA2 model.">
              <a:extLst>
                <a:ext uri="{FF2B5EF4-FFF2-40B4-BE49-F238E27FC236}">
                  <a16:creationId xmlns:a16="http://schemas.microsoft.com/office/drawing/2014/main" id="{24C88AB2-5918-0F4D-EDE6-0D89FC02F100}"/>
                </a:ext>
              </a:extLst>
            </p:cNvPr>
            <p:cNvPicPr/>
            <p:nvPr/>
          </p:nvPicPr>
          <p:blipFill>
            <a:blip r:embed="rId7"/>
            <a:srcRect l="16857" t="30389" r="19786" b="22500"/>
            <a:stretch>
              <a:fillRect/>
            </a:stretch>
          </p:blipFill>
          <p:spPr>
            <a:xfrm>
              <a:off x="511635" y="1256674"/>
              <a:ext cx="404812" cy="387014"/>
            </a:xfrm>
            <a:prstGeom prst="rect">
              <a:avLst/>
            </a:prstGeom>
          </p:spPr>
        </p:pic>
        <p:sp>
          <p:nvSpPr>
            <p:cNvPr id="50538" name="crop-cube">
              <a:extLst>
                <a:ext uri="{FF2B5EF4-FFF2-40B4-BE49-F238E27FC236}">
                  <a16:creationId xmlns:a16="http://schemas.microsoft.com/office/drawing/2014/main" id="{B083B324-58BF-4271-92CE-6A3DCE5DBE53}"/>
                </a:ext>
              </a:extLst>
            </p:cNvPr>
            <p:cNvSpPr>
              <a:spLocks noGrp="1"/>
            </p:cNvSpPr>
            <p:nvPr/>
          </p:nvSpPr>
          <p:spPr>
            <a:xfrm>
              <a:off x="700088" y="1404938"/>
              <a:ext cx="119063" cy="119063"/>
            </a:xfrm>
            <a:custGeom>
              <a:avLst/>
              <a:gdLst/>
              <a:ahLst/>
              <a:cxnLst/>
              <a:rect l="0" t="0" r="0" b="0"/>
              <a:pathLst>
                <a:path w="119063" h="119063">
                  <a:moveTo>
                    <a:pt x="0" y="30956"/>
                  </a:moveTo>
                  <a:lnTo>
                    <a:pt x="88106" y="30956"/>
                  </a:lnTo>
                  <a:lnTo>
                    <a:pt x="88106" y="119063"/>
                  </a:lnTo>
                  <a:lnTo>
                    <a:pt x="0" y="119063"/>
                  </a:lnTo>
                  <a:lnTo>
                    <a:pt x="0" y="30956"/>
                  </a:lnTo>
                  <a:lnTo>
                    <a:pt x="30956" y="0"/>
                  </a:lnTo>
                  <a:lnTo>
                    <a:pt x="119063" y="0"/>
                  </a:lnTo>
                  <a:lnTo>
                    <a:pt x="119063" y="88106"/>
                  </a:lnTo>
                  <a:lnTo>
                    <a:pt x="88106" y="119063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39" name="crop-cube">
              <a:extLst>
                <a:ext uri="{FF2B5EF4-FFF2-40B4-BE49-F238E27FC236}">
                  <a16:creationId xmlns:a16="http://schemas.microsoft.com/office/drawing/2014/main" id="{0E8C65BE-9745-4184-B8B7-6FD5E9341DBD}"/>
                </a:ext>
              </a:extLst>
            </p:cNvPr>
            <p:cNvSpPr>
              <a:spLocks noGrp="1"/>
            </p:cNvSpPr>
            <p:nvPr/>
          </p:nvSpPr>
          <p:spPr>
            <a:xfrm>
              <a:off x="788194" y="1404938"/>
              <a:ext cx="30956" cy="30956"/>
            </a:xfrm>
            <a:custGeom>
              <a:avLst/>
              <a:gdLst/>
              <a:ahLst/>
              <a:cxnLst/>
              <a:rect l="0" t="0" r="0" b="0"/>
              <a:pathLst>
                <a:path w="30956" h="30956">
                  <a:moveTo>
                    <a:pt x="0" y="30956"/>
                  </a:moveTo>
                  <a:lnTo>
                    <a:pt x="30956" y="0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40" name="F2-receptor-crop-size">
              <a:extLst>
                <a:ext uri="{FF2B5EF4-FFF2-40B4-BE49-F238E27FC236}">
                  <a16:creationId xmlns:a16="http://schemas.microsoft.com/office/drawing/2014/main" id="{11CB5595-3267-408D-9A25-39E3920D0458}"/>
                </a:ext>
              </a:extLst>
            </p:cNvPr>
            <p:cNvSpPr>
              <a:spLocks noGrp="1"/>
            </p:cNvSpPr>
            <p:nvPr/>
          </p:nvSpPr>
          <p:spPr>
            <a:xfrm>
              <a:off x="640556" y="1544955"/>
              <a:ext cx="238125" cy="952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80³</a:t>
              </a:r>
            </a:p>
          </p:txBody>
        </p:sp>
      </p:grpSp>
      <p:grpSp>
        <p:nvGrpSpPr>
          <p:cNvPr id="50554" name="Find preview 25"/>
          <p:cNvGrpSpPr/>
          <p:nvPr/>
        </p:nvGrpSpPr>
        <p:grpSpPr>
          <a:xfrm>
            <a:off x="4349067" y="495300"/>
            <a:ext cx="404812" cy="395288"/>
            <a:chOff x="4349067" y="495300"/>
            <a:chExt cx="404812" cy="395288"/>
          </a:xfrm>
        </p:grpSpPr>
        <p:pic>
          <p:nvPicPr>
            <p:cNvPr id="25" name="Find corresponding experimental density" descr="Experimental 9LLG density around chain C1 of the displayed CryoAtom2 receptor, at the original contour level and the identical camera orientation.">
              <a:extLst>
                <a:ext uri="{FF2B5EF4-FFF2-40B4-BE49-F238E27FC236}">
                  <a16:creationId xmlns:a16="http://schemas.microsoft.com/office/drawing/2014/main" id="{E01FAF0F-7383-AEC3-8192-CE781D4C8B97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4349067" y="499672"/>
              <a:ext cx="404812" cy="386544"/>
            </a:xfrm>
            <a:prstGeom prst="rect">
              <a:avLst/>
            </a:prstGeom>
          </p:spPr>
        </p:pic>
        <p:grpSp>
          <p:nvGrpSpPr>
            <p:cNvPr id="50496" name="Global copy of blob 758">
              <a:extLst>
                <a:ext uri="{FF2B5EF4-FFF2-40B4-BE49-F238E27FC236}">
                  <a16:creationId xmlns:a16="http://schemas.microsoft.com/office/drawing/2014/main" id="{00C0C92B-D4C8-0994-E860-1581EB873D86}"/>
                </a:ext>
              </a:extLst>
            </p:cNvPr>
            <p:cNvGrpSpPr/>
            <p:nvPr/>
          </p:nvGrpSpPr>
          <p:grpSpPr>
            <a:xfrm>
              <a:off x="4435335" y="623158"/>
              <a:ext cx="42515" cy="24054"/>
              <a:chOff x="1928706" y="3559489"/>
              <a:chExt cx="227897" cy="155682"/>
            </a:xfrm>
          </p:grpSpPr>
          <p:sp>
            <p:nvSpPr>
              <p:cNvPr id="50497" name="Candidate blob | editable contour">
                <a:extLst>
                  <a:ext uri="{FF2B5EF4-FFF2-40B4-BE49-F238E27FC236}">
                    <a16:creationId xmlns:a16="http://schemas.microsoft.com/office/drawing/2014/main" id="{A172A8B3-EFA3-33C9-CD2B-307B24D7293D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3521" y="100385"/>
                    </a:moveTo>
                    <a:cubicBezTo>
                      <a:pt x="0" y="80701"/>
                      <a:pt x="26006" y="62787"/>
                      <a:pt x="43453" y="54263"/>
                    </a:cubicBezTo>
                    <a:cubicBezTo>
                      <a:pt x="58843" y="43224"/>
                      <a:pt x="83460" y="52781"/>
                      <a:pt x="99588" y="43358"/>
                    </a:cubicBezTo>
                    <a:cubicBezTo>
                      <a:pt x="112436" y="32945"/>
                      <a:pt x="102548" y="9475"/>
                      <a:pt x="114181" y="4123"/>
                    </a:cubicBezTo>
                    <a:cubicBezTo>
                      <a:pt x="125241" y="0"/>
                      <a:pt x="158214" y="2398"/>
                      <a:pt x="179365" y="5837"/>
                    </a:cubicBezTo>
                    <a:cubicBezTo>
                      <a:pt x="197301" y="9996"/>
                      <a:pt x="210134" y="19340"/>
                      <a:pt x="216909" y="31256"/>
                    </a:cubicBezTo>
                    <a:cubicBezTo>
                      <a:pt x="221237" y="45342"/>
                      <a:pt x="227897" y="67151"/>
                      <a:pt x="224378" y="79920"/>
                    </a:cubicBezTo>
                    <a:cubicBezTo>
                      <a:pt x="219253" y="92918"/>
                      <a:pt x="191986" y="104353"/>
                      <a:pt x="170629" y="115250"/>
                    </a:cubicBezTo>
                    <a:cubicBezTo>
                      <a:pt x="155563" y="129736"/>
                      <a:pt x="143418" y="146104"/>
                      <a:pt x="126157" y="151452"/>
                    </a:cubicBezTo>
                    <a:cubicBezTo>
                      <a:pt x="110048" y="155682"/>
                      <a:pt x="82946" y="155682"/>
                      <a:pt x="52808" y="150002"/>
                    </a:cubicBezTo>
                    <a:cubicBezTo>
                      <a:pt x="28847" y="143645"/>
                      <a:pt x="5675" y="118994"/>
                      <a:pt x="3521" y="10038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498" name="ellipse_2612">
                <a:extLst>
                  <a:ext uri="{FF2B5EF4-FFF2-40B4-BE49-F238E27FC236}">
                    <a16:creationId xmlns:a16="http://schemas.microsoft.com/office/drawing/2014/main" id="{CF37E813-914E-4383-9CE9-1C5F4095124F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50499" name="Global copy of blob 6">
              <a:extLst>
                <a:ext uri="{FF2B5EF4-FFF2-40B4-BE49-F238E27FC236}">
                  <a16:creationId xmlns:a16="http://schemas.microsoft.com/office/drawing/2014/main" id="{52582F41-8562-EDCF-D547-FEE06D78B091}"/>
                </a:ext>
              </a:extLst>
            </p:cNvPr>
            <p:cNvGrpSpPr/>
            <p:nvPr/>
          </p:nvGrpSpPr>
          <p:grpSpPr>
            <a:xfrm rot="3197729">
              <a:off x="4592894" y="646215"/>
              <a:ext cx="42515" cy="24054"/>
              <a:chOff x="1928706" y="3559489"/>
              <a:chExt cx="227897" cy="155682"/>
            </a:xfrm>
          </p:grpSpPr>
          <p:sp>
            <p:nvSpPr>
              <p:cNvPr id="50500" name="Candidate blob | editable contour">
                <a:extLst>
                  <a:ext uri="{FF2B5EF4-FFF2-40B4-BE49-F238E27FC236}">
                    <a16:creationId xmlns:a16="http://schemas.microsoft.com/office/drawing/2014/main" id="{AC599FE5-B7C8-2310-361D-307EF409B159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3521" y="100385"/>
                    </a:moveTo>
                    <a:cubicBezTo>
                      <a:pt x="0" y="80701"/>
                      <a:pt x="26006" y="62787"/>
                      <a:pt x="43453" y="54263"/>
                    </a:cubicBezTo>
                    <a:cubicBezTo>
                      <a:pt x="58843" y="43224"/>
                      <a:pt x="83460" y="52781"/>
                      <a:pt x="99588" y="43358"/>
                    </a:cubicBezTo>
                    <a:cubicBezTo>
                      <a:pt x="112436" y="32945"/>
                      <a:pt x="102548" y="9475"/>
                      <a:pt x="114181" y="4123"/>
                    </a:cubicBezTo>
                    <a:cubicBezTo>
                      <a:pt x="125241" y="0"/>
                      <a:pt x="158214" y="2398"/>
                      <a:pt x="179365" y="5837"/>
                    </a:cubicBezTo>
                    <a:cubicBezTo>
                      <a:pt x="197301" y="9996"/>
                      <a:pt x="210134" y="19340"/>
                      <a:pt x="216909" y="31256"/>
                    </a:cubicBezTo>
                    <a:cubicBezTo>
                      <a:pt x="221237" y="45342"/>
                      <a:pt x="227897" y="67151"/>
                      <a:pt x="224378" y="79920"/>
                    </a:cubicBezTo>
                    <a:cubicBezTo>
                      <a:pt x="219253" y="92918"/>
                      <a:pt x="191986" y="104353"/>
                      <a:pt x="170629" y="115250"/>
                    </a:cubicBezTo>
                    <a:cubicBezTo>
                      <a:pt x="155563" y="129736"/>
                      <a:pt x="143418" y="146104"/>
                      <a:pt x="126157" y="151452"/>
                    </a:cubicBezTo>
                    <a:cubicBezTo>
                      <a:pt x="110048" y="155682"/>
                      <a:pt x="82946" y="155682"/>
                      <a:pt x="52808" y="150002"/>
                    </a:cubicBezTo>
                    <a:cubicBezTo>
                      <a:pt x="28847" y="143645"/>
                      <a:pt x="5675" y="118994"/>
                      <a:pt x="3521" y="10038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01" name="ellipse_2612">
                <a:extLst>
                  <a:ext uri="{FF2B5EF4-FFF2-40B4-BE49-F238E27FC236}">
                    <a16:creationId xmlns:a16="http://schemas.microsoft.com/office/drawing/2014/main" id="{899D545A-9188-B8A5-5122-F55763321954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50502" name="Global copy of blob 761">
              <a:extLst>
                <a:ext uri="{FF2B5EF4-FFF2-40B4-BE49-F238E27FC236}">
                  <a16:creationId xmlns:a16="http://schemas.microsoft.com/office/drawing/2014/main" id="{D7299A48-8BF0-7050-EF56-14DA3F495CB7}"/>
                </a:ext>
              </a:extLst>
            </p:cNvPr>
            <p:cNvGrpSpPr/>
            <p:nvPr/>
          </p:nvGrpSpPr>
          <p:grpSpPr>
            <a:xfrm>
              <a:off x="4422037" y="755380"/>
              <a:ext cx="38366" cy="20927"/>
              <a:chOff x="1928706" y="3559489"/>
              <a:chExt cx="227897" cy="155682"/>
            </a:xfrm>
          </p:grpSpPr>
          <p:sp>
            <p:nvSpPr>
              <p:cNvPr id="50503" name="Candidate blob | editable contour">
                <a:extLst>
                  <a:ext uri="{FF2B5EF4-FFF2-40B4-BE49-F238E27FC236}">
                    <a16:creationId xmlns:a16="http://schemas.microsoft.com/office/drawing/2014/main" id="{8902F596-0D84-3C56-EB93-D63FC7E9041E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4633" y="103508"/>
                    </a:moveTo>
                    <a:cubicBezTo>
                      <a:pt x="0" y="80701"/>
                      <a:pt x="17781" y="72087"/>
                      <a:pt x="35225" y="64107"/>
                    </a:cubicBezTo>
                    <a:cubicBezTo>
                      <a:pt x="54476" y="49917"/>
                      <a:pt x="72264" y="52549"/>
                      <a:pt x="92778" y="35736"/>
                    </a:cubicBezTo>
                    <a:cubicBezTo>
                      <a:pt x="110195" y="21040"/>
                      <a:pt x="104326" y="5059"/>
                      <a:pt x="115221" y="1753"/>
                    </a:cubicBezTo>
                    <a:cubicBezTo>
                      <a:pt x="125241" y="0"/>
                      <a:pt x="159037" y="3786"/>
                      <a:pt x="180838" y="12966"/>
                    </a:cubicBezTo>
                    <a:cubicBezTo>
                      <a:pt x="198427" y="23372"/>
                      <a:pt x="209170" y="39484"/>
                      <a:pt x="212983" y="52913"/>
                    </a:cubicBezTo>
                    <a:cubicBezTo>
                      <a:pt x="216818" y="61184"/>
                      <a:pt x="227897" y="67151"/>
                      <a:pt x="223406" y="85389"/>
                    </a:cubicBezTo>
                    <a:cubicBezTo>
                      <a:pt x="220211" y="103077"/>
                      <a:pt x="208185" y="131257"/>
                      <a:pt x="201464" y="141174"/>
                    </a:cubicBezTo>
                    <a:cubicBezTo>
                      <a:pt x="189414" y="144450"/>
                      <a:pt x="161966" y="148455"/>
                      <a:pt x="136762" y="150513"/>
                    </a:cubicBezTo>
                    <a:cubicBezTo>
                      <a:pt x="110048" y="155682"/>
                      <a:pt x="82946" y="155682"/>
                      <a:pt x="72733" y="149421"/>
                    </a:cubicBezTo>
                    <a:cubicBezTo>
                      <a:pt x="54091" y="147525"/>
                      <a:pt x="13199" y="123788"/>
                      <a:pt x="4633" y="103508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04" name="ellipse_2612">
                <a:extLst>
                  <a:ext uri="{FF2B5EF4-FFF2-40B4-BE49-F238E27FC236}">
                    <a16:creationId xmlns:a16="http://schemas.microsoft.com/office/drawing/2014/main" id="{85D74281-2FE6-E2D2-EFBA-AF54A45686E3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50505" name="Global copy of blob 755">
              <a:extLst>
                <a:ext uri="{FF2B5EF4-FFF2-40B4-BE49-F238E27FC236}">
                  <a16:creationId xmlns:a16="http://schemas.microsoft.com/office/drawing/2014/main" id="{3B821B97-56A6-DCED-E85F-DBF945F3EA13}"/>
                </a:ext>
              </a:extLst>
            </p:cNvPr>
            <p:cNvGrpSpPr/>
            <p:nvPr/>
          </p:nvGrpSpPr>
          <p:grpSpPr>
            <a:xfrm>
              <a:off x="4533706" y="791322"/>
              <a:ext cx="37919" cy="25902"/>
              <a:chOff x="1928706" y="3559489"/>
              <a:chExt cx="227897" cy="155682"/>
            </a:xfrm>
          </p:grpSpPr>
          <p:sp>
            <p:nvSpPr>
              <p:cNvPr id="50506" name="Candidate blob | editable contour">
                <a:extLst>
                  <a:ext uri="{FF2B5EF4-FFF2-40B4-BE49-F238E27FC236}">
                    <a16:creationId xmlns:a16="http://schemas.microsoft.com/office/drawing/2014/main" id="{B3B117DA-D182-38E6-AD16-B4776AD2C7B7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5338" y="97866"/>
                    </a:moveTo>
                    <a:cubicBezTo>
                      <a:pt x="0" y="80701"/>
                      <a:pt x="18889" y="54504"/>
                      <a:pt x="29976" y="43663"/>
                    </a:cubicBezTo>
                    <a:cubicBezTo>
                      <a:pt x="41062" y="32823"/>
                      <a:pt x="58719" y="39447"/>
                      <a:pt x="71859" y="32823"/>
                    </a:cubicBezTo>
                    <a:cubicBezTo>
                      <a:pt x="84999" y="26198"/>
                      <a:pt x="92391" y="7829"/>
                      <a:pt x="108816" y="3915"/>
                    </a:cubicBezTo>
                    <a:cubicBezTo>
                      <a:pt x="125241" y="0"/>
                      <a:pt x="153984" y="3613"/>
                      <a:pt x="170409" y="9335"/>
                    </a:cubicBezTo>
                    <a:cubicBezTo>
                      <a:pt x="186834" y="15056"/>
                      <a:pt x="198332" y="26198"/>
                      <a:pt x="207366" y="38243"/>
                    </a:cubicBezTo>
                    <a:cubicBezTo>
                      <a:pt x="216399" y="50288"/>
                      <a:pt x="227897" y="67151"/>
                      <a:pt x="224612" y="81605"/>
                    </a:cubicBezTo>
                    <a:cubicBezTo>
                      <a:pt x="221327" y="96059"/>
                      <a:pt x="203259" y="113223"/>
                      <a:pt x="187656" y="124967"/>
                    </a:cubicBezTo>
                    <a:cubicBezTo>
                      <a:pt x="172052" y="136711"/>
                      <a:pt x="151931" y="148455"/>
                      <a:pt x="130989" y="152068"/>
                    </a:cubicBezTo>
                    <a:cubicBezTo>
                      <a:pt x="110048" y="155682"/>
                      <a:pt x="82946" y="155682"/>
                      <a:pt x="62004" y="146648"/>
                    </a:cubicBezTo>
                    <a:cubicBezTo>
                      <a:pt x="41062" y="137614"/>
                      <a:pt x="10676" y="115030"/>
                      <a:pt x="5338" y="978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07" name="ellipse_2612">
                <a:extLst>
                  <a:ext uri="{FF2B5EF4-FFF2-40B4-BE49-F238E27FC236}">
                    <a16:creationId xmlns:a16="http://schemas.microsoft.com/office/drawing/2014/main" id="{901C6437-E94C-AFDE-D242-E688A89ABBDB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</p:grpSp>
    </p:spTree>
    <p:extLst>
      <p:ext uri="{BB962C8B-B14F-4D97-AF65-F5344CB8AC3E}">
        <p14:creationId xmlns:p14="http://schemas.microsoft.com/office/powerpoint/2010/main" val="37632893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ethod / unified">
    <p:spTree>
      <p:nvGrpSpPr>
        <p:cNvPr id="1" name="">
          <a:extLst>
            <a:ext uri="{FF2B5EF4-FFF2-40B4-BE49-F238E27FC236}">
              <a16:creationId xmlns:a16="http://schemas.microsoft.com/office/drawing/2014/main" id="{7C3A6E18-01F8-B0BA-F43F-91B3A30C3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A9090686-8929-C0A0-CCD3-B88878102309}"/>
              </a:ext>
            </a:extLst>
          </p:cNvPr>
          <p:cNvSpPr/>
          <p:nvPr/>
        </p:nvSpPr>
        <p:spPr>
          <a:xfrm>
            <a:off x="450985" y="85589"/>
            <a:ext cx="4381930" cy="1756103"/>
          </a:xfrm>
          <a:prstGeom prst="roundRect">
            <a:avLst>
              <a:gd name="adj" fmla="val 2000"/>
            </a:avLst>
          </a:prstGeom>
          <a:solidFill>
            <a:srgbClr val="F1F4F5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28703D02-0EE9-C5A6-609C-08019DDE7E4E}"/>
              </a:ext>
            </a:extLst>
          </p:cNvPr>
          <p:cNvSpPr/>
          <p:nvPr/>
        </p:nvSpPr>
        <p:spPr>
          <a:xfrm>
            <a:off x="450985" y="1885270"/>
            <a:ext cx="4381930" cy="2532204"/>
          </a:xfrm>
          <a:prstGeom prst="roundRect">
            <a:avLst>
              <a:gd name="adj" fmla="val 2000"/>
            </a:avLst>
          </a:prstGeom>
          <a:solidFill>
            <a:srgbClr val="F1F4F5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ED204BA4-647E-6284-03F8-632FC35FBD82}"/>
              </a:ext>
            </a:extLst>
          </p:cNvPr>
          <p:cNvSpPr/>
          <p:nvPr/>
        </p:nvSpPr>
        <p:spPr>
          <a:xfrm>
            <a:off x="4868797" y="85630"/>
            <a:ext cx="1354615" cy="4331875"/>
          </a:xfrm>
          <a:prstGeom prst="roundRect">
            <a:avLst>
              <a:gd name="adj" fmla="val 2000"/>
            </a:avLst>
          </a:prstGeom>
          <a:solidFill>
            <a:srgbClr val="F1F4F5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DDB8823C-1C5D-EC2B-D97C-140C79222FB0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>
              <a:extLst>
                <a:ext uri="{FF2B5EF4-FFF2-40B4-BE49-F238E27FC236}">
                  <a16:creationId xmlns:a16="http://schemas.microsoft.com/office/drawing/2014/main" id="{7D0554F4-AE1C-63F1-A885-352F5424EDA9}"/>
                </a:ext>
              </a:extLst>
            </p:cNvPr>
            <p:cNvSpPr/>
            <p:nvPr/>
          </p:nvSpPr>
          <p:spPr>
            <a:xfrm>
              <a:off x="1582841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DBC3EDA-5434-B072-0369-64F7979021C5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BDE65E3A-EB06-F9D8-4F70-55D863BF89FB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263442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F3FF857A-DE19-FC06-9455-89983F39C003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70ECA487-21BB-6209-C18F-3026009B4E59}"/>
              </a:ext>
            </a:extLst>
          </p:cNvPr>
          <p:cNvSpPr txBox="1"/>
          <p:nvPr/>
        </p:nvSpPr>
        <p:spPr>
          <a:xfrm>
            <a:off x="677200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263442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C99C17F0-6544-6BC0-1417-555389742DB7}"/>
              </a:ext>
            </a:extLst>
          </p:cNvPr>
          <p:cNvSpPr txBox="1"/>
          <p:nvPr/>
        </p:nvSpPr>
        <p:spPr>
          <a:xfrm>
            <a:off x="490238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7A43A7E7-A060-03F0-5B05-9A1425584A88}"/>
              </a:ext>
            </a:extLst>
          </p:cNvPr>
          <p:cNvSpPr txBox="1"/>
          <p:nvPr/>
        </p:nvSpPr>
        <p:spPr>
          <a:xfrm>
            <a:off x="506058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263442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263442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AB7453E-57E4-6069-E17B-BEBD584DE9C5}"/>
              </a:ext>
            </a:extLst>
          </p:cNvPr>
          <p:cNvSpPr/>
          <p:nvPr/>
        </p:nvSpPr>
        <p:spPr>
          <a:xfrm>
            <a:off x="469817" y="284774"/>
            <a:ext cx="488504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E13F9DB9-2915-4D37-1A15-4DD879957FE6}"/>
              </a:ext>
            </a:extLst>
          </p:cNvPr>
          <p:cNvSpPr txBox="1"/>
          <p:nvPr/>
        </p:nvSpPr>
        <p:spPr>
          <a:xfrm>
            <a:off x="402592" y="318294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263442"/>
                </a:solidFill>
                <a:latin typeface="Arial"/>
              </a:rPr>
              <a:t>Density</a:t>
            </a:r>
          </a:p>
        </p:txBody>
      </p:sp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C39711EA-1578-1FDC-F7E5-415822DEC84F}"/>
              </a:ext>
            </a:extLst>
          </p:cNvPr>
          <p:cNvSpPr/>
          <p:nvPr/>
        </p:nvSpPr>
        <p:spPr>
          <a:xfrm>
            <a:off x="469816" y="1028349"/>
            <a:ext cx="48961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566817F-CA11-3CA5-4ED5-534E4B65A1C1}"/>
              </a:ext>
            </a:extLst>
          </p:cNvPr>
          <p:cNvSpPr txBox="1"/>
          <p:nvPr/>
        </p:nvSpPr>
        <p:spPr>
          <a:xfrm>
            <a:off x="376366" y="1053973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263442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84C31B5C-DB46-3102-A094-A625CBC3795B}"/>
              </a:ext>
            </a:extLst>
          </p:cNvPr>
          <p:cNvSpPr/>
          <p:nvPr/>
        </p:nvSpPr>
        <p:spPr>
          <a:xfrm>
            <a:off x="1962711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F1F4F5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D0BEE622-6A06-FAEC-A1B9-E12DAFA59B95}"/>
              </a:ext>
            </a:extLst>
          </p:cNvPr>
          <p:cNvSpPr txBox="1"/>
          <p:nvPr/>
        </p:nvSpPr>
        <p:spPr>
          <a:xfrm>
            <a:off x="1962711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263442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6162AD09-868A-9802-DD3F-493AE18E658B}"/>
              </a:ext>
            </a:extLst>
          </p:cNvPr>
          <p:cNvSpPr txBox="1"/>
          <p:nvPr/>
        </p:nvSpPr>
        <p:spPr>
          <a:xfrm>
            <a:off x="1962566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263442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9C48FDC-7786-8263-4A08-E75021FC8287}"/>
              </a:ext>
            </a:extLst>
          </p:cNvPr>
          <p:cNvSpPr txBox="1"/>
          <p:nvPr/>
        </p:nvSpPr>
        <p:spPr>
          <a:xfrm>
            <a:off x="2128828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5D7C6AF6-28C5-C78C-2A6D-53148E9C5409}"/>
              </a:ext>
            </a:extLst>
          </p:cNvPr>
          <p:cNvSpPr txBox="1"/>
          <p:nvPr/>
        </p:nvSpPr>
        <p:spPr>
          <a:xfrm>
            <a:off x="2777479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7CC49EB1-DBD1-A7E7-516D-CECCC1D041F1}"/>
              </a:ext>
            </a:extLst>
          </p:cNvPr>
          <p:cNvSpPr txBox="1"/>
          <p:nvPr/>
        </p:nvSpPr>
        <p:spPr>
          <a:xfrm>
            <a:off x="3426130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E6BB0EBE-E97F-0460-89AE-378626BAD4D7}"/>
              </a:ext>
            </a:extLst>
          </p:cNvPr>
          <p:cNvSpPr/>
          <p:nvPr/>
        </p:nvSpPr>
        <p:spPr>
          <a:xfrm>
            <a:off x="1962711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1F4F5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B4F71929-AC06-8CA3-B3DD-0D60585A9033}"/>
              </a:ext>
            </a:extLst>
          </p:cNvPr>
          <p:cNvGrpSpPr/>
          <p:nvPr/>
        </p:nvGrpSpPr>
        <p:grpSpPr>
          <a:xfrm>
            <a:off x="2053680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660AA888-4092-6DA6-78D3-4B888E2B2DA3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8ED69D04-8A29-A5B5-FEDE-87DBF5A86A21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2F757B70-05BB-1D52-EAD7-99F943EE078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3900347-5FB5-F6C0-81F6-93C079B537C5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D9E3B372-BB0F-C9A4-3974-A8E7AF7737B7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65731899-DB97-2E91-5665-E8C978110F71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FB870BF7-7DC4-B374-8AD0-46EC506BB29E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FB5210B2-4DAF-5841-3925-445BB6BA8E65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5E297BB0-4B0B-7393-6335-0A8D413997FE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3460EDB7-F270-4A51-230E-76F07C518E5B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D7F22E2B-29AF-AAFC-9390-4763B76AC824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F4A044B8-F6CD-9A28-3075-23E9F1427BD6}"/>
              </a:ext>
            </a:extLst>
          </p:cNvPr>
          <p:cNvGrpSpPr/>
          <p:nvPr/>
        </p:nvGrpSpPr>
        <p:grpSpPr>
          <a:xfrm>
            <a:off x="2484443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A2BC9FE-9931-3C68-E213-012D2334D100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0D3FC1DA-E4D9-46A0-549F-86D3BA55D6FD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2E76A36E-124A-FF28-5F0C-9D8A556CAB6E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D535EE24-6485-F339-2CB7-F9EF085CB943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3E3B8E8E-0D51-B463-1AC5-8ABBD0D94E5F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A78CC97C-CF00-B4B4-232A-6540F415567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1C7DD56E-5535-8B2E-615C-21EEB3FC0B60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53E5DFEF-A738-E1E2-6D82-562898867479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F15DB89-4578-E9D4-B66C-9772D337DE92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8E5AF76E-A5D2-A1C4-1196-A1FB989CBECC}"/>
              </a:ext>
            </a:extLst>
          </p:cNvPr>
          <p:cNvGrpSpPr/>
          <p:nvPr/>
        </p:nvGrpSpPr>
        <p:grpSpPr>
          <a:xfrm>
            <a:off x="2932283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75101B77-5988-FEB7-22BD-46F0384ADBC8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0F3768B9-45DC-D239-6ECE-6B199905A0E6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9AC2E9D9-EA81-CB60-9668-376E55C3B65A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193512C0-B984-BF26-53B2-A4C133832B1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010957FC-182F-1FF9-1554-385555C7E5BB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D3BED3D3-6945-FBFB-0ADC-29AB3D61D264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6152C243-7C11-72B4-655A-F6C20103F058}"/>
              </a:ext>
            </a:extLst>
          </p:cNvPr>
          <p:cNvGrpSpPr/>
          <p:nvPr/>
        </p:nvGrpSpPr>
        <p:grpSpPr>
          <a:xfrm>
            <a:off x="3354586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02A84936-E0C4-22EE-AB39-B8147866C1E6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28C5B77C-D4DA-25CA-7F5E-FFB406D4948B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4B9C2CC8-3618-CEA6-223F-481DE7645A7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16AA07D-1658-6583-2048-22DAA979C713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B9996B1C-4365-A5B2-A0FA-BEEE1AE3580D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B24EA66B-C475-FD74-3653-99240EA2FC7D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7C05A257-A858-E4EC-CE72-2E262BB52B07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029BF78-C694-94BA-2390-D6FC0A6BFD81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B400169A-5E49-FEE5-1915-FCB9E751F312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FE5D4BB8-AE08-CFDC-14F9-58D62B643799}"/>
              </a:ext>
            </a:extLst>
          </p:cNvPr>
          <p:cNvGrpSpPr/>
          <p:nvPr/>
        </p:nvGrpSpPr>
        <p:grpSpPr>
          <a:xfrm>
            <a:off x="3778141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C966A44-931E-3C61-C3E2-9910BF785D0E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0734BB70-ADDB-68EE-E4C9-F1E9F19AF6E7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50CDA3FC-9E47-A0FF-54FE-0B291B80C55E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FDEE2D57-7D4E-037C-452C-66A797AB07C9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B2C7060E-B2BB-F02D-5B6F-B7D323B087B4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7DE1C447-AFD4-DD7C-5DE0-0E96E8153D12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536BBD44-5D8E-E642-7EFE-DC301B9D3F7F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2D018CC6-8BB4-0573-830A-62F9771BB45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D9BABC9-7179-80DF-931B-76C5D153BFA2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BF41BEF8-8F67-637A-F426-1015DD3C37F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E57407DB-12F2-A10B-73ED-904E74E89684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8BB2EAEF-8D89-55B5-F883-4E54E99BD78E}"/>
              </a:ext>
            </a:extLst>
          </p:cNvPr>
          <p:cNvSpPr/>
          <p:nvPr/>
        </p:nvSpPr>
        <p:spPr>
          <a:xfrm>
            <a:off x="2848673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EF55ECE2-C6C0-8216-6F8B-11F814326338}"/>
              </a:ext>
            </a:extLst>
          </p:cNvPr>
          <p:cNvSpPr txBox="1"/>
          <p:nvPr/>
        </p:nvSpPr>
        <p:spPr>
          <a:xfrm>
            <a:off x="2832852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263442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DA95DC65-9861-CC7E-7EFC-4B9E07722C91}"/>
              </a:ext>
            </a:extLst>
          </p:cNvPr>
          <p:cNvSpPr txBox="1"/>
          <p:nvPr/>
        </p:nvSpPr>
        <p:spPr>
          <a:xfrm>
            <a:off x="1962711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263442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22E41DD-5F6E-76BD-E92F-5CBA886A651B}"/>
              </a:ext>
            </a:extLst>
          </p:cNvPr>
          <p:cNvSpPr txBox="1"/>
          <p:nvPr/>
        </p:nvSpPr>
        <p:spPr>
          <a:xfrm>
            <a:off x="2809120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63442"/>
                </a:solidFill>
                <a:latin typeface="Arial"/>
              </a:rPr>
              <a:t>F</a:t>
            </a:r>
            <a:r>
              <a:rPr sz="588" dirty="0">
                <a:solidFill>
                  <a:srgbClr val="263442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6A602B9B-DE58-7AA0-FDBA-741F60C78A9B}"/>
              </a:ext>
            </a:extLst>
          </p:cNvPr>
          <p:cNvSpPr/>
          <p:nvPr/>
        </p:nvSpPr>
        <p:spPr>
          <a:xfrm>
            <a:off x="432993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F7C0F6F-D082-C8AA-DE11-4286EF42AADB}"/>
              </a:ext>
            </a:extLst>
          </p:cNvPr>
          <p:cNvSpPr txBox="1"/>
          <p:nvPr/>
        </p:nvSpPr>
        <p:spPr>
          <a:xfrm>
            <a:off x="420626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263442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EBF2AA16-9B52-B84F-43EE-03BA82B2D4CA}"/>
              </a:ext>
            </a:extLst>
          </p:cNvPr>
          <p:cNvSpPr txBox="1"/>
          <p:nvPr/>
        </p:nvSpPr>
        <p:spPr>
          <a:xfrm>
            <a:off x="677751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263442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FD101AA-9130-CD96-6414-B193E6D36851}"/>
              </a:ext>
            </a:extLst>
          </p:cNvPr>
          <p:cNvSpPr txBox="1"/>
          <p:nvPr/>
        </p:nvSpPr>
        <p:spPr>
          <a:xfrm>
            <a:off x="2706672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263442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5A593D05-94F5-C55B-C8C6-B8F9E86B08C6}"/>
              </a:ext>
            </a:extLst>
          </p:cNvPr>
          <p:cNvSpPr/>
          <p:nvPr/>
        </p:nvSpPr>
        <p:spPr>
          <a:xfrm>
            <a:off x="2617408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DA6D9C81-D325-B373-1580-DEE13789E3EE}"/>
              </a:ext>
            </a:extLst>
          </p:cNvPr>
          <p:cNvSpPr txBox="1"/>
          <p:nvPr/>
        </p:nvSpPr>
        <p:spPr>
          <a:xfrm>
            <a:off x="669841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6E830D7E-FC74-3019-18B2-DDE04B6E60D0}"/>
              </a:ext>
            </a:extLst>
          </p:cNvPr>
          <p:cNvSpPr txBox="1"/>
          <p:nvPr/>
        </p:nvSpPr>
        <p:spPr>
          <a:xfrm>
            <a:off x="1152374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263442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7A47CBDC-2732-4D0F-C4FF-972DA2F1AA3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199858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50BD09F1-2D4A-FA0A-7AF2-981DD7585F3A}"/>
              </a:ext>
            </a:extLst>
          </p:cNvPr>
          <p:cNvSpPr txBox="1"/>
          <p:nvPr/>
        </p:nvSpPr>
        <p:spPr>
          <a:xfrm>
            <a:off x="709890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Pocket</a:t>
            </a:r>
          </a:p>
        </p:txBody>
      </p:sp>
      <p:sp>
        <p:nvSpPr>
          <p:cNvPr id="613" name="TextBox 12177">
            <a:extLst>
              <a:ext uri="{FF2B5EF4-FFF2-40B4-BE49-F238E27FC236}">
                <a16:creationId xmlns:a16="http://schemas.microsoft.com/office/drawing/2014/main" id="{086F717F-C0B1-CD04-AFB8-166092CD717F}"/>
              </a:ext>
            </a:extLst>
          </p:cNvPr>
          <p:cNvSpPr txBox="1"/>
          <p:nvPr/>
        </p:nvSpPr>
        <p:spPr>
          <a:xfrm>
            <a:off x="1159452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ECF83E2A-3199-B09F-F90E-31DC9848C382}"/>
              </a:ext>
            </a:extLst>
          </p:cNvPr>
          <p:cNvGrpSpPr/>
          <p:nvPr/>
        </p:nvGrpSpPr>
        <p:grpSpPr>
          <a:xfrm>
            <a:off x="1187803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513F782E-E1DE-1B64-68A9-FB54BE71715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2A4650A-7359-9456-1843-A3C9E08B2497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8" name="TextBox 12186">
            <a:extLst>
              <a:ext uri="{FF2B5EF4-FFF2-40B4-BE49-F238E27FC236}">
                <a16:creationId xmlns:a16="http://schemas.microsoft.com/office/drawing/2014/main" id="{88505915-A113-7FAA-6C15-3F2B10F6D7CB}"/>
              </a:ext>
            </a:extLst>
          </p:cNvPr>
          <p:cNvSpPr txBox="1"/>
          <p:nvPr/>
        </p:nvSpPr>
        <p:spPr>
          <a:xfrm>
            <a:off x="1701262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63442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50441A72-5112-E010-1BBD-72FFF87A8B6E}"/>
              </a:ext>
            </a:extLst>
          </p:cNvPr>
          <p:cNvGrpSpPr/>
          <p:nvPr/>
        </p:nvGrpSpPr>
        <p:grpSpPr>
          <a:xfrm>
            <a:off x="1718368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2C26482F-D7D7-E3F6-FBCD-22AC82315E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F28AFBA7-0A71-99DE-9FF9-EBD0ADC1144C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97E064B3-0050-239C-C963-C5E4E31B84D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A2C54284-938E-B40D-7CE6-20A987BE144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0F8960CE-A059-8D07-91FB-C97F3078BCD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A5646F3B-E3B0-7C1C-2E27-F9E967647A65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49CF1756-587C-D73A-CFD0-CE93821E4BC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617A40D8-F985-CF5E-C184-9CEE010688B0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D74C2F96-9830-4E45-47CF-280DBDF3BBA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B57D82E4-2BD4-33AA-2164-941D5F47EC2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5F07842-8C1D-D758-5B6A-3324A46B243F}"/>
              </a:ext>
            </a:extLst>
          </p:cNvPr>
          <p:cNvGrpSpPr/>
          <p:nvPr/>
        </p:nvGrpSpPr>
        <p:grpSpPr>
          <a:xfrm>
            <a:off x="1781144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9098312C-2F0E-B28B-B660-F9C51272B94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ACF53CE3-1C37-025F-02A8-70EEA8DCFD7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EDD959CF-D4D3-5624-F7B2-BF9345634585}"/>
              </a:ext>
            </a:extLst>
          </p:cNvPr>
          <p:cNvSpPr/>
          <p:nvPr/>
        </p:nvSpPr>
        <p:spPr>
          <a:xfrm>
            <a:off x="1824075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2C0C5B7E-EB59-C12C-034A-66725ABF262F}"/>
              </a:ext>
            </a:extLst>
          </p:cNvPr>
          <p:cNvSpPr txBox="1"/>
          <p:nvPr/>
        </p:nvSpPr>
        <p:spPr>
          <a:xfrm>
            <a:off x="1659904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63442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8153BF98-6A0C-0786-710E-3D0EE8987AAA}"/>
              </a:ext>
            </a:extLst>
          </p:cNvPr>
          <p:cNvSpPr txBox="1"/>
          <p:nvPr/>
        </p:nvSpPr>
        <p:spPr>
          <a:xfrm>
            <a:off x="2077123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263442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263442"/>
                </a:solidFill>
                <a:latin typeface="Arial"/>
              </a:rPr>
              <a:t>ase s</a:t>
            </a:r>
            <a:r>
              <a:rPr sz="600" dirty="0">
                <a:solidFill>
                  <a:srgbClr val="263442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93EC2205-1821-C3E9-E08B-23B27F07452E}"/>
              </a:ext>
            </a:extLst>
          </p:cNvPr>
          <p:cNvSpPr txBox="1"/>
          <p:nvPr/>
        </p:nvSpPr>
        <p:spPr>
          <a:xfrm>
            <a:off x="2252881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j</a:t>
            </a:r>
            <a:r>
              <a:rPr sz="780" baseline="32000">
                <a:solidFill>
                  <a:srgbClr val="263442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99E9D3C4-A8BD-9C93-615E-C771AE07C8E3}"/>
              </a:ext>
            </a:extLst>
          </p:cNvPr>
          <p:cNvSpPr/>
          <p:nvPr/>
        </p:nvSpPr>
        <p:spPr>
          <a:xfrm>
            <a:off x="2156411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6BC787CE-AF83-7509-7C88-9AB58DB6F66F}"/>
              </a:ext>
            </a:extLst>
          </p:cNvPr>
          <p:cNvSpPr/>
          <p:nvPr/>
        </p:nvSpPr>
        <p:spPr>
          <a:xfrm>
            <a:off x="2204438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269240CC-07F6-8569-D6D0-2E898FDFE671}"/>
              </a:ext>
            </a:extLst>
          </p:cNvPr>
          <p:cNvSpPr/>
          <p:nvPr/>
        </p:nvSpPr>
        <p:spPr>
          <a:xfrm>
            <a:off x="2252465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D027E165-A9E7-E339-F192-6FC69D94CA5E}"/>
              </a:ext>
            </a:extLst>
          </p:cNvPr>
          <p:cNvSpPr/>
          <p:nvPr/>
        </p:nvSpPr>
        <p:spPr>
          <a:xfrm>
            <a:off x="2300493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AF544338-D23E-CE3C-A6B8-4FA37DCAD82E}"/>
              </a:ext>
            </a:extLst>
          </p:cNvPr>
          <p:cNvSpPr/>
          <p:nvPr/>
        </p:nvSpPr>
        <p:spPr>
          <a:xfrm>
            <a:off x="2348521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9F80EB35-B4A7-2FA2-7A0C-B02A9915E4EB}"/>
              </a:ext>
            </a:extLst>
          </p:cNvPr>
          <p:cNvSpPr/>
          <p:nvPr/>
        </p:nvSpPr>
        <p:spPr>
          <a:xfrm>
            <a:off x="2396548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763E1301-00D0-44E1-3425-288C0321EC85}"/>
              </a:ext>
            </a:extLst>
          </p:cNvPr>
          <p:cNvSpPr/>
          <p:nvPr/>
        </p:nvSpPr>
        <p:spPr>
          <a:xfrm>
            <a:off x="2444575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4850A78-C957-EF45-0669-F1FA2501E311}"/>
              </a:ext>
            </a:extLst>
          </p:cNvPr>
          <p:cNvSpPr/>
          <p:nvPr/>
        </p:nvSpPr>
        <p:spPr>
          <a:xfrm>
            <a:off x="669841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11FEE5AE-99F9-B083-0D93-CFC8DBD07D63}"/>
              </a:ext>
            </a:extLst>
          </p:cNvPr>
          <p:cNvSpPr/>
          <p:nvPr/>
        </p:nvSpPr>
        <p:spPr>
          <a:xfrm>
            <a:off x="1365954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884D8F93-171F-A6AB-A603-7E1006874447}"/>
              </a:ext>
            </a:extLst>
          </p:cNvPr>
          <p:cNvSpPr txBox="1"/>
          <p:nvPr/>
        </p:nvSpPr>
        <p:spPr>
          <a:xfrm>
            <a:off x="1735251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59F3449A-984C-C7E7-FC02-0C47B43E0DFD}"/>
              </a:ext>
            </a:extLst>
          </p:cNvPr>
          <p:cNvSpPr/>
          <p:nvPr/>
        </p:nvSpPr>
        <p:spPr>
          <a:xfrm>
            <a:off x="2156994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263442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F9F40E0-7819-CEA2-6131-C4ABBC19B945}"/>
              </a:ext>
            </a:extLst>
          </p:cNvPr>
          <p:cNvSpPr txBox="1"/>
          <p:nvPr/>
        </p:nvSpPr>
        <p:spPr>
          <a:xfrm>
            <a:off x="2097664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554F5441-96D3-CFD3-6A6E-CA8C906F4B29}"/>
              </a:ext>
            </a:extLst>
          </p:cNvPr>
          <p:cNvSpPr/>
          <p:nvPr/>
        </p:nvSpPr>
        <p:spPr>
          <a:xfrm>
            <a:off x="1160262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99BF7016-0AEC-5CA1-43D0-0CC405933ADD}"/>
              </a:ext>
            </a:extLst>
          </p:cNvPr>
          <p:cNvSpPr/>
          <p:nvPr/>
        </p:nvSpPr>
        <p:spPr>
          <a:xfrm>
            <a:off x="2141171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71708831-906F-DB31-D516-DA6520DB6B6E}"/>
              </a:ext>
            </a:extLst>
          </p:cNvPr>
          <p:cNvSpPr/>
          <p:nvPr/>
        </p:nvSpPr>
        <p:spPr>
          <a:xfrm>
            <a:off x="2189198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1CF9CE6-644D-2199-D558-FB2748AF4CA8}"/>
              </a:ext>
            </a:extLst>
          </p:cNvPr>
          <p:cNvSpPr/>
          <p:nvPr/>
        </p:nvSpPr>
        <p:spPr>
          <a:xfrm>
            <a:off x="2237225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B1E11C4-B6B0-8410-69CA-ECA06B016C11}"/>
              </a:ext>
            </a:extLst>
          </p:cNvPr>
          <p:cNvSpPr/>
          <p:nvPr/>
        </p:nvSpPr>
        <p:spPr>
          <a:xfrm>
            <a:off x="2285253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2A27D763-25D4-1A48-A9AB-8AE10B5867F3}"/>
              </a:ext>
            </a:extLst>
          </p:cNvPr>
          <p:cNvSpPr/>
          <p:nvPr/>
        </p:nvSpPr>
        <p:spPr>
          <a:xfrm>
            <a:off x="2333281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CC2DBA64-D0DF-1160-5FEF-C265BF4EAB35}"/>
              </a:ext>
            </a:extLst>
          </p:cNvPr>
          <p:cNvSpPr/>
          <p:nvPr/>
        </p:nvSpPr>
        <p:spPr>
          <a:xfrm>
            <a:off x="2381308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3E031F7D-E2D9-9D11-0526-4D352C453584}"/>
              </a:ext>
            </a:extLst>
          </p:cNvPr>
          <p:cNvSpPr/>
          <p:nvPr/>
        </p:nvSpPr>
        <p:spPr>
          <a:xfrm>
            <a:off x="2429335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9AC920D3-16D2-273E-04D3-53357E82FB0E}"/>
              </a:ext>
            </a:extLst>
          </p:cNvPr>
          <p:cNvSpPr txBox="1"/>
          <p:nvPr/>
        </p:nvSpPr>
        <p:spPr>
          <a:xfrm>
            <a:off x="2026801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772C4BD8-070D-6A2C-3C5B-CCE55BD09041}"/>
              </a:ext>
            </a:extLst>
          </p:cNvPr>
          <p:cNvSpPr/>
          <p:nvPr/>
        </p:nvSpPr>
        <p:spPr>
          <a:xfrm>
            <a:off x="756855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04752E8A-9FFA-1739-18D7-365FF5D9A529}"/>
              </a:ext>
            </a:extLst>
          </p:cNvPr>
          <p:cNvSpPr txBox="1"/>
          <p:nvPr/>
        </p:nvSpPr>
        <p:spPr>
          <a:xfrm>
            <a:off x="1758300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7" i="1" dirty="0" err="1">
                <a:solidFill>
                  <a:srgbClr val="263442"/>
                </a:solidFill>
                <a:latin typeface="Times New Roman"/>
              </a:rPr>
              <a:t>p</a:t>
            </a:r>
            <a:r>
              <a:rPr sz="780" i="1" baseline="-28000" dirty="0" err="1">
                <a:solidFill>
                  <a:srgbClr val="263442"/>
                </a:solidFill>
                <a:latin typeface="Times New Roman"/>
              </a:rPr>
              <a:t>j</a:t>
            </a:r>
            <a:r>
              <a:rPr sz="780" baseline="32000" dirty="0" err="1">
                <a:solidFill>
                  <a:srgbClr val="263442"/>
                </a:solidFill>
                <a:latin typeface="Arial"/>
              </a:rPr>
              <a:t>fg</a:t>
            </a:r>
            <a:endParaRPr sz="780" baseline="32000" dirty="0">
              <a:solidFill>
                <a:srgbClr val="263442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C45D4B31-EE62-7047-2BD0-7D7B985DADC4}"/>
              </a:ext>
            </a:extLst>
          </p:cNvPr>
          <p:cNvSpPr txBox="1"/>
          <p:nvPr/>
        </p:nvSpPr>
        <p:spPr>
          <a:xfrm>
            <a:off x="1489562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263442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E7CF5-ACF2-460D-26F2-9B198BAAC63B}"/>
              </a:ext>
            </a:extLst>
          </p:cNvPr>
          <p:cNvSpPr txBox="1"/>
          <p:nvPr/>
        </p:nvSpPr>
        <p:spPr>
          <a:xfrm>
            <a:off x="3026355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7DA7890B-AB79-9717-CAA6-1EEE08F32188}"/>
              </a:ext>
            </a:extLst>
          </p:cNvPr>
          <p:cNvSpPr/>
          <p:nvPr/>
        </p:nvSpPr>
        <p:spPr>
          <a:xfrm>
            <a:off x="3205025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86BB59AD-D134-C7C6-AEC0-14F6157A5F0B}"/>
              </a:ext>
            </a:extLst>
          </p:cNvPr>
          <p:cNvSpPr txBox="1"/>
          <p:nvPr/>
        </p:nvSpPr>
        <p:spPr>
          <a:xfrm>
            <a:off x="3260398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D5CEF1E2-0003-83A9-6C8B-869DF460C92C}"/>
              </a:ext>
            </a:extLst>
          </p:cNvPr>
          <p:cNvSpPr txBox="1"/>
          <p:nvPr/>
        </p:nvSpPr>
        <p:spPr>
          <a:xfrm>
            <a:off x="3260398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484884C0-9180-67EB-D183-0D32CB2F3899}"/>
              </a:ext>
            </a:extLst>
          </p:cNvPr>
          <p:cNvSpPr/>
          <p:nvPr/>
        </p:nvSpPr>
        <p:spPr>
          <a:xfrm>
            <a:off x="3236667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AF18D027-6125-FBDF-9BCD-9060B5C5E099}"/>
              </a:ext>
            </a:extLst>
          </p:cNvPr>
          <p:cNvSpPr txBox="1"/>
          <p:nvPr/>
        </p:nvSpPr>
        <p:spPr>
          <a:xfrm>
            <a:off x="3268308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4F02AD2D-3369-26A3-6D2F-44659C880CB7}"/>
              </a:ext>
            </a:extLst>
          </p:cNvPr>
          <p:cNvSpPr txBox="1"/>
          <p:nvPr/>
        </p:nvSpPr>
        <p:spPr>
          <a:xfrm>
            <a:off x="3260398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3E613D72-90CB-62FD-E861-8FE6E2F065B8}"/>
              </a:ext>
            </a:extLst>
          </p:cNvPr>
          <p:cNvSpPr txBox="1"/>
          <p:nvPr/>
        </p:nvSpPr>
        <p:spPr>
          <a:xfrm>
            <a:off x="2741172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263442"/>
                </a:solidFill>
                <a:latin typeface="Arial"/>
              </a:rPr>
              <a:t>RDKit</a:t>
            </a:r>
            <a:endParaRPr sz="536" dirty="0">
              <a:solidFill>
                <a:srgbClr val="263442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683652C7-CC94-2A9C-935C-36CF7B7EB5E8}"/>
              </a:ext>
            </a:extLst>
          </p:cNvPr>
          <p:cNvGrpSpPr/>
          <p:nvPr/>
        </p:nvGrpSpPr>
        <p:grpSpPr>
          <a:xfrm>
            <a:off x="2817417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08C9C74A-0B12-2E3C-023F-C3DCDEFB7AF1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1CF65ECB-9AC9-C310-5460-0B86FF6B2BC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7F0AAAA-D782-D4D4-41E7-7304CCE8D568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672DEF92-FEF6-A8B8-A079-671D6D70071E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B02A38E3-8AB1-C1CA-A784-7A02E63B2D09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5EB27651-D3BE-22CD-39D8-D428781F5F97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A3592B63-1411-3F57-5878-96E17C30AD75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C3D36D22-8CEB-B663-A605-02E9CFFED0C1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86BCBC-B96E-6EC5-AC9B-22A20629DF0F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D7ED534-2755-74EA-6149-4A7E3A7E8992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01CC7294-C7B5-D1A4-A138-902105284B89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80734E48-9DE8-B4FD-D0D4-D53693BBEADF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3DB6F677-E1A0-2C7D-CADD-FB389865F633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105DBC9-3C6D-0576-1E95-E04BFA9EB1EF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43DBD103-E22F-DA52-F0ED-122A5CA41D61}"/>
              </a:ext>
            </a:extLst>
          </p:cNvPr>
          <p:cNvSpPr txBox="1"/>
          <p:nvPr/>
        </p:nvSpPr>
        <p:spPr>
          <a:xfrm>
            <a:off x="2791488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263442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98330FF3-2E5A-32C3-D33C-D78225E1943D}"/>
              </a:ext>
            </a:extLst>
          </p:cNvPr>
          <p:cNvSpPr/>
          <p:nvPr/>
        </p:nvSpPr>
        <p:spPr>
          <a:xfrm>
            <a:off x="2777865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26538413-3AE9-9872-D0A6-0AEA9E6FF809}"/>
              </a:ext>
            </a:extLst>
          </p:cNvPr>
          <p:cNvSpPr txBox="1"/>
          <p:nvPr/>
        </p:nvSpPr>
        <p:spPr>
          <a:xfrm>
            <a:off x="2991445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5F3701CD-DCA3-D9CA-7FA3-D737E8718A60}"/>
              </a:ext>
            </a:extLst>
          </p:cNvPr>
          <p:cNvSpPr/>
          <p:nvPr/>
        </p:nvSpPr>
        <p:spPr>
          <a:xfrm>
            <a:off x="2651299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Graph</a:t>
            </a:r>
            <a:r>
              <a:rPr sz="580" dirty="0">
                <a:solidFill>
                  <a:srgbClr val="263442"/>
                </a:solidFill>
                <a:latin typeface="Arial"/>
              </a:rPr>
              <a:t> </a:t>
            </a:r>
            <a:r>
              <a:rPr sz="588" dirty="0">
                <a:solidFill>
                  <a:srgbClr val="263442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9F250B16-9768-CC2C-86AF-59769C8EEC4C}"/>
              </a:ext>
            </a:extLst>
          </p:cNvPr>
          <p:cNvSpPr/>
          <p:nvPr/>
        </p:nvSpPr>
        <p:spPr>
          <a:xfrm>
            <a:off x="3413848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E695888D-D925-5392-2451-D7757F2B6BC7}"/>
              </a:ext>
            </a:extLst>
          </p:cNvPr>
          <p:cNvSpPr/>
          <p:nvPr/>
        </p:nvSpPr>
        <p:spPr>
          <a:xfrm>
            <a:off x="3481889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914284BD-BAB8-4AEA-A1F1-E7FC853BC87F}"/>
              </a:ext>
            </a:extLst>
          </p:cNvPr>
          <p:cNvSpPr/>
          <p:nvPr/>
        </p:nvSpPr>
        <p:spPr>
          <a:xfrm>
            <a:off x="3523136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224CED9-3025-4474-CF80-E118B0ACA7AB}"/>
              </a:ext>
            </a:extLst>
          </p:cNvPr>
          <p:cNvSpPr/>
          <p:nvPr/>
        </p:nvSpPr>
        <p:spPr>
          <a:xfrm>
            <a:off x="3564383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3641CBF3-C5A5-2DC2-88CA-B3F2C816508D}"/>
              </a:ext>
            </a:extLst>
          </p:cNvPr>
          <p:cNvSpPr/>
          <p:nvPr/>
        </p:nvSpPr>
        <p:spPr>
          <a:xfrm>
            <a:off x="3605630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B6BA4357-39F7-598C-72FA-2FC00B25A10F}"/>
              </a:ext>
            </a:extLst>
          </p:cNvPr>
          <p:cNvSpPr/>
          <p:nvPr/>
        </p:nvSpPr>
        <p:spPr>
          <a:xfrm>
            <a:off x="3646877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14F9C08B-08C8-5CC8-21F6-EC42430BFA81}"/>
              </a:ext>
            </a:extLst>
          </p:cNvPr>
          <p:cNvSpPr/>
          <p:nvPr/>
        </p:nvSpPr>
        <p:spPr>
          <a:xfrm>
            <a:off x="3688124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52E0E1B7-31F4-244C-BA32-494F415D5F2F}"/>
              </a:ext>
            </a:extLst>
          </p:cNvPr>
          <p:cNvSpPr/>
          <p:nvPr/>
        </p:nvSpPr>
        <p:spPr>
          <a:xfrm>
            <a:off x="3729371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DE6BD61F-48C0-C267-E36F-0AC7BC24100D}"/>
              </a:ext>
            </a:extLst>
          </p:cNvPr>
          <p:cNvSpPr txBox="1"/>
          <p:nvPr/>
        </p:nvSpPr>
        <p:spPr>
          <a:xfrm>
            <a:off x="3307860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2ACBC05C-C556-BA36-3DA9-0D37D9382C06}"/>
              </a:ext>
            </a:extLst>
          </p:cNvPr>
          <p:cNvSpPr txBox="1"/>
          <p:nvPr/>
        </p:nvSpPr>
        <p:spPr>
          <a:xfrm>
            <a:off x="3814124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0B3A68EF-7CF9-A2EB-24B2-085C5BF1F71F}"/>
              </a:ext>
            </a:extLst>
          </p:cNvPr>
          <p:cNvSpPr txBox="1"/>
          <p:nvPr/>
        </p:nvSpPr>
        <p:spPr>
          <a:xfrm>
            <a:off x="4328298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263442"/>
                </a:solidFill>
                <a:latin typeface="Arial"/>
              </a:rPr>
              <a:t>  </a:t>
            </a:r>
            <a:r>
              <a:rPr sz="519" dirty="0">
                <a:solidFill>
                  <a:srgbClr val="263442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263442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691CF15-5DAD-F305-5973-B1ACEFFF5CBF}"/>
              </a:ext>
            </a:extLst>
          </p:cNvPr>
          <p:cNvSpPr/>
          <p:nvPr/>
        </p:nvSpPr>
        <p:spPr>
          <a:xfrm>
            <a:off x="4095413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13C55E5C-99C8-F46D-3353-FED4827206EC}"/>
              </a:ext>
            </a:extLst>
          </p:cNvPr>
          <p:cNvSpPr txBox="1"/>
          <p:nvPr/>
        </p:nvSpPr>
        <p:spPr>
          <a:xfrm>
            <a:off x="4083077" y="3197919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F675EB2C-E3F4-CF25-F2F9-B217A0C64998}"/>
              </a:ext>
            </a:extLst>
          </p:cNvPr>
          <p:cNvSpPr/>
          <p:nvPr/>
        </p:nvSpPr>
        <p:spPr>
          <a:xfrm>
            <a:off x="4178001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7015B7C2-EE7A-8CD3-BF9A-C8F6C295F2D3}"/>
              </a:ext>
            </a:extLst>
          </p:cNvPr>
          <p:cNvSpPr/>
          <p:nvPr/>
        </p:nvSpPr>
        <p:spPr>
          <a:xfrm>
            <a:off x="4226123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0283D963-CC89-9552-BBFA-44417F9A5810}"/>
              </a:ext>
            </a:extLst>
          </p:cNvPr>
          <p:cNvSpPr/>
          <p:nvPr/>
        </p:nvSpPr>
        <p:spPr>
          <a:xfrm>
            <a:off x="4274244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DFE762FA-D62F-609E-23C6-B16577CF789A}"/>
              </a:ext>
            </a:extLst>
          </p:cNvPr>
          <p:cNvSpPr/>
          <p:nvPr/>
        </p:nvSpPr>
        <p:spPr>
          <a:xfrm>
            <a:off x="4322366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8A2B1ECE-222F-713D-5115-87805A38C6E9}"/>
              </a:ext>
            </a:extLst>
          </p:cNvPr>
          <p:cNvSpPr/>
          <p:nvPr/>
        </p:nvSpPr>
        <p:spPr>
          <a:xfrm>
            <a:off x="4370487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F9202696-646F-1763-9139-E44B52B50C5F}"/>
              </a:ext>
            </a:extLst>
          </p:cNvPr>
          <p:cNvSpPr/>
          <p:nvPr/>
        </p:nvSpPr>
        <p:spPr>
          <a:xfrm>
            <a:off x="4418609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BC06DFD-B767-BA41-2B05-2B0A38358B92}"/>
              </a:ext>
            </a:extLst>
          </p:cNvPr>
          <p:cNvSpPr txBox="1"/>
          <p:nvPr/>
        </p:nvSpPr>
        <p:spPr>
          <a:xfrm>
            <a:off x="4083077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520858ED-2877-9676-9DDD-53EAA8E37558}"/>
              </a:ext>
            </a:extLst>
          </p:cNvPr>
          <p:cNvSpPr/>
          <p:nvPr/>
        </p:nvSpPr>
        <p:spPr>
          <a:xfrm>
            <a:off x="4178001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50A3D4F9-D9FE-CC8B-21E7-D32E326D8875}"/>
              </a:ext>
            </a:extLst>
          </p:cNvPr>
          <p:cNvSpPr/>
          <p:nvPr/>
        </p:nvSpPr>
        <p:spPr>
          <a:xfrm>
            <a:off x="4226123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4471AA3C-5A9C-CEE5-0418-953EC2227441}"/>
              </a:ext>
            </a:extLst>
          </p:cNvPr>
          <p:cNvSpPr/>
          <p:nvPr/>
        </p:nvSpPr>
        <p:spPr>
          <a:xfrm>
            <a:off x="4274244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B321BB44-18FA-E7F3-2924-BC94493FEA4A}"/>
              </a:ext>
            </a:extLst>
          </p:cNvPr>
          <p:cNvSpPr/>
          <p:nvPr/>
        </p:nvSpPr>
        <p:spPr>
          <a:xfrm>
            <a:off x="4322366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BF58521A-8C41-BE24-9704-AEAF70385316}"/>
              </a:ext>
            </a:extLst>
          </p:cNvPr>
          <p:cNvSpPr/>
          <p:nvPr/>
        </p:nvSpPr>
        <p:spPr>
          <a:xfrm>
            <a:off x="4370487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4283B810-9FFF-25F8-1960-4F272603052B}"/>
              </a:ext>
            </a:extLst>
          </p:cNvPr>
          <p:cNvSpPr/>
          <p:nvPr/>
        </p:nvSpPr>
        <p:spPr>
          <a:xfrm>
            <a:off x="4418609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D4C78125-5C89-7F13-017C-2E1C11AE7FDD}"/>
              </a:ext>
            </a:extLst>
          </p:cNvPr>
          <p:cNvSpPr txBox="1"/>
          <p:nvPr/>
        </p:nvSpPr>
        <p:spPr>
          <a:xfrm>
            <a:off x="4083077" y="3342522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C63634F-2307-320B-8E95-2B6ADA84F565}"/>
              </a:ext>
            </a:extLst>
          </p:cNvPr>
          <p:cNvSpPr/>
          <p:nvPr/>
        </p:nvSpPr>
        <p:spPr>
          <a:xfrm>
            <a:off x="4178001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82A4CF2-1B99-BCF5-A8D3-EE93D5F5B81F}"/>
              </a:ext>
            </a:extLst>
          </p:cNvPr>
          <p:cNvSpPr/>
          <p:nvPr/>
        </p:nvSpPr>
        <p:spPr>
          <a:xfrm>
            <a:off x="4226123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607B41B1-A111-8D93-E207-5DF6221B54D2}"/>
              </a:ext>
            </a:extLst>
          </p:cNvPr>
          <p:cNvSpPr/>
          <p:nvPr/>
        </p:nvSpPr>
        <p:spPr>
          <a:xfrm>
            <a:off x="4274244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9539C2E7-004F-E86E-852E-98E80C399402}"/>
              </a:ext>
            </a:extLst>
          </p:cNvPr>
          <p:cNvSpPr/>
          <p:nvPr/>
        </p:nvSpPr>
        <p:spPr>
          <a:xfrm>
            <a:off x="4322366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2DE0B959-537B-893B-9987-81BBF3647FFD}"/>
              </a:ext>
            </a:extLst>
          </p:cNvPr>
          <p:cNvSpPr/>
          <p:nvPr/>
        </p:nvSpPr>
        <p:spPr>
          <a:xfrm>
            <a:off x="4370487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147CE38B-269C-4BBA-77C6-2810C1D11F1C}"/>
              </a:ext>
            </a:extLst>
          </p:cNvPr>
          <p:cNvSpPr/>
          <p:nvPr/>
        </p:nvSpPr>
        <p:spPr>
          <a:xfrm>
            <a:off x="4418609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979CEBC9-AC70-1276-123A-637171F58084}"/>
              </a:ext>
            </a:extLst>
          </p:cNvPr>
          <p:cNvSpPr txBox="1"/>
          <p:nvPr/>
        </p:nvSpPr>
        <p:spPr>
          <a:xfrm>
            <a:off x="4336209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640CE564-549E-0D15-B50A-E392C9DB6304}"/>
              </a:ext>
            </a:extLst>
          </p:cNvPr>
          <p:cNvSpPr/>
          <p:nvPr/>
        </p:nvSpPr>
        <p:spPr>
          <a:xfrm>
            <a:off x="3980242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Context</a:t>
            </a:r>
            <a:r>
              <a:rPr sz="580" dirty="0">
                <a:solidFill>
                  <a:srgbClr val="263442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FF74A918-BF09-C9F6-6A9B-D421CF97BC33}"/>
              </a:ext>
            </a:extLst>
          </p:cNvPr>
          <p:cNvSpPr/>
          <p:nvPr/>
        </p:nvSpPr>
        <p:spPr>
          <a:xfrm>
            <a:off x="3434426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CB9A6A2F-14EE-2004-CB53-FCE391ACED69}"/>
              </a:ext>
            </a:extLst>
          </p:cNvPr>
          <p:cNvSpPr/>
          <p:nvPr/>
        </p:nvSpPr>
        <p:spPr>
          <a:xfrm>
            <a:off x="3458158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E39FC69E-11ED-3FA2-32B9-5945059F2213}"/>
              </a:ext>
            </a:extLst>
          </p:cNvPr>
          <p:cNvSpPr/>
          <p:nvPr/>
        </p:nvSpPr>
        <p:spPr>
          <a:xfrm>
            <a:off x="3506185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543C1079-397B-91D4-0D56-9824953F1A51}"/>
              </a:ext>
            </a:extLst>
          </p:cNvPr>
          <p:cNvSpPr/>
          <p:nvPr/>
        </p:nvSpPr>
        <p:spPr>
          <a:xfrm>
            <a:off x="3554212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72768CF4-9EFB-DF24-7C89-6D351C730BA5}"/>
              </a:ext>
            </a:extLst>
          </p:cNvPr>
          <p:cNvSpPr/>
          <p:nvPr/>
        </p:nvSpPr>
        <p:spPr>
          <a:xfrm>
            <a:off x="3602239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4025AE17-AFDD-1F7D-9368-8E976FBC9D73}"/>
              </a:ext>
            </a:extLst>
          </p:cNvPr>
          <p:cNvSpPr/>
          <p:nvPr/>
        </p:nvSpPr>
        <p:spPr>
          <a:xfrm>
            <a:off x="3650267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894C2CFF-A654-8C7B-2480-AC98400CE487}"/>
              </a:ext>
            </a:extLst>
          </p:cNvPr>
          <p:cNvSpPr/>
          <p:nvPr/>
        </p:nvSpPr>
        <p:spPr>
          <a:xfrm>
            <a:off x="3698294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DC10EA75-05BB-E415-682D-FAFCD65B7377}"/>
              </a:ext>
            </a:extLst>
          </p:cNvPr>
          <p:cNvSpPr/>
          <p:nvPr/>
        </p:nvSpPr>
        <p:spPr>
          <a:xfrm>
            <a:off x="3746321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5321F2B-F3FA-58E1-92FE-B69A1AB20949}"/>
              </a:ext>
            </a:extLst>
          </p:cNvPr>
          <p:cNvSpPr txBox="1"/>
          <p:nvPr/>
        </p:nvSpPr>
        <p:spPr>
          <a:xfrm>
            <a:off x="3827018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g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9B88858F-88C1-DA3F-1992-E9C76D0D80AF}"/>
              </a:ext>
            </a:extLst>
          </p:cNvPr>
          <p:cNvSpPr/>
          <p:nvPr/>
        </p:nvSpPr>
        <p:spPr>
          <a:xfrm>
            <a:off x="3228756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263442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7D6970C3-E7E9-652B-644D-A057CB503545}"/>
              </a:ext>
            </a:extLst>
          </p:cNvPr>
          <p:cNvSpPr txBox="1"/>
          <p:nvPr/>
        </p:nvSpPr>
        <p:spPr>
          <a:xfrm>
            <a:off x="3229878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263442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BD0A37AE-0CF6-77DD-8048-3FF0945F4158}"/>
              </a:ext>
            </a:extLst>
          </p:cNvPr>
          <p:cNvSpPr txBox="1"/>
          <p:nvPr/>
        </p:nvSpPr>
        <p:spPr>
          <a:xfrm>
            <a:off x="3884649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1" i="1" dirty="0" err="1">
                <a:solidFill>
                  <a:srgbClr val="263442"/>
                </a:solidFill>
                <a:latin typeface="Times New Roman"/>
              </a:rPr>
              <a:t>s</a:t>
            </a:r>
            <a:r>
              <a:rPr sz="780" i="1" baseline="-28000" dirty="0" err="1">
                <a:solidFill>
                  <a:srgbClr val="263442"/>
                </a:solidFill>
                <a:latin typeface="Times New Roman"/>
              </a:rPr>
              <a:t>j,k</a:t>
            </a:r>
            <a:endParaRPr sz="780" i="1" baseline="-28000" dirty="0">
              <a:solidFill>
                <a:srgbClr val="263442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C56E8311-ADDA-7C63-9110-2C3006BDD08E}"/>
              </a:ext>
            </a:extLst>
          </p:cNvPr>
          <p:cNvSpPr txBox="1"/>
          <p:nvPr/>
        </p:nvSpPr>
        <p:spPr>
          <a:xfrm>
            <a:off x="4144023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263442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C640A1D5-D4D1-3FBF-0F27-45AD836A7FCE}"/>
              </a:ext>
            </a:extLst>
          </p:cNvPr>
          <p:cNvSpPr txBox="1"/>
          <p:nvPr/>
        </p:nvSpPr>
        <p:spPr>
          <a:xfrm>
            <a:off x="4382527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F472392A-4724-5EDA-C6D8-557EF063B52F}"/>
              </a:ext>
            </a:extLst>
          </p:cNvPr>
          <p:cNvSpPr txBox="1"/>
          <p:nvPr/>
        </p:nvSpPr>
        <p:spPr>
          <a:xfrm>
            <a:off x="4083077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263442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1FAFF817-C1CE-5F45-E950-98E19AE452CF}"/>
              </a:ext>
            </a:extLst>
          </p:cNvPr>
          <p:cNvSpPr/>
          <p:nvPr/>
        </p:nvSpPr>
        <p:spPr>
          <a:xfrm>
            <a:off x="417800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ED9FACB8-4D6A-044F-997F-E09503AC15AA}"/>
              </a:ext>
            </a:extLst>
          </p:cNvPr>
          <p:cNvSpPr/>
          <p:nvPr/>
        </p:nvSpPr>
        <p:spPr>
          <a:xfrm>
            <a:off x="428083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DE25E670-FAB3-667C-5777-C71ED9075845}"/>
              </a:ext>
            </a:extLst>
          </p:cNvPr>
          <p:cNvSpPr/>
          <p:nvPr/>
        </p:nvSpPr>
        <p:spPr>
          <a:xfrm>
            <a:off x="438367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D15A0AB1-9BF7-4E76-6CED-C525DFBAA5F7}"/>
              </a:ext>
            </a:extLst>
          </p:cNvPr>
          <p:cNvSpPr/>
          <p:nvPr/>
        </p:nvSpPr>
        <p:spPr>
          <a:xfrm>
            <a:off x="448650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5C20FC23-8B30-D896-36CC-91D73273996F}"/>
              </a:ext>
            </a:extLst>
          </p:cNvPr>
          <p:cNvSpPr/>
          <p:nvPr/>
        </p:nvSpPr>
        <p:spPr>
          <a:xfrm>
            <a:off x="417800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023C0380-7EA8-B629-5738-AD00698F49B6}"/>
              </a:ext>
            </a:extLst>
          </p:cNvPr>
          <p:cNvSpPr/>
          <p:nvPr/>
        </p:nvSpPr>
        <p:spPr>
          <a:xfrm>
            <a:off x="428083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12FBEABC-63F9-0304-4A97-80811BFE2B66}"/>
              </a:ext>
            </a:extLst>
          </p:cNvPr>
          <p:cNvSpPr/>
          <p:nvPr/>
        </p:nvSpPr>
        <p:spPr>
          <a:xfrm>
            <a:off x="4383671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90D1E1D0-D1D8-F490-5B4D-27F3093D1ECE}"/>
              </a:ext>
            </a:extLst>
          </p:cNvPr>
          <p:cNvSpPr/>
          <p:nvPr/>
        </p:nvSpPr>
        <p:spPr>
          <a:xfrm>
            <a:off x="448650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58A66BE-E7B7-0506-657E-0BF13A0E4F5E}"/>
              </a:ext>
            </a:extLst>
          </p:cNvPr>
          <p:cNvSpPr/>
          <p:nvPr/>
        </p:nvSpPr>
        <p:spPr>
          <a:xfrm>
            <a:off x="417800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3B18D166-F88A-573E-0225-1ACB99CB2512}"/>
              </a:ext>
            </a:extLst>
          </p:cNvPr>
          <p:cNvSpPr/>
          <p:nvPr/>
        </p:nvSpPr>
        <p:spPr>
          <a:xfrm>
            <a:off x="428083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FC858539-3EA9-E4FE-E803-0C8FFAD3870F}"/>
              </a:ext>
            </a:extLst>
          </p:cNvPr>
          <p:cNvSpPr/>
          <p:nvPr/>
        </p:nvSpPr>
        <p:spPr>
          <a:xfrm>
            <a:off x="438367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3713326C-75C4-31D8-12F4-1CA18BF652D7}"/>
              </a:ext>
            </a:extLst>
          </p:cNvPr>
          <p:cNvSpPr/>
          <p:nvPr/>
        </p:nvSpPr>
        <p:spPr>
          <a:xfrm>
            <a:off x="448650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E992C05A-634A-6CF2-2936-1480C4EA17F1}"/>
              </a:ext>
            </a:extLst>
          </p:cNvPr>
          <p:cNvSpPr txBox="1"/>
          <p:nvPr/>
        </p:nvSpPr>
        <p:spPr>
          <a:xfrm>
            <a:off x="4178002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263442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7EA912CF-516A-2745-A5D0-8704116A4D72}"/>
              </a:ext>
            </a:extLst>
          </p:cNvPr>
          <p:cNvGrpSpPr/>
          <p:nvPr/>
        </p:nvGrpSpPr>
        <p:grpSpPr>
          <a:xfrm>
            <a:off x="2067869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521CB8EA-9697-F11D-7107-B4A42B98807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546466D8-C7C6-7C8A-3307-95F68FB4F61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75A7694C-DEA5-AFE8-E284-0A0D89F84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3B821B97-56A6-DCED-E85F-DBF945F3EA13}"/>
              </a:ext>
            </a:extLst>
          </p:cNvPr>
          <p:cNvGrpSpPr/>
          <p:nvPr/>
        </p:nvGrpSpPr>
        <p:grpSpPr>
          <a:xfrm>
            <a:off x="4589586" y="1155648"/>
            <a:ext cx="150375" cy="102721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B3B117DA-D182-38E6-AD16-B4776AD2C7B7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901C6437-E94C-AFDE-D242-E688A89ABBD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00C0C92B-D4C8-0994-E860-1581EB873D86}"/>
              </a:ext>
            </a:extLst>
          </p:cNvPr>
          <p:cNvGrpSpPr/>
          <p:nvPr/>
        </p:nvGrpSpPr>
        <p:grpSpPr>
          <a:xfrm>
            <a:off x="4366446" y="1024437"/>
            <a:ext cx="168602" cy="95394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A172A8B3-EFA3-33C9-CD2B-307B24D729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CF37E813-914E-4383-9CE9-1C5F4095124F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7299A48-8BF0-7050-EF56-14DA3F495CB7}"/>
              </a:ext>
            </a:extLst>
          </p:cNvPr>
          <p:cNvGrpSpPr/>
          <p:nvPr/>
        </p:nvGrpSpPr>
        <p:grpSpPr>
          <a:xfrm>
            <a:off x="4374195" y="1164655"/>
            <a:ext cx="152150" cy="82991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8902F596-0D84-3C56-EB93-D63FC7E9041E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85D74281-2FE6-E2D2-EFBA-AF54A45686E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65" name="Find auxiliary label">
            <a:extLst>
              <a:ext uri="{FF2B5EF4-FFF2-40B4-BE49-F238E27FC236}">
                <a16:creationId xmlns:a16="http://schemas.microsoft.com/office/drawing/2014/main" id="{CAD88599-B783-720B-B6BD-9F787FCB6CF4}"/>
              </a:ext>
            </a:extLst>
          </p:cNvPr>
          <p:cNvSpPr>
            <a:spLocks noGrp="1"/>
          </p:cNvSpPr>
          <p:nvPr/>
        </p:nvSpPr>
        <p:spPr>
          <a:xfrm>
            <a:off x="4345824" y="1518303"/>
            <a:ext cx="433362" cy="157954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6" name="Match auxiliary label">
            <a:extLst>
              <a:ext uri="{FF2B5EF4-FFF2-40B4-BE49-F238E27FC236}">
                <a16:creationId xmlns:a16="http://schemas.microsoft.com/office/drawing/2014/main" id="{C154BF4F-4214-59BC-DCE1-F9C23194AC63}"/>
              </a:ext>
            </a:extLst>
          </p:cNvPr>
          <p:cNvSpPr>
            <a:spLocks noGrp="1"/>
          </p:cNvSpPr>
          <p:nvPr/>
        </p:nvSpPr>
        <p:spPr>
          <a:xfrm>
            <a:off x="1600039" y="2843177"/>
            <a:ext cx="405011" cy="174155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7" name="Concat label">
            <a:extLst>
              <a:ext uri="{FF2B5EF4-FFF2-40B4-BE49-F238E27FC236}">
                <a16:creationId xmlns:a16="http://schemas.microsoft.com/office/drawing/2014/main" id="{9D20C35C-694E-CDD5-F90A-040BE36EEE21}"/>
              </a:ext>
            </a:extLst>
          </p:cNvPr>
          <p:cNvSpPr>
            <a:spLocks noGrp="1"/>
          </p:cNvSpPr>
          <p:nvPr/>
        </p:nvSpPr>
        <p:spPr>
          <a:xfrm>
            <a:off x="1202945" y="3608830"/>
            <a:ext cx="259207" cy="8100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8" dirty="0" err="1">
                <a:solidFill>
                  <a:srgbClr val="263442"/>
                </a:solidFill>
                <a:latin typeface="Arial"/>
                <a:ea typeface="Arial"/>
                <a:cs typeface="Arial"/>
              </a:rPr>
              <a:t>Concat</a:t>
            </a:r>
            <a:endParaRPr sz="568" dirty="0">
              <a:solidFill>
                <a:srgbClr val="26344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8" name="Build four inputs">
            <a:extLst>
              <a:ext uri="{FF2B5EF4-FFF2-40B4-BE49-F238E27FC236}">
                <a16:creationId xmlns:a16="http://schemas.microsoft.com/office/drawing/2014/main" id="{2C9F1979-7AE8-613B-79C6-EE0F3BBB1431}"/>
              </a:ext>
            </a:extLst>
          </p:cNvPr>
          <p:cNvSpPr>
            <a:spLocks noGrp="1"/>
          </p:cNvSpPr>
          <p:nvPr/>
        </p:nvSpPr>
        <p:spPr>
          <a:xfrm>
            <a:off x="4963973" y="415407"/>
            <a:ext cx="1158792" cy="1302153"/>
          </a:xfrm>
          <a:prstGeom prst="roundRect">
            <a:avLst>
              <a:gd name="adj" fmla="val 4554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69" name="Site label">
            <a:extLst>
              <a:ext uri="{FF2B5EF4-FFF2-40B4-BE49-F238E27FC236}">
                <a16:creationId xmlns:a16="http://schemas.microsoft.com/office/drawing/2014/main" id="{73F4F6C8-22C1-E29B-D64D-362A1F82C0D7}"/>
              </a:ext>
            </a:extLst>
          </p:cNvPr>
          <p:cNvSpPr>
            <a:spLocks noGrp="1"/>
          </p:cNvSpPr>
          <p:nvPr/>
        </p:nvSpPr>
        <p:spPr>
          <a:xfrm>
            <a:off x="4992638" y="83497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Site</a:t>
            </a:r>
          </a:p>
        </p:txBody>
      </p:sp>
      <p:sp>
        <p:nvSpPr>
          <p:cNvPr id="770" name="Site provenance">
            <a:extLst>
              <a:ext uri="{FF2B5EF4-FFF2-40B4-BE49-F238E27FC236}">
                <a16:creationId xmlns:a16="http://schemas.microsoft.com/office/drawing/2014/main" id="{216E0115-FC9F-C0B3-73C6-B6C82BB2F0A8}"/>
              </a:ext>
            </a:extLst>
          </p:cNvPr>
          <p:cNvSpPr>
            <a:spLocks noGrp="1"/>
          </p:cNvSpPr>
          <p:nvPr/>
        </p:nvSpPr>
        <p:spPr>
          <a:xfrm>
            <a:off x="4999032" y="935387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from Find</a:t>
            </a:r>
          </a:p>
        </p:txBody>
      </p:sp>
      <p:sp>
        <p:nvSpPr>
          <p:cNvPr id="771" name="Pocket label">
            <a:extLst>
              <a:ext uri="{FF2B5EF4-FFF2-40B4-BE49-F238E27FC236}">
                <a16:creationId xmlns:a16="http://schemas.microsoft.com/office/drawing/2014/main" id="{198C300B-4031-D0E7-49A9-F255C1B29665}"/>
              </a:ext>
            </a:extLst>
          </p:cNvPr>
          <p:cNvSpPr>
            <a:spLocks noGrp="1"/>
          </p:cNvSpPr>
          <p:nvPr/>
        </p:nvSpPr>
        <p:spPr>
          <a:xfrm>
            <a:off x="5581260" y="85440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773" name="SMILES label">
            <a:extLst>
              <a:ext uri="{FF2B5EF4-FFF2-40B4-BE49-F238E27FC236}">
                <a16:creationId xmlns:a16="http://schemas.microsoft.com/office/drawing/2014/main" id="{B948AB68-3B7B-785F-B6BB-80D92D824C67}"/>
              </a:ext>
            </a:extLst>
          </p:cNvPr>
          <p:cNvSpPr>
            <a:spLocks noGrp="1"/>
          </p:cNvSpPr>
          <p:nvPr/>
        </p:nvSpPr>
        <p:spPr>
          <a:xfrm>
            <a:off x="4999664" y="147143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774" name="SMILES provenance">
            <a:extLst>
              <a:ext uri="{FF2B5EF4-FFF2-40B4-BE49-F238E27FC236}">
                <a16:creationId xmlns:a16="http://schemas.microsoft.com/office/drawing/2014/main" id="{56FEBA1E-DDE0-4487-53DB-DA17479C3D9B}"/>
              </a:ext>
            </a:extLst>
          </p:cNvPr>
          <p:cNvSpPr>
            <a:spLocks noGrp="1"/>
          </p:cNvSpPr>
          <p:nvPr/>
        </p:nvSpPr>
        <p:spPr>
          <a:xfrm>
            <a:off x="5005380" y="156882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from Match</a:t>
            </a:r>
          </a:p>
        </p:txBody>
      </p:sp>
      <p:sp>
        <p:nvSpPr>
          <p:cNvPr id="775" name="Density input label">
            <a:extLst>
              <a:ext uri="{FF2B5EF4-FFF2-40B4-BE49-F238E27FC236}">
                <a16:creationId xmlns:a16="http://schemas.microsoft.com/office/drawing/2014/main" id="{E5A68BBB-3BB4-4F45-D8ED-99022E728E69}"/>
              </a:ext>
            </a:extLst>
          </p:cNvPr>
          <p:cNvSpPr>
            <a:spLocks noGrp="1"/>
          </p:cNvSpPr>
          <p:nvPr/>
        </p:nvSpPr>
        <p:spPr>
          <a:xfrm>
            <a:off x="5574918" y="147142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776" name="Docking tools title">
            <a:extLst>
              <a:ext uri="{FF2B5EF4-FFF2-40B4-BE49-F238E27FC236}">
                <a16:creationId xmlns:a16="http://schemas.microsoft.com/office/drawing/2014/main" id="{27E4029E-E39E-E596-2ECC-8620239CB25F}"/>
              </a:ext>
            </a:extLst>
          </p:cNvPr>
          <p:cNvSpPr>
            <a:spLocks noGrp="1"/>
          </p:cNvSpPr>
          <p:nvPr/>
        </p:nvSpPr>
        <p:spPr>
          <a:xfrm>
            <a:off x="5047760" y="1867770"/>
            <a:ext cx="1101630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sz="702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Downstream </a:t>
            </a:r>
            <a:r>
              <a:rPr lang="en-US" b="0" dirty="0"/>
              <a:t>d</a:t>
            </a:r>
            <a:r>
              <a:rPr sz="702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ocking tools</a:t>
            </a:r>
          </a:p>
        </p:txBody>
      </p:sp>
      <p:sp>
        <p:nvSpPr>
          <p:cNvPr id="777" name="Build pose output">
            <a:extLst>
              <a:ext uri="{FF2B5EF4-FFF2-40B4-BE49-F238E27FC236}">
                <a16:creationId xmlns:a16="http://schemas.microsoft.com/office/drawing/2014/main" id="{0B218F6B-7A76-F3B6-A0A5-E42AE4C10B80}"/>
              </a:ext>
            </a:extLst>
          </p:cNvPr>
          <p:cNvSpPr>
            <a:spLocks noGrp="1"/>
          </p:cNvSpPr>
          <p:nvPr/>
        </p:nvSpPr>
        <p:spPr>
          <a:xfrm>
            <a:off x="4992811" y="3400604"/>
            <a:ext cx="1106489" cy="941449"/>
          </a:xfrm>
          <a:prstGeom prst="roundRect">
            <a:avLst>
              <a:gd name="adj" fmla="val 5395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</p:sp>
      <p:sp>
        <p:nvSpPr>
          <p:cNvPr id="778" name="All atom pose label">
            <a:extLst>
              <a:ext uri="{FF2B5EF4-FFF2-40B4-BE49-F238E27FC236}">
                <a16:creationId xmlns:a16="http://schemas.microsoft.com/office/drawing/2014/main" id="{8FE77D82-0F62-5049-84A0-FD0D56FCE044}"/>
              </a:ext>
            </a:extLst>
          </p:cNvPr>
          <p:cNvSpPr>
            <a:spLocks noGrp="1"/>
          </p:cNvSpPr>
          <p:nvPr/>
        </p:nvSpPr>
        <p:spPr>
          <a:xfrm>
            <a:off x="4979784" y="4176444"/>
            <a:ext cx="1231233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All-atom ligand pose</a:t>
            </a:r>
          </a:p>
        </p:txBody>
      </p:sp>
      <p:pic>
        <p:nvPicPr>
          <p:cNvPr id="967" name="Buil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59E3DA4F-BD1F-6AD8-81F5-856ECED6006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65754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79AD4C70-DD41-BB84-7331-69D7E3080E11}"/>
              </a:ext>
            </a:extLst>
          </p:cNvPr>
          <p:cNvSpPr/>
          <p:nvPr/>
        </p:nvSpPr>
        <p:spPr>
          <a:xfrm>
            <a:off x="493882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65696164-FF6C-2E64-A27D-E0452D5A76E9}"/>
              </a:ext>
            </a:extLst>
          </p:cNvPr>
          <p:cNvSpPr/>
          <p:nvPr/>
        </p:nvSpPr>
        <p:spPr>
          <a:xfrm>
            <a:off x="499281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1F4F5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68B5FCE4-2F36-CAD0-B100-A4A97D0F3451}"/>
              </a:ext>
            </a:extLst>
          </p:cNvPr>
          <p:cNvGrpSpPr/>
          <p:nvPr/>
        </p:nvGrpSpPr>
        <p:grpSpPr>
          <a:xfrm>
            <a:off x="502494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5FFB8783-18B8-9E3F-DF3D-D39890A83D0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1EA12B72-72E8-2312-8F32-52AE6B165E9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EDE3B5A8-D8FA-9133-41C2-DB6E1E75A6F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120BF363-735F-F584-10A8-02A0DD55EE7B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E2829B7F-C588-BE5B-8D54-FBE1EBF2B8E5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3DBA365A-AC44-C9B3-7E08-985ECB6E5232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9F12D1AD-2ED4-77AF-F2EC-E76A62AE9C53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530FF9D0-E22B-4C58-F523-2AC53D327A6E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1E307AA0-A6C4-946A-18FD-30858587578A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C70D4C3-CC8E-18A5-188C-FB73FB31079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9530488D-317A-3063-82AF-05EB1F0CA8B9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48323ECB-3BE3-307E-E823-C51C380A8650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C0C8C16B-9DED-677C-6432-EE50B45E7418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060B66F2-4388-65F4-6206-749CACAB0290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13E2CBA3-7C02-4027-03E6-A698CD2EB714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52AE182-CED9-F191-684F-C02E656634F9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9F2F434-5A13-55C5-50E0-3A863DFD674D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6F30CB2F-3FFE-E2E6-12A8-0C6F6E9862D8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688E0702-ABAA-1F53-2FEE-C044E75816FE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872FD139-9635-FDD4-0722-4E5EEB72AC26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F589805-2015-0C9E-B861-49E63A36CA16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0ACA986A-AF7E-C441-DA61-138FBBAA71F8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2D9591FC-2B85-F680-E4CA-E6BD7F3D89C9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891DB7BF-9124-5E80-DEA3-AF8496902287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DE52E28A-6354-BE95-3C9A-A2C66025A87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7988D7F5-9FD3-DE02-AC43-2C9102A603D8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7CB8EF7-313A-8E8C-6DD1-7BDC7D92CCB0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73BCC20B-1FDA-F412-4DD8-A25B3302BB21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AF33B019-3B06-5B18-D90B-E00C3F3EDB2C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0FB4133A-9D97-E251-1B43-C62FA813066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69D50226-8CEE-09CA-92F4-EA747B547FF4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8D9ECD96-25F9-4FC6-1C5E-5B500507A23C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791FDFAC-6025-C51A-7F75-7437ACC6E35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A973672-CCD0-6C59-1B34-7C6CC5E48F20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43DD86C8-6E09-99CE-6266-42DC4FA64456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D769467D-EEAF-B1AF-7AC6-68CC2D0F1288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45AF884-4EC3-E477-DB0C-E7BACF22251A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8548860C-336A-E8E6-C08F-A2EC53A5F6C5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648DC38E-0310-9E0E-37D3-5E74B6EF35F1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ACB0B137-A9B7-8555-0594-4839D4EE1AF5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CB82A286-4EA7-C723-174F-A005964CF56B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1E67FB97-244C-14BD-73A9-CA2F9B1E24BA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417A6C45-6CB7-5380-B441-87E54399F7F7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5A16B6AC-2250-FE07-B0D3-1B193E4DFACB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081C5E26-7488-869A-618E-1092033F59C2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1A170EA-8B41-0DF1-E7EA-2AB990478A77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32D1B9BF-5325-26AF-BAA9-BBD6B30B328F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19954402-7CDC-A852-CA61-629A3E0C394F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41D1840A-7225-0A6F-EB5F-EF20E870D9C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FB9EBEA7-2F90-78C6-B9FF-085239FF7530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7ED9E287-6110-2BD8-91C3-3424DDB48479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0A5D16C0-E9EB-7A6D-D123-3915E88A78A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B61D0A30-984F-5F1D-C0E3-4ED5D4539DF2}"/>
              </a:ext>
            </a:extLst>
          </p:cNvPr>
          <p:cNvSpPr txBox="1"/>
          <p:nvPr/>
        </p:nvSpPr>
        <p:spPr>
          <a:xfrm>
            <a:off x="5270490" y="2150246"/>
            <a:ext cx="819150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263442"/>
                </a:solidFill>
                <a:latin typeface="Arial"/>
              </a:rPr>
              <a:t>DG-PocketXMol</a:t>
            </a:r>
            <a:endParaRPr sz="623" b="1" dirty="0">
              <a:solidFill>
                <a:srgbClr val="263442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50E4F9BE-39D5-3572-2B27-7015D0FE756B}"/>
              </a:ext>
            </a:extLst>
          </p:cNvPr>
          <p:cNvSpPr txBox="1"/>
          <p:nvPr/>
        </p:nvSpPr>
        <p:spPr>
          <a:xfrm>
            <a:off x="5270983" y="2305119"/>
            <a:ext cx="819150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263442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D8820DAD-C856-C828-BB1A-D380253AF157}"/>
              </a:ext>
            </a:extLst>
          </p:cNvPr>
          <p:cNvSpPr/>
          <p:nvPr/>
        </p:nvSpPr>
        <p:spPr>
          <a:xfrm>
            <a:off x="499281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F1F4F5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E61A4066-788B-5B12-50A8-1419E47F2E66}"/>
              </a:ext>
            </a:extLst>
          </p:cNvPr>
          <p:cNvSpPr txBox="1"/>
          <p:nvPr/>
        </p:nvSpPr>
        <p:spPr>
          <a:xfrm>
            <a:off x="5044453" y="2647450"/>
            <a:ext cx="1047750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263442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263442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263442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C9F46158-59CF-34E8-D872-FBF180C8ECC1}"/>
              </a:ext>
            </a:extLst>
          </p:cNvPr>
          <p:cNvSpPr txBox="1"/>
          <p:nvPr/>
        </p:nvSpPr>
        <p:spPr>
          <a:xfrm>
            <a:off x="504132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263442"/>
                </a:solidFill>
                <a:latin typeface="Arial"/>
              </a:rPr>
              <a:t>· </a:t>
            </a:r>
            <a:r>
              <a:rPr sz="554" dirty="0">
                <a:solidFill>
                  <a:srgbClr val="263442"/>
                </a:solidFill>
                <a:latin typeface="Arial"/>
              </a:rPr>
              <a:t>Vina </a:t>
            </a:r>
            <a:endParaRPr lang="en-US" sz="554" dirty="0">
              <a:solidFill>
                <a:srgbClr val="263442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263442"/>
                </a:solidFill>
                <a:latin typeface="Arial"/>
              </a:rPr>
              <a:t>DiffDock</a:t>
            </a:r>
            <a:r>
              <a:rPr sz="554" dirty="0">
                <a:solidFill>
                  <a:srgbClr val="263442"/>
                </a:solidFill>
                <a:latin typeface="Arial"/>
              </a:rPr>
              <a:t> </a:t>
            </a:r>
            <a:endParaRPr lang="en-US" sz="554" dirty="0">
              <a:solidFill>
                <a:srgbClr val="263442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· EMERALD</a:t>
            </a:r>
            <a:endParaRPr lang="en-US" sz="554" dirty="0">
              <a:solidFill>
                <a:srgbClr val="263442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263442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263442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263442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263442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263442"/>
                </a:solidFill>
                <a:latin typeface="Arial"/>
              </a:rPr>
              <a:t>·</a:t>
            </a:r>
            <a:endParaRPr sz="554" dirty="0">
              <a:solidFill>
                <a:srgbClr val="263442"/>
              </a:solidFill>
              <a:latin typeface="Arial"/>
            </a:endParaRPr>
          </a:p>
        </p:txBody>
      </p:sp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A74696D-FF4F-021F-A459-9CD0851351CF}"/>
              </a:ext>
            </a:extLst>
          </p:cNvPr>
          <p:cNvGrpSpPr/>
          <p:nvPr/>
        </p:nvGrpSpPr>
        <p:grpSpPr>
          <a:xfrm>
            <a:off x="823347" y="284723"/>
            <a:ext cx="3605650" cy="3967446"/>
            <a:chOff x="1936337" y="669608"/>
            <a:chExt cx="8479727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A3A31885-181B-CF24-BE30-3ED8DAACE460}"/>
                </a:ext>
              </a:extLst>
            </p:cNvPr>
            <p:cNvSpPr>
              <a:spLocks noGrp="1"/>
            </p:cNvSpPr>
            <p:nvPr/>
          </p:nvSpPr>
          <p:spPr>
            <a:xfrm>
              <a:off x="3172901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E21BD2F9-92DD-96F0-3AAF-0957638A49FB}"/>
                </a:ext>
              </a:extLst>
            </p:cNvPr>
            <p:cNvSpPr>
              <a:spLocks noGrp="1"/>
            </p:cNvSpPr>
            <p:nvPr/>
          </p:nvSpPr>
          <p:spPr>
            <a:xfrm>
              <a:off x="3269449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1E51E71A-A2BC-0776-E4CA-D30FBB1BE241}"/>
                </a:ext>
              </a:extLst>
            </p:cNvPr>
            <p:cNvSpPr>
              <a:spLocks noGrp="1"/>
            </p:cNvSpPr>
            <p:nvPr/>
          </p:nvSpPr>
          <p:spPr>
            <a:xfrm>
              <a:off x="3181873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58C61B38-F8DB-1F98-DEE4-C9D7130E2730}"/>
                </a:ext>
              </a:extLst>
            </p:cNvPr>
            <p:cNvSpPr>
              <a:spLocks noGrp="1"/>
            </p:cNvSpPr>
            <p:nvPr/>
          </p:nvSpPr>
          <p:spPr>
            <a:xfrm>
              <a:off x="3192663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Atom embeddings</a:t>
              </a:r>
              <a:endParaRPr sz="550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BBF0C328-3AF9-A068-FA92-FBF890856A66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3474DD36-B24E-DC42-848D-72CE3DEC2274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F807BDD1-EE13-F00C-2E77-C8910F6ACC73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DB1A890F-778A-35C9-7AE1-C0AE618D52CF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B445D6B3-6FC7-4615-5975-85730846D82F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EDF77049-6933-CA1B-21BD-2D261FB460F5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F24780FB-09E3-AE39-557B-018C817CABA7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69791062-44B8-8426-AAD4-DD68B1FF31BA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DAD773D5-9108-C0B7-81D5-AC1CF98B49B0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FD6D65E0-3CD4-81C9-A7EC-EE4D1EA03DA1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06E5EF8-D1B9-1DB5-4010-25CDECE16DF3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AD5706A-D366-481E-242D-C3727EE68292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6454B603-2435-1F3E-EFE1-9F3ED69FE183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BDC3058F-5BB6-EF0A-C0E4-8FFF478A86C2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7A6FD57F-2D4A-E860-6015-70841E18A307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289EF4F7-DDB6-5545-39F7-5D1B3F86D2D3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B1282592-D5D6-9C68-2D42-3D2A0FA6458C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390A8337-4744-F454-87FF-4E9BDE799C1D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F2F7291B-E14D-7E55-CC39-0366DDE36AB6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7DDB5DDB-AA90-B36F-ECCA-B3D87BDEF49C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FBF483EB-0895-E2F9-E946-2CE7B0273010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235264C0-29EF-D9B8-F0D1-9BEBBAD9D6E8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9BB4142-622C-474C-899B-E7C760EA5054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6D2284D9-4AE6-02DD-AA99-C88ED825A8F4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A354350A-00E7-4344-FF84-5BBF2165CEDA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E2EDFAC2-C5CD-2DF8-165C-4DBC9D98B449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4D088869-EB59-E1B3-59B4-C3C92C8170BA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119CBCB9-6860-7DCC-AF73-C422647EEF23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0ED964A-EDEB-7D43-69F8-BEFE576D1277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A0A2A64A-E67D-3395-0409-F2703179F7EC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EA7CE8E7-C1AC-E261-A970-8EC80886D558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CC5802F-96A8-F327-8DCD-5C642BB94DCE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1E148E3C-F1D3-F47F-36C6-42E1C579FB78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CE95E95-35B4-AAA3-E629-B7804854BFD1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AA444A0-2B6A-4C23-EFFA-BB0D0814FEA4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FA614244-906C-CFFC-1294-6D233D01CB35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EE4A1296-1DD3-454F-610D-2BDEB1D0EFA9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A27DCA6A-D9A0-89D2-300F-145A0353541B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110481AC-0BB3-A98A-15F4-6DA00B6462E6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CA0FE5FF-20F8-A515-1575-D2B579C6A384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62DD97DC-E1EF-3AC8-77C6-31E750CF1688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B545DCC8-F9BD-6322-3BD3-A195D0A92FFB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362456-65E1-995A-0618-99CCC4184C1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2C35F9E-7361-3F63-4B0D-A98BA11C6FD6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FAAA67D0-1522-17CF-8376-8D76753F582D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8EFA4585-A006-C810-377D-DBA6C87576CE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64D11889-0CF0-CA9A-1917-2BF4C8C70236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188B5773-F5C9-7D4C-8152-FA7D9B627789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BBF02AFB-8489-0057-17C0-1186E4D7244F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4D1F1E41-46E5-997B-A9A2-D4A7E86A821C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BDC0B5DB-1FDB-9192-A8A8-9F9E9FC2CF4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9C663294-FCA2-F8DE-2AEC-EEF54C48921A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28E76182-0A60-4A72-9586-C12459BE0B58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29FC68A5-EB54-9596-85EC-EDC1175B056F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59C9C8C5-D90A-7A02-93D3-957FE3AE7DC3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3DFB888-0521-0863-270C-DBAF169C149A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CDAE8F1E-742C-7BA1-EB00-87CA9B9E40A2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74117986-6240-D77F-909C-522F6146D289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68BD8A38-75EC-BA37-589D-F9C3EBE804E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BA2E6B5A-7074-DCD3-8646-836425ECA4E6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E2B9FFDB-87E6-991D-6FE1-3A8ED7934F53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93BBAAA9-24B8-1E29-A6DC-8B4D096073B5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68A528E6-65EA-9C73-7412-55AD6CD16CE8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2EEE91B3-D81D-6257-AECC-400C8A929123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F23A2C65-E88A-BB4F-DB2B-F6BDFE0A90A0}"/>
                </a:ext>
              </a:extLst>
            </p:cNvPr>
            <p:cNvSpPr>
              <a:spLocks noGrp="1"/>
            </p:cNvSpPr>
            <p:nvPr/>
          </p:nvSpPr>
          <p:spPr>
            <a:xfrm>
              <a:off x="800363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3B989565-3BAD-D4AD-9254-F92A9CA55F5F}"/>
                </a:ext>
              </a:extLst>
            </p:cNvPr>
            <p:cNvSpPr>
              <a:spLocks noGrp="1"/>
            </p:cNvSpPr>
            <p:nvPr/>
          </p:nvSpPr>
          <p:spPr>
            <a:xfrm>
              <a:off x="806078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42B8B6C2-B43E-383F-14DE-C418D4494332}"/>
                </a:ext>
              </a:extLst>
            </p:cNvPr>
            <p:cNvSpPr>
              <a:spLocks noGrp="1"/>
            </p:cNvSpPr>
            <p:nvPr/>
          </p:nvSpPr>
          <p:spPr>
            <a:xfrm>
              <a:off x="811793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9894408-4EFC-1123-4D43-5E7226F5F0C0}"/>
                </a:ext>
              </a:extLst>
            </p:cNvPr>
            <p:cNvSpPr>
              <a:spLocks noGrp="1"/>
            </p:cNvSpPr>
            <p:nvPr/>
          </p:nvSpPr>
          <p:spPr>
            <a:xfrm>
              <a:off x="800363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B15788D5-8154-0220-0ADD-B84E221B0B6F}"/>
                </a:ext>
              </a:extLst>
            </p:cNvPr>
            <p:cNvSpPr>
              <a:spLocks noGrp="1"/>
            </p:cNvSpPr>
            <p:nvPr/>
          </p:nvSpPr>
          <p:spPr>
            <a:xfrm>
              <a:off x="806078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06FB727B-1C36-BDAC-BF90-119F79F57919}"/>
                </a:ext>
              </a:extLst>
            </p:cNvPr>
            <p:cNvSpPr>
              <a:spLocks noGrp="1"/>
            </p:cNvSpPr>
            <p:nvPr/>
          </p:nvSpPr>
          <p:spPr>
            <a:xfrm>
              <a:off x="811793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3BB3F16C-BBC6-CEA5-1D5F-BADEC13D0E07}"/>
                </a:ext>
              </a:extLst>
            </p:cNvPr>
            <p:cNvSpPr>
              <a:spLocks noGrp="1"/>
            </p:cNvSpPr>
            <p:nvPr/>
          </p:nvSpPr>
          <p:spPr>
            <a:xfrm>
              <a:off x="2334020" y="1518479"/>
              <a:ext cx="842366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DD01582E-D72F-DC2A-ED51-209065AB4BE2}"/>
                </a:ext>
              </a:extLst>
            </p:cNvPr>
            <p:cNvSpPr>
              <a:spLocks noGrp="1"/>
            </p:cNvSpPr>
            <p:nvPr/>
          </p:nvSpPr>
          <p:spPr>
            <a:xfrm>
              <a:off x="3123088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8835B13D-A150-D32A-EA5F-DF6B94803636}"/>
                </a:ext>
              </a:extLst>
            </p:cNvPr>
            <p:cNvSpPr>
              <a:spLocks noGrp="1"/>
            </p:cNvSpPr>
            <p:nvPr/>
          </p:nvSpPr>
          <p:spPr>
            <a:xfrm>
              <a:off x="2334020" y="3260557"/>
              <a:ext cx="842366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A5463DF5-F357-C133-4537-3687854104BD}"/>
                </a:ext>
              </a:extLst>
            </p:cNvPr>
            <p:cNvSpPr>
              <a:spLocks noGrp="1"/>
            </p:cNvSpPr>
            <p:nvPr/>
          </p:nvSpPr>
          <p:spPr>
            <a:xfrm>
              <a:off x="3123088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7A050F5-4BBD-83D0-3E56-868138C02A2E}"/>
                </a:ext>
              </a:extLst>
            </p:cNvPr>
            <p:cNvSpPr>
              <a:spLocks noGrp="1"/>
            </p:cNvSpPr>
            <p:nvPr/>
          </p:nvSpPr>
          <p:spPr>
            <a:xfrm>
              <a:off x="9750468" y="1544003"/>
              <a:ext cx="409314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75132D2-B1BA-3819-E6E4-408E45D3577A}"/>
                </a:ext>
              </a:extLst>
            </p:cNvPr>
            <p:cNvSpPr>
              <a:spLocks noGrp="1"/>
            </p:cNvSpPr>
            <p:nvPr/>
          </p:nvSpPr>
          <p:spPr>
            <a:xfrm>
              <a:off x="10116443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E2AB92F8-FB1A-DF4D-C056-6A909BEA2DE1}"/>
                </a:ext>
              </a:extLst>
            </p:cNvPr>
            <p:cNvSpPr>
              <a:spLocks noGrp="1"/>
            </p:cNvSpPr>
            <p:nvPr/>
          </p:nvSpPr>
          <p:spPr>
            <a:xfrm>
              <a:off x="9750468" y="3107055"/>
              <a:ext cx="409314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28B06725-C3FB-3373-8A56-A66D9CE3ECA7}"/>
                </a:ext>
              </a:extLst>
            </p:cNvPr>
            <p:cNvSpPr>
              <a:spLocks noGrp="1"/>
            </p:cNvSpPr>
            <p:nvPr/>
          </p:nvSpPr>
          <p:spPr>
            <a:xfrm>
              <a:off x="10116443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5BDE2ECB-1CBA-ACB1-3426-F3E9F144A8A7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94C963B0-6292-D96E-8000-E5176CACF1B1}"/>
                </a:ext>
              </a:extLst>
            </p:cNvPr>
            <p:cNvSpPr>
              <a:spLocks noGrp="1"/>
            </p:cNvSpPr>
            <p:nvPr/>
          </p:nvSpPr>
          <p:spPr>
            <a:xfrm>
              <a:off x="54444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6EDFECDB-834F-45E8-C447-187E68499D36}"/>
                </a:ext>
              </a:extLst>
            </p:cNvPr>
            <p:cNvSpPr>
              <a:spLocks noGrp="1"/>
            </p:cNvSpPr>
            <p:nvPr/>
          </p:nvSpPr>
          <p:spPr>
            <a:xfrm>
              <a:off x="5856838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147D1FA6-05BE-3A5D-C1FE-78DB516DA9EB}"/>
                </a:ext>
              </a:extLst>
            </p:cNvPr>
            <p:cNvSpPr>
              <a:spLocks noGrp="1"/>
            </p:cNvSpPr>
            <p:nvPr/>
          </p:nvSpPr>
          <p:spPr>
            <a:xfrm>
              <a:off x="5892081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7AF7CF23-54DF-A29D-2F07-D36A3F45EDD2}"/>
                </a:ext>
              </a:extLst>
            </p:cNvPr>
            <p:cNvSpPr>
              <a:spLocks noGrp="1"/>
            </p:cNvSpPr>
            <p:nvPr/>
          </p:nvSpPr>
          <p:spPr>
            <a:xfrm>
              <a:off x="6428338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99F4C0B1-883D-15E1-DE1D-B9D0B602A47D}"/>
                </a:ext>
              </a:extLst>
            </p:cNvPr>
            <p:cNvSpPr>
              <a:spLocks noGrp="1"/>
            </p:cNvSpPr>
            <p:nvPr/>
          </p:nvSpPr>
          <p:spPr>
            <a:xfrm>
              <a:off x="65874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1AB9AC41-CF99-6B25-72AE-CA5759E07BBC}"/>
                </a:ext>
              </a:extLst>
            </p:cNvPr>
            <p:cNvSpPr>
              <a:spLocks noGrp="1"/>
            </p:cNvSpPr>
            <p:nvPr/>
          </p:nvSpPr>
          <p:spPr>
            <a:xfrm>
              <a:off x="7704688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8B74AF9E-166C-456E-8C30-81819473FD65}"/>
                </a:ext>
              </a:extLst>
            </p:cNvPr>
            <p:cNvSpPr>
              <a:spLocks noGrp="1"/>
            </p:cNvSpPr>
            <p:nvPr/>
          </p:nvSpPr>
          <p:spPr>
            <a:xfrm>
              <a:off x="78828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1DF9FEC8-127A-C6BF-A242-5459B8B47514}"/>
                </a:ext>
              </a:extLst>
            </p:cNvPr>
            <p:cNvSpPr>
              <a:spLocks noGrp="1"/>
            </p:cNvSpPr>
            <p:nvPr/>
          </p:nvSpPr>
          <p:spPr>
            <a:xfrm>
              <a:off x="8428588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235A2EBC-75E8-8D72-4A9D-B691D888DD1B}"/>
                </a:ext>
              </a:extLst>
            </p:cNvPr>
            <p:cNvSpPr>
              <a:spLocks noGrp="1"/>
            </p:cNvSpPr>
            <p:nvPr/>
          </p:nvSpPr>
          <p:spPr>
            <a:xfrm>
              <a:off x="847335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E16F5364-FA67-8E77-55DD-31048ACFB369}"/>
                </a:ext>
              </a:extLst>
            </p:cNvPr>
            <p:cNvSpPr>
              <a:spLocks noGrp="1"/>
            </p:cNvSpPr>
            <p:nvPr/>
          </p:nvSpPr>
          <p:spPr>
            <a:xfrm>
              <a:off x="8866738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CAB8405E-639F-441D-4076-97C5C8079141}"/>
                </a:ext>
              </a:extLst>
            </p:cNvPr>
            <p:cNvSpPr>
              <a:spLocks noGrp="1"/>
            </p:cNvSpPr>
            <p:nvPr/>
          </p:nvSpPr>
          <p:spPr>
            <a:xfrm>
              <a:off x="893055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CEC7BC5-9C91-5A2D-286F-54CED1B58658}"/>
                </a:ext>
              </a:extLst>
            </p:cNvPr>
            <p:cNvSpPr>
              <a:spLocks noGrp="1"/>
            </p:cNvSpPr>
            <p:nvPr/>
          </p:nvSpPr>
          <p:spPr>
            <a:xfrm>
              <a:off x="4990063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D6AAD354-1253-F73A-1F09-0D42951F0AD2}"/>
                </a:ext>
              </a:extLst>
            </p:cNvPr>
            <p:cNvSpPr>
              <a:spLocks noGrp="1"/>
            </p:cNvSpPr>
            <p:nvPr/>
          </p:nvSpPr>
          <p:spPr>
            <a:xfrm>
              <a:off x="9305507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E944DD48-0E77-62B4-4E66-FC482D648DB0}"/>
                </a:ext>
              </a:extLst>
            </p:cNvPr>
            <p:cNvSpPr>
              <a:spLocks noGrp="1"/>
            </p:cNvSpPr>
            <p:nvPr/>
          </p:nvSpPr>
          <p:spPr>
            <a:xfrm>
              <a:off x="5628238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5D984C66-44F4-6C0C-29FA-C26BCC014DA5}"/>
                </a:ext>
              </a:extLst>
            </p:cNvPr>
            <p:cNvSpPr>
              <a:spLocks noGrp="1"/>
            </p:cNvSpPr>
            <p:nvPr/>
          </p:nvSpPr>
          <p:spPr>
            <a:xfrm>
              <a:off x="8676857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796339B7-CA5C-9A6F-F626-7D7B76227D0E}"/>
                </a:ext>
              </a:extLst>
            </p:cNvPr>
            <p:cNvSpPr>
              <a:spLocks noGrp="1"/>
            </p:cNvSpPr>
            <p:nvPr/>
          </p:nvSpPr>
          <p:spPr>
            <a:xfrm>
              <a:off x="6152113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5389494F-4196-1B0C-C069-F40391B0419B}"/>
                </a:ext>
              </a:extLst>
            </p:cNvPr>
            <p:cNvSpPr>
              <a:spLocks noGrp="1"/>
            </p:cNvSpPr>
            <p:nvPr/>
          </p:nvSpPr>
          <p:spPr>
            <a:xfrm>
              <a:off x="8133932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0492619-D665-D0F6-7061-EDCBCE3DDA3A}"/>
                </a:ext>
              </a:extLst>
            </p:cNvPr>
            <p:cNvSpPr>
              <a:spLocks noGrp="1"/>
            </p:cNvSpPr>
            <p:nvPr/>
          </p:nvSpPr>
          <p:spPr>
            <a:xfrm>
              <a:off x="5518129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B7BCE76F-C831-1ABC-ADA2-90D7588CB987}"/>
                </a:ext>
              </a:extLst>
            </p:cNvPr>
            <p:cNvSpPr>
              <a:spLocks noGrp="1"/>
            </p:cNvSpPr>
            <p:nvPr/>
          </p:nvSpPr>
          <p:spPr>
            <a:xfrm>
              <a:off x="57305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24AE15E3-3B2D-CC4A-618E-E9BB13DA2E16}"/>
                </a:ext>
              </a:extLst>
            </p:cNvPr>
            <p:cNvSpPr>
              <a:spLocks noGrp="1"/>
            </p:cNvSpPr>
            <p:nvPr/>
          </p:nvSpPr>
          <p:spPr>
            <a:xfrm>
              <a:off x="652273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8007E90B-E49B-BC36-45F6-E1B46BA41A6C}"/>
                </a:ext>
              </a:extLst>
            </p:cNvPr>
            <p:cNvSpPr>
              <a:spLocks noGrp="1"/>
            </p:cNvSpPr>
            <p:nvPr/>
          </p:nvSpPr>
          <p:spPr>
            <a:xfrm>
              <a:off x="679095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2D087525-2ABD-3A01-10DA-7F65FB2DD09A}"/>
                </a:ext>
              </a:extLst>
            </p:cNvPr>
            <p:cNvSpPr>
              <a:spLocks noGrp="1"/>
            </p:cNvSpPr>
            <p:nvPr/>
          </p:nvSpPr>
          <p:spPr>
            <a:xfrm>
              <a:off x="7508759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417DAC3E-DE7D-4EBD-83BF-06F7FB2A8085}"/>
                </a:ext>
              </a:extLst>
            </p:cNvPr>
            <p:cNvSpPr>
              <a:spLocks noGrp="1"/>
            </p:cNvSpPr>
            <p:nvPr/>
          </p:nvSpPr>
          <p:spPr>
            <a:xfrm>
              <a:off x="7776983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3F66A9B7-F35C-EB4C-B102-3F29A4296978}"/>
                </a:ext>
              </a:extLst>
            </p:cNvPr>
            <p:cNvSpPr>
              <a:spLocks noGrp="1"/>
            </p:cNvSpPr>
            <p:nvPr/>
          </p:nvSpPr>
          <p:spPr>
            <a:xfrm>
              <a:off x="8569082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4634E7DB-F8E3-B989-4F8D-785672F195B4}"/>
                </a:ext>
              </a:extLst>
            </p:cNvPr>
            <p:cNvSpPr>
              <a:spLocks noGrp="1"/>
            </p:cNvSpPr>
            <p:nvPr/>
          </p:nvSpPr>
          <p:spPr>
            <a:xfrm>
              <a:off x="878148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0FF19FA3-F74F-0EF3-2637-6AA25406EF88}"/>
                </a:ext>
              </a:extLst>
            </p:cNvPr>
            <p:cNvSpPr>
              <a:spLocks noGrp="1"/>
            </p:cNvSpPr>
            <p:nvPr/>
          </p:nvSpPr>
          <p:spPr>
            <a:xfrm>
              <a:off x="5155417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3D13397A-1EED-4CCF-C88D-62A5EFCF622C}"/>
                </a:ext>
              </a:extLst>
            </p:cNvPr>
            <p:cNvSpPr>
              <a:spLocks noGrp="1"/>
            </p:cNvSpPr>
            <p:nvPr/>
          </p:nvSpPr>
          <p:spPr>
            <a:xfrm>
              <a:off x="5126747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F3328C85-8D10-5BAE-F06A-A042F88B4457}"/>
                </a:ext>
              </a:extLst>
            </p:cNvPr>
            <p:cNvSpPr>
              <a:spLocks noGrp="1"/>
            </p:cNvSpPr>
            <p:nvPr/>
          </p:nvSpPr>
          <p:spPr>
            <a:xfrm>
              <a:off x="718319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615DF42F-7A96-D005-2B04-2E5B83AF189A}"/>
                </a:ext>
              </a:extLst>
            </p:cNvPr>
            <p:cNvSpPr>
              <a:spLocks noGrp="1"/>
            </p:cNvSpPr>
            <p:nvPr/>
          </p:nvSpPr>
          <p:spPr>
            <a:xfrm>
              <a:off x="7154524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8F954EB4-FAB9-9DC0-DCA1-6E84B625ECD7}"/>
                </a:ext>
              </a:extLst>
            </p:cNvPr>
            <p:cNvSpPr>
              <a:spLocks noGrp="1"/>
            </p:cNvSpPr>
            <p:nvPr/>
          </p:nvSpPr>
          <p:spPr>
            <a:xfrm>
              <a:off x="9210972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DDC6F6E8-2600-F9F0-8C4C-DF220F079064}"/>
                </a:ext>
              </a:extLst>
            </p:cNvPr>
            <p:cNvSpPr>
              <a:spLocks noGrp="1"/>
            </p:cNvSpPr>
            <p:nvPr/>
          </p:nvSpPr>
          <p:spPr>
            <a:xfrm>
              <a:off x="9182301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D9AFE2A4-7629-8D55-72A2-74513ED16554}"/>
                </a:ext>
              </a:extLst>
            </p:cNvPr>
            <p:cNvSpPr>
              <a:spLocks noGrp="1"/>
            </p:cNvSpPr>
            <p:nvPr/>
          </p:nvSpPr>
          <p:spPr>
            <a:xfrm>
              <a:off x="7666874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9E9F6AF5-6C88-4D6A-4EB6-AE11098D540D}"/>
                </a:ext>
              </a:extLst>
            </p:cNvPr>
            <p:cNvSpPr>
              <a:spLocks noGrp="1"/>
            </p:cNvSpPr>
            <p:nvPr/>
          </p:nvSpPr>
          <p:spPr>
            <a:xfrm>
              <a:off x="5155417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FC70626C-9297-3774-289D-8C74BAB81591}"/>
                </a:ext>
              </a:extLst>
            </p:cNvPr>
            <p:cNvSpPr>
              <a:spLocks noGrp="1"/>
            </p:cNvSpPr>
            <p:nvPr/>
          </p:nvSpPr>
          <p:spPr>
            <a:xfrm>
              <a:off x="5126747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23964A60-5300-B32A-CC8C-9F9A10909522}"/>
                </a:ext>
              </a:extLst>
            </p:cNvPr>
            <p:cNvSpPr>
              <a:spLocks noGrp="1"/>
            </p:cNvSpPr>
            <p:nvPr/>
          </p:nvSpPr>
          <p:spPr>
            <a:xfrm>
              <a:off x="3807779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64E15CB-81EF-2FAC-14F2-E25D89F29346}"/>
                </a:ext>
              </a:extLst>
            </p:cNvPr>
            <p:cNvSpPr>
              <a:spLocks noGrp="1"/>
            </p:cNvSpPr>
            <p:nvPr/>
          </p:nvSpPr>
          <p:spPr>
            <a:xfrm>
              <a:off x="4913156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B4BBBDF4-6774-1D2C-95B2-F3B88AB1C869}"/>
                </a:ext>
              </a:extLst>
            </p:cNvPr>
            <p:cNvSpPr>
              <a:spLocks noGrp="1"/>
            </p:cNvSpPr>
            <p:nvPr/>
          </p:nvSpPr>
          <p:spPr>
            <a:xfrm>
              <a:off x="2301020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950F0CCA-2F88-9AFF-22D8-DAA7ACB6176C}"/>
                </a:ext>
              </a:extLst>
            </p:cNvPr>
            <p:cNvSpPr>
              <a:spLocks noGrp="1"/>
            </p:cNvSpPr>
            <p:nvPr/>
          </p:nvSpPr>
          <p:spPr>
            <a:xfrm>
              <a:off x="3147792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B22E0EF3-FD19-0826-1822-07182CC69FC5}"/>
                </a:ext>
              </a:extLst>
            </p:cNvPr>
            <p:cNvSpPr>
              <a:spLocks noGrp="1"/>
            </p:cNvSpPr>
            <p:nvPr/>
          </p:nvSpPr>
          <p:spPr>
            <a:xfrm>
              <a:off x="2301020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CA70B1F6-4A00-BABC-2972-012866989961}"/>
                </a:ext>
              </a:extLst>
            </p:cNvPr>
            <p:cNvSpPr>
              <a:spLocks noGrp="1"/>
            </p:cNvSpPr>
            <p:nvPr/>
          </p:nvSpPr>
          <p:spPr>
            <a:xfrm>
              <a:off x="2272349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08F1A61E-3B0E-8BF6-7F27-5CCE4D22C59A}"/>
                </a:ext>
              </a:extLst>
            </p:cNvPr>
            <p:cNvSpPr>
              <a:spLocks noGrp="1"/>
            </p:cNvSpPr>
            <p:nvPr/>
          </p:nvSpPr>
          <p:spPr>
            <a:xfrm>
              <a:off x="3975515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4A8E2717-7DBF-7A20-898F-8A4B8D99C916}"/>
                </a:ext>
              </a:extLst>
            </p:cNvPr>
            <p:cNvSpPr>
              <a:spLocks noGrp="1"/>
            </p:cNvSpPr>
            <p:nvPr/>
          </p:nvSpPr>
          <p:spPr>
            <a:xfrm>
              <a:off x="3946844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2C7C678A-F3D0-E51D-2CD6-B41E5CBA7774}"/>
                </a:ext>
              </a:extLst>
            </p:cNvPr>
            <p:cNvSpPr>
              <a:spLocks noGrp="1"/>
            </p:cNvSpPr>
            <p:nvPr/>
          </p:nvSpPr>
          <p:spPr>
            <a:xfrm>
              <a:off x="3546890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E62BF4CB-2DFB-E34F-0A43-259454CA6416}"/>
                </a:ext>
              </a:extLst>
            </p:cNvPr>
            <p:cNvSpPr>
              <a:spLocks noGrp="1"/>
            </p:cNvSpPr>
            <p:nvPr/>
          </p:nvSpPr>
          <p:spPr>
            <a:xfrm>
              <a:off x="5006120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4AD6C56A-E9C3-F934-64AC-D936F1D8505E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EEAEF4BF-5039-6C23-B675-9771749FE17A}"/>
                </a:ext>
              </a:extLst>
            </p:cNvPr>
            <p:cNvSpPr>
              <a:spLocks noGrp="1"/>
            </p:cNvSpPr>
            <p:nvPr/>
          </p:nvSpPr>
          <p:spPr>
            <a:xfrm>
              <a:off x="5397502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EFD90DBF-A222-410E-15F3-D541CA16A8AE}"/>
                </a:ext>
              </a:extLst>
            </p:cNvPr>
            <p:cNvSpPr>
              <a:spLocks noGrp="1"/>
            </p:cNvSpPr>
            <p:nvPr/>
          </p:nvSpPr>
          <p:spPr>
            <a:xfrm>
              <a:off x="4761327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91B08F31-0339-9716-3395-2B3F8970BA82}"/>
                </a:ext>
              </a:extLst>
            </p:cNvPr>
            <p:cNvSpPr>
              <a:spLocks noGrp="1"/>
            </p:cNvSpPr>
            <p:nvPr/>
          </p:nvSpPr>
          <p:spPr>
            <a:xfrm>
              <a:off x="4737991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5FC3F76-C3DD-1537-7837-64B9361AE243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7A05C2E3-B0E7-7DA8-4847-EC91C004D35D}"/>
                </a:ext>
              </a:extLst>
            </p:cNvPr>
            <p:cNvSpPr>
              <a:spLocks noGrp="1"/>
            </p:cNvSpPr>
            <p:nvPr/>
          </p:nvSpPr>
          <p:spPr>
            <a:xfrm>
              <a:off x="5397502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FE203BD6-3778-87C2-8526-E332B5B380C4}"/>
                </a:ext>
              </a:extLst>
            </p:cNvPr>
            <p:cNvSpPr>
              <a:spLocks noGrp="1"/>
            </p:cNvSpPr>
            <p:nvPr/>
          </p:nvSpPr>
          <p:spPr>
            <a:xfrm>
              <a:off x="2617154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D2B7433A-243E-C206-1CB1-3F191E6AD029}"/>
                </a:ext>
              </a:extLst>
            </p:cNvPr>
            <p:cNvSpPr>
              <a:spLocks noGrp="1"/>
            </p:cNvSpPr>
            <p:nvPr/>
          </p:nvSpPr>
          <p:spPr>
            <a:xfrm>
              <a:off x="2588484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D5A6B998-ADFA-E982-8C35-E6D90114C21C}"/>
                </a:ext>
              </a:extLst>
            </p:cNvPr>
            <p:cNvSpPr>
              <a:spLocks noGrp="1"/>
            </p:cNvSpPr>
            <p:nvPr/>
          </p:nvSpPr>
          <p:spPr>
            <a:xfrm>
              <a:off x="3417159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660BE4D6-2608-6E09-7FF4-AD7C50994699}"/>
                </a:ext>
              </a:extLst>
            </p:cNvPr>
            <p:cNvSpPr>
              <a:spLocks noGrp="1"/>
            </p:cNvSpPr>
            <p:nvPr/>
          </p:nvSpPr>
          <p:spPr>
            <a:xfrm>
              <a:off x="3974562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22A5040B-9402-AB7D-9094-F4BF5F10ADD2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D0F3AAE9-EBC0-FC07-AF0A-FBDAD938D93E}"/>
                </a:ext>
              </a:extLst>
            </p:cNvPr>
            <p:cNvSpPr>
              <a:spLocks noGrp="1"/>
            </p:cNvSpPr>
            <p:nvPr/>
          </p:nvSpPr>
          <p:spPr>
            <a:xfrm>
              <a:off x="752672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2545D43E-9B8D-BA3E-80CD-880BD63B35AE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2F033F6F-AC85-37DE-479C-D063C3DB8E25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EF864D3-D6E3-5180-82C2-0A0AE886C150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B23BD653-4893-2671-9B86-7F888A6E5617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B0DCC1B2-7C1A-332C-0127-08382278DBC6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F5D1A0D2-1869-EB89-61A3-D3ABFE580C35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416B661C-118E-CA99-59DC-DA4857A74E2E}"/>
                </a:ext>
              </a:extLst>
            </p:cNvPr>
            <p:cNvSpPr>
              <a:spLocks noGrp="1"/>
            </p:cNvSpPr>
            <p:nvPr/>
          </p:nvSpPr>
          <p:spPr>
            <a:xfrm>
              <a:off x="8530941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0BA2F96A-2AFB-7C00-99C8-78C9DC78B848}"/>
                </a:ext>
              </a:extLst>
            </p:cNvPr>
            <p:cNvSpPr>
              <a:spLocks noGrp="1"/>
            </p:cNvSpPr>
            <p:nvPr/>
          </p:nvSpPr>
          <p:spPr>
            <a:xfrm>
              <a:off x="8502271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688B9630-847C-74A2-04EF-D75E08D7E423}"/>
                </a:ext>
              </a:extLst>
            </p:cNvPr>
            <p:cNvSpPr>
              <a:spLocks noGrp="1"/>
            </p:cNvSpPr>
            <p:nvPr/>
          </p:nvSpPr>
          <p:spPr>
            <a:xfrm>
              <a:off x="8530941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7251A2B8-D12B-A433-6B0D-10AA76953AAB}"/>
                </a:ext>
              </a:extLst>
            </p:cNvPr>
            <p:cNvSpPr>
              <a:spLocks noGrp="1"/>
            </p:cNvSpPr>
            <p:nvPr/>
          </p:nvSpPr>
          <p:spPr>
            <a:xfrm>
              <a:off x="8502271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A4787BA6-E950-16B8-B01A-9B4C92E13C7A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9D094DDB-3471-ECAC-BCA5-E9612E620328}"/>
                </a:ext>
              </a:extLst>
            </p:cNvPr>
            <p:cNvSpPr>
              <a:spLocks noGrp="1"/>
            </p:cNvSpPr>
            <p:nvPr/>
          </p:nvSpPr>
          <p:spPr>
            <a:xfrm>
              <a:off x="10094756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43A875F1-64CC-3AE0-16D0-832B017C6CB3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D83A070A-E1D1-4067-2310-74DC30F9F921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BA39657-BA55-8B03-4B42-2E8CA0F2402A}"/>
                </a:ext>
              </a:extLst>
            </p:cNvPr>
            <p:cNvSpPr>
              <a:spLocks noGrp="1"/>
            </p:cNvSpPr>
            <p:nvPr/>
          </p:nvSpPr>
          <p:spPr>
            <a:xfrm>
              <a:off x="10133903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46BBCF7E-77B7-430B-5E68-8D5D4D07C9BA}"/>
                </a:ext>
              </a:extLst>
            </p:cNvPr>
            <p:cNvSpPr>
              <a:spLocks noGrp="1"/>
            </p:cNvSpPr>
            <p:nvPr/>
          </p:nvSpPr>
          <p:spPr>
            <a:xfrm>
              <a:off x="10105233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19123C2B-08C0-5942-5974-56E3DB290164}"/>
                </a:ext>
              </a:extLst>
            </p:cNvPr>
            <p:cNvSpPr>
              <a:spLocks noGrp="1"/>
            </p:cNvSpPr>
            <p:nvPr/>
          </p:nvSpPr>
          <p:spPr>
            <a:xfrm>
              <a:off x="10123426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F6D726DD-707A-38A3-9C89-49061435E2BF}"/>
                </a:ext>
              </a:extLst>
            </p:cNvPr>
            <p:cNvSpPr>
              <a:spLocks noGrp="1"/>
            </p:cNvSpPr>
            <p:nvPr/>
          </p:nvSpPr>
          <p:spPr>
            <a:xfrm>
              <a:off x="10094756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739AFAAD-E669-E2AC-687E-E59FC6E7FAD2}"/>
                </a:ext>
              </a:extLst>
            </p:cNvPr>
            <p:cNvSpPr>
              <a:spLocks noGrp="1"/>
            </p:cNvSpPr>
            <p:nvPr/>
          </p:nvSpPr>
          <p:spPr>
            <a:xfrm>
              <a:off x="7709696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98D92A42-D662-B44C-CD57-583BDD75174C}"/>
                </a:ext>
              </a:extLst>
            </p:cNvPr>
            <p:cNvSpPr>
              <a:spLocks noGrp="1"/>
            </p:cNvSpPr>
            <p:nvPr/>
          </p:nvSpPr>
          <p:spPr>
            <a:xfrm>
              <a:off x="7686359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97C332FD-B4F7-4A69-7F24-BE35ED3CC233}"/>
                </a:ext>
              </a:extLst>
            </p:cNvPr>
            <p:cNvSpPr>
              <a:spLocks noGrp="1"/>
            </p:cNvSpPr>
            <p:nvPr/>
          </p:nvSpPr>
          <p:spPr>
            <a:xfrm>
              <a:off x="8858411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4B6A3B32-B3D1-5F9B-FDB9-6517BE3635C2}"/>
                </a:ext>
              </a:extLst>
            </p:cNvPr>
            <p:cNvSpPr>
              <a:spLocks noGrp="1"/>
            </p:cNvSpPr>
            <p:nvPr/>
          </p:nvSpPr>
          <p:spPr>
            <a:xfrm>
              <a:off x="9293989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CC1BD470-88ED-E459-BC64-3926AF1B81FC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7DE28A53-D82C-C158-A00E-484E630E57C6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9DE07E88-6455-6397-3B15-5E2794D66EC1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80249588-4991-7EA9-C183-E31DFF970425}"/>
                </a:ext>
              </a:extLst>
            </p:cNvPr>
            <p:cNvSpPr>
              <a:spLocks noGrp="1"/>
            </p:cNvSpPr>
            <p:nvPr/>
          </p:nvSpPr>
          <p:spPr>
            <a:xfrm>
              <a:off x="8010400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EB1CDE84-2AAC-05C7-2AC2-7F0CD69C4010}"/>
                </a:ext>
              </a:extLst>
            </p:cNvPr>
            <p:cNvSpPr>
              <a:spLocks noGrp="1"/>
            </p:cNvSpPr>
            <p:nvPr/>
          </p:nvSpPr>
          <p:spPr>
            <a:xfrm>
              <a:off x="8993380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AAA0335-3D51-EA88-2522-F717A483BF32}"/>
                </a:ext>
              </a:extLst>
            </p:cNvPr>
            <p:cNvSpPr>
              <a:spLocks noGrp="1"/>
            </p:cNvSpPr>
            <p:nvPr/>
          </p:nvSpPr>
          <p:spPr>
            <a:xfrm>
              <a:off x="8970044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67958AAC-3FC5-4E94-249E-68F363396C6E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5B85A195-1A68-48DC-E553-B1E99915D03B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DDE80B97-A909-A736-F258-523B74319AC3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E490B029-346A-A57E-7B15-889C23CE6281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B53F289C-77E1-6513-62C8-F939A23BF1B2}"/>
                </a:ext>
              </a:extLst>
            </p:cNvPr>
            <p:cNvSpPr>
              <a:spLocks noGrp="1"/>
            </p:cNvSpPr>
            <p:nvPr/>
          </p:nvSpPr>
          <p:spPr>
            <a:xfrm>
              <a:off x="8932896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7D1ABF5A-29C9-76A4-1903-E132A41C0C6D}"/>
                </a:ext>
              </a:extLst>
            </p:cNvPr>
            <p:cNvSpPr>
              <a:spLocks noGrp="1"/>
            </p:cNvSpPr>
            <p:nvPr/>
          </p:nvSpPr>
          <p:spPr>
            <a:xfrm>
              <a:off x="9508587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515E1CE9-4EFA-F96B-A08A-C6C2EC64DC6F}"/>
              </a:ext>
            </a:extLst>
          </p:cNvPr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725281" y="2388765"/>
            <a:ext cx="332109" cy="317507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14431DA-F1EE-CFB8-E7E0-CF4D130ECF44}"/>
              </a:ext>
            </a:extLst>
          </p:cNvPr>
          <p:cNvSpPr txBox="1"/>
          <p:nvPr/>
        </p:nvSpPr>
        <p:spPr>
          <a:xfrm>
            <a:off x="12900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263442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263442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>
            <a:extLst>
              <a:ext uri="{FF2B5EF4-FFF2-40B4-BE49-F238E27FC236}">
                <a16:creationId xmlns:a16="http://schemas.microsoft.com/office/drawing/2014/main" id="{FB41A424-8C9A-2DA8-76B2-57C0C54ECB10}"/>
              </a:ext>
            </a:extLst>
          </p:cNvPr>
          <p:cNvSpPr/>
          <p:nvPr/>
        </p:nvSpPr>
        <p:spPr>
          <a:xfrm>
            <a:off x="1381760" y="1305560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5BDD5"/>
            </a:solidFill>
            <a:prstDash val="solid"/>
            <a:round/>
          </a:ln>
        </p:spPr>
      </p:sp>
      <p:sp>
        <p:nvSpPr>
          <p:cNvPr id="1444" name="V8 embedding neighbor 1 to center">
            <a:extLst>
              <a:ext uri="{FF2B5EF4-FFF2-40B4-BE49-F238E27FC236}">
                <a16:creationId xmlns:a16="http://schemas.microsoft.com/office/drawing/2014/main" id="{3355B015-AF42-20CF-CA69-CEE14894D5E1}"/>
              </a:ext>
            </a:extLst>
          </p:cNvPr>
          <p:cNvSpPr/>
          <p:nvPr/>
        </p:nvSpPr>
        <p:spPr>
          <a:xfrm>
            <a:off x="14379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5" name="V8 embedding neighbor 1 to center head">
            <a:extLst>
              <a:ext uri="{FF2B5EF4-FFF2-40B4-BE49-F238E27FC236}">
                <a16:creationId xmlns:a16="http://schemas.microsoft.com/office/drawing/2014/main" id="{27615381-2E0E-2FB6-4DD6-10A8B1F481AB}"/>
              </a:ext>
            </a:extLst>
          </p:cNvPr>
          <p:cNvSpPr/>
          <p:nvPr/>
        </p:nvSpPr>
        <p:spPr>
          <a:xfrm>
            <a:off x="15086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6" name="V8 embedding neighbor 1">
            <a:extLst>
              <a:ext uri="{FF2B5EF4-FFF2-40B4-BE49-F238E27FC236}">
                <a16:creationId xmlns:a16="http://schemas.microsoft.com/office/drawing/2014/main" id="{B5E8A971-284C-84D2-C0DB-7EB12E4B5902}"/>
              </a:ext>
            </a:extLst>
          </p:cNvPr>
          <p:cNvSpPr/>
          <p:nvPr/>
        </p:nvSpPr>
        <p:spPr>
          <a:xfrm>
            <a:off x="14119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47" name="V8 embedding neighbor 2 to center">
            <a:extLst>
              <a:ext uri="{FF2B5EF4-FFF2-40B4-BE49-F238E27FC236}">
                <a16:creationId xmlns:a16="http://schemas.microsoft.com/office/drawing/2014/main" id="{410E19AF-558D-0BA4-4F56-8A43CC949018}"/>
              </a:ext>
            </a:extLst>
          </p:cNvPr>
          <p:cNvSpPr/>
          <p:nvPr/>
        </p:nvSpPr>
        <p:spPr>
          <a:xfrm>
            <a:off x="15678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8" name="V8 embedding neighbor 2 to center head">
            <a:extLst>
              <a:ext uri="{FF2B5EF4-FFF2-40B4-BE49-F238E27FC236}">
                <a16:creationId xmlns:a16="http://schemas.microsoft.com/office/drawing/2014/main" id="{50A61875-DCE0-421C-1735-CFE0432F2E90}"/>
              </a:ext>
            </a:extLst>
          </p:cNvPr>
          <p:cNvSpPr/>
          <p:nvPr/>
        </p:nvSpPr>
        <p:spPr>
          <a:xfrm>
            <a:off x="15633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9" name="V8 embedding neighbor 2">
            <a:extLst>
              <a:ext uri="{FF2B5EF4-FFF2-40B4-BE49-F238E27FC236}">
                <a16:creationId xmlns:a16="http://schemas.microsoft.com/office/drawing/2014/main" id="{7AEBAFCB-8ED1-BA01-F100-82AD32FAB4F6}"/>
              </a:ext>
            </a:extLst>
          </p:cNvPr>
          <p:cNvSpPr/>
          <p:nvPr/>
        </p:nvSpPr>
        <p:spPr>
          <a:xfrm>
            <a:off x="16303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0" name="V8 embedding upper curved aggregation">
            <a:extLst>
              <a:ext uri="{FF2B5EF4-FFF2-40B4-BE49-F238E27FC236}">
                <a16:creationId xmlns:a16="http://schemas.microsoft.com/office/drawing/2014/main" id="{1726AB57-DCD6-4DAB-768F-79635F178651}"/>
              </a:ext>
            </a:extLst>
          </p:cNvPr>
          <p:cNvSpPr/>
          <p:nvPr/>
        </p:nvSpPr>
        <p:spPr>
          <a:xfrm>
            <a:off x="15811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1" name="V8 embedding upper curved aggregation tip">
            <a:extLst>
              <a:ext uri="{FF2B5EF4-FFF2-40B4-BE49-F238E27FC236}">
                <a16:creationId xmlns:a16="http://schemas.microsoft.com/office/drawing/2014/main" id="{2B3CEBDA-0E2D-671A-9B26-76F746F7D64B}"/>
              </a:ext>
            </a:extLst>
          </p:cNvPr>
          <p:cNvSpPr/>
          <p:nvPr/>
        </p:nvSpPr>
        <p:spPr>
          <a:xfrm>
            <a:off x="15724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>
            <a:extLst>
              <a:ext uri="{FF2B5EF4-FFF2-40B4-BE49-F238E27FC236}">
                <a16:creationId xmlns:a16="http://schemas.microsoft.com/office/drawing/2014/main" id="{EA8590B6-001E-E7FA-C91E-6684CAB2CE42}"/>
              </a:ext>
            </a:extLst>
          </p:cNvPr>
          <p:cNvSpPr/>
          <p:nvPr/>
        </p:nvSpPr>
        <p:spPr>
          <a:xfrm>
            <a:off x="15646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3" name="V8 embedding neighbor 3">
            <a:extLst>
              <a:ext uri="{FF2B5EF4-FFF2-40B4-BE49-F238E27FC236}">
                <a16:creationId xmlns:a16="http://schemas.microsoft.com/office/drawing/2014/main" id="{122DFBAE-E742-85F4-F8BE-661BC7410AFC}"/>
              </a:ext>
            </a:extLst>
          </p:cNvPr>
          <p:cNvSpPr/>
          <p:nvPr/>
        </p:nvSpPr>
        <p:spPr>
          <a:xfrm>
            <a:off x="17030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4" name="V8 embedding curved aggregation">
            <a:extLst>
              <a:ext uri="{FF2B5EF4-FFF2-40B4-BE49-F238E27FC236}">
                <a16:creationId xmlns:a16="http://schemas.microsoft.com/office/drawing/2014/main" id="{90CEAB6E-EBCA-9F13-36DE-C928BA671D5A}"/>
              </a:ext>
            </a:extLst>
          </p:cNvPr>
          <p:cNvSpPr/>
          <p:nvPr/>
        </p:nvSpPr>
        <p:spPr>
          <a:xfrm>
            <a:off x="14224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5" name="V8 embedding curved aggregation tip">
            <a:extLst>
              <a:ext uri="{FF2B5EF4-FFF2-40B4-BE49-F238E27FC236}">
                <a16:creationId xmlns:a16="http://schemas.microsoft.com/office/drawing/2014/main" id="{4871021E-0B37-6092-4FB6-FB482931253B}"/>
              </a:ext>
            </a:extLst>
          </p:cNvPr>
          <p:cNvSpPr/>
          <p:nvPr/>
        </p:nvSpPr>
        <p:spPr>
          <a:xfrm>
            <a:off x="14998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>
            <a:extLst>
              <a:ext uri="{FF2B5EF4-FFF2-40B4-BE49-F238E27FC236}">
                <a16:creationId xmlns:a16="http://schemas.microsoft.com/office/drawing/2014/main" id="{86BC3798-BFD4-0C2D-6F96-1C5CADB6D7BE}"/>
              </a:ext>
            </a:extLst>
          </p:cNvPr>
          <p:cNvSpPr/>
          <p:nvPr/>
        </p:nvSpPr>
        <p:spPr>
          <a:xfrm>
            <a:off x="14899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7" name="V8 embedding neighbor 4">
            <a:extLst>
              <a:ext uri="{FF2B5EF4-FFF2-40B4-BE49-F238E27FC236}">
                <a16:creationId xmlns:a16="http://schemas.microsoft.com/office/drawing/2014/main" id="{AEADE014-9292-2360-C2CE-F8C845E8BCFD}"/>
              </a:ext>
            </a:extLst>
          </p:cNvPr>
          <p:cNvSpPr/>
          <p:nvPr/>
        </p:nvSpPr>
        <p:spPr>
          <a:xfrm>
            <a:off x="14077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8" name="V8 embedding neighbor 5 to center">
            <a:extLst>
              <a:ext uri="{FF2B5EF4-FFF2-40B4-BE49-F238E27FC236}">
                <a16:creationId xmlns:a16="http://schemas.microsoft.com/office/drawing/2014/main" id="{88F2ECE0-BE4E-6B10-0F14-901F5AD31AE6}"/>
              </a:ext>
            </a:extLst>
          </p:cNvPr>
          <p:cNvSpPr/>
          <p:nvPr/>
        </p:nvSpPr>
        <p:spPr>
          <a:xfrm>
            <a:off x="15380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9" name="V8 embedding neighbor 5 to center head">
            <a:extLst>
              <a:ext uri="{FF2B5EF4-FFF2-40B4-BE49-F238E27FC236}">
                <a16:creationId xmlns:a16="http://schemas.microsoft.com/office/drawing/2014/main" id="{4E579011-FEC4-00D3-7546-C5CB388C9A0A}"/>
              </a:ext>
            </a:extLst>
          </p:cNvPr>
          <p:cNvSpPr/>
          <p:nvPr/>
        </p:nvSpPr>
        <p:spPr>
          <a:xfrm>
            <a:off x="15343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60" name="V8 embedding neighbor 5">
            <a:extLst>
              <a:ext uri="{FF2B5EF4-FFF2-40B4-BE49-F238E27FC236}">
                <a16:creationId xmlns:a16="http://schemas.microsoft.com/office/drawing/2014/main" id="{80A6CA00-4D1C-000D-C0AF-7F59BA21FF45}"/>
              </a:ext>
            </a:extLst>
          </p:cNvPr>
          <p:cNvSpPr/>
          <p:nvPr/>
        </p:nvSpPr>
        <p:spPr>
          <a:xfrm>
            <a:off x="15220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61" name="V8 embedding center">
            <a:extLst>
              <a:ext uri="{FF2B5EF4-FFF2-40B4-BE49-F238E27FC236}">
                <a16:creationId xmlns:a16="http://schemas.microsoft.com/office/drawing/2014/main" id="{0973F1A0-63C8-796C-8269-8DC9810E39E1}"/>
              </a:ext>
            </a:extLst>
          </p:cNvPr>
          <p:cNvSpPr/>
          <p:nvPr/>
        </p:nvSpPr>
        <p:spPr>
          <a:xfrm>
            <a:off x="15246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>
            <a:extLst>
              <a:ext uri="{FF2B5EF4-FFF2-40B4-BE49-F238E27FC236}">
                <a16:creationId xmlns:a16="http://schemas.microsoft.com/office/drawing/2014/main" id="{FE0417EE-6828-F09F-AACE-DE1F76BE3EB6}"/>
              </a:ext>
            </a:extLst>
          </p:cNvPr>
          <p:cNvSpPr/>
          <p:nvPr/>
        </p:nvSpPr>
        <p:spPr>
          <a:xfrm>
            <a:off x="15786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>
            <a:extLst>
              <a:ext uri="{FF2B5EF4-FFF2-40B4-BE49-F238E27FC236}">
                <a16:creationId xmlns:a16="http://schemas.microsoft.com/office/drawing/2014/main" id="{28DF18A8-B7D6-40CC-F8D0-1CE005F88971}"/>
              </a:ext>
            </a:extLst>
          </p:cNvPr>
          <p:cNvSpPr/>
          <p:nvPr/>
        </p:nvSpPr>
        <p:spPr>
          <a:xfrm>
            <a:off x="15982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>
            <a:extLst>
              <a:ext uri="{FF2B5EF4-FFF2-40B4-BE49-F238E27FC236}">
                <a16:creationId xmlns:a16="http://schemas.microsoft.com/office/drawing/2014/main" id="{D8B2548F-FDCB-962F-D116-8194E608D854}"/>
              </a:ext>
            </a:extLst>
          </p:cNvPr>
          <p:cNvSpPr/>
          <p:nvPr/>
        </p:nvSpPr>
        <p:spPr>
          <a:xfrm>
            <a:off x="16179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>
            <a:extLst>
              <a:ext uri="{FF2B5EF4-FFF2-40B4-BE49-F238E27FC236}">
                <a16:creationId xmlns:a16="http://schemas.microsoft.com/office/drawing/2014/main" id="{4DB56FF7-AE6A-29C2-0D4E-A50B4A01B329}"/>
              </a:ext>
            </a:extLst>
          </p:cNvPr>
          <p:cNvSpPr/>
          <p:nvPr/>
        </p:nvSpPr>
        <p:spPr>
          <a:xfrm>
            <a:off x="16376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>
            <a:extLst>
              <a:ext uri="{FF2B5EF4-FFF2-40B4-BE49-F238E27FC236}">
                <a16:creationId xmlns:a16="http://schemas.microsoft.com/office/drawing/2014/main" id="{0834D08B-BC25-2ADC-AF12-5492513577F8}"/>
              </a:ext>
            </a:extLst>
          </p:cNvPr>
          <p:cNvSpPr/>
          <p:nvPr/>
        </p:nvSpPr>
        <p:spPr>
          <a:xfrm>
            <a:off x="16573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>
            <a:extLst>
              <a:ext uri="{FF2B5EF4-FFF2-40B4-BE49-F238E27FC236}">
                <a16:creationId xmlns:a16="http://schemas.microsoft.com/office/drawing/2014/main" id="{7EDE9E92-6EF0-3023-2F22-6E7EFD9706C6}"/>
              </a:ext>
            </a:extLst>
          </p:cNvPr>
          <p:cNvSpPr/>
          <p:nvPr/>
        </p:nvSpPr>
        <p:spPr>
          <a:xfrm>
            <a:off x="16770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>
            <a:extLst>
              <a:ext uri="{FF2B5EF4-FFF2-40B4-BE49-F238E27FC236}">
                <a16:creationId xmlns:a16="http://schemas.microsoft.com/office/drawing/2014/main" id="{3791BD29-2650-00D8-2639-94010AF8036F}"/>
              </a:ext>
            </a:extLst>
          </p:cNvPr>
          <p:cNvSpPr/>
          <p:nvPr/>
        </p:nvSpPr>
        <p:spPr>
          <a:xfrm>
            <a:off x="16967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>
            <a:extLst>
              <a:ext uri="{FF2B5EF4-FFF2-40B4-BE49-F238E27FC236}">
                <a16:creationId xmlns:a16="http://schemas.microsoft.com/office/drawing/2014/main" id="{78D40256-09DE-A393-64FC-199BB5DEB767}"/>
              </a:ext>
            </a:extLst>
          </p:cNvPr>
          <p:cNvSpPr/>
          <p:nvPr/>
        </p:nvSpPr>
        <p:spPr>
          <a:xfrm>
            <a:off x="17164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>
            <a:extLst>
              <a:ext uri="{FF2B5EF4-FFF2-40B4-BE49-F238E27FC236}">
                <a16:creationId xmlns:a16="http://schemas.microsoft.com/office/drawing/2014/main" id="{CD0EF799-B1E4-C26B-BB25-441BB97890BE}"/>
              </a:ext>
            </a:extLst>
          </p:cNvPr>
          <p:cNvSpPr/>
          <p:nvPr/>
        </p:nvSpPr>
        <p:spPr>
          <a:xfrm flipV="1">
            <a:off x="1792289" y="1489896"/>
            <a:ext cx="162207" cy="45719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2" name="V8 embedding to point branch head">
            <a:extLst>
              <a:ext uri="{FF2B5EF4-FFF2-40B4-BE49-F238E27FC236}">
                <a16:creationId xmlns:a16="http://schemas.microsoft.com/office/drawing/2014/main" id="{EE5B1593-BB31-DCD1-99C7-141C7B857AF7}"/>
              </a:ext>
            </a:extLst>
          </p:cNvPr>
          <p:cNvSpPr/>
          <p:nvPr/>
        </p:nvSpPr>
        <p:spPr>
          <a:xfrm>
            <a:off x="1938919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3" name="V8 embedding to voxel branch">
            <a:extLst>
              <a:ext uri="{FF2B5EF4-FFF2-40B4-BE49-F238E27FC236}">
                <a16:creationId xmlns:a16="http://schemas.microsoft.com/office/drawing/2014/main" id="{A9E148F4-6BCA-77FF-AE43-549D2AE883D5}"/>
              </a:ext>
            </a:extLst>
          </p:cNvPr>
          <p:cNvSpPr/>
          <p:nvPr/>
        </p:nvSpPr>
        <p:spPr>
          <a:xfrm>
            <a:off x="1819910" y="669271"/>
            <a:ext cx="1" cy="866159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4" name="V8 embedding to voxel branch head">
            <a:extLst>
              <a:ext uri="{FF2B5EF4-FFF2-40B4-BE49-F238E27FC236}">
                <a16:creationId xmlns:a16="http://schemas.microsoft.com/office/drawing/2014/main" id="{BAE99500-F0C6-FF9E-5ADA-696300A3926E}"/>
              </a:ext>
            </a:extLst>
          </p:cNvPr>
          <p:cNvSpPr/>
          <p:nvPr/>
        </p:nvSpPr>
        <p:spPr>
          <a:xfrm>
            <a:off x="1807718" y="656526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0"/>
                </a:moveTo>
                <a:lnTo>
                  <a:pt x="0" y="28321"/>
                </a:lnTo>
                <a:lnTo>
                  <a:pt x="24384" y="28321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5" name="V8 density and receptor to voxel">
            <a:extLst>
              <a:ext uri="{FF2B5EF4-FFF2-40B4-BE49-F238E27FC236}">
                <a16:creationId xmlns:a16="http://schemas.microsoft.com/office/drawing/2014/main" id="{61ECA984-FF9D-A5D0-F819-33661D001ABE}"/>
              </a:ext>
            </a:extLst>
          </p:cNvPr>
          <p:cNvSpPr/>
          <p:nvPr/>
        </p:nvSpPr>
        <p:spPr>
          <a:xfrm>
            <a:off x="1786560" y="656526"/>
            <a:ext cx="163405" cy="1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>
            <a:extLst>
              <a:ext uri="{FF2B5EF4-FFF2-40B4-BE49-F238E27FC236}">
                <a16:creationId xmlns:a16="http://schemas.microsoft.com/office/drawing/2014/main" id="{D6CAD338-44F5-8993-3618-9A1839CB2DBC}"/>
              </a:ext>
            </a:extLst>
          </p:cNvPr>
          <p:cNvSpPr/>
          <p:nvPr/>
        </p:nvSpPr>
        <p:spPr>
          <a:xfrm>
            <a:off x="1934388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7" name="V8 voxel input junction">
            <a:extLst>
              <a:ext uri="{FF2B5EF4-FFF2-40B4-BE49-F238E27FC236}">
                <a16:creationId xmlns:a16="http://schemas.microsoft.com/office/drawing/2014/main" id="{93F36DE0-10B5-E2A2-60B2-341BCDB28517}"/>
              </a:ext>
            </a:extLst>
          </p:cNvPr>
          <p:cNvSpPr/>
          <p:nvPr/>
        </p:nvSpPr>
        <p:spPr>
          <a:xfrm>
            <a:off x="1811973" y="648589"/>
            <a:ext cx="15875" cy="15875"/>
          </a:xfrm>
          <a:prstGeom prst="ellipse">
            <a:avLst/>
          </a:pr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>
            <a:extLst>
              <a:ext uri="{FF2B5EF4-FFF2-40B4-BE49-F238E27FC236}">
                <a16:creationId xmlns:a16="http://schemas.microsoft.com/office/drawing/2014/main" id="{2EDC4EC7-D903-3262-650D-444D37299D28}"/>
              </a:ext>
            </a:extLst>
          </p:cNvPr>
          <p:cNvSpPr/>
          <p:nvPr/>
        </p:nvSpPr>
        <p:spPr>
          <a:xfrm>
            <a:off x="673037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>
            <a:extLst>
              <a:ext uri="{FF2B5EF4-FFF2-40B4-BE49-F238E27FC236}">
                <a16:creationId xmlns:a16="http://schemas.microsoft.com/office/drawing/2014/main" id="{3702663D-F294-9B06-B213-0076F82464A6}"/>
              </a:ext>
            </a:extLst>
          </p:cNvPr>
          <p:cNvSpPr/>
          <p:nvPr/>
        </p:nvSpPr>
        <p:spPr>
          <a:xfrm>
            <a:off x="978338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>
            <a:extLst>
              <a:ext uri="{FF2B5EF4-FFF2-40B4-BE49-F238E27FC236}">
                <a16:creationId xmlns:a16="http://schemas.microsoft.com/office/drawing/2014/main" id="{45C4FCB5-3380-E3A8-B0B1-54A427F52361}"/>
              </a:ext>
            </a:extLst>
          </p:cNvPr>
          <p:cNvSpPr/>
          <p:nvPr/>
        </p:nvSpPr>
        <p:spPr>
          <a:xfrm>
            <a:off x="1334211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>
            <a:extLst>
              <a:ext uri="{FF2B5EF4-FFF2-40B4-BE49-F238E27FC236}">
                <a16:creationId xmlns:a16="http://schemas.microsoft.com/office/drawing/2014/main" id="{366946BB-F669-FC2F-4DBA-809EA592E5E1}"/>
              </a:ext>
            </a:extLst>
          </p:cNvPr>
          <p:cNvSpPr/>
          <p:nvPr/>
        </p:nvSpPr>
        <p:spPr>
          <a:xfrm>
            <a:off x="1334211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>
            <a:extLst>
              <a:ext uri="{FF2B5EF4-FFF2-40B4-BE49-F238E27FC236}">
                <a16:creationId xmlns:a16="http://schemas.microsoft.com/office/drawing/2014/main" id="{234835D4-EF31-832C-586B-712FBD8CEB61}"/>
              </a:ext>
            </a:extLst>
          </p:cNvPr>
          <p:cNvSpPr/>
          <p:nvPr/>
        </p:nvSpPr>
        <p:spPr>
          <a:xfrm>
            <a:off x="1322019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>
            <a:extLst>
              <a:ext uri="{FF2B5EF4-FFF2-40B4-BE49-F238E27FC236}">
                <a16:creationId xmlns:a16="http://schemas.microsoft.com/office/drawing/2014/main" id="{B0159410-81AF-A0CB-FD15-D731C54E54D4}"/>
              </a:ext>
            </a:extLst>
          </p:cNvPr>
          <p:cNvSpPr/>
          <p:nvPr/>
        </p:nvSpPr>
        <p:spPr>
          <a:xfrm>
            <a:off x="4998402" y="452120"/>
            <a:ext cx="519754" cy="122809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5" name="V8 Build pocket and density frame">
            <a:extLst>
              <a:ext uri="{FF2B5EF4-FFF2-40B4-BE49-F238E27FC236}">
                <a16:creationId xmlns:a16="http://schemas.microsoft.com/office/drawing/2014/main" id="{FF6F6920-E776-E473-D444-477FCB823104}"/>
              </a:ext>
            </a:extLst>
          </p:cNvPr>
          <p:cNvSpPr/>
          <p:nvPr/>
        </p:nvSpPr>
        <p:spPr>
          <a:xfrm>
            <a:off x="5564187" y="452120"/>
            <a:ext cx="527685" cy="122809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6" name="V8 Build inputs to docking">
            <a:extLst>
              <a:ext uri="{FF2B5EF4-FFF2-40B4-BE49-F238E27FC236}">
                <a16:creationId xmlns:a16="http://schemas.microsoft.com/office/drawing/2014/main" id="{25F81FEB-7923-B705-D48C-4F1FE2423027}"/>
              </a:ext>
            </a:extLst>
          </p:cNvPr>
          <p:cNvSpPr/>
          <p:nvPr/>
        </p:nvSpPr>
        <p:spPr>
          <a:xfrm>
            <a:off x="5546090" y="1765305"/>
            <a:ext cx="1" cy="5622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>
            <a:extLst>
              <a:ext uri="{FF2B5EF4-FFF2-40B4-BE49-F238E27FC236}">
                <a16:creationId xmlns:a16="http://schemas.microsoft.com/office/drawing/2014/main" id="{B51CEB37-F359-D8DB-EED0-BF0289DBA9C3}"/>
              </a:ext>
            </a:extLst>
          </p:cNvPr>
          <p:cNvSpPr/>
          <p:nvPr/>
        </p:nvSpPr>
        <p:spPr>
          <a:xfrm>
            <a:off x="552418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>
            <a:extLst>
              <a:ext uri="{FF2B5EF4-FFF2-40B4-BE49-F238E27FC236}">
                <a16:creationId xmlns:a16="http://schemas.microsoft.com/office/drawing/2014/main" id="{A8390C7D-F4E0-5D67-9352-7A11942FB4C0}"/>
              </a:ext>
            </a:extLst>
          </p:cNvPr>
          <p:cNvSpPr/>
          <p:nvPr/>
        </p:nvSpPr>
        <p:spPr>
          <a:xfrm>
            <a:off x="554609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>
            <a:extLst>
              <a:ext uri="{FF2B5EF4-FFF2-40B4-BE49-F238E27FC236}">
                <a16:creationId xmlns:a16="http://schemas.microsoft.com/office/drawing/2014/main" id="{CB9E0D49-EB6F-EF7F-8A0E-43482900F10A}"/>
              </a:ext>
            </a:extLst>
          </p:cNvPr>
          <p:cNvSpPr/>
          <p:nvPr/>
        </p:nvSpPr>
        <p:spPr>
          <a:xfrm>
            <a:off x="552418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grpSp>
        <p:nvGrpSpPr>
          <p:cNvPr id="6" name="Find candidate blob 2">
            <a:extLst>
              <a:ext uri="{FF2B5EF4-FFF2-40B4-BE49-F238E27FC236}">
                <a16:creationId xmlns:a16="http://schemas.microsoft.com/office/drawing/2014/main" id="{52582F41-8562-EDCF-D547-FEE06D78B091}"/>
              </a:ext>
            </a:extLst>
          </p:cNvPr>
          <p:cNvGrpSpPr/>
          <p:nvPr/>
        </p:nvGrpSpPr>
        <p:grpSpPr>
          <a:xfrm rot="3197729">
            <a:off x="4596570" y="1029390"/>
            <a:ext cx="168602" cy="95394"/>
            <a:chOff x="1928706" y="3559489"/>
            <a:chExt cx="227897" cy="155682"/>
          </a:xfrm>
        </p:grpSpPr>
        <p:sp>
          <p:nvSpPr>
            <p:cNvPr id="16" name="Candidate blob | editable contour">
              <a:extLst>
                <a:ext uri="{FF2B5EF4-FFF2-40B4-BE49-F238E27FC236}">
                  <a16:creationId xmlns:a16="http://schemas.microsoft.com/office/drawing/2014/main" id="{AC599FE5-B7C8-2310-361D-307EF409B15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" name="ellipse_2612">
              <a:extLst>
                <a:ext uri="{FF2B5EF4-FFF2-40B4-BE49-F238E27FC236}">
                  <a16:creationId xmlns:a16="http://schemas.microsoft.com/office/drawing/2014/main" id="{899D545A-9188-B8A5-5122-F55763321954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2" name="Match | Blob contour">
            <a:extLst>
              <a:ext uri="{FF2B5EF4-FFF2-40B4-BE49-F238E27FC236}">
                <a16:creationId xmlns:a16="http://schemas.microsoft.com/office/drawing/2014/main" id="{014BB78B-D7B6-7233-4454-F31E0FFFF761}"/>
              </a:ext>
            </a:extLst>
          </p:cNvPr>
          <p:cNvGrpSpPr/>
          <p:nvPr/>
        </p:nvGrpSpPr>
        <p:grpSpPr>
          <a:xfrm>
            <a:off x="5095498" y="565131"/>
            <a:ext cx="291608" cy="199265"/>
            <a:chOff x="1928706" y="3559489"/>
            <a:chExt cx="227897" cy="155682"/>
          </a:xfrm>
        </p:grpSpPr>
        <p:sp>
          <p:nvSpPr>
            <p:cNvPr id="24" name="Candidate blob | editable contour">
              <a:extLst>
                <a:ext uri="{FF2B5EF4-FFF2-40B4-BE49-F238E27FC236}">
                  <a16:creationId xmlns:a16="http://schemas.microsoft.com/office/drawing/2014/main" id="{A11312CB-4342-9A48-D209-5BB49581DEC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" name="ellipse_2612">
              <a:extLst>
                <a:ext uri="{FF2B5EF4-FFF2-40B4-BE49-F238E27FC236}">
                  <a16:creationId xmlns:a16="http://schemas.microsoft.com/office/drawing/2014/main" id="{A5E3448F-A32E-D77A-4110-EC1F991AAB0A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7" name="Oval 12178">
            <a:extLst>
              <a:ext uri="{FF2B5EF4-FFF2-40B4-BE49-F238E27FC236}">
                <a16:creationId xmlns:a16="http://schemas.microsoft.com/office/drawing/2014/main" id="{FDC707AA-314A-7AA2-186D-A8D0C4B2CC82}"/>
              </a:ext>
            </a:extLst>
          </p:cNvPr>
          <p:cNvSpPr/>
          <p:nvPr/>
        </p:nvSpPr>
        <p:spPr>
          <a:xfrm>
            <a:off x="5224292" y="648563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50567" name="F2-bank-channel">
            <a:extLst>
              <a:ext uri="{FF2B5EF4-FFF2-40B4-BE49-F238E27FC236}">
                <a16:creationId xmlns:a16="http://schemas.microsoft.com/office/drawing/2014/main" id="{E8F7522B-3B27-4338-8014-8A4EEE25C15E}"/>
              </a:ext>
            </a:extLst>
          </p:cNvPr>
          <p:cNvSpPr>
            <a:spLocks noGrp="1"/>
          </p:cNvSpPr>
          <p:nvPr/>
        </p:nvSpPr>
        <p:spPr>
          <a:xfrm>
            <a:off x="1432560" y="50863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68" name="F2-bank-channel">
            <a:extLst>
              <a:ext uri="{FF2B5EF4-FFF2-40B4-BE49-F238E27FC236}">
                <a16:creationId xmlns:a16="http://schemas.microsoft.com/office/drawing/2014/main" id="{44CA542A-604D-4AA5-B11D-B6617579A677}"/>
              </a:ext>
            </a:extLst>
          </p:cNvPr>
          <p:cNvSpPr>
            <a:spLocks noGrp="1"/>
          </p:cNvSpPr>
          <p:nvPr/>
        </p:nvSpPr>
        <p:spPr>
          <a:xfrm>
            <a:off x="1424940" y="515303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69" name="F2-bank-channel">
            <a:extLst>
              <a:ext uri="{FF2B5EF4-FFF2-40B4-BE49-F238E27FC236}">
                <a16:creationId xmlns:a16="http://schemas.microsoft.com/office/drawing/2014/main" id="{94C83CC1-C6DF-4DC5-87DF-BCD87221CF3B}"/>
              </a:ext>
            </a:extLst>
          </p:cNvPr>
          <p:cNvSpPr>
            <a:spLocks noGrp="1"/>
          </p:cNvSpPr>
          <p:nvPr/>
        </p:nvSpPr>
        <p:spPr>
          <a:xfrm>
            <a:off x="1417320" y="521970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0" name="F2-bank-channel">
            <a:extLst>
              <a:ext uri="{FF2B5EF4-FFF2-40B4-BE49-F238E27FC236}">
                <a16:creationId xmlns:a16="http://schemas.microsoft.com/office/drawing/2014/main" id="{1ABD8E71-8A8E-4A01-9656-5F57A7EAD863}"/>
              </a:ext>
            </a:extLst>
          </p:cNvPr>
          <p:cNvSpPr>
            <a:spLocks noGrp="1"/>
          </p:cNvSpPr>
          <p:nvPr/>
        </p:nvSpPr>
        <p:spPr>
          <a:xfrm>
            <a:off x="1409700" y="528638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1" name="F2-bank-channel">
            <a:extLst>
              <a:ext uri="{FF2B5EF4-FFF2-40B4-BE49-F238E27FC236}">
                <a16:creationId xmlns:a16="http://schemas.microsoft.com/office/drawing/2014/main" id="{A1E78B7C-AF8B-46CF-BE9A-7739D3A000CC}"/>
              </a:ext>
            </a:extLst>
          </p:cNvPr>
          <p:cNvSpPr>
            <a:spLocks noGrp="1"/>
          </p:cNvSpPr>
          <p:nvPr/>
        </p:nvSpPr>
        <p:spPr>
          <a:xfrm>
            <a:off x="1402080" y="53530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2" name="F2-bank-channel">
            <a:extLst>
              <a:ext uri="{FF2B5EF4-FFF2-40B4-BE49-F238E27FC236}">
                <a16:creationId xmlns:a16="http://schemas.microsoft.com/office/drawing/2014/main" id="{F902D412-512B-42B7-B05D-EDD9258097DC}"/>
              </a:ext>
            </a:extLst>
          </p:cNvPr>
          <p:cNvSpPr>
            <a:spLocks noGrp="1"/>
          </p:cNvSpPr>
          <p:nvPr/>
        </p:nvSpPr>
        <p:spPr>
          <a:xfrm>
            <a:off x="1394460" y="541973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3" name="F2-bank-channel">
            <a:extLst>
              <a:ext uri="{FF2B5EF4-FFF2-40B4-BE49-F238E27FC236}">
                <a16:creationId xmlns:a16="http://schemas.microsoft.com/office/drawing/2014/main" id="{CA6824A1-9C37-4EE2-8CF4-7C88BCE1DBE6}"/>
              </a:ext>
            </a:extLst>
          </p:cNvPr>
          <p:cNvSpPr>
            <a:spLocks noGrp="1"/>
          </p:cNvSpPr>
          <p:nvPr/>
        </p:nvSpPr>
        <p:spPr>
          <a:xfrm>
            <a:off x="1386840" y="548640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4" name="F2-bank-channel">
            <a:extLst>
              <a:ext uri="{FF2B5EF4-FFF2-40B4-BE49-F238E27FC236}">
                <a16:creationId xmlns:a16="http://schemas.microsoft.com/office/drawing/2014/main" id="{2705DA7A-40F9-48D2-946C-8019421C16B7}"/>
              </a:ext>
            </a:extLst>
          </p:cNvPr>
          <p:cNvSpPr>
            <a:spLocks noGrp="1"/>
          </p:cNvSpPr>
          <p:nvPr/>
        </p:nvSpPr>
        <p:spPr>
          <a:xfrm>
            <a:off x="1379220" y="555308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5" name="F2-bank-channel">
            <a:extLst>
              <a:ext uri="{FF2B5EF4-FFF2-40B4-BE49-F238E27FC236}">
                <a16:creationId xmlns:a16="http://schemas.microsoft.com/office/drawing/2014/main" id="{E1B9C475-D32F-4E88-9AAA-6701AFC1AC14}"/>
              </a:ext>
            </a:extLst>
          </p:cNvPr>
          <p:cNvSpPr>
            <a:spLocks noGrp="1"/>
          </p:cNvSpPr>
          <p:nvPr/>
        </p:nvSpPr>
        <p:spPr>
          <a:xfrm>
            <a:off x="1371600" y="56197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6" name="F2-density-voxel">
            <a:extLst>
              <a:ext uri="{FF2B5EF4-FFF2-40B4-BE49-F238E27FC236}">
                <a16:creationId xmlns:a16="http://schemas.microsoft.com/office/drawing/2014/main" id="{A49953DB-68D8-42EB-963F-DD42F453137D}"/>
              </a:ext>
            </a:extLst>
          </p:cNvPr>
          <p:cNvSpPr>
            <a:spLocks noGrp="1"/>
          </p:cNvSpPr>
          <p:nvPr/>
        </p:nvSpPr>
        <p:spPr>
          <a:xfrm>
            <a:off x="1390650" y="571500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77" name="F2-density-voxel">
            <a:extLst>
              <a:ext uri="{FF2B5EF4-FFF2-40B4-BE49-F238E27FC236}">
                <a16:creationId xmlns:a16="http://schemas.microsoft.com/office/drawing/2014/main" id="{ECECDED8-7BB6-465D-90CE-1566D913C0F0}"/>
              </a:ext>
            </a:extLst>
          </p:cNvPr>
          <p:cNvSpPr>
            <a:spLocks noGrp="1"/>
          </p:cNvSpPr>
          <p:nvPr/>
        </p:nvSpPr>
        <p:spPr>
          <a:xfrm>
            <a:off x="1443038" y="571500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78" name="F2-density-voxel">
            <a:extLst>
              <a:ext uri="{FF2B5EF4-FFF2-40B4-BE49-F238E27FC236}">
                <a16:creationId xmlns:a16="http://schemas.microsoft.com/office/drawing/2014/main" id="{49E89024-8821-43E6-B830-D5D2C6143679}"/>
              </a:ext>
            </a:extLst>
          </p:cNvPr>
          <p:cNvSpPr>
            <a:spLocks noGrp="1"/>
          </p:cNvSpPr>
          <p:nvPr/>
        </p:nvSpPr>
        <p:spPr>
          <a:xfrm>
            <a:off x="1495425" y="571500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79" name="F2-density-voxel">
            <a:extLst>
              <a:ext uri="{FF2B5EF4-FFF2-40B4-BE49-F238E27FC236}">
                <a16:creationId xmlns:a16="http://schemas.microsoft.com/office/drawing/2014/main" id="{3A635687-B1F5-496B-9A49-461D8BC35087}"/>
              </a:ext>
            </a:extLst>
          </p:cNvPr>
          <p:cNvSpPr>
            <a:spLocks noGrp="1"/>
          </p:cNvSpPr>
          <p:nvPr/>
        </p:nvSpPr>
        <p:spPr>
          <a:xfrm>
            <a:off x="1547813" y="571500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80" name="F2-density-voxel">
            <a:extLst>
              <a:ext uri="{FF2B5EF4-FFF2-40B4-BE49-F238E27FC236}">
                <a16:creationId xmlns:a16="http://schemas.microsoft.com/office/drawing/2014/main" id="{FEC54E9C-643D-4824-B955-66BA7E401A0E}"/>
              </a:ext>
            </a:extLst>
          </p:cNvPr>
          <p:cNvSpPr>
            <a:spLocks noGrp="1"/>
          </p:cNvSpPr>
          <p:nvPr/>
        </p:nvSpPr>
        <p:spPr>
          <a:xfrm>
            <a:off x="1390650" y="614363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81" name="F2-density-voxel">
            <a:extLst>
              <a:ext uri="{FF2B5EF4-FFF2-40B4-BE49-F238E27FC236}">
                <a16:creationId xmlns:a16="http://schemas.microsoft.com/office/drawing/2014/main" id="{ED2290E5-D29A-42C8-863E-1A0B5A093DAF}"/>
              </a:ext>
            </a:extLst>
          </p:cNvPr>
          <p:cNvSpPr>
            <a:spLocks noGrp="1"/>
          </p:cNvSpPr>
          <p:nvPr/>
        </p:nvSpPr>
        <p:spPr>
          <a:xfrm>
            <a:off x="1443038" y="614363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82" name="F2-density-voxel">
            <a:extLst>
              <a:ext uri="{FF2B5EF4-FFF2-40B4-BE49-F238E27FC236}">
                <a16:creationId xmlns:a16="http://schemas.microsoft.com/office/drawing/2014/main" id="{C030A993-BA02-4CBF-A526-9AF795928873}"/>
              </a:ext>
            </a:extLst>
          </p:cNvPr>
          <p:cNvSpPr>
            <a:spLocks noGrp="1"/>
          </p:cNvSpPr>
          <p:nvPr/>
        </p:nvSpPr>
        <p:spPr>
          <a:xfrm>
            <a:off x="1495425" y="614363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83" name="F2-density-voxel">
            <a:extLst>
              <a:ext uri="{FF2B5EF4-FFF2-40B4-BE49-F238E27FC236}">
                <a16:creationId xmlns:a16="http://schemas.microsoft.com/office/drawing/2014/main" id="{EC212EF2-C0F1-41AF-B3CE-D957D17932A0}"/>
              </a:ext>
            </a:extLst>
          </p:cNvPr>
          <p:cNvSpPr>
            <a:spLocks noGrp="1"/>
          </p:cNvSpPr>
          <p:nvPr/>
        </p:nvSpPr>
        <p:spPr>
          <a:xfrm>
            <a:off x="1547813" y="614363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84" name="F2-density-voxel">
            <a:extLst>
              <a:ext uri="{FF2B5EF4-FFF2-40B4-BE49-F238E27FC236}">
                <a16:creationId xmlns:a16="http://schemas.microsoft.com/office/drawing/2014/main" id="{8E8D1CD2-DC81-4A69-849C-F21783FD798D}"/>
              </a:ext>
            </a:extLst>
          </p:cNvPr>
          <p:cNvSpPr>
            <a:spLocks noGrp="1"/>
          </p:cNvSpPr>
          <p:nvPr/>
        </p:nvSpPr>
        <p:spPr>
          <a:xfrm>
            <a:off x="1390650" y="657225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85" name="F2-density-voxel">
            <a:extLst>
              <a:ext uri="{FF2B5EF4-FFF2-40B4-BE49-F238E27FC236}">
                <a16:creationId xmlns:a16="http://schemas.microsoft.com/office/drawing/2014/main" id="{CEA7FE12-330D-4160-8BE6-769BF6A26577}"/>
              </a:ext>
            </a:extLst>
          </p:cNvPr>
          <p:cNvSpPr>
            <a:spLocks noGrp="1"/>
          </p:cNvSpPr>
          <p:nvPr/>
        </p:nvSpPr>
        <p:spPr>
          <a:xfrm>
            <a:off x="1443038" y="657225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86" name="F2-density-voxel">
            <a:extLst>
              <a:ext uri="{FF2B5EF4-FFF2-40B4-BE49-F238E27FC236}">
                <a16:creationId xmlns:a16="http://schemas.microsoft.com/office/drawing/2014/main" id="{BE225EBF-D266-4631-9D7E-1B21643503B4}"/>
              </a:ext>
            </a:extLst>
          </p:cNvPr>
          <p:cNvSpPr>
            <a:spLocks noGrp="1"/>
          </p:cNvSpPr>
          <p:nvPr/>
        </p:nvSpPr>
        <p:spPr>
          <a:xfrm>
            <a:off x="1495425" y="657225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87" name="F2-density-voxel">
            <a:extLst>
              <a:ext uri="{FF2B5EF4-FFF2-40B4-BE49-F238E27FC236}">
                <a16:creationId xmlns:a16="http://schemas.microsoft.com/office/drawing/2014/main" id="{D56EA4DF-3429-4429-A2AA-6D7C9D33B341}"/>
              </a:ext>
            </a:extLst>
          </p:cNvPr>
          <p:cNvSpPr>
            <a:spLocks noGrp="1"/>
          </p:cNvSpPr>
          <p:nvPr/>
        </p:nvSpPr>
        <p:spPr>
          <a:xfrm>
            <a:off x="1547813" y="657225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88" name="F2-density-voxel">
            <a:extLst>
              <a:ext uri="{FF2B5EF4-FFF2-40B4-BE49-F238E27FC236}">
                <a16:creationId xmlns:a16="http://schemas.microsoft.com/office/drawing/2014/main" id="{F4CB67F8-3427-42E0-B222-3C4C5B421A28}"/>
              </a:ext>
            </a:extLst>
          </p:cNvPr>
          <p:cNvSpPr>
            <a:spLocks noGrp="1"/>
          </p:cNvSpPr>
          <p:nvPr/>
        </p:nvSpPr>
        <p:spPr>
          <a:xfrm>
            <a:off x="1390650" y="700088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89" name="F2-density-voxel">
            <a:extLst>
              <a:ext uri="{FF2B5EF4-FFF2-40B4-BE49-F238E27FC236}">
                <a16:creationId xmlns:a16="http://schemas.microsoft.com/office/drawing/2014/main" id="{E62F2DC6-612B-4891-B2B7-8020312C0678}"/>
              </a:ext>
            </a:extLst>
          </p:cNvPr>
          <p:cNvSpPr>
            <a:spLocks noGrp="1"/>
          </p:cNvSpPr>
          <p:nvPr/>
        </p:nvSpPr>
        <p:spPr>
          <a:xfrm>
            <a:off x="1443038" y="700088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90" name="F2-density-voxel">
            <a:extLst>
              <a:ext uri="{FF2B5EF4-FFF2-40B4-BE49-F238E27FC236}">
                <a16:creationId xmlns:a16="http://schemas.microsoft.com/office/drawing/2014/main" id="{3D79F01F-5243-4E3C-8AA7-EE2C8B8C7E29}"/>
              </a:ext>
            </a:extLst>
          </p:cNvPr>
          <p:cNvSpPr>
            <a:spLocks noGrp="1"/>
          </p:cNvSpPr>
          <p:nvPr/>
        </p:nvSpPr>
        <p:spPr>
          <a:xfrm>
            <a:off x="1495425" y="700088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91" name="F2-density-voxel">
            <a:extLst>
              <a:ext uri="{FF2B5EF4-FFF2-40B4-BE49-F238E27FC236}">
                <a16:creationId xmlns:a16="http://schemas.microsoft.com/office/drawing/2014/main" id="{7F5BC88D-76D1-4A24-B998-8BD41F9AADDB}"/>
              </a:ext>
            </a:extLst>
          </p:cNvPr>
          <p:cNvSpPr>
            <a:spLocks noGrp="1"/>
          </p:cNvSpPr>
          <p:nvPr/>
        </p:nvSpPr>
        <p:spPr>
          <a:xfrm>
            <a:off x="1547813" y="700088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92" name="F2-spatial-transform">
            <a:extLst>
              <a:ext uri="{FF2B5EF4-FFF2-40B4-BE49-F238E27FC236}">
                <a16:creationId xmlns:a16="http://schemas.microsoft.com/office/drawing/2014/main" id="{A85283F8-9FE2-48A1-8429-5356F2D370E2}"/>
              </a:ext>
            </a:extLst>
          </p:cNvPr>
          <p:cNvSpPr>
            <a:spLocks noGrp="1"/>
          </p:cNvSpPr>
          <p:nvPr/>
        </p:nvSpPr>
        <p:spPr>
          <a:xfrm>
            <a:off x="966788" y="438150"/>
            <a:ext cx="376238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Spatial</a:t>
            </a:r>
          </a:p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transform</a:t>
            </a:r>
          </a:p>
        </p:txBody>
      </p:sp>
      <p:sp>
        <p:nvSpPr>
          <p:cNvPr id="50593" name="F2-atom-embeddings-input">
            <a:extLst>
              <a:ext uri="{FF2B5EF4-FFF2-40B4-BE49-F238E27FC236}">
                <a16:creationId xmlns:a16="http://schemas.microsoft.com/office/drawing/2014/main" id="{0B4B93C5-B055-4ECE-8D5F-9FD8F9F29D6A}"/>
              </a:ext>
            </a:extLst>
          </p:cNvPr>
          <p:cNvSpPr>
            <a:spLocks noGrp="1"/>
          </p:cNvSpPr>
          <p:nvPr/>
        </p:nvSpPr>
        <p:spPr>
          <a:xfrm>
            <a:off x="966788" y="1171575"/>
            <a:ext cx="376238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Atom</a:t>
            </a:r>
          </a:p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embeddings</a:t>
            </a:r>
          </a:p>
        </p:txBody>
      </p:sp>
      <p:pic>
        <p:nvPicPr>
          <p:cNvPr id="50600" name="图片 50599">
            <a:extLst>
              <a:ext uri="{FF2B5EF4-FFF2-40B4-BE49-F238E27FC236}">
                <a16:creationId xmlns:a16="http://schemas.microsoft.com/office/drawing/2014/main" id="{CC697937-E8CE-4EDF-BB17-1FEA96E392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83208" y="2971800"/>
            <a:ext cx="414760" cy="342900"/>
          </a:xfrm>
          <a:prstGeom prst="rect">
            <a:avLst/>
          </a:prstGeom>
        </p:spPr>
      </p:pic>
      <p:pic>
        <p:nvPicPr>
          <p:cNvPr id="50601" name="图片 50600">
            <a:extLst>
              <a:ext uri="{FF2B5EF4-FFF2-40B4-BE49-F238E27FC236}">
                <a16:creationId xmlns:a16="http://schemas.microsoft.com/office/drawing/2014/main" id="{438EEB95-3CA6-4E7A-A194-3246AD9537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5631445" y="485775"/>
            <a:ext cx="414760" cy="342900"/>
          </a:xfrm>
          <a:prstGeom prst="rect">
            <a:avLst/>
          </a:prstGeom>
        </p:spPr>
      </p:pic>
      <p:sp>
        <p:nvSpPr>
          <p:cNvPr id="50602" name="F2-Build-selected">
            <a:extLst>
              <a:ext uri="{FF2B5EF4-FFF2-40B4-BE49-F238E27FC236}">
                <a16:creationId xmlns:a16="http://schemas.microsoft.com/office/drawing/2014/main" id="{DE962B78-B7D5-48B9-87F8-2B7091442BBC}"/>
              </a:ext>
            </a:extLst>
          </p:cNvPr>
          <p:cNvSpPr>
            <a:spLocks noGrp="1"/>
          </p:cNvSpPr>
          <p:nvPr/>
        </p:nvSpPr>
        <p:spPr>
          <a:xfrm>
            <a:off x="5048250" y="1268730"/>
            <a:ext cx="390525" cy="81915"/>
          </a:xfrm>
          <a:prstGeom prst="roundRect">
            <a:avLst>
              <a:gd name="adj" fmla="val 50000"/>
            </a:avLst>
          </a:prstGeom>
          <a:solidFill>
            <a:srgbClr val="DCF8EB"/>
          </a:solidFill>
          <a:ln w="7144">
            <a:solidFill>
              <a:srgbClr val="499D86"/>
            </a:solidFill>
          </a:ln>
        </p:spPr>
      </p:sp>
      <p:sp>
        <p:nvSpPr>
          <p:cNvPr id="50603" name="F2-Build-SMILES-0">
            <a:extLst>
              <a:ext uri="{FF2B5EF4-FFF2-40B4-BE49-F238E27FC236}">
                <a16:creationId xmlns:a16="http://schemas.microsoft.com/office/drawing/2014/main" id="{78E3ED61-275F-4084-A0ED-58027336CEDD}"/>
              </a:ext>
            </a:extLst>
          </p:cNvPr>
          <p:cNvSpPr>
            <a:spLocks noGrp="1"/>
          </p:cNvSpPr>
          <p:nvPr/>
        </p:nvSpPr>
        <p:spPr>
          <a:xfrm>
            <a:off x="5067300" y="1085850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604" name="F2-Build-SMILES-7.8">
            <a:extLst>
              <a:ext uri="{FF2B5EF4-FFF2-40B4-BE49-F238E27FC236}">
                <a16:creationId xmlns:a16="http://schemas.microsoft.com/office/drawing/2014/main" id="{D4F86145-7D8F-43EC-916E-D3D9668CBA5D}"/>
              </a:ext>
            </a:extLst>
          </p:cNvPr>
          <p:cNvSpPr>
            <a:spLocks noGrp="1"/>
          </p:cNvSpPr>
          <p:nvPr/>
        </p:nvSpPr>
        <p:spPr>
          <a:xfrm>
            <a:off x="5067300" y="1160145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CC(=O)O</a:t>
            </a:r>
          </a:p>
        </p:txBody>
      </p:sp>
      <p:sp>
        <p:nvSpPr>
          <p:cNvPr id="50605" name="F2-Build-continuation">
            <a:extLst>
              <a:ext uri="{FF2B5EF4-FFF2-40B4-BE49-F238E27FC236}">
                <a16:creationId xmlns:a16="http://schemas.microsoft.com/office/drawing/2014/main" id="{69E4AF15-4441-4953-BC21-A9A09B8807EC}"/>
              </a:ext>
            </a:extLst>
          </p:cNvPr>
          <p:cNvSpPr>
            <a:spLocks noGrp="1"/>
          </p:cNvSpPr>
          <p:nvPr/>
        </p:nvSpPr>
        <p:spPr>
          <a:xfrm>
            <a:off x="5067300" y="1254443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606" name="F2-Build-continuation">
            <a:extLst>
              <a:ext uri="{FF2B5EF4-FFF2-40B4-BE49-F238E27FC236}">
                <a16:creationId xmlns:a16="http://schemas.microsoft.com/office/drawing/2014/main" id="{A73B5841-5DC8-4503-BDE2-815DBBEFE500}"/>
              </a:ext>
            </a:extLst>
          </p:cNvPr>
          <p:cNvSpPr>
            <a:spLocks noGrp="1"/>
          </p:cNvSpPr>
          <p:nvPr/>
        </p:nvSpPr>
        <p:spPr>
          <a:xfrm>
            <a:off x="5087303" y="1254443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607" name="F2-Build-continuation">
            <a:extLst>
              <a:ext uri="{FF2B5EF4-FFF2-40B4-BE49-F238E27FC236}">
                <a16:creationId xmlns:a16="http://schemas.microsoft.com/office/drawing/2014/main" id="{2CD955D9-21C2-4AE5-9635-C9F55AC072BD}"/>
              </a:ext>
            </a:extLst>
          </p:cNvPr>
          <p:cNvSpPr>
            <a:spLocks noGrp="1"/>
          </p:cNvSpPr>
          <p:nvPr/>
        </p:nvSpPr>
        <p:spPr>
          <a:xfrm>
            <a:off x="5107305" y="1254443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608" name="F2-Build-SMILES-19.8">
            <a:extLst>
              <a:ext uri="{FF2B5EF4-FFF2-40B4-BE49-F238E27FC236}">
                <a16:creationId xmlns:a16="http://schemas.microsoft.com/office/drawing/2014/main" id="{F825F396-DC00-4D1F-95F0-5208E2576D2C}"/>
              </a:ext>
            </a:extLst>
          </p:cNvPr>
          <p:cNvSpPr>
            <a:spLocks noGrp="1"/>
          </p:cNvSpPr>
          <p:nvPr/>
        </p:nvSpPr>
        <p:spPr>
          <a:xfrm>
            <a:off x="5067300" y="1274445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4634E"/>
                </a:solidFill>
                <a:latin typeface="Arial"/>
                <a:ea typeface="Arial"/>
                <a:cs typeface="Arial"/>
              </a:rPr>
              <a:t>Cc1ccccc1</a:t>
            </a:r>
          </a:p>
        </p:txBody>
      </p:sp>
      <p:sp>
        <p:nvSpPr>
          <p:cNvPr id="50609" name="F2-Build-SMILES-27.599999999999998">
            <a:extLst>
              <a:ext uri="{FF2B5EF4-FFF2-40B4-BE49-F238E27FC236}">
                <a16:creationId xmlns:a16="http://schemas.microsoft.com/office/drawing/2014/main" id="{42E599AD-9784-4B26-ADAB-718990C44186}"/>
              </a:ext>
            </a:extLst>
          </p:cNvPr>
          <p:cNvSpPr>
            <a:spLocks noGrp="1"/>
          </p:cNvSpPr>
          <p:nvPr/>
        </p:nvSpPr>
        <p:spPr>
          <a:xfrm>
            <a:off x="5067300" y="1348740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CC(N)=O</a:t>
            </a:r>
          </a:p>
        </p:txBody>
      </p:sp>
      <p:pic>
        <p:nvPicPr>
          <p:cNvPr id="50610" name="图片 50609">
            <a:extLst>
              <a:ext uri="{FF2B5EF4-FFF2-40B4-BE49-F238E27FC236}">
                <a16:creationId xmlns:a16="http://schemas.microsoft.com/office/drawing/2014/main" id="{788E8304-A748-4BB4-8B4F-8A9E612C089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5149836" y="3476625"/>
            <a:ext cx="806478" cy="666750"/>
          </a:xfrm>
          <a:prstGeom prst="rect">
            <a:avLst/>
          </a:prstGeom>
        </p:spPr>
      </p:pic>
      <p:grpSp>
        <p:nvGrpSpPr>
          <p:cNvPr id="50611" name="Find preview 15"/>
          <p:cNvGrpSpPr/>
          <p:nvPr/>
        </p:nvGrpSpPr>
        <p:grpSpPr>
          <a:xfrm>
            <a:off x="511635" y="471488"/>
            <a:ext cx="404812" cy="395288"/>
            <a:chOff x="511635" y="471488"/>
            <a:chExt cx="404812" cy="395288"/>
          </a:xfrm>
        </p:grpSpPr>
        <p:pic>
          <p:nvPicPr>
            <p:cNvPr id="15" name="Find corresponding experimental density" descr="Experimental 9LLG density around chain C1 of the displayed CryoAtom2 receptor, at the original contour level and the identical camera orientation.">
              <a:extLst>
                <a:ext uri="{FF2B5EF4-FFF2-40B4-BE49-F238E27FC236}">
                  <a16:creationId xmlns:a16="http://schemas.microsoft.com/office/drawing/2014/main" id="{8CF1199C-6488-C5B6-B489-1131732B4FBF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11635" y="475859"/>
              <a:ext cx="404812" cy="386544"/>
            </a:xfrm>
            <a:prstGeom prst="rect">
              <a:avLst/>
            </a:prstGeom>
          </p:spPr>
        </p:pic>
        <p:sp>
          <p:nvSpPr>
            <p:cNvPr id="50594" name="crop-cube">
              <a:extLst>
                <a:ext uri="{FF2B5EF4-FFF2-40B4-BE49-F238E27FC236}">
                  <a16:creationId xmlns:a16="http://schemas.microsoft.com/office/drawing/2014/main" id="{25839399-079E-4307-9725-E085483F7FD6}"/>
                </a:ext>
              </a:extLst>
            </p:cNvPr>
            <p:cNvSpPr>
              <a:spLocks noGrp="1"/>
            </p:cNvSpPr>
            <p:nvPr/>
          </p:nvSpPr>
          <p:spPr>
            <a:xfrm>
              <a:off x="700088" y="626745"/>
              <a:ext cx="119063" cy="119063"/>
            </a:xfrm>
            <a:custGeom>
              <a:avLst/>
              <a:gdLst/>
              <a:ahLst/>
              <a:cxnLst/>
              <a:rect l="0" t="0" r="0" b="0"/>
              <a:pathLst>
                <a:path w="119063" h="119063">
                  <a:moveTo>
                    <a:pt x="0" y="30956"/>
                  </a:moveTo>
                  <a:lnTo>
                    <a:pt x="88106" y="30956"/>
                  </a:lnTo>
                  <a:lnTo>
                    <a:pt x="88106" y="119063"/>
                  </a:lnTo>
                  <a:lnTo>
                    <a:pt x="0" y="119063"/>
                  </a:lnTo>
                  <a:lnTo>
                    <a:pt x="0" y="30956"/>
                  </a:lnTo>
                  <a:lnTo>
                    <a:pt x="30956" y="0"/>
                  </a:lnTo>
                  <a:lnTo>
                    <a:pt x="119063" y="0"/>
                  </a:lnTo>
                  <a:lnTo>
                    <a:pt x="119063" y="88106"/>
                  </a:lnTo>
                  <a:lnTo>
                    <a:pt x="88106" y="119063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95" name="crop-cube">
              <a:extLst>
                <a:ext uri="{FF2B5EF4-FFF2-40B4-BE49-F238E27FC236}">
                  <a16:creationId xmlns:a16="http://schemas.microsoft.com/office/drawing/2014/main" id="{07D86F79-577D-4116-BDEA-F38D19D792BA}"/>
                </a:ext>
              </a:extLst>
            </p:cNvPr>
            <p:cNvSpPr>
              <a:spLocks noGrp="1"/>
            </p:cNvSpPr>
            <p:nvPr/>
          </p:nvSpPr>
          <p:spPr>
            <a:xfrm>
              <a:off x="788194" y="626745"/>
              <a:ext cx="30956" cy="30956"/>
            </a:xfrm>
            <a:custGeom>
              <a:avLst/>
              <a:gdLst/>
              <a:ahLst/>
              <a:cxnLst/>
              <a:rect l="0" t="0" r="0" b="0"/>
              <a:pathLst>
                <a:path w="30956" h="30956">
                  <a:moveTo>
                    <a:pt x="0" y="30956"/>
                  </a:moveTo>
                  <a:lnTo>
                    <a:pt x="30956" y="0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96" name="F2-density-crop-size">
              <a:extLst>
                <a:ext uri="{FF2B5EF4-FFF2-40B4-BE49-F238E27FC236}">
                  <a16:creationId xmlns:a16="http://schemas.microsoft.com/office/drawing/2014/main" id="{9B6ECDDF-4CA0-44BE-83B1-7FF800ECF209}"/>
                </a:ext>
              </a:extLst>
            </p:cNvPr>
            <p:cNvSpPr>
              <a:spLocks noGrp="1"/>
            </p:cNvSpPr>
            <p:nvPr/>
          </p:nvSpPr>
          <p:spPr>
            <a:xfrm>
              <a:off x="640556" y="766763"/>
              <a:ext cx="238125" cy="952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80³</a:t>
              </a:r>
            </a:p>
          </p:txBody>
        </p:sp>
      </p:grpSp>
      <p:grpSp>
        <p:nvGrpSpPr>
          <p:cNvPr id="50612" name="Find preview 1435"/>
          <p:cNvGrpSpPr/>
          <p:nvPr/>
        </p:nvGrpSpPr>
        <p:grpSpPr>
          <a:xfrm>
            <a:off x="511635" y="1252538"/>
            <a:ext cx="404812" cy="395288"/>
            <a:chOff x="511635" y="1252538"/>
            <a:chExt cx="404812" cy="395288"/>
          </a:xfrm>
        </p:grpSpPr>
        <p:pic>
          <p:nvPicPr>
            <p:cNvPr id="1435" name="Find clear receptor" descr="Receptor cartoon rendered from unchanged local coordinates, chain C1 of the 9LLG CA2 model.">
              <a:extLst>
                <a:ext uri="{FF2B5EF4-FFF2-40B4-BE49-F238E27FC236}">
                  <a16:creationId xmlns:a16="http://schemas.microsoft.com/office/drawing/2014/main" id="{24C88AB2-5918-0F4D-EDE6-0D89FC02F100}"/>
                </a:ext>
              </a:extLst>
            </p:cNvPr>
            <p:cNvPicPr/>
            <p:nvPr/>
          </p:nvPicPr>
          <p:blipFill>
            <a:blip r:embed="rId7"/>
            <a:srcRect l="16857" t="30389" r="19786" b="22500"/>
            <a:stretch>
              <a:fillRect/>
            </a:stretch>
          </p:blipFill>
          <p:spPr>
            <a:xfrm>
              <a:off x="511635" y="1256674"/>
              <a:ext cx="404812" cy="387014"/>
            </a:xfrm>
            <a:prstGeom prst="rect">
              <a:avLst/>
            </a:prstGeom>
          </p:spPr>
        </p:pic>
        <p:sp>
          <p:nvSpPr>
            <p:cNvPr id="50597" name="crop-cube">
              <a:extLst>
                <a:ext uri="{FF2B5EF4-FFF2-40B4-BE49-F238E27FC236}">
                  <a16:creationId xmlns:a16="http://schemas.microsoft.com/office/drawing/2014/main" id="{B083B324-58BF-4271-92CE-6A3DCE5DBE53}"/>
                </a:ext>
              </a:extLst>
            </p:cNvPr>
            <p:cNvSpPr>
              <a:spLocks noGrp="1"/>
            </p:cNvSpPr>
            <p:nvPr/>
          </p:nvSpPr>
          <p:spPr>
            <a:xfrm>
              <a:off x="700088" y="1404938"/>
              <a:ext cx="119063" cy="119063"/>
            </a:xfrm>
            <a:custGeom>
              <a:avLst/>
              <a:gdLst/>
              <a:ahLst/>
              <a:cxnLst/>
              <a:rect l="0" t="0" r="0" b="0"/>
              <a:pathLst>
                <a:path w="119063" h="119063">
                  <a:moveTo>
                    <a:pt x="0" y="30956"/>
                  </a:moveTo>
                  <a:lnTo>
                    <a:pt x="88106" y="30956"/>
                  </a:lnTo>
                  <a:lnTo>
                    <a:pt x="88106" y="119063"/>
                  </a:lnTo>
                  <a:lnTo>
                    <a:pt x="0" y="119063"/>
                  </a:lnTo>
                  <a:lnTo>
                    <a:pt x="0" y="30956"/>
                  </a:lnTo>
                  <a:lnTo>
                    <a:pt x="30956" y="0"/>
                  </a:lnTo>
                  <a:lnTo>
                    <a:pt x="119063" y="0"/>
                  </a:lnTo>
                  <a:lnTo>
                    <a:pt x="119063" y="88106"/>
                  </a:lnTo>
                  <a:lnTo>
                    <a:pt x="88106" y="119063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98" name="crop-cube">
              <a:extLst>
                <a:ext uri="{FF2B5EF4-FFF2-40B4-BE49-F238E27FC236}">
                  <a16:creationId xmlns:a16="http://schemas.microsoft.com/office/drawing/2014/main" id="{0E8C65BE-9745-4184-B8B7-6FD5E9341DBD}"/>
                </a:ext>
              </a:extLst>
            </p:cNvPr>
            <p:cNvSpPr>
              <a:spLocks noGrp="1"/>
            </p:cNvSpPr>
            <p:nvPr/>
          </p:nvSpPr>
          <p:spPr>
            <a:xfrm>
              <a:off x="788194" y="1404938"/>
              <a:ext cx="30956" cy="30956"/>
            </a:xfrm>
            <a:custGeom>
              <a:avLst/>
              <a:gdLst/>
              <a:ahLst/>
              <a:cxnLst/>
              <a:rect l="0" t="0" r="0" b="0"/>
              <a:pathLst>
                <a:path w="30956" h="30956">
                  <a:moveTo>
                    <a:pt x="0" y="30956"/>
                  </a:moveTo>
                  <a:lnTo>
                    <a:pt x="30956" y="0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99" name="F2-receptor-crop-size">
              <a:extLst>
                <a:ext uri="{FF2B5EF4-FFF2-40B4-BE49-F238E27FC236}">
                  <a16:creationId xmlns:a16="http://schemas.microsoft.com/office/drawing/2014/main" id="{11CB5595-3267-408D-9A25-39E3920D0458}"/>
                </a:ext>
              </a:extLst>
            </p:cNvPr>
            <p:cNvSpPr>
              <a:spLocks noGrp="1"/>
            </p:cNvSpPr>
            <p:nvPr/>
          </p:nvSpPr>
          <p:spPr>
            <a:xfrm>
              <a:off x="640556" y="1544955"/>
              <a:ext cx="238125" cy="952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80³</a:t>
              </a:r>
            </a:p>
          </p:txBody>
        </p:sp>
      </p:grpSp>
      <p:grpSp>
        <p:nvGrpSpPr>
          <p:cNvPr id="50613" name="Find preview 25"/>
          <p:cNvGrpSpPr/>
          <p:nvPr/>
        </p:nvGrpSpPr>
        <p:grpSpPr>
          <a:xfrm>
            <a:off x="4349067" y="495300"/>
            <a:ext cx="404812" cy="395288"/>
            <a:chOff x="4349067" y="495300"/>
            <a:chExt cx="404812" cy="395288"/>
          </a:xfrm>
        </p:grpSpPr>
        <p:pic>
          <p:nvPicPr>
            <p:cNvPr id="25" name="Find corresponding experimental density" descr="Experimental 9LLG density around chain C1 of the displayed CryoAtom2 receptor, at the original contour level and the identical camera orientation.">
              <a:extLst>
                <a:ext uri="{FF2B5EF4-FFF2-40B4-BE49-F238E27FC236}">
                  <a16:creationId xmlns:a16="http://schemas.microsoft.com/office/drawing/2014/main" id="{E01FAF0F-7383-AEC3-8192-CE781D4C8B97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4349067" y="499672"/>
              <a:ext cx="404812" cy="386544"/>
            </a:xfrm>
            <a:prstGeom prst="rect">
              <a:avLst/>
            </a:prstGeom>
          </p:spPr>
        </p:pic>
        <p:grpSp>
          <p:nvGrpSpPr>
            <p:cNvPr id="50555" name="Global copy of blob 758">
              <a:extLst>
                <a:ext uri="{FF2B5EF4-FFF2-40B4-BE49-F238E27FC236}">
                  <a16:creationId xmlns:a16="http://schemas.microsoft.com/office/drawing/2014/main" id="{00C0C92B-D4C8-0994-E860-1581EB873D86}"/>
                </a:ext>
              </a:extLst>
            </p:cNvPr>
            <p:cNvGrpSpPr/>
            <p:nvPr/>
          </p:nvGrpSpPr>
          <p:grpSpPr>
            <a:xfrm>
              <a:off x="4435335" y="623158"/>
              <a:ext cx="42515" cy="24054"/>
              <a:chOff x="1928706" y="3559489"/>
              <a:chExt cx="227897" cy="155682"/>
            </a:xfrm>
          </p:grpSpPr>
          <p:sp>
            <p:nvSpPr>
              <p:cNvPr id="50556" name="Candidate blob | editable contour">
                <a:extLst>
                  <a:ext uri="{FF2B5EF4-FFF2-40B4-BE49-F238E27FC236}">
                    <a16:creationId xmlns:a16="http://schemas.microsoft.com/office/drawing/2014/main" id="{A172A8B3-EFA3-33C9-CD2B-307B24D7293D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3521" y="100385"/>
                    </a:moveTo>
                    <a:cubicBezTo>
                      <a:pt x="0" y="80701"/>
                      <a:pt x="26006" y="62787"/>
                      <a:pt x="43453" y="54263"/>
                    </a:cubicBezTo>
                    <a:cubicBezTo>
                      <a:pt x="58843" y="43224"/>
                      <a:pt x="83460" y="52781"/>
                      <a:pt x="99588" y="43358"/>
                    </a:cubicBezTo>
                    <a:cubicBezTo>
                      <a:pt x="112436" y="32945"/>
                      <a:pt x="102548" y="9475"/>
                      <a:pt x="114181" y="4123"/>
                    </a:cubicBezTo>
                    <a:cubicBezTo>
                      <a:pt x="125241" y="0"/>
                      <a:pt x="158214" y="2398"/>
                      <a:pt x="179365" y="5837"/>
                    </a:cubicBezTo>
                    <a:cubicBezTo>
                      <a:pt x="197301" y="9996"/>
                      <a:pt x="210134" y="19340"/>
                      <a:pt x="216909" y="31256"/>
                    </a:cubicBezTo>
                    <a:cubicBezTo>
                      <a:pt x="221237" y="45342"/>
                      <a:pt x="227897" y="67151"/>
                      <a:pt x="224378" y="79920"/>
                    </a:cubicBezTo>
                    <a:cubicBezTo>
                      <a:pt x="219253" y="92918"/>
                      <a:pt x="191986" y="104353"/>
                      <a:pt x="170629" y="115250"/>
                    </a:cubicBezTo>
                    <a:cubicBezTo>
                      <a:pt x="155563" y="129736"/>
                      <a:pt x="143418" y="146104"/>
                      <a:pt x="126157" y="151452"/>
                    </a:cubicBezTo>
                    <a:cubicBezTo>
                      <a:pt x="110048" y="155682"/>
                      <a:pt x="82946" y="155682"/>
                      <a:pt x="52808" y="150002"/>
                    </a:cubicBezTo>
                    <a:cubicBezTo>
                      <a:pt x="28847" y="143645"/>
                      <a:pt x="5675" y="118994"/>
                      <a:pt x="3521" y="10038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57" name="ellipse_2612">
                <a:extLst>
                  <a:ext uri="{FF2B5EF4-FFF2-40B4-BE49-F238E27FC236}">
                    <a16:creationId xmlns:a16="http://schemas.microsoft.com/office/drawing/2014/main" id="{CF37E813-914E-4383-9CE9-1C5F4095124F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50558" name="Global copy of blob 6">
              <a:extLst>
                <a:ext uri="{FF2B5EF4-FFF2-40B4-BE49-F238E27FC236}">
                  <a16:creationId xmlns:a16="http://schemas.microsoft.com/office/drawing/2014/main" id="{52582F41-8562-EDCF-D547-FEE06D78B091}"/>
                </a:ext>
              </a:extLst>
            </p:cNvPr>
            <p:cNvGrpSpPr/>
            <p:nvPr/>
          </p:nvGrpSpPr>
          <p:grpSpPr>
            <a:xfrm rot="3197729">
              <a:off x="4592894" y="646215"/>
              <a:ext cx="42515" cy="24054"/>
              <a:chOff x="1928706" y="3559489"/>
              <a:chExt cx="227897" cy="155682"/>
            </a:xfrm>
          </p:grpSpPr>
          <p:sp>
            <p:nvSpPr>
              <p:cNvPr id="50559" name="Candidate blob | editable contour">
                <a:extLst>
                  <a:ext uri="{FF2B5EF4-FFF2-40B4-BE49-F238E27FC236}">
                    <a16:creationId xmlns:a16="http://schemas.microsoft.com/office/drawing/2014/main" id="{AC599FE5-B7C8-2310-361D-307EF409B159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3521" y="100385"/>
                    </a:moveTo>
                    <a:cubicBezTo>
                      <a:pt x="0" y="80701"/>
                      <a:pt x="26006" y="62787"/>
                      <a:pt x="43453" y="54263"/>
                    </a:cubicBezTo>
                    <a:cubicBezTo>
                      <a:pt x="58843" y="43224"/>
                      <a:pt x="83460" y="52781"/>
                      <a:pt x="99588" y="43358"/>
                    </a:cubicBezTo>
                    <a:cubicBezTo>
                      <a:pt x="112436" y="32945"/>
                      <a:pt x="102548" y="9475"/>
                      <a:pt x="114181" y="4123"/>
                    </a:cubicBezTo>
                    <a:cubicBezTo>
                      <a:pt x="125241" y="0"/>
                      <a:pt x="158214" y="2398"/>
                      <a:pt x="179365" y="5837"/>
                    </a:cubicBezTo>
                    <a:cubicBezTo>
                      <a:pt x="197301" y="9996"/>
                      <a:pt x="210134" y="19340"/>
                      <a:pt x="216909" y="31256"/>
                    </a:cubicBezTo>
                    <a:cubicBezTo>
                      <a:pt x="221237" y="45342"/>
                      <a:pt x="227897" y="67151"/>
                      <a:pt x="224378" y="79920"/>
                    </a:cubicBezTo>
                    <a:cubicBezTo>
                      <a:pt x="219253" y="92918"/>
                      <a:pt x="191986" y="104353"/>
                      <a:pt x="170629" y="115250"/>
                    </a:cubicBezTo>
                    <a:cubicBezTo>
                      <a:pt x="155563" y="129736"/>
                      <a:pt x="143418" y="146104"/>
                      <a:pt x="126157" y="151452"/>
                    </a:cubicBezTo>
                    <a:cubicBezTo>
                      <a:pt x="110048" y="155682"/>
                      <a:pt x="82946" y="155682"/>
                      <a:pt x="52808" y="150002"/>
                    </a:cubicBezTo>
                    <a:cubicBezTo>
                      <a:pt x="28847" y="143645"/>
                      <a:pt x="5675" y="118994"/>
                      <a:pt x="3521" y="10038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60" name="ellipse_2612">
                <a:extLst>
                  <a:ext uri="{FF2B5EF4-FFF2-40B4-BE49-F238E27FC236}">
                    <a16:creationId xmlns:a16="http://schemas.microsoft.com/office/drawing/2014/main" id="{899D545A-9188-B8A5-5122-F55763321954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50561" name="Global copy of blob 761">
              <a:extLst>
                <a:ext uri="{FF2B5EF4-FFF2-40B4-BE49-F238E27FC236}">
                  <a16:creationId xmlns:a16="http://schemas.microsoft.com/office/drawing/2014/main" id="{D7299A48-8BF0-7050-EF56-14DA3F495CB7}"/>
                </a:ext>
              </a:extLst>
            </p:cNvPr>
            <p:cNvGrpSpPr/>
            <p:nvPr/>
          </p:nvGrpSpPr>
          <p:grpSpPr>
            <a:xfrm>
              <a:off x="4422037" y="755380"/>
              <a:ext cx="38366" cy="20927"/>
              <a:chOff x="1928706" y="3559489"/>
              <a:chExt cx="227897" cy="155682"/>
            </a:xfrm>
          </p:grpSpPr>
          <p:sp>
            <p:nvSpPr>
              <p:cNvPr id="50562" name="Candidate blob | editable contour">
                <a:extLst>
                  <a:ext uri="{FF2B5EF4-FFF2-40B4-BE49-F238E27FC236}">
                    <a16:creationId xmlns:a16="http://schemas.microsoft.com/office/drawing/2014/main" id="{8902F596-0D84-3C56-EB93-D63FC7E9041E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4633" y="103508"/>
                    </a:moveTo>
                    <a:cubicBezTo>
                      <a:pt x="0" y="80701"/>
                      <a:pt x="17781" y="72087"/>
                      <a:pt x="35225" y="64107"/>
                    </a:cubicBezTo>
                    <a:cubicBezTo>
                      <a:pt x="54476" y="49917"/>
                      <a:pt x="72264" y="52549"/>
                      <a:pt x="92778" y="35736"/>
                    </a:cubicBezTo>
                    <a:cubicBezTo>
                      <a:pt x="110195" y="21040"/>
                      <a:pt x="104326" y="5059"/>
                      <a:pt x="115221" y="1753"/>
                    </a:cubicBezTo>
                    <a:cubicBezTo>
                      <a:pt x="125241" y="0"/>
                      <a:pt x="159037" y="3786"/>
                      <a:pt x="180838" y="12966"/>
                    </a:cubicBezTo>
                    <a:cubicBezTo>
                      <a:pt x="198427" y="23372"/>
                      <a:pt x="209170" y="39484"/>
                      <a:pt x="212983" y="52913"/>
                    </a:cubicBezTo>
                    <a:cubicBezTo>
                      <a:pt x="216818" y="61184"/>
                      <a:pt x="227897" y="67151"/>
                      <a:pt x="223406" y="85389"/>
                    </a:cubicBezTo>
                    <a:cubicBezTo>
                      <a:pt x="220211" y="103077"/>
                      <a:pt x="208185" y="131257"/>
                      <a:pt x="201464" y="141174"/>
                    </a:cubicBezTo>
                    <a:cubicBezTo>
                      <a:pt x="189414" y="144450"/>
                      <a:pt x="161966" y="148455"/>
                      <a:pt x="136762" y="150513"/>
                    </a:cubicBezTo>
                    <a:cubicBezTo>
                      <a:pt x="110048" y="155682"/>
                      <a:pt x="82946" y="155682"/>
                      <a:pt x="72733" y="149421"/>
                    </a:cubicBezTo>
                    <a:cubicBezTo>
                      <a:pt x="54091" y="147525"/>
                      <a:pt x="13199" y="123788"/>
                      <a:pt x="4633" y="103508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63" name="ellipse_2612">
                <a:extLst>
                  <a:ext uri="{FF2B5EF4-FFF2-40B4-BE49-F238E27FC236}">
                    <a16:creationId xmlns:a16="http://schemas.microsoft.com/office/drawing/2014/main" id="{85D74281-2FE6-E2D2-EFBA-AF54A45686E3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50564" name="Global copy of blob 755">
              <a:extLst>
                <a:ext uri="{FF2B5EF4-FFF2-40B4-BE49-F238E27FC236}">
                  <a16:creationId xmlns:a16="http://schemas.microsoft.com/office/drawing/2014/main" id="{3B821B97-56A6-DCED-E85F-DBF945F3EA13}"/>
                </a:ext>
              </a:extLst>
            </p:cNvPr>
            <p:cNvGrpSpPr/>
            <p:nvPr/>
          </p:nvGrpSpPr>
          <p:grpSpPr>
            <a:xfrm>
              <a:off x="4533706" y="791322"/>
              <a:ext cx="37919" cy="25902"/>
              <a:chOff x="1928706" y="3559489"/>
              <a:chExt cx="227897" cy="155682"/>
            </a:xfrm>
          </p:grpSpPr>
          <p:sp>
            <p:nvSpPr>
              <p:cNvPr id="50565" name="Candidate blob | editable contour">
                <a:extLst>
                  <a:ext uri="{FF2B5EF4-FFF2-40B4-BE49-F238E27FC236}">
                    <a16:creationId xmlns:a16="http://schemas.microsoft.com/office/drawing/2014/main" id="{B3B117DA-D182-38E6-AD16-B4776AD2C7B7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5338" y="97866"/>
                    </a:moveTo>
                    <a:cubicBezTo>
                      <a:pt x="0" y="80701"/>
                      <a:pt x="18889" y="54504"/>
                      <a:pt x="29976" y="43663"/>
                    </a:cubicBezTo>
                    <a:cubicBezTo>
                      <a:pt x="41062" y="32823"/>
                      <a:pt x="58719" y="39447"/>
                      <a:pt x="71859" y="32823"/>
                    </a:cubicBezTo>
                    <a:cubicBezTo>
                      <a:pt x="84999" y="26198"/>
                      <a:pt x="92391" y="7829"/>
                      <a:pt x="108816" y="3915"/>
                    </a:cubicBezTo>
                    <a:cubicBezTo>
                      <a:pt x="125241" y="0"/>
                      <a:pt x="153984" y="3613"/>
                      <a:pt x="170409" y="9335"/>
                    </a:cubicBezTo>
                    <a:cubicBezTo>
                      <a:pt x="186834" y="15056"/>
                      <a:pt x="198332" y="26198"/>
                      <a:pt x="207366" y="38243"/>
                    </a:cubicBezTo>
                    <a:cubicBezTo>
                      <a:pt x="216399" y="50288"/>
                      <a:pt x="227897" y="67151"/>
                      <a:pt x="224612" y="81605"/>
                    </a:cubicBezTo>
                    <a:cubicBezTo>
                      <a:pt x="221327" y="96059"/>
                      <a:pt x="203259" y="113223"/>
                      <a:pt x="187656" y="124967"/>
                    </a:cubicBezTo>
                    <a:cubicBezTo>
                      <a:pt x="172052" y="136711"/>
                      <a:pt x="151931" y="148455"/>
                      <a:pt x="130989" y="152068"/>
                    </a:cubicBezTo>
                    <a:cubicBezTo>
                      <a:pt x="110048" y="155682"/>
                      <a:pt x="82946" y="155682"/>
                      <a:pt x="62004" y="146648"/>
                    </a:cubicBezTo>
                    <a:cubicBezTo>
                      <a:pt x="41062" y="137614"/>
                      <a:pt x="10676" y="115030"/>
                      <a:pt x="5338" y="978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66" name="ellipse_2612">
                <a:extLst>
                  <a:ext uri="{FF2B5EF4-FFF2-40B4-BE49-F238E27FC236}">
                    <a16:creationId xmlns:a16="http://schemas.microsoft.com/office/drawing/2014/main" id="{901C6437-E94C-AFDE-D242-E688A89ABBDB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</p:grpSp>
    </p:spTree>
    <p:extLst>
      <p:ext uri="{BB962C8B-B14F-4D97-AF65-F5344CB8AC3E}">
        <p14:creationId xmlns:p14="http://schemas.microsoft.com/office/powerpoint/2010/main" val="37632893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ethod / text">
    <p:spTree>
      <p:nvGrpSpPr>
        <p:cNvPr id="1" name="">
          <a:extLst>
            <a:ext uri="{FF2B5EF4-FFF2-40B4-BE49-F238E27FC236}">
              <a16:creationId xmlns:a16="http://schemas.microsoft.com/office/drawing/2014/main" id="{7C3A6E18-01F8-B0BA-F43F-91B3A30C3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A9090686-8929-C0A0-CCD3-B88878102309}"/>
              </a:ext>
            </a:extLst>
          </p:cNvPr>
          <p:cNvSpPr/>
          <p:nvPr/>
        </p:nvSpPr>
        <p:spPr>
          <a:xfrm>
            <a:off x="450985" y="89164"/>
            <a:ext cx="438193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28703D02-0EE9-C5A6-609C-08019DDE7E4E}"/>
              </a:ext>
            </a:extLst>
          </p:cNvPr>
          <p:cNvSpPr/>
          <p:nvPr/>
        </p:nvSpPr>
        <p:spPr>
          <a:xfrm>
            <a:off x="450985" y="1884235"/>
            <a:ext cx="438193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ED204BA4-647E-6284-03F8-632FC35FBD82}"/>
              </a:ext>
            </a:extLst>
          </p:cNvPr>
          <p:cNvSpPr/>
          <p:nvPr/>
        </p:nvSpPr>
        <p:spPr>
          <a:xfrm>
            <a:off x="4868797" y="84564"/>
            <a:ext cx="1354615" cy="4331875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DDB8823C-1C5D-EC2B-D97C-140C79222FB0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>
              <a:extLst>
                <a:ext uri="{FF2B5EF4-FFF2-40B4-BE49-F238E27FC236}">
                  <a16:creationId xmlns:a16="http://schemas.microsoft.com/office/drawing/2014/main" id="{7D0554F4-AE1C-63F1-A885-352F5424EDA9}"/>
                </a:ext>
              </a:extLst>
            </p:cNvPr>
            <p:cNvSpPr/>
            <p:nvPr/>
          </p:nvSpPr>
          <p:spPr>
            <a:xfrm>
              <a:off x="1582841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DBC3EDA-5434-B072-0369-64F7979021C5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BDE65E3A-EB06-F9D8-4F70-55D863BF89FB}"/>
              </a:ext>
            </a:extLst>
          </p:cNvPr>
          <p:cNvSpPr txBox="1"/>
          <p:nvPr/>
        </p:nvSpPr>
        <p:spPr>
          <a:xfrm>
            <a:off x="677263" y="1245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263442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F3FF857A-DE19-FC06-9455-89983F39C003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70ECA487-21BB-6209-C18F-3026009B4E59}"/>
              </a:ext>
            </a:extLst>
          </p:cNvPr>
          <p:cNvSpPr txBox="1"/>
          <p:nvPr/>
        </p:nvSpPr>
        <p:spPr>
          <a:xfrm>
            <a:off x="677200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263442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C99C17F0-6544-6BC0-1417-555389742DB7}"/>
              </a:ext>
            </a:extLst>
          </p:cNvPr>
          <p:cNvSpPr txBox="1"/>
          <p:nvPr/>
        </p:nvSpPr>
        <p:spPr>
          <a:xfrm>
            <a:off x="490238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7A43A7E7-A060-03F0-5B05-9A1425584A88}"/>
              </a:ext>
            </a:extLst>
          </p:cNvPr>
          <p:cNvSpPr txBox="1"/>
          <p:nvPr/>
        </p:nvSpPr>
        <p:spPr>
          <a:xfrm>
            <a:off x="506058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263442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263442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AB7453E-57E4-6069-E17B-BEBD584DE9C5}"/>
              </a:ext>
            </a:extLst>
          </p:cNvPr>
          <p:cNvSpPr/>
          <p:nvPr/>
        </p:nvSpPr>
        <p:spPr>
          <a:xfrm>
            <a:off x="570715" y="284774"/>
            <a:ext cx="488504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E13F9DB9-2915-4D37-1A15-4DD879957FE6}"/>
              </a:ext>
            </a:extLst>
          </p:cNvPr>
          <p:cNvSpPr txBox="1"/>
          <p:nvPr/>
        </p:nvSpPr>
        <p:spPr>
          <a:xfrm>
            <a:off x="490790" y="318294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263442"/>
                </a:solidFill>
                <a:latin typeface="Arial"/>
              </a:rPr>
              <a:t>Density</a:t>
            </a:r>
          </a:p>
        </p:txBody>
      </p:sp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C39711EA-1578-1FDC-F7E5-415822DEC84F}"/>
              </a:ext>
            </a:extLst>
          </p:cNvPr>
          <p:cNvSpPr/>
          <p:nvPr/>
        </p:nvSpPr>
        <p:spPr>
          <a:xfrm>
            <a:off x="570714" y="1028349"/>
            <a:ext cx="48961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566817F-CA11-3CA5-4ED5-534E4B65A1C1}"/>
              </a:ext>
            </a:extLst>
          </p:cNvPr>
          <p:cNvSpPr txBox="1"/>
          <p:nvPr/>
        </p:nvSpPr>
        <p:spPr>
          <a:xfrm>
            <a:off x="464564" y="1053973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263442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84C31B5C-DB46-3102-A094-A625CBC3795B}"/>
              </a:ext>
            </a:extLst>
          </p:cNvPr>
          <p:cNvSpPr/>
          <p:nvPr/>
        </p:nvSpPr>
        <p:spPr>
          <a:xfrm>
            <a:off x="1962711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D0BEE622-6A06-FAEC-A1B9-E12DAFA59B95}"/>
              </a:ext>
            </a:extLst>
          </p:cNvPr>
          <p:cNvSpPr txBox="1"/>
          <p:nvPr/>
        </p:nvSpPr>
        <p:spPr>
          <a:xfrm>
            <a:off x="1962711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263442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6162AD09-868A-9802-DD3F-493AE18E658B}"/>
              </a:ext>
            </a:extLst>
          </p:cNvPr>
          <p:cNvSpPr txBox="1"/>
          <p:nvPr/>
        </p:nvSpPr>
        <p:spPr>
          <a:xfrm>
            <a:off x="1962566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i="1" dirty="0">
                <a:solidFill>
                  <a:srgbClr val="263442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9C48FDC-7786-8263-4A08-E75021FC8287}"/>
              </a:ext>
            </a:extLst>
          </p:cNvPr>
          <p:cNvSpPr txBox="1"/>
          <p:nvPr/>
        </p:nvSpPr>
        <p:spPr>
          <a:xfrm>
            <a:off x="2128828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5D7C6AF6-28C5-C78C-2A6D-53148E9C5409}"/>
              </a:ext>
            </a:extLst>
          </p:cNvPr>
          <p:cNvSpPr txBox="1"/>
          <p:nvPr/>
        </p:nvSpPr>
        <p:spPr>
          <a:xfrm>
            <a:off x="2777479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7CC49EB1-DBD1-A7E7-516D-CECCC1D041F1}"/>
              </a:ext>
            </a:extLst>
          </p:cNvPr>
          <p:cNvSpPr txBox="1"/>
          <p:nvPr/>
        </p:nvSpPr>
        <p:spPr>
          <a:xfrm>
            <a:off x="3426130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E6BB0EBE-E97F-0460-89AE-378626BAD4D7}"/>
              </a:ext>
            </a:extLst>
          </p:cNvPr>
          <p:cNvSpPr/>
          <p:nvPr/>
        </p:nvSpPr>
        <p:spPr>
          <a:xfrm>
            <a:off x="1962711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B4F71929-AC06-8CA3-B3DD-0D60585A9033}"/>
              </a:ext>
            </a:extLst>
          </p:cNvPr>
          <p:cNvGrpSpPr/>
          <p:nvPr/>
        </p:nvGrpSpPr>
        <p:grpSpPr>
          <a:xfrm>
            <a:off x="2053680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660AA888-4092-6DA6-78D3-4B888E2B2DA3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8ED69D04-8A29-A5B5-FEDE-87DBF5A86A21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2F757B70-05BB-1D52-EAD7-99F943EE078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3900347-5FB5-F6C0-81F6-93C079B537C5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D9E3B372-BB0F-C9A4-3974-A8E7AF7737B7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65731899-DB97-2E91-5665-E8C978110F71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FB870BF7-7DC4-B374-8AD0-46EC506BB29E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FB5210B2-4DAF-5841-3925-445BB6BA8E65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5E297BB0-4B0B-7393-6335-0A8D413997FE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3460EDB7-F270-4A51-230E-76F07C518E5B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D7F22E2B-29AF-AAFC-9390-4763B76AC824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F4A044B8-F6CD-9A28-3075-23E9F1427BD6}"/>
              </a:ext>
            </a:extLst>
          </p:cNvPr>
          <p:cNvGrpSpPr/>
          <p:nvPr/>
        </p:nvGrpSpPr>
        <p:grpSpPr>
          <a:xfrm>
            <a:off x="2484443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A2BC9FE-9931-3C68-E213-012D2334D100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0D3FC1DA-E4D9-46A0-549F-86D3BA55D6FD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2E76A36E-124A-FF28-5F0C-9D8A556CAB6E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D535EE24-6485-F339-2CB7-F9EF085CB943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3E3B8E8E-0D51-B463-1AC5-8ABBD0D94E5F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A78CC97C-CF00-B4B4-232A-6540F415567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1C7DD56E-5535-8B2E-615C-21EEB3FC0B60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53E5DFEF-A738-E1E2-6D82-562898867479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F15DB89-4578-E9D4-B66C-9772D337DE92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8E5AF76E-A5D2-A1C4-1196-A1FB989CBECC}"/>
              </a:ext>
            </a:extLst>
          </p:cNvPr>
          <p:cNvGrpSpPr/>
          <p:nvPr/>
        </p:nvGrpSpPr>
        <p:grpSpPr>
          <a:xfrm>
            <a:off x="2932283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75101B77-5988-FEB7-22BD-46F0384ADBC8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0F3768B9-45DC-D239-6ECE-6B199905A0E6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9AC2E9D9-EA81-CB60-9668-376E55C3B65A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193512C0-B984-BF26-53B2-A4C133832B1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010957FC-182F-1FF9-1554-385555C7E5BB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D3BED3D3-6945-FBFB-0ADC-29AB3D61D264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6152C243-7C11-72B4-655A-F6C20103F058}"/>
              </a:ext>
            </a:extLst>
          </p:cNvPr>
          <p:cNvGrpSpPr/>
          <p:nvPr/>
        </p:nvGrpSpPr>
        <p:grpSpPr>
          <a:xfrm>
            <a:off x="3354586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02A84936-E0C4-22EE-AB39-B8147866C1E6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28C5B77C-D4DA-25CA-7F5E-FFB406D4948B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4B9C2CC8-3618-CEA6-223F-481DE7645A7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16AA07D-1658-6583-2048-22DAA979C713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B9996B1C-4365-A5B2-A0FA-BEEE1AE3580D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B24EA66B-C475-FD74-3653-99240EA2FC7D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7C05A257-A858-E4EC-CE72-2E262BB52B07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029BF78-C694-94BA-2390-D6FC0A6BFD81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B400169A-5E49-FEE5-1915-FCB9E751F312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FE5D4BB8-AE08-CFDC-14F9-58D62B643799}"/>
              </a:ext>
            </a:extLst>
          </p:cNvPr>
          <p:cNvGrpSpPr/>
          <p:nvPr/>
        </p:nvGrpSpPr>
        <p:grpSpPr>
          <a:xfrm>
            <a:off x="3778141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C966A44-931E-3C61-C3E2-9910BF785D0E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0734BB70-ADDB-68EE-E4C9-F1E9F19AF6E7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50CDA3FC-9E47-A0FF-54FE-0B291B80C55E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FDEE2D57-7D4E-037C-452C-66A797AB07C9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B2C7060E-B2BB-F02D-5B6F-B7D323B087B4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7DE1C447-AFD4-DD7C-5DE0-0E96E8153D12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536BBD44-5D8E-E642-7EFE-DC301B9D3F7F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2D018CC6-8BB4-0573-830A-62F9771BB45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D9BABC9-7179-80DF-931B-76C5D153BFA2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BF41BEF8-8F67-637A-F426-1015DD3C37F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E57407DB-12F2-A10B-73ED-904E74E89684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7" name="TextBox 12152">
            <a:extLst>
              <a:ext uri="{FF2B5EF4-FFF2-40B4-BE49-F238E27FC236}">
                <a16:creationId xmlns:a16="http://schemas.microsoft.com/office/drawing/2014/main" id="{DA95DC65-9861-CC7E-7EFC-4B9E07722C91}"/>
              </a:ext>
            </a:extLst>
          </p:cNvPr>
          <p:cNvSpPr txBox="1"/>
          <p:nvPr/>
        </p:nvSpPr>
        <p:spPr>
          <a:xfrm>
            <a:off x="1962711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263442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22E41DD-5F6E-76BD-E92F-5CBA886A651B}"/>
              </a:ext>
            </a:extLst>
          </p:cNvPr>
          <p:cNvSpPr txBox="1"/>
          <p:nvPr/>
        </p:nvSpPr>
        <p:spPr>
          <a:xfrm>
            <a:off x="2809120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63442"/>
                </a:solidFill>
                <a:latin typeface="Arial"/>
              </a:rPr>
              <a:t>F</a:t>
            </a:r>
            <a:r>
              <a:rPr sz="588" dirty="0">
                <a:solidFill>
                  <a:srgbClr val="263442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6A602B9B-DE58-7AA0-FDBA-741F60C78A9B}"/>
              </a:ext>
            </a:extLst>
          </p:cNvPr>
          <p:cNvSpPr/>
          <p:nvPr/>
        </p:nvSpPr>
        <p:spPr>
          <a:xfrm>
            <a:off x="432993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F7C0F6F-D082-C8AA-DE11-4286EF42AADB}"/>
              </a:ext>
            </a:extLst>
          </p:cNvPr>
          <p:cNvSpPr txBox="1"/>
          <p:nvPr/>
        </p:nvSpPr>
        <p:spPr>
          <a:xfrm>
            <a:off x="4215551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263442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EBF2AA16-9B52-B84F-43EE-03BA82B2D4CA}"/>
              </a:ext>
            </a:extLst>
          </p:cNvPr>
          <p:cNvSpPr txBox="1"/>
          <p:nvPr/>
        </p:nvSpPr>
        <p:spPr>
          <a:xfrm>
            <a:off x="677751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263442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FD101AA-9130-CD96-6414-B193E6D36851}"/>
              </a:ext>
            </a:extLst>
          </p:cNvPr>
          <p:cNvSpPr txBox="1"/>
          <p:nvPr/>
        </p:nvSpPr>
        <p:spPr>
          <a:xfrm>
            <a:off x="2706672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263442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5A593D05-94F5-C55B-C8C6-B8F9E86B08C6}"/>
              </a:ext>
            </a:extLst>
          </p:cNvPr>
          <p:cNvSpPr/>
          <p:nvPr/>
        </p:nvSpPr>
        <p:spPr>
          <a:xfrm>
            <a:off x="2617408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DA6D9C81-D325-B373-1580-DEE13789E3EE}"/>
              </a:ext>
            </a:extLst>
          </p:cNvPr>
          <p:cNvSpPr txBox="1"/>
          <p:nvPr/>
        </p:nvSpPr>
        <p:spPr>
          <a:xfrm>
            <a:off x="669841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6E830D7E-FC74-3019-18B2-DDE04B6E60D0}"/>
              </a:ext>
            </a:extLst>
          </p:cNvPr>
          <p:cNvSpPr txBox="1"/>
          <p:nvPr/>
        </p:nvSpPr>
        <p:spPr>
          <a:xfrm>
            <a:off x="1152374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263442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7A47CBDC-2732-4D0F-C4FF-972DA2F1AA3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199858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50BD09F1-2D4A-FA0A-7AF2-981DD7585F3A}"/>
              </a:ext>
            </a:extLst>
          </p:cNvPr>
          <p:cNvSpPr txBox="1"/>
          <p:nvPr/>
        </p:nvSpPr>
        <p:spPr>
          <a:xfrm>
            <a:off x="709890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Pocket</a:t>
            </a:r>
          </a:p>
        </p:txBody>
      </p:sp>
      <p:sp>
        <p:nvSpPr>
          <p:cNvPr id="613" name="TextBox 12177">
            <a:extLst>
              <a:ext uri="{FF2B5EF4-FFF2-40B4-BE49-F238E27FC236}">
                <a16:creationId xmlns:a16="http://schemas.microsoft.com/office/drawing/2014/main" id="{086F717F-C0B1-CD04-AFB8-166092CD717F}"/>
              </a:ext>
            </a:extLst>
          </p:cNvPr>
          <p:cNvSpPr txBox="1"/>
          <p:nvPr/>
        </p:nvSpPr>
        <p:spPr>
          <a:xfrm>
            <a:off x="1159452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ECF83E2A-3199-B09F-F90E-31DC9848C382}"/>
              </a:ext>
            </a:extLst>
          </p:cNvPr>
          <p:cNvGrpSpPr/>
          <p:nvPr/>
        </p:nvGrpSpPr>
        <p:grpSpPr>
          <a:xfrm>
            <a:off x="1183161" y="3036990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513F782E-E1DE-1B64-68A9-FB54BE71715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2A4650A-7359-9456-1843-A3C9E08B2497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8" name="TextBox 12186">
            <a:extLst>
              <a:ext uri="{FF2B5EF4-FFF2-40B4-BE49-F238E27FC236}">
                <a16:creationId xmlns:a16="http://schemas.microsoft.com/office/drawing/2014/main" id="{88505915-A113-7FAA-6C15-3F2B10F6D7CB}"/>
              </a:ext>
            </a:extLst>
          </p:cNvPr>
          <p:cNvSpPr txBox="1"/>
          <p:nvPr/>
        </p:nvSpPr>
        <p:spPr>
          <a:xfrm>
            <a:off x="1701262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63442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50441A72-5112-E010-1BBD-72FFF87A8B6E}"/>
              </a:ext>
            </a:extLst>
          </p:cNvPr>
          <p:cNvGrpSpPr/>
          <p:nvPr/>
        </p:nvGrpSpPr>
        <p:grpSpPr>
          <a:xfrm>
            <a:off x="1718368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2C26482F-D7D7-E3F6-FBCD-22AC82315E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F28AFBA7-0A71-99DE-9FF9-EBD0ADC1144C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97E064B3-0050-239C-C963-C5E4E31B84D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A2C54284-938E-B40D-7CE6-20A987BE144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0F8960CE-A059-8D07-91FB-C97F3078BCD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A5646F3B-E3B0-7C1C-2E27-F9E967647A65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49CF1756-587C-D73A-CFD0-CE93821E4BC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617A40D8-F985-CF5E-C184-9CEE010688B0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D74C2F96-9830-4E45-47CF-280DBDF3BBA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B57D82E4-2BD4-33AA-2164-941D5F47EC2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5F07842-8C1D-D758-5B6A-3324A46B243F}"/>
              </a:ext>
            </a:extLst>
          </p:cNvPr>
          <p:cNvGrpSpPr/>
          <p:nvPr/>
        </p:nvGrpSpPr>
        <p:grpSpPr>
          <a:xfrm>
            <a:off x="1781144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9098312C-2F0E-B28B-B660-F9C51272B94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ACF53CE3-1C37-025F-02A8-70EEA8DCFD7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EDD959CF-D4D3-5624-F7B2-BF9345634585}"/>
              </a:ext>
            </a:extLst>
          </p:cNvPr>
          <p:cNvSpPr/>
          <p:nvPr/>
        </p:nvSpPr>
        <p:spPr>
          <a:xfrm>
            <a:off x="1824075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2C0C5B7E-EB59-C12C-034A-66725ABF262F}"/>
              </a:ext>
            </a:extLst>
          </p:cNvPr>
          <p:cNvSpPr txBox="1"/>
          <p:nvPr/>
        </p:nvSpPr>
        <p:spPr>
          <a:xfrm>
            <a:off x="1659904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63442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8153BF98-6A0C-0786-710E-3D0EE8987AAA}"/>
              </a:ext>
            </a:extLst>
          </p:cNvPr>
          <p:cNvSpPr txBox="1"/>
          <p:nvPr/>
        </p:nvSpPr>
        <p:spPr>
          <a:xfrm>
            <a:off x="2077123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263442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263442"/>
                </a:solidFill>
                <a:latin typeface="Arial"/>
              </a:rPr>
              <a:t>ase s</a:t>
            </a:r>
            <a:r>
              <a:rPr sz="600" dirty="0">
                <a:solidFill>
                  <a:srgbClr val="263442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93EC2205-1821-C3E9-E08B-23B27F07452E}"/>
              </a:ext>
            </a:extLst>
          </p:cNvPr>
          <p:cNvSpPr txBox="1"/>
          <p:nvPr/>
        </p:nvSpPr>
        <p:spPr>
          <a:xfrm>
            <a:off x="2252881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j</a:t>
            </a:r>
            <a:r>
              <a:rPr sz="780" baseline="32000">
                <a:solidFill>
                  <a:srgbClr val="263442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99E9D3C4-A8BD-9C93-615E-C771AE07C8E3}"/>
              </a:ext>
            </a:extLst>
          </p:cNvPr>
          <p:cNvSpPr/>
          <p:nvPr/>
        </p:nvSpPr>
        <p:spPr>
          <a:xfrm>
            <a:off x="2156411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6BC787CE-AF83-7509-7C88-9AB58DB6F66F}"/>
              </a:ext>
            </a:extLst>
          </p:cNvPr>
          <p:cNvSpPr/>
          <p:nvPr/>
        </p:nvSpPr>
        <p:spPr>
          <a:xfrm>
            <a:off x="2204438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269240CC-07F6-8569-D6D0-2E898FDFE671}"/>
              </a:ext>
            </a:extLst>
          </p:cNvPr>
          <p:cNvSpPr/>
          <p:nvPr/>
        </p:nvSpPr>
        <p:spPr>
          <a:xfrm>
            <a:off x="2252465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D027E165-A9E7-E339-F192-6FC69D94CA5E}"/>
              </a:ext>
            </a:extLst>
          </p:cNvPr>
          <p:cNvSpPr/>
          <p:nvPr/>
        </p:nvSpPr>
        <p:spPr>
          <a:xfrm>
            <a:off x="2300493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AF544338-D23E-CE3C-A6B8-4FA37DCAD82E}"/>
              </a:ext>
            </a:extLst>
          </p:cNvPr>
          <p:cNvSpPr/>
          <p:nvPr/>
        </p:nvSpPr>
        <p:spPr>
          <a:xfrm>
            <a:off x="2348521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9F80EB35-B4A7-2FA2-7A0C-B02A9915E4EB}"/>
              </a:ext>
            </a:extLst>
          </p:cNvPr>
          <p:cNvSpPr/>
          <p:nvPr/>
        </p:nvSpPr>
        <p:spPr>
          <a:xfrm>
            <a:off x="2396548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763E1301-00D0-44E1-3425-288C0321EC85}"/>
              </a:ext>
            </a:extLst>
          </p:cNvPr>
          <p:cNvSpPr/>
          <p:nvPr/>
        </p:nvSpPr>
        <p:spPr>
          <a:xfrm>
            <a:off x="2444575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4850A78-C957-EF45-0669-F1FA2501E311}"/>
              </a:ext>
            </a:extLst>
          </p:cNvPr>
          <p:cNvSpPr/>
          <p:nvPr/>
        </p:nvSpPr>
        <p:spPr>
          <a:xfrm>
            <a:off x="669841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11FEE5AE-99F9-B083-0D93-CFC8DBD07D63}"/>
              </a:ext>
            </a:extLst>
          </p:cNvPr>
          <p:cNvSpPr/>
          <p:nvPr/>
        </p:nvSpPr>
        <p:spPr>
          <a:xfrm>
            <a:off x="1365954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884D8F93-171F-A6AB-A603-7E1006874447}"/>
              </a:ext>
            </a:extLst>
          </p:cNvPr>
          <p:cNvSpPr txBox="1"/>
          <p:nvPr/>
        </p:nvSpPr>
        <p:spPr>
          <a:xfrm>
            <a:off x="1735251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59F3449A-984C-C7E7-FC02-0C47B43E0DFD}"/>
              </a:ext>
            </a:extLst>
          </p:cNvPr>
          <p:cNvSpPr/>
          <p:nvPr/>
        </p:nvSpPr>
        <p:spPr>
          <a:xfrm>
            <a:off x="2156994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263442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F9F40E0-7819-CEA2-6131-C4ABBC19B945}"/>
              </a:ext>
            </a:extLst>
          </p:cNvPr>
          <p:cNvSpPr txBox="1"/>
          <p:nvPr/>
        </p:nvSpPr>
        <p:spPr>
          <a:xfrm>
            <a:off x="2097664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554F5441-96D3-CFD3-6A6E-CA8C906F4B29}"/>
              </a:ext>
            </a:extLst>
          </p:cNvPr>
          <p:cNvSpPr/>
          <p:nvPr/>
        </p:nvSpPr>
        <p:spPr>
          <a:xfrm>
            <a:off x="1160262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99BF7016-0AEC-5CA1-43D0-0CC405933ADD}"/>
              </a:ext>
            </a:extLst>
          </p:cNvPr>
          <p:cNvSpPr/>
          <p:nvPr/>
        </p:nvSpPr>
        <p:spPr>
          <a:xfrm>
            <a:off x="2141171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71708831-906F-DB31-D516-DA6520DB6B6E}"/>
              </a:ext>
            </a:extLst>
          </p:cNvPr>
          <p:cNvSpPr/>
          <p:nvPr/>
        </p:nvSpPr>
        <p:spPr>
          <a:xfrm>
            <a:off x="2189198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1CF9CE6-644D-2199-D558-FB2748AF4CA8}"/>
              </a:ext>
            </a:extLst>
          </p:cNvPr>
          <p:cNvSpPr/>
          <p:nvPr/>
        </p:nvSpPr>
        <p:spPr>
          <a:xfrm>
            <a:off x="2237225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B1E11C4-B6B0-8410-69CA-ECA06B016C11}"/>
              </a:ext>
            </a:extLst>
          </p:cNvPr>
          <p:cNvSpPr/>
          <p:nvPr/>
        </p:nvSpPr>
        <p:spPr>
          <a:xfrm>
            <a:off x="2285253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2A27D763-25D4-1A48-A9AB-8AE10B5867F3}"/>
              </a:ext>
            </a:extLst>
          </p:cNvPr>
          <p:cNvSpPr/>
          <p:nvPr/>
        </p:nvSpPr>
        <p:spPr>
          <a:xfrm>
            <a:off x="2333281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CC2DBA64-D0DF-1160-5FEF-C265BF4EAB35}"/>
              </a:ext>
            </a:extLst>
          </p:cNvPr>
          <p:cNvSpPr/>
          <p:nvPr/>
        </p:nvSpPr>
        <p:spPr>
          <a:xfrm>
            <a:off x="2381308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3E031F7D-E2D9-9D11-0526-4D352C453584}"/>
              </a:ext>
            </a:extLst>
          </p:cNvPr>
          <p:cNvSpPr/>
          <p:nvPr/>
        </p:nvSpPr>
        <p:spPr>
          <a:xfrm>
            <a:off x="2429335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9AC920D3-16D2-273E-04D3-53357E82FB0E}"/>
              </a:ext>
            </a:extLst>
          </p:cNvPr>
          <p:cNvSpPr txBox="1"/>
          <p:nvPr/>
        </p:nvSpPr>
        <p:spPr>
          <a:xfrm>
            <a:off x="2026801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772C4BD8-070D-6A2C-3C5B-CCE55BD09041}"/>
              </a:ext>
            </a:extLst>
          </p:cNvPr>
          <p:cNvSpPr/>
          <p:nvPr/>
        </p:nvSpPr>
        <p:spPr>
          <a:xfrm>
            <a:off x="756855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04752E8A-9FFA-1739-18D7-365FF5D9A529}"/>
              </a:ext>
            </a:extLst>
          </p:cNvPr>
          <p:cNvSpPr txBox="1"/>
          <p:nvPr/>
        </p:nvSpPr>
        <p:spPr>
          <a:xfrm>
            <a:off x="1758300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7" i="1" dirty="0" err="1">
                <a:solidFill>
                  <a:srgbClr val="263442"/>
                </a:solidFill>
                <a:latin typeface="Times New Roman"/>
              </a:rPr>
              <a:t>p</a:t>
            </a:r>
            <a:r>
              <a:rPr sz="780" i="1" baseline="-28000" dirty="0" err="1">
                <a:solidFill>
                  <a:srgbClr val="263442"/>
                </a:solidFill>
                <a:latin typeface="Times New Roman"/>
              </a:rPr>
              <a:t>j</a:t>
            </a:r>
            <a:r>
              <a:rPr sz="780" baseline="32000" dirty="0" err="1">
                <a:solidFill>
                  <a:srgbClr val="263442"/>
                </a:solidFill>
                <a:latin typeface="Arial"/>
              </a:rPr>
              <a:t>fg</a:t>
            </a:r>
            <a:endParaRPr sz="780" baseline="32000" dirty="0">
              <a:solidFill>
                <a:srgbClr val="263442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C45D4B31-EE62-7047-2BD0-7D7B985DADC4}"/>
              </a:ext>
            </a:extLst>
          </p:cNvPr>
          <p:cNvSpPr txBox="1"/>
          <p:nvPr/>
        </p:nvSpPr>
        <p:spPr>
          <a:xfrm>
            <a:off x="1489562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263442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E7CF5-ACF2-460D-26F2-9B198BAAC63B}"/>
              </a:ext>
            </a:extLst>
          </p:cNvPr>
          <p:cNvSpPr txBox="1"/>
          <p:nvPr/>
        </p:nvSpPr>
        <p:spPr>
          <a:xfrm>
            <a:off x="3026355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7DA7890B-AB79-9717-CAA6-1EEE08F32188}"/>
              </a:ext>
            </a:extLst>
          </p:cNvPr>
          <p:cNvSpPr/>
          <p:nvPr/>
        </p:nvSpPr>
        <p:spPr>
          <a:xfrm>
            <a:off x="3205025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86BB59AD-D134-C7C6-AEC0-14F6157A5F0B}"/>
              </a:ext>
            </a:extLst>
          </p:cNvPr>
          <p:cNvSpPr txBox="1"/>
          <p:nvPr/>
        </p:nvSpPr>
        <p:spPr>
          <a:xfrm>
            <a:off x="3260398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D5CEF1E2-0003-83A9-6C8B-869DF460C92C}"/>
              </a:ext>
            </a:extLst>
          </p:cNvPr>
          <p:cNvSpPr txBox="1"/>
          <p:nvPr/>
        </p:nvSpPr>
        <p:spPr>
          <a:xfrm>
            <a:off x="3260398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484884C0-9180-67EB-D183-0D32CB2F3899}"/>
              </a:ext>
            </a:extLst>
          </p:cNvPr>
          <p:cNvSpPr/>
          <p:nvPr/>
        </p:nvSpPr>
        <p:spPr>
          <a:xfrm>
            <a:off x="3236667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AF18D027-6125-FBDF-9BCD-9060B5C5E099}"/>
              </a:ext>
            </a:extLst>
          </p:cNvPr>
          <p:cNvSpPr txBox="1"/>
          <p:nvPr/>
        </p:nvSpPr>
        <p:spPr>
          <a:xfrm>
            <a:off x="3268308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4F02AD2D-3369-26A3-6D2F-44659C880CB7}"/>
              </a:ext>
            </a:extLst>
          </p:cNvPr>
          <p:cNvSpPr txBox="1"/>
          <p:nvPr/>
        </p:nvSpPr>
        <p:spPr>
          <a:xfrm>
            <a:off x="3260398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3E613D72-90CB-62FD-E861-8FE6E2F065B8}"/>
              </a:ext>
            </a:extLst>
          </p:cNvPr>
          <p:cNvSpPr txBox="1"/>
          <p:nvPr/>
        </p:nvSpPr>
        <p:spPr>
          <a:xfrm>
            <a:off x="2741172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263442"/>
                </a:solidFill>
                <a:latin typeface="Arial"/>
              </a:rPr>
              <a:t>RDKit</a:t>
            </a:r>
            <a:endParaRPr sz="536" dirty="0">
              <a:solidFill>
                <a:srgbClr val="263442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683652C7-CC94-2A9C-935C-36CF7B7EB5E8}"/>
              </a:ext>
            </a:extLst>
          </p:cNvPr>
          <p:cNvGrpSpPr/>
          <p:nvPr/>
        </p:nvGrpSpPr>
        <p:grpSpPr>
          <a:xfrm>
            <a:off x="2817417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08C9C74A-0B12-2E3C-023F-C3DCDEFB7AF1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1CF65ECB-9AC9-C310-5460-0B86FF6B2BC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7F0AAAA-D782-D4D4-41E7-7304CCE8D568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672DEF92-FEF6-A8B8-A079-671D6D70071E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B02A38E3-8AB1-C1CA-A784-7A02E63B2D09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5EB27651-D3BE-22CD-39D8-D428781F5F97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A3592B63-1411-3F57-5878-96E17C30AD75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C3D36D22-8CEB-B663-A605-02E9CFFED0C1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86BCBC-B96E-6EC5-AC9B-22A20629DF0F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D7ED534-2755-74EA-6149-4A7E3A7E8992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01CC7294-C7B5-D1A4-A138-902105284B89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80734E48-9DE8-B4FD-D0D4-D53693BBEADF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3DB6F677-E1A0-2C7D-CADD-FB389865F633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105DBC9-3C6D-0576-1E95-E04BFA9EB1EF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43DBD103-E22F-DA52-F0ED-122A5CA41D61}"/>
              </a:ext>
            </a:extLst>
          </p:cNvPr>
          <p:cNvSpPr txBox="1"/>
          <p:nvPr/>
        </p:nvSpPr>
        <p:spPr>
          <a:xfrm>
            <a:off x="2791488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263442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98330FF3-2E5A-32C3-D33C-D78225E1943D}"/>
              </a:ext>
            </a:extLst>
          </p:cNvPr>
          <p:cNvSpPr/>
          <p:nvPr/>
        </p:nvSpPr>
        <p:spPr>
          <a:xfrm>
            <a:off x="2777865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26538413-3AE9-9872-D0A6-0AEA9E6FF809}"/>
              </a:ext>
            </a:extLst>
          </p:cNvPr>
          <p:cNvSpPr txBox="1"/>
          <p:nvPr/>
        </p:nvSpPr>
        <p:spPr>
          <a:xfrm>
            <a:off x="2991445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5F3701CD-DCA3-D9CA-7FA3-D737E8718A60}"/>
              </a:ext>
            </a:extLst>
          </p:cNvPr>
          <p:cNvSpPr/>
          <p:nvPr/>
        </p:nvSpPr>
        <p:spPr>
          <a:xfrm>
            <a:off x="2651299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Graph</a:t>
            </a:r>
            <a:r>
              <a:rPr sz="580" dirty="0">
                <a:solidFill>
                  <a:srgbClr val="263442"/>
                </a:solidFill>
                <a:latin typeface="Arial"/>
              </a:rPr>
              <a:t> </a:t>
            </a:r>
            <a:r>
              <a:rPr sz="588" dirty="0">
                <a:solidFill>
                  <a:srgbClr val="263442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9F250B16-9768-CC2C-86AF-59769C8EEC4C}"/>
              </a:ext>
            </a:extLst>
          </p:cNvPr>
          <p:cNvSpPr/>
          <p:nvPr/>
        </p:nvSpPr>
        <p:spPr>
          <a:xfrm>
            <a:off x="3413848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E695888D-D925-5392-2451-D7757F2B6BC7}"/>
              </a:ext>
            </a:extLst>
          </p:cNvPr>
          <p:cNvSpPr/>
          <p:nvPr/>
        </p:nvSpPr>
        <p:spPr>
          <a:xfrm>
            <a:off x="3481889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914284BD-BAB8-4AEA-A1F1-E7FC853BC87F}"/>
              </a:ext>
            </a:extLst>
          </p:cNvPr>
          <p:cNvSpPr/>
          <p:nvPr/>
        </p:nvSpPr>
        <p:spPr>
          <a:xfrm>
            <a:off x="3523136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224CED9-3025-4474-CF80-E118B0ACA7AB}"/>
              </a:ext>
            </a:extLst>
          </p:cNvPr>
          <p:cNvSpPr/>
          <p:nvPr/>
        </p:nvSpPr>
        <p:spPr>
          <a:xfrm>
            <a:off x="3564383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3641CBF3-C5A5-2DC2-88CA-B3F2C816508D}"/>
              </a:ext>
            </a:extLst>
          </p:cNvPr>
          <p:cNvSpPr/>
          <p:nvPr/>
        </p:nvSpPr>
        <p:spPr>
          <a:xfrm>
            <a:off x="3605630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B6BA4357-39F7-598C-72FA-2FC00B25A10F}"/>
              </a:ext>
            </a:extLst>
          </p:cNvPr>
          <p:cNvSpPr/>
          <p:nvPr/>
        </p:nvSpPr>
        <p:spPr>
          <a:xfrm>
            <a:off x="3646877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14F9C08B-08C8-5CC8-21F6-EC42430BFA81}"/>
              </a:ext>
            </a:extLst>
          </p:cNvPr>
          <p:cNvSpPr/>
          <p:nvPr/>
        </p:nvSpPr>
        <p:spPr>
          <a:xfrm>
            <a:off x="3688124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52E0E1B7-31F4-244C-BA32-494F415D5F2F}"/>
              </a:ext>
            </a:extLst>
          </p:cNvPr>
          <p:cNvSpPr/>
          <p:nvPr/>
        </p:nvSpPr>
        <p:spPr>
          <a:xfrm>
            <a:off x="3729371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DE6BD61F-48C0-C267-E36F-0AC7BC24100D}"/>
              </a:ext>
            </a:extLst>
          </p:cNvPr>
          <p:cNvSpPr txBox="1"/>
          <p:nvPr/>
        </p:nvSpPr>
        <p:spPr>
          <a:xfrm>
            <a:off x="3307860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2ACBC05C-C556-BA36-3DA9-0D37D9382C06}"/>
              </a:ext>
            </a:extLst>
          </p:cNvPr>
          <p:cNvSpPr txBox="1"/>
          <p:nvPr/>
        </p:nvSpPr>
        <p:spPr>
          <a:xfrm>
            <a:off x="3814124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0B3A68EF-7CF9-A2EB-24B2-085C5BF1F71F}"/>
              </a:ext>
            </a:extLst>
          </p:cNvPr>
          <p:cNvSpPr txBox="1"/>
          <p:nvPr/>
        </p:nvSpPr>
        <p:spPr>
          <a:xfrm>
            <a:off x="4328298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263442"/>
                </a:solidFill>
                <a:latin typeface="Arial"/>
              </a:rPr>
              <a:t>  </a:t>
            </a:r>
            <a:r>
              <a:rPr sz="519" dirty="0">
                <a:solidFill>
                  <a:srgbClr val="263442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263442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691CF15-5DAD-F305-5973-B1ACEFFF5CBF}"/>
              </a:ext>
            </a:extLst>
          </p:cNvPr>
          <p:cNvSpPr/>
          <p:nvPr/>
        </p:nvSpPr>
        <p:spPr>
          <a:xfrm>
            <a:off x="4095413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13C55E5C-99C8-F46D-3353-FED4827206EC}"/>
              </a:ext>
            </a:extLst>
          </p:cNvPr>
          <p:cNvSpPr txBox="1"/>
          <p:nvPr/>
        </p:nvSpPr>
        <p:spPr>
          <a:xfrm>
            <a:off x="4083077" y="3197919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F675EB2C-E3F4-CF25-F2F9-B217A0C64998}"/>
              </a:ext>
            </a:extLst>
          </p:cNvPr>
          <p:cNvSpPr/>
          <p:nvPr/>
        </p:nvSpPr>
        <p:spPr>
          <a:xfrm>
            <a:off x="4178001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7015B7C2-EE7A-8CD3-BF9A-C8F6C295F2D3}"/>
              </a:ext>
            </a:extLst>
          </p:cNvPr>
          <p:cNvSpPr/>
          <p:nvPr/>
        </p:nvSpPr>
        <p:spPr>
          <a:xfrm>
            <a:off x="4226123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0283D963-CC89-9552-BBFA-44417F9A5810}"/>
              </a:ext>
            </a:extLst>
          </p:cNvPr>
          <p:cNvSpPr/>
          <p:nvPr/>
        </p:nvSpPr>
        <p:spPr>
          <a:xfrm>
            <a:off x="4274244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DFE762FA-D62F-609E-23C6-B16577CF789A}"/>
              </a:ext>
            </a:extLst>
          </p:cNvPr>
          <p:cNvSpPr/>
          <p:nvPr/>
        </p:nvSpPr>
        <p:spPr>
          <a:xfrm>
            <a:off x="4322366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8A2B1ECE-222F-713D-5115-87805A38C6E9}"/>
              </a:ext>
            </a:extLst>
          </p:cNvPr>
          <p:cNvSpPr/>
          <p:nvPr/>
        </p:nvSpPr>
        <p:spPr>
          <a:xfrm>
            <a:off x="4370487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F9202696-646F-1763-9139-E44B52B50C5F}"/>
              </a:ext>
            </a:extLst>
          </p:cNvPr>
          <p:cNvSpPr/>
          <p:nvPr/>
        </p:nvSpPr>
        <p:spPr>
          <a:xfrm>
            <a:off x="4418609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BC06DFD-B767-BA41-2B05-2B0A38358B92}"/>
              </a:ext>
            </a:extLst>
          </p:cNvPr>
          <p:cNvSpPr txBox="1"/>
          <p:nvPr/>
        </p:nvSpPr>
        <p:spPr>
          <a:xfrm>
            <a:off x="4083077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520858ED-2877-9676-9DDD-53EAA8E37558}"/>
              </a:ext>
            </a:extLst>
          </p:cNvPr>
          <p:cNvSpPr/>
          <p:nvPr/>
        </p:nvSpPr>
        <p:spPr>
          <a:xfrm>
            <a:off x="4178001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50A3D4F9-D9FE-CC8B-21E7-D32E326D8875}"/>
              </a:ext>
            </a:extLst>
          </p:cNvPr>
          <p:cNvSpPr/>
          <p:nvPr/>
        </p:nvSpPr>
        <p:spPr>
          <a:xfrm>
            <a:off x="4226123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4471AA3C-5A9C-CEE5-0418-953EC2227441}"/>
              </a:ext>
            </a:extLst>
          </p:cNvPr>
          <p:cNvSpPr/>
          <p:nvPr/>
        </p:nvSpPr>
        <p:spPr>
          <a:xfrm>
            <a:off x="4274244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B321BB44-18FA-E7F3-2924-BC94493FEA4A}"/>
              </a:ext>
            </a:extLst>
          </p:cNvPr>
          <p:cNvSpPr/>
          <p:nvPr/>
        </p:nvSpPr>
        <p:spPr>
          <a:xfrm>
            <a:off x="4322366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BF58521A-8C41-BE24-9704-AEAF70385316}"/>
              </a:ext>
            </a:extLst>
          </p:cNvPr>
          <p:cNvSpPr/>
          <p:nvPr/>
        </p:nvSpPr>
        <p:spPr>
          <a:xfrm>
            <a:off x="4370487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4283B810-9FFF-25F8-1960-4F272603052B}"/>
              </a:ext>
            </a:extLst>
          </p:cNvPr>
          <p:cNvSpPr/>
          <p:nvPr/>
        </p:nvSpPr>
        <p:spPr>
          <a:xfrm>
            <a:off x="4418609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D4C78125-5C89-7F13-017C-2E1C11AE7FDD}"/>
              </a:ext>
            </a:extLst>
          </p:cNvPr>
          <p:cNvSpPr txBox="1"/>
          <p:nvPr/>
        </p:nvSpPr>
        <p:spPr>
          <a:xfrm>
            <a:off x="4083077" y="3342522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C63634F-2307-320B-8E95-2B6ADA84F565}"/>
              </a:ext>
            </a:extLst>
          </p:cNvPr>
          <p:cNvSpPr/>
          <p:nvPr/>
        </p:nvSpPr>
        <p:spPr>
          <a:xfrm>
            <a:off x="4178001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82A4CF2-1B99-BCF5-A8D3-EE93D5F5B81F}"/>
              </a:ext>
            </a:extLst>
          </p:cNvPr>
          <p:cNvSpPr/>
          <p:nvPr/>
        </p:nvSpPr>
        <p:spPr>
          <a:xfrm>
            <a:off x="4226123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607B41B1-A111-8D93-E207-5DF6221B54D2}"/>
              </a:ext>
            </a:extLst>
          </p:cNvPr>
          <p:cNvSpPr/>
          <p:nvPr/>
        </p:nvSpPr>
        <p:spPr>
          <a:xfrm>
            <a:off x="4274244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9539C2E7-004F-E86E-852E-98E80C399402}"/>
              </a:ext>
            </a:extLst>
          </p:cNvPr>
          <p:cNvSpPr/>
          <p:nvPr/>
        </p:nvSpPr>
        <p:spPr>
          <a:xfrm>
            <a:off x="4322366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2DE0B959-537B-893B-9987-81BBF3647FFD}"/>
              </a:ext>
            </a:extLst>
          </p:cNvPr>
          <p:cNvSpPr/>
          <p:nvPr/>
        </p:nvSpPr>
        <p:spPr>
          <a:xfrm>
            <a:off x="4370487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147CE38B-269C-4BBA-77C6-2810C1D11F1C}"/>
              </a:ext>
            </a:extLst>
          </p:cNvPr>
          <p:cNvSpPr/>
          <p:nvPr/>
        </p:nvSpPr>
        <p:spPr>
          <a:xfrm>
            <a:off x="4418609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979CEBC9-AC70-1276-123A-637171F58084}"/>
              </a:ext>
            </a:extLst>
          </p:cNvPr>
          <p:cNvSpPr txBox="1"/>
          <p:nvPr/>
        </p:nvSpPr>
        <p:spPr>
          <a:xfrm>
            <a:off x="4336209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640CE564-549E-0D15-B50A-E392C9DB6304}"/>
              </a:ext>
            </a:extLst>
          </p:cNvPr>
          <p:cNvSpPr/>
          <p:nvPr/>
        </p:nvSpPr>
        <p:spPr>
          <a:xfrm>
            <a:off x="3980242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Context</a:t>
            </a:r>
            <a:r>
              <a:rPr sz="580" dirty="0">
                <a:solidFill>
                  <a:srgbClr val="263442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FF74A918-BF09-C9F6-6A9B-D421CF97BC33}"/>
              </a:ext>
            </a:extLst>
          </p:cNvPr>
          <p:cNvSpPr/>
          <p:nvPr/>
        </p:nvSpPr>
        <p:spPr>
          <a:xfrm>
            <a:off x="3434426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CB9A6A2F-14EE-2004-CB53-FCE391ACED69}"/>
              </a:ext>
            </a:extLst>
          </p:cNvPr>
          <p:cNvSpPr/>
          <p:nvPr/>
        </p:nvSpPr>
        <p:spPr>
          <a:xfrm>
            <a:off x="3458158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E39FC69E-11ED-3FA2-32B9-5945059F2213}"/>
              </a:ext>
            </a:extLst>
          </p:cNvPr>
          <p:cNvSpPr/>
          <p:nvPr/>
        </p:nvSpPr>
        <p:spPr>
          <a:xfrm>
            <a:off x="3506185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543C1079-397B-91D4-0D56-9824953F1A51}"/>
              </a:ext>
            </a:extLst>
          </p:cNvPr>
          <p:cNvSpPr/>
          <p:nvPr/>
        </p:nvSpPr>
        <p:spPr>
          <a:xfrm>
            <a:off x="3554212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72768CF4-9EFB-DF24-7C89-6D351C730BA5}"/>
              </a:ext>
            </a:extLst>
          </p:cNvPr>
          <p:cNvSpPr/>
          <p:nvPr/>
        </p:nvSpPr>
        <p:spPr>
          <a:xfrm>
            <a:off x="3602239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4025AE17-AFDD-1F7D-9368-8E976FBC9D73}"/>
              </a:ext>
            </a:extLst>
          </p:cNvPr>
          <p:cNvSpPr/>
          <p:nvPr/>
        </p:nvSpPr>
        <p:spPr>
          <a:xfrm>
            <a:off x="3650267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894C2CFF-A654-8C7B-2480-AC98400CE487}"/>
              </a:ext>
            </a:extLst>
          </p:cNvPr>
          <p:cNvSpPr/>
          <p:nvPr/>
        </p:nvSpPr>
        <p:spPr>
          <a:xfrm>
            <a:off x="3698294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DC10EA75-05BB-E415-682D-FAFCD65B7377}"/>
              </a:ext>
            </a:extLst>
          </p:cNvPr>
          <p:cNvSpPr/>
          <p:nvPr/>
        </p:nvSpPr>
        <p:spPr>
          <a:xfrm>
            <a:off x="3746321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5321F2B-F3FA-58E1-92FE-B69A1AB20949}"/>
              </a:ext>
            </a:extLst>
          </p:cNvPr>
          <p:cNvSpPr txBox="1"/>
          <p:nvPr/>
        </p:nvSpPr>
        <p:spPr>
          <a:xfrm>
            <a:off x="3827018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g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9B88858F-88C1-DA3F-1992-E9C76D0D80AF}"/>
              </a:ext>
            </a:extLst>
          </p:cNvPr>
          <p:cNvSpPr/>
          <p:nvPr/>
        </p:nvSpPr>
        <p:spPr>
          <a:xfrm>
            <a:off x="3234406" y="4162465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7D6970C3-E7E9-652B-644D-A057CB503545}"/>
              </a:ext>
            </a:extLst>
          </p:cNvPr>
          <p:cNvSpPr txBox="1"/>
          <p:nvPr/>
        </p:nvSpPr>
        <p:spPr>
          <a:xfrm>
            <a:off x="3229878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263442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BD0A37AE-0CF6-77DD-8048-3FF0945F4158}"/>
              </a:ext>
            </a:extLst>
          </p:cNvPr>
          <p:cNvSpPr txBox="1"/>
          <p:nvPr/>
        </p:nvSpPr>
        <p:spPr>
          <a:xfrm>
            <a:off x="3884649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1" i="1" dirty="0" err="1">
                <a:solidFill>
                  <a:srgbClr val="263442"/>
                </a:solidFill>
                <a:latin typeface="Times New Roman"/>
              </a:rPr>
              <a:t>s</a:t>
            </a:r>
            <a:r>
              <a:rPr sz="780" i="1" baseline="-28000" dirty="0" err="1">
                <a:solidFill>
                  <a:srgbClr val="263442"/>
                </a:solidFill>
                <a:latin typeface="Times New Roman"/>
              </a:rPr>
              <a:t>j,k</a:t>
            </a:r>
            <a:endParaRPr sz="780" i="1" baseline="-28000" dirty="0">
              <a:solidFill>
                <a:srgbClr val="263442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C56E8311-ADDA-7C63-9110-2C3006BDD08E}"/>
              </a:ext>
            </a:extLst>
          </p:cNvPr>
          <p:cNvSpPr txBox="1"/>
          <p:nvPr/>
        </p:nvSpPr>
        <p:spPr>
          <a:xfrm>
            <a:off x="4144023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263442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C640A1D5-D4D1-3FBF-0F27-45AD836A7FCE}"/>
              </a:ext>
            </a:extLst>
          </p:cNvPr>
          <p:cNvSpPr txBox="1"/>
          <p:nvPr/>
        </p:nvSpPr>
        <p:spPr>
          <a:xfrm>
            <a:off x="4382527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F472392A-4724-5EDA-C6D8-557EF063B52F}"/>
              </a:ext>
            </a:extLst>
          </p:cNvPr>
          <p:cNvSpPr txBox="1"/>
          <p:nvPr/>
        </p:nvSpPr>
        <p:spPr>
          <a:xfrm>
            <a:off x="4083077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263442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1FAFF817-C1CE-5F45-E950-98E19AE452CF}"/>
              </a:ext>
            </a:extLst>
          </p:cNvPr>
          <p:cNvSpPr/>
          <p:nvPr/>
        </p:nvSpPr>
        <p:spPr>
          <a:xfrm>
            <a:off x="417800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ED9FACB8-4D6A-044F-997F-E09503AC15AA}"/>
              </a:ext>
            </a:extLst>
          </p:cNvPr>
          <p:cNvSpPr/>
          <p:nvPr/>
        </p:nvSpPr>
        <p:spPr>
          <a:xfrm>
            <a:off x="428083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DE25E670-FAB3-667C-5777-C71ED9075845}"/>
              </a:ext>
            </a:extLst>
          </p:cNvPr>
          <p:cNvSpPr/>
          <p:nvPr/>
        </p:nvSpPr>
        <p:spPr>
          <a:xfrm>
            <a:off x="438367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D15A0AB1-9BF7-4E76-6CED-C525DFBAA5F7}"/>
              </a:ext>
            </a:extLst>
          </p:cNvPr>
          <p:cNvSpPr/>
          <p:nvPr/>
        </p:nvSpPr>
        <p:spPr>
          <a:xfrm>
            <a:off x="448650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5C20FC23-8B30-D896-36CC-91D73273996F}"/>
              </a:ext>
            </a:extLst>
          </p:cNvPr>
          <p:cNvSpPr/>
          <p:nvPr/>
        </p:nvSpPr>
        <p:spPr>
          <a:xfrm>
            <a:off x="417800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023C0380-7EA8-B629-5738-AD00698F49B6}"/>
              </a:ext>
            </a:extLst>
          </p:cNvPr>
          <p:cNvSpPr/>
          <p:nvPr/>
        </p:nvSpPr>
        <p:spPr>
          <a:xfrm>
            <a:off x="428083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12FBEABC-63F9-0304-4A97-80811BFE2B66}"/>
              </a:ext>
            </a:extLst>
          </p:cNvPr>
          <p:cNvSpPr/>
          <p:nvPr/>
        </p:nvSpPr>
        <p:spPr>
          <a:xfrm>
            <a:off x="4383671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90D1E1D0-D1D8-F490-5B4D-27F3093D1ECE}"/>
              </a:ext>
            </a:extLst>
          </p:cNvPr>
          <p:cNvSpPr/>
          <p:nvPr/>
        </p:nvSpPr>
        <p:spPr>
          <a:xfrm>
            <a:off x="448650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58A66BE-E7B7-0506-657E-0BF13A0E4F5E}"/>
              </a:ext>
            </a:extLst>
          </p:cNvPr>
          <p:cNvSpPr/>
          <p:nvPr/>
        </p:nvSpPr>
        <p:spPr>
          <a:xfrm>
            <a:off x="417800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3B18D166-F88A-573E-0225-1ACB99CB2512}"/>
              </a:ext>
            </a:extLst>
          </p:cNvPr>
          <p:cNvSpPr/>
          <p:nvPr/>
        </p:nvSpPr>
        <p:spPr>
          <a:xfrm>
            <a:off x="428083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FC858539-3EA9-E4FE-E803-0C8FFAD3870F}"/>
              </a:ext>
            </a:extLst>
          </p:cNvPr>
          <p:cNvSpPr/>
          <p:nvPr/>
        </p:nvSpPr>
        <p:spPr>
          <a:xfrm>
            <a:off x="438367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3713326C-75C4-31D8-12F4-1CA18BF652D7}"/>
              </a:ext>
            </a:extLst>
          </p:cNvPr>
          <p:cNvSpPr/>
          <p:nvPr/>
        </p:nvSpPr>
        <p:spPr>
          <a:xfrm>
            <a:off x="448650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E992C05A-634A-6CF2-2936-1480C4EA17F1}"/>
              </a:ext>
            </a:extLst>
          </p:cNvPr>
          <p:cNvSpPr txBox="1"/>
          <p:nvPr/>
        </p:nvSpPr>
        <p:spPr>
          <a:xfrm>
            <a:off x="4178002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263442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7EA912CF-516A-2745-A5D0-8704116A4D72}"/>
              </a:ext>
            </a:extLst>
          </p:cNvPr>
          <p:cNvGrpSpPr/>
          <p:nvPr/>
        </p:nvGrpSpPr>
        <p:grpSpPr>
          <a:xfrm>
            <a:off x="2067869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521CB8EA-9697-F11D-7107-B4A42B98807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546466D8-C7C6-7C8A-3307-95F68FB4F61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75A7694C-DEA5-AFE8-E284-0A0D89F84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3B821B97-56A6-DCED-E85F-DBF945F3EA13}"/>
              </a:ext>
            </a:extLst>
          </p:cNvPr>
          <p:cNvGrpSpPr/>
          <p:nvPr/>
        </p:nvGrpSpPr>
        <p:grpSpPr>
          <a:xfrm>
            <a:off x="4387530" y="1039644"/>
            <a:ext cx="163890" cy="111953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B3B117DA-D182-38E6-AD16-B4776AD2C7B7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901C6437-E94C-AFDE-D242-E688A89ABBD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00C0C92B-D4C8-0994-E860-1581EB873D86}"/>
              </a:ext>
            </a:extLst>
          </p:cNvPr>
          <p:cNvGrpSpPr/>
          <p:nvPr/>
        </p:nvGrpSpPr>
        <p:grpSpPr>
          <a:xfrm>
            <a:off x="4382818" y="917369"/>
            <a:ext cx="168602" cy="95394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A172A8B3-EFA3-33C9-CD2B-307B24D729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CF37E813-914E-4383-9CE9-1C5F4095124F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7299A48-8BF0-7050-EF56-14DA3F495CB7}"/>
              </a:ext>
            </a:extLst>
          </p:cNvPr>
          <p:cNvGrpSpPr/>
          <p:nvPr/>
        </p:nvGrpSpPr>
        <p:grpSpPr>
          <a:xfrm rot="364243">
            <a:off x="4589593" y="1028968"/>
            <a:ext cx="127658" cy="129194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8902F596-0D84-3C56-EB93-D63FC7E9041E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85D74281-2FE6-E2D2-EFBA-AF54A45686E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65" name="Find auxiliary label">
            <a:extLst>
              <a:ext uri="{FF2B5EF4-FFF2-40B4-BE49-F238E27FC236}">
                <a16:creationId xmlns:a16="http://schemas.microsoft.com/office/drawing/2014/main" id="{CAD88599-B783-720B-B6BD-9F787FCB6CF4}"/>
              </a:ext>
            </a:extLst>
          </p:cNvPr>
          <p:cNvSpPr>
            <a:spLocks noGrp="1"/>
          </p:cNvSpPr>
          <p:nvPr/>
        </p:nvSpPr>
        <p:spPr>
          <a:xfrm>
            <a:off x="4345824" y="1518303"/>
            <a:ext cx="433362" cy="157954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6" name="Match auxiliary label">
            <a:extLst>
              <a:ext uri="{FF2B5EF4-FFF2-40B4-BE49-F238E27FC236}">
                <a16:creationId xmlns:a16="http://schemas.microsoft.com/office/drawing/2014/main" id="{C154BF4F-4214-59BC-DCE1-F9C23194AC63}"/>
              </a:ext>
            </a:extLst>
          </p:cNvPr>
          <p:cNvSpPr>
            <a:spLocks noGrp="1"/>
          </p:cNvSpPr>
          <p:nvPr/>
        </p:nvSpPr>
        <p:spPr>
          <a:xfrm>
            <a:off x="1600039" y="2843177"/>
            <a:ext cx="405011" cy="174155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7" name="Concat label">
            <a:extLst>
              <a:ext uri="{FF2B5EF4-FFF2-40B4-BE49-F238E27FC236}">
                <a16:creationId xmlns:a16="http://schemas.microsoft.com/office/drawing/2014/main" id="{9D20C35C-694E-CDD5-F90A-040BE36EEE21}"/>
              </a:ext>
            </a:extLst>
          </p:cNvPr>
          <p:cNvSpPr>
            <a:spLocks noGrp="1"/>
          </p:cNvSpPr>
          <p:nvPr/>
        </p:nvSpPr>
        <p:spPr>
          <a:xfrm>
            <a:off x="1202945" y="3608830"/>
            <a:ext cx="259207" cy="8100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8" dirty="0" err="1">
                <a:solidFill>
                  <a:srgbClr val="263442"/>
                </a:solidFill>
                <a:latin typeface="Arial"/>
                <a:ea typeface="Arial"/>
                <a:cs typeface="Arial"/>
              </a:rPr>
              <a:t>Concat</a:t>
            </a:r>
            <a:endParaRPr sz="568" dirty="0">
              <a:solidFill>
                <a:srgbClr val="26344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8" name="Build four inputs">
            <a:extLst>
              <a:ext uri="{FF2B5EF4-FFF2-40B4-BE49-F238E27FC236}">
                <a16:creationId xmlns:a16="http://schemas.microsoft.com/office/drawing/2014/main" id="{2C9F1979-7AE8-613B-79C6-EE0F3BBB1431}"/>
              </a:ext>
            </a:extLst>
          </p:cNvPr>
          <p:cNvSpPr>
            <a:spLocks noGrp="1"/>
          </p:cNvSpPr>
          <p:nvPr/>
        </p:nvSpPr>
        <p:spPr>
          <a:xfrm>
            <a:off x="4963973" y="420252"/>
            <a:ext cx="1158792" cy="1302153"/>
          </a:xfrm>
          <a:prstGeom prst="roundRect">
            <a:avLst>
              <a:gd name="adj" fmla="val 4554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69" name="Site label">
            <a:extLst>
              <a:ext uri="{FF2B5EF4-FFF2-40B4-BE49-F238E27FC236}">
                <a16:creationId xmlns:a16="http://schemas.microsoft.com/office/drawing/2014/main" id="{73F4F6C8-22C1-E29B-D64D-362A1F82C0D7}"/>
              </a:ext>
            </a:extLst>
          </p:cNvPr>
          <p:cNvSpPr>
            <a:spLocks noGrp="1"/>
          </p:cNvSpPr>
          <p:nvPr/>
        </p:nvSpPr>
        <p:spPr>
          <a:xfrm>
            <a:off x="4992638" y="83497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Site</a:t>
            </a:r>
          </a:p>
        </p:txBody>
      </p:sp>
      <p:sp>
        <p:nvSpPr>
          <p:cNvPr id="770" name="Site provenance">
            <a:extLst>
              <a:ext uri="{FF2B5EF4-FFF2-40B4-BE49-F238E27FC236}">
                <a16:creationId xmlns:a16="http://schemas.microsoft.com/office/drawing/2014/main" id="{216E0115-FC9F-C0B3-73C6-B6C82BB2F0A8}"/>
              </a:ext>
            </a:extLst>
          </p:cNvPr>
          <p:cNvSpPr>
            <a:spLocks noGrp="1"/>
          </p:cNvSpPr>
          <p:nvPr/>
        </p:nvSpPr>
        <p:spPr>
          <a:xfrm>
            <a:off x="4999032" y="92146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5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from Find</a:t>
            </a:r>
          </a:p>
        </p:txBody>
      </p:sp>
      <p:sp>
        <p:nvSpPr>
          <p:cNvPr id="771" name="Pocket label">
            <a:extLst>
              <a:ext uri="{FF2B5EF4-FFF2-40B4-BE49-F238E27FC236}">
                <a16:creationId xmlns:a16="http://schemas.microsoft.com/office/drawing/2014/main" id="{198C300B-4031-D0E7-49A9-F255C1B29665}"/>
              </a:ext>
            </a:extLst>
          </p:cNvPr>
          <p:cNvSpPr>
            <a:spLocks noGrp="1"/>
          </p:cNvSpPr>
          <p:nvPr/>
        </p:nvSpPr>
        <p:spPr>
          <a:xfrm>
            <a:off x="5581260" y="85440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773" name="SMILES label">
            <a:extLst>
              <a:ext uri="{FF2B5EF4-FFF2-40B4-BE49-F238E27FC236}">
                <a16:creationId xmlns:a16="http://schemas.microsoft.com/office/drawing/2014/main" id="{B948AB68-3B7B-785F-B6BB-80D92D824C67}"/>
              </a:ext>
            </a:extLst>
          </p:cNvPr>
          <p:cNvSpPr>
            <a:spLocks noGrp="1"/>
          </p:cNvSpPr>
          <p:nvPr/>
        </p:nvSpPr>
        <p:spPr>
          <a:xfrm>
            <a:off x="4999664" y="148072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774" name="SMILES provenance">
            <a:extLst>
              <a:ext uri="{FF2B5EF4-FFF2-40B4-BE49-F238E27FC236}">
                <a16:creationId xmlns:a16="http://schemas.microsoft.com/office/drawing/2014/main" id="{56FEBA1E-DDE0-4487-53DB-DA17479C3D9B}"/>
              </a:ext>
            </a:extLst>
          </p:cNvPr>
          <p:cNvSpPr>
            <a:spLocks noGrp="1"/>
          </p:cNvSpPr>
          <p:nvPr/>
        </p:nvSpPr>
        <p:spPr>
          <a:xfrm>
            <a:off x="5005380" y="156882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5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from Match</a:t>
            </a:r>
          </a:p>
        </p:txBody>
      </p:sp>
      <p:sp>
        <p:nvSpPr>
          <p:cNvPr id="775" name="Density input label">
            <a:extLst>
              <a:ext uri="{FF2B5EF4-FFF2-40B4-BE49-F238E27FC236}">
                <a16:creationId xmlns:a16="http://schemas.microsoft.com/office/drawing/2014/main" id="{E5A68BBB-3BB4-4F45-D8ED-99022E728E69}"/>
              </a:ext>
            </a:extLst>
          </p:cNvPr>
          <p:cNvSpPr>
            <a:spLocks noGrp="1"/>
          </p:cNvSpPr>
          <p:nvPr/>
        </p:nvSpPr>
        <p:spPr>
          <a:xfrm>
            <a:off x="5574918" y="1480706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776" name="Docking tools title">
            <a:extLst>
              <a:ext uri="{FF2B5EF4-FFF2-40B4-BE49-F238E27FC236}">
                <a16:creationId xmlns:a16="http://schemas.microsoft.com/office/drawing/2014/main" id="{27E4029E-E39E-E596-2ECC-8620239CB25F}"/>
              </a:ext>
            </a:extLst>
          </p:cNvPr>
          <p:cNvSpPr>
            <a:spLocks noGrp="1"/>
          </p:cNvSpPr>
          <p:nvPr/>
        </p:nvSpPr>
        <p:spPr>
          <a:xfrm>
            <a:off x="5047760" y="1867770"/>
            <a:ext cx="1101630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sz="702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Downstream </a:t>
            </a:r>
            <a:r>
              <a:rPr lang="en-US" b="0" dirty="0"/>
              <a:t>d</a:t>
            </a:r>
            <a:r>
              <a:rPr sz="702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ocking tools</a:t>
            </a:r>
          </a:p>
        </p:txBody>
      </p:sp>
      <p:sp>
        <p:nvSpPr>
          <p:cNvPr id="777" name="Build pose output">
            <a:extLst>
              <a:ext uri="{FF2B5EF4-FFF2-40B4-BE49-F238E27FC236}">
                <a16:creationId xmlns:a16="http://schemas.microsoft.com/office/drawing/2014/main" id="{0B218F6B-7A76-F3B6-A0A5-E42AE4C10B80}"/>
              </a:ext>
            </a:extLst>
          </p:cNvPr>
          <p:cNvSpPr>
            <a:spLocks noGrp="1"/>
          </p:cNvSpPr>
          <p:nvPr/>
        </p:nvSpPr>
        <p:spPr>
          <a:xfrm>
            <a:off x="4992811" y="3400604"/>
            <a:ext cx="1106489" cy="941449"/>
          </a:xfrm>
          <a:prstGeom prst="roundRect">
            <a:avLst>
              <a:gd name="adj" fmla="val 5395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</p:sp>
      <p:sp>
        <p:nvSpPr>
          <p:cNvPr id="778" name="All atom pose label">
            <a:extLst>
              <a:ext uri="{FF2B5EF4-FFF2-40B4-BE49-F238E27FC236}">
                <a16:creationId xmlns:a16="http://schemas.microsoft.com/office/drawing/2014/main" id="{8FE77D82-0F62-5049-84A0-FD0D56FCE044}"/>
              </a:ext>
            </a:extLst>
          </p:cNvPr>
          <p:cNvSpPr>
            <a:spLocks noGrp="1"/>
          </p:cNvSpPr>
          <p:nvPr/>
        </p:nvSpPr>
        <p:spPr>
          <a:xfrm>
            <a:off x="4979784" y="4176444"/>
            <a:ext cx="1231233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All-atom ligand pose</a:t>
            </a:r>
          </a:p>
        </p:txBody>
      </p:sp>
      <p:pic>
        <p:nvPicPr>
          <p:cNvPr id="967" name="Buil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59E3DA4F-BD1F-6AD8-81F5-856ECED6006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65754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79AD4C70-DD41-BB84-7331-69D7E3080E11}"/>
              </a:ext>
            </a:extLst>
          </p:cNvPr>
          <p:cNvSpPr/>
          <p:nvPr/>
        </p:nvSpPr>
        <p:spPr>
          <a:xfrm>
            <a:off x="493882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65696164-FF6C-2E64-A27D-E0452D5A76E9}"/>
              </a:ext>
            </a:extLst>
          </p:cNvPr>
          <p:cNvSpPr/>
          <p:nvPr/>
        </p:nvSpPr>
        <p:spPr>
          <a:xfrm>
            <a:off x="499281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68B5FCE4-2F36-CAD0-B100-A4A97D0F3451}"/>
              </a:ext>
            </a:extLst>
          </p:cNvPr>
          <p:cNvGrpSpPr/>
          <p:nvPr/>
        </p:nvGrpSpPr>
        <p:grpSpPr>
          <a:xfrm>
            <a:off x="502494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5FFB8783-18B8-9E3F-DF3D-D39890A83D0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1EA12B72-72E8-2312-8F32-52AE6B165E9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EDE3B5A8-D8FA-9133-41C2-DB6E1E75A6F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120BF363-735F-F584-10A8-02A0DD55EE7B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E2829B7F-C588-BE5B-8D54-FBE1EBF2B8E5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3DBA365A-AC44-C9B3-7E08-985ECB6E5232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9F12D1AD-2ED4-77AF-F2EC-E76A62AE9C53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530FF9D0-E22B-4C58-F523-2AC53D327A6E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1E307AA0-A6C4-946A-18FD-30858587578A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C70D4C3-CC8E-18A5-188C-FB73FB31079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9530488D-317A-3063-82AF-05EB1F0CA8B9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48323ECB-3BE3-307E-E823-C51C380A8650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C0C8C16B-9DED-677C-6432-EE50B45E7418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060B66F2-4388-65F4-6206-749CACAB0290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13E2CBA3-7C02-4027-03E6-A698CD2EB714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52AE182-CED9-F191-684F-C02E656634F9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9F2F434-5A13-55C5-50E0-3A863DFD674D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6F30CB2F-3FFE-E2E6-12A8-0C6F6E9862D8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688E0702-ABAA-1F53-2FEE-C044E75816FE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872FD139-9635-FDD4-0722-4E5EEB72AC26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F589805-2015-0C9E-B861-49E63A36CA16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0ACA986A-AF7E-C441-DA61-138FBBAA71F8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2D9591FC-2B85-F680-E4CA-E6BD7F3D89C9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891DB7BF-9124-5E80-DEA3-AF8496902287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DE52E28A-6354-BE95-3C9A-A2C66025A87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7988D7F5-9FD3-DE02-AC43-2C9102A603D8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7CB8EF7-313A-8E8C-6DD1-7BDC7D92CCB0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73BCC20B-1FDA-F412-4DD8-A25B3302BB21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AF33B019-3B06-5B18-D90B-E00C3F3EDB2C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0FB4133A-9D97-E251-1B43-C62FA813066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69D50226-8CEE-09CA-92F4-EA747B547FF4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8D9ECD96-25F9-4FC6-1C5E-5B500507A23C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791FDFAC-6025-C51A-7F75-7437ACC6E35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A973672-CCD0-6C59-1B34-7C6CC5E48F20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43DD86C8-6E09-99CE-6266-42DC4FA64456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D769467D-EEAF-B1AF-7AC6-68CC2D0F1288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45AF884-4EC3-E477-DB0C-E7BACF22251A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8548860C-336A-E8E6-C08F-A2EC53A5F6C5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648DC38E-0310-9E0E-37D3-5E74B6EF35F1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ACB0B137-A9B7-8555-0594-4839D4EE1AF5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CB82A286-4EA7-C723-174F-A005964CF56B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1E67FB97-244C-14BD-73A9-CA2F9B1E24BA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417A6C45-6CB7-5380-B441-87E54399F7F7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5A16B6AC-2250-FE07-B0D3-1B193E4DFACB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081C5E26-7488-869A-618E-1092033F59C2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1A170EA-8B41-0DF1-E7EA-2AB990478A77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32D1B9BF-5325-26AF-BAA9-BBD6B30B328F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19954402-7CDC-A852-CA61-629A3E0C394F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41D1840A-7225-0A6F-EB5F-EF20E870D9C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FB9EBEA7-2F90-78C6-B9FF-085239FF7530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7ED9E287-6110-2BD8-91C3-3424DDB48479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0A5D16C0-E9EB-7A6D-D123-3915E88A78A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B61D0A30-984F-5F1D-C0E3-4ED5D4539DF2}"/>
              </a:ext>
            </a:extLst>
          </p:cNvPr>
          <p:cNvSpPr txBox="1"/>
          <p:nvPr/>
        </p:nvSpPr>
        <p:spPr>
          <a:xfrm>
            <a:off x="5270490" y="2150246"/>
            <a:ext cx="819150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263442"/>
                </a:solidFill>
                <a:latin typeface="Arial"/>
              </a:rPr>
              <a:t>DG-PocketXMol</a:t>
            </a:r>
            <a:endParaRPr sz="623" b="1" dirty="0">
              <a:solidFill>
                <a:srgbClr val="263442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50E4F9BE-39D5-3572-2B27-7015D0FE756B}"/>
              </a:ext>
            </a:extLst>
          </p:cNvPr>
          <p:cNvSpPr txBox="1"/>
          <p:nvPr/>
        </p:nvSpPr>
        <p:spPr>
          <a:xfrm>
            <a:off x="5270983" y="2305119"/>
            <a:ext cx="819150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263442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fine-tuning</a:t>
            </a:r>
          </a:p>
        </p:txBody>
      </p:sp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A74696D-FF4F-021F-A459-9CD0851351CF}"/>
              </a:ext>
            </a:extLst>
          </p:cNvPr>
          <p:cNvGrpSpPr/>
          <p:nvPr/>
        </p:nvGrpSpPr>
        <p:grpSpPr>
          <a:xfrm>
            <a:off x="966222" y="284723"/>
            <a:ext cx="3748525" cy="3967446"/>
            <a:chOff x="2272349" y="669608"/>
            <a:chExt cx="8815739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A3A31885-181B-CF24-BE30-3ED8DAACE460}"/>
                </a:ext>
              </a:extLst>
            </p:cNvPr>
            <p:cNvSpPr>
              <a:spLocks noGrp="1"/>
            </p:cNvSpPr>
            <p:nvPr/>
          </p:nvSpPr>
          <p:spPr>
            <a:xfrm>
              <a:off x="3192811" y="669608"/>
              <a:ext cx="1028701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E21BD2F9-92DD-96F0-3AAF-0957638A49FB}"/>
                </a:ext>
              </a:extLst>
            </p:cNvPr>
            <p:cNvSpPr>
              <a:spLocks noGrp="1"/>
            </p:cNvSpPr>
            <p:nvPr/>
          </p:nvSpPr>
          <p:spPr>
            <a:xfrm>
              <a:off x="3269449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1E51E71A-A2BC-0776-E4CA-D30FBB1BE241}"/>
                </a:ext>
              </a:extLst>
            </p:cNvPr>
            <p:cNvSpPr>
              <a:spLocks noGrp="1"/>
            </p:cNvSpPr>
            <p:nvPr/>
          </p:nvSpPr>
          <p:spPr>
            <a:xfrm>
              <a:off x="3230999" y="695478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58C61B38-F8DB-1F98-DEE4-C9D7130E2730}"/>
                </a:ext>
              </a:extLst>
            </p:cNvPr>
            <p:cNvSpPr>
              <a:spLocks noGrp="1"/>
            </p:cNvSpPr>
            <p:nvPr/>
          </p:nvSpPr>
          <p:spPr>
            <a:xfrm>
              <a:off x="3192663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Atom embeddings</a:t>
              </a:r>
              <a:endParaRPr sz="550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BBF0C328-3AF9-A068-FA92-FBF890856A66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3474DD36-B24E-DC42-848D-72CE3DEC2274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F807BDD1-EE13-F00C-2E77-C8910F6ACC73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DB1A890F-778A-35C9-7AE1-C0AE618D52CF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B445D6B3-6FC7-4615-5975-85730846D82F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EDF77049-6933-CA1B-21BD-2D261FB460F5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F24780FB-09E3-AE39-557B-018C817CABA7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69791062-44B8-8426-AAD4-DD68B1FF31BA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DAD773D5-9108-C0B7-81D5-AC1CF98B49B0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FD6D65E0-3CD4-81C9-A7EC-EE4D1EA03DA1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06E5EF8-D1B9-1DB5-4010-25CDECE16DF3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AD5706A-D366-481E-242D-C3727EE68292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6454B603-2435-1F3E-EFE1-9F3ED69FE183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BDC3058F-5BB6-EF0A-C0E4-8FFF478A86C2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7A6FD57F-2D4A-E860-6015-70841E18A307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289EF4F7-DDB6-5545-39F7-5D1B3F86D2D3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B1282592-D5D6-9C68-2D42-3D2A0FA6458C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390A8337-4744-F454-87FF-4E9BDE799C1D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F2F7291B-E14D-7E55-CC39-0366DDE36AB6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7DDB5DDB-AA90-B36F-ECCA-B3D87BDEF49C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FBF483EB-0895-E2F9-E946-2CE7B0273010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235264C0-29EF-D9B8-F0D1-9BEBBAD9D6E8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9BB4142-622C-474C-899B-E7C760EA5054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6D2284D9-4AE6-02DD-AA99-C88ED825A8F4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A354350A-00E7-4344-FF84-5BBF2165CEDA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E2EDFAC2-C5CD-2DF8-165C-4DBC9D98B449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4D088869-EB59-E1B3-59B4-C3C92C8170BA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119CBCB9-6860-7DCC-AF73-C422647EEF23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0ED964A-EDEB-7D43-69F8-BEFE576D1277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A0A2A64A-E67D-3395-0409-F2703179F7EC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EA7CE8E7-C1AC-E261-A970-8EC80886D558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CC5802F-96A8-F327-8DCD-5C642BB94DCE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1E148E3C-F1D3-F47F-36C6-42E1C579FB78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CE95E95-35B4-AAA3-E629-B7804854BFD1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AA444A0-2B6A-4C23-EFFA-BB0D0814FEA4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FA614244-906C-CFFC-1294-6D233D01CB35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EE4A1296-1DD3-454F-610D-2BDEB1D0EFA9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A27DCA6A-D9A0-89D2-300F-145A0353541B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110481AC-0BB3-A98A-15F4-6DA00B6462E6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CA0FE5FF-20F8-A515-1575-D2B579C6A384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62DD97DC-E1EF-3AC8-77C6-31E750CF1688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B545DCC8-F9BD-6322-3BD3-A195D0A92FFB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362456-65E1-995A-0618-99CCC4184C1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2C35F9E-7361-3F63-4B0D-A98BA11C6FD6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FAAA67D0-1522-17CF-8376-8D76753F582D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8EFA4585-A006-C810-377D-DBA6C87576CE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64D11889-0CF0-CA9A-1917-2BF4C8C70236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188B5773-F5C9-7D4C-8152-FA7D9B627789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BBF02AFB-8489-0057-17C0-1186E4D7244F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4D1F1E41-46E5-997B-A9A2-D4A7E86A821C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BDC0B5DB-1FDB-9192-A8A8-9F9E9FC2CF4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9C663294-FCA2-F8DE-2AEC-EEF54C48921A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28E76182-0A60-4A72-9586-C12459BE0B58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29FC68A5-EB54-9596-85EC-EDC1175B056F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59C9C8C5-D90A-7A02-93D3-957FE3AE7DC3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3DFB888-0521-0863-270C-DBAF169C149A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CDAE8F1E-742C-7BA1-EB00-87CA9B9E40A2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74117986-6240-D77F-909C-522F6146D289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68BD8A38-75EC-BA37-589D-F9C3EBE804E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BA2E6B5A-7074-DCD3-8646-836425ECA4E6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E2B9FFDB-87E6-991D-6FE1-3A8ED7934F53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93BBAAA9-24B8-1E29-A6DC-8B4D096073B5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68A528E6-65EA-9C73-7412-55AD6CD16CE8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2EEE91B3-D81D-6257-AECC-400C8A929123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F23A2C65-E88A-BB4F-DB2B-F6BDFE0A90A0}"/>
                </a:ext>
              </a:extLst>
            </p:cNvPr>
            <p:cNvSpPr>
              <a:spLocks noGrp="1"/>
            </p:cNvSpPr>
            <p:nvPr/>
          </p:nvSpPr>
          <p:spPr>
            <a:xfrm>
              <a:off x="800363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3B989565-3BAD-D4AD-9254-F92A9CA55F5F}"/>
                </a:ext>
              </a:extLst>
            </p:cNvPr>
            <p:cNvSpPr>
              <a:spLocks noGrp="1"/>
            </p:cNvSpPr>
            <p:nvPr/>
          </p:nvSpPr>
          <p:spPr>
            <a:xfrm>
              <a:off x="806078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42B8B6C2-B43E-383F-14DE-C418D4494332}"/>
                </a:ext>
              </a:extLst>
            </p:cNvPr>
            <p:cNvSpPr>
              <a:spLocks noGrp="1"/>
            </p:cNvSpPr>
            <p:nvPr/>
          </p:nvSpPr>
          <p:spPr>
            <a:xfrm>
              <a:off x="811793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9894408-4EFC-1123-4D43-5E7226F5F0C0}"/>
                </a:ext>
              </a:extLst>
            </p:cNvPr>
            <p:cNvSpPr>
              <a:spLocks noGrp="1"/>
            </p:cNvSpPr>
            <p:nvPr/>
          </p:nvSpPr>
          <p:spPr>
            <a:xfrm>
              <a:off x="800363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B15788D5-8154-0220-0ADD-B84E221B0B6F}"/>
                </a:ext>
              </a:extLst>
            </p:cNvPr>
            <p:cNvSpPr>
              <a:spLocks noGrp="1"/>
            </p:cNvSpPr>
            <p:nvPr/>
          </p:nvSpPr>
          <p:spPr>
            <a:xfrm>
              <a:off x="806078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06FB727B-1C36-BDAC-BF90-119F79F57919}"/>
                </a:ext>
              </a:extLst>
            </p:cNvPr>
            <p:cNvSpPr>
              <a:spLocks noGrp="1"/>
            </p:cNvSpPr>
            <p:nvPr/>
          </p:nvSpPr>
          <p:spPr>
            <a:xfrm>
              <a:off x="811793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3BB3F16C-BBC6-CEA5-1D5F-BADEC13D0E07}"/>
                </a:ext>
              </a:extLst>
            </p:cNvPr>
            <p:cNvSpPr>
              <a:spLocks noGrp="1"/>
            </p:cNvSpPr>
            <p:nvPr/>
          </p:nvSpPr>
          <p:spPr>
            <a:xfrm flipV="1">
              <a:off x="2475621" y="1410958"/>
              <a:ext cx="692378" cy="107521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DD01582E-D72F-DC2A-ED51-209065AB4BE2}"/>
                </a:ext>
              </a:extLst>
            </p:cNvPr>
            <p:cNvSpPr>
              <a:spLocks noGrp="1"/>
            </p:cNvSpPr>
            <p:nvPr/>
          </p:nvSpPr>
          <p:spPr>
            <a:xfrm>
              <a:off x="3123088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8835B13D-A150-D32A-EA5F-DF6B94803636}"/>
                </a:ext>
              </a:extLst>
            </p:cNvPr>
            <p:cNvSpPr>
              <a:spLocks noGrp="1"/>
            </p:cNvSpPr>
            <p:nvPr/>
          </p:nvSpPr>
          <p:spPr>
            <a:xfrm>
              <a:off x="2475621" y="3260557"/>
              <a:ext cx="692378" cy="107521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solidFill>
              <a:srgbClr val="4083B4"/>
            </a:solidFill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A5463DF5-F357-C133-4537-3687854104BD}"/>
                </a:ext>
              </a:extLst>
            </p:cNvPr>
            <p:cNvSpPr>
              <a:spLocks noGrp="1"/>
            </p:cNvSpPr>
            <p:nvPr/>
          </p:nvSpPr>
          <p:spPr>
            <a:xfrm>
              <a:off x="3123088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7A050F5-4BBD-83D0-3E56-868138C02A2E}"/>
                </a:ext>
              </a:extLst>
            </p:cNvPr>
            <p:cNvSpPr>
              <a:spLocks noGrp="1"/>
            </p:cNvSpPr>
            <p:nvPr/>
          </p:nvSpPr>
          <p:spPr>
            <a:xfrm>
              <a:off x="9750468" y="1544003"/>
              <a:ext cx="409314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75132D2-B1BA-3819-E6E4-408E45D3577A}"/>
                </a:ext>
              </a:extLst>
            </p:cNvPr>
            <p:cNvSpPr>
              <a:spLocks noGrp="1"/>
            </p:cNvSpPr>
            <p:nvPr/>
          </p:nvSpPr>
          <p:spPr>
            <a:xfrm>
              <a:off x="10116443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E2AB92F8-FB1A-DF4D-C056-6A909BEA2DE1}"/>
                </a:ext>
              </a:extLst>
            </p:cNvPr>
            <p:cNvSpPr>
              <a:spLocks noGrp="1"/>
            </p:cNvSpPr>
            <p:nvPr/>
          </p:nvSpPr>
          <p:spPr>
            <a:xfrm>
              <a:off x="9750468" y="3107055"/>
              <a:ext cx="409314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28B06725-C3FB-3373-8A56-A66D9CE3ECA7}"/>
                </a:ext>
              </a:extLst>
            </p:cNvPr>
            <p:cNvSpPr>
              <a:spLocks noGrp="1"/>
            </p:cNvSpPr>
            <p:nvPr/>
          </p:nvSpPr>
          <p:spPr>
            <a:xfrm>
              <a:off x="10116443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5BDE2ECB-1CBA-ACB1-3426-F3E9F144A8A7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94C963B0-6292-D96E-8000-E5176CACF1B1}"/>
                </a:ext>
              </a:extLst>
            </p:cNvPr>
            <p:cNvSpPr>
              <a:spLocks noGrp="1"/>
            </p:cNvSpPr>
            <p:nvPr/>
          </p:nvSpPr>
          <p:spPr>
            <a:xfrm>
              <a:off x="54444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6EDFECDB-834F-45E8-C447-187E68499D36}"/>
                </a:ext>
              </a:extLst>
            </p:cNvPr>
            <p:cNvSpPr>
              <a:spLocks noGrp="1"/>
            </p:cNvSpPr>
            <p:nvPr/>
          </p:nvSpPr>
          <p:spPr>
            <a:xfrm>
              <a:off x="5856838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147D1FA6-05BE-3A5D-C1FE-78DB516DA9EB}"/>
                </a:ext>
              </a:extLst>
            </p:cNvPr>
            <p:cNvSpPr>
              <a:spLocks noGrp="1"/>
            </p:cNvSpPr>
            <p:nvPr/>
          </p:nvSpPr>
          <p:spPr>
            <a:xfrm>
              <a:off x="5892081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7AF7CF23-54DF-A29D-2F07-D36A3F45EDD2}"/>
                </a:ext>
              </a:extLst>
            </p:cNvPr>
            <p:cNvSpPr>
              <a:spLocks noGrp="1"/>
            </p:cNvSpPr>
            <p:nvPr/>
          </p:nvSpPr>
          <p:spPr>
            <a:xfrm>
              <a:off x="6428338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99F4C0B1-883D-15E1-DE1D-B9D0B602A47D}"/>
                </a:ext>
              </a:extLst>
            </p:cNvPr>
            <p:cNvSpPr>
              <a:spLocks noGrp="1"/>
            </p:cNvSpPr>
            <p:nvPr/>
          </p:nvSpPr>
          <p:spPr>
            <a:xfrm>
              <a:off x="65874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1AB9AC41-CF99-6B25-72AE-CA5759E07BBC}"/>
                </a:ext>
              </a:extLst>
            </p:cNvPr>
            <p:cNvSpPr>
              <a:spLocks noGrp="1"/>
            </p:cNvSpPr>
            <p:nvPr/>
          </p:nvSpPr>
          <p:spPr>
            <a:xfrm>
              <a:off x="7704688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8B74AF9E-166C-456E-8C30-81819473FD65}"/>
                </a:ext>
              </a:extLst>
            </p:cNvPr>
            <p:cNvSpPr>
              <a:spLocks noGrp="1"/>
            </p:cNvSpPr>
            <p:nvPr/>
          </p:nvSpPr>
          <p:spPr>
            <a:xfrm>
              <a:off x="78828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1DF9FEC8-127A-C6BF-A242-5459B8B47514}"/>
                </a:ext>
              </a:extLst>
            </p:cNvPr>
            <p:cNvSpPr>
              <a:spLocks noGrp="1"/>
            </p:cNvSpPr>
            <p:nvPr/>
          </p:nvSpPr>
          <p:spPr>
            <a:xfrm>
              <a:off x="8428588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235A2EBC-75E8-8D72-4A9D-B691D888DD1B}"/>
                </a:ext>
              </a:extLst>
            </p:cNvPr>
            <p:cNvSpPr>
              <a:spLocks noGrp="1"/>
            </p:cNvSpPr>
            <p:nvPr/>
          </p:nvSpPr>
          <p:spPr>
            <a:xfrm>
              <a:off x="847335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E16F5364-FA67-8E77-55DD-31048ACFB369}"/>
                </a:ext>
              </a:extLst>
            </p:cNvPr>
            <p:cNvSpPr>
              <a:spLocks noGrp="1"/>
            </p:cNvSpPr>
            <p:nvPr/>
          </p:nvSpPr>
          <p:spPr>
            <a:xfrm>
              <a:off x="8866738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CAB8405E-639F-441D-4076-97C5C8079141}"/>
                </a:ext>
              </a:extLst>
            </p:cNvPr>
            <p:cNvSpPr>
              <a:spLocks noGrp="1"/>
            </p:cNvSpPr>
            <p:nvPr/>
          </p:nvSpPr>
          <p:spPr>
            <a:xfrm>
              <a:off x="893055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CEC7BC5-9C91-5A2D-286F-54CED1B58658}"/>
                </a:ext>
              </a:extLst>
            </p:cNvPr>
            <p:cNvSpPr>
              <a:spLocks noGrp="1"/>
            </p:cNvSpPr>
            <p:nvPr/>
          </p:nvSpPr>
          <p:spPr>
            <a:xfrm>
              <a:off x="4990063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D6AAD354-1253-F73A-1F09-0D42951F0AD2}"/>
                </a:ext>
              </a:extLst>
            </p:cNvPr>
            <p:cNvSpPr>
              <a:spLocks noGrp="1"/>
            </p:cNvSpPr>
            <p:nvPr/>
          </p:nvSpPr>
          <p:spPr>
            <a:xfrm>
              <a:off x="9305507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E944DD48-0E77-62B4-4E66-FC482D648DB0}"/>
                </a:ext>
              </a:extLst>
            </p:cNvPr>
            <p:cNvSpPr>
              <a:spLocks noGrp="1"/>
            </p:cNvSpPr>
            <p:nvPr/>
          </p:nvSpPr>
          <p:spPr>
            <a:xfrm>
              <a:off x="5628238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5D984C66-44F4-6C0C-29FA-C26BCC014DA5}"/>
                </a:ext>
              </a:extLst>
            </p:cNvPr>
            <p:cNvSpPr>
              <a:spLocks noGrp="1"/>
            </p:cNvSpPr>
            <p:nvPr/>
          </p:nvSpPr>
          <p:spPr>
            <a:xfrm>
              <a:off x="8676857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796339B7-CA5C-9A6F-F626-7D7B76227D0E}"/>
                </a:ext>
              </a:extLst>
            </p:cNvPr>
            <p:cNvSpPr>
              <a:spLocks noGrp="1"/>
            </p:cNvSpPr>
            <p:nvPr/>
          </p:nvSpPr>
          <p:spPr>
            <a:xfrm>
              <a:off x="6152113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5389494F-4196-1B0C-C069-F40391B0419B}"/>
                </a:ext>
              </a:extLst>
            </p:cNvPr>
            <p:cNvSpPr>
              <a:spLocks noGrp="1"/>
            </p:cNvSpPr>
            <p:nvPr/>
          </p:nvSpPr>
          <p:spPr>
            <a:xfrm>
              <a:off x="8133932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0492619-D665-D0F6-7061-EDCBCE3DDA3A}"/>
                </a:ext>
              </a:extLst>
            </p:cNvPr>
            <p:cNvSpPr>
              <a:spLocks noGrp="1"/>
            </p:cNvSpPr>
            <p:nvPr/>
          </p:nvSpPr>
          <p:spPr>
            <a:xfrm>
              <a:off x="5518129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B7BCE76F-C831-1ABC-ADA2-90D7588CB987}"/>
                </a:ext>
              </a:extLst>
            </p:cNvPr>
            <p:cNvSpPr>
              <a:spLocks noGrp="1"/>
            </p:cNvSpPr>
            <p:nvPr/>
          </p:nvSpPr>
          <p:spPr>
            <a:xfrm>
              <a:off x="57305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24AE15E3-3B2D-CC4A-618E-E9BB13DA2E16}"/>
                </a:ext>
              </a:extLst>
            </p:cNvPr>
            <p:cNvSpPr>
              <a:spLocks noGrp="1"/>
            </p:cNvSpPr>
            <p:nvPr/>
          </p:nvSpPr>
          <p:spPr>
            <a:xfrm>
              <a:off x="652273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8007E90B-E49B-BC36-45F6-E1B46BA41A6C}"/>
                </a:ext>
              </a:extLst>
            </p:cNvPr>
            <p:cNvSpPr>
              <a:spLocks noGrp="1"/>
            </p:cNvSpPr>
            <p:nvPr/>
          </p:nvSpPr>
          <p:spPr>
            <a:xfrm>
              <a:off x="679095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2D087525-2ABD-3A01-10DA-7F65FB2DD09A}"/>
                </a:ext>
              </a:extLst>
            </p:cNvPr>
            <p:cNvSpPr>
              <a:spLocks noGrp="1"/>
            </p:cNvSpPr>
            <p:nvPr/>
          </p:nvSpPr>
          <p:spPr>
            <a:xfrm>
              <a:off x="7508759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417DAC3E-DE7D-4EBD-83BF-06F7FB2A8085}"/>
                </a:ext>
              </a:extLst>
            </p:cNvPr>
            <p:cNvSpPr>
              <a:spLocks noGrp="1"/>
            </p:cNvSpPr>
            <p:nvPr/>
          </p:nvSpPr>
          <p:spPr>
            <a:xfrm>
              <a:off x="7776983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3F66A9B7-F35C-EB4C-B102-3F29A4296978}"/>
                </a:ext>
              </a:extLst>
            </p:cNvPr>
            <p:cNvSpPr>
              <a:spLocks noGrp="1"/>
            </p:cNvSpPr>
            <p:nvPr/>
          </p:nvSpPr>
          <p:spPr>
            <a:xfrm>
              <a:off x="8569082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4634E7DB-F8E3-B989-4F8D-785672F195B4}"/>
                </a:ext>
              </a:extLst>
            </p:cNvPr>
            <p:cNvSpPr>
              <a:spLocks noGrp="1"/>
            </p:cNvSpPr>
            <p:nvPr/>
          </p:nvSpPr>
          <p:spPr>
            <a:xfrm>
              <a:off x="878148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0FF19FA3-F74F-0EF3-2637-6AA25406EF88}"/>
                </a:ext>
              </a:extLst>
            </p:cNvPr>
            <p:cNvSpPr>
              <a:spLocks noGrp="1"/>
            </p:cNvSpPr>
            <p:nvPr/>
          </p:nvSpPr>
          <p:spPr>
            <a:xfrm>
              <a:off x="5155417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3D13397A-1EED-4CCF-C88D-62A5EFCF622C}"/>
                </a:ext>
              </a:extLst>
            </p:cNvPr>
            <p:cNvSpPr>
              <a:spLocks noGrp="1"/>
            </p:cNvSpPr>
            <p:nvPr/>
          </p:nvSpPr>
          <p:spPr>
            <a:xfrm>
              <a:off x="5126747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F3328C85-8D10-5BAE-F06A-A042F88B4457}"/>
                </a:ext>
              </a:extLst>
            </p:cNvPr>
            <p:cNvSpPr>
              <a:spLocks noGrp="1"/>
            </p:cNvSpPr>
            <p:nvPr/>
          </p:nvSpPr>
          <p:spPr>
            <a:xfrm>
              <a:off x="718319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615DF42F-7A96-D005-2B04-2E5B83AF189A}"/>
                </a:ext>
              </a:extLst>
            </p:cNvPr>
            <p:cNvSpPr>
              <a:spLocks noGrp="1"/>
            </p:cNvSpPr>
            <p:nvPr/>
          </p:nvSpPr>
          <p:spPr>
            <a:xfrm>
              <a:off x="7154524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8F954EB4-FAB9-9DC0-DCA1-6E84B625ECD7}"/>
                </a:ext>
              </a:extLst>
            </p:cNvPr>
            <p:cNvSpPr>
              <a:spLocks noGrp="1"/>
            </p:cNvSpPr>
            <p:nvPr/>
          </p:nvSpPr>
          <p:spPr>
            <a:xfrm>
              <a:off x="9210972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DDC6F6E8-2600-F9F0-8C4C-DF220F079064}"/>
                </a:ext>
              </a:extLst>
            </p:cNvPr>
            <p:cNvSpPr>
              <a:spLocks noGrp="1"/>
            </p:cNvSpPr>
            <p:nvPr/>
          </p:nvSpPr>
          <p:spPr>
            <a:xfrm>
              <a:off x="9182301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D9AFE2A4-7629-8D55-72A2-74513ED16554}"/>
                </a:ext>
              </a:extLst>
            </p:cNvPr>
            <p:cNvSpPr>
              <a:spLocks noGrp="1"/>
            </p:cNvSpPr>
            <p:nvPr/>
          </p:nvSpPr>
          <p:spPr>
            <a:xfrm>
              <a:off x="7666874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9E9F6AF5-6C88-4D6A-4EB6-AE11098D540D}"/>
                </a:ext>
              </a:extLst>
            </p:cNvPr>
            <p:cNvSpPr>
              <a:spLocks noGrp="1"/>
            </p:cNvSpPr>
            <p:nvPr/>
          </p:nvSpPr>
          <p:spPr>
            <a:xfrm>
              <a:off x="5155417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FC70626C-9297-3774-289D-8C74BAB81591}"/>
                </a:ext>
              </a:extLst>
            </p:cNvPr>
            <p:cNvSpPr>
              <a:spLocks noGrp="1"/>
            </p:cNvSpPr>
            <p:nvPr/>
          </p:nvSpPr>
          <p:spPr>
            <a:xfrm>
              <a:off x="5126747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23964A60-5300-B32A-CC8C-9F9A10909522}"/>
                </a:ext>
              </a:extLst>
            </p:cNvPr>
            <p:cNvSpPr>
              <a:spLocks noGrp="1"/>
            </p:cNvSpPr>
            <p:nvPr/>
          </p:nvSpPr>
          <p:spPr>
            <a:xfrm>
              <a:off x="3807779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64E15CB-81EF-2FAC-14F2-E25D89F29346}"/>
                </a:ext>
              </a:extLst>
            </p:cNvPr>
            <p:cNvSpPr>
              <a:spLocks noGrp="1"/>
            </p:cNvSpPr>
            <p:nvPr/>
          </p:nvSpPr>
          <p:spPr>
            <a:xfrm>
              <a:off x="4913156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B4BBBDF4-6774-1D2C-95B2-F3B88AB1C869}"/>
                </a:ext>
              </a:extLst>
            </p:cNvPr>
            <p:cNvSpPr>
              <a:spLocks noGrp="1"/>
            </p:cNvSpPr>
            <p:nvPr/>
          </p:nvSpPr>
          <p:spPr>
            <a:xfrm>
              <a:off x="2301020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950F0CCA-2F88-9AFF-22D8-DAA7ACB6176C}"/>
                </a:ext>
              </a:extLst>
            </p:cNvPr>
            <p:cNvSpPr>
              <a:spLocks noGrp="1"/>
            </p:cNvSpPr>
            <p:nvPr/>
          </p:nvSpPr>
          <p:spPr>
            <a:xfrm>
              <a:off x="3147792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B22E0EF3-FD19-0826-1822-07182CC69FC5}"/>
                </a:ext>
              </a:extLst>
            </p:cNvPr>
            <p:cNvSpPr>
              <a:spLocks noGrp="1"/>
            </p:cNvSpPr>
            <p:nvPr/>
          </p:nvSpPr>
          <p:spPr>
            <a:xfrm>
              <a:off x="2301020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CA70B1F6-4A00-BABC-2972-012866989961}"/>
                </a:ext>
              </a:extLst>
            </p:cNvPr>
            <p:cNvSpPr>
              <a:spLocks noGrp="1"/>
            </p:cNvSpPr>
            <p:nvPr/>
          </p:nvSpPr>
          <p:spPr>
            <a:xfrm>
              <a:off x="2272349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08F1A61E-3B0E-8BF6-7F27-5CCE4D22C59A}"/>
                </a:ext>
              </a:extLst>
            </p:cNvPr>
            <p:cNvSpPr>
              <a:spLocks noGrp="1"/>
            </p:cNvSpPr>
            <p:nvPr/>
          </p:nvSpPr>
          <p:spPr>
            <a:xfrm>
              <a:off x="3975515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4A8E2717-7DBF-7A20-898F-8A4B8D99C916}"/>
                </a:ext>
              </a:extLst>
            </p:cNvPr>
            <p:cNvSpPr>
              <a:spLocks noGrp="1"/>
            </p:cNvSpPr>
            <p:nvPr/>
          </p:nvSpPr>
          <p:spPr>
            <a:xfrm>
              <a:off x="3946844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2C7C678A-F3D0-E51D-2CD6-B41E5CBA7774}"/>
                </a:ext>
              </a:extLst>
            </p:cNvPr>
            <p:cNvSpPr>
              <a:spLocks noGrp="1"/>
            </p:cNvSpPr>
            <p:nvPr/>
          </p:nvSpPr>
          <p:spPr>
            <a:xfrm>
              <a:off x="3546890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E62BF4CB-2DFB-E34F-0A43-259454CA6416}"/>
                </a:ext>
              </a:extLst>
            </p:cNvPr>
            <p:cNvSpPr>
              <a:spLocks noGrp="1"/>
            </p:cNvSpPr>
            <p:nvPr/>
          </p:nvSpPr>
          <p:spPr>
            <a:xfrm>
              <a:off x="5006120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4AD6C56A-E9C3-F934-64AC-D936F1D8505E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EEAEF4BF-5039-6C23-B675-9771749FE17A}"/>
                </a:ext>
              </a:extLst>
            </p:cNvPr>
            <p:cNvSpPr>
              <a:spLocks noGrp="1"/>
            </p:cNvSpPr>
            <p:nvPr/>
          </p:nvSpPr>
          <p:spPr>
            <a:xfrm>
              <a:off x="5397502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EFD90DBF-A222-410E-15F3-D541CA16A8AE}"/>
                </a:ext>
              </a:extLst>
            </p:cNvPr>
            <p:cNvSpPr>
              <a:spLocks noGrp="1"/>
            </p:cNvSpPr>
            <p:nvPr/>
          </p:nvSpPr>
          <p:spPr>
            <a:xfrm>
              <a:off x="4761327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91B08F31-0339-9716-3395-2B3F8970BA82}"/>
                </a:ext>
              </a:extLst>
            </p:cNvPr>
            <p:cNvSpPr>
              <a:spLocks noGrp="1"/>
            </p:cNvSpPr>
            <p:nvPr/>
          </p:nvSpPr>
          <p:spPr>
            <a:xfrm>
              <a:off x="4737991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5FC3F76-C3DD-1537-7837-64B9361AE243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7A05C2E3-B0E7-7DA8-4847-EC91C004D35D}"/>
                </a:ext>
              </a:extLst>
            </p:cNvPr>
            <p:cNvSpPr>
              <a:spLocks noGrp="1"/>
            </p:cNvSpPr>
            <p:nvPr/>
          </p:nvSpPr>
          <p:spPr>
            <a:xfrm>
              <a:off x="5397502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FE203BD6-3778-87C2-8526-E332B5B380C4}"/>
                </a:ext>
              </a:extLst>
            </p:cNvPr>
            <p:cNvSpPr>
              <a:spLocks noGrp="1"/>
            </p:cNvSpPr>
            <p:nvPr/>
          </p:nvSpPr>
          <p:spPr>
            <a:xfrm>
              <a:off x="2617154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D2B7433A-243E-C206-1CB1-3F191E6AD029}"/>
                </a:ext>
              </a:extLst>
            </p:cNvPr>
            <p:cNvSpPr>
              <a:spLocks noGrp="1"/>
            </p:cNvSpPr>
            <p:nvPr/>
          </p:nvSpPr>
          <p:spPr>
            <a:xfrm>
              <a:off x="2588484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D5A6B998-ADFA-E982-8C35-E6D90114C21C}"/>
                </a:ext>
              </a:extLst>
            </p:cNvPr>
            <p:cNvSpPr>
              <a:spLocks noGrp="1"/>
            </p:cNvSpPr>
            <p:nvPr/>
          </p:nvSpPr>
          <p:spPr>
            <a:xfrm>
              <a:off x="3417159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660BE4D6-2608-6E09-7FF4-AD7C50994699}"/>
                </a:ext>
              </a:extLst>
            </p:cNvPr>
            <p:cNvSpPr>
              <a:spLocks noGrp="1"/>
            </p:cNvSpPr>
            <p:nvPr/>
          </p:nvSpPr>
          <p:spPr>
            <a:xfrm>
              <a:off x="3974562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22A5040B-9402-AB7D-9094-F4BF5F10ADD2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D0F3AAE9-EBC0-FC07-AF0A-FBDAD938D93E}"/>
                </a:ext>
              </a:extLst>
            </p:cNvPr>
            <p:cNvSpPr>
              <a:spLocks noGrp="1"/>
            </p:cNvSpPr>
            <p:nvPr/>
          </p:nvSpPr>
          <p:spPr>
            <a:xfrm>
              <a:off x="752672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2545D43E-9B8D-BA3E-80CD-880BD63B35AE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2F033F6F-AC85-37DE-479C-D063C3DB8E25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EF864D3-D6E3-5180-82C2-0A0AE886C150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B23BD653-4893-2671-9B86-7F888A6E5617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B0DCC1B2-7C1A-332C-0127-08382278DBC6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F5D1A0D2-1869-EB89-61A3-D3ABFE580C35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416B661C-118E-CA99-59DC-DA4857A74E2E}"/>
                </a:ext>
              </a:extLst>
            </p:cNvPr>
            <p:cNvSpPr>
              <a:spLocks noGrp="1"/>
            </p:cNvSpPr>
            <p:nvPr/>
          </p:nvSpPr>
          <p:spPr>
            <a:xfrm>
              <a:off x="8530941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0BA2F96A-2AFB-7C00-99C8-78C9DC78B848}"/>
                </a:ext>
              </a:extLst>
            </p:cNvPr>
            <p:cNvSpPr>
              <a:spLocks noGrp="1"/>
            </p:cNvSpPr>
            <p:nvPr/>
          </p:nvSpPr>
          <p:spPr>
            <a:xfrm>
              <a:off x="8502271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688B9630-847C-74A2-04EF-D75E08D7E423}"/>
                </a:ext>
              </a:extLst>
            </p:cNvPr>
            <p:cNvSpPr>
              <a:spLocks noGrp="1"/>
            </p:cNvSpPr>
            <p:nvPr/>
          </p:nvSpPr>
          <p:spPr>
            <a:xfrm>
              <a:off x="8530941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7251A2B8-D12B-A433-6B0D-10AA76953AAB}"/>
                </a:ext>
              </a:extLst>
            </p:cNvPr>
            <p:cNvSpPr>
              <a:spLocks noGrp="1"/>
            </p:cNvSpPr>
            <p:nvPr/>
          </p:nvSpPr>
          <p:spPr>
            <a:xfrm>
              <a:off x="8502271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A4787BA6-E950-16B8-B01A-9B4C92E13C7A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9D094DDB-3471-ECAC-BCA5-E9612E620328}"/>
                </a:ext>
              </a:extLst>
            </p:cNvPr>
            <p:cNvSpPr>
              <a:spLocks noGrp="1"/>
            </p:cNvSpPr>
            <p:nvPr/>
          </p:nvSpPr>
          <p:spPr>
            <a:xfrm>
              <a:off x="10094756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43A875F1-64CC-3AE0-16D0-832B017C6CB3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D83A070A-E1D1-4067-2310-74DC30F9F921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BA39657-BA55-8B03-4B42-2E8CA0F2402A}"/>
                </a:ext>
              </a:extLst>
            </p:cNvPr>
            <p:cNvSpPr>
              <a:spLocks noGrp="1"/>
            </p:cNvSpPr>
            <p:nvPr/>
          </p:nvSpPr>
          <p:spPr>
            <a:xfrm>
              <a:off x="10133903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46BBCF7E-77B7-430B-5E68-8D5D4D07C9BA}"/>
                </a:ext>
              </a:extLst>
            </p:cNvPr>
            <p:cNvSpPr>
              <a:spLocks noGrp="1"/>
            </p:cNvSpPr>
            <p:nvPr/>
          </p:nvSpPr>
          <p:spPr>
            <a:xfrm>
              <a:off x="10105233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19123C2B-08C0-5942-5974-56E3DB290164}"/>
                </a:ext>
              </a:extLst>
            </p:cNvPr>
            <p:cNvSpPr>
              <a:spLocks noGrp="1"/>
            </p:cNvSpPr>
            <p:nvPr/>
          </p:nvSpPr>
          <p:spPr>
            <a:xfrm>
              <a:off x="10123426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F6D726DD-707A-38A3-9C89-49061435E2BF}"/>
                </a:ext>
              </a:extLst>
            </p:cNvPr>
            <p:cNvSpPr>
              <a:spLocks noGrp="1"/>
            </p:cNvSpPr>
            <p:nvPr/>
          </p:nvSpPr>
          <p:spPr>
            <a:xfrm>
              <a:off x="10094756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739AFAAD-E669-E2AC-687E-E59FC6E7FAD2}"/>
                </a:ext>
              </a:extLst>
            </p:cNvPr>
            <p:cNvSpPr>
              <a:spLocks noGrp="1"/>
            </p:cNvSpPr>
            <p:nvPr/>
          </p:nvSpPr>
          <p:spPr>
            <a:xfrm>
              <a:off x="7709696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98D92A42-D662-B44C-CD57-583BDD75174C}"/>
                </a:ext>
              </a:extLst>
            </p:cNvPr>
            <p:cNvSpPr>
              <a:spLocks noGrp="1"/>
            </p:cNvSpPr>
            <p:nvPr/>
          </p:nvSpPr>
          <p:spPr>
            <a:xfrm>
              <a:off x="7686359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97C332FD-B4F7-4A69-7F24-BE35ED3CC233}"/>
                </a:ext>
              </a:extLst>
            </p:cNvPr>
            <p:cNvSpPr>
              <a:spLocks noGrp="1"/>
            </p:cNvSpPr>
            <p:nvPr/>
          </p:nvSpPr>
          <p:spPr>
            <a:xfrm>
              <a:off x="8858411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4B6A3B32-B3D1-5F9B-FDB9-6517BE3635C2}"/>
                </a:ext>
              </a:extLst>
            </p:cNvPr>
            <p:cNvSpPr>
              <a:spLocks noGrp="1"/>
            </p:cNvSpPr>
            <p:nvPr/>
          </p:nvSpPr>
          <p:spPr>
            <a:xfrm>
              <a:off x="9293989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CC1BD470-88ED-E459-BC64-3926AF1B81FC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7DE28A53-D82C-C158-A00E-484E630E57C6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9DE07E88-6455-6397-3B15-5E2794D66EC1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80249588-4991-7EA9-C183-E31DFF970425}"/>
                </a:ext>
              </a:extLst>
            </p:cNvPr>
            <p:cNvSpPr>
              <a:spLocks noGrp="1"/>
            </p:cNvSpPr>
            <p:nvPr/>
          </p:nvSpPr>
          <p:spPr>
            <a:xfrm>
              <a:off x="8010400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EB1CDE84-2AAC-05C7-2AC2-7F0CD69C4010}"/>
                </a:ext>
              </a:extLst>
            </p:cNvPr>
            <p:cNvSpPr>
              <a:spLocks noGrp="1"/>
            </p:cNvSpPr>
            <p:nvPr/>
          </p:nvSpPr>
          <p:spPr>
            <a:xfrm>
              <a:off x="8993380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AAA0335-3D51-EA88-2522-F717A483BF32}"/>
                </a:ext>
              </a:extLst>
            </p:cNvPr>
            <p:cNvSpPr>
              <a:spLocks noGrp="1"/>
            </p:cNvSpPr>
            <p:nvPr/>
          </p:nvSpPr>
          <p:spPr>
            <a:xfrm>
              <a:off x="8970044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67958AAC-3FC5-4E94-249E-68F363396C6E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5B85A195-1A68-48DC-E553-B1E99915D03B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DDE80B97-A909-A736-F258-523B74319AC3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E490B029-346A-A57E-7B15-889C23CE6281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B53F289C-77E1-6513-62C8-F939A23BF1B2}"/>
                </a:ext>
              </a:extLst>
            </p:cNvPr>
            <p:cNvSpPr>
              <a:spLocks noGrp="1"/>
            </p:cNvSpPr>
            <p:nvPr/>
          </p:nvSpPr>
          <p:spPr>
            <a:xfrm>
              <a:off x="8932896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7D1ABF5A-29C9-76A4-1903-E132A41C0C6D}"/>
                </a:ext>
              </a:extLst>
            </p:cNvPr>
            <p:cNvSpPr>
              <a:spLocks noGrp="1"/>
            </p:cNvSpPr>
            <p:nvPr/>
          </p:nvSpPr>
          <p:spPr>
            <a:xfrm>
              <a:off x="9508587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515E1CE9-4EFA-F96B-A08A-C6C2EC64DC6F}"/>
              </a:ext>
            </a:extLst>
          </p:cNvPr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725281" y="2388765"/>
            <a:ext cx="332109" cy="317507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14431DA-F1EE-CFB8-E7E0-CF4D130ECF44}"/>
              </a:ext>
            </a:extLst>
          </p:cNvPr>
          <p:cNvSpPr txBox="1"/>
          <p:nvPr/>
        </p:nvSpPr>
        <p:spPr>
          <a:xfrm>
            <a:off x="12900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263442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263442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>
            <a:extLst>
              <a:ext uri="{FF2B5EF4-FFF2-40B4-BE49-F238E27FC236}">
                <a16:creationId xmlns:a16="http://schemas.microsoft.com/office/drawing/2014/main" id="{FB41A424-8C9A-2DA8-76B2-57C0C54ECB10}"/>
              </a:ext>
            </a:extLst>
          </p:cNvPr>
          <p:cNvSpPr/>
          <p:nvPr/>
        </p:nvSpPr>
        <p:spPr>
          <a:xfrm>
            <a:off x="1381760" y="1318283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3D4E6"/>
            </a:solidFill>
            <a:prstDash val="solid"/>
            <a:round/>
          </a:ln>
        </p:spPr>
      </p:sp>
      <p:sp>
        <p:nvSpPr>
          <p:cNvPr id="1444" name="V8 embedding neighbor 1 to center">
            <a:extLst>
              <a:ext uri="{FF2B5EF4-FFF2-40B4-BE49-F238E27FC236}">
                <a16:creationId xmlns:a16="http://schemas.microsoft.com/office/drawing/2014/main" id="{3355B015-AF42-20CF-CA69-CEE14894D5E1}"/>
              </a:ext>
            </a:extLst>
          </p:cNvPr>
          <p:cNvSpPr/>
          <p:nvPr/>
        </p:nvSpPr>
        <p:spPr>
          <a:xfrm>
            <a:off x="14379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4083B4"/>
            </a:solidFill>
            <a:prstDash val="solid"/>
            <a:round/>
          </a:ln>
        </p:spPr>
      </p:sp>
      <p:sp>
        <p:nvSpPr>
          <p:cNvPr id="1445" name="V8 embedding neighbor 1 to center head">
            <a:extLst>
              <a:ext uri="{FF2B5EF4-FFF2-40B4-BE49-F238E27FC236}">
                <a16:creationId xmlns:a16="http://schemas.microsoft.com/office/drawing/2014/main" id="{27615381-2E0E-2FB6-4DD6-10A8B1F481AB}"/>
              </a:ext>
            </a:extLst>
          </p:cNvPr>
          <p:cNvSpPr/>
          <p:nvPr/>
        </p:nvSpPr>
        <p:spPr>
          <a:xfrm>
            <a:off x="15086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46" name="V8 embedding neighbor 1">
            <a:extLst>
              <a:ext uri="{FF2B5EF4-FFF2-40B4-BE49-F238E27FC236}">
                <a16:creationId xmlns:a16="http://schemas.microsoft.com/office/drawing/2014/main" id="{B5E8A971-284C-84D2-C0DB-7EB12E4B5902}"/>
              </a:ext>
            </a:extLst>
          </p:cNvPr>
          <p:cNvSpPr/>
          <p:nvPr/>
        </p:nvSpPr>
        <p:spPr>
          <a:xfrm>
            <a:off x="14119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4083B4"/>
            </a:solidFill>
            <a:prstDash val="solid"/>
            <a:round/>
          </a:ln>
        </p:spPr>
      </p:sp>
      <p:sp>
        <p:nvSpPr>
          <p:cNvPr id="1447" name="V8 embedding neighbor 2 to center">
            <a:extLst>
              <a:ext uri="{FF2B5EF4-FFF2-40B4-BE49-F238E27FC236}">
                <a16:creationId xmlns:a16="http://schemas.microsoft.com/office/drawing/2014/main" id="{410E19AF-558D-0BA4-4F56-8A43CC949018}"/>
              </a:ext>
            </a:extLst>
          </p:cNvPr>
          <p:cNvSpPr/>
          <p:nvPr/>
        </p:nvSpPr>
        <p:spPr>
          <a:xfrm>
            <a:off x="15678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4083B4"/>
            </a:solidFill>
            <a:prstDash val="solid"/>
            <a:round/>
          </a:ln>
        </p:spPr>
      </p:sp>
      <p:sp>
        <p:nvSpPr>
          <p:cNvPr id="1448" name="V8 embedding neighbor 2 to center head">
            <a:extLst>
              <a:ext uri="{FF2B5EF4-FFF2-40B4-BE49-F238E27FC236}">
                <a16:creationId xmlns:a16="http://schemas.microsoft.com/office/drawing/2014/main" id="{50A61875-DCE0-421C-1735-CFE0432F2E90}"/>
              </a:ext>
            </a:extLst>
          </p:cNvPr>
          <p:cNvSpPr/>
          <p:nvPr/>
        </p:nvSpPr>
        <p:spPr>
          <a:xfrm>
            <a:off x="15633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49" name="V8 embedding neighbor 2">
            <a:extLst>
              <a:ext uri="{FF2B5EF4-FFF2-40B4-BE49-F238E27FC236}">
                <a16:creationId xmlns:a16="http://schemas.microsoft.com/office/drawing/2014/main" id="{7AEBAFCB-8ED1-BA01-F100-82AD32FAB4F6}"/>
              </a:ext>
            </a:extLst>
          </p:cNvPr>
          <p:cNvSpPr/>
          <p:nvPr/>
        </p:nvSpPr>
        <p:spPr>
          <a:xfrm>
            <a:off x="16303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4083B4"/>
            </a:solidFill>
            <a:prstDash val="solid"/>
            <a:round/>
          </a:ln>
        </p:spPr>
      </p:sp>
      <p:sp>
        <p:nvSpPr>
          <p:cNvPr id="1450" name="V8 embedding upper curved aggregation">
            <a:extLst>
              <a:ext uri="{FF2B5EF4-FFF2-40B4-BE49-F238E27FC236}">
                <a16:creationId xmlns:a16="http://schemas.microsoft.com/office/drawing/2014/main" id="{1726AB57-DCD6-4DAB-768F-79635F178651}"/>
              </a:ext>
            </a:extLst>
          </p:cNvPr>
          <p:cNvSpPr/>
          <p:nvPr/>
        </p:nvSpPr>
        <p:spPr>
          <a:xfrm>
            <a:off x="15811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4083B4"/>
            </a:solidFill>
            <a:prstDash val="solid"/>
            <a:round/>
          </a:ln>
        </p:spPr>
      </p:sp>
      <p:sp>
        <p:nvSpPr>
          <p:cNvPr id="1451" name="V8 embedding upper curved aggregation tip">
            <a:extLst>
              <a:ext uri="{FF2B5EF4-FFF2-40B4-BE49-F238E27FC236}">
                <a16:creationId xmlns:a16="http://schemas.microsoft.com/office/drawing/2014/main" id="{2B3CEBDA-0E2D-671A-9B26-76F746F7D64B}"/>
              </a:ext>
            </a:extLst>
          </p:cNvPr>
          <p:cNvSpPr/>
          <p:nvPr/>
        </p:nvSpPr>
        <p:spPr>
          <a:xfrm>
            <a:off x="15724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>
            <a:extLst>
              <a:ext uri="{FF2B5EF4-FFF2-40B4-BE49-F238E27FC236}">
                <a16:creationId xmlns:a16="http://schemas.microsoft.com/office/drawing/2014/main" id="{EA8590B6-001E-E7FA-C91E-6684CAB2CE42}"/>
              </a:ext>
            </a:extLst>
          </p:cNvPr>
          <p:cNvSpPr/>
          <p:nvPr/>
        </p:nvSpPr>
        <p:spPr>
          <a:xfrm>
            <a:off x="15646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53" name="V8 embedding neighbor 3">
            <a:extLst>
              <a:ext uri="{FF2B5EF4-FFF2-40B4-BE49-F238E27FC236}">
                <a16:creationId xmlns:a16="http://schemas.microsoft.com/office/drawing/2014/main" id="{122DFBAE-E742-85F4-F8BE-661BC7410AFC}"/>
              </a:ext>
            </a:extLst>
          </p:cNvPr>
          <p:cNvSpPr/>
          <p:nvPr/>
        </p:nvSpPr>
        <p:spPr>
          <a:xfrm>
            <a:off x="17030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4083B4"/>
            </a:solidFill>
            <a:prstDash val="solid"/>
            <a:round/>
          </a:ln>
        </p:spPr>
      </p:sp>
      <p:sp>
        <p:nvSpPr>
          <p:cNvPr id="1454" name="V8 embedding curved aggregation">
            <a:extLst>
              <a:ext uri="{FF2B5EF4-FFF2-40B4-BE49-F238E27FC236}">
                <a16:creationId xmlns:a16="http://schemas.microsoft.com/office/drawing/2014/main" id="{90CEAB6E-EBCA-9F13-36DE-C928BA671D5A}"/>
              </a:ext>
            </a:extLst>
          </p:cNvPr>
          <p:cNvSpPr/>
          <p:nvPr/>
        </p:nvSpPr>
        <p:spPr>
          <a:xfrm>
            <a:off x="14224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4083B4"/>
            </a:solidFill>
            <a:prstDash val="solid"/>
            <a:round/>
          </a:ln>
        </p:spPr>
      </p:sp>
      <p:sp>
        <p:nvSpPr>
          <p:cNvPr id="1455" name="V8 embedding curved aggregation tip">
            <a:extLst>
              <a:ext uri="{FF2B5EF4-FFF2-40B4-BE49-F238E27FC236}">
                <a16:creationId xmlns:a16="http://schemas.microsoft.com/office/drawing/2014/main" id="{4871021E-0B37-6092-4FB6-FB482931253B}"/>
              </a:ext>
            </a:extLst>
          </p:cNvPr>
          <p:cNvSpPr/>
          <p:nvPr/>
        </p:nvSpPr>
        <p:spPr>
          <a:xfrm>
            <a:off x="14998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>
            <a:extLst>
              <a:ext uri="{FF2B5EF4-FFF2-40B4-BE49-F238E27FC236}">
                <a16:creationId xmlns:a16="http://schemas.microsoft.com/office/drawing/2014/main" id="{86BC3798-BFD4-0C2D-6F96-1C5CADB6D7BE}"/>
              </a:ext>
            </a:extLst>
          </p:cNvPr>
          <p:cNvSpPr/>
          <p:nvPr/>
        </p:nvSpPr>
        <p:spPr>
          <a:xfrm>
            <a:off x="14899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4083B4"/>
          </a:solidFill>
          <a:ln w="0" cap="rnd">
            <a:solidFill>
              <a:srgbClr val="4083B4"/>
            </a:solidFill>
          </a:ln>
        </p:spPr>
      </p:sp>
      <p:sp>
        <p:nvSpPr>
          <p:cNvPr id="1457" name="V8 embedding neighbor 4">
            <a:extLst>
              <a:ext uri="{FF2B5EF4-FFF2-40B4-BE49-F238E27FC236}">
                <a16:creationId xmlns:a16="http://schemas.microsoft.com/office/drawing/2014/main" id="{AEADE014-9292-2360-C2CE-F8C845E8BCFD}"/>
              </a:ext>
            </a:extLst>
          </p:cNvPr>
          <p:cNvSpPr/>
          <p:nvPr/>
        </p:nvSpPr>
        <p:spPr>
          <a:xfrm>
            <a:off x="14077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4083B4"/>
            </a:solidFill>
            <a:prstDash val="solid"/>
            <a:round/>
          </a:ln>
        </p:spPr>
      </p:sp>
      <p:sp>
        <p:nvSpPr>
          <p:cNvPr id="1458" name="V8 embedding neighbor 5 to center">
            <a:extLst>
              <a:ext uri="{FF2B5EF4-FFF2-40B4-BE49-F238E27FC236}">
                <a16:creationId xmlns:a16="http://schemas.microsoft.com/office/drawing/2014/main" id="{88F2ECE0-BE4E-6B10-0F14-901F5AD31AE6}"/>
              </a:ext>
            </a:extLst>
          </p:cNvPr>
          <p:cNvSpPr/>
          <p:nvPr/>
        </p:nvSpPr>
        <p:spPr>
          <a:xfrm>
            <a:off x="15380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4083B4"/>
            </a:solidFill>
            <a:prstDash val="solid"/>
            <a:round/>
          </a:ln>
        </p:spPr>
      </p:sp>
      <p:sp>
        <p:nvSpPr>
          <p:cNvPr id="1459" name="V8 embedding neighbor 5 to center head">
            <a:extLst>
              <a:ext uri="{FF2B5EF4-FFF2-40B4-BE49-F238E27FC236}">
                <a16:creationId xmlns:a16="http://schemas.microsoft.com/office/drawing/2014/main" id="{4E579011-FEC4-00D3-7546-C5CB388C9A0A}"/>
              </a:ext>
            </a:extLst>
          </p:cNvPr>
          <p:cNvSpPr/>
          <p:nvPr/>
        </p:nvSpPr>
        <p:spPr>
          <a:xfrm>
            <a:off x="15343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4083B4"/>
          </a:solidFill>
          <a:ln w="0" cap="rnd">
            <a:solidFill>
              <a:srgbClr val="4083B4"/>
            </a:solidFill>
          </a:ln>
        </p:spPr>
      </p:sp>
      <p:sp>
        <p:nvSpPr>
          <p:cNvPr id="1460" name="V8 embedding neighbor 5">
            <a:extLst>
              <a:ext uri="{FF2B5EF4-FFF2-40B4-BE49-F238E27FC236}">
                <a16:creationId xmlns:a16="http://schemas.microsoft.com/office/drawing/2014/main" id="{80A6CA00-4D1C-000D-C0AF-7F59BA21FF45}"/>
              </a:ext>
            </a:extLst>
          </p:cNvPr>
          <p:cNvSpPr/>
          <p:nvPr/>
        </p:nvSpPr>
        <p:spPr>
          <a:xfrm>
            <a:off x="15220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4083B4"/>
            </a:solidFill>
            <a:prstDash val="solid"/>
            <a:round/>
          </a:ln>
        </p:spPr>
      </p:sp>
      <p:sp>
        <p:nvSpPr>
          <p:cNvPr id="1461" name="V8 embedding center">
            <a:extLst>
              <a:ext uri="{FF2B5EF4-FFF2-40B4-BE49-F238E27FC236}">
                <a16:creationId xmlns:a16="http://schemas.microsoft.com/office/drawing/2014/main" id="{0973F1A0-63C8-796C-8269-8DC9810E39E1}"/>
              </a:ext>
            </a:extLst>
          </p:cNvPr>
          <p:cNvSpPr/>
          <p:nvPr/>
        </p:nvSpPr>
        <p:spPr>
          <a:xfrm>
            <a:off x="15246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>
            <a:extLst>
              <a:ext uri="{FF2B5EF4-FFF2-40B4-BE49-F238E27FC236}">
                <a16:creationId xmlns:a16="http://schemas.microsoft.com/office/drawing/2014/main" id="{FE0417EE-6828-F09F-AACE-DE1F76BE3EB6}"/>
              </a:ext>
            </a:extLst>
          </p:cNvPr>
          <p:cNvSpPr/>
          <p:nvPr/>
        </p:nvSpPr>
        <p:spPr>
          <a:xfrm>
            <a:off x="15786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>
            <a:extLst>
              <a:ext uri="{FF2B5EF4-FFF2-40B4-BE49-F238E27FC236}">
                <a16:creationId xmlns:a16="http://schemas.microsoft.com/office/drawing/2014/main" id="{28DF18A8-B7D6-40CC-F8D0-1CE005F88971}"/>
              </a:ext>
            </a:extLst>
          </p:cNvPr>
          <p:cNvSpPr/>
          <p:nvPr/>
        </p:nvSpPr>
        <p:spPr>
          <a:xfrm>
            <a:off x="15982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>
            <a:extLst>
              <a:ext uri="{FF2B5EF4-FFF2-40B4-BE49-F238E27FC236}">
                <a16:creationId xmlns:a16="http://schemas.microsoft.com/office/drawing/2014/main" id="{D8B2548F-FDCB-962F-D116-8194E608D854}"/>
              </a:ext>
            </a:extLst>
          </p:cNvPr>
          <p:cNvSpPr/>
          <p:nvPr/>
        </p:nvSpPr>
        <p:spPr>
          <a:xfrm>
            <a:off x="16179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>
            <a:extLst>
              <a:ext uri="{FF2B5EF4-FFF2-40B4-BE49-F238E27FC236}">
                <a16:creationId xmlns:a16="http://schemas.microsoft.com/office/drawing/2014/main" id="{4DB56FF7-AE6A-29C2-0D4E-A50B4A01B329}"/>
              </a:ext>
            </a:extLst>
          </p:cNvPr>
          <p:cNvSpPr/>
          <p:nvPr/>
        </p:nvSpPr>
        <p:spPr>
          <a:xfrm>
            <a:off x="16376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>
            <a:extLst>
              <a:ext uri="{FF2B5EF4-FFF2-40B4-BE49-F238E27FC236}">
                <a16:creationId xmlns:a16="http://schemas.microsoft.com/office/drawing/2014/main" id="{0834D08B-BC25-2ADC-AF12-5492513577F8}"/>
              </a:ext>
            </a:extLst>
          </p:cNvPr>
          <p:cNvSpPr/>
          <p:nvPr/>
        </p:nvSpPr>
        <p:spPr>
          <a:xfrm>
            <a:off x="16573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>
            <a:extLst>
              <a:ext uri="{FF2B5EF4-FFF2-40B4-BE49-F238E27FC236}">
                <a16:creationId xmlns:a16="http://schemas.microsoft.com/office/drawing/2014/main" id="{7EDE9E92-6EF0-3023-2F22-6E7EFD9706C6}"/>
              </a:ext>
            </a:extLst>
          </p:cNvPr>
          <p:cNvSpPr/>
          <p:nvPr/>
        </p:nvSpPr>
        <p:spPr>
          <a:xfrm>
            <a:off x="16770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>
            <a:extLst>
              <a:ext uri="{FF2B5EF4-FFF2-40B4-BE49-F238E27FC236}">
                <a16:creationId xmlns:a16="http://schemas.microsoft.com/office/drawing/2014/main" id="{3791BD29-2650-00D8-2639-94010AF8036F}"/>
              </a:ext>
            </a:extLst>
          </p:cNvPr>
          <p:cNvSpPr/>
          <p:nvPr/>
        </p:nvSpPr>
        <p:spPr>
          <a:xfrm>
            <a:off x="16967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>
            <a:extLst>
              <a:ext uri="{FF2B5EF4-FFF2-40B4-BE49-F238E27FC236}">
                <a16:creationId xmlns:a16="http://schemas.microsoft.com/office/drawing/2014/main" id="{78D40256-09DE-A393-64FC-199BB5DEB767}"/>
              </a:ext>
            </a:extLst>
          </p:cNvPr>
          <p:cNvSpPr/>
          <p:nvPr/>
        </p:nvSpPr>
        <p:spPr>
          <a:xfrm>
            <a:off x="17164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>
            <a:extLst>
              <a:ext uri="{FF2B5EF4-FFF2-40B4-BE49-F238E27FC236}">
                <a16:creationId xmlns:a16="http://schemas.microsoft.com/office/drawing/2014/main" id="{CD0EF799-B1E4-C26B-BB25-441BB97890BE}"/>
              </a:ext>
            </a:extLst>
          </p:cNvPr>
          <p:cNvSpPr/>
          <p:nvPr/>
        </p:nvSpPr>
        <p:spPr>
          <a:xfrm flipV="1">
            <a:off x="1797053" y="1469001"/>
            <a:ext cx="157162" cy="66614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2" name="V8 embedding to point branch head">
            <a:extLst>
              <a:ext uri="{FF2B5EF4-FFF2-40B4-BE49-F238E27FC236}">
                <a16:creationId xmlns:a16="http://schemas.microsoft.com/office/drawing/2014/main" id="{EE5B1593-BB31-DCD1-99C7-141C7B857AF7}"/>
              </a:ext>
            </a:extLst>
          </p:cNvPr>
          <p:cNvSpPr/>
          <p:nvPr/>
        </p:nvSpPr>
        <p:spPr>
          <a:xfrm>
            <a:off x="1938919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solidFill>
              <a:srgbClr val="4083B4"/>
            </a:solidFill>
          </a:ln>
        </p:spPr>
      </p:sp>
      <p:sp>
        <p:nvSpPr>
          <p:cNvPr id="1473" name="V8 embedding to voxel branch">
            <a:extLst>
              <a:ext uri="{FF2B5EF4-FFF2-40B4-BE49-F238E27FC236}">
                <a16:creationId xmlns:a16="http://schemas.microsoft.com/office/drawing/2014/main" id="{A9E148F4-6BCA-77FF-AE43-549D2AE883D5}"/>
              </a:ext>
            </a:extLst>
          </p:cNvPr>
          <p:cNvSpPr/>
          <p:nvPr/>
        </p:nvSpPr>
        <p:spPr>
          <a:xfrm flipH="1">
            <a:off x="1817789" y="835707"/>
            <a:ext cx="45719" cy="699723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5" name="V8 density and receptor to voxel">
            <a:extLst>
              <a:ext uri="{FF2B5EF4-FFF2-40B4-BE49-F238E27FC236}">
                <a16:creationId xmlns:a16="http://schemas.microsoft.com/office/drawing/2014/main" id="{61ECA984-FF9D-A5D0-F819-33661D001ABE}"/>
              </a:ext>
            </a:extLst>
          </p:cNvPr>
          <p:cNvSpPr/>
          <p:nvPr/>
        </p:nvSpPr>
        <p:spPr>
          <a:xfrm flipV="1">
            <a:off x="1797146" y="610807"/>
            <a:ext cx="148072" cy="45719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>
            <a:extLst>
              <a:ext uri="{FF2B5EF4-FFF2-40B4-BE49-F238E27FC236}">
                <a16:creationId xmlns:a16="http://schemas.microsoft.com/office/drawing/2014/main" id="{D6CAD338-44F5-8993-3618-9A1839CB2DBC}"/>
              </a:ext>
            </a:extLst>
          </p:cNvPr>
          <p:cNvSpPr/>
          <p:nvPr/>
        </p:nvSpPr>
        <p:spPr>
          <a:xfrm>
            <a:off x="1934388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>
            <a:extLst>
              <a:ext uri="{FF2B5EF4-FFF2-40B4-BE49-F238E27FC236}">
                <a16:creationId xmlns:a16="http://schemas.microsoft.com/office/drawing/2014/main" id="{2EDC4EC7-D903-3262-650D-444D37299D28}"/>
              </a:ext>
            </a:extLst>
          </p:cNvPr>
          <p:cNvSpPr/>
          <p:nvPr/>
        </p:nvSpPr>
        <p:spPr>
          <a:xfrm>
            <a:off x="673037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>
            <a:extLst>
              <a:ext uri="{FF2B5EF4-FFF2-40B4-BE49-F238E27FC236}">
                <a16:creationId xmlns:a16="http://schemas.microsoft.com/office/drawing/2014/main" id="{3702663D-F294-9B06-B213-0076F82464A6}"/>
              </a:ext>
            </a:extLst>
          </p:cNvPr>
          <p:cNvSpPr/>
          <p:nvPr/>
        </p:nvSpPr>
        <p:spPr>
          <a:xfrm>
            <a:off x="978338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>
            <a:extLst>
              <a:ext uri="{FF2B5EF4-FFF2-40B4-BE49-F238E27FC236}">
                <a16:creationId xmlns:a16="http://schemas.microsoft.com/office/drawing/2014/main" id="{45C4FCB5-3380-E3A8-B0B1-54A427F52361}"/>
              </a:ext>
            </a:extLst>
          </p:cNvPr>
          <p:cNvSpPr/>
          <p:nvPr/>
        </p:nvSpPr>
        <p:spPr>
          <a:xfrm>
            <a:off x="1334211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>
            <a:extLst>
              <a:ext uri="{FF2B5EF4-FFF2-40B4-BE49-F238E27FC236}">
                <a16:creationId xmlns:a16="http://schemas.microsoft.com/office/drawing/2014/main" id="{366946BB-F669-FC2F-4DBA-809EA592E5E1}"/>
              </a:ext>
            </a:extLst>
          </p:cNvPr>
          <p:cNvSpPr/>
          <p:nvPr/>
        </p:nvSpPr>
        <p:spPr>
          <a:xfrm>
            <a:off x="1334211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>
            <a:extLst>
              <a:ext uri="{FF2B5EF4-FFF2-40B4-BE49-F238E27FC236}">
                <a16:creationId xmlns:a16="http://schemas.microsoft.com/office/drawing/2014/main" id="{234835D4-EF31-832C-586B-712FBD8CEB61}"/>
              </a:ext>
            </a:extLst>
          </p:cNvPr>
          <p:cNvSpPr/>
          <p:nvPr/>
        </p:nvSpPr>
        <p:spPr>
          <a:xfrm>
            <a:off x="1322019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>
            <a:extLst>
              <a:ext uri="{FF2B5EF4-FFF2-40B4-BE49-F238E27FC236}">
                <a16:creationId xmlns:a16="http://schemas.microsoft.com/office/drawing/2014/main" id="{B0159410-81AF-A0CB-FD15-D731C54E54D4}"/>
              </a:ext>
            </a:extLst>
          </p:cNvPr>
          <p:cNvSpPr/>
          <p:nvPr/>
        </p:nvSpPr>
        <p:spPr>
          <a:xfrm>
            <a:off x="4996634" y="457662"/>
            <a:ext cx="519754" cy="122809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D5CCB8"/>
            </a:solidFill>
            <a:prstDash val="dash"/>
            <a:round/>
          </a:ln>
        </p:spPr>
      </p:sp>
      <p:sp>
        <p:nvSpPr>
          <p:cNvPr id="1485" name="V8 Build pocket and density frame">
            <a:extLst>
              <a:ext uri="{FF2B5EF4-FFF2-40B4-BE49-F238E27FC236}">
                <a16:creationId xmlns:a16="http://schemas.microsoft.com/office/drawing/2014/main" id="{FF6F6920-E776-E473-D444-477FCB823104}"/>
              </a:ext>
            </a:extLst>
          </p:cNvPr>
          <p:cNvSpPr/>
          <p:nvPr/>
        </p:nvSpPr>
        <p:spPr>
          <a:xfrm>
            <a:off x="5564187" y="456353"/>
            <a:ext cx="527685" cy="122809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D5CCB8"/>
            </a:solidFill>
            <a:prstDash val="dash"/>
            <a:round/>
          </a:ln>
        </p:spPr>
      </p:sp>
      <p:sp>
        <p:nvSpPr>
          <p:cNvPr id="1486" name="V8 Build inputs to docking">
            <a:extLst>
              <a:ext uri="{FF2B5EF4-FFF2-40B4-BE49-F238E27FC236}">
                <a16:creationId xmlns:a16="http://schemas.microsoft.com/office/drawing/2014/main" id="{25F81FEB-7923-B705-D48C-4F1FE2423027}"/>
              </a:ext>
            </a:extLst>
          </p:cNvPr>
          <p:cNvSpPr/>
          <p:nvPr/>
        </p:nvSpPr>
        <p:spPr>
          <a:xfrm>
            <a:off x="5546090" y="1765305"/>
            <a:ext cx="1" cy="5622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>
            <a:extLst>
              <a:ext uri="{FF2B5EF4-FFF2-40B4-BE49-F238E27FC236}">
                <a16:creationId xmlns:a16="http://schemas.microsoft.com/office/drawing/2014/main" id="{B51CEB37-F359-D8DB-EED0-BF0289DBA9C3}"/>
              </a:ext>
            </a:extLst>
          </p:cNvPr>
          <p:cNvSpPr/>
          <p:nvPr/>
        </p:nvSpPr>
        <p:spPr>
          <a:xfrm>
            <a:off x="552418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>
            <a:extLst>
              <a:ext uri="{FF2B5EF4-FFF2-40B4-BE49-F238E27FC236}">
                <a16:creationId xmlns:a16="http://schemas.microsoft.com/office/drawing/2014/main" id="{A8390C7D-F4E0-5D67-9352-7A11942FB4C0}"/>
              </a:ext>
            </a:extLst>
          </p:cNvPr>
          <p:cNvSpPr/>
          <p:nvPr/>
        </p:nvSpPr>
        <p:spPr>
          <a:xfrm>
            <a:off x="554609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>
            <a:extLst>
              <a:ext uri="{FF2B5EF4-FFF2-40B4-BE49-F238E27FC236}">
                <a16:creationId xmlns:a16="http://schemas.microsoft.com/office/drawing/2014/main" id="{CB9E0D49-EB6F-EF7F-8A0E-43482900F10A}"/>
              </a:ext>
            </a:extLst>
          </p:cNvPr>
          <p:cNvSpPr/>
          <p:nvPr/>
        </p:nvSpPr>
        <p:spPr>
          <a:xfrm>
            <a:off x="552418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grpSp>
        <p:nvGrpSpPr>
          <p:cNvPr id="6" name="Find candidate blob 2">
            <a:extLst>
              <a:ext uri="{FF2B5EF4-FFF2-40B4-BE49-F238E27FC236}">
                <a16:creationId xmlns:a16="http://schemas.microsoft.com/office/drawing/2014/main" id="{52582F41-8562-EDCF-D547-FEE06D78B091}"/>
              </a:ext>
            </a:extLst>
          </p:cNvPr>
          <p:cNvGrpSpPr/>
          <p:nvPr/>
        </p:nvGrpSpPr>
        <p:grpSpPr>
          <a:xfrm rot="3197729">
            <a:off x="4582892" y="901286"/>
            <a:ext cx="140909" cy="118817"/>
            <a:chOff x="1928706" y="3559489"/>
            <a:chExt cx="227897" cy="155682"/>
          </a:xfrm>
        </p:grpSpPr>
        <p:sp>
          <p:nvSpPr>
            <p:cNvPr id="16" name="Candidate blob | editable contour">
              <a:extLst>
                <a:ext uri="{FF2B5EF4-FFF2-40B4-BE49-F238E27FC236}">
                  <a16:creationId xmlns:a16="http://schemas.microsoft.com/office/drawing/2014/main" id="{AC599FE5-B7C8-2310-361D-307EF409B15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" name="ellipse_2612">
              <a:extLst>
                <a:ext uri="{FF2B5EF4-FFF2-40B4-BE49-F238E27FC236}">
                  <a16:creationId xmlns:a16="http://schemas.microsoft.com/office/drawing/2014/main" id="{899D545A-9188-B8A5-5122-F55763321954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2" name="Match | Blob contour">
            <a:extLst>
              <a:ext uri="{FF2B5EF4-FFF2-40B4-BE49-F238E27FC236}">
                <a16:creationId xmlns:a16="http://schemas.microsoft.com/office/drawing/2014/main" id="{014BB78B-D7B6-7233-4454-F31E0FFFF761}"/>
              </a:ext>
            </a:extLst>
          </p:cNvPr>
          <p:cNvGrpSpPr/>
          <p:nvPr/>
        </p:nvGrpSpPr>
        <p:grpSpPr>
          <a:xfrm>
            <a:off x="5095498" y="565131"/>
            <a:ext cx="291608" cy="199265"/>
            <a:chOff x="1928706" y="3559489"/>
            <a:chExt cx="227897" cy="155682"/>
          </a:xfrm>
        </p:grpSpPr>
        <p:sp>
          <p:nvSpPr>
            <p:cNvPr id="24" name="Candidate blob | editable contour">
              <a:extLst>
                <a:ext uri="{FF2B5EF4-FFF2-40B4-BE49-F238E27FC236}">
                  <a16:creationId xmlns:a16="http://schemas.microsoft.com/office/drawing/2014/main" id="{A11312CB-4342-9A48-D209-5BB49581DEC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" name="ellipse_2612">
              <a:extLst>
                <a:ext uri="{FF2B5EF4-FFF2-40B4-BE49-F238E27FC236}">
                  <a16:creationId xmlns:a16="http://schemas.microsoft.com/office/drawing/2014/main" id="{A5E3448F-A32E-D77A-4110-EC1F991AAB0A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7" name="Oval 12178">
            <a:extLst>
              <a:ext uri="{FF2B5EF4-FFF2-40B4-BE49-F238E27FC236}">
                <a16:creationId xmlns:a16="http://schemas.microsoft.com/office/drawing/2014/main" id="{FDC707AA-314A-7AA2-186D-A8D0C4B2CC82}"/>
              </a:ext>
            </a:extLst>
          </p:cNvPr>
          <p:cNvSpPr/>
          <p:nvPr/>
        </p:nvSpPr>
        <p:spPr>
          <a:xfrm>
            <a:off x="5224292" y="648563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50449" name="F2-bank-channel">
            <a:extLst>
              <a:ext uri="{FF2B5EF4-FFF2-40B4-BE49-F238E27FC236}">
                <a16:creationId xmlns:a16="http://schemas.microsoft.com/office/drawing/2014/main" id="{E8F7522B-3B27-4338-8014-8A4EEE25C15E}"/>
              </a:ext>
            </a:extLst>
          </p:cNvPr>
          <p:cNvSpPr>
            <a:spLocks noGrp="1"/>
          </p:cNvSpPr>
          <p:nvPr/>
        </p:nvSpPr>
        <p:spPr>
          <a:xfrm>
            <a:off x="1483362" y="50863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0" name="F2-bank-channel">
            <a:extLst>
              <a:ext uri="{FF2B5EF4-FFF2-40B4-BE49-F238E27FC236}">
                <a16:creationId xmlns:a16="http://schemas.microsoft.com/office/drawing/2014/main" id="{44CA542A-604D-4AA5-B11D-B6617579A677}"/>
              </a:ext>
            </a:extLst>
          </p:cNvPr>
          <p:cNvSpPr>
            <a:spLocks noGrp="1"/>
          </p:cNvSpPr>
          <p:nvPr/>
        </p:nvSpPr>
        <p:spPr>
          <a:xfrm>
            <a:off x="1475742" y="515303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1" name="F2-bank-channel">
            <a:extLst>
              <a:ext uri="{FF2B5EF4-FFF2-40B4-BE49-F238E27FC236}">
                <a16:creationId xmlns:a16="http://schemas.microsoft.com/office/drawing/2014/main" id="{94C83CC1-C6DF-4DC5-87DF-BCD87221CF3B}"/>
              </a:ext>
            </a:extLst>
          </p:cNvPr>
          <p:cNvSpPr>
            <a:spLocks noGrp="1"/>
          </p:cNvSpPr>
          <p:nvPr/>
        </p:nvSpPr>
        <p:spPr>
          <a:xfrm>
            <a:off x="1468122" y="521970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2" name="F2-bank-channel">
            <a:extLst>
              <a:ext uri="{FF2B5EF4-FFF2-40B4-BE49-F238E27FC236}">
                <a16:creationId xmlns:a16="http://schemas.microsoft.com/office/drawing/2014/main" id="{1ABD8E71-8A8E-4A01-9656-5F57A7EAD863}"/>
              </a:ext>
            </a:extLst>
          </p:cNvPr>
          <p:cNvSpPr>
            <a:spLocks noGrp="1"/>
          </p:cNvSpPr>
          <p:nvPr/>
        </p:nvSpPr>
        <p:spPr>
          <a:xfrm>
            <a:off x="1460502" y="528638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3" name="F2-bank-channel">
            <a:extLst>
              <a:ext uri="{FF2B5EF4-FFF2-40B4-BE49-F238E27FC236}">
                <a16:creationId xmlns:a16="http://schemas.microsoft.com/office/drawing/2014/main" id="{A1E78B7C-AF8B-46CF-BE9A-7739D3A000CC}"/>
              </a:ext>
            </a:extLst>
          </p:cNvPr>
          <p:cNvSpPr>
            <a:spLocks noGrp="1"/>
          </p:cNvSpPr>
          <p:nvPr/>
        </p:nvSpPr>
        <p:spPr>
          <a:xfrm>
            <a:off x="1452882" y="53530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4" name="F2-bank-channel">
            <a:extLst>
              <a:ext uri="{FF2B5EF4-FFF2-40B4-BE49-F238E27FC236}">
                <a16:creationId xmlns:a16="http://schemas.microsoft.com/office/drawing/2014/main" id="{F902D412-512B-42B7-B05D-EDD9258097DC}"/>
              </a:ext>
            </a:extLst>
          </p:cNvPr>
          <p:cNvSpPr>
            <a:spLocks noGrp="1"/>
          </p:cNvSpPr>
          <p:nvPr/>
        </p:nvSpPr>
        <p:spPr>
          <a:xfrm>
            <a:off x="1445262" y="541973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5" name="F2-bank-channel">
            <a:extLst>
              <a:ext uri="{FF2B5EF4-FFF2-40B4-BE49-F238E27FC236}">
                <a16:creationId xmlns:a16="http://schemas.microsoft.com/office/drawing/2014/main" id="{CA6824A1-9C37-4EE2-8CF4-7C88BCE1DBE6}"/>
              </a:ext>
            </a:extLst>
          </p:cNvPr>
          <p:cNvSpPr>
            <a:spLocks noGrp="1"/>
          </p:cNvSpPr>
          <p:nvPr/>
        </p:nvSpPr>
        <p:spPr>
          <a:xfrm>
            <a:off x="1437642" y="548640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6" name="F2-bank-channel">
            <a:extLst>
              <a:ext uri="{FF2B5EF4-FFF2-40B4-BE49-F238E27FC236}">
                <a16:creationId xmlns:a16="http://schemas.microsoft.com/office/drawing/2014/main" id="{2705DA7A-40F9-48D2-946C-8019421C16B7}"/>
              </a:ext>
            </a:extLst>
          </p:cNvPr>
          <p:cNvSpPr>
            <a:spLocks noGrp="1"/>
          </p:cNvSpPr>
          <p:nvPr/>
        </p:nvSpPr>
        <p:spPr>
          <a:xfrm>
            <a:off x="1430022" y="555308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7" name="F2-bank-channel">
            <a:extLst>
              <a:ext uri="{FF2B5EF4-FFF2-40B4-BE49-F238E27FC236}">
                <a16:creationId xmlns:a16="http://schemas.microsoft.com/office/drawing/2014/main" id="{E1B9C475-D32F-4E88-9AAA-6701AFC1AC14}"/>
              </a:ext>
            </a:extLst>
          </p:cNvPr>
          <p:cNvSpPr>
            <a:spLocks noGrp="1"/>
          </p:cNvSpPr>
          <p:nvPr/>
        </p:nvSpPr>
        <p:spPr>
          <a:xfrm>
            <a:off x="1422402" y="56197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8" name="F2-density-voxel">
            <a:extLst>
              <a:ext uri="{FF2B5EF4-FFF2-40B4-BE49-F238E27FC236}">
                <a16:creationId xmlns:a16="http://schemas.microsoft.com/office/drawing/2014/main" id="{A49953DB-68D8-42EB-963F-DD42F453137D}"/>
              </a:ext>
            </a:extLst>
          </p:cNvPr>
          <p:cNvSpPr>
            <a:spLocks noGrp="1"/>
          </p:cNvSpPr>
          <p:nvPr/>
        </p:nvSpPr>
        <p:spPr>
          <a:xfrm>
            <a:off x="1441452" y="571500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459" name="F2-density-voxel">
            <a:extLst>
              <a:ext uri="{FF2B5EF4-FFF2-40B4-BE49-F238E27FC236}">
                <a16:creationId xmlns:a16="http://schemas.microsoft.com/office/drawing/2014/main" id="{ECECDED8-7BB6-465D-90CE-1566D913C0F0}"/>
              </a:ext>
            </a:extLst>
          </p:cNvPr>
          <p:cNvSpPr>
            <a:spLocks noGrp="1"/>
          </p:cNvSpPr>
          <p:nvPr/>
        </p:nvSpPr>
        <p:spPr>
          <a:xfrm>
            <a:off x="1493840" y="571500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460" name="F2-density-voxel">
            <a:extLst>
              <a:ext uri="{FF2B5EF4-FFF2-40B4-BE49-F238E27FC236}">
                <a16:creationId xmlns:a16="http://schemas.microsoft.com/office/drawing/2014/main" id="{49E89024-8821-43E6-B830-D5D2C6143679}"/>
              </a:ext>
            </a:extLst>
          </p:cNvPr>
          <p:cNvSpPr>
            <a:spLocks noGrp="1"/>
          </p:cNvSpPr>
          <p:nvPr/>
        </p:nvSpPr>
        <p:spPr>
          <a:xfrm>
            <a:off x="1546227" y="571500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461" name="F2-density-voxel">
            <a:extLst>
              <a:ext uri="{FF2B5EF4-FFF2-40B4-BE49-F238E27FC236}">
                <a16:creationId xmlns:a16="http://schemas.microsoft.com/office/drawing/2014/main" id="{3A635687-B1F5-496B-9A49-461D8BC35087}"/>
              </a:ext>
            </a:extLst>
          </p:cNvPr>
          <p:cNvSpPr>
            <a:spLocks noGrp="1"/>
          </p:cNvSpPr>
          <p:nvPr/>
        </p:nvSpPr>
        <p:spPr>
          <a:xfrm>
            <a:off x="1598615" y="571500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462" name="F2-density-voxel">
            <a:extLst>
              <a:ext uri="{FF2B5EF4-FFF2-40B4-BE49-F238E27FC236}">
                <a16:creationId xmlns:a16="http://schemas.microsoft.com/office/drawing/2014/main" id="{FEC54E9C-643D-4824-B955-66BA7E401A0E}"/>
              </a:ext>
            </a:extLst>
          </p:cNvPr>
          <p:cNvSpPr>
            <a:spLocks noGrp="1"/>
          </p:cNvSpPr>
          <p:nvPr/>
        </p:nvSpPr>
        <p:spPr>
          <a:xfrm>
            <a:off x="1441452" y="614363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463" name="F2-density-voxel">
            <a:extLst>
              <a:ext uri="{FF2B5EF4-FFF2-40B4-BE49-F238E27FC236}">
                <a16:creationId xmlns:a16="http://schemas.microsoft.com/office/drawing/2014/main" id="{ED2290E5-D29A-42C8-863E-1A0B5A093DAF}"/>
              </a:ext>
            </a:extLst>
          </p:cNvPr>
          <p:cNvSpPr>
            <a:spLocks noGrp="1"/>
          </p:cNvSpPr>
          <p:nvPr/>
        </p:nvSpPr>
        <p:spPr>
          <a:xfrm>
            <a:off x="1493840" y="614363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464" name="F2-density-voxel">
            <a:extLst>
              <a:ext uri="{FF2B5EF4-FFF2-40B4-BE49-F238E27FC236}">
                <a16:creationId xmlns:a16="http://schemas.microsoft.com/office/drawing/2014/main" id="{C030A993-BA02-4CBF-A526-9AF795928873}"/>
              </a:ext>
            </a:extLst>
          </p:cNvPr>
          <p:cNvSpPr>
            <a:spLocks noGrp="1"/>
          </p:cNvSpPr>
          <p:nvPr/>
        </p:nvSpPr>
        <p:spPr>
          <a:xfrm>
            <a:off x="1546227" y="614363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465" name="F2-density-voxel">
            <a:extLst>
              <a:ext uri="{FF2B5EF4-FFF2-40B4-BE49-F238E27FC236}">
                <a16:creationId xmlns:a16="http://schemas.microsoft.com/office/drawing/2014/main" id="{EC212EF2-C0F1-41AF-B3CE-D957D17932A0}"/>
              </a:ext>
            </a:extLst>
          </p:cNvPr>
          <p:cNvSpPr>
            <a:spLocks noGrp="1"/>
          </p:cNvSpPr>
          <p:nvPr/>
        </p:nvSpPr>
        <p:spPr>
          <a:xfrm>
            <a:off x="1598615" y="614363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466" name="F2-density-voxel">
            <a:extLst>
              <a:ext uri="{FF2B5EF4-FFF2-40B4-BE49-F238E27FC236}">
                <a16:creationId xmlns:a16="http://schemas.microsoft.com/office/drawing/2014/main" id="{8E8D1CD2-DC81-4A69-849C-F21783FD798D}"/>
              </a:ext>
            </a:extLst>
          </p:cNvPr>
          <p:cNvSpPr>
            <a:spLocks noGrp="1"/>
          </p:cNvSpPr>
          <p:nvPr/>
        </p:nvSpPr>
        <p:spPr>
          <a:xfrm>
            <a:off x="1441452" y="657225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467" name="F2-density-voxel">
            <a:extLst>
              <a:ext uri="{FF2B5EF4-FFF2-40B4-BE49-F238E27FC236}">
                <a16:creationId xmlns:a16="http://schemas.microsoft.com/office/drawing/2014/main" id="{CEA7FE12-330D-4160-8BE6-769BF6A26577}"/>
              </a:ext>
            </a:extLst>
          </p:cNvPr>
          <p:cNvSpPr>
            <a:spLocks noGrp="1"/>
          </p:cNvSpPr>
          <p:nvPr/>
        </p:nvSpPr>
        <p:spPr>
          <a:xfrm>
            <a:off x="1493840" y="657225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468" name="F2-density-voxel">
            <a:extLst>
              <a:ext uri="{FF2B5EF4-FFF2-40B4-BE49-F238E27FC236}">
                <a16:creationId xmlns:a16="http://schemas.microsoft.com/office/drawing/2014/main" id="{BE225EBF-D266-4631-9D7E-1B21643503B4}"/>
              </a:ext>
            </a:extLst>
          </p:cNvPr>
          <p:cNvSpPr>
            <a:spLocks noGrp="1"/>
          </p:cNvSpPr>
          <p:nvPr/>
        </p:nvSpPr>
        <p:spPr>
          <a:xfrm>
            <a:off x="1546227" y="657225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469" name="F2-density-voxel">
            <a:extLst>
              <a:ext uri="{FF2B5EF4-FFF2-40B4-BE49-F238E27FC236}">
                <a16:creationId xmlns:a16="http://schemas.microsoft.com/office/drawing/2014/main" id="{D56EA4DF-3429-4429-A2AA-6D7C9D33B341}"/>
              </a:ext>
            </a:extLst>
          </p:cNvPr>
          <p:cNvSpPr>
            <a:spLocks noGrp="1"/>
          </p:cNvSpPr>
          <p:nvPr/>
        </p:nvSpPr>
        <p:spPr>
          <a:xfrm>
            <a:off x="1598615" y="657225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470" name="F2-density-voxel">
            <a:extLst>
              <a:ext uri="{FF2B5EF4-FFF2-40B4-BE49-F238E27FC236}">
                <a16:creationId xmlns:a16="http://schemas.microsoft.com/office/drawing/2014/main" id="{F4CB67F8-3427-42E0-B222-3C4C5B421A28}"/>
              </a:ext>
            </a:extLst>
          </p:cNvPr>
          <p:cNvSpPr>
            <a:spLocks noGrp="1"/>
          </p:cNvSpPr>
          <p:nvPr/>
        </p:nvSpPr>
        <p:spPr>
          <a:xfrm>
            <a:off x="1441452" y="700088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471" name="F2-density-voxel">
            <a:extLst>
              <a:ext uri="{FF2B5EF4-FFF2-40B4-BE49-F238E27FC236}">
                <a16:creationId xmlns:a16="http://schemas.microsoft.com/office/drawing/2014/main" id="{E62F2DC6-612B-4891-B2B7-8020312C0678}"/>
              </a:ext>
            </a:extLst>
          </p:cNvPr>
          <p:cNvSpPr>
            <a:spLocks noGrp="1"/>
          </p:cNvSpPr>
          <p:nvPr/>
        </p:nvSpPr>
        <p:spPr>
          <a:xfrm>
            <a:off x="1493840" y="700088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472" name="F2-density-voxel">
            <a:extLst>
              <a:ext uri="{FF2B5EF4-FFF2-40B4-BE49-F238E27FC236}">
                <a16:creationId xmlns:a16="http://schemas.microsoft.com/office/drawing/2014/main" id="{3D79F01F-5243-4E3C-8AA7-EE2C8B8C7E29}"/>
              </a:ext>
            </a:extLst>
          </p:cNvPr>
          <p:cNvSpPr>
            <a:spLocks noGrp="1"/>
          </p:cNvSpPr>
          <p:nvPr/>
        </p:nvSpPr>
        <p:spPr>
          <a:xfrm>
            <a:off x="1546227" y="700088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473" name="F2-density-voxel">
            <a:extLst>
              <a:ext uri="{FF2B5EF4-FFF2-40B4-BE49-F238E27FC236}">
                <a16:creationId xmlns:a16="http://schemas.microsoft.com/office/drawing/2014/main" id="{7F5BC88D-76D1-4A24-B998-8BD41F9AADDB}"/>
              </a:ext>
            </a:extLst>
          </p:cNvPr>
          <p:cNvSpPr>
            <a:spLocks noGrp="1"/>
          </p:cNvSpPr>
          <p:nvPr/>
        </p:nvSpPr>
        <p:spPr>
          <a:xfrm>
            <a:off x="1598615" y="700088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474" name="F2-spatial-transform">
            <a:extLst>
              <a:ext uri="{FF2B5EF4-FFF2-40B4-BE49-F238E27FC236}">
                <a16:creationId xmlns:a16="http://schemas.microsoft.com/office/drawing/2014/main" id="{A85283F8-9FE2-48A1-8429-5356F2D370E2}"/>
              </a:ext>
            </a:extLst>
          </p:cNvPr>
          <p:cNvSpPr>
            <a:spLocks noGrp="1"/>
          </p:cNvSpPr>
          <p:nvPr/>
        </p:nvSpPr>
        <p:spPr>
          <a:xfrm>
            <a:off x="1011739" y="549713"/>
            <a:ext cx="376238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6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Spatial</a:t>
            </a:r>
          </a:p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6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transform</a:t>
            </a:r>
          </a:p>
        </p:txBody>
      </p:sp>
      <p:sp>
        <p:nvSpPr>
          <p:cNvPr id="50475" name="F2-atom-embeddings-input">
            <a:extLst>
              <a:ext uri="{FF2B5EF4-FFF2-40B4-BE49-F238E27FC236}">
                <a16:creationId xmlns:a16="http://schemas.microsoft.com/office/drawing/2014/main" id="{0B4B93C5-B055-4ECE-8D5F-9FD8F9F29D6A}"/>
              </a:ext>
            </a:extLst>
          </p:cNvPr>
          <p:cNvSpPr>
            <a:spLocks noGrp="1"/>
          </p:cNvSpPr>
          <p:nvPr/>
        </p:nvSpPr>
        <p:spPr>
          <a:xfrm>
            <a:off x="1040427" y="1287494"/>
            <a:ext cx="327329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sz="46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E</a:t>
            </a:r>
            <a:r>
              <a:rPr sz="46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mbedding</a:t>
            </a:r>
            <a:endParaRPr lang="en-US" sz="460" b="0" dirty="0">
              <a:solidFill>
                <a:srgbClr val="263442"/>
              </a:solidFill>
              <a:latin typeface="Arial"/>
              <a:ea typeface="Arial"/>
              <a:cs typeface="Arial"/>
            </a:endParaRPr>
          </a:p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46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head</a:t>
            </a:r>
            <a:endParaRPr sz="460" b="0" dirty="0">
              <a:solidFill>
                <a:srgbClr val="26344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0482" name="图片 50481">
            <a:extLst>
              <a:ext uri="{FF2B5EF4-FFF2-40B4-BE49-F238E27FC236}">
                <a16:creationId xmlns:a16="http://schemas.microsoft.com/office/drawing/2014/main" id="{CC697937-E8CE-4EDF-BB17-1FEA96E392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83208" y="2943948"/>
            <a:ext cx="414760" cy="342900"/>
          </a:xfrm>
          <a:prstGeom prst="rect">
            <a:avLst/>
          </a:prstGeom>
        </p:spPr>
      </p:pic>
      <p:pic>
        <p:nvPicPr>
          <p:cNvPr id="50483" name="图片 50482">
            <a:extLst>
              <a:ext uri="{FF2B5EF4-FFF2-40B4-BE49-F238E27FC236}">
                <a16:creationId xmlns:a16="http://schemas.microsoft.com/office/drawing/2014/main" id="{438EEB95-3CA6-4E7A-A194-3246AD9537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5631445" y="485775"/>
            <a:ext cx="414760" cy="342900"/>
          </a:xfrm>
          <a:prstGeom prst="rect">
            <a:avLst/>
          </a:prstGeom>
        </p:spPr>
      </p:pic>
      <p:sp>
        <p:nvSpPr>
          <p:cNvPr id="50484" name="F2-Build-selected">
            <a:extLst>
              <a:ext uri="{FF2B5EF4-FFF2-40B4-BE49-F238E27FC236}">
                <a16:creationId xmlns:a16="http://schemas.microsoft.com/office/drawing/2014/main" id="{DE962B78-B7D5-48B9-87F8-2B7091442BBC}"/>
              </a:ext>
            </a:extLst>
          </p:cNvPr>
          <p:cNvSpPr>
            <a:spLocks noGrp="1"/>
          </p:cNvSpPr>
          <p:nvPr/>
        </p:nvSpPr>
        <p:spPr>
          <a:xfrm>
            <a:off x="5054601" y="1283549"/>
            <a:ext cx="390525" cy="81915"/>
          </a:xfrm>
          <a:prstGeom prst="roundRect">
            <a:avLst>
              <a:gd name="adj" fmla="val 50000"/>
            </a:avLst>
          </a:prstGeom>
          <a:solidFill>
            <a:srgbClr val="DCF8EB"/>
          </a:solidFill>
          <a:ln w="7144">
            <a:solidFill>
              <a:srgbClr val="499D86"/>
            </a:solidFill>
          </a:ln>
        </p:spPr>
      </p:sp>
      <p:sp>
        <p:nvSpPr>
          <p:cNvPr id="50485" name="F2-Build-SMILES-0">
            <a:extLst>
              <a:ext uri="{FF2B5EF4-FFF2-40B4-BE49-F238E27FC236}">
                <a16:creationId xmlns:a16="http://schemas.microsoft.com/office/drawing/2014/main" id="{78E3ED61-275F-4084-A0ED-58027336CEDD}"/>
              </a:ext>
            </a:extLst>
          </p:cNvPr>
          <p:cNvSpPr>
            <a:spLocks noGrp="1"/>
          </p:cNvSpPr>
          <p:nvPr/>
        </p:nvSpPr>
        <p:spPr>
          <a:xfrm>
            <a:off x="5101503" y="1136660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486" name="F2-Build-SMILES-7.8">
            <a:extLst>
              <a:ext uri="{FF2B5EF4-FFF2-40B4-BE49-F238E27FC236}">
                <a16:creationId xmlns:a16="http://schemas.microsoft.com/office/drawing/2014/main" id="{D4F86145-7D8F-43EC-916E-D3D9668CBA5D}"/>
              </a:ext>
            </a:extLst>
          </p:cNvPr>
          <p:cNvSpPr>
            <a:spLocks noGrp="1"/>
          </p:cNvSpPr>
          <p:nvPr/>
        </p:nvSpPr>
        <p:spPr>
          <a:xfrm>
            <a:off x="5101503" y="1199841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dirty="0"/>
              <a:t>CC(=O)O</a:t>
            </a:r>
          </a:p>
        </p:txBody>
      </p:sp>
      <p:sp>
        <p:nvSpPr>
          <p:cNvPr id="50487" name="F2-Build-continuation">
            <a:extLst>
              <a:ext uri="{FF2B5EF4-FFF2-40B4-BE49-F238E27FC236}">
                <a16:creationId xmlns:a16="http://schemas.microsoft.com/office/drawing/2014/main" id="{69E4AF15-4441-4953-BC21-A9A09B8807EC}"/>
              </a:ext>
            </a:extLst>
          </p:cNvPr>
          <p:cNvSpPr>
            <a:spLocks noGrp="1"/>
          </p:cNvSpPr>
          <p:nvPr/>
        </p:nvSpPr>
        <p:spPr>
          <a:xfrm>
            <a:off x="5106267" y="1268735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488" name="F2-Build-continuation">
            <a:extLst>
              <a:ext uri="{FF2B5EF4-FFF2-40B4-BE49-F238E27FC236}">
                <a16:creationId xmlns:a16="http://schemas.microsoft.com/office/drawing/2014/main" id="{A73B5841-5DC8-4503-BDE2-815DBBEFE500}"/>
              </a:ext>
            </a:extLst>
          </p:cNvPr>
          <p:cNvSpPr>
            <a:spLocks noGrp="1"/>
          </p:cNvSpPr>
          <p:nvPr/>
        </p:nvSpPr>
        <p:spPr>
          <a:xfrm>
            <a:off x="5119918" y="1268735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489" name="F2-Build-continuation">
            <a:extLst>
              <a:ext uri="{FF2B5EF4-FFF2-40B4-BE49-F238E27FC236}">
                <a16:creationId xmlns:a16="http://schemas.microsoft.com/office/drawing/2014/main" id="{2CD955D9-21C2-4AE5-9635-C9F55AC072BD}"/>
              </a:ext>
            </a:extLst>
          </p:cNvPr>
          <p:cNvSpPr>
            <a:spLocks noGrp="1"/>
          </p:cNvSpPr>
          <p:nvPr/>
        </p:nvSpPr>
        <p:spPr>
          <a:xfrm>
            <a:off x="5135157" y="1268735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490" name="F2-Build-SMILES-19.8">
            <a:extLst>
              <a:ext uri="{FF2B5EF4-FFF2-40B4-BE49-F238E27FC236}">
                <a16:creationId xmlns:a16="http://schemas.microsoft.com/office/drawing/2014/main" id="{F825F396-DC00-4D1F-95F0-5208E2576D2C}"/>
              </a:ext>
            </a:extLst>
          </p:cNvPr>
          <p:cNvSpPr>
            <a:spLocks noGrp="1"/>
          </p:cNvSpPr>
          <p:nvPr/>
        </p:nvSpPr>
        <p:spPr>
          <a:xfrm>
            <a:off x="5101503" y="1285559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dirty="0">
                <a:solidFill>
                  <a:srgbClr val="263442"/>
                </a:solidFill>
              </a:rPr>
              <a:t>Cc1ccccc1</a:t>
            </a:r>
          </a:p>
        </p:txBody>
      </p:sp>
      <p:sp>
        <p:nvSpPr>
          <p:cNvPr id="50491" name="F2-Build-SMILES-27.599999999999998">
            <a:extLst>
              <a:ext uri="{FF2B5EF4-FFF2-40B4-BE49-F238E27FC236}">
                <a16:creationId xmlns:a16="http://schemas.microsoft.com/office/drawing/2014/main" id="{42E599AD-9784-4B26-ADAB-718990C44186}"/>
              </a:ext>
            </a:extLst>
          </p:cNvPr>
          <p:cNvSpPr>
            <a:spLocks noGrp="1"/>
          </p:cNvSpPr>
          <p:nvPr/>
        </p:nvSpPr>
        <p:spPr>
          <a:xfrm>
            <a:off x="5101503" y="1359854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dirty="0"/>
              <a:t>CC(N)=O</a:t>
            </a:r>
          </a:p>
        </p:txBody>
      </p:sp>
      <p:pic>
        <p:nvPicPr>
          <p:cNvPr id="50492" name="图片 50491">
            <a:extLst>
              <a:ext uri="{FF2B5EF4-FFF2-40B4-BE49-F238E27FC236}">
                <a16:creationId xmlns:a16="http://schemas.microsoft.com/office/drawing/2014/main" id="{788E8304-A748-4BB4-8B4F-8A9E612C089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5149836" y="3476625"/>
            <a:ext cx="806478" cy="666750"/>
          </a:xfrm>
          <a:prstGeom prst="rect">
            <a:avLst/>
          </a:prstGeom>
        </p:spPr>
      </p:pic>
      <p:grpSp>
        <p:nvGrpSpPr>
          <p:cNvPr id="50493" name="Find preview 15"/>
          <p:cNvGrpSpPr/>
          <p:nvPr/>
        </p:nvGrpSpPr>
        <p:grpSpPr>
          <a:xfrm>
            <a:off x="612533" y="471488"/>
            <a:ext cx="404812" cy="395288"/>
            <a:chOff x="511635" y="471488"/>
            <a:chExt cx="404812" cy="395288"/>
          </a:xfrm>
        </p:grpSpPr>
        <p:pic>
          <p:nvPicPr>
            <p:cNvPr id="15" name="Find corresponding experimental density" descr="Experimental 9LLG density around chain C1 of the displayed CryoAtom2 receptor, at the original contour level and the identical camera orientation.">
              <a:extLst>
                <a:ext uri="{FF2B5EF4-FFF2-40B4-BE49-F238E27FC236}">
                  <a16:creationId xmlns:a16="http://schemas.microsoft.com/office/drawing/2014/main" id="{8CF1199C-6488-C5B6-B489-1131732B4FBF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11635" y="475859"/>
              <a:ext cx="404812" cy="386544"/>
            </a:xfrm>
            <a:prstGeom prst="rect">
              <a:avLst/>
            </a:prstGeom>
          </p:spPr>
        </p:pic>
        <p:sp>
          <p:nvSpPr>
            <p:cNvPr id="50476" name="crop-cube">
              <a:extLst>
                <a:ext uri="{FF2B5EF4-FFF2-40B4-BE49-F238E27FC236}">
                  <a16:creationId xmlns:a16="http://schemas.microsoft.com/office/drawing/2014/main" id="{25839399-079E-4307-9725-E085483F7FD6}"/>
                </a:ext>
              </a:extLst>
            </p:cNvPr>
            <p:cNvSpPr>
              <a:spLocks noGrp="1"/>
            </p:cNvSpPr>
            <p:nvPr/>
          </p:nvSpPr>
          <p:spPr>
            <a:xfrm>
              <a:off x="700088" y="626745"/>
              <a:ext cx="119063" cy="119063"/>
            </a:xfrm>
            <a:custGeom>
              <a:avLst/>
              <a:gdLst/>
              <a:ahLst/>
              <a:cxnLst/>
              <a:rect l="0" t="0" r="0" b="0"/>
              <a:pathLst>
                <a:path w="119063" h="119063">
                  <a:moveTo>
                    <a:pt x="0" y="30956"/>
                  </a:moveTo>
                  <a:lnTo>
                    <a:pt x="88106" y="30956"/>
                  </a:lnTo>
                  <a:lnTo>
                    <a:pt x="88106" y="119063"/>
                  </a:lnTo>
                  <a:lnTo>
                    <a:pt x="0" y="119063"/>
                  </a:lnTo>
                  <a:lnTo>
                    <a:pt x="0" y="30956"/>
                  </a:lnTo>
                  <a:lnTo>
                    <a:pt x="30956" y="0"/>
                  </a:lnTo>
                  <a:lnTo>
                    <a:pt x="119063" y="0"/>
                  </a:lnTo>
                  <a:lnTo>
                    <a:pt x="119063" y="88106"/>
                  </a:lnTo>
                  <a:lnTo>
                    <a:pt x="88106" y="119063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477" name="crop-cube">
              <a:extLst>
                <a:ext uri="{FF2B5EF4-FFF2-40B4-BE49-F238E27FC236}">
                  <a16:creationId xmlns:a16="http://schemas.microsoft.com/office/drawing/2014/main" id="{07D86F79-577D-4116-BDEA-F38D19D792BA}"/>
                </a:ext>
              </a:extLst>
            </p:cNvPr>
            <p:cNvSpPr>
              <a:spLocks noGrp="1"/>
            </p:cNvSpPr>
            <p:nvPr/>
          </p:nvSpPr>
          <p:spPr>
            <a:xfrm>
              <a:off x="788194" y="626745"/>
              <a:ext cx="30956" cy="30956"/>
            </a:xfrm>
            <a:custGeom>
              <a:avLst/>
              <a:gdLst/>
              <a:ahLst/>
              <a:cxnLst/>
              <a:rect l="0" t="0" r="0" b="0"/>
              <a:pathLst>
                <a:path w="30956" h="30956">
                  <a:moveTo>
                    <a:pt x="0" y="30956"/>
                  </a:moveTo>
                  <a:lnTo>
                    <a:pt x="30956" y="0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478" name="F2-density-crop-size">
              <a:extLst>
                <a:ext uri="{FF2B5EF4-FFF2-40B4-BE49-F238E27FC236}">
                  <a16:creationId xmlns:a16="http://schemas.microsoft.com/office/drawing/2014/main" id="{9B6ECDDF-4CA0-44BE-83B1-7FF800ECF209}"/>
                </a:ext>
              </a:extLst>
            </p:cNvPr>
            <p:cNvSpPr>
              <a:spLocks noGrp="1"/>
            </p:cNvSpPr>
            <p:nvPr/>
          </p:nvSpPr>
          <p:spPr>
            <a:xfrm>
              <a:off x="640556" y="766763"/>
              <a:ext cx="238125" cy="952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80³</a:t>
              </a:r>
            </a:p>
          </p:txBody>
        </p:sp>
      </p:grpSp>
      <p:grpSp>
        <p:nvGrpSpPr>
          <p:cNvPr id="50494" name="Find preview 1435"/>
          <p:cNvGrpSpPr/>
          <p:nvPr/>
        </p:nvGrpSpPr>
        <p:grpSpPr>
          <a:xfrm>
            <a:off x="612533" y="1252538"/>
            <a:ext cx="404812" cy="395288"/>
            <a:chOff x="511635" y="1252538"/>
            <a:chExt cx="404812" cy="395288"/>
          </a:xfrm>
        </p:grpSpPr>
        <p:pic>
          <p:nvPicPr>
            <p:cNvPr id="1435" name="Find clear receptor" descr="Receptor cartoon rendered from unchanged local coordinates, chain C1 of the 9LLG CA2 model.">
              <a:extLst>
                <a:ext uri="{FF2B5EF4-FFF2-40B4-BE49-F238E27FC236}">
                  <a16:creationId xmlns:a16="http://schemas.microsoft.com/office/drawing/2014/main" id="{24C88AB2-5918-0F4D-EDE6-0D89FC02F100}"/>
                </a:ext>
              </a:extLst>
            </p:cNvPr>
            <p:cNvPicPr/>
            <p:nvPr/>
          </p:nvPicPr>
          <p:blipFill>
            <a:blip r:embed="rId7"/>
            <a:srcRect l="16857" t="30389" r="19786" b="22500"/>
            <a:stretch>
              <a:fillRect/>
            </a:stretch>
          </p:blipFill>
          <p:spPr>
            <a:xfrm>
              <a:off x="511635" y="1256674"/>
              <a:ext cx="404812" cy="387014"/>
            </a:xfrm>
            <a:prstGeom prst="rect">
              <a:avLst/>
            </a:prstGeom>
          </p:spPr>
        </p:pic>
        <p:sp>
          <p:nvSpPr>
            <p:cNvPr id="50479" name="crop-cube">
              <a:extLst>
                <a:ext uri="{FF2B5EF4-FFF2-40B4-BE49-F238E27FC236}">
                  <a16:creationId xmlns:a16="http://schemas.microsoft.com/office/drawing/2014/main" id="{B083B324-58BF-4271-92CE-6A3DCE5DBE53}"/>
                </a:ext>
              </a:extLst>
            </p:cNvPr>
            <p:cNvSpPr>
              <a:spLocks noGrp="1"/>
            </p:cNvSpPr>
            <p:nvPr/>
          </p:nvSpPr>
          <p:spPr>
            <a:xfrm>
              <a:off x="700088" y="1404938"/>
              <a:ext cx="119063" cy="119063"/>
            </a:xfrm>
            <a:custGeom>
              <a:avLst/>
              <a:gdLst/>
              <a:ahLst/>
              <a:cxnLst/>
              <a:rect l="0" t="0" r="0" b="0"/>
              <a:pathLst>
                <a:path w="119063" h="119063">
                  <a:moveTo>
                    <a:pt x="0" y="30956"/>
                  </a:moveTo>
                  <a:lnTo>
                    <a:pt x="88106" y="30956"/>
                  </a:lnTo>
                  <a:lnTo>
                    <a:pt x="88106" y="119063"/>
                  </a:lnTo>
                  <a:lnTo>
                    <a:pt x="0" y="119063"/>
                  </a:lnTo>
                  <a:lnTo>
                    <a:pt x="0" y="30956"/>
                  </a:lnTo>
                  <a:lnTo>
                    <a:pt x="30956" y="0"/>
                  </a:lnTo>
                  <a:lnTo>
                    <a:pt x="119063" y="0"/>
                  </a:lnTo>
                  <a:lnTo>
                    <a:pt x="119063" y="88106"/>
                  </a:lnTo>
                  <a:lnTo>
                    <a:pt x="88106" y="119063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480" name="crop-cube">
              <a:extLst>
                <a:ext uri="{FF2B5EF4-FFF2-40B4-BE49-F238E27FC236}">
                  <a16:creationId xmlns:a16="http://schemas.microsoft.com/office/drawing/2014/main" id="{0E8C65BE-9745-4184-B8B7-6FD5E9341DBD}"/>
                </a:ext>
              </a:extLst>
            </p:cNvPr>
            <p:cNvSpPr>
              <a:spLocks noGrp="1"/>
            </p:cNvSpPr>
            <p:nvPr/>
          </p:nvSpPr>
          <p:spPr>
            <a:xfrm>
              <a:off x="788194" y="1404938"/>
              <a:ext cx="30956" cy="30956"/>
            </a:xfrm>
            <a:custGeom>
              <a:avLst/>
              <a:gdLst/>
              <a:ahLst/>
              <a:cxnLst/>
              <a:rect l="0" t="0" r="0" b="0"/>
              <a:pathLst>
                <a:path w="30956" h="30956">
                  <a:moveTo>
                    <a:pt x="0" y="30956"/>
                  </a:moveTo>
                  <a:lnTo>
                    <a:pt x="30956" y="0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481" name="F2-receptor-crop-size">
              <a:extLst>
                <a:ext uri="{FF2B5EF4-FFF2-40B4-BE49-F238E27FC236}">
                  <a16:creationId xmlns:a16="http://schemas.microsoft.com/office/drawing/2014/main" id="{11CB5595-3267-408D-9A25-39E3920D0458}"/>
                </a:ext>
              </a:extLst>
            </p:cNvPr>
            <p:cNvSpPr>
              <a:spLocks noGrp="1"/>
            </p:cNvSpPr>
            <p:nvPr/>
          </p:nvSpPr>
          <p:spPr>
            <a:xfrm>
              <a:off x="640556" y="1544955"/>
              <a:ext cx="238125" cy="952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80³</a:t>
              </a:r>
            </a:p>
          </p:txBody>
        </p:sp>
      </p:grpSp>
      <p:grpSp>
        <p:nvGrpSpPr>
          <p:cNvPr id="50495" name="Find preview 25"/>
          <p:cNvGrpSpPr/>
          <p:nvPr/>
        </p:nvGrpSpPr>
        <p:grpSpPr>
          <a:xfrm>
            <a:off x="4349067" y="499672"/>
            <a:ext cx="404812" cy="386544"/>
            <a:chOff x="4349067" y="499672"/>
            <a:chExt cx="404812" cy="386544"/>
          </a:xfrm>
        </p:grpSpPr>
        <p:pic>
          <p:nvPicPr>
            <p:cNvPr id="25" name="Find corresponding experimental density" descr="Experimental 9LLG density around chain C1 of the displayed CryoAtom2 receptor, at the original contour level and the identical camera orientation.">
              <a:extLst>
                <a:ext uri="{FF2B5EF4-FFF2-40B4-BE49-F238E27FC236}">
                  <a16:creationId xmlns:a16="http://schemas.microsoft.com/office/drawing/2014/main" id="{E01FAF0F-7383-AEC3-8192-CE781D4C8B97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4349067" y="499672"/>
              <a:ext cx="404812" cy="386544"/>
            </a:xfrm>
            <a:prstGeom prst="rect">
              <a:avLst/>
            </a:prstGeom>
          </p:spPr>
        </p:pic>
        <p:grpSp>
          <p:nvGrpSpPr>
            <p:cNvPr id="50437" name="Global copy of blob 758">
              <a:extLst>
                <a:ext uri="{FF2B5EF4-FFF2-40B4-BE49-F238E27FC236}">
                  <a16:creationId xmlns:a16="http://schemas.microsoft.com/office/drawing/2014/main" id="{00C0C92B-D4C8-0994-E860-1581EB873D86}"/>
                </a:ext>
              </a:extLst>
            </p:cNvPr>
            <p:cNvGrpSpPr/>
            <p:nvPr/>
          </p:nvGrpSpPr>
          <p:grpSpPr>
            <a:xfrm>
              <a:off x="4445066" y="623158"/>
              <a:ext cx="92055" cy="24054"/>
              <a:chOff x="1980855" y="3559489"/>
              <a:chExt cx="493446" cy="155682"/>
            </a:xfrm>
          </p:grpSpPr>
          <p:sp>
            <p:nvSpPr>
              <p:cNvPr id="50438" name="Candidate blob | editable contour">
                <a:extLst>
                  <a:ext uri="{FF2B5EF4-FFF2-40B4-BE49-F238E27FC236}">
                    <a16:creationId xmlns:a16="http://schemas.microsoft.com/office/drawing/2014/main" id="{A172A8B3-EFA3-33C9-CD2B-307B24D7293D}"/>
                  </a:ext>
                </a:extLst>
              </p:cNvPr>
              <p:cNvSpPr/>
              <p:nvPr/>
            </p:nvSpPr>
            <p:spPr>
              <a:xfrm>
                <a:off x="2246406" y="3559489"/>
                <a:ext cx="227895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3521" y="100385"/>
                    </a:moveTo>
                    <a:cubicBezTo>
                      <a:pt x="0" y="80701"/>
                      <a:pt x="26006" y="62787"/>
                      <a:pt x="43453" y="54263"/>
                    </a:cubicBezTo>
                    <a:cubicBezTo>
                      <a:pt x="58843" y="43224"/>
                      <a:pt x="83460" y="52781"/>
                      <a:pt x="99588" y="43358"/>
                    </a:cubicBezTo>
                    <a:cubicBezTo>
                      <a:pt x="112436" y="32945"/>
                      <a:pt x="102548" y="9475"/>
                      <a:pt x="114181" y="4123"/>
                    </a:cubicBezTo>
                    <a:cubicBezTo>
                      <a:pt x="125241" y="0"/>
                      <a:pt x="158214" y="2398"/>
                      <a:pt x="179365" y="5837"/>
                    </a:cubicBezTo>
                    <a:cubicBezTo>
                      <a:pt x="197301" y="9996"/>
                      <a:pt x="210134" y="19340"/>
                      <a:pt x="216909" y="31256"/>
                    </a:cubicBezTo>
                    <a:cubicBezTo>
                      <a:pt x="221237" y="45342"/>
                      <a:pt x="227897" y="67151"/>
                      <a:pt x="224378" y="79920"/>
                    </a:cubicBezTo>
                    <a:cubicBezTo>
                      <a:pt x="219253" y="92918"/>
                      <a:pt x="191986" y="104353"/>
                      <a:pt x="170629" y="115250"/>
                    </a:cubicBezTo>
                    <a:cubicBezTo>
                      <a:pt x="155563" y="129736"/>
                      <a:pt x="143418" y="146104"/>
                      <a:pt x="126157" y="151452"/>
                    </a:cubicBezTo>
                    <a:cubicBezTo>
                      <a:pt x="110048" y="155682"/>
                      <a:pt x="82946" y="155682"/>
                      <a:pt x="52808" y="150002"/>
                    </a:cubicBezTo>
                    <a:cubicBezTo>
                      <a:pt x="28847" y="143645"/>
                      <a:pt x="5675" y="118994"/>
                      <a:pt x="3521" y="10038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439" name="ellipse_2612">
                <a:extLst>
                  <a:ext uri="{FF2B5EF4-FFF2-40B4-BE49-F238E27FC236}">
                    <a16:creationId xmlns:a16="http://schemas.microsoft.com/office/drawing/2014/main" id="{CF37E813-914E-4383-9CE9-1C5F4095124F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50442" name="ellipse_2612">
              <a:extLst>
                <a:ext uri="{FF2B5EF4-FFF2-40B4-BE49-F238E27FC236}">
                  <a16:creationId xmlns:a16="http://schemas.microsoft.com/office/drawing/2014/main" id="{899D545A-9188-B8A5-5122-F55763321954}"/>
                </a:ext>
              </a:extLst>
            </p:cNvPr>
            <p:cNvSpPr/>
            <p:nvPr/>
          </p:nvSpPr>
          <p:spPr>
            <a:xfrm rot="3197729">
              <a:off x="4608138" y="649456"/>
              <a:ext cx="10571" cy="3071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0445" name="ellipse_2612">
              <a:extLst>
                <a:ext uri="{FF2B5EF4-FFF2-40B4-BE49-F238E27FC236}">
                  <a16:creationId xmlns:a16="http://schemas.microsoft.com/office/drawing/2014/main" id="{85D74281-2FE6-E2D2-EFBA-AF54A45686E3}"/>
                </a:ext>
              </a:extLst>
            </p:cNvPr>
            <p:cNvSpPr/>
            <p:nvPr/>
          </p:nvSpPr>
          <p:spPr>
            <a:xfrm>
              <a:off x="4430816" y="761249"/>
              <a:ext cx="9540" cy="2671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0448" name="ellipse_2612">
              <a:extLst>
                <a:ext uri="{FF2B5EF4-FFF2-40B4-BE49-F238E27FC236}">
                  <a16:creationId xmlns:a16="http://schemas.microsoft.com/office/drawing/2014/main" id="{901C6437-E94C-AFDE-D242-E688A89ABBDB}"/>
                </a:ext>
              </a:extLst>
            </p:cNvPr>
            <p:cNvSpPr/>
            <p:nvPr/>
          </p:nvSpPr>
          <p:spPr>
            <a:xfrm>
              <a:off x="4542383" y="798587"/>
              <a:ext cx="9428" cy="33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" name="V8 density and receptor to voxel">
            <a:extLst>
              <a:ext uri="{FF2B5EF4-FFF2-40B4-BE49-F238E27FC236}">
                <a16:creationId xmlns:a16="http://schemas.microsoft.com/office/drawing/2014/main" id="{6CB6A47B-4EF1-2B06-7255-E23CEE529CCF}"/>
              </a:ext>
            </a:extLst>
          </p:cNvPr>
          <p:cNvSpPr/>
          <p:nvPr/>
        </p:nvSpPr>
        <p:spPr>
          <a:xfrm flipV="1">
            <a:off x="1864197" y="790091"/>
            <a:ext cx="77018" cy="45719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31" name="V8 density and receptor to voxel head">
            <a:extLst>
              <a:ext uri="{FF2B5EF4-FFF2-40B4-BE49-F238E27FC236}">
                <a16:creationId xmlns:a16="http://schemas.microsoft.com/office/drawing/2014/main" id="{DF62D5B1-80E9-3975-FF99-0CA56F3741F9}"/>
              </a:ext>
            </a:extLst>
          </p:cNvPr>
          <p:cNvSpPr/>
          <p:nvPr/>
        </p:nvSpPr>
        <p:spPr>
          <a:xfrm>
            <a:off x="1935117" y="822853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4021CE7-7079-B8B1-FE1F-2395F0A6A9F4}"/>
              </a:ext>
            </a:extLst>
          </p:cNvPr>
          <p:cNvSpPr txBox="1"/>
          <p:nvPr/>
        </p:nvSpPr>
        <p:spPr>
          <a:xfrm>
            <a:off x="2806249" y="1439947"/>
            <a:ext cx="502061" cy="1976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650" i="1" dirty="0">
                <a:solidFill>
                  <a:srgbClr val="263442"/>
                </a:solidFill>
                <a:latin typeface="Arial"/>
              </a:rPr>
              <a:t>Recycle</a:t>
            </a:r>
          </a:p>
        </p:txBody>
      </p:sp>
      <p:grpSp>
        <p:nvGrpSpPr>
          <p:cNvPr id="21" name="Find candidate blob 2">
            <a:extLst>
              <a:ext uri="{FF2B5EF4-FFF2-40B4-BE49-F238E27FC236}">
                <a16:creationId xmlns:a16="http://schemas.microsoft.com/office/drawing/2014/main" id="{7CF4B83B-CE40-0943-83BF-857F63F584FC}"/>
              </a:ext>
            </a:extLst>
          </p:cNvPr>
          <p:cNvGrpSpPr/>
          <p:nvPr/>
        </p:nvGrpSpPr>
        <p:grpSpPr>
          <a:xfrm rot="3197729">
            <a:off x="4616630" y="633066"/>
            <a:ext cx="35227" cy="29704"/>
            <a:chOff x="1928706" y="3559489"/>
            <a:chExt cx="227897" cy="155682"/>
          </a:xfrm>
        </p:grpSpPr>
        <p:sp>
          <p:nvSpPr>
            <p:cNvPr id="23" name="Candidate blob | editable contour">
              <a:extLst>
                <a:ext uri="{FF2B5EF4-FFF2-40B4-BE49-F238E27FC236}">
                  <a16:creationId xmlns:a16="http://schemas.microsoft.com/office/drawing/2014/main" id="{0EF5C813-7F44-77DD-67FE-EE476608E03B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" name="ellipse_2612">
              <a:extLst>
                <a:ext uri="{FF2B5EF4-FFF2-40B4-BE49-F238E27FC236}">
                  <a16:creationId xmlns:a16="http://schemas.microsoft.com/office/drawing/2014/main" id="{F5FA3B82-7CD0-DDDF-A968-EC80FAC5CC54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30" name="Find candidate blob 3">
            <a:extLst>
              <a:ext uri="{FF2B5EF4-FFF2-40B4-BE49-F238E27FC236}">
                <a16:creationId xmlns:a16="http://schemas.microsoft.com/office/drawing/2014/main" id="{7DFC79E6-A537-A8EE-9E23-73695EEDEA87}"/>
              </a:ext>
            </a:extLst>
          </p:cNvPr>
          <p:cNvGrpSpPr/>
          <p:nvPr/>
        </p:nvGrpSpPr>
        <p:grpSpPr>
          <a:xfrm rot="364243">
            <a:off x="4534839" y="709850"/>
            <a:ext cx="31915" cy="32299"/>
            <a:chOff x="1928706" y="3559489"/>
            <a:chExt cx="227897" cy="155682"/>
          </a:xfrm>
        </p:grpSpPr>
        <p:sp>
          <p:nvSpPr>
            <p:cNvPr id="32" name="Candidate blob | editable contour">
              <a:extLst>
                <a:ext uri="{FF2B5EF4-FFF2-40B4-BE49-F238E27FC236}">
                  <a16:creationId xmlns:a16="http://schemas.microsoft.com/office/drawing/2014/main" id="{EF3C7BE5-312A-39EB-D945-E725D09FC5C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" name="ellipse_2612">
              <a:extLst>
                <a:ext uri="{FF2B5EF4-FFF2-40B4-BE49-F238E27FC236}">
                  <a16:creationId xmlns:a16="http://schemas.microsoft.com/office/drawing/2014/main" id="{0A4821A8-67B8-19F4-30E2-0FE8715E5DA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38" name="Find candidate blob 1">
            <a:extLst>
              <a:ext uri="{FF2B5EF4-FFF2-40B4-BE49-F238E27FC236}">
                <a16:creationId xmlns:a16="http://schemas.microsoft.com/office/drawing/2014/main" id="{D9521CD7-F7FB-7490-A23A-67B39E4FD95D}"/>
              </a:ext>
            </a:extLst>
          </p:cNvPr>
          <p:cNvGrpSpPr/>
          <p:nvPr/>
        </p:nvGrpSpPr>
        <p:grpSpPr>
          <a:xfrm>
            <a:off x="4427985" y="745957"/>
            <a:ext cx="40973" cy="27988"/>
            <a:chOff x="1928706" y="3559489"/>
            <a:chExt cx="227897" cy="155682"/>
          </a:xfrm>
        </p:grpSpPr>
        <p:sp>
          <p:nvSpPr>
            <p:cNvPr id="39" name="Candidate blob | editable contour">
              <a:extLst>
                <a:ext uri="{FF2B5EF4-FFF2-40B4-BE49-F238E27FC236}">
                  <a16:creationId xmlns:a16="http://schemas.microsoft.com/office/drawing/2014/main" id="{B913F94B-9211-6007-A9F1-AA1E18C1D543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" name="ellipse_2612">
              <a:extLst>
                <a:ext uri="{FF2B5EF4-FFF2-40B4-BE49-F238E27FC236}">
                  <a16:creationId xmlns:a16="http://schemas.microsoft.com/office/drawing/2014/main" id="{D504CB61-AEF5-1C11-4CCF-573A1133E2A9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</p:spTree>
    <p:extLst>
      <p:ext uri="{BB962C8B-B14F-4D97-AF65-F5344CB8AC3E}">
        <p14:creationId xmlns:p14="http://schemas.microsoft.com/office/powerpoint/2010/main" val="37632893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7B64D-7A77-F60D-7442-326FC95E9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AFC627B7-65E2-629B-AF96-4153D9C4C613}"/>
              </a:ext>
            </a:extLst>
          </p:cNvPr>
          <p:cNvSpPr/>
          <p:nvPr/>
        </p:nvSpPr>
        <p:spPr>
          <a:xfrm>
            <a:off x="450985" y="1884235"/>
            <a:ext cx="438193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F707A988-F9F8-7FA7-FB3B-D97A542C8670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>
              <a:extLst>
                <a:ext uri="{FF2B5EF4-FFF2-40B4-BE49-F238E27FC236}">
                  <a16:creationId xmlns:a16="http://schemas.microsoft.com/office/drawing/2014/main" id="{8F8D01C0-EC13-99C1-A142-95D90429D0FC}"/>
                </a:ext>
              </a:extLst>
            </p:cNvPr>
            <p:cNvSpPr/>
            <p:nvPr/>
          </p:nvSpPr>
          <p:spPr>
            <a:xfrm>
              <a:off x="1582841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sp>
        <p:nvSpPr>
          <p:cNvPr id="9" name="TextBox 6">
            <a:extLst>
              <a:ext uri="{FF2B5EF4-FFF2-40B4-BE49-F238E27FC236}">
                <a16:creationId xmlns:a16="http://schemas.microsoft.com/office/drawing/2014/main" id="{A14EE797-C9EF-44F5-835D-72A03D67D378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56E9738-1492-9694-D0DE-F5D5CDB9649A}"/>
              </a:ext>
            </a:extLst>
          </p:cNvPr>
          <p:cNvSpPr txBox="1"/>
          <p:nvPr/>
        </p:nvSpPr>
        <p:spPr>
          <a:xfrm>
            <a:off x="677200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263442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EA93D310-5207-587E-2BA3-DC80941D23FD}"/>
              </a:ext>
            </a:extLst>
          </p:cNvPr>
          <p:cNvSpPr txBox="1"/>
          <p:nvPr/>
        </p:nvSpPr>
        <p:spPr>
          <a:xfrm>
            <a:off x="677751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263442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C10800BB-7284-A6DD-0DCD-A877E466C976}"/>
              </a:ext>
            </a:extLst>
          </p:cNvPr>
          <p:cNvSpPr txBox="1"/>
          <p:nvPr/>
        </p:nvSpPr>
        <p:spPr>
          <a:xfrm>
            <a:off x="2706672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263442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24BF5C95-577F-820B-6CFF-875386FE5297}"/>
              </a:ext>
            </a:extLst>
          </p:cNvPr>
          <p:cNvSpPr/>
          <p:nvPr/>
        </p:nvSpPr>
        <p:spPr>
          <a:xfrm>
            <a:off x="2617408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4E010E90-8147-72CF-1775-7586F1FF8849}"/>
              </a:ext>
            </a:extLst>
          </p:cNvPr>
          <p:cNvSpPr txBox="1"/>
          <p:nvPr/>
        </p:nvSpPr>
        <p:spPr>
          <a:xfrm>
            <a:off x="669841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ED7DBB6A-75FE-A62B-A2BD-30F7F99177DD}"/>
              </a:ext>
            </a:extLst>
          </p:cNvPr>
          <p:cNvSpPr txBox="1"/>
          <p:nvPr/>
        </p:nvSpPr>
        <p:spPr>
          <a:xfrm>
            <a:off x="1152374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263442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9EA0CF2F-F365-27E1-2841-73BE399C76AA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199858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A28BD504-1A65-FE04-AC32-C95372ED882F}"/>
              </a:ext>
            </a:extLst>
          </p:cNvPr>
          <p:cNvSpPr txBox="1"/>
          <p:nvPr/>
        </p:nvSpPr>
        <p:spPr>
          <a:xfrm>
            <a:off x="709890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Pocket</a:t>
            </a:r>
          </a:p>
        </p:txBody>
      </p:sp>
      <p:sp>
        <p:nvSpPr>
          <p:cNvPr id="613" name="TextBox 12177">
            <a:extLst>
              <a:ext uri="{FF2B5EF4-FFF2-40B4-BE49-F238E27FC236}">
                <a16:creationId xmlns:a16="http://schemas.microsoft.com/office/drawing/2014/main" id="{97BB178F-66E8-21A2-449D-15B18C24272A}"/>
              </a:ext>
            </a:extLst>
          </p:cNvPr>
          <p:cNvSpPr txBox="1"/>
          <p:nvPr/>
        </p:nvSpPr>
        <p:spPr>
          <a:xfrm>
            <a:off x="1159452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1B313850-AE22-E019-39B5-418A38CE5523}"/>
              </a:ext>
            </a:extLst>
          </p:cNvPr>
          <p:cNvGrpSpPr/>
          <p:nvPr/>
        </p:nvGrpSpPr>
        <p:grpSpPr>
          <a:xfrm>
            <a:off x="1183161" y="3036990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86AE8E3B-3F06-E80E-A6FB-582554A7D602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9A514C45-22FC-6E6A-A791-C524FFB1838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8" name="TextBox 12186">
            <a:extLst>
              <a:ext uri="{FF2B5EF4-FFF2-40B4-BE49-F238E27FC236}">
                <a16:creationId xmlns:a16="http://schemas.microsoft.com/office/drawing/2014/main" id="{7D5A47E7-B804-C9F8-94A3-D8769D4D8091}"/>
              </a:ext>
            </a:extLst>
          </p:cNvPr>
          <p:cNvSpPr txBox="1"/>
          <p:nvPr/>
        </p:nvSpPr>
        <p:spPr>
          <a:xfrm>
            <a:off x="1701262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63442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DD22A993-EFF8-C9E0-B9D0-AB1E2D1117C2}"/>
              </a:ext>
            </a:extLst>
          </p:cNvPr>
          <p:cNvGrpSpPr/>
          <p:nvPr/>
        </p:nvGrpSpPr>
        <p:grpSpPr>
          <a:xfrm>
            <a:off x="1718368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B776A06B-6723-1701-2943-D750F1A0CF8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C74D993C-92B1-4C13-A16A-E5DA0A019B77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F7F23AD6-F5AA-E9E7-A9BB-E7FC657A4EF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A8BFD6FE-AFD2-4CCC-AD83-529F9791ACED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E2D76836-6F2E-E1AA-D36B-62BB812BC6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C6729901-73B8-7EAD-A076-2EBBF83183E3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18B11A1B-9D2D-152F-BE88-AE40D9656428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5EA48F57-A1B9-A794-975E-53CF0C2757DB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2C39F1B7-84C5-51E6-AD57-B1FAC983E60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FEF35C23-9B6F-E1B7-74BA-E7D5F3A51B8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92282E01-65E6-9D6C-7E95-FAB31A922C04}"/>
              </a:ext>
            </a:extLst>
          </p:cNvPr>
          <p:cNvGrpSpPr/>
          <p:nvPr/>
        </p:nvGrpSpPr>
        <p:grpSpPr>
          <a:xfrm>
            <a:off x="1781144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B89C8201-EDB3-8CA7-B0C3-FE3939BDC8B1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813CB313-5E5E-FAF3-7906-9FD679D0D760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6F198F1A-7665-6732-FA7A-B4A75E2116DD}"/>
              </a:ext>
            </a:extLst>
          </p:cNvPr>
          <p:cNvSpPr/>
          <p:nvPr/>
        </p:nvSpPr>
        <p:spPr>
          <a:xfrm>
            <a:off x="1824075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69D5E15F-B40B-1FCF-AD65-20BBA8E44A3D}"/>
              </a:ext>
            </a:extLst>
          </p:cNvPr>
          <p:cNvSpPr txBox="1"/>
          <p:nvPr/>
        </p:nvSpPr>
        <p:spPr>
          <a:xfrm>
            <a:off x="1659904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63442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0E692954-2308-7138-E445-1E60C34EF072}"/>
              </a:ext>
            </a:extLst>
          </p:cNvPr>
          <p:cNvSpPr txBox="1"/>
          <p:nvPr/>
        </p:nvSpPr>
        <p:spPr>
          <a:xfrm>
            <a:off x="2077123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263442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263442"/>
                </a:solidFill>
                <a:latin typeface="Arial"/>
              </a:rPr>
              <a:t>ase s</a:t>
            </a:r>
            <a:r>
              <a:rPr sz="600" dirty="0">
                <a:solidFill>
                  <a:srgbClr val="263442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006CDC54-176E-A544-85BB-E3F8337120B6}"/>
              </a:ext>
            </a:extLst>
          </p:cNvPr>
          <p:cNvSpPr txBox="1"/>
          <p:nvPr/>
        </p:nvSpPr>
        <p:spPr>
          <a:xfrm>
            <a:off x="2252881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j</a:t>
            </a:r>
            <a:r>
              <a:rPr sz="780" baseline="32000">
                <a:solidFill>
                  <a:srgbClr val="263442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6E7B1605-8BC9-7F0C-2B4A-EEE57D4CF72C}"/>
              </a:ext>
            </a:extLst>
          </p:cNvPr>
          <p:cNvSpPr/>
          <p:nvPr/>
        </p:nvSpPr>
        <p:spPr>
          <a:xfrm>
            <a:off x="2156411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3C72FC95-4CAC-E180-D0F7-D967684E73B7}"/>
              </a:ext>
            </a:extLst>
          </p:cNvPr>
          <p:cNvSpPr/>
          <p:nvPr/>
        </p:nvSpPr>
        <p:spPr>
          <a:xfrm>
            <a:off x="2204438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80ADACA9-AFD9-FC29-11A4-FA5288EA9CBF}"/>
              </a:ext>
            </a:extLst>
          </p:cNvPr>
          <p:cNvSpPr/>
          <p:nvPr/>
        </p:nvSpPr>
        <p:spPr>
          <a:xfrm>
            <a:off x="2252465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CF774C98-FB78-69C1-B203-F147DC79112C}"/>
              </a:ext>
            </a:extLst>
          </p:cNvPr>
          <p:cNvSpPr/>
          <p:nvPr/>
        </p:nvSpPr>
        <p:spPr>
          <a:xfrm>
            <a:off x="2300493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723C4192-469C-8EF1-62B7-96114AFF5635}"/>
              </a:ext>
            </a:extLst>
          </p:cNvPr>
          <p:cNvSpPr/>
          <p:nvPr/>
        </p:nvSpPr>
        <p:spPr>
          <a:xfrm>
            <a:off x="2348521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B53F4172-5711-7CD1-4385-DE8B372D08C9}"/>
              </a:ext>
            </a:extLst>
          </p:cNvPr>
          <p:cNvSpPr/>
          <p:nvPr/>
        </p:nvSpPr>
        <p:spPr>
          <a:xfrm>
            <a:off x="2396548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95A43773-AB2E-0996-93EB-A77F4B607E08}"/>
              </a:ext>
            </a:extLst>
          </p:cNvPr>
          <p:cNvSpPr/>
          <p:nvPr/>
        </p:nvSpPr>
        <p:spPr>
          <a:xfrm>
            <a:off x="2444575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4F02DF07-05A0-8FF0-64A2-0C7F7FAE44B0}"/>
              </a:ext>
            </a:extLst>
          </p:cNvPr>
          <p:cNvSpPr/>
          <p:nvPr/>
        </p:nvSpPr>
        <p:spPr>
          <a:xfrm>
            <a:off x="669841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DD55168B-C7D2-6D72-A2B2-BDBE15EC3467}"/>
              </a:ext>
            </a:extLst>
          </p:cNvPr>
          <p:cNvSpPr/>
          <p:nvPr/>
        </p:nvSpPr>
        <p:spPr>
          <a:xfrm>
            <a:off x="1365954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88B22705-AEA7-220D-4C41-343540C62E9B}"/>
              </a:ext>
            </a:extLst>
          </p:cNvPr>
          <p:cNvSpPr txBox="1"/>
          <p:nvPr/>
        </p:nvSpPr>
        <p:spPr>
          <a:xfrm>
            <a:off x="1735251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67677EF5-0EF0-5E50-5CFE-BFA5E85B151B}"/>
              </a:ext>
            </a:extLst>
          </p:cNvPr>
          <p:cNvSpPr/>
          <p:nvPr/>
        </p:nvSpPr>
        <p:spPr>
          <a:xfrm>
            <a:off x="2156994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263442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53CB3D91-74AC-F077-1594-2B46B110F31A}"/>
              </a:ext>
            </a:extLst>
          </p:cNvPr>
          <p:cNvSpPr txBox="1"/>
          <p:nvPr/>
        </p:nvSpPr>
        <p:spPr>
          <a:xfrm>
            <a:off x="2097664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389E14FA-A8C0-F713-72C7-4CAEEE4B35AA}"/>
              </a:ext>
            </a:extLst>
          </p:cNvPr>
          <p:cNvSpPr/>
          <p:nvPr/>
        </p:nvSpPr>
        <p:spPr>
          <a:xfrm>
            <a:off x="1160262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ABCA1F3E-8C1A-9D8F-1B66-D8B756D5D671}"/>
              </a:ext>
            </a:extLst>
          </p:cNvPr>
          <p:cNvSpPr/>
          <p:nvPr/>
        </p:nvSpPr>
        <p:spPr>
          <a:xfrm>
            <a:off x="2141171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39DCE1FE-7434-9B99-FFDC-11DC56472CE5}"/>
              </a:ext>
            </a:extLst>
          </p:cNvPr>
          <p:cNvSpPr/>
          <p:nvPr/>
        </p:nvSpPr>
        <p:spPr>
          <a:xfrm>
            <a:off x="2189198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53996D92-95FA-C762-D23F-DBEB4441715D}"/>
              </a:ext>
            </a:extLst>
          </p:cNvPr>
          <p:cNvSpPr/>
          <p:nvPr/>
        </p:nvSpPr>
        <p:spPr>
          <a:xfrm>
            <a:off x="2237225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E5FD4FA7-890C-2C5C-5CC6-467BB4177819}"/>
              </a:ext>
            </a:extLst>
          </p:cNvPr>
          <p:cNvSpPr/>
          <p:nvPr/>
        </p:nvSpPr>
        <p:spPr>
          <a:xfrm>
            <a:off x="2285253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02DA2CDF-0F30-6ADF-EA04-BFB20B1CB7EC}"/>
              </a:ext>
            </a:extLst>
          </p:cNvPr>
          <p:cNvSpPr/>
          <p:nvPr/>
        </p:nvSpPr>
        <p:spPr>
          <a:xfrm>
            <a:off x="2333281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B093F65D-E7DE-EDCA-66A9-A92130AE213B}"/>
              </a:ext>
            </a:extLst>
          </p:cNvPr>
          <p:cNvSpPr/>
          <p:nvPr/>
        </p:nvSpPr>
        <p:spPr>
          <a:xfrm>
            <a:off x="2381308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FF327357-7203-C784-BF81-FA2EAB44CF22}"/>
              </a:ext>
            </a:extLst>
          </p:cNvPr>
          <p:cNvSpPr/>
          <p:nvPr/>
        </p:nvSpPr>
        <p:spPr>
          <a:xfrm>
            <a:off x="2429335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E1E21687-6114-42DF-0799-D5FA0E6538E0}"/>
              </a:ext>
            </a:extLst>
          </p:cNvPr>
          <p:cNvSpPr txBox="1"/>
          <p:nvPr/>
        </p:nvSpPr>
        <p:spPr>
          <a:xfrm>
            <a:off x="2026801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CCDDE67C-3CDD-60C8-7B63-CC00707ED483}"/>
              </a:ext>
            </a:extLst>
          </p:cNvPr>
          <p:cNvSpPr/>
          <p:nvPr/>
        </p:nvSpPr>
        <p:spPr>
          <a:xfrm>
            <a:off x="756855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E55BA254-4AFA-64B6-AD91-98E14E64332B}"/>
              </a:ext>
            </a:extLst>
          </p:cNvPr>
          <p:cNvSpPr txBox="1"/>
          <p:nvPr/>
        </p:nvSpPr>
        <p:spPr>
          <a:xfrm>
            <a:off x="1758300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7" i="1" dirty="0" err="1">
                <a:solidFill>
                  <a:srgbClr val="263442"/>
                </a:solidFill>
                <a:latin typeface="Times New Roman"/>
              </a:rPr>
              <a:t>p</a:t>
            </a:r>
            <a:r>
              <a:rPr sz="780" i="1" baseline="-28000" dirty="0" err="1">
                <a:solidFill>
                  <a:srgbClr val="263442"/>
                </a:solidFill>
                <a:latin typeface="Times New Roman"/>
              </a:rPr>
              <a:t>j</a:t>
            </a:r>
            <a:r>
              <a:rPr sz="780" baseline="32000" dirty="0" err="1">
                <a:solidFill>
                  <a:srgbClr val="263442"/>
                </a:solidFill>
                <a:latin typeface="Arial"/>
              </a:rPr>
              <a:t>fg</a:t>
            </a:r>
            <a:endParaRPr sz="780" baseline="32000" dirty="0">
              <a:solidFill>
                <a:srgbClr val="263442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244B118A-DDC8-016F-2963-BF2DB7343C33}"/>
              </a:ext>
            </a:extLst>
          </p:cNvPr>
          <p:cNvSpPr txBox="1"/>
          <p:nvPr/>
        </p:nvSpPr>
        <p:spPr>
          <a:xfrm>
            <a:off x="1489562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263442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5F45016B-08D5-834D-A1D4-E97C79EC04BA}"/>
              </a:ext>
            </a:extLst>
          </p:cNvPr>
          <p:cNvSpPr txBox="1"/>
          <p:nvPr/>
        </p:nvSpPr>
        <p:spPr>
          <a:xfrm>
            <a:off x="3026355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DD17CC05-72A9-AEBA-C103-AAFADADD8B2E}"/>
              </a:ext>
            </a:extLst>
          </p:cNvPr>
          <p:cNvSpPr/>
          <p:nvPr/>
        </p:nvSpPr>
        <p:spPr>
          <a:xfrm>
            <a:off x="3205025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9090FD91-FD54-210D-15B0-2C3046261415}"/>
              </a:ext>
            </a:extLst>
          </p:cNvPr>
          <p:cNvSpPr txBox="1"/>
          <p:nvPr/>
        </p:nvSpPr>
        <p:spPr>
          <a:xfrm>
            <a:off x="3260398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95781AF6-078E-F20A-04FF-C397DB038C6A}"/>
              </a:ext>
            </a:extLst>
          </p:cNvPr>
          <p:cNvSpPr txBox="1"/>
          <p:nvPr/>
        </p:nvSpPr>
        <p:spPr>
          <a:xfrm>
            <a:off x="3260398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0D069A1F-0247-7746-9543-E276D4CCBF0F}"/>
              </a:ext>
            </a:extLst>
          </p:cNvPr>
          <p:cNvSpPr/>
          <p:nvPr/>
        </p:nvSpPr>
        <p:spPr>
          <a:xfrm>
            <a:off x="3236667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611A6388-BC4E-8068-C219-2C0BEF1EC5B0}"/>
              </a:ext>
            </a:extLst>
          </p:cNvPr>
          <p:cNvSpPr txBox="1"/>
          <p:nvPr/>
        </p:nvSpPr>
        <p:spPr>
          <a:xfrm>
            <a:off x="3268308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3199603B-AE3E-9048-6878-7E24B4C9CF7B}"/>
              </a:ext>
            </a:extLst>
          </p:cNvPr>
          <p:cNvSpPr txBox="1"/>
          <p:nvPr/>
        </p:nvSpPr>
        <p:spPr>
          <a:xfrm>
            <a:off x="3260398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96B75827-650A-84E3-8891-F3501460DB44}"/>
              </a:ext>
            </a:extLst>
          </p:cNvPr>
          <p:cNvSpPr txBox="1"/>
          <p:nvPr/>
        </p:nvSpPr>
        <p:spPr>
          <a:xfrm>
            <a:off x="2741172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263442"/>
                </a:solidFill>
                <a:latin typeface="Arial"/>
              </a:rPr>
              <a:t>RDKit</a:t>
            </a:r>
            <a:endParaRPr sz="536" dirty="0">
              <a:solidFill>
                <a:srgbClr val="263442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686D909A-FBCE-2A66-C267-597733A51C98}"/>
              </a:ext>
            </a:extLst>
          </p:cNvPr>
          <p:cNvGrpSpPr/>
          <p:nvPr/>
        </p:nvGrpSpPr>
        <p:grpSpPr>
          <a:xfrm>
            <a:off x="2817417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9800A437-EAD0-1E9D-108E-30536D9760E5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9DD250D2-927E-0686-5561-738092B314A9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DED5C0A4-EA23-D244-084C-DCABF091B955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5C9764E3-37BF-D6E7-2166-E78FE57B5210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1345CEF1-3437-09CC-6202-5137CAE60AD1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C20A2363-C3FE-3A59-D7C2-DE4FAFD087A8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068619A3-A19E-3EDB-761C-02EC8E1400AA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4FD18AF3-B2EE-076E-771B-1CA587F14172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A6F18BB3-9E47-6451-1DC0-8EFE3988F69B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9C7AB981-5433-6258-8E3F-C926F91347B2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879B20B0-B106-3A4F-890D-24AC50EFBBA5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FBC76B9D-9146-98E7-60F4-D39BB3708A64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5734FFA9-6B89-5D4A-73A4-076D2D9BA829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BB324F7C-D9DA-70DF-8E8F-ABCEF7330D38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E9251ABF-7B99-141E-C377-37D027D907C7}"/>
              </a:ext>
            </a:extLst>
          </p:cNvPr>
          <p:cNvSpPr txBox="1"/>
          <p:nvPr/>
        </p:nvSpPr>
        <p:spPr>
          <a:xfrm>
            <a:off x="2791488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263442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4B44CD68-2836-7BA9-3FB4-7198372C019F}"/>
              </a:ext>
            </a:extLst>
          </p:cNvPr>
          <p:cNvSpPr/>
          <p:nvPr/>
        </p:nvSpPr>
        <p:spPr>
          <a:xfrm>
            <a:off x="2777865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821E68C1-798E-5819-5746-558BEF0F08AC}"/>
              </a:ext>
            </a:extLst>
          </p:cNvPr>
          <p:cNvSpPr txBox="1"/>
          <p:nvPr/>
        </p:nvSpPr>
        <p:spPr>
          <a:xfrm>
            <a:off x="2991445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822DB4C9-9DD2-20A5-0B26-FC8BEB9DB04D}"/>
              </a:ext>
            </a:extLst>
          </p:cNvPr>
          <p:cNvSpPr/>
          <p:nvPr/>
        </p:nvSpPr>
        <p:spPr>
          <a:xfrm>
            <a:off x="2651299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Graph</a:t>
            </a:r>
            <a:r>
              <a:rPr sz="580" dirty="0">
                <a:solidFill>
                  <a:srgbClr val="263442"/>
                </a:solidFill>
                <a:latin typeface="Arial"/>
              </a:rPr>
              <a:t> </a:t>
            </a:r>
            <a:r>
              <a:rPr sz="588" dirty="0">
                <a:solidFill>
                  <a:srgbClr val="263442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2731FFA8-B15E-3AEA-CC03-818DBEDFD756}"/>
              </a:ext>
            </a:extLst>
          </p:cNvPr>
          <p:cNvSpPr/>
          <p:nvPr/>
        </p:nvSpPr>
        <p:spPr>
          <a:xfrm>
            <a:off x="3413848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9EE2BC5B-81B0-EAC8-C80C-97AE4C608D1A}"/>
              </a:ext>
            </a:extLst>
          </p:cNvPr>
          <p:cNvSpPr/>
          <p:nvPr/>
        </p:nvSpPr>
        <p:spPr>
          <a:xfrm>
            <a:off x="3481889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225A77C2-97C5-659E-F147-9184C3013556}"/>
              </a:ext>
            </a:extLst>
          </p:cNvPr>
          <p:cNvSpPr/>
          <p:nvPr/>
        </p:nvSpPr>
        <p:spPr>
          <a:xfrm>
            <a:off x="3523136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186E1E7B-AAAA-465B-F4E9-09260E26F11A}"/>
              </a:ext>
            </a:extLst>
          </p:cNvPr>
          <p:cNvSpPr/>
          <p:nvPr/>
        </p:nvSpPr>
        <p:spPr>
          <a:xfrm>
            <a:off x="3564383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C0A16A80-0D1D-2C8D-DAE7-9F065A28299F}"/>
              </a:ext>
            </a:extLst>
          </p:cNvPr>
          <p:cNvSpPr/>
          <p:nvPr/>
        </p:nvSpPr>
        <p:spPr>
          <a:xfrm>
            <a:off x="3605630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1EAF1F38-4B31-A6D3-2DF5-EE42DFD5C980}"/>
              </a:ext>
            </a:extLst>
          </p:cNvPr>
          <p:cNvSpPr/>
          <p:nvPr/>
        </p:nvSpPr>
        <p:spPr>
          <a:xfrm>
            <a:off x="3646877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14B17182-86D4-C8D3-0285-D95DA74B692A}"/>
              </a:ext>
            </a:extLst>
          </p:cNvPr>
          <p:cNvSpPr/>
          <p:nvPr/>
        </p:nvSpPr>
        <p:spPr>
          <a:xfrm>
            <a:off x="3688124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210BAA28-E435-7A59-96B3-6D6E04F902E8}"/>
              </a:ext>
            </a:extLst>
          </p:cNvPr>
          <p:cNvSpPr/>
          <p:nvPr/>
        </p:nvSpPr>
        <p:spPr>
          <a:xfrm>
            <a:off x="3729371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9CEDB9B2-0C88-F275-9C4B-4818C98F0183}"/>
              </a:ext>
            </a:extLst>
          </p:cNvPr>
          <p:cNvSpPr txBox="1"/>
          <p:nvPr/>
        </p:nvSpPr>
        <p:spPr>
          <a:xfrm>
            <a:off x="3307860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1618832E-319A-3748-30F2-A9099F4CA408}"/>
              </a:ext>
            </a:extLst>
          </p:cNvPr>
          <p:cNvSpPr txBox="1"/>
          <p:nvPr/>
        </p:nvSpPr>
        <p:spPr>
          <a:xfrm>
            <a:off x="3814124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A76FD42D-9DD8-4DBE-E894-91056B46B2E6}"/>
              </a:ext>
            </a:extLst>
          </p:cNvPr>
          <p:cNvSpPr txBox="1"/>
          <p:nvPr/>
        </p:nvSpPr>
        <p:spPr>
          <a:xfrm>
            <a:off x="4328298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263442"/>
                </a:solidFill>
                <a:latin typeface="Arial"/>
              </a:rPr>
              <a:t>  </a:t>
            </a:r>
            <a:r>
              <a:rPr sz="519" dirty="0">
                <a:solidFill>
                  <a:srgbClr val="263442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263442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584738FF-0AE6-EB73-199F-7B6562482DCD}"/>
              </a:ext>
            </a:extLst>
          </p:cNvPr>
          <p:cNvSpPr/>
          <p:nvPr/>
        </p:nvSpPr>
        <p:spPr>
          <a:xfrm>
            <a:off x="4095413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73438984-DB89-5C67-4DC7-19CB81DAF114}"/>
              </a:ext>
            </a:extLst>
          </p:cNvPr>
          <p:cNvSpPr txBox="1"/>
          <p:nvPr/>
        </p:nvSpPr>
        <p:spPr>
          <a:xfrm>
            <a:off x="4083077" y="3197919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B95B568E-DC28-E92A-B30F-AAC2819309D3}"/>
              </a:ext>
            </a:extLst>
          </p:cNvPr>
          <p:cNvSpPr/>
          <p:nvPr/>
        </p:nvSpPr>
        <p:spPr>
          <a:xfrm>
            <a:off x="4178001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49F90772-B73D-18AA-8112-1FC74357A143}"/>
              </a:ext>
            </a:extLst>
          </p:cNvPr>
          <p:cNvSpPr/>
          <p:nvPr/>
        </p:nvSpPr>
        <p:spPr>
          <a:xfrm>
            <a:off x="4226123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2606B9A8-671A-E9F6-E785-70A1C3A13D99}"/>
              </a:ext>
            </a:extLst>
          </p:cNvPr>
          <p:cNvSpPr/>
          <p:nvPr/>
        </p:nvSpPr>
        <p:spPr>
          <a:xfrm>
            <a:off x="4274244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0B616536-258D-B9DB-40A9-F099B3E6E1CB}"/>
              </a:ext>
            </a:extLst>
          </p:cNvPr>
          <p:cNvSpPr/>
          <p:nvPr/>
        </p:nvSpPr>
        <p:spPr>
          <a:xfrm>
            <a:off x="4322366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9BF44F02-CE8D-554C-9A02-24965AB5CC76}"/>
              </a:ext>
            </a:extLst>
          </p:cNvPr>
          <p:cNvSpPr/>
          <p:nvPr/>
        </p:nvSpPr>
        <p:spPr>
          <a:xfrm>
            <a:off x="4370487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5B31D51E-36DA-C36B-8F25-9F2F41C8D4AF}"/>
              </a:ext>
            </a:extLst>
          </p:cNvPr>
          <p:cNvSpPr/>
          <p:nvPr/>
        </p:nvSpPr>
        <p:spPr>
          <a:xfrm>
            <a:off x="4418609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BC183C3F-6B7D-41CF-4541-E21AC9F1353B}"/>
              </a:ext>
            </a:extLst>
          </p:cNvPr>
          <p:cNvSpPr txBox="1"/>
          <p:nvPr/>
        </p:nvSpPr>
        <p:spPr>
          <a:xfrm>
            <a:off x="4083077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1B96B677-C8CA-D4E1-04B9-63442EC0EBBD}"/>
              </a:ext>
            </a:extLst>
          </p:cNvPr>
          <p:cNvSpPr/>
          <p:nvPr/>
        </p:nvSpPr>
        <p:spPr>
          <a:xfrm>
            <a:off x="4178001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0479A669-6250-9BF8-0944-79BE154212D4}"/>
              </a:ext>
            </a:extLst>
          </p:cNvPr>
          <p:cNvSpPr/>
          <p:nvPr/>
        </p:nvSpPr>
        <p:spPr>
          <a:xfrm>
            <a:off x="4226123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E402DAB2-5B87-AD14-BFB5-DA02303FEE3E}"/>
              </a:ext>
            </a:extLst>
          </p:cNvPr>
          <p:cNvSpPr/>
          <p:nvPr/>
        </p:nvSpPr>
        <p:spPr>
          <a:xfrm>
            <a:off x="4274244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04E2E176-ADF3-7106-5DA7-1360A1A3BBB3}"/>
              </a:ext>
            </a:extLst>
          </p:cNvPr>
          <p:cNvSpPr/>
          <p:nvPr/>
        </p:nvSpPr>
        <p:spPr>
          <a:xfrm>
            <a:off x="4322366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DF4B491A-97D3-7775-71DE-07B174ADE0BA}"/>
              </a:ext>
            </a:extLst>
          </p:cNvPr>
          <p:cNvSpPr/>
          <p:nvPr/>
        </p:nvSpPr>
        <p:spPr>
          <a:xfrm>
            <a:off x="4370487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83542581-ACA6-7A83-60BE-8789F40169F7}"/>
              </a:ext>
            </a:extLst>
          </p:cNvPr>
          <p:cNvSpPr/>
          <p:nvPr/>
        </p:nvSpPr>
        <p:spPr>
          <a:xfrm>
            <a:off x="4418609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A804BF0E-3EF3-0A97-1061-713D24482E29}"/>
              </a:ext>
            </a:extLst>
          </p:cNvPr>
          <p:cNvSpPr txBox="1"/>
          <p:nvPr/>
        </p:nvSpPr>
        <p:spPr>
          <a:xfrm>
            <a:off x="4083077" y="3342522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C453A06A-CFAD-A122-B241-D1454CD63B0E}"/>
              </a:ext>
            </a:extLst>
          </p:cNvPr>
          <p:cNvSpPr/>
          <p:nvPr/>
        </p:nvSpPr>
        <p:spPr>
          <a:xfrm>
            <a:off x="4178001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3FDCB02D-1F20-BE1A-8059-87048318830E}"/>
              </a:ext>
            </a:extLst>
          </p:cNvPr>
          <p:cNvSpPr/>
          <p:nvPr/>
        </p:nvSpPr>
        <p:spPr>
          <a:xfrm>
            <a:off x="4226123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8A00130E-B77B-018F-79B4-3DACC3D0CB72}"/>
              </a:ext>
            </a:extLst>
          </p:cNvPr>
          <p:cNvSpPr/>
          <p:nvPr/>
        </p:nvSpPr>
        <p:spPr>
          <a:xfrm>
            <a:off x="4274244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39A2222F-FB7D-9368-65C4-60563B4E4C89}"/>
              </a:ext>
            </a:extLst>
          </p:cNvPr>
          <p:cNvSpPr/>
          <p:nvPr/>
        </p:nvSpPr>
        <p:spPr>
          <a:xfrm>
            <a:off x="4322366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57D7CA2A-1A3A-89C0-4F7B-B051B2CDA9CF}"/>
              </a:ext>
            </a:extLst>
          </p:cNvPr>
          <p:cNvSpPr/>
          <p:nvPr/>
        </p:nvSpPr>
        <p:spPr>
          <a:xfrm>
            <a:off x="4370487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D10610BC-66DF-E3BF-30FE-A4E063B90C63}"/>
              </a:ext>
            </a:extLst>
          </p:cNvPr>
          <p:cNvSpPr/>
          <p:nvPr/>
        </p:nvSpPr>
        <p:spPr>
          <a:xfrm>
            <a:off x="4418609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15C73F42-95BD-3561-D3C5-4CF32F629278}"/>
              </a:ext>
            </a:extLst>
          </p:cNvPr>
          <p:cNvSpPr txBox="1"/>
          <p:nvPr/>
        </p:nvSpPr>
        <p:spPr>
          <a:xfrm>
            <a:off x="4336209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B65B0B5D-1DDF-5E05-E112-4F02301F0522}"/>
              </a:ext>
            </a:extLst>
          </p:cNvPr>
          <p:cNvSpPr/>
          <p:nvPr/>
        </p:nvSpPr>
        <p:spPr>
          <a:xfrm>
            <a:off x="3980242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Context</a:t>
            </a:r>
            <a:r>
              <a:rPr sz="580" dirty="0">
                <a:solidFill>
                  <a:srgbClr val="263442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18FB8BB5-0A48-9AEB-30D6-FC634B493DE9}"/>
              </a:ext>
            </a:extLst>
          </p:cNvPr>
          <p:cNvSpPr/>
          <p:nvPr/>
        </p:nvSpPr>
        <p:spPr>
          <a:xfrm>
            <a:off x="3434426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8C93B5B8-3EC1-2BE3-654E-78E192573EF5}"/>
              </a:ext>
            </a:extLst>
          </p:cNvPr>
          <p:cNvSpPr/>
          <p:nvPr/>
        </p:nvSpPr>
        <p:spPr>
          <a:xfrm>
            <a:off x="3458158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5C269699-ACA7-ACDE-CE01-8B8DFB9CC25B}"/>
              </a:ext>
            </a:extLst>
          </p:cNvPr>
          <p:cNvSpPr/>
          <p:nvPr/>
        </p:nvSpPr>
        <p:spPr>
          <a:xfrm>
            <a:off x="3506185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80BC8B55-2516-4742-457C-B38F5999D718}"/>
              </a:ext>
            </a:extLst>
          </p:cNvPr>
          <p:cNvSpPr/>
          <p:nvPr/>
        </p:nvSpPr>
        <p:spPr>
          <a:xfrm>
            <a:off x="3554212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0D56F0E2-5256-8B92-66FB-B07674AD5113}"/>
              </a:ext>
            </a:extLst>
          </p:cNvPr>
          <p:cNvSpPr/>
          <p:nvPr/>
        </p:nvSpPr>
        <p:spPr>
          <a:xfrm>
            <a:off x="3602239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00733054-81CB-66E0-5F52-815FD0ACC7BD}"/>
              </a:ext>
            </a:extLst>
          </p:cNvPr>
          <p:cNvSpPr/>
          <p:nvPr/>
        </p:nvSpPr>
        <p:spPr>
          <a:xfrm>
            <a:off x="3650267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25E09A93-D331-56EF-49F7-5A36DD151506}"/>
              </a:ext>
            </a:extLst>
          </p:cNvPr>
          <p:cNvSpPr/>
          <p:nvPr/>
        </p:nvSpPr>
        <p:spPr>
          <a:xfrm>
            <a:off x="3698294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E9D78520-8F53-06F8-718D-D3525FBA8CF1}"/>
              </a:ext>
            </a:extLst>
          </p:cNvPr>
          <p:cNvSpPr/>
          <p:nvPr/>
        </p:nvSpPr>
        <p:spPr>
          <a:xfrm>
            <a:off x="3746321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8FAF63F3-8737-113A-9037-146907D865A6}"/>
              </a:ext>
            </a:extLst>
          </p:cNvPr>
          <p:cNvSpPr txBox="1"/>
          <p:nvPr/>
        </p:nvSpPr>
        <p:spPr>
          <a:xfrm>
            <a:off x="3827018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g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050956BC-2DB8-EF65-6EC6-76FB4E26F284}"/>
              </a:ext>
            </a:extLst>
          </p:cNvPr>
          <p:cNvSpPr/>
          <p:nvPr/>
        </p:nvSpPr>
        <p:spPr>
          <a:xfrm>
            <a:off x="3234406" y="4162465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C5B68C55-AA22-AC18-D039-9FB6FBA3EE36}"/>
              </a:ext>
            </a:extLst>
          </p:cNvPr>
          <p:cNvSpPr txBox="1"/>
          <p:nvPr/>
        </p:nvSpPr>
        <p:spPr>
          <a:xfrm>
            <a:off x="3229878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263442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4CC29EA1-28C6-9EAC-6BB5-72CAEF386E8A}"/>
              </a:ext>
            </a:extLst>
          </p:cNvPr>
          <p:cNvSpPr txBox="1"/>
          <p:nvPr/>
        </p:nvSpPr>
        <p:spPr>
          <a:xfrm>
            <a:off x="3884649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1" i="1" dirty="0" err="1">
                <a:solidFill>
                  <a:srgbClr val="263442"/>
                </a:solidFill>
                <a:latin typeface="Times New Roman"/>
              </a:rPr>
              <a:t>s</a:t>
            </a:r>
            <a:r>
              <a:rPr sz="780" i="1" baseline="-28000" dirty="0" err="1">
                <a:solidFill>
                  <a:srgbClr val="263442"/>
                </a:solidFill>
                <a:latin typeface="Times New Roman"/>
              </a:rPr>
              <a:t>j,k</a:t>
            </a:r>
            <a:endParaRPr sz="780" i="1" baseline="-28000" dirty="0">
              <a:solidFill>
                <a:srgbClr val="263442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7F5BD3BB-E341-8488-D8E3-F41EE097145B}"/>
              </a:ext>
            </a:extLst>
          </p:cNvPr>
          <p:cNvSpPr txBox="1"/>
          <p:nvPr/>
        </p:nvSpPr>
        <p:spPr>
          <a:xfrm>
            <a:off x="4144023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263442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8B70FE84-6F8B-AB28-6032-AEBD7FD1D42B}"/>
              </a:ext>
            </a:extLst>
          </p:cNvPr>
          <p:cNvSpPr txBox="1"/>
          <p:nvPr/>
        </p:nvSpPr>
        <p:spPr>
          <a:xfrm>
            <a:off x="4382527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0D2947FA-1234-956E-0F6E-D3CAFEAF9DB0}"/>
              </a:ext>
            </a:extLst>
          </p:cNvPr>
          <p:cNvSpPr txBox="1"/>
          <p:nvPr/>
        </p:nvSpPr>
        <p:spPr>
          <a:xfrm>
            <a:off x="4083077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263442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BD319A29-CAD1-6414-FFF1-98E062D4303E}"/>
              </a:ext>
            </a:extLst>
          </p:cNvPr>
          <p:cNvSpPr/>
          <p:nvPr/>
        </p:nvSpPr>
        <p:spPr>
          <a:xfrm>
            <a:off x="417800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048E476A-7EDB-CC84-62E5-44E142E10944}"/>
              </a:ext>
            </a:extLst>
          </p:cNvPr>
          <p:cNvSpPr/>
          <p:nvPr/>
        </p:nvSpPr>
        <p:spPr>
          <a:xfrm>
            <a:off x="428083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FBF79CEB-26C6-649C-8720-DB0B3E3C02F5}"/>
              </a:ext>
            </a:extLst>
          </p:cNvPr>
          <p:cNvSpPr/>
          <p:nvPr/>
        </p:nvSpPr>
        <p:spPr>
          <a:xfrm>
            <a:off x="438367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C72AE993-2695-50AD-D400-1420747CB73F}"/>
              </a:ext>
            </a:extLst>
          </p:cNvPr>
          <p:cNvSpPr/>
          <p:nvPr/>
        </p:nvSpPr>
        <p:spPr>
          <a:xfrm>
            <a:off x="448650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DD12F529-1D60-D3EA-4B52-1E1CD31649AC}"/>
              </a:ext>
            </a:extLst>
          </p:cNvPr>
          <p:cNvSpPr/>
          <p:nvPr/>
        </p:nvSpPr>
        <p:spPr>
          <a:xfrm>
            <a:off x="417800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1565FB41-81BB-2BB0-C331-3FD9A568414C}"/>
              </a:ext>
            </a:extLst>
          </p:cNvPr>
          <p:cNvSpPr/>
          <p:nvPr/>
        </p:nvSpPr>
        <p:spPr>
          <a:xfrm>
            <a:off x="428083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839E2F52-24FC-D707-8738-B4C3B607B824}"/>
              </a:ext>
            </a:extLst>
          </p:cNvPr>
          <p:cNvSpPr/>
          <p:nvPr/>
        </p:nvSpPr>
        <p:spPr>
          <a:xfrm>
            <a:off x="4383671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A197F06D-6649-B38D-68C5-13DB1B8C05FE}"/>
              </a:ext>
            </a:extLst>
          </p:cNvPr>
          <p:cNvSpPr/>
          <p:nvPr/>
        </p:nvSpPr>
        <p:spPr>
          <a:xfrm>
            <a:off x="448650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A3855DAE-7657-16AD-0E62-17414D8A5592}"/>
              </a:ext>
            </a:extLst>
          </p:cNvPr>
          <p:cNvSpPr/>
          <p:nvPr/>
        </p:nvSpPr>
        <p:spPr>
          <a:xfrm>
            <a:off x="417800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D2E47B26-BDFE-E54F-941A-87A3443C8753}"/>
              </a:ext>
            </a:extLst>
          </p:cNvPr>
          <p:cNvSpPr/>
          <p:nvPr/>
        </p:nvSpPr>
        <p:spPr>
          <a:xfrm>
            <a:off x="428083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8FE85DCD-D046-4C14-0C39-2B4C746207E4}"/>
              </a:ext>
            </a:extLst>
          </p:cNvPr>
          <p:cNvSpPr/>
          <p:nvPr/>
        </p:nvSpPr>
        <p:spPr>
          <a:xfrm>
            <a:off x="438367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A8423138-820B-87EB-0909-B78830382E0C}"/>
              </a:ext>
            </a:extLst>
          </p:cNvPr>
          <p:cNvSpPr/>
          <p:nvPr/>
        </p:nvSpPr>
        <p:spPr>
          <a:xfrm>
            <a:off x="448650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2728F86D-4100-DD72-719E-C683DBA61FC5}"/>
              </a:ext>
            </a:extLst>
          </p:cNvPr>
          <p:cNvSpPr txBox="1"/>
          <p:nvPr/>
        </p:nvSpPr>
        <p:spPr>
          <a:xfrm>
            <a:off x="4178002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263442"/>
                </a:solidFill>
                <a:latin typeface="Arial"/>
              </a:rPr>
              <a:t>J × K</a:t>
            </a:r>
          </a:p>
        </p:txBody>
      </p:sp>
      <p:sp>
        <p:nvSpPr>
          <p:cNvPr id="766" name="Match auxiliary label">
            <a:extLst>
              <a:ext uri="{FF2B5EF4-FFF2-40B4-BE49-F238E27FC236}">
                <a16:creationId xmlns:a16="http://schemas.microsoft.com/office/drawing/2014/main" id="{560AD6D0-CF22-6C6B-18A8-43850C182F54}"/>
              </a:ext>
            </a:extLst>
          </p:cNvPr>
          <p:cNvSpPr>
            <a:spLocks noGrp="1"/>
          </p:cNvSpPr>
          <p:nvPr/>
        </p:nvSpPr>
        <p:spPr>
          <a:xfrm>
            <a:off x="1600039" y="2843177"/>
            <a:ext cx="405011" cy="174155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7" name="Concat label">
            <a:extLst>
              <a:ext uri="{FF2B5EF4-FFF2-40B4-BE49-F238E27FC236}">
                <a16:creationId xmlns:a16="http://schemas.microsoft.com/office/drawing/2014/main" id="{23CE1274-79AB-9776-43F5-7A28AB444814}"/>
              </a:ext>
            </a:extLst>
          </p:cNvPr>
          <p:cNvSpPr>
            <a:spLocks noGrp="1"/>
          </p:cNvSpPr>
          <p:nvPr/>
        </p:nvSpPr>
        <p:spPr>
          <a:xfrm>
            <a:off x="1202945" y="3608830"/>
            <a:ext cx="259207" cy="8100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8" dirty="0" err="1">
                <a:solidFill>
                  <a:srgbClr val="263442"/>
                </a:solidFill>
                <a:latin typeface="Arial"/>
                <a:ea typeface="Arial"/>
                <a:cs typeface="Arial"/>
              </a:rPr>
              <a:t>Concat</a:t>
            </a:r>
            <a:endParaRPr sz="568" dirty="0">
              <a:solidFill>
                <a:srgbClr val="26344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5" name="Match matrix 0-0">
            <a:extLst>
              <a:ext uri="{FF2B5EF4-FFF2-40B4-BE49-F238E27FC236}">
                <a16:creationId xmlns:a16="http://schemas.microsoft.com/office/drawing/2014/main" id="{B416E413-343A-A7D9-3C6D-FD611FB6D53E}"/>
              </a:ext>
            </a:extLst>
          </p:cNvPr>
          <p:cNvSpPr>
            <a:spLocks noGrp="1"/>
          </p:cNvSpPr>
          <p:nvPr/>
        </p:nvSpPr>
        <p:spPr>
          <a:xfrm>
            <a:off x="1641416" y="3083627"/>
            <a:ext cx="37666" cy="29768"/>
          </a:xfrm>
          <a:prstGeom prst="rect">
            <a:avLst/>
          </a:prstGeom>
          <a:solidFill>
            <a:srgbClr val="3E8F9A"/>
          </a:solidFill>
          <a:ln w="7290">
            <a:noFill/>
          </a:ln>
        </p:spPr>
      </p:sp>
      <p:sp>
        <p:nvSpPr>
          <p:cNvPr id="1286" name="Match matrix 0-1">
            <a:extLst>
              <a:ext uri="{FF2B5EF4-FFF2-40B4-BE49-F238E27FC236}">
                <a16:creationId xmlns:a16="http://schemas.microsoft.com/office/drawing/2014/main" id="{8B001332-B3FE-6206-730F-D7F4246F7355}"/>
              </a:ext>
            </a:extLst>
          </p:cNvPr>
          <p:cNvSpPr>
            <a:spLocks noGrp="1"/>
          </p:cNvSpPr>
          <p:nvPr/>
        </p:nvSpPr>
        <p:spPr>
          <a:xfrm>
            <a:off x="1680904" y="3083627"/>
            <a:ext cx="37666" cy="29768"/>
          </a:xfrm>
          <a:prstGeom prst="rect">
            <a:avLst/>
          </a:prstGeom>
          <a:solidFill>
            <a:srgbClr val="5B9FB6"/>
          </a:solidFill>
          <a:ln w="7290">
            <a:noFill/>
          </a:ln>
        </p:spPr>
      </p:sp>
      <p:sp>
        <p:nvSpPr>
          <p:cNvPr id="1287" name="Match matrix 0-2">
            <a:extLst>
              <a:ext uri="{FF2B5EF4-FFF2-40B4-BE49-F238E27FC236}">
                <a16:creationId xmlns:a16="http://schemas.microsoft.com/office/drawing/2014/main" id="{645A1AF6-B0E7-73BC-ABE3-87C193DC3035}"/>
              </a:ext>
            </a:extLst>
          </p:cNvPr>
          <p:cNvSpPr>
            <a:spLocks noGrp="1"/>
          </p:cNvSpPr>
          <p:nvPr/>
        </p:nvSpPr>
        <p:spPr>
          <a:xfrm>
            <a:off x="1720393" y="3083627"/>
            <a:ext cx="37666" cy="29768"/>
          </a:xfrm>
          <a:prstGeom prst="rect">
            <a:avLst/>
          </a:prstGeom>
          <a:solidFill>
            <a:srgbClr val="A3CDDA"/>
          </a:solidFill>
          <a:ln w="7290">
            <a:noFill/>
          </a:ln>
        </p:spPr>
      </p:sp>
      <p:sp>
        <p:nvSpPr>
          <p:cNvPr id="1288" name="Match matrix 0-3">
            <a:extLst>
              <a:ext uri="{FF2B5EF4-FFF2-40B4-BE49-F238E27FC236}">
                <a16:creationId xmlns:a16="http://schemas.microsoft.com/office/drawing/2014/main" id="{14DB75F8-0447-6467-0168-89582C2A4B9C}"/>
              </a:ext>
            </a:extLst>
          </p:cNvPr>
          <p:cNvSpPr>
            <a:spLocks noGrp="1"/>
          </p:cNvSpPr>
          <p:nvPr/>
        </p:nvSpPr>
        <p:spPr>
          <a:xfrm>
            <a:off x="1759881" y="3083627"/>
            <a:ext cx="37666" cy="29768"/>
          </a:xfrm>
          <a:prstGeom prst="rect">
            <a:avLst/>
          </a:prstGeom>
          <a:solidFill>
            <a:srgbClr val="88BEC3"/>
          </a:solidFill>
          <a:ln w="7290">
            <a:noFill/>
          </a:ln>
        </p:spPr>
      </p:sp>
      <p:sp>
        <p:nvSpPr>
          <p:cNvPr id="1289" name="Match matrix 0-4">
            <a:extLst>
              <a:ext uri="{FF2B5EF4-FFF2-40B4-BE49-F238E27FC236}">
                <a16:creationId xmlns:a16="http://schemas.microsoft.com/office/drawing/2014/main" id="{82D0DE36-56C3-4E07-6F6F-E63308646351}"/>
              </a:ext>
            </a:extLst>
          </p:cNvPr>
          <p:cNvSpPr>
            <a:spLocks noGrp="1"/>
          </p:cNvSpPr>
          <p:nvPr/>
        </p:nvSpPr>
        <p:spPr>
          <a:xfrm>
            <a:off x="1799370" y="3083627"/>
            <a:ext cx="37666" cy="29768"/>
          </a:xfrm>
          <a:prstGeom prst="rect">
            <a:avLst/>
          </a:prstGeom>
          <a:solidFill>
            <a:srgbClr val="67AD9F"/>
          </a:solidFill>
          <a:ln w="7290">
            <a:noFill/>
          </a:ln>
        </p:spPr>
      </p:sp>
      <p:sp>
        <p:nvSpPr>
          <p:cNvPr id="1290" name="Match matrix 0-5">
            <a:extLst>
              <a:ext uri="{FF2B5EF4-FFF2-40B4-BE49-F238E27FC236}">
                <a16:creationId xmlns:a16="http://schemas.microsoft.com/office/drawing/2014/main" id="{66CBD0FA-9D56-932B-BDA6-F08AD4D541B0}"/>
              </a:ext>
            </a:extLst>
          </p:cNvPr>
          <p:cNvSpPr>
            <a:spLocks noGrp="1"/>
          </p:cNvSpPr>
          <p:nvPr/>
        </p:nvSpPr>
        <p:spPr>
          <a:xfrm>
            <a:off x="1838859" y="3083627"/>
            <a:ext cx="37666" cy="29768"/>
          </a:xfrm>
          <a:prstGeom prst="rect">
            <a:avLst/>
          </a:prstGeom>
          <a:solidFill>
            <a:srgbClr val="C4DDE0"/>
          </a:solidFill>
          <a:ln w="7290">
            <a:noFill/>
          </a:ln>
        </p:spPr>
      </p:sp>
      <p:sp>
        <p:nvSpPr>
          <p:cNvPr id="1291" name="Match matrix 0-6">
            <a:extLst>
              <a:ext uri="{FF2B5EF4-FFF2-40B4-BE49-F238E27FC236}">
                <a16:creationId xmlns:a16="http://schemas.microsoft.com/office/drawing/2014/main" id="{5F813F36-1D0E-21EB-A694-8FED0006BE1A}"/>
              </a:ext>
            </a:extLst>
          </p:cNvPr>
          <p:cNvSpPr>
            <a:spLocks noGrp="1"/>
          </p:cNvSpPr>
          <p:nvPr/>
        </p:nvSpPr>
        <p:spPr>
          <a:xfrm>
            <a:off x="1878347" y="3083627"/>
            <a:ext cx="37666" cy="29768"/>
          </a:xfrm>
          <a:prstGeom prst="rect">
            <a:avLst/>
          </a:prstGeom>
          <a:solidFill>
            <a:srgbClr val="B6D8CC"/>
          </a:solidFill>
          <a:ln w="7290">
            <a:noFill/>
          </a:ln>
        </p:spPr>
      </p:sp>
      <p:sp>
        <p:nvSpPr>
          <p:cNvPr id="1292" name="Match matrix 0-7">
            <a:extLst>
              <a:ext uri="{FF2B5EF4-FFF2-40B4-BE49-F238E27FC236}">
                <a16:creationId xmlns:a16="http://schemas.microsoft.com/office/drawing/2014/main" id="{CC5E3DFD-F560-5347-658E-B7506E05CF01}"/>
              </a:ext>
            </a:extLst>
          </p:cNvPr>
          <p:cNvSpPr>
            <a:spLocks noGrp="1"/>
          </p:cNvSpPr>
          <p:nvPr/>
        </p:nvSpPr>
        <p:spPr>
          <a:xfrm>
            <a:off x="1917836" y="3083627"/>
            <a:ext cx="37666" cy="29768"/>
          </a:xfrm>
          <a:prstGeom prst="rect">
            <a:avLst/>
          </a:prstGeom>
          <a:solidFill>
            <a:srgbClr val="D6E5ED"/>
          </a:solidFill>
          <a:ln w="7290">
            <a:noFill/>
          </a:ln>
        </p:spPr>
      </p:sp>
      <p:sp>
        <p:nvSpPr>
          <p:cNvPr id="1293" name="Match matrix 1-0">
            <a:extLst>
              <a:ext uri="{FF2B5EF4-FFF2-40B4-BE49-F238E27FC236}">
                <a16:creationId xmlns:a16="http://schemas.microsoft.com/office/drawing/2014/main" id="{0E055A7F-4B45-5883-BA68-77C0358B79D9}"/>
              </a:ext>
            </a:extLst>
          </p:cNvPr>
          <p:cNvSpPr>
            <a:spLocks noGrp="1"/>
          </p:cNvSpPr>
          <p:nvPr/>
        </p:nvSpPr>
        <p:spPr>
          <a:xfrm>
            <a:off x="1641416" y="3115218"/>
            <a:ext cx="37666" cy="29768"/>
          </a:xfrm>
          <a:prstGeom prst="rect">
            <a:avLst/>
          </a:prstGeom>
          <a:solidFill>
            <a:srgbClr val="A3CDDA"/>
          </a:solidFill>
          <a:ln w="7290">
            <a:noFill/>
          </a:ln>
        </p:spPr>
      </p:sp>
      <p:sp>
        <p:nvSpPr>
          <p:cNvPr id="1294" name="Match matrix 1-1">
            <a:extLst>
              <a:ext uri="{FF2B5EF4-FFF2-40B4-BE49-F238E27FC236}">
                <a16:creationId xmlns:a16="http://schemas.microsoft.com/office/drawing/2014/main" id="{F035F068-7999-F9B7-16BE-EC36046E45F2}"/>
              </a:ext>
            </a:extLst>
          </p:cNvPr>
          <p:cNvSpPr>
            <a:spLocks noGrp="1"/>
          </p:cNvSpPr>
          <p:nvPr/>
        </p:nvSpPr>
        <p:spPr>
          <a:xfrm>
            <a:off x="1680904" y="3115218"/>
            <a:ext cx="37666" cy="29768"/>
          </a:xfrm>
          <a:prstGeom prst="rect">
            <a:avLst/>
          </a:prstGeom>
          <a:solidFill>
            <a:srgbClr val="B6D8CC"/>
          </a:solidFill>
          <a:ln w="7290">
            <a:noFill/>
          </a:ln>
        </p:spPr>
      </p:sp>
      <p:sp>
        <p:nvSpPr>
          <p:cNvPr id="1295" name="Match matrix 1-2">
            <a:extLst>
              <a:ext uri="{FF2B5EF4-FFF2-40B4-BE49-F238E27FC236}">
                <a16:creationId xmlns:a16="http://schemas.microsoft.com/office/drawing/2014/main" id="{55FB3DC2-777B-2228-7A87-C212D152323B}"/>
              </a:ext>
            </a:extLst>
          </p:cNvPr>
          <p:cNvSpPr>
            <a:spLocks noGrp="1"/>
          </p:cNvSpPr>
          <p:nvPr/>
        </p:nvSpPr>
        <p:spPr>
          <a:xfrm>
            <a:off x="1720393" y="3115218"/>
            <a:ext cx="37666" cy="29768"/>
          </a:xfrm>
          <a:prstGeom prst="rect">
            <a:avLst/>
          </a:prstGeom>
          <a:solidFill>
            <a:srgbClr val="88BEC3"/>
          </a:solidFill>
          <a:ln w="7290">
            <a:noFill/>
          </a:ln>
        </p:spPr>
      </p:sp>
      <p:sp>
        <p:nvSpPr>
          <p:cNvPr id="1296" name="Match matrix 1-3">
            <a:extLst>
              <a:ext uri="{FF2B5EF4-FFF2-40B4-BE49-F238E27FC236}">
                <a16:creationId xmlns:a16="http://schemas.microsoft.com/office/drawing/2014/main" id="{ADE189CC-69EC-001A-9C55-E893BB84209A}"/>
              </a:ext>
            </a:extLst>
          </p:cNvPr>
          <p:cNvSpPr>
            <a:spLocks noGrp="1"/>
          </p:cNvSpPr>
          <p:nvPr/>
        </p:nvSpPr>
        <p:spPr>
          <a:xfrm>
            <a:off x="1759881" y="3115218"/>
            <a:ext cx="37666" cy="29768"/>
          </a:xfrm>
          <a:prstGeom prst="rect">
            <a:avLst/>
          </a:prstGeom>
          <a:solidFill>
            <a:srgbClr val="D6E5ED"/>
          </a:solidFill>
          <a:ln w="7290">
            <a:noFill/>
          </a:ln>
        </p:spPr>
      </p:sp>
      <p:sp>
        <p:nvSpPr>
          <p:cNvPr id="1297" name="Match matrix 1-4">
            <a:extLst>
              <a:ext uri="{FF2B5EF4-FFF2-40B4-BE49-F238E27FC236}">
                <a16:creationId xmlns:a16="http://schemas.microsoft.com/office/drawing/2014/main" id="{14746A9F-B724-D279-9129-1E1C16BE26C8}"/>
              </a:ext>
            </a:extLst>
          </p:cNvPr>
          <p:cNvSpPr>
            <a:spLocks noGrp="1"/>
          </p:cNvSpPr>
          <p:nvPr/>
        </p:nvSpPr>
        <p:spPr>
          <a:xfrm>
            <a:off x="1799370" y="3115218"/>
            <a:ext cx="37666" cy="29768"/>
          </a:xfrm>
          <a:prstGeom prst="rect">
            <a:avLst/>
          </a:prstGeom>
          <a:solidFill>
            <a:srgbClr val="5B9FB6"/>
          </a:solidFill>
          <a:ln w="7290">
            <a:noFill/>
          </a:ln>
        </p:spPr>
      </p:sp>
      <p:sp>
        <p:nvSpPr>
          <p:cNvPr id="1298" name="Match matrix 1-5">
            <a:extLst>
              <a:ext uri="{FF2B5EF4-FFF2-40B4-BE49-F238E27FC236}">
                <a16:creationId xmlns:a16="http://schemas.microsoft.com/office/drawing/2014/main" id="{044793E8-EEB1-C701-066C-A8E7A137B941}"/>
              </a:ext>
            </a:extLst>
          </p:cNvPr>
          <p:cNvSpPr>
            <a:spLocks noGrp="1"/>
          </p:cNvSpPr>
          <p:nvPr/>
        </p:nvSpPr>
        <p:spPr>
          <a:xfrm>
            <a:off x="1838859" y="3115218"/>
            <a:ext cx="37666" cy="29768"/>
          </a:xfrm>
          <a:prstGeom prst="rect">
            <a:avLst/>
          </a:prstGeom>
          <a:solidFill>
            <a:srgbClr val="3E8F9A"/>
          </a:solidFill>
          <a:ln w="7290">
            <a:noFill/>
          </a:ln>
        </p:spPr>
      </p:sp>
      <p:sp>
        <p:nvSpPr>
          <p:cNvPr id="1299" name="Match matrix 1-6">
            <a:extLst>
              <a:ext uri="{FF2B5EF4-FFF2-40B4-BE49-F238E27FC236}">
                <a16:creationId xmlns:a16="http://schemas.microsoft.com/office/drawing/2014/main" id="{B6CBECD3-56E9-33BF-DF05-B55939CF5084}"/>
              </a:ext>
            </a:extLst>
          </p:cNvPr>
          <p:cNvSpPr>
            <a:spLocks noGrp="1"/>
          </p:cNvSpPr>
          <p:nvPr/>
        </p:nvSpPr>
        <p:spPr>
          <a:xfrm>
            <a:off x="1878347" y="3115218"/>
            <a:ext cx="37666" cy="29768"/>
          </a:xfrm>
          <a:prstGeom prst="rect">
            <a:avLst/>
          </a:prstGeom>
          <a:solidFill>
            <a:srgbClr val="C4DDE0"/>
          </a:solidFill>
          <a:ln w="7290">
            <a:noFill/>
          </a:ln>
        </p:spPr>
      </p:sp>
      <p:sp>
        <p:nvSpPr>
          <p:cNvPr id="1300" name="Match matrix 1-7">
            <a:extLst>
              <a:ext uri="{FF2B5EF4-FFF2-40B4-BE49-F238E27FC236}">
                <a16:creationId xmlns:a16="http://schemas.microsoft.com/office/drawing/2014/main" id="{240189F4-A0B1-F2A7-7E51-5BD404006357}"/>
              </a:ext>
            </a:extLst>
          </p:cNvPr>
          <p:cNvSpPr>
            <a:spLocks noGrp="1"/>
          </p:cNvSpPr>
          <p:nvPr/>
        </p:nvSpPr>
        <p:spPr>
          <a:xfrm>
            <a:off x="1917836" y="3115218"/>
            <a:ext cx="37666" cy="29768"/>
          </a:xfrm>
          <a:prstGeom prst="rect">
            <a:avLst/>
          </a:prstGeom>
          <a:solidFill>
            <a:srgbClr val="67AD9F"/>
          </a:solidFill>
          <a:ln w="7290">
            <a:noFill/>
          </a:ln>
        </p:spPr>
      </p:sp>
      <p:sp>
        <p:nvSpPr>
          <p:cNvPr id="1301" name="Match matrix 2-0">
            <a:extLst>
              <a:ext uri="{FF2B5EF4-FFF2-40B4-BE49-F238E27FC236}">
                <a16:creationId xmlns:a16="http://schemas.microsoft.com/office/drawing/2014/main" id="{F4696DF6-DB6B-25F0-9E37-1268A2746D2F}"/>
              </a:ext>
            </a:extLst>
          </p:cNvPr>
          <p:cNvSpPr>
            <a:spLocks noGrp="1"/>
          </p:cNvSpPr>
          <p:nvPr/>
        </p:nvSpPr>
        <p:spPr>
          <a:xfrm>
            <a:off x="1641416" y="3146809"/>
            <a:ext cx="37666" cy="29768"/>
          </a:xfrm>
          <a:prstGeom prst="rect">
            <a:avLst/>
          </a:prstGeom>
          <a:solidFill>
            <a:srgbClr val="67AD9F"/>
          </a:solidFill>
          <a:ln w="7290">
            <a:noFill/>
          </a:ln>
        </p:spPr>
      </p:sp>
      <p:sp>
        <p:nvSpPr>
          <p:cNvPr id="1302" name="Match matrix 2-1">
            <a:extLst>
              <a:ext uri="{FF2B5EF4-FFF2-40B4-BE49-F238E27FC236}">
                <a16:creationId xmlns:a16="http://schemas.microsoft.com/office/drawing/2014/main" id="{2D207207-4C97-CCB4-B2D7-52562B7027D0}"/>
              </a:ext>
            </a:extLst>
          </p:cNvPr>
          <p:cNvSpPr>
            <a:spLocks noGrp="1"/>
          </p:cNvSpPr>
          <p:nvPr/>
        </p:nvSpPr>
        <p:spPr>
          <a:xfrm>
            <a:off x="1680904" y="3146809"/>
            <a:ext cx="37666" cy="29768"/>
          </a:xfrm>
          <a:prstGeom prst="rect">
            <a:avLst/>
          </a:prstGeom>
          <a:solidFill>
            <a:srgbClr val="C4DDE0"/>
          </a:solidFill>
          <a:ln w="7290">
            <a:noFill/>
          </a:ln>
        </p:spPr>
      </p:sp>
      <p:sp>
        <p:nvSpPr>
          <p:cNvPr id="1303" name="Match matrix 2-2">
            <a:extLst>
              <a:ext uri="{FF2B5EF4-FFF2-40B4-BE49-F238E27FC236}">
                <a16:creationId xmlns:a16="http://schemas.microsoft.com/office/drawing/2014/main" id="{A9634636-51C1-C600-D9D0-FD7D680C2DC8}"/>
              </a:ext>
            </a:extLst>
          </p:cNvPr>
          <p:cNvSpPr>
            <a:spLocks noGrp="1"/>
          </p:cNvSpPr>
          <p:nvPr/>
        </p:nvSpPr>
        <p:spPr>
          <a:xfrm>
            <a:off x="1720393" y="3146809"/>
            <a:ext cx="37666" cy="29768"/>
          </a:xfrm>
          <a:prstGeom prst="rect">
            <a:avLst/>
          </a:prstGeom>
          <a:solidFill>
            <a:srgbClr val="5B9FB6"/>
          </a:solidFill>
          <a:ln w="7290">
            <a:noFill/>
          </a:ln>
        </p:spPr>
      </p:sp>
      <p:sp>
        <p:nvSpPr>
          <p:cNvPr id="1304" name="Match matrix 2-3">
            <a:extLst>
              <a:ext uri="{FF2B5EF4-FFF2-40B4-BE49-F238E27FC236}">
                <a16:creationId xmlns:a16="http://schemas.microsoft.com/office/drawing/2014/main" id="{1D38739B-6B32-0D3B-4CF1-790828E6075A}"/>
              </a:ext>
            </a:extLst>
          </p:cNvPr>
          <p:cNvSpPr>
            <a:spLocks noGrp="1"/>
          </p:cNvSpPr>
          <p:nvPr/>
        </p:nvSpPr>
        <p:spPr>
          <a:xfrm>
            <a:off x="1759881" y="3146809"/>
            <a:ext cx="37666" cy="29768"/>
          </a:xfrm>
          <a:prstGeom prst="rect">
            <a:avLst/>
          </a:prstGeom>
          <a:solidFill>
            <a:srgbClr val="B6D8CC"/>
          </a:solidFill>
          <a:ln w="7290">
            <a:noFill/>
          </a:ln>
        </p:spPr>
      </p:sp>
      <p:sp>
        <p:nvSpPr>
          <p:cNvPr id="1305" name="Match matrix 2-4">
            <a:extLst>
              <a:ext uri="{FF2B5EF4-FFF2-40B4-BE49-F238E27FC236}">
                <a16:creationId xmlns:a16="http://schemas.microsoft.com/office/drawing/2014/main" id="{AFCA9374-A043-8F92-87BA-78ACA4797E78}"/>
              </a:ext>
            </a:extLst>
          </p:cNvPr>
          <p:cNvSpPr>
            <a:spLocks noGrp="1"/>
          </p:cNvSpPr>
          <p:nvPr/>
        </p:nvSpPr>
        <p:spPr>
          <a:xfrm>
            <a:off x="1799370" y="3146809"/>
            <a:ext cx="37666" cy="29768"/>
          </a:xfrm>
          <a:prstGeom prst="rect">
            <a:avLst/>
          </a:prstGeom>
          <a:solidFill>
            <a:srgbClr val="3E8F9A"/>
          </a:solidFill>
          <a:ln w="7290">
            <a:noFill/>
          </a:ln>
        </p:spPr>
      </p:sp>
      <p:sp>
        <p:nvSpPr>
          <p:cNvPr id="1306" name="Match matrix 2-5">
            <a:extLst>
              <a:ext uri="{FF2B5EF4-FFF2-40B4-BE49-F238E27FC236}">
                <a16:creationId xmlns:a16="http://schemas.microsoft.com/office/drawing/2014/main" id="{71FAC164-8A2A-DB67-5807-5AA43B732CC8}"/>
              </a:ext>
            </a:extLst>
          </p:cNvPr>
          <p:cNvSpPr>
            <a:spLocks noGrp="1"/>
          </p:cNvSpPr>
          <p:nvPr/>
        </p:nvSpPr>
        <p:spPr>
          <a:xfrm>
            <a:off x="1838859" y="3146809"/>
            <a:ext cx="37666" cy="29768"/>
          </a:xfrm>
          <a:prstGeom prst="rect">
            <a:avLst/>
          </a:prstGeom>
          <a:solidFill>
            <a:srgbClr val="D6E5ED"/>
          </a:solidFill>
          <a:ln w="7290">
            <a:noFill/>
          </a:ln>
        </p:spPr>
      </p:sp>
      <p:sp>
        <p:nvSpPr>
          <p:cNvPr id="1307" name="Match matrix 2-6">
            <a:extLst>
              <a:ext uri="{FF2B5EF4-FFF2-40B4-BE49-F238E27FC236}">
                <a16:creationId xmlns:a16="http://schemas.microsoft.com/office/drawing/2014/main" id="{50DAC91D-3A7D-0F83-025E-37910113A312}"/>
              </a:ext>
            </a:extLst>
          </p:cNvPr>
          <p:cNvSpPr>
            <a:spLocks noGrp="1"/>
          </p:cNvSpPr>
          <p:nvPr/>
        </p:nvSpPr>
        <p:spPr>
          <a:xfrm>
            <a:off x="1878347" y="3146809"/>
            <a:ext cx="37666" cy="29768"/>
          </a:xfrm>
          <a:prstGeom prst="rect">
            <a:avLst/>
          </a:prstGeom>
          <a:solidFill>
            <a:srgbClr val="88BEC3"/>
          </a:solidFill>
          <a:ln w="7290">
            <a:noFill/>
          </a:ln>
        </p:spPr>
      </p:sp>
      <p:sp>
        <p:nvSpPr>
          <p:cNvPr id="1308" name="Match matrix 2-7">
            <a:extLst>
              <a:ext uri="{FF2B5EF4-FFF2-40B4-BE49-F238E27FC236}">
                <a16:creationId xmlns:a16="http://schemas.microsoft.com/office/drawing/2014/main" id="{1CC6F73C-4C38-1487-8BD6-953A09BE5547}"/>
              </a:ext>
            </a:extLst>
          </p:cNvPr>
          <p:cNvSpPr>
            <a:spLocks noGrp="1"/>
          </p:cNvSpPr>
          <p:nvPr/>
        </p:nvSpPr>
        <p:spPr>
          <a:xfrm>
            <a:off x="1917836" y="3146809"/>
            <a:ext cx="37666" cy="29768"/>
          </a:xfrm>
          <a:prstGeom prst="rect">
            <a:avLst/>
          </a:prstGeom>
          <a:solidFill>
            <a:srgbClr val="A3CDDA"/>
          </a:solidFill>
          <a:ln w="7290">
            <a:noFill/>
          </a:ln>
        </p:spPr>
      </p:sp>
      <p:sp>
        <p:nvSpPr>
          <p:cNvPr id="1309" name="Match matrix 3-0">
            <a:extLst>
              <a:ext uri="{FF2B5EF4-FFF2-40B4-BE49-F238E27FC236}">
                <a16:creationId xmlns:a16="http://schemas.microsoft.com/office/drawing/2014/main" id="{B50F8440-ECBD-1078-7DD1-7FD243527533}"/>
              </a:ext>
            </a:extLst>
          </p:cNvPr>
          <p:cNvSpPr>
            <a:spLocks noGrp="1"/>
          </p:cNvSpPr>
          <p:nvPr/>
        </p:nvSpPr>
        <p:spPr>
          <a:xfrm>
            <a:off x="1641416" y="3178400"/>
            <a:ext cx="37666" cy="29768"/>
          </a:xfrm>
          <a:prstGeom prst="rect">
            <a:avLst/>
          </a:prstGeom>
          <a:solidFill>
            <a:srgbClr val="88BEC3"/>
          </a:solidFill>
          <a:ln w="7290">
            <a:noFill/>
          </a:ln>
        </p:spPr>
      </p:sp>
      <p:sp>
        <p:nvSpPr>
          <p:cNvPr id="1310" name="Match matrix 3-1">
            <a:extLst>
              <a:ext uri="{FF2B5EF4-FFF2-40B4-BE49-F238E27FC236}">
                <a16:creationId xmlns:a16="http://schemas.microsoft.com/office/drawing/2014/main" id="{5B9AAD15-4A58-C263-4996-014666FAC873}"/>
              </a:ext>
            </a:extLst>
          </p:cNvPr>
          <p:cNvSpPr>
            <a:spLocks noGrp="1"/>
          </p:cNvSpPr>
          <p:nvPr/>
        </p:nvSpPr>
        <p:spPr>
          <a:xfrm>
            <a:off x="1680904" y="3178400"/>
            <a:ext cx="37666" cy="29768"/>
          </a:xfrm>
          <a:prstGeom prst="rect">
            <a:avLst/>
          </a:prstGeom>
          <a:solidFill>
            <a:srgbClr val="D6E5ED"/>
          </a:solidFill>
          <a:ln w="7290">
            <a:noFill/>
          </a:ln>
        </p:spPr>
      </p:sp>
      <p:sp>
        <p:nvSpPr>
          <p:cNvPr id="1311" name="Match matrix 3-2">
            <a:extLst>
              <a:ext uri="{FF2B5EF4-FFF2-40B4-BE49-F238E27FC236}">
                <a16:creationId xmlns:a16="http://schemas.microsoft.com/office/drawing/2014/main" id="{1B18711A-A1EE-7C4F-3C04-510E6CBEDEDE}"/>
              </a:ext>
            </a:extLst>
          </p:cNvPr>
          <p:cNvSpPr>
            <a:spLocks noGrp="1"/>
          </p:cNvSpPr>
          <p:nvPr/>
        </p:nvSpPr>
        <p:spPr>
          <a:xfrm>
            <a:off x="1720393" y="3178400"/>
            <a:ext cx="37666" cy="29768"/>
          </a:xfrm>
          <a:prstGeom prst="rect">
            <a:avLst/>
          </a:prstGeom>
          <a:solidFill>
            <a:srgbClr val="67AD9F"/>
          </a:solidFill>
          <a:ln w="7290">
            <a:noFill/>
          </a:ln>
        </p:spPr>
      </p:sp>
      <p:sp>
        <p:nvSpPr>
          <p:cNvPr id="1312" name="Match matrix 3-3">
            <a:extLst>
              <a:ext uri="{FF2B5EF4-FFF2-40B4-BE49-F238E27FC236}">
                <a16:creationId xmlns:a16="http://schemas.microsoft.com/office/drawing/2014/main" id="{BB631366-7783-7210-5E53-44EF4B4DC4DB}"/>
              </a:ext>
            </a:extLst>
          </p:cNvPr>
          <p:cNvSpPr>
            <a:spLocks noGrp="1"/>
          </p:cNvSpPr>
          <p:nvPr/>
        </p:nvSpPr>
        <p:spPr>
          <a:xfrm>
            <a:off x="1759881" y="3178400"/>
            <a:ext cx="37666" cy="29768"/>
          </a:xfrm>
          <a:prstGeom prst="rect">
            <a:avLst/>
          </a:prstGeom>
          <a:solidFill>
            <a:srgbClr val="3E8F9A"/>
          </a:solidFill>
          <a:ln w="7290">
            <a:noFill/>
          </a:ln>
        </p:spPr>
      </p:sp>
      <p:sp>
        <p:nvSpPr>
          <p:cNvPr id="1313" name="Match matrix 3-4">
            <a:extLst>
              <a:ext uri="{FF2B5EF4-FFF2-40B4-BE49-F238E27FC236}">
                <a16:creationId xmlns:a16="http://schemas.microsoft.com/office/drawing/2014/main" id="{D6443285-4572-A545-0BB2-9CB8594B7F27}"/>
              </a:ext>
            </a:extLst>
          </p:cNvPr>
          <p:cNvSpPr>
            <a:spLocks noGrp="1"/>
          </p:cNvSpPr>
          <p:nvPr/>
        </p:nvSpPr>
        <p:spPr>
          <a:xfrm>
            <a:off x="1799370" y="3178400"/>
            <a:ext cx="37666" cy="29768"/>
          </a:xfrm>
          <a:prstGeom prst="rect">
            <a:avLst/>
          </a:prstGeom>
          <a:solidFill>
            <a:srgbClr val="C4DDE0"/>
          </a:solidFill>
          <a:ln w="7290">
            <a:noFill/>
          </a:ln>
        </p:spPr>
      </p:sp>
      <p:sp>
        <p:nvSpPr>
          <p:cNvPr id="1314" name="Match matrix 3-5">
            <a:extLst>
              <a:ext uri="{FF2B5EF4-FFF2-40B4-BE49-F238E27FC236}">
                <a16:creationId xmlns:a16="http://schemas.microsoft.com/office/drawing/2014/main" id="{84BED74B-95DA-4E86-0E44-8B479E6365C1}"/>
              </a:ext>
            </a:extLst>
          </p:cNvPr>
          <p:cNvSpPr>
            <a:spLocks noGrp="1"/>
          </p:cNvSpPr>
          <p:nvPr/>
        </p:nvSpPr>
        <p:spPr>
          <a:xfrm>
            <a:off x="1838859" y="3178400"/>
            <a:ext cx="37666" cy="29768"/>
          </a:xfrm>
          <a:prstGeom prst="rect">
            <a:avLst/>
          </a:prstGeom>
          <a:solidFill>
            <a:srgbClr val="A3CDDA"/>
          </a:solidFill>
          <a:ln w="7290">
            <a:noFill/>
          </a:ln>
        </p:spPr>
      </p:sp>
      <p:sp>
        <p:nvSpPr>
          <p:cNvPr id="1315" name="Match matrix 3-6">
            <a:extLst>
              <a:ext uri="{FF2B5EF4-FFF2-40B4-BE49-F238E27FC236}">
                <a16:creationId xmlns:a16="http://schemas.microsoft.com/office/drawing/2014/main" id="{268CC8DC-41D3-0DF4-FD3D-1A3AF2CABDBF}"/>
              </a:ext>
            </a:extLst>
          </p:cNvPr>
          <p:cNvSpPr>
            <a:spLocks noGrp="1"/>
          </p:cNvSpPr>
          <p:nvPr/>
        </p:nvSpPr>
        <p:spPr>
          <a:xfrm>
            <a:off x="1878347" y="3178400"/>
            <a:ext cx="37666" cy="29768"/>
          </a:xfrm>
          <a:prstGeom prst="rect">
            <a:avLst/>
          </a:prstGeom>
          <a:solidFill>
            <a:srgbClr val="B6D8CC"/>
          </a:solidFill>
          <a:ln w="7290">
            <a:noFill/>
          </a:ln>
        </p:spPr>
      </p:sp>
      <p:sp>
        <p:nvSpPr>
          <p:cNvPr id="1316" name="Match matrix 3-7">
            <a:extLst>
              <a:ext uri="{FF2B5EF4-FFF2-40B4-BE49-F238E27FC236}">
                <a16:creationId xmlns:a16="http://schemas.microsoft.com/office/drawing/2014/main" id="{223065CD-9369-B2A7-19B9-7BC3CD291B46}"/>
              </a:ext>
            </a:extLst>
          </p:cNvPr>
          <p:cNvSpPr>
            <a:spLocks noGrp="1"/>
          </p:cNvSpPr>
          <p:nvPr/>
        </p:nvSpPr>
        <p:spPr>
          <a:xfrm>
            <a:off x="1917836" y="3178400"/>
            <a:ext cx="37666" cy="29768"/>
          </a:xfrm>
          <a:prstGeom prst="rect">
            <a:avLst/>
          </a:prstGeom>
          <a:solidFill>
            <a:srgbClr val="5B9FB6"/>
          </a:solidFill>
          <a:ln w="7290">
            <a:noFill/>
          </a:ln>
        </p:spPr>
      </p:sp>
      <p:sp>
        <p:nvSpPr>
          <p:cNvPr id="1318" name="SMILES continuation 806-628.2">
            <a:extLst>
              <a:ext uri="{FF2B5EF4-FFF2-40B4-BE49-F238E27FC236}">
                <a16:creationId xmlns:a16="http://schemas.microsoft.com/office/drawing/2014/main" id="{6ED60681-7272-D9FC-FCE3-9B4B62DF4C07}"/>
              </a:ext>
            </a:extLst>
          </p:cNvPr>
          <p:cNvSpPr>
            <a:spLocks noGrp="1"/>
          </p:cNvSpPr>
          <p:nvPr/>
        </p:nvSpPr>
        <p:spPr>
          <a:xfrm>
            <a:off x="3403213" y="2540229"/>
            <a:ext cx="8100" cy="8100"/>
          </a:xfrm>
          <a:prstGeom prst="ellipse">
            <a:avLst/>
          </a:prstGeom>
          <a:solidFill>
            <a:srgbClr val="71808C"/>
          </a:solidFill>
          <a:ln w="0">
            <a:noFill/>
          </a:ln>
        </p:spPr>
      </p:sp>
      <p:sp>
        <p:nvSpPr>
          <p:cNvPr id="1319" name="SMILES continuation 812-628.2">
            <a:extLst>
              <a:ext uri="{FF2B5EF4-FFF2-40B4-BE49-F238E27FC236}">
                <a16:creationId xmlns:a16="http://schemas.microsoft.com/office/drawing/2014/main" id="{94285F84-1CB7-068A-59AB-878C6029D224}"/>
              </a:ext>
            </a:extLst>
          </p:cNvPr>
          <p:cNvSpPr>
            <a:spLocks noGrp="1"/>
          </p:cNvSpPr>
          <p:nvPr/>
        </p:nvSpPr>
        <p:spPr>
          <a:xfrm>
            <a:off x="3427514" y="2540229"/>
            <a:ext cx="8100" cy="8100"/>
          </a:xfrm>
          <a:prstGeom prst="ellipse">
            <a:avLst/>
          </a:prstGeom>
          <a:solidFill>
            <a:srgbClr val="71808C"/>
          </a:solidFill>
          <a:ln w="0">
            <a:noFill/>
          </a:ln>
        </p:spPr>
      </p:sp>
      <p:sp>
        <p:nvSpPr>
          <p:cNvPr id="1320" name="SMILES continuation 818-628.2">
            <a:extLst>
              <a:ext uri="{FF2B5EF4-FFF2-40B4-BE49-F238E27FC236}">
                <a16:creationId xmlns:a16="http://schemas.microsoft.com/office/drawing/2014/main" id="{952A8E3D-47BE-D785-115D-ECA2858EBB1B}"/>
              </a:ext>
            </a:extLst>
          </p:cNvPr>
          <p:cNvSpPr>
            <a:spLocks noGrp="1"/>
          </p:cNvSpPr>
          <p:nvPr/>
        </p:nvSpPr>
        <p:spPr>
          <a:xfrm>
            <a:off x="3451814" y="2540229"/>
            <a:ext cx="8100" cy="8100"/>
          </a:xfrm>
          <a:prstGeom prst="ellipse">
            <a:avLst/>
          </a:prstGeom>
          <a:solidFill>
            <a:srgbClr val="71808C"/>
          </a:solidFill>
          <a:ln w="0">
            <a:noFill/>
          </a:ln>
        </p:spPr>
      </p:sp>
      <p:sp>
        <p:nvSpPr>
          <p:cNvPr id="1321" name="SMILES continuation 806-667">
            <a:extLst>
              <a:ext uri="{FF2B5EF4-FFF2-40B4-BE49-F238E27FC236}">
                <a16:creationId xmlns:a16="http://schemas.microsoft.com/office/drawing/2014/main" id="{A1B597D7-616A-3425-03ED-B376393C2765}"/>
              </a:ext>
            </a:extLst>
          </p:cNvPr>
          <p:cNvSpPr>
            <a:spLocks noGrp="1"/>
          </p:cNvSpPr>
          <p:nvPr/>
        </p:nvSpPr>
        <p:spPr>
          <a:xfrm>
            <a:off x="3403213" y="2697373"/>
            <a:ext cx="8100" cy="8100"/>
          </a:xfrm>
          <a:prstGeom prst="ellipse">
            <a:avLst/>
          </a:prstGeom>
          <a:solidFill>
            <a:srgbClr val="71808C"/>
          </a:solidFill>
          <a:ln w="0">
            <a:noFill/>
          </a:ln>
        </p:spPr>
      </p:sp>
      <p:sp>
        <p:nvSpPr>
          <p:cNvPr id="1322" name="SMILES continuation 812-667">
            <a:extLst>
              <a:ext uri="{FF2B5EF4-FFF2-40B4-BE49-F238E27FC236}">
                <a16:creationId xmlns:a16="http://schemas.microsoft.com/office/drawing/2014/main" id="{D449AFB9-3468-B0B0-BF99-47B9C63F42C7}"/>
              </a:ext>
            </a:extLst>
          </p:cNvPr>
          <p:cNvSpPr>
            <a:spLocks noGrp="1"/>
          </p:cNvSpPr>
          <p:nvPr/>
        </p:nvSpPr>
        <p:spPr>
          <a:xfrm>
            <a:off x="3427514" y="2697373"/>
            <a:ext cx="8100" cy="8100"/>
          </a:xfrm>
          <a:prstGeom prst="ellipse">
            <a:avLst/>
          </a:prstGeom>
          <a:solidFill>
            <a:srgbClr val="71808C"/>
          </a:solidFill>
          <a:ln w="0">
            <a:noFill/>
          </a:ln>
        </p:spPr>
      </p:sp>
      <p:sp>
        <p:nvSpPr>
          <p:cNvPr id="1323" name="SMILES continuation 818-667">
            <a:extLst>
              <a:ext uri="{FF2B5EF4-FFF2-40B4-BE49-F238E27FC236}">
                <a16:creationId xmlns:a16="http://schemas.microsoft.com/office/drawing/2014/main" id="{722E7096-B775-8E09-6A4F-1A00190B82C6}"/>
              </a:ext>
            </a:extLst>
          </p:cNvPr>
          <p:cNvSpPr>
            <a:spLocks noGrp="1"/>
          </p:cNvSpPr>
          <p:nvPr/>
        </p:nvSpPr>
        <p:spPr>
          <a:xfrm>
            <a:off x="3451814" y="2697373"/>
            <a:ext cx="8100" cy="8100"/>
          </a:xfrm>
          <a:prstGeom prst="ellipse">
            <a:avLst/>
          </a:prstGeom>
          <a:solidFill>
            <a:srgbClr val="71808C"/>
          </a:solidFill>
          <a:ln w="0">
            <a:noFill/>
          </a:ln>
        </p:spPr>
      </p:sp>
      <p:sp>
        <p:nvSpPr>
          <p:cNvPr id="1371" name="Crop to summary refined">
            <a:extLst>
              <a:ext uri="{FF2B5EF4-FFF2-40B4-BE49-F238E27FC236}">
                <a16:creationId xmlns:a16="http://schemas.microsoft.com/office/drawing/2014/main" id="{9E1BDE2E-2E75-2212-D490-5151FB80A32D}"/>
              </a:ext>
            </a:extLst>
          </p:cNvPr>
          <p:cNvSpPr>
            <a:spLocks noGrp="1"/>
          </p:cNvSpPr>
          <p:nvPr/>
        </p:nvSpPr>
        <p:spPr>
          <a:xfrm>
            <a:off x="1619100" y="2578786"/>
            <a:ext cx="488443" cy="81"/>
          </a:xfrm>
          <a:custGeom>
            <a:avLst/>
            <a:gdLst/>
            <a:ahLst/>
            <a:cxnLst/>
            <a:rect l="0" t="0" r="0" b="0"/>
            <a:pathLst>
              <a:path w="1148715" h="191">
                <a:moveTo>
                  <a:pt x="0" y="0"/>
                </a:moveTo>
                <a:lnTo>
                  <a:pt x="1148715" y="0"/>
                </a:lnTo>
              </a:path>
            </a:pathLst>
          </a:custGeom>
          <a:noFill/>
          <a:ln w="8505">
            <a:solidFill>
              <a:srgbClr val="4083B4"/>
            </a:solidFill>
            <a:prstDash val="solid"/>
          </a:ln>
        </p:spPr>
      </p:sp>
      <p:sp>
        <p:nvSpPr>
          <p:cNvPr id="1372" name="Crop to summary refined head">
            <a:extLst>
              <a:ext uri="{FF2B5EF4-FFF2-40B4-BE49-F238E27FC236}">
                <a16:creationId xmlns:a16="http://schemas.microsoft.com/office/drawing/2014/main" id="{9337B009-9C09-E68B-4513-18466A1EF866}"/>
              </a:ext>
            </a:extLst>
          </p:cNvPr>
          <p:cNvSpPr>
            <a:spLocks noGrp="1"/>
          </p:cNvSpPr>
          <p:nvPr/>
        </p:nvSpPr>
        <p:spPr>
          <a:xfrm>
            <a:off x="2089115" y="2566595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4083B4"/>
          </a:solidFill>
          <a:ln w="0">
            <a:noFill/>
            <a:prstDash val="solid"/>
          </a:ln>
        </p:spPr>
      </p:sp>
      <p:sp>
        <p:nvSpPr>
          <p:cNvPr id="1373" name="Input split refined">
            <a:extLst>
              <a:ext uri="{FF2B5EF4-FFF2-40B4-BE49-F238E27FC236}">
                <a16:creationId xmlns:a16="http://schemas.microsoft.com/office/drawing/2014/main" id="{17ADB93B-2A0C-6D38-CE89-8E5128FE257F}"/>
              </a:ext>
            </a:extLst>
          </p:cNvPr>
          <p:cNvSpPr>
            <a:spLocks noGrp="1"/>
          </p:cNvSpPr>
          <p:nvPr/>
        </p:nvSpPr>
        <p:spPr>
          <a:xfrm>
            <a:off x="978413" y="3313799"/>
            <a:ext cx="360054" cy="68042"/>
          </a:xfrm>
          <a:custGeom>
            <a:avLst/>
            <a:gdLst/>
            <a:ahLst/>
            <a:cxnLst/>
            <a:rect l="0" t="0" r="0" b="0"/>
            <a:pathLst>
              <a:path w="846772" h="160020">
                <a:moveTo>
                  <a:pt x="846772" y="0"/>
                </a:moveTo>
                <a:lnTo>
                  <a:pt x="846772" y="160020"/>
                </a:lnTo>
                <a:lnTo>
                  <a:pt x="0" y="16002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74" name="Input split right refined">
            <a:extLst>
              <a:ext uri="{FF2B5EF4-FFF2-40B4-BE49-F238E27FC236}">
                <a16:creationId xmlns:a16="http://schemas.microsoft.com/office/drawing/2014/main" id="{73AF837B-33EA-3EB9-BAD8-A3B4E7D1505E}"/>
              </a:ext>
            </a:extLst>
          </p:cNvPr>
          <p:cNvSpPr>
            <a:spLocks noGrp="1"/>
          </p:cNvSpPr>
          <p:nvPr/>
        </p:nvSpPr>
        <p:spPr>
          <a:xfrm>
            <a:off x="1338468" y="3381841"/>
            <a:ext cx="351955" cy="81"/>
          </a:xfrm>
          <a:custGeom>
            <a:avLst/>
            <a:gdLst/>
            <a:ahLst/>
            <a:cxnLst/>
            <a:rect l="0" t="0" r="0" b="0"/>
            <a:pathLst>
              <a:path w="827723" h="191">
                <a:moveTo>
                  <a:pt x="0" y="0"/>
                </a:moveTo>
                <a:lnTo>
                  <a:pt x="827723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75" name="Inputs to pool refined">
            <a:extLst>
              <a:ext uri="{FF2B5EF4-FFF2-40B4-BE49-F238E27FC236}">
                <a16:creationId xmlns:a16="http://schemas.microsoft.com/office/drawing/2014/main" id="{E6341B7B-54C9-01F4-C95D-89C49091FE34}"/>
              </a:ext>
            </a:extLst>
          </p:cNvPr>
          <p:cNvSpPr>
            <a:spLocks noGrp="1"/>
          </p:cNvSpPr>
          <p:nvPr/>
        </p:nvSpPr>
        <p:spPr>
          <a:xfrm>
            <a:off x="978413" y="3381841"/>
            <a:ext cx="81" cy="61116"/>
          </a:xfrm>
          <a:custGeom>
            <a:avLst/>
            <a:gdLst/>
            <a:ahLst/>
            <a:cxnLst/>
            <a:rect l="0" t="0" r="0" b="0"/>
            <a:pathLst>
              <a:path w="191" h="143732">
                <a:moveTo>
                  <a:pt x="0" y="0"/>
                </a:moveTo>
                <a:lnTo>
                  <a:pt x="0" y="143732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76" name="Inputs to pool refined head">
            <a:extLst>
              <a:ext uri="{FF2B5EF4-FFF2-40B4-BE49-F238E27FC236}">
                <a16:creationId xmlns:a16="http://schemas.microsoft.com/office/drawing/2014/main" id="{816C3886-99A7-DE5B-3AE4-A2BA1559D1B6}"/>
              </a:ext>
            </a:extLst>
          </p:cNvPr>
          <p:cNvSpPr>
            <a:spLocks noGrp="1"/>
          </p:cNvSpPr>
          <p:nvPr/>
        </p:nvSpPr>
        <p:spPr>
          <a:xfrm>
            <a:off x="966222" y="3424530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77" name="Inputs to attention refined">
            <a:extLst>
              <a:ext uri="{FF2B5EF4-FFF2-40B4-BE49-F238E27FC236}">
                <a16:creationId xmlns:a16="http://schemas.microsoft.com/office/drawing/2014/main" id="{ABA9FDA4-73E6-A18A-F579-E4271A58C290}"/>
              </a:ext>
            </a:extLst>
          </p:cNvPr>
          <p:cNvSpPr>
            <a:spLocks noGrp="1"/>
          </p:cNvSpPr>
          <p:nvPr/>
        </p:nvSpPr>
        <p:spPr>
          <a:xfrm>
            <a:off x="1690422" y="3381841"/>
            <a:ext cx="81" cy="61116"/>
          </a:xfrm>
          <a:custGeom>
            <a:avLst/>
            <a:gdLst/>
            <a:ahLst/>
            <a:cxnLst/>
            <a:rect l="0" t="0" r="0" b="0"/>
            <a:pathLst>
              <a:path w="191" h="143732">
                <a:moveTo>
                  <a:pt x="0" y="0"/>
                </a:moveTo>
                <a:lnTo>
                  <a:pt x="0" y="143732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78" name="Inputs to attention refined head">
            <a:extLst>
              <a:ext uri="{FF2B5EF4-FFF2-40B4-BE49-F238E27FC236}">
                <a16:creationId xmlns:a16="http://schemas.microsoft.com/office/drawing/2014/main" id="{DD39D9B4-452F-5CE4-E5F7-64506E9CBA6F}"/>
              </a:ext>
            </a:extLst>
          </p:cNvPr>
          <p:cNvSpPr>
            <a:spLocks noGrp="1"/>
          </p:cNvSpPr>
          <p:nvPr/>
        </p:nvSpPr>
        <p:spPr>
          <a:xfrm>
            <a:off x="1678231" y="3424530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83" name="MLP to FiLM refined">
            <a:extLst>
              <a:ext uri="{FF2B5EF4-FFF2-40B4-BE49-F238E27FC236}">
                <a16:creationId xmlns:a16="http://schemas.microsoft.com/office/drawing/2014/main" id="{1C680C89-1788-D9D7-242C-84F62AFD5D50}"/>
              </a:ext>
            </a:extLst>
          </p:cNvPr>
          <p:cNvSpPr>
            <a:spLocks noGrp="1"/>
          </p:cNvSpPr>
          <p:nvPr/>
        </p:nvSpPr>
        <p:spPr>
          <a:xfrm>
            <a:off x="1508167" y="3813380"/>
            <a:ext cx="638905" cy="81"/>
          </a:xfrm>
          <a:custGeom>
            <a:avLst/>
            <a:gdLst/>
            <a:ahLst/>
            <a:cxnLst/>
            <a:rect l="0" t="0" r="0" b="0"/>
            <a:pathLst>
              <a:path w="1502569" h="191">
                <a:moveTo>
                  <a:pt x="0" y="0"/>
                </a:moveTo>
                <a:lnTo>
                  <a:pt x="1502569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84" name="MLP to FiLM refined head">
            <a:extLst>
              <a:ext uri="{FF2B5EF4-FFF2-40B4-BE49-F238E27FC236}">
                <a16:creationId xmlns:a16="http://schemas.microsoft.com/office/drawing/2014/main" id="{E12C0352-80FB-A05F-FE3A-DD5EC7B61B8C}"/>
              </a:ext>
            </a:extLst>
          </p:cNvPr>
          <p:cNvSpPr>
            <a:spLocks noGrp="1"/>
          </p:cNvSpPr>
          <p:nvPr/>
        </p:nvSpPr>
        <p:spPr>
          <a:xfrm>
            <a:off x="2128644" y="3801190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85" name="Summary to FiLM refined">
            <a:extLst>
              <a:ext uri="{FF2B5EF4-FFF2-40B4-BE49-F238E27FC236}">
                <a16:creationId xmlns:a16="http://schemas.microsoft.com/office/drawing/2014/main" id="{65815FC5-A34F-DBD0-5C14-A09E39261117}"/>
              </a:ext>
            </a:extLst>
          </p:cNvPr>
          <p:cNvSpPr>
            <a:spLocks noGrp="1"/>
          </p:cNvSpPr>
          <p:nvPr/>
        </p:nvSpPr>
        <p:spPr>
          <a:xfrm>
            <a:off x="2307254" y="2721673"/>
            <a:ext cx="81" cy="1006655"/>
          </a:xfrm>
          <a:custGeom>
            <a:avLst/>
            <a:gdLst/>
            <a:ahLst/>
            <a:cxnLst/>
            <a:rect l="0" t="0" r="0" b="0"/>
            <a:pathLst>
              <a:path w="191" h="2367439">
                <a:moveTo>
                  <a:pt x="0" y="0"/>
                </a:moveTo>
                <a:lnTo>
                  <a:pt x="0" y="2367439"/>
                </a:lnTo>
              </a:path>
            </a:pathLst>
          </a:custGeom>
          <a:noFill/>
          <a:ln w="8505">
            <a:solidFill>
              <a:srgbClr val="4083B4"/>
            </a:solidFill>
            <a:prstDash val="solid"/>
          </a:ln>
        </p:spPr>
      </p:sp>
      <p:sp>
        <p:nvSpPr>
          <p:cNvPr id="1386" name="Summary to FiLM refined head">
            <a:extLst>
              <a:ext uri="{FF2B5EF4-FFF2-40B4-BE49-F238E27FC236}">
                <a16:creationId xmlns:a16="http://schemas.microsoft.com/office/drawing/2014/main" id="{8E17E74B-EB93-FD9B-0B18-2FFC79AF3984}"/>
              </a:ext>
            </a:extLst>
          </p:cNvPr>
          <p:cNvSpPr>
            <a:spLocks noGrp="1"/>
          </p:cNvSpPr>
          <p:nvPr/>
        </p:nvSpPr>
        <p:spPr>
          <a:xfrm>
            <a:off x="2295063" y="3709900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4083B4"/>
          </a:solidFill>
          <a:ln w="0">
            <a:noFill/>
            <a:prstDash val="solid"/>
          </a:ln>
        </p:spPr>
      </p:sp>
      <p:sp>
        <p:nvSpPr>
          <p:cNvPr id="1387" name="Summary to cross attention refined">
            <a:extLst>
              <a:ext uri="{FF2B5EF4-FFF2-40B4-BE49-F238E27FC236}">
                <a16:creationId xmlns:a16="http://schemas.microsoft.com/office/drawing/2014/main" id="{1FB94D03-607B-1E4E-8594-CF425A7C4E8A}"/>
              </a:ext>
            </a:extLst>
          </p:cNvPr>
          <p:cNvSpPr>
            <a:spLocks noGrp="1"/>
          </p:cNvSpPr>
          <p:nvPr/>
        </p:nvSpPr>
        <p:spPr>
          <a:xfrm>
            <a:off x="2024556" y="3528010"/>
            <a:ext cx="282698" cy="81"/>
          </a:xfrm>
          <a:custGeom>
            <a:avLst/>
            <a:gdLst/>
            <a:ahLst/>
            <a:cxnLst/>
            <a:rect l="0" t="0" r="0" b="0"/>
            <a:pathLst>
              <a:path w="664845" h="191">
                <a:moveTo>
                  <a:pt x="664845" y="0"/>
                </a:moveTo>
                <a:lnTo>
                  <a:pt x="0" y="0"/>
                </a:lnTo>
              </a:path>
            </a:pathLst>
          </a:custGeom>
          <a:noFill/>
          <a:ln w="8505">
            <a:solidFill>
              <a:srgbClr val="4083B4"/>
            </a:solidFill>
            <a:prstDash val="solid"/>
          </a:ln>
        </p:spPr>
      </p:sp>
      <p:sp>
        <p:nvSpPr>
          <p:cNvPr id="1388" name="Summary to cross attention refined head">
            <a:extLst>
              <a:ext uri="{FF2B5EF4-FFF2-40B4-BE49-F238E27FC236}">
                <a16:creationId xmlns:a16="http://schemas.microsoft.com/office/drawing/2014/main" id="{00C0D494-2ACE-5841-9C32-DEA46D076636}"/>
              </a:ext>
            </a:extLst>
          </p:cNvPr>
          <p:cNvSpPr>
            <a:spLocks noGrp="1"/>
          </p:cNvSpPr>
          <p:nvPr/>
        </p:nvSpPr>
        <p:spPr>
          <a:xfrm>
            <a:off x="2014633" y="3515819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0" y="28670"/>
                </a:moveTo>
                <a:lnTo>
                  <a:pt x="66675" y="57340"/>
                </a:lnTo>
                <a:lnTo>
                  <a:pt x="66675" y="0"/>
                </a:lnTo>
                <a:close/>
              </a:path>
            </a:pathLst>
          </a:custGeom>
          <a:solidFill>
            <a:srgbClr val="4083B4"/>
          </a:solidFill>
          <a:ln w="0">
            <a:noFill/>
            <a:prstDash val="solid"/>
          </a:ln>
        </p:spPr>
      </p:sp>
      <p:sp>
        <p:nvSpPr>
          <p:cNvPr id="1389" name="FiLM to candidate refined">
            <a:extLst>
              <a:ext uri="{FF2B5EF4-FFF2-40B4-BE49-F238E27FC236}">
                <a16:creationId xmlns:a16="http://schemas.microsoft.com/office/drawing/2014/main" id="{E1DFC7C4-E67B-154D-52E4-C0F085E1E129}"/>
              </a:ext>
            </a:extLst>
          </p:cNvPr>
          <p:cNvSpPr>
            <a:spLocks noGrp="1"/>
          </p:cNvSpPr>
          <p:nvPr/>
        </p:nvSpPr>
        <p:spPr>
          <a:xfrm>
            <a:off x="2307254" y="3888510"/>
            <a:ext cx="81" cy="91573"/>
          </a:xfrm>
          <a:custGeom>
            <a:avLst/>
            <a:gdLst/>
            <a:ahLst/>
            <a:cxnLst/>
            <a:rect l="0" t="0" r="0" b="0"/>
            <a:pathLst>
              <a:path w="191" h="215360">
                <a:moveTo>
                  <a:pt x="0" y="0"/>
                </a:moveTo>
                <a:lnTo>
                  <a:pt x="0" y="21536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90" name="FiLM to candidate refined head">
            <a:extLst>
              <a:ext uri="{FF2B5EF4-FFF2-40B4-BE49-F238E27FC236}">
                <a16:creationId xmlns:a16="http://schemas.microsoft.com/office/drawing/2014/main" id="{71F20AB3-4FD9-3FCF-7E41-F34B06A133B8}"/>
              </a:ext>
            </a:extLst>
          </p:cNvPr>
          <p:cNvSpPr>
            <a:spLocks noGrp="1"/>
          </p:cNvSpPr>
          <p:nvPr/>
        </p:nvSpPr>
        <p:spPr>
          <a:xfrm>
            <a:off x="2295063" y="3961655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91" name="Candidate to foreground refined">
            <a:extLst>
              <a:ext uri="{FF2B5EF4-FFF2-40B4-BE49-F238E27FC236}">
                <a16:creationId xmlns:a16="http://schemas.microsoft.com/office/drawing/2014/main" id="{6ABAD166-36A2-B1EE-94C7-250B579BF8AA}"/>
              </a:ext>
            </a:extLst>
          </p:cNvPr>
          <p:cNvSpPr>
            <a:spLocks noGrp="1"/>
          </p:cNvSpPr>
          <p:nvPr/>
        </p:nvSpPr>
        <p:spPr>
          <a:xfrm>
            <a:off x="1112836" y="4050109"/>
            <a:ext cx="1194418" cy="121908"/>
          </a:xfrm>
          <a:custGeom>
            <a:avLst/>
            <a:gdLst/>
            <a:ahLst/>
            <a:cxnLst/>
            <a:rect l="0" t="0" r="0" b="0"/>
            <a:pathLst>
              <a:path w="2809018" h="286702">
                <a:moveTo>
                  <a:pt x="2809018" y="0"/>
                </a:moveTo>
                <a:lnTo>
                  <a:pt x="2809018" y="95250"/>
                </a:lnTo>
                <a:lnTo>
                  <a:pt x="0" y="95250"/>
                </a:lnTo>
                <a:lnTo>
                  <a:pt x="0" y="286702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92" name="Candidate to foreground refined head">
            <a:extLst>
              <a:ext uri="{FF2B5EF4-FFF2-40B4-BE49-F238E27FC236}">
                <a16:creationId xmlns:a16="http://schemas.microsoft.com/office/drawing/2014/main" id="{254C3D79-4029-F04C-CE38-B386FCB2CFF5}"/>
              </a:ext>
            </a:extLst>
          </p:cNvPr>
          <p:cNvSpPr>
            <a:spLocks noGrp="1"/>
          </p:cNvSpPr>
          <p:nvPr/>
        </p:nvSpPr>
        <p:spPr>
          <a:xfrm>
            <a:off x="1100645" y="4153590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93" name="Foreground to probability refined">
            <a:extLst>
              <a:ext uri="{FF2B5EF4-FFF2-40B4-BE49-F238E27FC236}">
                <a16:creationId xmlns:a16="http://schemas.microsoft.com/office/drawing/2014/main" id="{0C587F6B-733F-401F-4E81-4718E0A50EC8}"/>
              </a:ext>
            </a:extLst>
          </p:cNvPr>
          <p:cNvSpPr>
            <a:spLocks noGrp="1"/>
          </p:cNvSpPr>
          <p:nvPr/>
        </p:nvSpPr>
        <p:spPr>
          <a:xfrm>
            <a:off x="1453005" y="4239978"/>
            <a:ext cx="255440" cy="81"/>
          </a:xfrm>
          <a:custGeom>
            <a:avLst/>
            <a:gdLst/>
            <a:ahLst/>
            <a:cxnLst/>
            <a:rect l="0" t="0" r="0" b="0"/>
            <a:pathLst>
              <a:path w="600742" h="191">
                <a:moveTo>
                  <a:pt x="0" y="0"/>
                </a:moveTo>
                <a:lnTo>
                  <a:pt x="600742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94" name="Foreground to probability refined head">
            <a:extLst>
              <a:ext uri="{FF2B5EF4-FFF2-40B4-BE49-F238E27FC236}">
                <a16:creationId xmlns:a16="http://schemas.microsoft.com/office/drawing/2014/main" id="{F9313D95-5A6D-8445-B10C-5DB0A2045B8B}"/>
              </a:ext>
            </a:extLst>
          </p:cNvPr>
          <p:cNvSpPr>
            <a:spLocks noGrp="1"/>
          </p:cNvSpPr>
          <p:nvPr/>
        </p:nvSpPr>
        <p:spPr>
          <a:xfrm>
            <a:off x="1690017" y="4227788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95" name="Candidate to cosine refined">
            <a:extLst>
              <a:ext uri="{FF2B5EF4-FFF2-40B4-BE49-F238E27FC236}">
                <a16:creationId xmlns:a16="http://schemas.microsoft.com/office/drawing/2014/main" id="{1CD198CB-8A0C-2DEF-3922-933E3E189542}"/>
              </a:ext>
            </a:extLst>
          </p:cNvPr>
          <p:cNvSpPr>
            <a:spLocks noGrp="1"/>
          </p:cNvSpPr>
          <p:nvPr/>
        </p:nvSpPr>
        <p:spPr>
          <a:xfrm>
            <a:off x="2307254" y="4050109"/>
            <a:ext cx="911598" cy="189869"/>
          </a:xfrm>
          <a:custGeom>
            <a:avLst/>
            <a:gdLst/>
            <a:ahLst/>
            <a:cxnLst/>
            <a:rect l="0" t="0" r="0" b="0"/>
            <a:pathLst>
              <a:path w="2143887" h="446532">
                <a:moveTo>
                  <a:pt x="0" y="0"/>
                </a:moveTo>
                <a:lnTo>
                  <a:pt x="0" y="446532"/>
                </a:lnTo>
                <a:lnTo>
                  <a:pt x="2143887" y="446532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96" name="Candidate to cosine refined head">
            <a:extLst>
              <a:ext uri="{FF2B5EF4-FFF2-40B4-BE49-F238E27FC236}">
                <a16:creationId xmlns:a16="http://schemas.microsoft.com/office/drawing/2014/main" id="{136093CB-B48A-03C7-46F4-4A0B52F9B12A}"/>
              </a:ext>
            </a:extLst>
          </p:cNvPr>
          <p:cNvSpPr>
            <a:spLocks noGrp="1"/>
          </p:cNvSpPr>
          <p:nvPr/>
        </p:nvSpPr>
        <p:spPr>
          <a:xfrm>
            <a:off x="3200424" y="4227788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97" name="Selected identity to graph refined">
            <a:extLst>
              <a:ext uri="{FF2B5EF4-FFF2-40B4-BE49-F238E27FC236}">
                <a16:creationId xmlns:a16="http://schemas.microsoft.com/office/drawing/2014/main" id="{447DE57B-A949-54B0-4463-2DA9391E72DE}"/>
              </a:ext>
            </a:extLst>
          </p:cNvPr>
          <p:cNvSpPr>
            <a:spLocks noGrp="1"/>
          </p:cNvSpPr>
          <p:nvPr/>
        </p:nvSpPr>
        <p:spPr>
          <a:xfrm>
            <a:off x="2959807" y="2608432"/>
            <a:ext cx="276865" cy="253091"/>
          </a:xfrm>
          <a:custGeom>
            <a:avLst/>
            <a:gdLst/>
            <a:ahLst/>
            <a:cxnLst/>
            <a:rect l="0" t="0" r="0" b="0"/>
            <a:pathLst>
              <a:path w="651129" h="595217">
                <a:moveTo>
                  <a:pt x="651129" y="0"/>
                </a:moveTo>
                <a:lnTo>
                  <a:pt x="0" y="0"/>
                </a:lnTo>
                <a:lnTo>
                  <a:pt x="0" y="595217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98" name="Selected identity to graph refined head">
            <a:extLst>
              <a:ext uri="{FF2B5EF4-FFF2-40B4-BE49-F238E27FC236}">
                <a16:creationId xmlns:a16="http://schemas.microsoft.com/office/drawing/2014/main" id="{0BC3C3F9-74A0-136F-6923-5D37C51F8A78}"/>
              </a:ext>
            </a:extLst>
          </p:cNvPr>
          <p:cNvSpPr>
            <a:spLocks noGrp="1"/>
          </p:cNvSpPr>
          <p:nvPr/>
        </p:nvSpPr>
        <p:spPr>
          <a:xfrm>
            <a:off x="2947616" y="2843096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99" name="Graph to GNN refined">
            <a:extLst>
              <a:ext uri="{FF2B5EF4-FFF2-40B4-BE49-F238E27FC236}">
                <a16:creationId xmlns:a16="http://schemas.microsoft.com/office/drawing/2014/main" id="{8B840ECD-F306-C2FB-EB8F-3997FE53765D}"/>
              </a:ext>
            </a:extLst>
          </p:cNvPr>
          <p:cNvSpPr>
            <a:spLocks noGrp="1"/>
          </p:cNvSpPr>
          <p:nvPr/>
        </p:nvSpPr>
        <p:spPr>
          <a:xfrm>
            <a:off x="2959807" y="3164148"/>
            <a:ext cx="81" cy="65247"/>
          </a:xfrm>
          <a:custGeom>
            <a:avLst/>
            <a:gdLst/>
            <a:ahLst/>
            <a:cxnLst/>
            <a:rect l="0" t="0" r="0" b="0"/>
            <a:pathLst>
              <a:path w="191" h="153448">
                <a:moveTo>
                  <a:pt x="0" y="0"/>
                </a:moveTo>
                <a:lnTo>
                  <a:pt x="0" y="153448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00" name="Graph to GNN refined head">
            <a:extLst>
              <a:ext uri="{FF2B5EF4-FFF2-40B4-BE49-F238E27FC236}">
                <a16:creationId xmlns:a16="http://schemas.microsoft.com/office/drawing/2014/main" id="{36D0FFFE-A554-5CB2-3C9A-865FF1D2EAF8}"/>
              </a:ext>
            </a:extLst>
          </p:cNvPr>
          <p:cNvSpPr>
            <a:spLocks noGrp="1"/>
          </p:cNvSpPr>
          <p:nvPr/>
        </p:nvSpPr>
        <p:spPr>
          <a:xfrm>
            <a:off x="2947616" y="3210967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01" name="GNN to graph attention refined">
            <a:extLst>
              <a:ext uri="{FF2B5EF4-FFF2-40B4-BE49-F238E27FC236}">
                <a16:creationId xmlns:a16="http://schemas.microsoft.com/office/drawing/2014/main" id="{1FE5F774-8BAE-ED56-4749-35C9502AFA63}"/>
              </a:ext>
            </a:extLst>
          </p:cNvPr>
          <p:cNvSpPr>
            <a:spLocks noGrp="1"/>
          </p:cNvSpPr>
          <p:nvPr/>
        </p:nvSpPr>
        <p:spPr>
          <a:xfrm>
            <a:off x="2959807" y="3373781"/>
            <a:ext cx="81" cy="116643"/>
          </a:xfrm>
          <a:custGeom>
            <a:avLst/>
            <a:gdLst/>
            <a:ahLst/>
            <a:cxnLst/>
            <a:rect l="0" t="0" r="0" b="0"/>
            <a:pathLst>
              <a:path w="191" h="274320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02" name="GNN to graph attention refined head">
            <a:extLst>
              <a:ext uri="{FF2B5EF4-FFF2-40B4-BE49-F238E27FC236}">
                <a16:creationId xmlns:a16="http://schemas.microsoft.com/office/drawing/2014/main" id="{9F3A2D19-9DA2-4AF5-8864-5DDFDD5A9939}"/>
              </a:ext>
            </a:extLst>
          </p:cNvPr>
          <p:cNvSpPr>
            <a:spLocks noGrp="1"/>
          </p:cNvSpPr>
          <p:nvPr/>
        </p:nvSpPr>
        <p:spPr>
          <a:xfrm>
            <a:off x="2947616" y="3471997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03" name="Identity to SMI-TED refined">
            <a:extLst>
              <a:ext uri="{FF2B5EF4-FFF2-40B4-BE49-F238E27FC236}">
                <a16:creationId xmlns:a16="http://schemas.microsoft.com/office/drawing/2014/main" id="{5EA7717A-435C-409C-E00E-0B3D4289E41F}"/>
              </a:ext>
            </a:extLst>
          </p:cNvPr>
          <p:cNvSpPr>
            <a:spLocks noGrp="1"/>
          </p:cNvSpPr>
          <p:nvPr/>
        </p:nvSpPr>
        <p:spPr>
          <a:xfrm>
            <a:off x="3627427" y="2822562"/>
            <a:ext cx="81" cy="139040"/>
          </a:xfrm>
          <a:custGeom>
            <a:avLst/>
            <a:gdLst/>
            <a:ahLst/>
            <a:cxnLst/>
            <a:rect l="0" t="0" r="0" b="0"/>
            <a:pathLst>
              <a:path w="191" h="326993">
                <a:moveTo>
                  <a:pt x="0" y="0"/>
                </a:moveTo>
                <a:lnTo>
                  <a:pt x="0" y="326993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04" name="Identity to SMI-TED refined head">
            <a:extLst>
              <a:ext uri="{FF2B5EF4-FFF2-40B4-BE49-F238E27FC236}">
                <a16:creationId xmlns:a16="http://schemas.microsoft.com/office/drawing/2014/main" id="{80757E94-83C6-1C51-5DCF-38C3FEFEFD8D}"/>
              </a:ext>
            </a:extLst>
          </p:cNvPr>
          <p:cNvSpPr>
            <a:spLocks noGrp="1"/>
          </p:cNvSpPr>
          <p:nvPr/>
        </p:nvSpPr>
        <p:spPr>
          <a:xfrm>
            <a:off x="3615236" y="2943174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05" name="SMI-TED to language refined">
            <a:extLst>
              <a:ext uri="{FF2B5EF4-FFF2-40B4-BE49-F238E27FC236}">
                <a16:creationId xmlns:a16="http://schemas.microsoft.com/office/drawing/2014/main" id="{FCB97CD5-BA0E-5333-EA5A-74EA1A94A679}"/>
              </a:ext>
            </a:extLst>
          </p:cNvPr>
          <p:cNvSpPr>
            <a:spLocks noGrp="1"/>
          </p:cNvSpPr>
          <p:nvPr/>
        </p:nvSpPr>
        <p:spPr>
          <a:xfrm>
            <a:off x="3627427" y="3105988"/>
            <a:ext cx="81" cy="431094"/>
          </a:xfrm>
          <a:custGeom>
            <a:avLst/>
            <a:gdLst/>
            <a:ahLst/>
            <a:cxnLst/>
            <a:rect l="0" t="0" r="0" b="0"/>
            <a:pathLst>
              <a:path w="191" h="1013841">
                <a:moveTo>
                  <a:pt x="0" y="0"/>
                </a:moveTo>
                <a:lnTo>
                  <a:pt x="0" y="1013841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06" name="SMI-TED to language refined head">
            <a:extLst>
              <a:ext uri="{FF2B5EF4-FFF2-40B4-BE49-F238E27FC236}">
                <a16:creationId xmlns:a16="http://schemas.microsoft.com/office/drawing/2014/main" id="{C37BECDB-374B-3741-0F26-01338B0FCB10}"/>
              </a:ext>
            </a:extLst>
          </p:cNvPr>
          <p:cNvSpPr>
            <a:spLocks noGrp="1"/>
          </p:cNvSpPr>
          <p:nvPr/>
        </p:nvSpPr>
        <p:spPr>
          <a:xfrm>
            <a:off x="3615236" y="3518654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07" name="Other identities refined">
            <a:extLst>
              <a:ext uri="{FF2B5EF4-FFF2-40B4-BE49-F238E27FC236}">
                <a16:creationId xmlns:a16="http://schemas.microsoft.com/office/drawing/2014/main" id="{5D4E902B-EACC-2A9C-281A-3A2561CC1B68}"/>
              </a:ext>
            </a:extLst>
          </p:cNvPr>
          <p:cNvSpPr>
            <a:spLocks noGrp="1"/>
          </p:cNvSpPr>
          <p:nvPr/>
        </p:nvSpPr>
        <p:spPr>
          <a:xfrm>
            <a:off x="4043535" y="2373162"/>
            <a:ext cx="261029" cy="584107"/>
          </a:xfrm>
          <a:custGeom>
            <a:avLst/>
            <a:gdLst/>
            <a:ahLst/>
            <a:cxnLst/>
            <a:rect l="0" t="0" r="0" b="0"/>
            <a:pathLst>
              <a:path w="613886" h="1373695">
                <a:moveTo>
                  <a:pt x="0" y="0"/>
                </a:moveTo>
                <a:lnTo>
                  <a:pt x="613886" y="0"/>
                </a:lnTo>
                <a:lnTo>
                  <a:pt x="613886" y="1373695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08" name="Other identities refined head">
            <a:extLst>
              <a:ext uri="{FF2B5EF4-FFF2-40B4-BE49-F238E27FC236}">
                <a16:creationId xmlns:a16="http://schemas.microsoft.com/office/drawing/2014/main" id="{585855B8-06AD-82E2-DFBF-7CAB07225500}"/>
              </a:ext>
            </a:extLst>
          </p:cNvPr>
          <p:cNvSpPr>
            <a:spLocks noGrp="1"/>
          </p:cNvSpPr>
          <p:nvPr/>
        </p:nvSpPr>
        <p:spPr>
          <a:xfrm>
            <a:off x="4292374" y="2938840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09" name="Other identities middle refined">
            <a:extLst>
              <a:ext uri="{FF2B5EF4-FFF2-40B4-BE49-F238E27FC236}">
                <a16:creationId xmlns:a16="http://schemas.microsoft.com/office/drawing/2014/main" id="{5845A2D0-2B68-3D7F-F564-879463B2DE6E}"/>
              </a:ext>
            </a:extLst>
          </p:cNvPr>
          <p:cNvSpPr>
            <a:spLocks noGrp="1"/>
          </p:cNvSpPr>
          <p:nvPr/>
        </p:nvSpPr>
        <p:spPr>
          <a:xfrm>
            <a:off x="4043535" y="2487942"/>
            <a:ext cx="261029" cy="81"/>
          </a:xfrm>
          <a:custGeom>
            <a:avLst/>
            <a:gdLst/>
            <a:ahLst/>
            <a:cxnLst/>
            <a:rect l="0" t="0" r="0" b="0"/>
            <a:pathLst>
              <a:path w="613886" h="191">
                <a:moveTo>
                  <a:pt x="0" y="0"/>
                </a:moveTo>
                <a:lnTo>
                  <a:pt x="613886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10" name="Other identities lower refined">
            <a:extLst>
              <a:ext uri="{FF2B5EF4-FFF2-40B4-BE49-F238E27FC236}">
                <a16:creationId xmlns:a16="http://schemas.microsoft.com/office/drawing/2014/main" id="{939147A5-1559-6B56-113B-0218FE2A5098}"/>
              </a:ext>
            </a:extLst>
          </p:cNvPr>
          <p:cNvSpPr>
            <a:spLocks noGrp="1"/>
          </p:cNvSpPr>
          <p:nvPr/>
        </p:nvSpPr>
        <p:spPr>
          <a:xfrm>
            <a:off x="4043535" y="2778011"/>
            <a:ext cx="261029" cy="81"/>
          </a:xfrm>
          <a:custGeom>
            <a:avLst/>
            <a:gdLst/>
            <a:ahLst/>
            <a:cxnLst/>
            <a:rect l="0" t="0" r="0" b="0"/>
            <a:pathLst>
              <a:path w="613886" h="191">
                <a:moveTo>
                  <a:pt x="0" y="0"/>
                </a:moveTo>
                <a:lnTo>
                  <a:pt x="613886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11" name="Context SMI-TED to matrix refined">
            <a:extLst>
              <a:ext uri="{FF2B5EF4-FFF2-40B4-BE49-F238E27FC236}">
                <a16:creationId xmlns:a16="http://schemas.microsoft.com/office/drawing/2014/main" id="{82FC8DE0-86E7-CC90-4AEF-35224DC6479B}"/>
              </a:ext>
            </a:extLst>
          </p:cNvPr>
          <p:cNvSpPr>
            <a:spLocks noGrp="1"/>
          </p:cNvSpPr>
          <p:nvPr/>
        </p:nvSpPr>
        <p:spPr>
          <a:xfrm>
            <a:off x="4309020" y="3101655"/>
            <a:ext cx="81" cy="112309"/>
          </a:xfrm>
          <a:custGeom>
            <a:avLst/>
            <a:gdLst/>
            <a:ahLst/>
            <a:cxnLst/>
            <a:rect l="0" t="0" r="0" b="0"/>
            <a:pathLst>
              <a:path w="191" h="264128">
                <a:moveTo>
                  <a:pt x="0" y="0"/>
                </a:moveTo>
                <a:lnTo>
                  <a:pt x="0" y="264128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12" name="Context SMI-TED to matrix refined head">
            <a:extLst>
              <a:ext uri="{FF2B5EF4-FFF2-40B4-BE49-F238E27FC236}">
                <a16:creationId xmlns:a16="http://schemas.microsoft.com/office/drawing/2014/main" id="{886EE7B7-A311-C6BC-9DEB-7A7E7CFE4C37}"/>
              </a:ext>
            </a:extLst>
          </p:cNvPr>
          <p:cNvSpPr>
            <a:spLocks noGrp="1"/>
          </p:cNvSpPr>
          <p:nvPr/>
        </p:nvSpPr>
        <p:spPr>
          <a:xfrm>
            <a:off x="4296829" y="3195536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13" name="Context matrix to attention refined">
            <a:extLst>
              <a:ext uri="{FF2B5EF4-FFF2-40B4-BE49-F238E27FC236}">
                <a16:creationId xmlns:a16="http://schemas.microsoft.com/office/drawing/2014/main" id="{F9B67E34-0035-CF26-2F9A-8E325A480AEC}"/>
              </a:ext>
            </a:extLst>
          </p:cNvPr>
          <p:cNvSpPr>
            <a:spLocks noGrp="1"/>
          </p:cNvSpPr>
          <p:nvPr/>
        </p:nvSpPr>
        <p:spPr>
          <a:xfrm>
            <a:off x="4304565" y="3384231"/>
            <a:ext cx="81" cy="106194"/>
          </a:xfrm>
          <a:custGeom>
            <a:avLst/>
            <a:gdLst/>
            <a:ahLst/>
            <a:cxnLst/>
            <a:rect l="0" t="0" r="0" b="0"/>
            <a:pathLst>
              <a:path w="191" h="249745">
                <a:moveTo>
                  <a:pt x="0" y="0"/>
                </a:moveTo>
                <a:lnTo>
                  <a:pt x="0" y="249745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14" name="Context matrix to attention refined head">
            <a:extLst>
              <a:ext uri="{FF2B5EF4-FFF2-40B4-BE49-F238E27FC236}">
                <a16:creationId xmlns:a16="http://schemas.microsoft.com/office/drawing/2014/main" id="{09FFEE40-1A97-C1B6-5683-D74CF10A7756}"/>
              </a:ext>
            </a:extLst>
          </p:cNvPr>
          <p:cNvSpPr>
            <a:spLocks noGrp="1"/>
          </p:cNvSpPr>
          <p:nvPr/>
        </p:nvSpPr>
        <p:spPr>
          <a:xfrm>
            <a:off x="4292374" y="3471997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15" name="Language query left refined">
            <a:extLst>
              <a:ext uri="{FF2B5EF4-FFF2-40B4-BE49-F238E27FC236}">
                <a16:creationId xmlns:a16="http://schemas.microsoft.com/office/drawing/2014/main" id="{1F368976-7279-B831-B4E2-A260DF4BED76}"/>
              </a:ext>
            </a:extLst>
          </p:cNvPr>
          <p:cNvSpPr>
            <a:spLocks noGrp="1"/>
          </p:cNvSpPr>
          <p:nvPr/>
        </p:nvSpPr>
        <p:spPr>
          <a:xfrm>
            <a:off x="3278227" y="3575477"/>
            <a:ext cx="203680" cy="81"/>
          </a:xfrm>
          <a:custGeom>
            <a:avLst/>
            <a:gdLst/>
            <a:ahLst/>
            <a:cxnLst/>
            <a:rect l="0" t="0" r="0" b="0"/>
            <a:pathLst>
              <a:path w="479012" h="191">
                <a:moveTo>
                  <a:pt x="479012" y="0"/>
                </a:moveTo>
                <a:lnTo>
                  <a:pt x="0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16" name="Language query left refined head">
            <a:extLst>
              <a:ext uri="{FF2B5EF4-FFF2-40B4-BE49-F238E27FC236}">
                <a16:creationId xmlns:a16="http://schemas.microsoft.com/office/drawing/2014/main" id="{F043D286-0469-AFA2-318C-CF92E666052B}"/>
              </a:ext>
            </a:extLst>
          </p:cNvPr>
          <p:cNvSpPr>
            <a:spLocks noGrp="1"/>
          </p:cNvSpPr>
          <p:nvPr/>
        </p:nvSpPr>
        <p:spPr>
          <a:xfrm>
            <a:off x="3268304" y="3563286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0" y="28670"/>
                </a:moveTo>
                <a:lnTo>
                  <a:pt x="66675" y="57340"/>
                </a:lnTo>
                <a:lnTo>
                  <a:pt x="66675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17" name="Language query right refined">
            <a:extLst>
              <a:ext uri="{FF2B5EF4-FFF2-40B4-BE49-F238E27FC236}">
                <a16:creationId xmlns:a16="http://schemas.microsoft.com/office/drawing/2014/main" id="{4C9A6B5C-61A1-433B-4364-CFE73D12726F}"/>
              </a:ext>
            </a:extLst>
          </p:cNvPr>
          <p:cNvSpPr>
            <a:spLocks noGrp="1"/>
          </p:cNvSpPr>
          <p:nvPr/>
        </p:nvSpPr>
        <p:spPr>
          <a:xfrm>
            <a:off x="3766670" y="3575477"/>
            <a:ext cx="203639" cy="81"/>
          </a:xfrm>
          <a:custGeom>
            <a:avLst/>
            <a:gdLst/>
            <a:ahLst/>
            <a:cxnLst/>
            <a:rect l="0" t="0" r="0" b="0"/>
            <a:pathLst>
              <a:path w="478917" h="191">
                <a:moveTo>
                  <a:pt x="0" y="0"/>
                </a:moveTo>
                <a:lnTo>
                  <a:pt x="478917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18" name="Language query right refined head">
            <a:extLst>
              <a:ext uri="{FF2B5EF4-FFF2-40B4-BE49-F238E27FC236}">
                <a16:creationId xmlns:a16="http://schemas.microsoft.com/office/drawing/2014/main" id="{26D04C63-B9BC-D37A-9376-850BCECF0BCF}"/>
              </a:ext>
            </a:extLst>
          </p:cNvPr>
          <p:cNvSpPr>
            <a:spLocks noGrp="1"/>
          </p:cNvSpPr>
          <p:nvPr/>
        </p:nvSpPr>
        <p:spPr>
          <a:xfrm>
            <a:off x="3951881" y="3563286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19" name="Language to fusion refined">
            <a:extLst>
              <a:ext uri="{FF2B5EF4-FFF2-40B4-BE49-F238E27FC236}">
                <a16:creationId xmlns:a16="http://schemas.microsoft.com/office/drawing/2014/main" id="{2DEC8330-5F69-BC61-2AC1-805A08100087}"/>
              </a:ext>
            </a:extLst>
          </p:cNvPr>
          <p:cNvSpPr>
            <a:spLocks noGrp="1"/>
          </p:cNvSpPr>
          <p:nvPr/>
        </p:nvSpPr>
        <p:spPr>
          <a:xfrm>
            <a:off x="3624268" y="3603949"/>
            <a:ext cx="81" cy="119843"/>
          </a:xfrm>
          <a:custGeom>
            <a:avLst/>
            <a:gdLst/>
            <a:ahLst/>
            <a:cxnLst/>
            <a:rect l="0" t="0" r="0" b="0"/>
            <a:pathLst>
              <a:path w="191" h="281845">
                <a:moveTo>
                  <a:pt x="0" y="0"/>
                </a:moveTo>
                <a:lnTo>
                  <a:pt x="0" y="281845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20" name="Language to fusion refined head">
            <a:extLst>
              <a:ext uri="{FF2B5EF4-FFF2-40B4-BE49-F238E27FC236}">
                <a16:creationId xmlns:a16="http://schemas.microsoft.com/office/drawing/2014/main" id="{E17CFC98-2569-8929-CDA9-59E30AEBD47F}"/>
              </a:ext>
            </a:extLst>
          </p:cNvPr>
          <p:cNvSpPr>
            <a:spLocks noGrp="1"/>
          </p:cNvSpPr>
          <p:nvPr/>
        </p:nvSpPr>
        <p:spPr>
          <a:xfrm>
            <a:off x="3612077" y="3705364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21" name="Graph attention to fusion refined">
            <a:extLst>
              <a:ext uri="{FF2B5EF4-FFF2-40B4-BE49-F238E27FC236}">
                <a16:creationId xmlns:a16="http://schemas.microsoft.com/office/drawing/2014/main" id="{D05174F6-D7FA-6D37-5419-62ACFFC680A2}"/>
              </a:ext>
            </a:extLst>
          </p:cNvPr>
          <p:cNvSpPr>
            <a:spLocks noGrp="1"/>
          </p:cNvSpPr>
          <p:nvPr/>
        </p:nvSpPr>
        <p:spPr>
          <a:xfrm>
            <a:off x="2959807" y="3650647"/>
            <a:ext cx="464710" cy="154269"/>
          </a:xfrm>
          <a:custGeom>
            <a:avLst/>
            <a:gdLst/>
            <a:ahLst/>
            <a:cxnLst/>
            <a:rect l="0" t="0" r="0" b="0"/>
            <a:pathLst>
              <a:path w="1092899" h="362807">
                <a:moveTo>
                  <a:pt x="0" y="0"/>
                </a:moveTo>
                <a:lnTo>
                  <a:pt x="0" y="362807"/>
                </a:lnTo>
                <a:lnTo>
                  <a:pt x="1092899" y="362807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22" name="Graph attention to fusion refined head">
            <a:extLst>
              <a:ext uri="{FF2B5EF4-FFF2-40B4-BE49-F238E27FC236}">
                <a16:creationId xmlns:a16="http://schemas.microsoft.com/office/drawing/2014/main" id="{63F70211-2258-AED9-24D9-40BDC84FE6C5}"/>
              </a:ext>
            </a:extLst>
          </p:cNvPr>
          <p:cNvSpPr>
            <a:spLocks noGrp="1"/>
          </p:cNvSpPr>
          <p:nvPr/>
        </p:nvSpPr>
        <p:spPr>
          <a:xfrm>
            <a:off x="3406089" y="3792725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23" name="Context attention to fusion refined">
            <a:extLst>
              <a:ext uri="{FF2B5EF4-FFF2-40B4-BE49-F238E27FC236}">
                <a16:creationId xmlns:a16="http://schemas.microsoft.com/office/drawing/2014/main" id="{B780D596-43ED-3CF0-DEA5-8C44787C511F}"/>
              </a:ext>
            </a:extLst>
          </p:cNvPr>
          <p:cNvSpPr>
            <a:spLocks noGrp="1"/>
          </p:cNvSpPr>
          <p:nvPr/>
        </p:nvSpPr>
        <p:spPr>
          <a:xfrm>
            <a:off x="3824060" y="3650647"/>
            <a:ext cx="480505" cy="154269"/>
          </a:xfrm>
          <a:custGeom>
            <a:avLst/>
            <a:gdLst/>
            <a:ahLst/>
            <a:cxnLst/>
            <a:rect l="0" t="0" r="0" b="0"/>
            <a:pathLst>
              <a:path w="1130046" h="362807">
                <a:moveTo>
                  <a:pt x="1130046" y="0"/>
                </a:moveTo>
                <a:lnTo>
                  <a:pt x="1130046" y="362807"/>
                </a:lnTo>
                <a:lnTo>
                  <a:pt x="0" y="362807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24" name="Context attention to fusion refined head">
            <a:extLst>
              <a:ext uri="{FF2B5EF4-FFF2-40B4-BE49-F238E27FC236}">
                <a16:creationId xmlns:a16="http://schemas.microsoft.com/office/drawing/2014/main" id="{91FB3439-428C-ED30-273D-0EF75EA41464}"/>
              </a:ext>
            </a:extLst>
          </p:cNvPr>
          <p:cNvSpPr>
            <a:spLocks noGrp="1"/>
          </p:cNvSpPr>
          <p:nvPr/>
        </p:nvSpPr>
        <p:spPr>
          <a:xfrm>
            <a:off x="3814137" y="3792725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0" y="28670"/>
                </a:moveTo>
                <a:lnTo>
                  <a:pt x="66675" y="57340"/>
                </a:lnTo>
                <a:lnTo>
                  <a:pt x="66675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25" name="Fusion to identity vector refined">
            <a:extLst>
              <a:ext uri="{FF2B5EF4-FFF2-40B4-BE49-F238E27FC236}">
                <a16:creationId xmlns:a16="http://schemas.microsoft.com/office/drawing/2014/main" id="{EF4A73B0-0E71-5EEA-32B4-CA04B70ED9A7}"/>
              </a:ext>
            </a:extLst>
          </p:cNvPr>
          <p:cNvSpPr>
            <a:spLocks noGrp="1"/>
          </p:cNvSpPr>
          <p:nvPr/>
        </p:nvSpPr>
        <p:spPr>
          <a:xfrm>
            <a:off x="3624268" y="3876116"/>
            <a:ext cx="81" cy="103966"/>
          </a:xfrm>
          <a:custGeom>
            <a:avLst/>
            <a:gdLst/>
            <a:ahLst/>
            <a:cxnLst/>
            <a:rect l="0" t="0" r="0" b="0"/>
            <a:pathLst>
              <a:path w="191" h="244507">
                <a:moveTo>
                  <a:pt x="0" y="0"/>
                </a:moveTo>
                <a:lnTo>
                  <a:pt x="0" y="244507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26" name="Fusion to identity vector refined head">
            <a:extLst>
              <a:ext uri="{FF2B5EF4-FFF2-40B4-BE49-F238E27FC236}">
                <a16:creationId xmlns:a16="http://schemas.microsoft.com/office/drawing/2014/main" id="{73AF682E-8677-8248-A2E8-E0A9FE2390B4}"/>
              </a:ext>
            </a:extLst>
          </p:cNvPr>
          <p:cNvSpPr>
            <a:spLocks noGrp="1"/>
          </p:cNvSpPr>
          <p:nvPr/>
        </p:nvSpPr>
        <p:spPr>
          <a:xfrm>
            <a:off x="3612077" y="3961655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27" name="Identity vector to cosine refined">
            <a:extLst>
              <a:ext uri="{FF2B5EF4-FFF2-40B4-BE49-F238E27FC236}">
                <a16:creationId xmlns:a16="http://schemas.microsoft.com/office/drawing/2014/main" id="{1FDA1251-9EF3-789D-C005-8103B7CA1E6D}"/>
              </a:ext>
            </a:extLst>
          </p:cNvPr>
          <p:cNvSpPr>
            <a:spLocks noGrp="1"/>
          </p:cNvSpPr>
          <p:nvPr/>
        </p:nvSpPr>
        <p:spPr>
          <a:xfrm>
            <a:off x="3624268" y="4046950"/>
            <a:ext cx="81" cy="107935"/>
          </a:xfrm>
          <a:custGeom>
            <a:avLst/>
            <a:gdLst/>
            <a:ahLst/>
            <a:cxnLst/>
            <a:rect l="0" t="0" r="0" b="0"/>
            <a:pathLst>
              <a:path w="191" h="253841">
                <a:moveTo>
                  <a:pt x="0" y="0"/>
                </a:moveTo>
                <a:lnTo>
                  <a:pt x="0" y="253841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28" name="Identity vector to cosine refined head">
            <a:extLst>
              <a:ext uri="{FF2B5EF4-FFF2-40B4-BE49-F238E27FC236}">
                <a16:creationId xmlns:a16="http://schemas.microsoft.com/office/drawing/2014/main" id="{2C39FFAB-4507-EFEF-B63A-6A5E9D50059D}"/>
              </a:ext>
            </a:extLst>
          </p:cNvPr>
          <p:cNvSpPr>
            <a:spLocks noGrp="1"/>
          </p:cNvSpPr>
          <p:nvPr/>
        </p:nvSpPr>
        <p:spPr>
          <a:xfrm>
            <a:off x="3612077" y="4136457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29" name="Cosine to score matrix refined">
            <a:extLst>
              <a:ext uri="{FF2B5EF4-FFF2-40B4-BE49-F238E27FC236}">
                <a16:creationId xmlns:a16="http://schemas.microsoft.com/office/drawing/2014/main" id="{E04F5FC6-9699-519A-D16F-8EE9818F00F5}"/>
              </a:ext>
            </a:extLst>
          </p:cNvPr>
          <p:cNvSpPr>
            <a:spLocks noGrp="1"/>
          </p:cNvSpPr>
          <p:nvPr/>
        </p:nvSpPr>
        <p:spPr>
          <a:xfrm>
            <a:off x="3798342" y="4239978"/>
            <a:ext cx="263217" cy="81"/>
          </a:xfrm>
          <a:custGeom>
            <a:avLst/>
            <a:gdLst/>
            <a:ahLst/>
            <a:cxnLst/>
            <a:rect l="0" t="0" r="0" b="0"/>
            <a:pathLst>
              <a:path w="619030" h="191">
                <a:moveTo>
                  <a:pt x="0" y="0"/>
                </a:moveTo>
                <a:lnTo>
                  <a:pt x="619030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30" name="Cosine to score matrix refined head">
            <a:extLst>
              <a:ext uri="{FF2B5EF4-FFF2-40B4-BE49-F238E27FC236}">
                <a16:creationId xmlns:a16="http://schemas.microsoft.com/office/drawing/2014/main" id="{FBD20C15-58D6-2567-4AEA-DC21CC6181AC}"/>
              </a:ext>
            </a:extLst>
          </p:cNvPr>
          <p:cNvSpPr>
            <a:spLocks noGrp="1"/>
          </p:cNvSpPr>
          <p:nvPr/>
        </p:nvSpPr>
        <p:spPr>
          <a:xfrm>
            <a:off x="4043130" y="4227788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ADAB8147-CB8D-1259-2958-FFACF1BC4CE6}"/>
              </a:ext>
            </a:extLst>
          </p:cNvPr>
          <p:cNvPicPr/>
          <p:nvPr/>
        </p:nvPicPr>
        <p:blipFill>
          <a:blip r:embed="rId5"/>
          <a:srcRect l="16857" t="30389" r="19786" b="22500"/>
          <a:stretch>
            <a:fillRect/>
          </a:stretch>
        </p:blipFill>
        <p:spPr>
          <a:xfrm>
            <a:off x="725281" y="2388765"/>
            <a:ext cx="332109" cy="317507"/>
          </a:xfrm>
          <a:prstGeom prst="rect">
            <a:avLst/>
          </a:prstGeom>
        </p:spPr>
      </p:pic>
      <p:sp>
        <p:nvSpPr>
          <p:cNvPr id="1479" name="V8 Match input divider">
            <a:extLst>
              <a:ext uri="{FF2B5EF4-FFF2-40B4-BE49-F238E27FC236}">
                <a16:creationId xmlns:a16="http://schemas.microsoft.com/office/drawing/2014/main" id="{530D0E88-B7AD-0C16-1553-B0FBBDF7CA34}"/>
              </a:ext>
            </a:extLst>
          </p:cNvPr>
          <p:cNvSpPr/>
          <p:nvPr/>
        </p:nvSpPr>
        <p:spPr>
          <a:xfrm>
            <a:off x="673037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>
            <a:extLst>
              <a:ext uri="{FF2B5EF4-FFF2-40B4-BE49-F238E27FC236}">
                <a16:creationId xmlns:a16="http://schemas.microsoft.com/office/drawing/2014/main" id="{D77EF1F3-1AF7-6B9E-2324-8C4C3F58A567}"/>
              </a:ext>
            </a:extLst>
          </p:cNvPr>
          <p:cNvSpPr/>
          <p:nvPr/>
        </p:nvSpPr>
        <p:spPr>
          <a:xfrm>
            <a:off x="978338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>
            <a:extLst>
              <a:ext uri="{FF2B5EF4-FFF2-40B4-BE49-F238E27FC236}">
                <a16:creationId xmlns:a16="http://schemas.microsoft.com/office/drawing/2014/main" id="{EF934342-AB9D-8E92-E736-4E36FC5D31B0}"/>
              </a:ext>
            </a:extLst>
          </p:cNvPr>
          <p:cNvSpPr/>
          <p:nvPr/>
        </p:nvSpPr>
        <p:spPr>
          <a:xfrm>
            <a:off x="1334211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>
            <a:extLst>
              <a:ext uri="{FF2B5EF4-FFF2-40B4-BE49-F238E27FC236}">
                <a16:creationId xmlns:a16="http://schemas.microsoft.com/office/drawing/2014/main" id="{831281E2-3FCE-84C8-0926-7F71AF7438A1}"/>
              </a:ext>
            </a:extLst>
          </p:cNvPr>
          <p:cNvSpPr/>
          <p:nvPr/>
        </p:nvSpPr>
        <p:spPr>
          <a:xfrm>
            <a:off x="1334211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>
            <a:extLst>
              <a:ext uri="{FF2B5EF4-FFF2-40B4-BE49-F238E27FC236}">
                <a16:creationId xmlns:a16="http://schemas.microsoft.com/office/drawing/2014/main" id="{0334D197-AE10-B687-5CAE-130CDA142296}"/>
              </a:ext>
            </a:extLst>
          </p:cNvPr>
          <p:cNvSpPr/>
          <p:nvPr/>
        </p:nvSpPr>
        <p:spPr>
          <a:xfrm>
            <a:off x="1322019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pic>
        <p:nvPicPr>
          <p:cNvPr id="50482" name="图片 50481">
            <a:extLst>
              <a:ext uri="{FF2B5EF4-FFF2-40B4-BE49-F238E27FC236}">
                <a16:creationId xmlns:a16="http://schemas.microsoft.com/office/drawing/2014/main" id="{74E3AA67-34D2-E15E-E7E4-4BA252A820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83208" y="2943948"/>
            <a:ext cx="41476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2874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52734-FCAE-2B81-54BC-B01F7B050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3F93B921-327F-EA56-1B22-0D09369772CD}"/>
              </a:ext>
            </a:extLst>
          </p:cNvPr>
          <p:cNvSpPr/>
          <p:nvPr/>
        </p:nvSpPr>
        <p:spPr>
          <a:xfrm>
            <a:off x="4868797" y="84564"/>
            <a:ext cx="1354615" cy="4331875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E6455CE4-B1DF-384C-F92E-829DDB28E816}"/>
              </a:ext>
            </a:extLst>
          </p:cNvPr>
          <p:cNvSpPr txBox="1"/>
          <p:nvPr/>
        </p:nvSpPr>
        <p:spPr>
          <a:xfrm>
            <a:off x="490238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081F4C46-44A2-3E43-D338-0A52F1D83598}"/>
              </a:ext>
            </a:extLst>
          </p:cNvPr>
          <p:cNvSpPr txBox="1"/>
          <p:nvPr/>
        </p:nvSpPr>
        <p:spPr>
          <a:xfrm>
            <a:off x="506058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263442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263442"/>
                </a:solidFill>
                <a:latin typeface="Arial"/>
              </a:rPr>
              <a:t>pose reconstruction</a:t>
            </a:r>
          </a:p>
        </p:txBody>
      </p:sp>
      <p:sp>
        <p:nvSpPr>
          <p:cNvPr id="768" name="Build four inputs">
            <a:extLst>
              <a:ext uri="{FF2B5EF4-FFF2-40B4-BE49-F238E27FC236}">
                <a16:creationId xmlns:a16="http://schemas.microsoft.com/office/drawing/2014/main" id="{2BF98272-1D43-106D-C4EA-676CFECC33CF}"/>
              </a:ext>
            </a:extLst>
          </p:cNvPr>
          <p:cNvSpPr>
            <a:spLocks noGrp="1"/>
          </p:cNvSpPr>
          <p:nvPr/>
        </p:nvSpPr>
        <p:spPr>
          <a:xfrm>
            <a:off x="4963973" y="420252"/>
            <a:ext cx="1158792" cy="1302153"/>
          </a:xfrm>
          <a:prstGeom prst="roundRect">
            <a:avLst>
              <a:gd name="adj" fmla="val 4554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69" name="Site label">
            <a:extLst>
              <a:ext uri="{FF2B5EF4-FFF2-40B4-BE49-F238E27FC236}">
                <a16:creationId xmlns:a16="http://schemas.microsoft.com/office/drawing/2014/main" id="{3B2D181B-8171-23E5-904D-1E8D8B07D388}"/>
              </a:ext>
            </a:extLst>
          </p:cNvPr>
          <p:cNvSpPr>
            <a:spLocks noGrp="1"/>
          </p:cNvSpPr>
          <p:nvPr/>
        </p:nvSpPr>
        <p:spPr>
          <a:xfrm>
            <a:off x="4992638" y="83497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Site</a:t>
            </a:r>
          </a:p>
        </p:txBody>
      </p:sp>
      <p:sp>
        <p:nvSpPr>
          <p:cNvPr id="770" name="Site provenance">
            <a:extLst>
              <a:ext uri="{FF2B5EF4-FFF2-40B4-BE49-F238E27FC236}">
                <a16:creationId xmlns:a16="http://schemas.microsoft.com/office/drawing/2014/main" id="{1D7E3247-83A3-5643-3DAD-7118C029E905}"/>
              </a:ext>
            </a:extLst>
          </p:cNvPr>
          <p:cNvSpPr>
            <a:spLocks noGrp="1"/>
          </p:cNvSpPr>
          <p:nvPr/>
        </p:nvSpPr>
        <p:spPr>
          <a:xfrm>
            <a:off x="4999032" y="92146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5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from Find</a:t>
            </a:r>
          </a:p>
        </p:txBody>
      </p:sp>
      <p:sp>
        <p:nvSpPr>
          <p:cNvPr id="771" name="Pocket label">
            <a:extLst>
              <a:ext uri="{FF2B5EF4-FFF2-40B4-BE49-F238E27FC236}">
                <a16:creationId xmlns:a16="http://schemas.microsoft.com/office/drawing/2014/main" id="{DC9603B8-71EE-2C1D-249F-079678E93D98}"/>
              </a:ext>
            </a:extLst>
          </p:cNvPr>
          <p:cNvSpPr>
            <a:spLocks noGrp="1"/>
          </p:cNvSpPr>
          <p:nvPr/>
        </p:nvSpPr>
        <p:spPr>
          <a:xfrm>
            <a:off x="5581260" y="85440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773" name="SMILES label">
            <a:extLst>
              <a:ext uri="{FF2B5EF4-FFF2-40B4-BE49-F238E27FC236}">
                <a16:creationId xmlns:a16="http://schemas.microsoft.com/office/drawing/2014/main" id="{25FC5404-5A0B-2BE5-8144-C74C3108E008}"/>
              </a:ext>
            </a:extLst>
          </p:cNvPr>
          <p:cNvSpPr>
            <a:spLocks noGrp="1"/>
          </p:cNvSpPr>
          <p:nvPr/>
        </p:nvSpPr>
        <p:spPr>
          <a:xfrm>
            <a:off x="4999664" y="148072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774" name="SMILES provenance">
            <a:extLst>
              <a:ext uri="{FF2B5EF4-FFF2-40B4-BE49-F238E27FC236}">
                <a16:creationId xmlns:a16="http://schemas.microsoft.com/office/drawing/2014/main" id="{479D80EF-A625-1889-2F4D-C74FF6E2BB39}"/>
              </a:ext>
            </a:extLst>
          </p:cNvPr>
          <p:cNvSpPr>
            <a:spLocks noGrp="1"/>
          </p:cNvSpPr>
          <p:nvPr/>
        </p:nvSpPr>
        <p:spPr>
          <a:xfrm>
            <a:off x="5005380" y="156882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5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from Match</a:t>
            </a:r>
          </a:p>
        </p:txBody>
      </p:sp>
      <p:sp>
        <p:nvSpPr>
          <p:cNvPr id="775" name="Density input label">
            <a:extLst>
              <a:ext uri="{FF2B5EF4-FFF2-40B4-BE49-F238E27FC236}">
                <a16:creationId xmlns:a16="http://schemas.microsoft.com/office/drawing/2014/main" id="{A743C77B-3F50-BBD8-13CB-52DCF781FE64}"/>
              </a:ext>
            </a:extLst>
          </p:cNvPr>
          <p:cNvSpPr>
            <a:spLocks noGrp="1"/>
          </p:cNvSpPr>
          <p:nvPr/>
        </p:nvSpPr>
        <p:spPr>
          <a:xfrm>
            <a:off x="5574918" y="1480706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776" name="Docking tools title">
            <a:extLst>
              <a:ext uri="{FF2B5EF4-FFF2-40B4-BE49-F238E27FC236}">
                <a16:creationId xmlns:a16="http://schemas.microsoft.com/office/drawing/2014/main" id="{F4F53E91-014C-CC30-59FD-5CB7B47AA24B}"/>
              </a:ext>
            </a:extLst>
          </p:cNvPr>
          <p:cNvSpPr>
            <a:spLocks noGrp="1"/>
          </p:cNvSpPr>
          <p:nvPr/>
        </p:nvSpPr>
        <p:spPr>
          <a:xfrm>
            <a:off x="5047760" y="1867770"/>
            <a:ext cx="1101630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sz="702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Downstream </a:t>
            </a:r>
            <a:r>
              <a:rPr lang="en-US" b="0" dirty="0"/>
              <a:t>d</a:t>
            </a:r>
            <a:r>
              <a:rPr sz="702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ocking tools</a:t>
            </a:r>
          </a:p>
        </p:txBody>
      </p:sp>
      <p:sp>
        <p:nvSpPr>
          <p:cNvPr id="777" name="Build pose output">
            <a:extLst>
              <a:ext uri="{FF2B5EF4-FFF2-40B4-BE49-F238E27FC236}">
                <a16:creationId xmlns:a16="http://schemas.microsoft.com/office/drawing/2014/main" id="{96EC49BA-932C-048E-0C29-D37711377096}"/>
              </a:ext>
            </a:extLst>
          </p:cNvPr>
          <p:cNvSpPr>
            <a:spLocks noGrp="1"/>
          </p:cNvSpPr>
          <p:nvPr/>
        </p:nvSpPr>
        <p:spPr>
          <a:xfrm>
            <a:off x="4992811" y="3400604"/>
            <a:ext cx="1106489" cy="941449"/>
          </a:xfrm>
          <a:prstGeom prst="roundRect">
            <a:avLst>
              <a:gd name="adj" fmla="val 5395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</p:sp>
      <p:sp>
        <p:nvSpPr>
          <p:cNvPr id="778" name="All atom pose label">
            <a:extLst>
              <a:ext uri="{FF2B5EF4-FFF2-40B4-BE49-F238E27FC236}">
                <a16:creationId xmlns:a16="http://schemas.microsoft.com/office/drawing/2014/main" id="{3C1F0666-BDE2-8018-A15E-F23B75749AC3}"/>
              </a:ext>
            </a:extLst>
          </p:cNvPr>
          <p:cNvSpPr>
            <a:spLocks noGrp="1"/>
          </p:cNvSpPr>
          <p:nvPr/>
        </p:nvSpPr>
        <p:spPr>
          <a:xfrm>
            <a:off x="4979784" y="4176444"/>
            <a:ext cx="1231233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All-atom ligand pose</a:t>
            </a:r>
          </a:p>
        </p:txBody>
      </p:sp>
      <p:pic>
        <p:nvPicPr>
          <p:cNvPr id="967" name="Buil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485B6500-58C3-8694-DCBD-D5824BAE6312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65754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968C3470-AFF4-84BE-480A-4198D540DAFD}"/>
              </a:ext>
            </a:extLst>
          </p:cNvPr>
          <p:cNvSpPr/>
          <p:nvPr/>
        </p:nvSpPr>
        <p:spPr>
          <a:xfrm>
            <a:off x="493882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52EDB60B-0EF2-5740-F6D3-490228F31BBD}"/>
              </a:ext>
            </a:extLst>
          </p:cNvPr>
          <p:cNvSpPr/>
          <p:nvPr/>
        </p:nvSpPr>
        <p:spPr>
          <a:xfrm>
            <a:off x="499281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1E199BBA-7EEA-1D1F-CC07-CF5E10C73191}"/>
              </a:ext>
            </a:extLst>
          </p:cNvPr>
          <p:cNvGrpSpPr/>
          <p:nvPr/>
        </p:nvGrpSpPr>
        <p:grpSpPr>
          <a:xfrm>
            <a:off x="502494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5FB93E16-86CF-EC30-4B85-AB855EC83D6D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99B41AE2-EAF3-E315-4AA4-A4F793A4B44B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D63A76A4-2D29-1500-5803-AF39F7023C4D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A1261C35-D54B-E6F0-CEB8-92C3A4EA2F11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15486D53-C7E9-74F7-5606-71E9E67107CB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22853855-37F0-F097-5AB4-2A71217CCECE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226FC415-F61D-9825-F4E2-7875354B9CE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98982A79-66E8-8186-5738-B9C8C265AD1D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E0CC02A3-C3BC-25F3-3ACA-F9C35A76437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FB579D51-2029-2A4F-F28A-9FD8CEA9C42E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3E039EDB-C0A1-D2F0-7622-DAD7B4C1DF8A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041C4C2A-1F3E-B385-6EEF-4CF845DD72CB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B944B134-0C5C-EDB4-7E05-356300CE5CF2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E85DB2C4-CA0B-3BB5-4FE0-95E7A522EBC4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7C1D8B1B-9067-04E4-D88D-BBCA8B15ED2D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5098931E-3497-BF84-30B9-8890AE9B2B81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9618D3B1-BB38-1D27-4208-D7DDBBCB03CB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719B8D8D-7D22-E395-EB7A-A30A5FC026F9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D90FE229-4700-A9A0-716D-42D3E47B5659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784D2088-B332-78C8-D599-5C842A0D4A05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7C0132AE-C614-5D01-CE24-74B5E2E20C19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02F32F87-5D6A-6C94-A7F6-4A91C761BE2C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6EE9ABF2-2C40-B5F6-1940-1775C9FA19E7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CF1C2D1C-D69A-6A2D-6E8B-E01FB0B07D7A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673FA697-764F-FA65-943A-B0B04E886AA9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5BFF00E4-D1C5-B041-B844-EA0112D38958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7F998603-B998-4B63-186F-B9B3006B1515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C16C5EE0-2590-6EDE-7060-6FEB5C29567C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D17D31A9-6859-682D-4432-49EED6892A5B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1ECC54AA-79B9-EDB8-EFBF-519A1F7E46B5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CDC88B96-6D61-535A-FDF3-6F5B19766313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A5A85E04-6EB6-EE3B-B74A-2FFE4D412899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A3AA1487-88AF-6B87-467A-DBBA1B5879E8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126D8AAC-D550-6A76-7801-445CFF246FB7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6A4075E0-3906-50B3-9BCC-35B69C4DD9E9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6C28BDF3-9DEF-239E-4C81-1C35D6FB68F3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BCB28D41-0A15-B122-0B90-72ED412EE024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C7E8379B-ACDE-5BD9-361A-DE4ABFF8B41A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ECFFEA72-8626-56BD-8B3E-3037CF1AF8E8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BFCAF518-99F3-0A2C-AB70-DFC4C8589A44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9BF9FDFE-C42C-53CD-A061-7F45E2EE8D15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2682615C-84A0-1CD6-C8C0-03464596EB1F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631DB92D-913E-B01B-9AEB-960224667825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15790B56-0B8D-756D-0DCC-AB75E3B6FD11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1631C88D-1EB9-D6F4-95AF-DCCB642F9F92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FE9273CF-E566-6F37-1587-2BBB9D1E170A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EE131202-AC5D-2E28-6AED-B98076EEFF5A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4C792408-71CE-6A7F-0B63-11CAA43A6679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8ED39DF3-C54D-C189-3815-4C683D281321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BD482086-500D-6E6D-896E-088B7D13BF76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D0E7FAF9-1563-DE48-E748-9126946B5C8E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E48EE981-48B8-EA3F-9CB0-F29B28DF82E7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18584D7C-FABD-E9F6-72C1-951301DDEDAD}"/>
              </a:ext>
            </a:extLst>
          </p:cNvPr>
          <p:cNvSpPr txBox="1"/>
          <p:nvPr/>
        </p:nvSpPr>
        <p:spPr>
          <a:xfrm>
            <a:off x="5270490" y="2150246"/>
            <a:ext cx="819150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263442"/>
                </a:solidFill>
                <a:latin typeface="Arial"/>
              </a:rPr>
              <a:t>DG-PocketXMol</a:t>
            </a:r>
            <a:endParaRPr sz="623" b="1" dirty="0">
              <a:solidFill>
                <a:srgbClr val="263442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08906595-0DA8-95EC-8632-3FEAE784B9F6}"/>
              </a:ext>
            </a:extLst>
          </p:cNvPr>
          <p:cNvSpPr txBox="1"/>
          <p:nvPr/>
        </p:nvSpPr>
        <p:spPr>
          <a:xfrm>
            <a:off x="5270983" y="2305119"/>
            <a:ext cx="819150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263442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fine-tuning</a:t>
            </a:r>
          </a:p>
        </p:txBody>
      </p:sp>
      <p:sp>
        <p:nvSpPr>
          <p:cNvPr id="1484" name="V8 Build site and identity frame">
            <a:extLst>
              <a:ext uri="{FF2B5EF4-FFF2-40B4-BE49-F238E27FC236}">
                <a16:creationId xmlns:a16="http://schemas.microsoft.com/office/drawing/2014/main" id="{9328B906-0B87-B09E-FB06-A9A62F2CE298}"/>
              </a:ext>
            </a:extLst>
          </p:cNvPr>
          <p:cNvSpPr/>
          <p:nvPr/>
        </p:nvSpPr>
        <p:spPr>
          <a:xfrm>
            <a:off x="4996634" y="457662"/>
            <a:ext cx="519754" cy="122809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D5CCB8"/>
            </a:solidFill>
            <a:prstDash val="dash"/>
            <a:round/>
          </a:ln>
        </p:spPr>
      </p:sp>
      <p:sp>
        <p:nvSpPr>
          <p:cNvPr id="1485" name="V8 Build pocket and density frame">
            <a:extLst>
              <a:ext uri="{FF2B5EF4-FFF2-40B4-BE49-F238E27FC236}">
                <a16:creationId xmlns:a16="http://schemas.microsoft.com/office/drawing/2014/main" id="{1B6C4D97-E5BD-5494-DBFC-E1D9BAB5B434}"/>
              </a:ext>
            </a:extLst>
          </p:cNvPr>
          <p:cNvSpPr/>
          <p:nvPr/>
        </p:nvSpPr>
        <p:spPr>
          <a:xfrm>
            <a:off x="5564187" y="456353"/>
            <a:ext cx="527685" cy="122809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D5CCB8"/>
            </a:solidFill>
            <a:prstDash val="dash"/>
            <a:round/>
          </a:ln>
        </p:spPr>
      </p:sp>
      <p:sp>
        <p:nvSpPr>
          <p:cNvPr id="1486" name="V8 Build inputs to docking">
            <a:extLst>
              <a:ext uri="{FF2B5EF4-FFF2-40B4-BE49-F238E27FC236}">
                <a16:creationId xmlns:a16="http://schemas.microsoft.com/office/drawing/2014/main" id="{8E285AE8-5B25-317D-97AA-75401514E8A1}"/>
              </a:ext>
            </a:extLst>
          </p:cNvPr>
          <p:cNvSpPr/>
          <p:nvPr/>
        </p:nvSpPr>
        <p:spPr>
          <a:xfrm>
            <a:off x="5546090" y="1765305"/>
            <a:ext cx="1" cy="5622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>
            <a:extLst>
              <a:ext uri="{FF2B5EF4-FFF2-40B4-BE49-F238E27FC236}">
                <a16:creationId xmlns:a16="http://schemas.microsoft.com/office/drawing/2014/main" id="{9813B73F-CCCD-EA9A-376F-456AB1E610B1}"/>
              </a:ext>
            </a:extLst>
          </p:cNvPr>
          <p:cNvSpPr/>
          <p:nvPr/>
        </p:nvSpPr>
        <p:spPr>
          <a:xfrm>
            <a:off x="552418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>
            <a:extLst>
              <a:ext uri="{FF2B5EF4-FFF2-40B4-BE49-F238E27FC236}">
                <a16:creationId xmlns:a16="http://schemas.microsoft.com/office/drawing/2014/main" id="{07679385-E86D-06AF-3A36-FED40D7C95EE}"/>
              </a:ext>
            </a:extLst>
          </p:cNvPr>
          <p:cNvSpPr/>
          <p:nvPr/>
        </p:nvSpPr>
        <p:spPr>
          <a:xfrm>
            <a:off x="554609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>
            <a:extLst>
              <a:ext uri="{FF2B5EF4-FFF2-40B4-BE49-F238E27FC236}">
                <a16:creationId xmlns:a16="http://schemas.microsoft.com/office/drawing/2014/main" id="{B881CA9B-A096-8E3F-9899-573DA90CDCB3}"/>
              </a:ext>
            </a:extLst>
          </p:cNvPr>
          <p:cNvSpPr/>
          <p:nvPr/>
        </p:nvSpPr>
        <p:spPr>
          <a:xfrm>
            <a:off x="552418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grpSp>
        <p:nvGrpSpPr>
          <p:cNvPr id="22" name="Match | Blob contour">
            <a:extLst>
              <a:ext uri="{FF2B5EF4-FFF2-40B4-BE49-F238E27FC236}">
                <a16:creationId xmlns:a16="http://schemas.microsoft.com/office/drawing/2014/main" id="{89DCA6D5-3679-D415-5BE5-92A67333541D}"/>
              </a:ext>
            </a:extLst>
          </p:cNvPr>
          <p:cNvGrpSpPr/>
          <p:nvPr/>
        </p:nvGrpSpPr>
        <p:grpSpPr>
          <a:xfrm>
            <a:off x="5095498" y="565131"/>
            <a:ext cx="291608" cy="199265"/>
            <a:chOff x="1928706" y="3559489"/>
            <a:chExt cx="227897" cy="155682"/>
          </a:xfrm>
        </p:grpSpPr>
        <p:sp>
          <p:nvSpPr>
            <p:cNvPr id="24" name="Candidate blob | editable contour">
              <a:extLst>
                <a:ext uri="{FF2B5EF4-FFF2-40B4-BE49-F238E27FC236}">
                  <a16:creationId xmlns:a16="http://schemas.microsoft.com/office/drawing/2014/main" id="{CEDDC562-8935-F160-6BF6-FBDE4980A530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" name="ellipse_2612">
              <a:extLst>
                <a:ext uri="{FF2B5EF4-FFF2-40B4-BE49-F238E27FC236}">
                  <a16:creationId xmlns:a16="http://schemas.microsoft.com/office/drawing/2014/main" id="{9A6165B9-D072-913F-4F98-07DF1CDFAD9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7" name="Oval 12178">
            <a:extLst>
              <a:ext uri="{FF2B5EF4-FFF2-40B4-BE49-F238E27FC236}">
                <a16:creationId xmlns:a16="http://schemas.microsoft.com/office/drawing/2014/main" id="{BDE1AB30-8167-E025-0D16-C21F1775FD9B}"/>
              </a:ext>
            </a:extLst>
          </p:cNvPr>
          <p:cNvSpPr/>
          <p:nvPr/>
        </p:nvSpPr>
        <p:spPr>
          <a:xfrm>
            <a:off x="5224292" y="648563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pic>
        <p:nvPicPr>
          <p:cNvPr id="50483" name="图片 50482">
            <a:extLst>
              <a:ext uri="{FF2B5EF4-FFF2-40B4-BE49-F238E27FC236}">
                <a16:creationId xmlns:a16="http://schemas.microsoft.com/office/drawing/2014/main" id="{990BCBFC-9DD9-25BB-4CA2-DDF352D8C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631445" y="485775"/>
            <a:ext cx="414760" cy="342900"/>
          </a:xfrm>
          <a:prstGeom prst="rect">
            <a:avLst/>
          </a:prstGeom>
        </p:spPr>
      </p:pic>
      <p:sp>
        <p:nvSpPr>
          <p:cNvPr id="50484" name="F2-Build-selected">
            <a:extLst>
              <a:ext uri="{FF2B5EF4-FFF2-40B4-BE49-F238E27FC236}">
                <a16:creationId xmlns:a16="http://schemas.microsoft.com/office/drawing/2014/main" id="{6A2264C7-4360-FCD2-C7A2-680D5A04551A}"/>
              </a:ext>
            </a:extLst>
          </p:cNvPr>
          <p:cNvSpPr>
            <a:spLocks noGrp="1"/>
          </p:cNvSpPr>
          <p:nvPr/>
        </p:nvSpPr>
        <p:spPr>
          <a:xfrm>
            <a:off x="5054601" y="1283549"/>
            <a:ext cx="390525" cy="81915"/>
          </a:xfrm>
          <a:prstGeom prst="roundRect">
            <a:avLst>
              <a:gd name="adj" fmla="val 50000"/>
            </a:avLst>
          </a:prstGeom>
          <a:solidFill>
            <a:srgbClr val="DCF8EB"/>
          </a:solidFill>
          <a:ln w="7144">
            <a:solidFill>
              <a:srgbClr val="499D86"/>
            </a:solidFill>
          </a:ln>
        </p:spPr>
      </p:sp>
      <p:sp>
        <p:nvSpPr>
          <p:cNvPr id="50485" name="F2-Build-SMILES-0">
            <a:extLst>
              <a:ext uri="{FF2B5EF4-FFF2-40B4-BE49-F238E27FC236}">
                <a16:creationId xmlns:a16="http://schemas.microsoft.com/office/drawing/2014/main" id="{4008C2B1-D1D4-0B7F-4728-77E5B8661720}"/>
              </a:ext>
            </a:extLst>
          </p:cNvPr>
          <p:cNvSpPr>
            <a:spLocks noGrp="1"/>
          </p:cNvSpPr>
          <p:nvPr/>
        </p:nvSpPr>
        <p:spPr>
          <a:xfrm>
            <a:off x="5101503" y="1136660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486" name="F2-Build-SMILES-7.8">
            <a:extLst>
              <a:ext uri="{FF2B5EF4-FFF2-40B4-BE49-F238E27FC236}">
                <a16:creationId xmlns:a16="http://schemas.microsoft.com/office/drawing/2014/main" id="{86B011E1-6EAB-6837-DA53-54E94AA085EC}"/>
              </a:ext>
            </a:extLst>
          </p:cNvPr>
          <p:cNvSpPr>
            <a:spLocks noGrp="1"/>
          </p:cNvSpPr>
          <p:nvPr/>
        </p:nvSpPr>
        <p:spPr>
          <a:xfrm>
            <a:off x="5101503" y="1199841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dirty="0"/>
              <a:t>CC(=O)O</a:t>
            </a:r>
          </a:p>
        </p:txBody>
      </p:sp>
      <p:sp>
        <p:nvSpPr>
          <p:cNvPr id="50487" name="F2-Build-continuation">
            <a:extLst>
              <a:ext uri="{FF2B5EF4-FFF2-40B4-BE49-F238E27FC236}">
                <a16:creationId xmlns:a16="http://schemas.microsoft.com/office/drawing/2014/main" id="{57445525-DCC1-B4E7-E3C5-43F5AED1AAB1}"/>
              </a:ext>
            </a:extLst>
          </p:cNvPr>
          <p:cNvSpPr>
            <a:spLocks noGrp="1"/>
          </p:cNvSpPr>
          <p:nvPr/>
        </p:nvSpPr>
        <p:spPr>
          <a:xfrm>
            <a:off x="5106267" y="1268735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488" name="F2-Build-continuation">
            <a:extLst>
              <a:ext uri="{FF2B5EF4-FFF2-40B4-BE49-F238E27FC236}">
                <a16:creationId xmlns:a16="http://schemas.microsoft.com/office/drawing/2014/main" id="{D8380CD8-B1B4-24DE-92C0-E1C222863213}"/>
              </a:ext>
            </a:extLst>
          </p:cNvPr>
          <p:cNvSpPr>
            <a:spLocks noGrp="1"/>
          </p:cNvSpPr>
          <p:nvPr/>
        </p:nvSpPr>
        <p:spPr>
          <a:xfrm>
            <a:off x="5119918" y="1268735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489" name="F2-Build-continuation">
            <a:extLst>
              <a:ext uri="{FF2B5EF4-FFF2-40B4-BE49-F238E27FC236}">
                <a16:creationId xmlns:a16="http://schemas.microsoft.com/office/drawing/2014/main" id="{A87F8D1D-D087-B895-3967-34FD7403FA3D}"/>
              </a:ext>
            </a:extLst>
          </p:cNvPr>
          <p:cNvSpPr>
            <a:spLocks noGrp="1"/>
          </p:cNvSpPr>
          <p:nvPr/>
        </p:nvSpPr>
        <p:spPr>
          <a:xfrm>
            <a:off x="5135157" y="1268735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490" name="F2-Build-SMILES-19.8">
            <a:extLst>
              <a:ext uri="{FF2B5EF4-FFF2-40B4-BE49-F238E27FC236}">
                <a16:creationId xmlns:a16="http://schemas.microsoft.com/office/drawing/2014/main" id="{8D1E4611-7807-D068-11D8-0FDDECDECA18}"/>
              </a:ext>
            </a:extLst>
          </p:cNvPr>
          <p:cNvSpPr>
            <a:spLocks noGrp="1"/>
          </p:cNvSpPr>
          <p:nvPr/>
        </p:nvSpPr>
        <p:spPr>
          <a:xfrm>
            <a:off x="5101503" y="1285559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dirty="0">
                <a:solidFill>
                  <a:srgbClr val="263442"/>
                </a:solidFill>
              </a:rPr>
              <a:t>Cc1ccccc1</a:t>
            </a:r>
          </a:p>
        </p:txBody>
      </p:sp>
      <p:sp>
        <p:nvSpPr>
          <p:cNvPr id="50491" name="F2-Build-SMILES-27.599999999999998">
            <a:extLst>
              <a:ext uri="{FF2B5EF4-FFF2-40B4-BE49-F238E27FC236}">
                <a16:creationId xmlns:a16="http://schemas.microsoft.com/office/drawing/2014/main" id="{7C479AF4-50FE-543B-B4FD-111B42F262AA}"/>
              </a:ext>
            </a:extLst>
          </p:cNvPr>
          <p:cNvSpPr>
            <a:spLocks noGrp="1"/>
          </p:cNvSpPr>
          <p:nvPr/>
        </p:nvSpPr>
        <p:spPr>
          <a:xfrm>
            <a:off x="5101503" y="1359854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dirty="0"/>
              <a:t>CC(N)=O</a:t>
            </a:r>
          </a:p>
        </p:txBody>
      </p:sp>
      <p:pic>
        <p:nvPicPr>
          <p:cNvPr id="50492" name="图片 50491">
            <a:extLst>
              <a:ext uri="{FF2B5EF4-FFF2-40B4-BE49-F238E27FC236}">
                <a16:creationId xmlns:a16="http://schemas.microsoft.com/office/drawing/2014/main" id="{4E683091-6004-F992-1701-5ECCC72806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149836" y="3476625"/>
            <a:ext cx="806478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3115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735</TotalTime>
  <Words>3298</Words>
  <Application>Microsoft Office PowerPoint</Application>
  <DocSecurity>0</DocSecurity>
  <PresentationFormat>自定义</PresentationFormat>
  <Paragraphs>427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164</cp:revision>
  <dcterms:created xsi:type="dcterms:W3CDTF">2026-10-01T15:00:20Z</dcterms:created>
  <dcterms:modified xsi:type="dcterms:W3CDTF">2026-10-27T13:45:38Z</dcterms:modified>
</cp:coreProperties>
</file>