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07_51F486EC.xml" ContentType="application/vnd.ms-powerpoint.comments+xml"/>
  <Override PartName="/ppt/notesSlides/notesSlide3.xml" ContentType="application/vnd.openxmlformats-officedocument.presentationml.notesSlide+xml"/>
  <Override PartName="/ppt/comments/modernComment_108_51F486EC.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56" r:id="rId2"/>
    <p:sldId id="263" r:id="rId3"/>
    <p:sldId id="264" r:id="rId4"/>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37019" autoAdjust="0"/>
  </p:normalViewPr>
  <p:slideViewPr>
    <p:cSldViewPr snapToGrid="0">
      <p:cViewPr varScale="1">
        <p:scale>
          <a:sx n="62" d="100"/>
          <a:sy n="62" d="100"/>
        </p:scale>
        <p:origin x="2000" y="36"/>
      </p:cViewPr>
      <p:guideLst/>
    </p:cSldViewPr>
  </p:slideViewPr>
  <p:notesTextViewPr>
    <p:cViewPr>
      <p:scale>
        <a:sx n="1" d="1"/>
        <a:sy n="1" d="1"/>
      </p:scale>
      <p:origin x="0" y="-492"/>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7_51F486EC.xml><?xml version="1.0" encoding="utf-8"?>
<p188:cmLst xmlns:a="http://schemas.openxmlformats.org/drawingml/2006/main" xmlns:r="http://schemas.openxmlformats.org/officeDocument/2006/relationships" xmlns:p188="http://schemas.microsoft.com/office/powerpoint/2018/8/main">
  <p188:cm id="{1716EBE0-D356-48DF-A147-6610B2C11D06}"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F7B39D85-6EB4-4A25-BAD2-8E5D86CC2605}" authorId="{D3F71A66-0C34-DF1A-5236-FECDBC820DCB}" created="2026-10-02T04:04:56.395">
    <pc:sldMkLst xmlns:pc="http://schemas.microsoft.com/office/powerpoint/2013/main/command">
      <pc:docMk/>
      <pc:sldMk cId="1374979820" sldId="263"/>
    </pc:sldMkLst>
    <p188:txBody>
      <a:bodyPr/>
      <a:lstStyle/>
      <a:p>
        <a:r>
          <a:rPr lang="zh-CN" altLang="en-US"/>
          <a:t>@@fig-method-v4-baseline</a:t>
        </a:r>
      </a:p>
    </p188:txBody>
  </p188:cm>
</p188:cmLst>
</file>

<file path=ppt/comments/modernComment_108_51F486EC.xml><?xml version="1.0" encoding="utf-8"?>
<p188:cmLst xmlns:a="http://schemas.openxmlformats.org/drawingml/2006/main" xmlns:r="http://schemas.openxmlformats.org/officeDocument/2006/relationships" xmlns:p188="http://schemas.microsoft.com/office/powerpoint/2018/8/main">
  <p188:cm id="{AA5D51F7-3CB1-4B36-BB20-9743BD6D70F8}"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DA1AD77A-04DA-4271-A6CF-BB6B05634610}" authorId="{D3F71A66-0C34-DF1A-5236-FECDBC820DCB}" created="2026-10-02T04:04:56.395">
    <pc:sldMkLst xmlns:pc="http://schemas.microsoft.com/office/powerpoint/2013/main/command">
      <pc:docMk/>
      <pc:sldMk cId="1374979820" sldId="263"/>
    </pc:sldMkLst>
    <p188:txBody>
      <a:bodyPr/>
      <a:lstStyle/>
      <a:p>
        <a:r>
          <a:rPr lang="zh-CN" altLang="en-US"/>
          <a:t>@@fig-method-v4</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Match encodes each candidate region and each user-provided ligand identity from the same PDB. The candidate encoder combines a local density–atom voxel representation with pocket, blob and pseudo-atom features through pooling, attention and </a:t>
            </a:r>
            <a:r>
              <a:rPr dirty="0" err="1"/>
              <a:t>FiLM</a:t>
            </a:r>
            <a:r>
              <a:rPr dirty="0"/>
              <a:t> modulation. The identity encoder combines the original SMI-TED language representation with attention summaries from its own molecular graph and the other ligand identities. An independent foreground head predicts the foreground probability. Learned projections and cosine scoring relate candidate j to identity k in a J × K score matrix. The highlighted matrix cell identifies the illustrated candidate–identity pair; the grid does not display experimental scores. SMILES strings and molecular graphics are schematic examples. Fusion denotes integration of the identity branches at the level of this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3D84F-419E-4242-B19E-2D5D201F2A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40C4D-1E37-03A9-4402-0F8E37B836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5525C79-D0EB-00EC-08FF-71EBEB6AD4A4}"/>
              </a:ext>
            </a:extLst>
          </p:cNvPr>
          <p:cNvSpPr>
            <a:spLocks noGrp="1"/>
          </p:cNvSpPr>
          <p:nvPr>
            <p:ph type="body" sz="quarter" idx="3"/>
          </p:nvPr>
        </p:nvSpPr>
        <p:spPr/>
        <p:txBody>
          <a:bodyPr/>
          <a:lstStyle/>
          <a:p>
            <a:r>
              <a:rPr lang="zh-CN"/>
              <a:t>F</a:t>
            </a:r>
            <a:r>
              <a:rPr lang="zh-CN" dirty="0"/>
              <a:t>ind–Match–Build 的网络结构与信息流。</a:t>
            </a:r>
          </a:p>
          <a:p>
            <a:r>
              <a:rPr lang="zh-CN" dirty="0"/>
              <a:t>a，共享输入表示。四个基础密度场分别为实验密度 M_exp、模拟受体密度 M_sim、差密度 M_diff 和正差密度 M_diff⁺。每个密度场采用两种归一化方式和七种空间视图，组成 56 个密度通道；受体原子由 50 维特征表示。</a:t>
            </a:r>
          </a:p>
          <a:p>
            <a:r>
              <a:rPr lang="zh-CN" dirty="0"/>
              <a:t>b，Find 的体素–点云网络。3D voxel U-Net 与 Point Transformer V3 通过多尺度体素到点的特征融合协同定位配体区域，并分别输出配体区域概率与原子结合概率。回收连接用于迭代更新点云表示；候选区域（blob）和伪原子为 Match 提供局部线索。</a:t>
            </a:r>
          </a:p>
          <a:p>
            <a:r>
              <a:rPr lang="zh-CN" dirty="0"/>
              <a:t>c，Match 的候选–身份匹配。候选区域的密度与原子特征经 U-Net 编码为基础摘要，口袋、blob 和伪原子特征通过池化、交叉注意力与 FiLM 调制候选表示。身份编码器以 SMI-TED 语言表示为查询，分别对自身分子图特征和同一 PDB 中其他身份的语言表示执行图注意力（graph attention）和背景注意力（context attention），再融合为身份表示。候选与身份表示经可学习投影和余弦相似度计算形成 J × K 匹配分数矩阵，独立前景头输出候选的前景概率。J 为候选数，K 为有效身份数；Q、K、V 分别表示注意力中的查询、键和值。</a:t>
            </a:r>
          </a:p>
          <a:p>
            <a:r>
              <a:rPr lang="zh-CN" dirty="0"/>
              <a:t>d，Build 的下游构象重建。候选位点、匹配得到的 SMILES 身份和口袋环境输入密度条件微调的 PocketXMol，或满足适用条件的其他对接工具，得到全原子配体构象。blob 内的深蓝点表示几何中心及对接起始位点。密度、原子和配体构象均为示意。</a:t>
            </a:r>
          </a:p>
        </p:txBody>
      </p:sp>
      <p:sp>
        <p:nvSpPr>
          <p:cNvPr id="4" name="Slide Number Placeholder 3">
            <a:extLst>
              <a:ext uri="{FF2B5EF4-FFF2-40B4-BE49-F238E27FC236}">
                <a16:creationId xmlns:a16="http://schemas.microsoft.com/office/drawing/2014/main" id="{0D37FD3E-DB99-F3CE-87FD-800377475600}"/>
              </a:ext>
            </a:extLst>
          </p:cNvPr>
          <p:cNvSpPr>
            <a:spLocks noGrp="1"/>
          </p:cNvSpPr>
          <p:nvPr>
            <p:ph type="sldNum" sz="quarter" idx="5"/>
          </p:nvPr>
        </p:nvSpPr>
        <p:spPr/>
      </p:sp>
    </p:spTree>
    <p:extLst>
      <p:ext uri="{BB962C8B-B14F-4D97-AF65-F5344CB8AC3E}">
        <p14:creationId xmlns:p14="http://schemas.microsoft.com/office/powerpoint/2010/main" val="3958311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AF93-95A5-E700-EB3E-D633DC1444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91D0DC-1B34-631C-1675-038262F918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B35DC54-749E-52ED-6A38-7450AEE2B1E7}"/>
              </a:ext>
            </a:extLst>
          </p:cNvPr>
          <p:cNvSpPr>
            <a:spLocks noGrp="1"/>
          </p:cNvSpPr>
          <p:nvPr>
            <p:ph type="body" sz="quarter" idx="3"/>
          </p:nvPr>
        </p:nvSpPr>
        <p:spPr/>
        <p:txBody>
          <a:bodyPr/>
          <a:lstStyle/>
          <a:p>
            <a:r>
              <a:rPr lang="zh-CN" altLang="zh-CN" dirty="0"/>
              <a:t>LigandSeek 的 Find–Match–Build 框架的网络结构与数据流。</a:t>
            </a:r>
          </a:p>
          <a:p>
            <a:r>
              <a:rPr lang="zh-CN" altLang="zh-CN" b="1" dirty="0"/>
              <a:t>a</a:t>
            </a:r>
            <a:r>
              <a:rPr lang="zh-CN" altLang="zh-CN" dirty="0"/>
              <a:t>，共享输入。实验冷冻电镜密度 $M_{\mathrm{exp}}$、受体模拟密度 $M_{\mathrm{sim}}$、差异密度 $M_{\mathrm{diff}}$ 和正差异密度 $M_{\mathrm{diff}}^{+}$ 构成基础密度场。未归一化与 z-score 归一化表示经过七种空间变换，包括高斯平滑、差分高斯（DoG）滤波和受体邻域抑制，形成 56 通道多视角密度库。蛋白质和核酸受体原子的 50 维特征编码其化学与几何信息。</a:t>
            </a:r>
          </a:p>
          <a:p>
            <a:r>
              <a:rPr lang="zh-CN" altLang="zh-CN" b="1" dirty="0"/>
              <a:t>b</a:t>
            </a:r>
            <a:r>
              <a:rPr lang="zh-CN" altLang="zh-CN" dirty="0"/>
              <a:t>，Find 的体素–点云联合定位。3D U-Net 融合密度与受体原子特征，预测逐体素的配体区域概率。同时，Point Transformer V3 编码受体原子及从高概率结合区域采样的伪原子，通过多尺度特征采样融入体素信息。AlphaFold3 风格的迭代回收机制逐轮改善两个分支的预测。预测的受体原子结合概率用于在推理时为候选配体区域打分，提取的 blob 与伪原子则为 Match 提供局部线索。</a:t>
            </a:r>
          </a:p>
          <a:p>
            <a:r>
              <a:rPr lang="zh-CN" altLang="zh-CN" b="1" dirty="0"/>
              <a:t>c</a:t>
            </a:r>
            <a:r>
              <a:rPr lang="zh-CN" altLang="zh-CN" dirty="0"/>
              <a:t>，Match 的前景判别与身份指派。候选编码器使用 U-Net 处理以各 blob 为中心的 48³ 网格，得到体素摘要 $h_j^{\mathrm{vox}}$。Find 提供的 blob、口袋与伪原子特征通过双重池化、交叉注意力和特征线性调制（FiLM）调制 $h_j^{\mathrm{vox}}$，得到候选表示 $h_j$。身份编码器以 SMI-TED 语言嵌入为查询，通过图注意力读取图神经网络（GNN）编码的分子图特征；上下文注意力融入同一 PDB 中其他配体</a:t>
            </a:r>
            <a:r>
              <a:rPr lang="zh-CN" altLang="en-US" dirty="0"/>
              <a:t>的信息</a:t>
            </a:r>
            <a:r>
              <a:rPr lang="zh-CN" altLang="zh-CN" dirty="0"/>
              <a:t>，得到身份表示 $g_k$。最后，前景头根据 $h_j$ 预测前景概率 $p_j^{\mathrm{fg}}$，$h_j$ 与 $g_k$ 之间的可学习余弦评分生成身份指派分数矩阵 $s_{j,k}$。</a:t>
            </a:r>
          </a:p>
          <a:p>
            <a:r>
              <a:rPr lang="zh-CN" altLang="zh-CN" b="1" dirty="0"/>
              <a:t>d</a:t>
            </a:r>
            <a:r>
              <a:rPr lang="zh-CN" altLang="zh-CN" dirty="0"/>
              <a:t>，Build 的构象重建。blob 的几何中心 $p$、Match 指派的配体身份和口袋环境传入对接工具，生成配体构象。默认工具为经过密度引导微调的 PocketXMol，也支持 Vina、DiffDock 和 EMERALD。</a:t>
            </a:r>
          </a:p>
          <a:p>
            <a:pPr marL="0" algn="l" defTabSz="914400" rtl="0" eaLnBrk="1" latinLnBrk="0" hangingPunct="1"/>
            <a:r>
              <a:rPr lang="en-US" altLang="zh-CN" sz="1200" kern="1200" dirty="0"/>
              <a:t>ENGLISH：</a:t>
            </a:r>
          </a:p>
          <a:p>
            <a:pPr marL="0" algn="l" defTabSz="914400" rtl="0" eaLnBrk="1" latinLnBrk="0" hangingPunct="1"/>
            <a:r>
              <a:rPr lang="en-US" altLang="zh-CN" sz="1200" kern="1200" dirty="0"/>
              <a:t>Network architecture and data flow of </a:t>
            </a:r>
            <a:r>
              <a:rPr lang="zh-CN" altLang="zh-CN" dirty="0"/>
              <a:t>LigandSeek’s</a:t>
            </a:r>
            <a:r>
              <a:rPr lang="en-US" altLang="zh-CN" sz="1200" kern="1200" dirty="0"/>
              <a:t> Find–Match–Build framework.</a:t>
            </a:r>
          </a:p>
          <a:p>
            <a:pPr marL="0" algn="l" defTabSz="914400" rtl="0" eaLnBrk="1" latinLnBrk="0" hangingPunct="1"/>
            <a:r>
              <a:rPr lang="en-US" altLang="zh-CN" sz="1200" b="1" kern="1200" dirty="0"/>
              <a:t>a</a:t>
            </a:r>
            <a:r>
              <a:rPr lang="en-US" altLang="zh-CN" sz="1200" kern="1200" dirty="0"/>
              <a:t>, Shared inputs. Experimental cryo-electron microscopy density $M_{\</a:t>
            </a:r>
            <a:r>
              <a:rPr lang="en-US" altLang="zh-CN" sz="1200" kern="1200" dirty="0" err="1"/>
              <a:t>mathrm</a:t>
            </a:r>
            <a:r>
              <a:rPr lang="en-US" altLang="zh-CN" sz="1200" kern="1200" dirty="0"/>
              <a:t>{exp}}$, simulated receptor density $M_{\</a:t>
            </a:r>
            <a:r>
              <a:rPr lang="en-US" altLang="zh-CN" sz="1200" kern="1200" dirty="0" err="1"/>
              <a:t>mathrm</a:t>
            </a:r>
            <a:r>
              <a:rPr lang="en-US" altLang="zh-CN" sz="1200" kern="1200" dirty="0"/>
              <a:t>{sim}}$, difference density $M_{\</a:t>
            </a:r>
            <a:r>
              <a:rPr lang="en-US" altLang="zh-CN" sz="1200" kern="1200" dirty="0" err="1"/>
              <a:t>mathrm</a:t>
            </a:r>
            <a:r>
              <a:rPr lang="en-US" altLang="zh-CN" sz="1200" kern="1200" dirty="0"/>
              <a:t>{diff}}$ and positive difference density $M_{\</a:t>
            </a:r>
            <a:r>
              <a:rPr lang="en-US" altLang="zh-CN" sz="1200" kern="1200" dirty="0" err="1"/>
              <a:t>mathrm</a:t>
            </a:r>
            <a:r>
              <a:rPr lang="en-US" altLang="zh-CN" sz="1200" kern="1200" dirty="0"/>
              <a:t>{diff}}^{+}$ form the base fields. </a:t>
            </a:r>
            <a:r>
              <a:rPr lang="en-US" altLang="zh-CN" sz="1200" kern="1200" dirty="0" err="1"/>
              <a:t>Unnormalised</a:t>
            </a:r>
            <a:r>
              <a:rPr lang="en-US" altLang="zh-CN" sz="1200" kern="1200" dirty="0"/>
              <a:t> and z-score-</a:t>
            </a:r>
            <a:r>
              <a:rPr lang="en-US" altLang="zh-CN" sz="1200" kern="1200" dirty="0" err="1"/>
              <a:t>normalised</a:t>
            </a:r>
            <a:r>
              <a:rPr lang="en-US" altLang="zh-CN" sz="1200" kern="1200" dirty="0"/>
              <a:t> representations undergo seven spatial transformations, including Gaussian smoothing, difference-of-Gaussians (</a:t>
            </a:r>
            <a:r>
              <a:rPr lang="en-US" altLang="zh-CN" sz="1200" kern="1200" dirty="0" err="1"/>
              <a:t>DoG</a:t>
            </a:r>
            <a:r>
              <a:rPr lang="en-US" altLang="zh-CN" sz="1200" kern="1200" dirty="0"/>
              <a:t>) filtering and receptor-</a:t>
            </a:r>
            <a:r>
              <a:rPr lang="en-US" altLang="zh-CN" sz="1200" kern="1200" dirty="0" err="1"/>
              <a:t>neighbourhood</a:t>
            </a:r>
            <a:r>
              <a:rPr lang="en-US" altLang="zh-CN" sz="1200" kern="1200" dirty="0"/>
              <a:t> suppression, producing a 56-channel multi-view density bank. Protein and nucleic acid receptor atoms have 50-dimensional features encoding chemical and geometric information.</a:t>
            </a:r>
          </a:p>
          <a:p>
            <a:pPr marL="0" algn="l" defTabSz="914400" rtl="0" eaLnBrk="1" latinLnBrk="0" hangingPunct="1"/>
            <a:r>
              <a:rPr lang="en-US" altLang="zh-CN" sz="1200" b="1" kern="1200" dirty="0"/>
              <a:t>b</a:t>
            </a:r>
            <a:r>
              <a:rPr lang="en-US" altLang="zh-CN" sz="1200" kern="1200" dirty="0"/>
              <a:t>, Joint voxel and point-cloud </a:t>
            </a:r>
            <a:r>
              <a:rPr lang="en-US" altLang="zh-CN" sz="1200" kern="1200" dirty="0" err="1"/>
              <a:t>localisation</a:t>
            </a:r>
            <a:r>
              <a:rPr lang="en-US" altLang="zh-CN" sz="1200" kern="1200" dirty="0"/>
              <a:t> in Find. </a:t>
            </a:r>
            <a:r>
              <a:rPr lang="zh-CN" altLang="zh-CN" dirty="0"/>
              <a:t>A 3D U-Net combines density and receptor-atom features</a:t>
            </a:r>
            <a:r>
              <a:rPr lang="en-US" altLang="zh-CN" dirty="0"/>
              <a:t> to </a:t>
            </a:r>
            <a:r>
              <a:rPr lang="zh-CN" altLang="zh-CN" dirty="0"/>
              <a:t>predict voxelwise ligand-region probabilities.</a:t>
            </a:r>
            <a:r>
              <a:rPr lang="en-US" altLang="zh-CN" sz="1200" kern="1200" dirty="0"/>
              <a:t> In parallel, Point Transformer V3 encodes receptor atoms and pseudo-atoms sampled from high-probability binding regions, incorporating voxel information through multiscale feature sampling. An AlphaFold3-style recycling mechanism iteratively </a:t>
            </a:r>
            <a:r>
              <a:rPr lang="zh-CN" altLang="zh-CN" sz="1200" kern="1200" dirty="0"/>
              <a:t>refines</a:t>
            </a:r>
            <a:r>
              <a:rPr lang="en-US" altLang="zh-CN" sz="1200" kern="1200" dirty="0"/>
              <a:t> predictions across both branches. Predicted receptor-atom binding probabilities are used to score candidate ligand regions during inference, while extracted blobs and pseudo-atoms provide local cues for Match.</a:t>
            </a:r>
          </a:p>
          <a:p>
            <a:pPr marL="0" algn="l" defTabSz="914400" rtl="0" eaLnBrk="1" latinLnBrk="0" hangingPunct="1"/>
            <a:r>
              <a:rPr lang="en-US" altLang="zh-CN" sz="1200" b="1" kern="1200" dirty="0"/>
              <a:t>c</a:t>
            </a:r>
            <a:r>
              <a:rPr lang="en-US" altLang="zh-CN" sz="1200" kern="1200" dirty="0"/>
              <a:t>, Foreground classification and identity assignment in Match. The candidate encoder processes a 48³ grid </a:t>
            </a:r>
            <a:r>
              <a:rPr lang="en-US" altLang="zh-CN" sz="1200" kern="1200" dirty="0" err="1"/>
              <a:t>centred</a:t>
            </a:r>
            <a:r>
              <a:rPr lang="en-US" altLang="zh-CN" sz="1200" kern="1200" dirty="0"/>
              <a:t> on each blob with a U-Net to generate voxel summary $</a:t>
            </a:r>
            <a:r>
              <a:rPr lang="en-US" altLang="zh-CN" sz="1200" kern="1200" dirty="0" err="1"/>
              <a:t>h_j</a:t>
            </a:r>
            <a:r>
              <a:rPr lang="en-US" altLang="zh-CN" sz="1200" kern="1200" dirty="0"/>
              <a:t>^{\</a:t>
            </a:r>
            <a:r>
              <a:rPr lang="en-US" altLang="zh-CN" sz="1200" kern="1200" dirty="0" err="1"/>
              <a:t>mathrm</a:t>
            </a:r>
            <a:r>
              <a:rPr lang="en-US" altLang="zh-CN" sz="1200" kern="1200" dirty="0"/>
              <a:t>{vox}}$. Find-derived blob, pocket and pseudo-atom features modulate $</a:t>
            </a:r>
            <a:r>
              <a:rPr lang="en-US" altLang="zh-CN" sz="1200" kern="1200" dirty="0" err="1"/>
              <a:t>h_j</a:t>
            </a:r>
            <a:r>
              <a:rPr lang="en-US" altLang="zh-CN" sz="1200" kern="1200" dirty="0"/>
              <a:t>^{\</a:t>
            </a:r>
            <a:r>
              <a:rPr lang="en-US" altLang="zh-CN" sz="1200" kern="1200" dirty="0" err="1"/>
              <a:t>mathrm</a:t>
            </a:r>
            <a:r>
              <a:rPr lang="en-US" altLang="zh-CN" sz="1200" kern="1200" dirty="0"/>
              <a:t>{vox}}$ via dual pooling, cross-attention and </a:t>
            </a:r>
            <a:r>
              <a:rPr lang="en-US" altLang="zh-CN" sz="1200" kern="1200" dirty="0" err="1"/>
              <a:t>FiLM</a:t>
            </a:r>
            <a:r>
              <a:rPr lang="en-US" altLang="zh-CN" sz="1200" kern="1200" dirty="0"/>
              <a:t>, yielding candidate representation $</a:t>
            </a:r>
            <a:r>
              <a:rPr lang="en-US" altLang="zh-CN" sz="1200" kern="1200" dirty="0" err="1"/>
              <a:t>h_j</a:t>
            </a:r>
            <a:r>
              <a:rPr lang="en-US" altLang="zh-CN" sz="1200" kern="1200" dirty="0"/>
              <a:t>$. The identity encoder uses SMI-TED language embeddings to query GNN-encoded molecular graph features via graph attention, while context attention incorporates other ligand identities in the same PDB entry, yielding identity representation $</a:t>
            </a:r>
            <a:r>
              <a:rPr lang="en-US" altLang="zh-CN" sz="1200" kern="1200" dirty="0" err="1"/>
              <a:t>g_k</a:t>
            </a:r>
            <a:r>
              <a:rPr lang="en-US" altLang="zh-CN" sz="1200" kern="1200" dirty="0"/>
              <a:t>$. Finally, a foreground head predicts foreground probability $</a:t>
            </a:r>
            <a:r>
              <a:rPr lang="en-US" altLang="zh-CN" sz="1200" kern="1200" dirty="0" err="1"/>
              <a:t>p_j</a:t>
            </a:r>
            <a:r>
              <a:rPr lang="en-US" altLang="zh-CN" sz="1200" kern="1200" dirty="0"/>
              <a:t>^{\</a:t>
            </a:r>
            <a:r>
              <a:rPr lang="en-US" altLang="zh-CN" sz="1200" kern="1200" dirty="0" err="1"/>
              <a:t>mathrm</a:t>
            </a:r>
            <a:r>
              <a:rPr lang="en-US" altLang="zh-CN" sz="1200" kern="1200" dirty="0"/>
              <a:t>{</a:t>
            </a:r>
            <a:r>
              <a:rPr lang="en-US" altLang="zh-CN" sz="1200" kern="1200" dirty="0" err="1"/>
              <a:t>fg</a:t>
            </a:r>
            <a:r>
              <a:rPr lang="en-US" altLang="zh-CN" sz="1200" kern="1200" dirty="0"/>
              <a:t>}}$ from $</a:t>
            </a:r>
            <a:r>
              <a:rPr lang="en-US" altLang="zh-CN" sz="1200" kern="1200" dirty="0" err="1"/>
              <a:t>h_j</a:t>
            </a:r>
            <a:r>
              <a:rPr lang="en-US" altLang="zh-CN" sz="1200" kern="1200" dirty="0"/>
              <a:t>$, and learned cosine scoring between $</a:t>
            </a:r>
            <a:r>
              <a:rPr lang="en-US" altLang="zh-CN" sz="1200" kern="1200" dirty="0" err="1"/>
              <a:t>h_j</a:t>
            </a:r>
            <a:r>
              <a:rPr lang="en-US" altLang="zh-CN" sz="1200" kern="1200" dirty="0"/>
              <a:t>$ and $</a:t>
            </a:r>
            <a:r>
              <a:rPr lang="en-US" altLang="zh-CN" sz="1200" kern="1200" dirty="0" err="1"/>
              <a:t>g_k</a:t>
            </a:r>
            <a:r>
              <a:rPr lang="en-US" altLang="zh-CN" sz="1200" kern="1200" dirty="0"/>
              <a:t>$ produces the assignment matrix $s_{</a:t>
            </a:r>
            <a:r>
              <a:rPr lang="en-US" altLang="zh-CN" sz="1200" kern="1200" dirty="0" err="1"/>
              <a:t>j,k</a:t>
            </a:r>
            <a:r>
              <a:rPr lang="en-US" altLang="zh-CN" sz="1200" kern="1200" dirty="0"/>
              <a:t>}$. </a:t>
            </a:r>
          </a:p>
          <a:p>
            <a:pPr marL="0" algn="l" defTabSz="914400" rtl="0" eaLnBrk="1" latinLnBrk="0" hangingPunct="1"/>
            <a:r>
              <a:rPr lang="en-US" altLang="zh-CN" sz="1200" b="1" kern="1200" dirty="0"/>
              <a:t>d</a:t>
            </a:r>
            <a:r>
              <a:rPr lang="en-US" altLang="zh-CN" sz="1200" kern="1200" dirty="0"/>
              <a:t>, Pose reconstruction in Build. The blob geometric </a:t>
            </a:r>
            <a:r>
              <a:rPr lang="en-US" altLang="zh-CN" sz="1200" kern="1200" dirty="0" err="1"/>
              <a:t>centre</a:t>
            </a:r>
            <a:r>
              <a:rPr lang="en-US" altLang="zh-CN" sz="1200" kern="1200" dirty="0"/>
              <a:t> $p$, Match-assigned ligand identity and pocket environment are supplied to docking tools to generate ligand poses. The default tool is </a:t>
            </a:r>
            <a:r>
              <a:rPr lang="en-US" altLang="zh-CN" sz="1200" kern="1200" dirty="0" err="1"/>
              <a:t>PocketXMol</a:t>
            </a:r>
            <a:r>
              <a:rPr lang="en-US" altLang="zh-CN" sz="1200" kern="1200" dirty="0"/>
              <a:t> fine-tuned with density guidance. </a:t>
            </a:r>
            <a:r>
              <a:rPr lang="zh-CN" altLang="zh-CN" dirty="0"/>
              <a:t>Vina, DiffDock and EMERALD are also supported.</a:t>
            </a:r>
            <a:endParaRPr lang="en-US" altLang="zh-CN" sz="1200" kern="1200" dirty="0"/>
          </a:p>
        </p:txBody>
      </p:sp>
      <p:sp>
        <p:nvSpPr>
          <p:cNvPr id="4" name="Slide Number Placeholder 3">
            <a:extLst>
              <a:ext uri="{FF2B5EF4-FFF2-40B4-BE49-F238E27FC236}">
                <a16:creationId xmlns:a16="http://schemas.microsoft.com/office/drawing/2014/main" id="{7C62A1B0-47C1-F87B-2343-1BB93F2982F5}"/>
              </a:ext>
            </a:extLst>
          </p:cNvPr>
          <p:cNvSpPr>
            <a:spLocks noGrp="1"/>
          </p:cNvSpPr>
          <p:nvPr>
            <p:ph type="sldNum" sz="quarter" idx="5"/>
          </p:nvPr>
        </p:nvSpPr>
        <p:spPr/>
      </p:sp>
    </p:spTree>
    <p:extLst>
      <p:ext uri="{BB962C8B-B14F-4D97-AF65-F5344CB8AC3E}">
        <p14:creationId xmlns:p14="http://schemas.microsoft.com/office/powerpoint/2010/main" val="50020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microsoft.com/office/2018/10/relationships/comments" Target="../comments/modernComment_107_51F486EC.xml"/><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8.png"/><Relationship Id="rId3" Type="http://schemas.microsoft.com/office/2018/10/relationships/comments" Target="../comments/modernComment_108_51F486EC.xml"/><Relationship Id="rId7" Type="http://schemas.openxmlformats.org/officeDocument/2006/relationships/image" Target="../media/image9.png"/><Relationship Id="rId12"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6.png"/><Relationship Id="rId5" Type="http://schemas.openxmlformats.org/officeDocument/2006/relationships/image" Target="../media/image7.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2" name="Match c | refined editable panel"/>
          <p:cNvGrpSpPr/>
          <p:nvPr/>
        </p:nvGrpSpPr>
        <p:grpSpPr>
          <a:xfrm>
            <a:off x="115391" y="0"/>
            <a:ext cx="6249394" cy="4468813"/>
            <a:chOff x="0" y="0"/>
            <a:chExt cx="13811250" cy="9877425"/>
          </a:xfrm>
        </p:grpSpPr>
        <p:sp>
          <p:nvSpPr>
            <p:cNvPr id="3" name="Label 1 c">
              <a:extLst>
                <a:ext uri="{FF2B5EF4-FFF2-40B4-BE49-F238E27FC236}">
                  <a16:creationId xmlns:a16="http://schemas.microsoft.com/office/drawing/2014/main" id="{7F1D8F82-46C9-4C0A-8C0C-1CF5CEA37FF0}"/>
                </a:ext>
              </a:extLst>
            </p:cNvPr>
            <p:cNvSpPr>
              <a:spLocks noGrp="1"/>
            </p:cNvSpPr>
            <p:nvPr/>
          </p:nvSpPr>
          <p:spPr>
            <a:xfrm>
              <a:off x="400050" y="285750"/>
              <a:ext cx="285750" cy="428625"/>
            </a:xfrm>
            <a:prstGeom prst="rect">
              <a:avLst/>
            </a:prstGeom>
            <a:noFill/>
            <a:ln w="0">
              <a:noFill/>
            </a:ln>
          </p:spPr>
          <p:txBody>
            <a:bodyPr wrap="none" lIns="0" tIns="0" rIns="0" bIns="0" anchor="ctr">
              <a:noAutofit/>
            </a:bodyPr>
            <a:lstStyle/>
            <a:p>
              <a:pPr algn="ctr">
                <a:defRPr sz="1153" b="1">
                  <a:solidFill>
                    <a:srgbClr val="203646"/>
                  </a:solidFill>
                  <a:latin typeface="Arial"/>
                  <a:ea typeface="Arial"/>
                  <a:cs typeface="Arial"/>
                </a:defRPr>
              </a:pPr>
              <a:r>
                <a:rPr sz="1153" b="1">
                  <a:solidFill>
                    <a:srgbClr val="203646"/>
                  </a:solidFill>
                  <a:latin typeface="Arial"/>
                  <a:ea typeface="Arial"/>
                  <a:cs typeface="Arial"/>
                </a:rPr>
                <a:t>c</a:t>
              </a:r>
            </a:p>
          </p:txBody>
        </p:sp>
        <p:sp>
          <p:nvSpPr>
            <p:cNvPr id="4" name="Label 2 Match: candidate-to-identity assignment">
              <a:extLst>
                <a:ext uri="{FF2B5EF4-FFF2-40B4-BE49-F238E27FC236}">
                  <a16:creationId xmlns:a16="http://schemas.microsoft.com/office/drawing/2014/main" id="{24D27383-DCF3-437F-978F-1E57E6F8C6BD}"/>
                </a:ext>
              </a:extLst>
            </p:cNvPr>
            <p:cNvSpPr>
              <a:spLocks noGrp="1"/>
            </p:cNvSpPr>
            <p:nvPr/>
          </p:nvSpPr>
          <p:spPr>
            <a:xfrm>
              <a:off x="828675" y="285750"/>
              <a:ext cx="12001500" cy="428625"/>
            </a:xfrm>
            <a:prstGeom prst="rect">
              <a:avLst/>
            </a:prstGeom>
            <a:noFill/>
            <a:ln w="0">
              <a:noFill/>
            </a:ln>
          </p:spPr>
          <p:txBody>
            <a:bodyPr wrap="none" lIns="0" tIns="0" rIns="0" bIns="0" anchor="ctr">
              <a:noAutofit/>
            </a:bodyPr>
            <a:lstStyle/>
            <a:p>
              <a:pPr algn="l">
                <a:defRPr sz="1086" b="1">
                  <a:solidFill>
                    <a:srgbClr val="203646"/>
                  </a:solidFill>
                  <a:latin typeface="Arial"/>
                  <a:ea typeface="Arial"/>
                  <a:cs typeface="Arial"/>
                </a:defRPr>
              </a:pPr>
              <a:r>
                <a:rPr sz="1086" b="1">
                  <a:solidFill>
                    <a:srgbClr val="203646"/>
                  </a:solidFill>
                  <a:latin typeface="Arial"/>
                  <a:ea typeface="Arial"/>
                  <a:cs typeface="Arial"/>
                </a:rPr>
                <a:t>Match: candidate-to-identity assignment</a:t>
              </a:r>
            </a:p>
          </p:txBody>
        </p:sp>
        <p:sp>
          <p:nvSpPr>
            <p:cNvPr id="5" name="Label 3 Candidate encoder">
              <a:extLst>
                <a:ext uri="{FF2B5EF4-FFF2-40B4-BE49-F238E27FC236}">
                  <a16:creationId xmlns:a16="http://schemas.microsoft.com/office/drawing/2014/main" id="{5CA87B76-B1BE-4111-AE84-356529F105DA}"/>
                </a:ext>
              </a:extLst>
            </p:cNvPr>
            <p:cNvSpPr>
              <a:spLocks noGrp="1"/>
            </p:cNvSpPr>
            <p:nvPr/>
          </p:nvSpPr>
          <p:spPr>
            <a:xfrm>
              <a:off x="495300" y="971550"/>
              <a:ext cx="5476875"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Candidate encoder</a:t>
              </a:r>
            </a:p>
          </p:txBody>
        </p:sp>
        <p:sp>
          <p:nvSpPr>
            <p:cNvPr id="6" name="Label 4 Identity encoder">
              <a:extLst>
                <a:ext uri="{FF2B5EF4-FFF2-40B4-BE49-F238E27FC236}">
                  <a16:creationId xmlns:a16="http://schemas.microsoft.com/office/drawing/2014/main" id="{291430B5-5ADB-45F0-9A21-F2A7D2071A56}"/>
                </a:ext>
              </a:extLst>
            </p:cNvPr>
            <p:cNvSpPr>
              <a:spLocks noGrp="1"/>
            </p:cNvSpPr>
            <p:nvPr/>
          </p:nvSpPr>
          <p:spPr>
            <a:xfrm>
              <a:off x="7210425" y="971550"/>
              <a:ext cx="5810250"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Identity encoder</a:t>
              </a:r>
            </a:p>
          </p:txBody>
        </p:sp>
        <p:sp>
          <p:nvSpPr>
            <p:cNvPr id="7" name="Line 5">
              <a:extLst>
                <a:ext uri="{FF2B5EF4-FFF2-40B4-BE49-F238E27FC236}">
                  <a16:creationId xmlns:a16="http://schemas.microsoft.com/office/drawing/2014/main" id="{BDE4DB87-1BAD-4BC9-9DB4-8E5B33FC0DAF}"/>
                </a:ext>
              </a:extLst>
            </p:cNvPr>
            <p:cNvSpPr>
              <a:spLocks noGrp="1"/>
            </p:cNvSpPr>
            <p:nvPr/>
          </p:nvSpPr>
          <p:spPr>
            <a:xfrm>
              <a:off x="6810375" y="990600"/>
              <a:ext cx="95" cy="7113084"/>
            </a:xfrm>
            <a:custGeom>
              <a:avLst/>
              <a:gdLst/>
              <a:ahLst/>
              <a:cxnLst/>
              <a:rect l="0" t="0" r="0" b="0"/>
              <a:pathLst>
                <a:path w="95" h="6534150">
                  <a:moveTo>
                    <a:pt x="0" y="0"/>
                  </a:moveTo>
                  <a:lnTo>
                    <a:pt x="0" y="6534150"/>
                  </a:lnTo>
                </a:path>
              </a:pathLst>
            </a:custGeom>
            <a:noFill/>
            <a:ln w="5172">
              <a:solidFill>
                <a:srgbClr val="DCE6E5"/>
              </a:solidFill>
              <a:prstDash val="solid"/>
            </a:ln>
          </p:spPr>
        </p:sp>
        <p:sp>
          <p:nvSpPr>
            <p:cNvPr id="8" name="Label 6 Density + atoms">
              <a:extLst>
                <a:ext uri="{FF2B5EF4-FFF2-40B4-BE49-F238E27FC236}">
                  <a16:creationId xmlns:a16="http://schemas.microsoft.com/office/drawing/2014/main" id="{191268D5-D037-466D-AB21-0BECAC829F0B}"/>
                </a:ext>
              </a:extLst>
            </p:cNvPr>
            <p:cNvSpPr>
              <a:spLocks noGrp="1"/>
            </p:cNvSpPr>
            <p:nvPr/>
          </p:nvSpPr>
          <p:spPr>
            <a:xfrm>
              <a:off x="400050" y="1504950"/>
              <a:ext cx="171450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Density + atoms</a:t>
              </a:r>
            </a:p>
          </p:txBody>
        </p:sp>
        <p:sp>
          <p:nvSpPr>
            <p:cNvPr id="9" name="Label 7 48³ crop">
              <a:extLst>
                <a:ext uri="{FF2B5EF4-FFF2-40B4-BE49-F238E27FC236}">
                  <a16:creationId xmlns:a16="http://schemas.microsoft.com/office/drawing/2014/main" id="{A1E69B51-0D26-4D32-B055-54B9B9544EF9}"/>
                </a:ext>
              </a:extLst>
            </p:cNvPr>
            <p:cNvSpPr>
              <a:spLocks noGrp="1"/>
            </p:cNvSpPr>
            <p:nvPr/>
          </p:nvSpPr>
          <p:spPr>
            <a:xfrm>
              <a:off x="342900" y="2809875"/>
              <a:ext cx="150495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48³ crop</a:t>
              </a:r>
            </a:p>
          </p:txBody>
        </p:sp>
        <p:sp>
          <p:nvSpPr>
            <p:cNvPr id="10" name="Label 8 Base summary">
              <a:extLst>
                <a:ext uri="{FF2B5EF4-FFF2-40B4-BE49-F238E27FC236}">
                  <a16:creationId xmlns:a16="http://schemas.microsoft.com/office/drawing/2014/main" id="{6612CC9B-9442-436B-BD97-65A9DC658AE7}"/>
                </a:ext>
              </a:extLst>
            </p:cNvPr>
            <p:cNvSpPr>
              <a:spLocks noGrp="1"/>
            </p:cNvSpPr>
            <p:nvPr/>
          </p:nvSpPr>
          <p:spPr>
            <a:xfrm>
              <a:off x="4914900" y="1495425"/>
              <a:ext cx="1695450" cy="276225"/>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11" name="Label 9 h">
                  <a:extLst>
                    <a:ext uri="{FF2B5EF4-FFF2-40B4-BE49-F238E27FC236}">
                      <a16:creationId xmlns:a16="http://schemas.microsoft.com/office/drawing/2014/main" id="{6DAFBB7D-906C-48B7-BC48-2740B4B59D07}"/>
                    </a:ext>
                  </a:extLst>
                </p:cNvPr>
                <p:cNvSpPr>
                  <a:spLocks noGrp="1"/>
                </p:cNvSpPr>
                <p:nvPr/>
              </p:nvSpPr>
              <p:spPr>
                <a:xfrm>
                  <a:off x="5524500" y="1790700"/>
                  <a:ext cx="714375" cy="3619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ℎ</m:t>
                            </m:r>
                          </m:e>
                          <m:sub>
                            <m:r>
                              <a:rPr lang="en-US" sz="950">
                                <a:solidFill>
                                  <a:srgbClr val="203646"/>
                                </a:solidFill>
                                <a:latin typeface="Cambria Math"/>
                              </a:rPr>
                              <m:t>𝑗</m:t>
                            </m:r>
                          </m:sub>
                          <m:sup>
                            <m:r>
                              <m:rPr>
                                <m:sty m:val="p"/>
                              </m:rPr>
                              <a:rPr lang="en-US" sz="950">
                                <a:solidFill>
                                  <a:srgbClr val="203646"/>
                                </a:solidFill>
                                <a:latin typeface="Cambria Math"/>
                              </a:rPr>
                              <m:t>vox</m:t>
                            </m:r>
                          </m:sup>
                        </m:sSubSup>
                      </m:oMath>
                    </m:oMathPara>
                  </a14:m>
                  <a:endParaRPr lang="en-US" sz="950"/>
                </a:p>
              </p:txBody>
            </p:sp>
          </mc:Choice>
          <mc:Fallback xmlns="">
            <p:sp>
              <p:nvSpPr>
                <p:cNvPr id="11" name="Label 9 h">
                  <a:extLst>
                    <a:ext uri="{FF2B5EF4-FFF2-40B4-BE49-F238E27FC236}">
                      <a16:creationId xmlns:a16="http://schemas.microsoft.com/office/drawing/2014/main" id="{6DAFBB7D-906C-48B7-BC48-2740B4B59D07}"/>
                    </a:ext>
                  </a:extLst>
                </p:cNvPr>
                <p:cNvSpPr>
                  <a:spLocks noGrp="1" noRot="1" noChangeAspect="1" noMove="1" noResize="1" noEditPoints="1" noAdjustHandles="1" noChangeArrowheads="1" noChangeShapeType="1" noTextEdit="1"/>
                </p:cNvSpPr>
                <p:nvPr/>
              </p:nvSpPr>
              <p:spPr>
                <a:xfrm>
                  <a:off x="5524500" y="1790700"/>
                  <a:ext cx="714375" cy="361950"/>
                </a:xfrm>
                <a:prstGeom prst="rect">
                  <a:avLst/>
                </a:prstGeom>
                <a:blipFill>
                  <a:blip r:embed="rId3"/>
                  <a:stretch>
                    <a:fillRect l="-15094" b="-25926"/>
                  </a:stretch>
                </a:blipFill>
                <a:ln w="0">
                  <a:noFill/>
                </a:ln>
              </p:spPr>
              <p:txBody>
                <a:bodyPr/>
                <a:lstStyle/>
                <a:p>
                  <a:r>
                    <a:rPr lang="zh-CN" altLang="en-US">
                      <a:noFill/>
                    </a:rPr>
                    <a:t> </a:t>
                  </a:r>
                </a:p>
              </p:txBody>
            </p:sp>
          </mc:Fallback>
        </mc:AlternateContent>
        <p:sp>
          <p:nvSpPr>
            <p:cNvPr id="12" name="Arrow 10">
              <a:extLst>
                <a:ext uri="{FF2B5EF4-FFF2-40B4-BE49-F238E27FC236}">
                  <a16:creationId xmlns:a16="http://schemas.microsoft.com/office/drawing/2014/main" id="{DF6FC9A7-560D-4F48-9229-F63DEEB9E74A}"/>
                </a:ext>
              </a:extLst>
            </p:cNvPr>
            <p:cNvSpPr>
              <a:spLocks noGrp="1"/>
            </p:cNvSpPr>
            <p:nvPr/>
          </p:nvSpPr>
          <p:spPr>
            <a:xfrm>
              <a:off x="1647825" y="2390775"/>
              <a:ext cx="1076325" cy="95"/>
            </a:xfrm>
            <a:custGeom>
              <a:avLst/>
              <a:gdLst/>
              <a:ahLst/>
              <a:cxnLst/>
              <a:rect l="0" t="0" r="0" b="0"/>
              <a:pathLst>
                <a:path w="1076325" h="95">
                  <a:moveTo>
                    <a:pt x="0" y="0"/>
                  </a:moveTo>
                  <a:lnTo>
                    <a:pt x="1076325" y="0"/>
                  </a:lnTo>
                </a:path>
              </a:pathLst>
            </a:custGeom>
            <a:noFill/>
            <a:ln w="7327">
              <a:solidFill>
                <a:srgbClr val="397FA6"/>
              </a:solidFill>
              <a:prstDash val="solid"/>
            </a:ln>
          </p:spPr>
        </p:sp>
        <p:sp>
          <p:nvSpPr>
            <p:cNvPr id="13" name="Arrow 11">
              <a:extLst>
                <a:ext uri="{FF2B5EF4-FFF2-40B4-BE49-F238E27FC236}">
                  <a16:creationId xmlns:a16="http://schemas.microsoft.com/office/drawing/2014/main" id="{B0A7842E-1518-4284-BC52-3D126FD41DF5}"/>
                </a:ext>
              </a:extLst>
            </p:cNvPr>
            <p:cNvSpPr>
              <a:spLocks noGrp="1"/>
            </p:cNvSpPr>
            <p:nvPr/>
          </p:nvSpPr>
          <p:spPr>
            <a:xfrm>
              <a:off x="3876675" y="2390775"/>
              <a:ext cx="1162050" cy="95"/>
            </a:xfrm>
            <a:custGeom>
              <a:avLst/>
              <a:gdLst/>
              <a:ahLst/>
              <a:cxnLst/>
              <a:rect l="0" t="0" r="0" b="0"/>
              <a:pathLst>
                <a:path w="1162050" h="95">
                  <a:moveTo>
                    <a:pt x="0" y="0"/>
                  </a:moveTo>
                  <a:lnTo>
                    <a:pt x="1162050" y="0"/>
                  </a:lnTo>
                </a:path>
              </a:pathLst>
            </a:custGeom>
            <a:noFill/>
            <a:ln w="7327">
              <a:solidFill>
                <a:srgbClr val="397FA6"/>
              </a:solidFill>
              <a:prstDash val="solid"/>
            </a:ln>
          </p:spPr>
        </p:sp>
        <p:sp>
          <p:nvSpPr>
            <p:cNvPr id="14" name="Arrow 12">
              <a:extLst>
                <a:ext uri="{FF2B5EF4-FFF2-40B4-BE49-F238E27FC236}">
                  <a16:creationId xmlns:a16="http://schemas.microsoft.com/office/drawing/2014/main" id="{4F9C0D86-B3EB-4D05-A329-7F4A2706A3D4}"/>
                </a:ext>
              </a:extLst>
            </p:cNvPr>
            <p:cNvSpPr>
              <a:spLocks noGrp="1"/>
            </p:cNvSpPr>
            <p:nvPr/>
          </p:nvSpPr>
          <p:spPr>
            <a:xfrm>
              <a:off x="5762625" y="2514600"/>
              <a:ext cx="95" cy="4260850"/>
            </a:xfrm>
            <a:custGeom>
              <a:avLst/>
              <a:gdLst/>
              <a:ahLst/>
              <a:cxnLst/>
              <a:rect l="0" t="0" r="0" b="0"/>
              <a:pathLst>
                <a:path w="95" h="3609975">
                  <a:moveTo>
                    <a:pt x="0" y="0"/>
                  </a:moveTo>
                  <a:lnTo>
                    <a:pt x="0" y="3609975"/>
                  </a:lnTo>
                </a:path>
              </a:pathLst>
            </a:custGeom>
            <a:noFill/>
            <a:ln w="7327">
              <a:solidFill>
                <a:srgbClr val="397FA6"/>
              </a:solidFill>
              <a:prstDash val="solid"/>
            </a:ln>
          </p:spPr>
        </p:sp>
        <p:sp>
          <p:nvSpPr>
            <p:cNvPr id="15" name="Operator ">
              <a:extLst>
                <a:ext uri="{FF2B5EF4-FFF2-40B4-BE49-F238E27FC236}">
                  <a16:creationId xmlns:a16="http://schemas.microsoft.com/office/drawing/2014/main" id="{6A635DDF-931C-40C7-9372-FBE3D0225AAE}"/>
                </a:ext>
              </a:extLst>
            </p:cNvPr>
            <p:cNvSpPr>
              <a:spLocks noGrp="1"/>
            </p:cNvSpPr>
            <p:nvPr/>
          </p:nvSpPr>
          <p:spPr>
            <a:xfrm>
              <a:off x="647700" y="3638550"/>
              <a:ext cx="4552950" cy="1362075"/>
            </a:xfrm>
            <a:prstGeom prst="roundRect">
              <a:avLst>
                <a:gd name="adj" fmla="val 4895"/>
              </a:avLst>
            </a:prstGeom>
            <a:solidFill>
              <a:srgbClr val="FCFEFD"/>
            </a:solidFill>
            <a:ln w="6896">
              <a:solidFill>
                <a:srgbClr val="C6DDD5"/>
              </a:solidFill>
            </a:ln>
          </p:spPr>
        </p:sp>
        <p:sp>
          <p:nvSpPr>
            <p:cNvPr id="16" name="Line 13">
              <a:extLst>
                <a:ext uri="{FF2B5EF4-FFF2-40B4-BE49-F238E27FC236}">
                  <a16:creationId xmlns:a16="http://schemas.microsoft.com/office/drawing/2014/main" id="{9DCC26C4-3AFD-4B6C-82E8-F2A92BE1B4ED}"/>
                </a:ext>
              </a:extLst>
            </p:cNvPr>
            <p:cNvSpPr>
              <a:spLocks noGrp="1"/>
            </p:cNvSpPr>
            <p:nvPr/>
          </p:nvSpPr>
          <p:spPr>
            <a:xfrm>
              <a:off x="2343150" y="3771900"/>
              <a:ext cx="95" cy="1095375"/>
            </a:xfrm>
            <a:custGeom>
              <a:avLst/>
              <a:gdLst/>
              <a:ahLst/>
              <a:cxnLst/>
              <a:rect l="0" t="0" r="0" b="0"/>
              <a:pathLst>
                <a:path w="95" h="1095375">
                  <a:moveTo>
                    <a:pt x="0" y="0"/>
                  </a:moveTo>
                  <a:lnTo>
                    <a:pt x="0" y="1095375"/>
                  </a:lnTo>
                </a:path>
              </a:pathLst>
            </a:custGeom>
            <a:noFill/>
            <a:ln w="5172">
              <a:solidFill>
                <a:srgbClr val="C6DDD5"/>
              </a:solidFill>
              <a:prstDash val="dash"/>
            </a:ln>
          </p:spPr>
        </p:sp>
        <p:sp>
          <p:nvSpPr>
            <p:cNvPr id="17" name="Label 14 Pocket">
              <a:extLst>
                <a:ext uri="{FF2B5EF4-FFF2-40B4-BE49-F238E27FC236}">
                  <a16:creationId xmlns:a16="http://schemas.microsoft.com/office/drawing/2014/main" id="{7B341D76-822C-4EFC-896B-D7DA5224B4D2}"/>
                </a:ext>
              </a:extLst>
            </p:cNvPr>
            <p:cNvSpPr>
              <a:spLocks noGrp="1"/>
            </p:cNvSpPr>
            <p:nvPr/>
          </p:nvSpPr>
          <p:spPr>
            <a:xfrm>
              <a:off x="781050" y="3714750"/>
              <a:ext cx="1409700"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Pocket</a:t>
              </a:r>
            </a:p>
          </p:txBody>
        </p:sp>
        <p:sp>
          <p:nvSpPr>
            <p:cNvPr id="18" name="Label 15 Cues from Find">
              <a:extLst>
                <a:ext uri="{FF2B5EF4-FFF2-40B4-BE49-F238E27FC236}">
                  <a16:creationId xmlns:a16="http://schemas.microsoft.com/office/drawing/2014/main" id="{C141CF89-3E5E-4857-A84C-31A6C715361F}"/>
                </a:ext>
              </a:extLst>
            </p:cNvPr>
            <p:cNvSpPr>
              <a:spLocks noGrp="1"/>
            </p:cNvSpPr>
            <p:nvPr/>
          </p:nvSpPr>
          <p:spPr>
            <a:xfrm>
              <a:off x="2409825" y="3714750"/>
              <a:ext cx="2695575"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Cues from Find</a:t>
              </a:r>
            </a:p>
          </p:txBody>
        </p:sp>
        <p:sp>
          <p:nvSpPr>
            <p:cNvPr id="19" name="Label 16 Blob">
              <a:extLst>
                <a:ext uri="{FF2B5EF4-FFF2-40B4-BE49-F238E27FC236}">
                  <a16:creationId xmlns:a16="http://schemas.microsoft.com/office/drawing/2014/main" id="{DC548A32-F72A-40A4-8418-2A9509570565}"/>
                </a:ext>
              </a:extLst>
            </p:cNvPr>
            <p:cNvSpPr>
              <a:spLocks noGrp="1"/>
            </p:cNvSpPr>
            <p:nvPr/>
          </p:nvSpPr>
          <p:spPr>
            <a:xfrm>
              <a:off x="2667000" y="4667250"/>
              <a:ext cx="1000125" cy="266700"/>
            </a:xfrm>
            <a:prstGeom prst="rect">
              <a:avLst/>
            </a:prstGeom>
            <a:noFill/>
            <a:ln w="0">
              <a:noFill/>
            </a:ln>
          </p:spPr>
          <p:txBody>
            <a:bodyPr wrap="none" lIns="0" tIns="0" rIns="0" bIns="0" anchor="ctr">
              <a:noAutofit/>
            </a:bodyPr>
            <a:lstStyle/>
            <a:p>
              <a:pPr algn="ctr">
                <a:defRPr sz="679" b="0">
                  <a:solidFill>
                    <a:srgbClr val="203646"/>
                  </a:solidFill>
                  <a:latin typeface="Arial"/>
                  <a:ea typeface="Arial"/>
                  <a:cs typeface="Arial"/>
                </a:defRPr>
              </a:pPr>
              <a:r>
                <a:rPr sz="679" b="0">
                  <a:solidFill>
                    <a:srgbClr val="203646"/>
                  </a:solidFill>
                  <a:latin typeface="Arial"/>
                  <a:ea typeface="Arial"/>
                  <a:cs typeface="Arial"/>
                </a:rPr>
                <a:t>Blob</a:t>
              </a:r>
            </a:p>
          </p:txBody>
        </p:sp>
        <p:sp>
          <p:nvSpPr>
            <p:cNvPr id="20" name="Label 17 Pseudo">
              <a:extLst>
                <a:ext uri="{FF2B5EF4-FFF2-40B4-BE49-F238E27FC236}">
                  <a16:creationId xmlns:a16="http://schemas.microsoft.com/office/drawing/2014/main" id="{9BD417D3-0E17-4ACF-9018-0BE403FB89B6}"/>
                </a:ext>
              </a:extLst>
            </p:cNvPr>
            <p:cNvSpPr>
              <a:spLocks noGrp="1"/>
            </p:cNvSpPr>
            <p:nvPr/>
          </p:nvSpPr>
          <p:spPr>
            <a:xfrm>
              <a:off x="4133850" y="4667250"/>
              <a:ext cx="1000125" cy="266700"/>
            </a:xfrm>
            <a:prstGeom prst="rect">
              <a:avLst/>
            </a:prstGeom>
            <a:noFill/>
            <a:ln w="0">
              <a:noFill/>
            </a:ln>
          </p:spPr>
          <p:txBody>
            <a:bodyPr wrap="none" lIns="0" tIns="0" rIns="0" bIns="0" anchor="ctr">
              <a:noAutofit/>
            </a:bodyPr>
            <a:lstStyle/>
            <a:p>
              <a:pPr algn="ctr">
                <a:defRPr sz="746" b="0">
                  <a:solidFill>
                    <a:srgbClr val="203646"/>
                  </a:solidFill>
                  <a:latin typeface="Arial"/>
                  <a:ea typeface="Arial"/>
                  <a:cs typeface="Arial"/>
                </a:defRPr>
              </a:pPr>
              <a:r>
                <a:rPr sz="746" b="0">
                  <a:solidFill>
                    <a:srgbClr val="203646"/>
                  </a:solidFill>
                  <a:latin typeface="Arial"/>
                  <a:ea typeface="Arial"/>
                  <a:cs typeface="Arial"/>
                </a:rPr>
                <a:t>Pseudo</a:t>
              </a:r>
            </a:p>
          </p:txBody>
        </p:sp>
        <p:sp>
          <p:nvSpPr>
            <p:cNvPr id="21" name="Operator Mean/max pool">
              <a:extLst>
                <a:ext uri="{FF2B5EF4-FFF2-40B4-BE49-F238E27FC236}">
                  <a16:creationId xmlns:a16="http://schemas.microsoft.com/office/drawing/2014/main" id="{B4DDAE5A-8AC7-44AF-AC70-FFA982BC313D}"/>
                </a:ext>
              </a:extLst>
            </p:cNvPr>
            <p:cNvSpPr>
              <a:spLocks noGrp="1"/>
            </p:cNvSpPr>
            <p:nvPr/>
          </p:nvSpPr>
          <p:spPr>
            <a:xfrm>
              <a:off x="6477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Mean/max pool</a:t>
              </a:r>
            </a:p>
          </p:txBody>
        </p:sp>
        <p:sp>
          <p:nvSpPr>
            <p:cNvPr id="22" name="Operator Attention">
              <a:extLst>
                <a:ext uri="{FF2B5EF4-FFF2-40B4-BE49-F238E27FC236}">
                  <a16:creationId xmlns:a16="http://schemas.microsoft.com/office/drawing/2014/main" id="{C4710753-9AFD-4D68-B8DC-20EB145331A3}"/>
                </a:ext>
              </a:extLst>
            </p:cNvPr>
            <p:cNvSpPr>
              <a:spLocks noGrp="1"/>
            </p:cNvSpPr>
            <p:nvPr/>
          </p:nvSpPr>
          <p:spPr>
            <a:xfrm>
              <a:off x="32004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Attention</a:t>
              </a:r>
            </a:p>
          </p:txBody>
        </p:sp>
        <p:sp>
          <p:nvSpPr>
            <p:cNvPr id="23" name="Line 18">
              <a:extLst>
                <a:ext uri="{FF2B5EF4-FFF2-40B4-BE49-F238E27FC236}">
                  <a16:creationId xmlns:a16="http://schemas.microsoft.com/office/drawing/2014/main" id="{1BF7E2D7-D737-4FE4-934A-06CC5E30649E}"/>
                </a:ext>
              </a:extLst>
            </p:cNvPr>
            <p:cNvSpPr>
              <a:spLocks noGrp="1"/>
            </p:cNvSpPr>
            <p:nvPr/>
          </p:nvSpPr>
          <p:spPr>
            <a:xfrm>
              <a:off x="2924175" y="5000625"/>
              <a:ext cx="95" cy="285750"/>
            </a:xfrm>
            <a:custGeom>
              <a:avLst/>
              <a:gdLst/>
              <a:ahLst/>
              <a:cxnLst/>
              <a:rect l="0" t="0" r="0" b="0"/>
              <a:pathLst>
                <a:path w="95" h="247650">
                  <a:moveTo>
                    <a:pt x="0" y="0"/>
                  </a:moveTo>
                  <a:lnTo>
                    <a:pt x="0" y="247650"/>
                  </a:lnTo>
                </a:path>
              </a:pathLst>
            </a:custGeom>
            <a:noFill/>
            <a:ln w="7327">
              <a:solidFill>
                <a:srgbClr val="2B887C"/>
              </a:solidFill>
              <a:prstDash val="solid"/>
            </a:ln>
          </p:spPr>
        </p:sp>
        <p:sp>
          <p:nvSpPr>
            <p:cNvPr id="24" name="Line 19">
              <a:extLst>
                <a:ext uri="{FF2B5EF4-FFF2-40B4-BE49-F238E27FC236}">
                  <a16:creationId xmlns:a16="http://schemas.microsoft.com/office/drawing/2014/main" id="{658B351A-0E49-40EB-95A6-11DB603CE18C}"/>
                </a:ext>
              </a:extLst>
            </p:cNvPr>
            <p:cNvSpPr>
              <a:spLocks noGrp="1"/>
            </p:cNvSpPr>
            <p:nvPr/>
          </p:nvSpPr>
          <p:spPr>
            <a:xfrm>
              <a:off x="1647825" y="5286375"/>
              <a:ext cx="2552700" cy="217"/>
            </a:xfrm>
            <a:custGeom>
              <a:avLst/>
              <a:gdLst/>
              <a:ahLst/>
              <a:cxnLst/>
              <a:rect l="0" t="0" r="0" b="0"/>
              <a:pathLst>
                <a:path w="2552700" h="95">
                  <a:moveTo>
                    <a:pt x="0" y="0"/>
                  </a:moveTo>
                  <a:lnTo>
                    <a:pt x="2552700" y="0"/>
                  </a:lnTo>
                </a:path>
              </a:pathLst>
            </a:custGeom>
            <a:noFill/>
            <a:ln w="7327">
              <a:solidFill>
                <a:srgbClr val="2B887C"/>
              </a:solidFill>
              <a:prstDash val="solid"/>
            </a:ln>
          </p:spPr>
        </p:sp>
        <p:sp>
          <p:nvSpPr>
            <p:cNvPr id="25" name="Arrow 20">
              <a:extLst>
                <a:ext uri="{FF2B5EF4-FFF2-40B4-BE49-F238E27FC236}">
                  <a16:creationId xmlns:a16="http://schemas.microsoft.com/office/drawing/2014/main" id="{881D18E0-1778-4056-B675-EB9110133E74}"/>
                </a:ext>
              </a:extLst>
            </p:cNvPr>
            <p:cNvSpPr>
              <a:spLocks noGrp="1"/>
            </p:cNvSpPr>
            <p:nvPr/>
          </p:nvSpPr>
          <p:spPr>
            <a:xfrm>
              <a:off x="16478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6" name="Arrow 21">
              <a:extLst>
                <a:ext uri="{FF2B5EF4-FFF2-40B4-BE49-F238E27FC236}">
                  <a16:creationId xmlns:a16="http://schemas.microsoft.com/office/drawing/2014/main" id="{C977B47A-45AC-4FB5-9C20-E8F7776A388E}"/>
                </a:ext>
              </a:extLst>
            </p:cNvPr>
            <p:cNvSpPr>
              <a:spLocks noGrp="1"/>
            </p:cNvSpPr>
            <p:nvPr/>
          </p:nvSpPr>
          <p:spPr>
            <a:xfrm>
              <a:off x="42005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7" name="Label 22 K, V">
              <a:extLst>
                <a:ext uri="{FF2B5EF4-FFF2-40B4-BE49-F238E27FC236}">
                  <a16:creationId xmlns:a16="http://schemas.microsoft.com/office/drawing/2014/main" id="{BC6C5941-143C-4B3A-BF30-F79717A25DAA}"/>
                </a:ext>
              </a:extLst>
            </p:cNvPr>
            <p:cNvSpPr>
              <a:spLocks noGrp="1"/>
            </p:cNvSpPr>
            <p:nvPr/>
          </p:nvSpPr>
          <p:spPr>
            <a:xfrm>
              <a:off x="4276725" y="5275385"/>
              <a:ext cx="628650" cy="577048"/>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28" name="Arrow 23">
              <a:extLst>
                <a:ext uri="{FF2B5EF4-FFF2-40B4-BE49-F238E27FC236}">
                  <a16:creationId xmlns:a16="http://schemas.microsoft.com/office/drawing/2014/main" id="{4BBAE0E3-9C64-4507-AE3A-19062B74C54C}"/>
                </a:ext>
              </a:extLst>
            </p:cNvPr>
            <p:cNvSpPr>
              <a:spLocks noGrp="1"/>
            </p:cNvSpPr>
            <p:nvPr/>
          </p:nvSpPr>
          <p:spPr>
            <a:xfrm>
              <a:off x="5248275" y="6124575"/>
              <a:ext cx="514350" cy="95"/>
            </a:xfrm>
            <a:custGeom>
              <a:avLst/>
              <a:gdLst/>
              <a:ahLst/>
              <a:cxnLst/>
              <a:rect l="0" t="0" r="0" b="0"/>
              <a:pathLst>
                <a:path w="514350" h="95">
                  <a:moveTo>
                    <a:pt x="514350" y="0"/>
                  </a:moveTo>
                  <a:lnTo>
                    <a:pt x="0" y="0"/>
                  </a:lnTo>
                </a:path>
              </a:pathLst>
            </a:custGeom>
            <a:noFill/>
            <a:ln w="7327">
              <a:solidFill>
                <a:srgbClr val="397FA6"/>
              </a:solidFill>
              <a:prstDash val="solid"/>
            </a:ln>
          </p:spPr>
        </p:sp>
        <p:sp>
          <p:nvSpPr>
            <p:cNvPr id="29" name="Label 24 Q">
              <a:extLst>
                <a:ext uri="{FF2B5EF4-FFF2-40B4-BE49-F238E27FC236}">
                  <a16:creationId xmlns:a16="http://schemas.microsoft.com/office/drawing/2014/main" id="{74FA3950-7A10-43A3-BA6B-CF1CD62A35FE}"/>
                </a:ext>
              </a:extLst>
            </p:cNvPr>
            <p:cNvSpPr>
              <a:spLocks noGrp="1"/>
            </p:cNvSpPr>
            <p:nvPr/>
          </p:nvSpPr>
          <p:spPr>
            <a:xfrm>
              <a:off x="5400675" y="5721804"/>
              <a:ext cx="276225" cy="364671"/>
            </a:xfrm>
            <a:prstGeom prst="rect">
              <a:avLst/>
            </a:prstGeom>
            <a:noFill/>
            <a:ln w="0">
              <a:noFill/>
            </a:ln>
          </p:spPr>
          <p:txBody>
            <a:bodyPr wrap="none" lIns="0" tIns="0" rIns="0" bIns="0" anchor="ctr">
              <a:noAutofit/>
            </a:bodyPr>
            <a:lstStyle/>
            <a:p>
              <a:pPr algn="ctr">
                <a:defRPr sz="746" b="1">
                  <a:solidFill>
                    <a:srgbClr val="397FA6"/>
                  </a:solidFill>
                  <a:latin typeface="Arial"/>
                  <a:ea typeface="Arial"/>
                  <a:cs typeface="Arial"/>
                </a:defRPr>
              </a:pPr>
              <a:r>
                <a:rPr sz="746" b="1">
                  <a:solidFill>
                    <a:srgbClr val="397FA6"/>
                  </a:solidFill>
                  <a:latin typeface="Arial"/>
                  <a:ea typeface="Arial"/>
                  <a:cs typeface="Arial"/>
                </a:rPr>
                <a:t>Q</a:t>
              </a:r>
            </a:p>
          </p:txBody>
        </p:sp>
        <p:sp>
          <p:nvSpPr>
            <p:cNvPr id="30" name="Line 25">
              <a:extLst>
                <a:ext uri="{FF2B5EF4-FFF2-40B4-BE49-F238E27FC236}">
                  <a16:creationId xmlns:a16="http://schemas.microsoft.com/office/drawing/2014/main" id="{941239EA-C042-477A-B5C9-A512EFC05EFB}"/>
                </a:ext>
              </a:extLst>
            </p:cNvPr>
            <p:cNvSpPr>
              <a:spLocks noGrp="1"/>
            </p:cNvSpPr>
            <p:nvPr/>
          </p:nvSpPr>
          <p:spPr>
            <a:xfrm>
              <a:off x="1647825" y="6362700"/>
              <a:ext cx="1276350" cy="353786"/>
            </a:xfrm>
            <a:custGeom>
              <a:avLst/>
              <a:gdLst/>
              <a:ahLst/>
              <a:cxnLst/>
              <a:rect l="0" t="0" r="0" b="0"/>
              <a:pathLst>
                <a:path w="1276350" h="285750">
                  <a:moveTo>
                    <a:pt x="0" y="0"/>
                  </a:moveTo>
                  <a:lnTo>
                    <a:pt x="0" y="285750"/>
                  </a:lnTo>
                  <a:lnTo>
                    <a:pt x="1276350" y="285750"/>
                  </a:lnTo>
                </a:path>
              </a:pathLst>
            </a:custGeom>
            <a:noFill/>
            <a:ln w="7327">
              <a:solidFill>
                <a:srgbClr val="2B887C"/>
              </a:solidFill>
              <a:prstDash val="solid"/>
            </a:ln>
          </p:spPr>
        </p:sp>
        <p:sp>
          <p:nvSpPr>
            <p:cNvPr id="31" name="Arrow 26">
              <a:extLst>
                <a:ext uri="{FF2B5EF4-FFF2-40B4-BE49-F238E27FC236}">
                  <a16:creationId xmlns:a16="http://schemas.microsoft.com/office/drawing/2014/main" id="{EDDA4103-FB14-434A-B443-98C1C25E015D}"/>
                </a:ext>
              </a:extLst>
            </p:cNvPr>
            <p:cNvSpPr>
              <a:spLocks noGrp="1"/>
            </p:cNvSpPr>
            <p:nvPr/>
          </p:nvSpPr>
          <p:spPr>
            <a:xfrm>
              <a:off x="2924175" y="6362700"/>
              <a:ext cx="1276350" cy="495300"/>
            </a:xfrm>
            <a:custGeom>
              <a:avLst/>
              <a:gdLst/>
              <a:ahLst/>
              <a:cxnLst/>
              <a:rect l="0" t="0" r="0" b="0"/>
              <a:pathLst>
                <a:path w="1276350" h="400050">
                  <a:moveTo>
                    <a:pt x="1276350" y="0"/>
                  </a:moveTo>
                  <a:lnTo>
                    <a:pt x="1276350" y="285750"/>
                  </a:lnTo>
                  <a:lnTo>
                    <a:pt x="0" y="285750"/>
                  </a:lnTo>
                  <a:lnTo>
                    <a:pt x="0" y="400050"/>
                  </a:lnTo>
                </a:path>
              </a:pathLst>
            </a:custGeom>
            <a:noFill/>
            <a:ln w="7327">
              <a:solidFill>
                <a:srgbClr val="2B887C"/>
              </a:solidFill>
              <a:prstDash val="solid"/>
            </a:ln>
          </p:spPr>
        </p:sp>
        <p:sp>
          <p:nvSpPr>
            <p:cNvPr id="32" name="Label 27 Concat">
              <a:extLst>
                <a:ext uri="{FF2B5EF4-FFF2-40B4-BE49-F238E27FC236}">
                  <a16:creationId xmlns:a16="http://schemas.microsoft.com/office/drawing/2014/main" id="{FEFF408E-DA64-45BC-A367-88F641E0AED5}"/>
                </a:ext>
              </a:extLst>
            </p:cNvPr>
            <p:cNvSpPr>
              <a:spLocks noGrp="1"/>
            </p:cNvSpPr>
            <p:nvPr/>
          </p:nvSpPr>
          <p:spPr>
            <a:xfrm>
              <a:off x="2495550" y="6374493"/>
              <a:ext cx="857250" cy="294821"/>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Concat</a:t>
              </a:r>
            </a:p>
          </p:txBody>
        </p:sp>
        <p:sp>
          <p:nvSpPr>
            <p:cNvPr id="33" name="Operator MLP">
              <a:extLst>
                <a:ext uri="{FF2B5EF4-FFF2-40B4-BE49-F238E27FC236}">
                  <a16:creationId xmlns:a16="http://schemas.microsoft.com/office/drawing/2014/main" id="{DB8678C0-7F9E-41E0-8E9E-F8392CC539A3}"/>
                </a:ext>
              </a:extLst>
            </p:cNvPr>
            <p:cNvSpPr>
              <a:spLocks noGrp="1"/>
            </p:cNvSpPr>
            <p:nvPr/>
          </p:nvSpPr>
          <p:spPr>
            <a:xfrm>
              <a:off x="2428875" y="6896100"/>
              <a:ext cx="990600" cy="400050"/>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MLP</a:t>
              </a:r>
            </a:p>
          </p:txBody>
        </p:sp>
        <p:sp>
          <p:nvSpPr>
            <p:cNvPr id="34" name="Arrow 28">
              <a:extLst>
                <a:ext uri="{FF2B5EF4-FFF2-40B4-BE49-F238E27FC236}">
                  <a16:creationId xmlns:a16="http://schemas.microsoft.com/office/drawing/2014/main" id="{41F4A7D2-1A3C-44B9-8902-187FFF02BED9}"/>
                </a:ext>
              </a:extLst>
            </p:cNvPr>
            <p:cNvSpPr>
              <a:spLocks noGrp="1"/>
            </p:cNvSpPr>
            <p:nvPr/>
          </p:nvSpPr>
          <p:spPr>
            <a:xfrm>
              <a:off x="3419475" y="7096125"/>
              <a:ext cx="1828800" cy="95"/>
            </a:xfrm>
            <a:custGeom>
              <a:avLst/>
              <a:gdLst/>
              <a:ahLst/>
              <a:cxnLst/>
              <a:rect l="0" t="0" r="0" b="0"/>
              <a:pathLst>
                <a:path w="1828800" h="95">
                  <a:moveTo>
                    <a:pt x="0" y="0"/>
                  </a:moveTo>
                  <a:lnTo>
                    <a:pt x="1828800" y="0"/>
                  </a:lnTo>
                </a:path>
              </a:pathLst>
            </a:custGeom>
            <a:noFill/>
            <a:ln w="7327">
              <a:solidFill>
                <a:srgbClr val="2B887C"/>
              </a:solidFill>
              <a:prstDash val="solid"/>
            </a:ln>
          </p:spPr>
        </p:sp>
        <p:sp>
          <p:nvSpPr>
            <p:cNvPr id="35" name="Operator FiLM">
              <a:extLst>
                <a:ext uri="{FF2B5EF4-FFF2-40B4-BE49-F238E27FC236}">
                  <a16:creationId xmlns:a16="http://schemas.microsoft.com/office/drawing/2014/main" id="{2E220EB8-C1B7-4DED-9534-935CEE22A04E}"/>
                </a:ext>
              </a:extLst>
            </p:cNvPr>
            <p:cNvSpPr>
              <a:spLocks noGrp="1"/>
            </p:cNvSpPr>
            <p:nvPr/>
          </p:nvSpPr>
          <p:spPr>
            <a:xfrm>
              <a:off x="5305425" y="6858000"/>
              <a:ext cx="914400" cy="466725"/>
            </a:xfrm>
            <a:prstGeom prst="roundRect">
              <a:avLst>
                <a:gd name="adj" fmla="val 14286"/>
              </a:avLst>
            </a:prstGeom>
            <a:solidFill>
              <a:srgbClr val="F4F0F8"/>
            </a:solidFill>
            <a:ln w="6896">
              <a:solidFill>
                <a:srgbClr val="9988B8"/>
              </a:solidFill>
            </a:ln>
          </p:spPr>
          <p:txBody>
            <a:bodyPr wrap="none" lIns="28575" tIns="9525" rIns="28575" bIns="9525" anchor="ctr">
              <a:noAutofit/>
            </a:bodyPr>
            <a:lstStyle/>
            <a:p>
              <a:pPr algn="ctr">
                <a:defRPr sz="815" b="1">
                  <a:solidFill>
                    <a:srgbClr val="9988B8"/>
                  </a:solidFill>
                  <a:latin typeface="Arial"/>
                  <a:ea typeface="Arial"/>
                  <a:cs typeface="Arial"/>
                </a:defRPr>
              </a:pPr>
              <a:r>
                <a:rPr sz="815" b="1">
                  <a:solidFill>
                    <a:srgbClr val="9988B8"/>
                  </a:solidFill>
                  <a:latin typeface="Arial"/>
                  <a:ea typeface="Arial"/>
                  <a:cs typeface="Arial"/>
                </a:rPr>
                <a:t>FiLM</a:t>
              </a:r>
            </a:p>
          </p:txBody>
        </p:sp>
        <p:sp>
          <p:nvSpPr>
            <p:cNvPr id="36" name="Arrow 29">
              <a:extLst>
                <a:ext uri="{FF2B5EF4-FFF2-40B4-BE49-F238E27FC236}">
                  <a16:creationId xmlns:a16="http://schemas.microsoft.com/office/drawing/2014/main" id="{8496D510-7A9D-444B-81B8-AF35E30C9CA5}"/>
                </a:ext>
              </a:extLst>
            </p:cNvPr>
            <p:cNvSpPr>
              <a:spLocks noGrp="1"/>
            </p:cNvSpPr>
            <p:nvPr/>
          </p:nvSpPr>
          <p:spPr>
            <a:xfrm>
              <a:off x="57626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37" name="Label 30 h">
                  <a:extLst>
                    <a:ext uri="{FF2B5EF4-FFF2-40B4-BE49-F238E27FC236}">
                      <a16:creationId xmlns:a16="http://schemas.microsoft.com/office/drawing/2014/main" id="{101BB5F8-22E8-49B4-8D3D-39A424D3750D}"/>
                    </a:ext>
                  </a:extLst>
                </p:cNvPr>
                <p:cNvSpPr>
                  <a:spLocks noGrp="1"/>
                </p:cNvSpPr>
                <p:nvPr/>
              </p:nvSpPr>
              <p:spPr>
                <a:xfrm>
                  <a:off x="515302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ℎ</m:t>
                            </m:r>
                          </m:e>
                          <m:sub>
                            <m:r>
                              <a:rPr lang="en-US" sz="950">
                                <a:solidFill>
                                  <a:srgbClr val="203646"/>
                                </a:solidFill>
                                <a:latin typeface="Cambria Math"/>
                              </a:rPr>
                              <m:t>𝑗</m:t>
                            </m:r>
                          </m:sub>
                        </m:sSub>
                      </m:oMath>
                    </m:oMathPara>
                  </a14:m>
                  <a:endParaRPr lang="en-US" sz="950"/>
                </a:p>
              </p:txBody>
            </p:sp>
          </mc:Choice>
          <mc:Fallback xmlns="">
            <p:sp>
              <p:nvSpPr>
                <p:cNvPr id="37" name="Label 30 h">
                  <a:extLst>
                    <a:ext uri="{FF2B5EF4-FFF2-40B4-BE49-F238E27FC236}">
                      <a16:creationId xmlns:a16="http://schemas.microsoft.com/office/drawing/2014/main" id="{101BB5F8-22E8-49B4-8D3D-39A424D3750D}"/>
                    </a:ext>
                  </a:extLst>
                </p:cNvPr>
                <p:cNvSpPr>
                  <a:spLocks noGrp="1" noRot="1" noChangeAspect="1" noMove="1" noResize="1" noEditPoints="1" noAdjustHandles="1" noChangeArrowheads="1" noChangeShapeType="1" noTextEdit="1"/>
                </p:cNvSpPr>
                <p:nvPr/>
              </p:nvSpPr>
              <p:spPr>
                <a:xfrm>
                  <a:off x="5153025" y="7372350"/>
                  <a:ext cx="495300" cy="323850"/>
                </a:xfrm>
                <a:prstGeom prst="rect">
                  <a:avLst/>
                </a:prstGeom>
                <a:blipFill>
                  <a:blip r:embed="rId4"/>
                  <a:stretch>
                    <a:fillRect l="-18919" b="-33333"/>
                  </a:stretch>
                </a:blipFill>
                <a:ln w="0">
                  <a:noFill/>
                </a:ln>
              </p:spPr>
              <p:txBody>
                <a:bodyPr/>
                <a:lstStyle/>
                <a:p>
                  <a:r>
                    <a:rPr lang="zh-CN" altLang="en-US">
                      <a:noFill/>
                    </a:rPr>
                    <a:t> </a:t>
                  </a:r>
                </a:p>
              </p:txBody>
            </p:sp>
          </mc:Fallback>
        </mc:AlternateContent>
        <p:sp>
          <p:nvSpPr>
            <p:cNvPr id="38" name="Label 31 User-provided SMILES · same PDB">
              <a:extLst>
                <a:ext uri="{FF2B5EF4-FFF2-40B4-BE49-F238E27FC236}">
                  <a16:creationId xmlns:a16="http://schemas.microsoft.com/office/drawing/2014/main" id="{ED1CAD8D-F73B-4069-B67E-F003ABB90BE6}"/>
                </a:ext>
              </a:extLst>
            </p:cNvPr>
            <p:cNvSpPr>
              <a:spLocks noGrp="1"/>
            </p:cNvSpPr>
            <p:nvPr/>
          </p:nvSpPr>
          <p:spPr>
            <a:xfrm>
              <a:off x="7429500" y="1323975"/>
              <a:ext cx="5772150" cy="304800"/>
            </a:xfrm>
            <a:prstGeom prst="rect">
              <a:avLst/>
            </a:prstGeom>
            <a:noFill/>
            <a:ln w="0">
              <a:noFill/>
            </a:ln>
          </p:spPr>
          <p:txBody>
            <a:bodyPr wrap="none" lIns="0" tIns="0" rIns="0" bIns="0" anchor="ctr">
              <a:noAutofit/>
            </a:bodyPr>
            <a:lstStyle/>
            <a:p>
              <a:pPr algn="ctr">
                <a:defRPr sz="815" b="0">
                  <a:solidFill>
                    <a:srgbClr val="6F8290"/>
                  </a:solidFill>
                  <a:latin typeface="Arial"/>
                  <a:ea typeface="Arial"/>
                  <a:cs typeface="Arial"/>
                </a:defRPr>
              </a:pPr>
              <a:r>
                <a:rPr sz="815" b="0">
                  <a:solidFill>
                    <a:srgbClr val="6F8290"/>
                  </a:solidFill>
                  <a:latin typeface="Arial"/>
                  <a:ea typeface="Arial"/>
                  <a:cs typeface="Arial"/>
                </a:rPr>
                <a:t>User-provided SMILES · same PDB</a:t>
              </a:r>
            </a:p>
          </p:txBody>
        </p:sp>
        <p:sp>
          <p:nvSpPr>
            <p:cNvPr id="39" name="Operator ">
              <a:extLst>
                <a:ext uri="{FF2B5EF4-FFF2-40B4-BE49-F238E27FC236}">
                  <a16:creationId xmlns:a16="http://schemas.microsoft.com/office/drawing/2014/main" id="{FE5F9913-0FBC-41FD-87CA-F2E109C36703}"/>
                </a:ext>
              </a:extLst>
            </p:cNvPr>
            <p:cNvSpPr>
              <a:spLocks noGrp="1"/>
            </p:cNvSpPr>
            <p:nvPr/>
          </p:nvSpPr>
          <p:spPr>
            <a:xfrm>
              <a:off x="9124950" y="1676400"/>
              <a:ext cx="2047875" cy="1630456"/>
            </a:xfrm>
            <a:prstGeom prst="roundRect">
              <a:avLst>
                <a:gd name="adj" fmla="val 4118"/>
              </a:avLst>
            </a:prstGeom>
            <a:solidFill>
              <a:srgbClr val="FFFFFF"/>
            </a:solidFill>
            <a:ln w="6896">
              <a:solidFill>
                <a:srgbClr val="BFD9CF"/>
              </a:solidFill>
            </a:ln>
          </p:spPr>
        </p:sp>
        <p:sp>
          <p:nvSpPr>
            <p:cNvPr id="40" name="Operator ">
              <a:extLst>
                <a:ext uri="{FF2B5EF4-FFF2-40B4-BE49-F238E27FC236}">
                  <a16:creationId xmlns:a16="http://schemas.microsoft.com/office/drawing/2014/main" id="{CF510BAF-F25B-4A99-A7E7-169D78E5753A}"/>
                </a:ext>
              </a:extLst>
            </p:cNvPr>
            <p:cNvSpPr>
              <a:spLocks noGrp="1"/>
            </p:cNvSpPr>
            <p:nvPr/>
          </p:nvSpPr>
          <p:spPr>
            <a:xfrm>
              <a:off x="9182100" y="2543175"/>
              <a:ext cx="1933575" cy="323850"/>
            </a:xfrm>
            <a:prstGeom prst="roundRect">
              <a:avLst>
                <a:gd name="adj" fmla="val 20588"/>
              </a:avLst>
            </a:prstGeom>
            <a:solidFill>
              <a:srgbClr val="EDF6F1"/>
            </a:solidFill>
            <a:ln w="6896">
              <a:solidFill>
                <a:srgbClr val="2B887C"/>
              </a:solidFill>
            </a:ln>
          </p:spPr>
        </p:sp>
        <p:sp>
          <p:nvSpPr>
            <p:cNvPr id="41" name="Label 32 1">
              <a:extLst>
                <a:ext uri="{FF2B5EF4-FFF2-40B4-BE49-F238E27FC236}">
                  <a16:creationId xmlns:a16="http://schemas.microsoft.com/office/drawing/2014/main" id="{7B38CB17-43C9-4848-8401-8A6E12FCA3BD}"/>
                </a:ext>
              </a:extLst>
            </p:cNvPr>
            <p:cNvSpPr>
              <a:spLocks noGrp="1"/>
            </p:cNvSpPr>
            <p:nvPr/>
          </p:nvSpPr>
          <p:spPr>
            <a:xfrm>
              <a:off x="9229725" y="1733550"/>
              <a:ext cx="247650" cy="266700"/>
            </a:xfrm>
            <a:prstGeom prst="rect">
              <a:avLst/>
            </a:prstGeom>
            <a:noFill/>
            <a:ln w="0">
              <a:noFill/>
            </a:ln>
          </p:spPr>
          <p:txBody>
            <a:bodyPr wrap="none" lIns="0" tIns="0" rIns="0" bIns="0" anchor="ctr">
              <a:noAutofit/>
            </a:bodyPr>
            <a:lstStyle/>
            <a:p>
              <a:pPr algn="ctr">
                <a:defRPr sz="746" b="0">
                  <a:solidFill>
                    <a:srgbClr val="5D83A8"/>
                  </a:solidFill>
                  <a:latin typeface="Arial"/>
                  <a:ea typeface="Arial"/>
                  <a:cs typeface="Arial"/>
                </a:defRPr>
              </a:pPr>
              <a:r>
                <a:rPr sz="746" b="0">
                  <a:solidFill>
                    <a:srgbClr val="5D83A8"/>
                  </a:solidFill>
                  <a:latin typeface="Arial"/>
                  <a:ea typeface="Arial"/>
                  <a:cs typeface="Arial"/>
                </a:rPr>
                <a:t>1</a:t>
              </a:r>
            </a:p>
          </p:txBody>
        </p:sp>
        <p:sp>
          <p:nvSpPr>
            <p:cNvPr id="42" name="Label 33 CCO">
              <a:extLst>
                <a:ext uri="{FF2B5EF4-FFF2-40B4-BE49-F238E27FC236}">
                  <a16:creationId xmlns:a16="http://schemas.microsoft.com/office/drawing/2014/main" id="{2D2F080F-6D00-409D-AF6C-BD6B8EBBD9FD}"/>
                </a:ext>
              </a:extLst>
            </p:cNvPr>
            <p:cNvSpPr>
              <a:spLocks noGrp="1"/>
            </p:cNvSpPr>
            <p:nvPr/>
          </p:nvSpPr>
          <p:spPr>
            <a:xfrm>
              <a:off x="9553575" y="1733550"/>
              <a:ext cx="1504950" cy="266700"/>
            </a:xfrm>
            <a:prstGeom prst="rect">
              <a:avLst/>
            </a:prstGeom>
            <a:noFill/>
            <a:ln w="0">
              <a:noFill/>
            </a:ln>
          </p:spPr>
          <p:txBody>
            <a:bodyPr wrap="none" lIns="0" tIns="0" rIns="0" bIns="0" anchor="ctr">
              <a:noAutofit/>
            </a:bodyPr>
            <a:lstStyle/>
            <a:p>
              <a:pPr algn="l">
                <a:defRPr sz="780" b="0">
                  <a:solidFill>
                    <a:srgbClr val="5D83A8"/>
                  </a:solidFill>
                  <a:latin typeface="Arial"/>
                  <a:ea typeface="Arial"/>
                  <a:cs typeface="Arial"/>
                </a:defRPr>
              </a:pPr>
              <a:r>
                <a:rPr sz="780" b="0">
                  <a:solidFill>
                    <a:srgbClr val="5D83A8"/>
                  </a:solidFill>
                  <a:latin typeface="Arial"/>
                  <a:ea typeface="Arial"/>
                  <a:cs typeface="Arial"/>
                </a:rPr>
                <a:t>CCO</a:t>
              </a:r>
            </a:p>
          </p:txBody>
        </p:sp>
        <p:sp>
          <p:nvSpPr>
            <p:cNvPr id="43" name="Label 34 2">
              <a:extLst>
                <a:ext uri="{FF2B5EF4-FFF2-40B4-BE49-F238E27FC236}">
                  <a16:creationId xmlns:a16="http://schemas.microsoft.com/office/drawing/2014/main" id="{E9DA0728-EA12-4AB4-B455-161C33F5CCD3}"/>
                </a:ext>
              </a:extLst>
            </p:cNvPr>
            <p:cNvSpPr>
              <a:spLocks noGrp="1"/>
            </p:cNvSpPr>
            <p:nvPr/>
          </p:nvSpPr>
          <p:spPr>
            <a:xfrm>
              <a:off x="9229725" y="2152650"/>
              <a:ext cx="247650" cy="266700"/>
            </a:xfrm>
            <a:prstGeom prst="rect">
              <a:avLst/>
            </a:prstGeom>
            <a:noFill/>
            <a:ln w="0">
              <a:noFill/>
            </a:ln>
          </p:spPr>
          <p:txBody>
            <a:bodyPr wrap="none" lIns="0" tIns="0" rIns="0" bIns="0" anchor="ctr">
              <a:noAutofit/>
            </a:bodyPr>
            <a:lstStyle/>
            <a:p>
              <a:pPr algn="ctr">
                <a:defRPr sz="746" b="0">
                  <a:solidFill>
                    <a:srgbClr val="AC844C"/>
                  </a:solidFill>
                  <a:latin typeface="Arial"/>
                  <a:ea typeface="Arial"/>
                  <a:cs typeface="Arial"/>
                </a:defRPr>
              </a:pPr>
              <a:r>
                <a:rPr sz="746" b="0">
                  <a:solidFill>
                    <a:srgbClr val="AC844C"/>
                  </a:solidFill>
                  <a:latin typeface="Arial"/>
                  <a:ea typeface="Arial"/>
                  <a:cs typeface="Arial"/>
                </a:rPr>
                <a:t>2</a:t>
              </a:r>
            </a:p>
          </p:txBody>
        </p:sp>
        <p:sp>
          <p:nvSpPr>
            <p:cNvPr id="44" name="Label 35 CC(=O)O">
              <a:extLst>
                <a:ext uri="{FF2B5EF4-FFF2-40B4-BE49-F238E27FC236}">
                  <a16:creationId xmlns:a16="http://schemas.microsoft.com/office/drawing/2014/main" id="{3AFB7644-D7C9-4E0C-87DB-F35C2A74A94F}"/>
                </a:ext>
              </a:extLst>
            </p:cNvPr>
            <p:cNvSpPr>
              <a:spLocks noGrp="1"/>
            </p:cNvSpPr>
            <p:nvPr/>
          </p:nvSpPr>
          <p:spPr>
            <a:xfrm>
              <a:off x="9553575" y="2152650"/>
              <a:ext cx="1504950" cy="266700"/>
            </a:xfrm>
            <a:prstGeom prst="rect">
              <a:avLst/>
            </a:prstGeom>
            <a:noFill/>
            <a:ln w="0">
              <a:noFill/>
            </a:ln>
          </p:spPr>
          <p:txBody>
            <a:bodyPr wrap="none" lIns="0" tIns="0" rIns="0" bIns="0" anchor="ctr">
              <a:noAutofit/>
            </a:bodyPr>
            <a:lstStyle/>
            <a:p>
              <a:pPr algn="l">
                <a:defRPr sz="780" b="0">
                  <a:solidFill>
                    <a:srgbClr val="AC844C"/>
                  </a:solidFill>
                  <a:latin typeface="Arial"/>
                  <a:ea typeface="Arial"/>
                  <a:cs typeface="Arial"/>
                </a:defRPr>
              </a:pPr>
              <a:r>
                <a:rPr sz="780" b="0">
                  <a:solidFill>
                    <a:srgbClr val="AC844C"/>
                  </a:solidFill>
                  <a:latin typeface="Arial"/>
                  <a:ea typeface="Arial"/>
                  <a:cs typeface="Arial"/>
                </a:rPr>
                <a:t>CC(=O)O</a:t>
              </a:r>
            </a:p>
          </p:txBody>
        </p:sp>
        <p:sp>
          <p:nvSpPr>
            <p:cNvPr id="45" name="Label 36 k">
              <a:extLst>
                <a:ext uri="{FF2B5EF4-FFF2-40B4-BE49-F238E27FC236}">
                  <a16:creationId xmlns:a16="http://schemas.microsoft.com/office/drawing/2014/main" id="{1FBD9557-EC77-4A33-8786-61A01BD2331E}"/>
                </a:ext>
              </a:extLst>
            </p:cNvPr>
            <p:cNvSpPr>
              <a:spLocks noGrp="1"/>
            </p:cNvSpPr>
            <p:nvPr/>
          </p:nvSpPr>
          <p:spPr>
            <a:xfrm>
              <a:off x="9229725" y="2571750"/>
              <a:ext cx="247650" cy="266700"/>
            </a:xfrm>
            <a:prstGeom prst="rect">
              <a:avLst/>
            </a:prstGeom>
            <a:noFill/>
            <a:ln w="0">
              <a:noFill/>
            </a:ln>
          </p:spPr>
          <p:txBody>
            <a:bodyPr wrap="none" lIns="0" tIns="0" rIns="0" bIns="0"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k</a:t>
              </a:r>
            </a:p>
          </p:txBody>
        </p:sp>
        <p:sp>
          <p:nvSpPr>
            <p:cNvPr id="46" name="Label 37 Cc1ccccc1">
              <a:extLst>
                <a:ext uri="{FF2B5EF4-FFF2-40B4-BE49-F238E27FC236}">
                  <a16:creationId xmlns:a16="http://schemas.microsoft.com/office/drawing/2014/main" id="{986EA45A-2020-48EF-8536-9309D8414E45}"/>
                </a:ext>
              </a:extLst>
            </p:cNvPr>
            <p:cNvSpPr>
              <a:spLocks noGrp="1"/>
            </p:cNvSpPr>
            <p:nvPr/>
          </p:nvSpPr>
          <p:spPr>
            <a:xfrm>
              <a:off x="9553575" y="2571750"/>
              <a:ext cx="1504950" cy="266700"/>
            </a:xfrm>
            <a:prstGeom prst="rect">
              <a:avLst/>
            </a:prstGeom>
            <a:noFill/>
            <a:ln w="0">
              <a:noFill/>
            </a:ln>
          </p:spPr>
          <p:txBody>
            <a:bodyPr wrap="none" lIns="0" tIns="0" rIns="0" bIns="0" anchor="ctr">
              <a:noAutofit/>
            </a:bodyPr>
            <a:lstStyle/>
            <a:p>
              <a:pPr algn="l">
                <a:defRPr sz="780" b="1">
                  <a:solidFill>
                    <a:srgbClr val="2B887C"/>
                  </a:solidFill>
                  <a:latin typeface="Arial"/>
                  <a:ea typeface="Arial"/>
                  <a:cs typeface="Arial"/>
                </a:defRPr>
              </a:pPr>
              <a:r>
                <a:rPr sz="780" b="1">
                  <a:solidFill>
                    <a:srgbClr val="2B887C"/>
                  </a:solidFill>
                  <a:latin typeface="Arial"/>
                  <a:ea typeface="Arial"/>
                  <a:cs typeface="Arial"/>
                </a:rPr>
                <a:t>Cc1ccccc1</a:t>
              </a:r>
            </a:p>
          </p:txBody>
        </p:sp>
        <p:sp>
          <p:nvSpPr>
            <p:cNvPr id="47" name="Label 38 K">
              <a:extLst>
                <a:ext uri="{FF2B5EF4-FFF2-40B4-BE49-F238E27FC236}">
                  <a16:creationId xmlns:a16="http://schemas.microsoft.com/office/drawing/2014/main" id="{792DC12A-7C0C-4B1D-85D3-DF3B198DFE56}"/>
                </a:ext>
              </a:extLst>
            </p:cNvPr>
            <p:cNvSpPr>
              <a:spLocks noGrp="1"/>
            </p:cNvSpPr>
            <p:nvPr/>
          </p:nvSpPr>
          <p:spPr>
            <a:xfrm>
              <a:off x="9229725" y="2990850"/>
              <a:ext cx="247650" cy="266700"/>
            </a:xfrm>
            <a:prstGeom prst="rect">
              <a:avLst/>
            </a:prstGeom>
            <a:noFill/>
            <a:ln w="0">
              <a:noFill/>
            </a:ln>
          </p:spPr>
          <p:txBody>
            <a:bodyPr wrap="none" lIns="0" tIns="0" rIns="0" bIns="0" anchor="ctr">
              <a:noAutofit/>
            </a:bodyPr>
            <a:lstStyle/>
            <a:p>
              <a:pPr algn="ctr">
                <a:defRPr sz="746" b="0">
                  <a:solidFill>
                    <a:srgbClr val="9580A8"/>
                  </a:solidFill>
                  <a:latin typeface="Arial"/>
                  <a:ea typeface="Arial"/>
                  <a:cs typeface="Arial"/>
                </a:defRPr>
              </a:pPr>
              <a:r>
                <a:rPr sz="746" b="0">
                  <a:solidFill>
                    <a:srgbClr val="9580A8"/>
                  </a:solidFill>
                  <a:latin typeface="Arial"/>
                  <a:ea typeface="Arial"/>
                  <a:cs typeface="Arial"/>
                </a:rPr>
                <a:t>K</a:t>
              </a:r>
            </a:p>
          </p:txBody>
        </p:sp>
        <p:sp>
          <p:nvSpPr>
            <p:cNvPr id="48" name="Label 39 CC(N)=O">
              <a:extLst>
                <a:ext uri="{FF2B5EF4-FFF2-40B4-BE49-F238E27FC236}">
                  <a16:creationId xmlns:a16="http://schemas.microsoft.com/office/drawing/2014/main" id="{019D17D9-C664-46C8-AEE8-2973000375A4}"/>
                </a:ext>
              </a:extLst>
            </p:cNvPr>
            <p:cNvSpPr>
              <a:spLocks noGrp="1"/>
            </p:cNvSpPr>
            <p:nvPr/>
          </p:nvSpPr>
          <p:spPr>
            <a:xfrm>
              <a:off x="9553575" y="2990850"/>
              <a:ext cx="1504950" cy="266700"/>
            </a:xfrm>
            <a:prstGeom prst="rect">
              <a:avLst/>
            </a:prstGeom>
            <a:noFill/>
            <a:ln w="0">
              <a:noFill/>
            </a:ln>
          </p:spPr>
          <p:txBody>
            <a:bodyPr wrap="none" lIns="0" tIns="0" rIns="0" bIns="0" anchor="ctr">
              <a:noAutofit/>
            </a:bodyPr>
            <a:lstStyle/>
            <a:p>
              <a:pPr algn="l">
                <a:defRPr sz="780" b="0">
                  <a:solidFill>
                    <a:srgbClr val="9580A8"/>
                  </a:solidFill>
                  <a:latin typeface="Arial"/>
                  <a:ea typeface="Arial"/>
                  <a:cs typeface="Arial"/>
                </a:defRPr>
              </a:pPr>
              <a:r>
                <a:rPr sz="780" b="0">
                  <a:solidFill>
                    <a:srgbClr val="9580A8"/>
                  </a:solidFill>
                  <a:latin typeface="Arial"/>
                  <a:ea typeface="Arial"/>
                  <a:cs typeface="Arial"/>
                </a:rPr>
                <a:t>CC(N)=O</a:t>
              </a:r>
            </a:p>
          </p:txBody>
        </p:sp>
        <p:sp>
          <p:nvSpPr>
            <p:cNvPr id="49" name="Label 40 ···">
              <a:extLst>
                <a:ext uri="{FF2B5EF4-FFF2-40B4-BE49-F238E27FC236}">
                  <a16:creationId xmlns:a16="http://schemas.microsoft.com/office/drawing/2014/main" id="{8FEA4283-3967-4F3D-81E9-43D290844C61}"/>
                </a:ext>
              </a:extLst>
            </p:cNvPr>
            <p:cNvSpPr>
              <a:spLocks noGrp="1"/>
            </p:cNvSpPr>
            <p:nvPr/>
          </p:nvSpPr>
          <p:spPr>
            <a:xfrm>
              <a:off x="9725025" y="240982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0" name="Label 41 ···">
              <a:extLst>
                <a:ext uri="{FF2B5EF4-FFF2-40B4-BE49-F238E27FC236}">
                  <a16:creationId xmlns:a16="http://schemas.microsoft.com/office/drawing/2014/main" id="{76922B7D-4423-435C-B1A7-9865C8B9F602}"/>
                </a:ext>
              </a:extLst>
            </p:cNvPr>
            <p:cNvSpPr>
              <a:spLocks noGrp="1"/>
            </p:cNvSpPr>
            <p:nvPr/>
          </p:nvSpPr>
          <p:spPr>
            <a:xfrm>
              <a:off x="9725025" y="284797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1" name="Arrow 42">
              <a:extLst>
                <a:ext uri="{FF2B5EF4-FFF2-40B4-BE49-F238E27FC236}">
                  <a16:creationId xmlns:a16="http://schemas.microsoft.com/office/drawing/2014/main" id="{AFAB896C-98EA-4808-AA6F-46D561F74290}"/>
                </a:ext>
              </a:extLst>
            </p:cNvPr>
            <p:cNvSpPr>
              <a:spLocks noGrp="1"/>
            </p:cNvSpPr>
            <p:nvPr/>
          </p:nvSpPr>
          <p:spPr>
            <a:xfrm>
              <a:off x="7953375" y="2705100"/>
              <a:ext cx="1171575" cy="850526"/>
            </a:xfrm>
            <a:custGeom>
              <a:avLst/>
              <a:gdLst/>
              <a:ahLst/>
              <a:cxnLst/>
              <a:rect l="0" t="0" r="0" b="0"/>
              <a:pathLst>
                <a:path w="1171575" h="704850">
                  <a:moveTo>
                    <a:pt x="1171575" y="0"/>
                  </a:moveTo>
                  <a:lnTo>
                    <a:pt x="0" y="0"/>
                  </a:lnTo>
                  <a:lnTo>
                    <a:pt x="0" y="704850"/>
                  </a:lnTo>
                </a:path>
              </a:pathLst>
            </a:custGeom>
            <a:noFill/>
            <a:ln w="7327">
              <a:solidFill>
                <a:srgbClr val="2B887C"/>
              </a:solidFill>
              <a:prstDash val="solid"/>
            </a:ln>
          </p:spPr>
        </p:sp>
        <p:sp>
          <p:nvSpPr>
            <p:cNvPr id="52" name="Label 43 RDKit">
              <a:extLst>
                <a:ext uri="{FF2B5EF4-FFF2-40B4-BE49-F238E27FC236}">
                  <a16:creationId xmlns:a16="http://schemas.microsoft.com/office/drawing/2014/main" id="{8F74F837-8D93-413F-90E2-DBDD415CFE98}"/>
                </a:ext>
              </a:extLst>
            </p:cNvPr>
            <p:cNvSpPr>
              <a:spLocks noGrp="1"/>
            </p:cNvSpPr>
            <p:nvPr/>
          </p:nvSpPr>
          <p:spPr>
            <a:xfrm>
              <a:off x="8143875" y="2762250"/>
              <a:ext cx="809625" cy="25717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RDKit</a:t>
              </a:r>
            </a:p>
          </p:txBody>
        </p:sp>
        <p:sp>
          <p:nvSpPr>
            <p:cNvPr id="53" name="Arrow 44">
              <a:extLst>
                <a:ext uri="{FF2B5EF4-FFF2-40B4-BE49-F238E27FC236}">
                  <a16:creationId xmlns:a16="http://schemas.microsoft.com/office/drawing/2014/main" id="{674136A9-6A3D-4868-A3AB-D8E80853FF10}"/>
                </a:ext>
              </a:extLst>
            </p:cNvPr>
            <p:cNvSpPr>
              <a:spLocks noGrp="1"/>
            </p:cNvSpPr>
            <p:nvPr/>
          </p:nvSpPr>
          <p:spPr>
            <a:xfrm>
              <a:off x="10144125" y="3306856"/>
              <a:ext cx="95" cy="407894"/>
            </a:xfrm>
            <a:custGeom>
              <a:avLst/>
              <a:gdLst/>
              <a:ahLst/>
              <a:cxnLst/>
              <a:rect l="0" t="0" r="0" b="0"/>
              <a:pathLst>
                <a:path w="95" h="228600">
                  <a:moveTo>
                    <a:pt x="0" y="0"/>
                  </a:moveTo>
                  <a:lnTo>
                    <a:pt x="0" y="228600"/>
                  </a:lnTo>
                </a:path>
              </a:pathLst>
            </a:custGeom>
            <a:noFill/>
            <a:ln w="7327">
              <a:solidFill>
                <a:srgbClr val="2B887C"/>
              </a:solidFill>
              <a:prstDash val="solid"/>
            </a:ln>
          </p:spPr>
        </p:sp>
        <p:sp>
          <p:nvSpPr>
            <p:cNvPr id="54" name="Arrow 45">
              <a:extLst>
                <a:ext uri="{FF2B5EF4-FFF2-40B4-BE49-F238E27FC236}">
                  <a16:creationId xmlns:a16="http://schemas.microsoft.com/office/drawing/2014/main" id="{1486C32B-90D7-47A2-AF46-FF66831DD660}"/>
                </a:ext>
              </a:extLst>
            </p:cNvPr>
            <p:cNvSpPr>
              <a:spLocks noGrp="1"/>
            </p:cNvSpPr>
            <p:nvPr/>
          </p:nvSpPr>
          <p:spPr>
            <a:xfrm>
              <a:off x="11172825" y="1866900"/>
              <a:ext cx="1162050" cy="1838325"/>
            </a:xfrm>
            <a:custGeom>
              <a:avLst/>
              <a:gdLst/>
              <a:ahLst/>
              <a:cxnLst/>
              <a:rect l="0" t="0" r="0" b="0"/>
              <a:pathLst>
                <a:path w="1162050" h="1647825">
                  <a:moveTo>
                    <a:pt x="0" y="0"/>
                  </a:moveTo>
                  <a:lnTo>
                    <a:pt x="1162050" y="0"/>
                  </a:lnTo>
                  <a:lnTo>
                    <a:pt x="1162050" y="1647825"/>
                  </a:lnTo>
                </a:path>
              </a:pathLst>
            </a:custGeom>
            <a:noFill/>
            <a:ln w="7327">
              <a:solidFill>
                <a:srgbClr val="2B887C"/>
              </a:solidFill>
              <a:prstDash val="solid"/>
            </a:ln>
          </p:spPr>
        </p:sp>
        <p:sp>
          <p:nvSpPr>
            <p:cNvPr id="55" name="Line 46">
              <a:extLst>
                <a:ext uri="{FF2B5EF4-FFF2-40B4-BE49-F238E27FC236}">
                  <a16:creationId xmlns:a16="http://schemas.microsoft.com/office/drawing/2014/main" id="{016A1C10-1874-47CE-BC54-87D809A1117F}"/>
                </a:ext>
              </a:extLst>
            </p:cNvPr>
            <p:cNvSpPr>
              <a:spLocks noGrp="1"/>
            </p:cNvSpPr>
            <p:nvPr/>
          </p:nvSpPr>
          <p:spPr>
            <a:xfrm>
              <a:off x="11172825" y="22860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6" name="Line 47">
              <a:extLst>
                <a:ext uri="{FF2B5EF4-FFF2-40B4-BE49-F238E27FC236}">
                  <a16:creationId xmlns:a16="http://schemas.microsoft.com/office/drawing/2014/main" id="{E259FDCB-0955-4FBA-9434-55FA0E075B4E}"/>
                </a:ext>
              </a:extLst>
            </p:cNvPr>
            <p:cNvSpPr>
              <a:spLocks noGrp="1"/>
            </p:cNvSpPr>
            <p:nvPr/>
          </p:nvSpPr>
          <p:spPr>
            <a:xfrm>
              <a:off x="11172825" y="31242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7" name="Label 48 Other identities">
              <a:extLst>
                <a:ext uri="{FF2B5EF4-FFF2-40B4-BE49-F238E27FC236}">
                  <a16:creationId xmlns:a16="http://schemas.microsoft.com/office/drawing/2014/main" id="{3B1A6A32-3716-471F-8EAE-AEA9F3651D58}"/>
                </a:ext>
              </a:extLst>
            </p:cNvPr>
            <p:cNvSpPr>
              <a:spLocks noGrp="1"/>
            </p:cNvSpPr>
            <p:nvPr/>
          </p:nvSpPr>
          <p:spPr>
            <a:xfrm>
              <a:off x="12477750" y="2571750"/>
              <a:ext cx="1095375" cy="514350"/>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Other</a:t>
              </a:r>
            </a:p>
            <a:p>
              <a:pPr algn="ctr">
                <a:defRPr sz="713" b="0">
                  <a:solidFill>
                    <a:srgbClr val="6F8290"/>
                  </a:solidFill>
                  <a:latin typeface="Arial"/>
                  <a:ea typeface="Arial"/>
                  <a:cs typeface="Arial"/>
                </a:defRPr>
              </a:pPr>
              <a:r>
                <a:rPr sz="713" b="0">
                  <a:solidFill>
                    <a:srgbClr val="6F8290"/>
                  </a:solidFill>
                  <a:latin typeface="Arial"/>
                  <a:ea typeface="Arial"/>
                  <a:cs typeface="Arial"/>
                </a:rPr>
                <a:t>identities</a:t>
              </a:r>
            </a:p>
          </p:txBody>
        </p:sp>
        <p:sp>
          <p:nvSpPr>
            <p:cNvPr id="58" name="Label 49 Own graph">
              <a:extLst>
                <a:ext uri="{FF2B5EF4-FFF2-40B4-BE49-F238E27FC236}">
                  <a16:creationId xmlns:a16="http://schemas.microsoft.com/office/drawing/2014/main" id="{27EAE6F9-109D-4D9B-AF4E-51FDF92C760D}"/>
                </a:ext>
              </a:extLst>
            </p:cNvPr>
            <p:cNvSpPr>
              <a:spLocks noGrp="1"/>
            </p:cNvSpPr>
            <p:nvPr/>
          </p:nvSpPr>
          <p:spPr>
            <a:xfrm>
              <a:off x="7229475" y="4324350"/>
              <a:ext cx="1438275"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Own graph</a:t>
              </a:r>
            </a:p>
          </p:txBody>
        </p:sp>
        <p:sp>
          <p:nvSpPr>
            <p:cNvPr id="59" name="Operator SMI-TED">
              <a:extLst>
                <a:ext uri="{FF2B5EF4-FFF2-40B4-BE49-F238E27FC236}">
                  <a16:creationId xmlns:a16="http://schemas.microsoft.com/office/drawing/2014/main" id="{D27CA22D-BBBA-4386-95C5-6BB50F4DFA89}"/>
                </a:ext>
              </a:extLst>
            </p:cNvPr>
            <p:cNvSpPr>
              <a:spLocks noGrp="1"/>
            </p:cNvSpPr>
            <p:nvPr/>
          </p:nvSpPr>
          <p:spPr>
            <a:xfrm>
              <a:off x="939165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0" name="Label 50 + linear">
              <a:extLst>
                <a:ext uri="{FF2B5EF4-FFF2-40B4-BE49-F238E27FC236}">
                  <a16:creationId xmlns:a16="http://schemas.microsoft.com/office/drawing/2014/main" id="{896B2FD9-1A88-4015-9E11-62DEE9BCA953}"/>
                </a:ext>
              </a:extLst>
            </p:cNvPr>
            <p:cNvSpPr>
              <a:spLocks noGrp="1"/>
            </p:cNvSpPr>
            <p:nvPr/>
          </p:nvSpPr>
          <p:spPr>
            <a:xfrm>
              <a:off x="952500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1" name="Operator SMI-TED">
              <a:extLst>
                <a:ext uri="{FF2B5EF4-FFF2-40B4-BE49-F238E27FC236}">
                  <a16:creationId xmlns:a16="http://schemas.microsoft.com/office/drawing/2014/main" id="{6A8EDFBF-01BA-4A67-9863-CA0818640501}"/>
                </a:ext>
              </a:extLst>
            </p:cNvPr>
            <p:cNvSpPr>
              <a:spLocks noGrp="1"/>
            </p:cNvSpPr>
            <p:nvPr/>
          </p:nvSpPr>
          <p:spPr>
            <a:xfrm>
              <a:off x="1158240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2" name="Label 51 + linear">
              <a:extLst>
                <a:ext uri="{FF2B5EF4-FFF2-40B4-BE49-F238E27FC236}">
                  <a16:creationId xmlns:a16="http://schemas.microsoft.com/office/drawing/2014/main" id="{10FFCDF8-8B1A-454D-8FFC-73D334A127B8}"/>
                </a:ext>
              </a:extLst>
            </p:cNvPr>
            <p:cNvSpPr>
              <a:spLocks noGrp="1"/>
            </p:cNvSpPr>
            <p:nvPr/>
          </p:nvSpPr>
          <p:spPr>
            <a:xfrm>
              <a:off x="1171575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3" name="Arrow 52">
              <a:extLst>
                <a:ext uri="{FF2B5EF4-FFF2-40B4-BE49-F238E27FC236}">
                  <a16:creationId xmlns:a16="http://schemas.microsoft.com/office/drawing/2014/main" id="{9C942E65-4659-449B-B193-4D07CB0E84E0}"/>
                </a:ext>
              </a:extLst>
            </p:cNvPr>
            <p:cNvSpPr>
              <a:spLocks noGrp="1"/>
            </p:cNvSpPr>
            <p:nvPr/>
          </p:nvSpPr>
          <p:spPr>
            <a:xfrm>
              <a:off x="7953375" y="4619625"/>
              <a:ext cx="95" cy="104775"/>
            </a:xfrm>
            <a:custGeom>
              <a:avLst/>
              <a:gdLst/>
              <a:ahLst/>
              <a:cxnLst/>
              <a:rect l="0" t="0" r="0" b="0"/>
              <a:pathLst>
                <a:path w="95" h="104775">
                  <a:moveTo>
                    <a:pt x="0" y="0"/>
                  </a:moveTo>
                  <a:lnTo>
                    <a:pt x="0" y="104775"/>
                  </a:lnTo>
                </a:path>
              </a:pathLst>
            </a:custGeom>
            <a:noFill/>
            <a:ln w="7327">
              <a:solidFill>
                <a:srgbClr val="2B887C"/>
              </a:solidFill>
              <a:prstDash val="solid"/>
            </a:ln>
          </p:spPr>
        </p:sp>
        <p:sp>
          <p:nvSpPr>
            <p:cNvPr id="64" name="Operator GNN">
              <a:extLst>
                <a:ext uri="{FF2B5EF4-FFF2-40B4-BE49-F238E27FC236}">
                  <a16:creationId xmlns:a16="http://schemas.microsoft.com/office/drawing/2014/main" id="{16B978A5-FB9C-4170-978D-794C78029223}"/>
                </a:ext>
              </a:extLst>
            </p:cNvPr>
            <p:cNvSpPr>
              <a:spLocks noGrp="1"/>
            </p:cNvSpPr>
            <p:nvPr/>
          </p:nvSpPr>
          <p:spPr>
            <a:xfrm>
              <a:off x="7372350" y="4772025"/>
              <a:ext cx="1162050" cy="426427"/>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GNN</a:t>
              </a:r>
            </a:p>
          </p:txBody>
        </p:sp>
        <p:sp>
          <p:nvSpPr>
            <p:cNvPr id="65" name="Arrow 53">
              <a:extLst>
                <a:ext uri="{FF2B5EF4-FFF2-40B4-BE49-F238E27FC236}">
                  <a16:creationId xmlns:a16="http://schemas.microsoft.com/office/drawing/2014/main" id="{50775265-235D-426D-81B9-F1DF1347D804}"/>
                </a:ext>
              </a:extLst>
            </p:cNvPr>
            <p:cNvSpPr>
              <a:spLocks noGrp="1"/>
            </p:cNvSpPr>
            <p:nvPr/>
          </p:nvSpPr>
          <p:spPr>
            <a:xfrm>
              <a:off x="7953375" y="5198452"/>
              <a:ext cx="95" cy="545123"/>
            </a:xfrm>
            <a:custGeom>
              <a:avLst/>
              <a:gdLst/>
              <a:ahLst/>
              <a:cxnLst/>
              <a:rect l="0" t="0" r="0" b="0"/>
              <a:pathLst>
                <a:path w="95" h="276225">
                  <a:moveTo>
                    <a:pt x="0" y="0"/>
                  </a:moveTo>
                  <a:lnTo>
                    <a:pt x="0" y="276225"/>
                  </a:lnTo>
                </a:path>
              </a:pathLst>
            </a:custGeom>
            <a:noFill/>
            <a:ln w="7327">
              <a:solidFill>
                <a:srgbClr val="2B887C"/>
              </a:solidFill>
              <a:prstDash val="solid"/>
            </a:ln>
          </p:spPr>
        </p:sp>
        <p:sp>
          <p:nvSpPr>
            <p:cNvPr id="66" name="Label 54 K, V">
              <a:extLst>
                <a:ext uri="{FF2B5EF4-FFF2-40B4-BE49-F238E27FC236}">
                  <a16:creationId xmlns:a16="http://schemas.microsoft.com/office/drawing/2014/main" id="{C6B929A9-F769-4090-915E-E4B3BBE9AA64}"/>
                </a:ext>
              </a:extLst>
            </p:cNvPr>
            <p:cNvSpPr>
              <a:spLocks noGrp="1"/>
            </p:cNvSpPr>
            <p:nvPr/>
          </p:nvSpPr>
          <p:spPr>
            <a:xfrm>
              <a:off x="8058150" y="5242413"/>
              <a:ext cx="609600" cy="544704"/>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67" name="Arrow 55">
              <a:extLst>
                <a:ext uri="{FF2B5EF4-FFF2-40B4-BE49-F238E27FC236}">
                  <a16:creationId xmlns:a16="http://schemas.microsoft.com/office/drawing/2014/main" id="{A7E1DF6F-09D1-4D55-BCE0-B5EBD41D93B9}"/>
                </a:ext>
              </a:extLst>
            </p:cNvPr>
            <p:cNvSpPr>
              <a:spLocks noGrp="1"/>
            </p:cNvSpPr>
            <p:nvPr/>
          </p:nvSpPr>
          <p:spPr>
            <a:xfrm>
              <a:off x="10144125" y="4600575"/>
              <a:ext cx="95" cy="1314450"/>
            </a:xfrm>
            <a:custGeom>
              <a:avLst/>
              <a:gdLst/>
              <a:ahLst/>
              <a:cxnLst/>
              <a:rect l="0" t="0" r="0" b="0"/>
              <a:pathLst>
                <a:path w="95" h="933450">
                  <a:moveTo>
                    <a:pt x="0" y="0"/>
                  </a:moveTo>
                  <a:lnTo>
                    <a:pt x="0" y="933450"/>
                  </a:lnTo>
                </a:path>
              </a:pathLst>
            </a:custGeom>
            <a:noFill/>
            <a:ln w="7327">
              <a:solidFill>
                <a:srgbClr val="2B887C"/>
              </a:solidFill>
              <a:prstDash val="solid"/>
            </a:ln>
          </p:spPr>
        </p:sp>
        <p:sp>
          <p:nvSpPr>
            <p:cNvPr id="68" name="Arrow 56">
              <a:extLst>
                <a:ext uri="{FF2B5EF4-FFF2-40B4-BE49-F238E27FC236}">
                  <a16:creationId xmlns:a16="http://schemas.microsoft.com/office/drawing/2014/main" id="{F78BAAAF-603C-465E-A06C-FE576E5ACFB7}"/>
                </a:ext>
              </a:extLst>
            </p:cNvPr>
            <p:cNvSpPr>
              <a:spLocks noGrp="1"/>
            </p:cNvSpPr>
            <p:nvPr/>
          </p:nvSpPr>
          <p:spPr>
            <a:xfrm>
              <a:off x="12334875" y="4600575"/>
              <a:ext cx="95" cy="142875"/>
            </a:xfrm>
            <a:custGeom>
              <a:avLst/>
              <a:gdLst/>
              <a:ahLst/>
              <a:cxnLst/>
              <a:rect l="0" t="0" r="0" b="0"/>
              <a:pathLst>
                <a:path w="95" h="142875">
                  <a:moveTo>
                    <a:pt x="0" y="0"/>
                  </a:moveTo>
                  <a:lnTo>
                    <a:pt x="0" y="142875"/>
                  </a:lnTo>
                </a:path>
              </a:pathLst>
            </a:custGeom>
            <a:noFill/>
            <a:ln w="7327">
              <a:solidFill>
                <a:srgbClr val="2B887C"/>
              </a:solidFill>
              <a:prstDash val="solid"/>
            </a:ln>
          </p:spPr>
        </p:sp>
        <p:sp>
          <p:nvSpPr>
            <p:cNvPr id="69" name="Label 57 1">
              <a:extLst>
                <a:ext uri="{FF2B5EF4-FFF2-40B4-BE49-F238E27FC236}">
                  <a16:creationId xmlns:a16="http://schemas.microsoft.com/office/drawing/2014/main" id="{9343C393-C2D5-4150-9596-D1E8E97C1474}"/>
                </a:ext>
              </a:extLst>
            </p:cNvPr>
            <p:cNvSpPr>
              <a:spLocks noGrp="1"/>
            </p:cNvSpPr>
            <p:nvPr/>
          </p:nvSpPr>
          <p:spPr>
            <a:xfrm>
              <a:off x="11487150" y="4772025"/>
              <a:ext cx="190500" cy="219075"/>
            </a:xfrm>
            <a:prstGeom prst="rect">
              <a:avLst/>
            </a:prstGeom>
            <a:noFill/>
            <a:ln w="0">
              <a:noFill/>
            </a:ln>
          </p:spPr>
          <p:txBody>
            <a:bodyPr wrap="none" lIns="0" tIns="0" rIns="0" bIns="0" anchor="ctr">
              <a:noAutofit/>
            </a:bodyPr>
            <a:lstStyle/>
            <a:p>
              <a:pPr algn="ctr">
                <a:defRPr sz="610" b="0">
                  <a:solidFill>
                    <a:srgbClr val="5D83A8"/>
                  </a:solidFill>
                  <a:latin typeface="Arial"/>
                  <a:ea typeface="Arial"/>
                  <a:cs typeface="Arial"/>
                </a:defRPr>
              </a:pPr>
              <a:r>
                <a:rPr sz="610" b="0">
                  <a:solidFill>
                    <a:srgbClr val="5D83A8"/>
                  </a:solidFill>
                  <a:latin typeface="Arial"/>
                  <a:ea typeface="Arial"/>
                  <a:cs typeface="Arial"/>
                </a:rPr>
                <a:t>1</a:t>
              </a:r>
            </a:p>
          </p:txBody>
        </p:sp>
        <p:sp>
          <p:nvSpPr>
            <p:cNvPr id="70" name="Label 58 2">
              <a:extLst>
                <a:ext uri="{FF2B5EF4-FFF2-40B4-BE49-F238E27FC236}">
                  <a16:creationId xmlns:a16="http://schemas.microsoft.com/office/drawing/2014/main" id="{61A743F1-4DAD-4620-B9BD-0AC68A864F62}"/>
                </a:ext>
              </a:extLst>
            </p:cNvPr>
            <p:cNvSpPr>
              <a:spLocks noGrp="1"/>
            </p:cNvSpPr>
            <p:nvPr/>
          </p:nvSpPr>
          <p:spPr>
            <a:xfrm>
              <a:off x="11487150" y="4943475"/>
              <a:ext cx="190500" cy="243987"/>
            </a:xfrm>
            <a:prstGeom prst="rect">
              <a:avLst/>
            </a:prstGeom>
            <a:noFill/>
            <a:ln w="0">
              <a:noFill/>
            </a:ln>
          </p:spPr>
          <p:txBody>
            <a:bodyPr wrap="none" lIns="0" tIns="0" rIns="0" bIns="0" anchor="ctr">
              <a:noAutofit/>
            </a:bodyPr>
            <a:lstStyle/>
            <a:p>
              <a:pPr algn="ctr">
                <a:defRPr sz="610" b="0">
                  <a:solidFill>
                    <a:srgbClr val="AC844C"/>
                  </a:solidFill>
                  <a:latin typeface="Arial"/>
                  <a:ea typeface="Arial"/>
                  <a:cs typeface="Arial"/>
                </a:defRPr>
              </a:pPr>
              <a:r>
                <a:rPr sz="610" b="0">
                  <a:solidFill>
                    <a:srgbClr val="AC844C"/>
                  </a:solidFill>
                  <a:latin typeface="Arial"/>
                  <a:ea typeface="Arial"/>
                  <a:cs typeface="Arial"/>
                </a:rPr>
                <a:t>2</a:t>
              </a:r>
            </a:p>
          </p:txBody>
        </p:sp>
        <p:sp>
          <p:nvSpPr>
            <p:cNvPr id="71" name="Label 59 K">
              <a:extLst>
                <a:ext uri="{FF2B5EF4-FFF2-40B4-BE49-F238E27FC236}">
                  <a16:creationId xmlns:a16="http://schemas.microsoft.com/office/drawing/2014/main" id="{B12A73FD-EB4D-48C0-9C62-A5ABAD17C285}"/>
                </a:ext>
              </a:extLst>
            </p:cNvPr>
            <p:cNvSpPr>
              <a:spLocks noGrp="1"/>
            </p:cNvSpPr>
            <p:nvPr/>
          </p:nvSpPr>
          <p:spPr>
            <a:xfrm>
              <a:off x="11487150" y="5132510"/>
              <a:ext cx="190500" cy="349808"/>
            </a:xfrm>
            <a:prstGeom prst="rect">
              <a:avLst/>
            </a:prstGeom>
            <a:noFill/>
            <a:ln w="0">
              <a:noFill/>
            </a:ln>
          </p:spPr>
          <p:txBody>
            <a:bodyPr wrap="none" lIns="0" tIns="0" rIns="0" bIns="0" anchor="ctr">
              <a:noAutofit/>
            </a:bodyPr>
            <a:lstStyle/>
            <a:p>
              <a:pPr algn="ctr">
                <a:defRPr sz="610" b="0">
                  <a:solidFill>
                    <a:srgbClr val="9580A8"/>
                  </a:solidFill>
                  <a:latin typeface="Arial"/>
                  <a:ea typeface="Arial"/>
                  <a:cs typeface="Arial"/>
                </a:defRPr>
              </a:pPr>
              <a:r>
                <a:rPr sz="610" b="0">
                  <a:solidFill>
                    <a:srgbClr val="9580A8"/>
                  </a:solidFill>
                  <a:latin typeface="Arial"/>
                  <a:ea typeface="Arial"/>
                  <a:cs typeface="Arial"/>
                </a:rPr>
                <a:t>K</a:t>
              </a:r>
            </a:p>
          </p:txBody>
        </p:sp>
        <p:sp>
          <p:nvSpPr>
            <p:cNvPr id="72" name="Arrow 60">
              <a:extLst>
                <a:ext uri="{FF2B5EF4-FFF2-40B4-BE49-F238E27FC236}">
                  <a16:creationId xmlns:a16="http://schemas.microsoft.com/office/drawing/2014/main" id="{79F81BC1-8836-4E4C-ABFD-EB15DB64F361}"/>
                </a:ext>
              </a:extLst>
            </p:cNvPr>
            <p:cNvSpPr>
              <a:spLocks noGrp="1"/>
            </p:cNvSpPr>
            <p:nvPr/>
          </p:nvSpPr>
          <p:spPr>
            <a:xfrm>
              <a:off x="12334875" y="5395232"/>
              <a:ext cx="95" cy="348343"/>
            </a:xfrm>
            <a:custGeom>
              <a:avLst/>
              <a:gdLst/>
              <a:ahLst/>
              <a:cxnLst/>
              <a:rect l="0" t="0" r="0" b="0"/>
              <a:pathLst>
                <a:path w="95" h="152400">
                  <a:moveTo>
                    <a:pt x="0" y="0"/>
                  </a:moveTo>
                  <a:lnTo>
                    <a:pt x="0" y="152400"/>
                  </a:lnTo>
                </a:path>
              </a:pathLst>
            </a:custGeom>
            <a:noFill/>
            <a:ln w="7327">
              <a:solidFill>
                <a:srgbClr val="2B887C"/>
              </a:solidFill>
              <a:prstDash val="solid"/>
            </a:ln>
          </p:spPr>
        </p:sp>
        <p:sp>
          <p:nvSpPr>
            <p:cNvPr id="73" name="Label 61 K, V">
              <a:extLst>
                <a:ext uri="{FF2B5EF4-FFF2-40B4-BE49-F238E27FC236}">
                  <a16:creationId xmlns:a16="http://schemas.microsoft.com/office/drawing/2014/main" id="{2DC18B0A-509E-4F7E-93C4-D5AA05475B5F}"/>
                </a:ext>
              </a:extLst>
            </p:cNvPr>
            <p:cNvSpPr>
              <a:spLocks noGrp="1"/>
            </p:cNvSpPr>
            <p:nvPr/>
          </p:nvSpPr>
          <p:spPr>
            <a:xfrm>
              <a:off x="12439650" y="5286375"/>
              <a:ext cx="619125" cy="587829"/>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74" name="Operator Graph attention">
              <a:extLst>
                <a:ext uri="{FF2B5EF4-FFF2-40B4-BE49-F238E27FC236}">
                  <a16:creationId xmlns:a16="http://schemas.microsoft.com/office/drawing/2014/main" id="{F33C7717-9897-420C-98A5-DCC73A6E93CD}"/>
                </a:ext>
              </a:extLst>
            </p:cNvPr>
            <p:cNvSpPr>
              <a:spLocks noGrp="1"/>
            </p:cNvSpPr>
            <p:nvPr/>
          </p:nvSpPr>
          <p:spPr>
            <a:xfrm>
              <a:off x="69294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Graph attention</a:t>
              </a:r>
            </a:p>
          </p:txBody>
        </p:sp>
        <p:sp>
          <p:nvSpPr>
            <p:cNvPr id="75" name="Operator Context attention">
              <a:extLst>
                <a:ext uri="{FF2B5EF4-FFF2-40B4-BE49-F238E27FC236}">
                  <a16:creationId xmlns:a16="http://schemas.microsoft.com/office/drawing/2014/main" id="{126DAB68-C90F-47E9-B4A8-8339C15959E2}"/>
                </a:ext>
              </a:extLst>
            </p:cNvPr>
            <p:cNvSpPr>
              <a:spLocks noGrp="1"/>
            </p:cNvSpPr>
            <p:nvPr/>
          </p:nvSpPr>
          <p:spPr>
            <a:xfrm>
              <a:off x="113109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Context attention</a:t>
              </a:r>
            </a:p>
          </p:txBody>
        </p:sp>
        <p:sp>
          <p:nvSpPr>
            <p:cNvPr id="76" name="Operator ">
              <a:extLst>
                <a:ext uri="{FF2B5EF4-FFF2-40B4-BE49-F238E27FC236}">
                  <a16:creationId xmlns:a16="http://schemas.microsoft.com/office/drawing/2014/main" id="{09E429E9-4930-4308-A974-9868AE297957}"/>
                </a:ext>
              </a:extLst>
            </p:cNvPr>
            <p:cNvSpPr>
              <a:spLocks noGrp="1"/>
            </p:cNvSpPr>
            <p:nvPr/>
          </p:nvSpPr>
          <p:spPr>
            <a:xfrm>
              <a:off x="9515475" y="5981700"/>
              <a:ext cx="1257300" cy="304800"/>
            </a:xfrm>
            <a:prstGeom prst="roundRect">
              <a:avLst>
                <a:gd name="adj" fmla="val 21875"/>
              </a:avLst>
            </a:prstGeom>
            <a:solidFill>
              <a:srgbClr val="F7FBF8"/>
            </a:solidFill>
            <a:ln w="6896">
              <a:solidFill>
                <a:srgbClr val="8AB9AB"/>
              </a:solidFill>
            </a:ln>
          </p:spPr>
        </p:sp>
        <p:sp>
          <p:nvSpPr>
            <p:cNvPr id="77" name="Arrow 62">
              <a:extLst>
                <a:ext uri="{FF2B5EF4-FFF2-40B4-BE49-F238E27FC236}">
                  <a16:creationId xmlns:a16="http://schemas.microsoft.com/office/drawing/2014/main" id="{8D4F3E0D-F6FF-4E2F-880E-82295C7C71BE}"/>
                </a:ext>
              </a:extLst>
            </p:cNvPr>
            <p:cNvSpPr>
              <a:spLocks noGrp="1"/>
            </p:cNvSpPr>
            <p:nvPr/>
          </p:nvSpPr>
          <p:spPr>
            <a:xfrm>
              <a:off x="9029700" y="6134100"/>
              <a:ext cx="428625" cy="95"/>
            </a:xfrm>
            <a:custGeom>
              <a:avLst/>
              <a:gdLst/>
              <a:ahLst/>
              <a:cxnLst/>
              <a:rect l="0" t="0" r="0" b="0"/>
              <a:pathLst>
                <a:path w="428625" h="95">
                  <a:moveTo>
                    <a:pt x="428625" y="0"/>
                  </a:moveTo>
                  <a:lnTo>
                    <a:pt x="0" y="0"/>
                  </a:lnTo>
                </a:path>
              </a:pathLst>
            </a:custGeom>
            <a:noFill/>
            <a:ln w="7327">
              <a:solidFill>
                <a:srgbClr val="397FA6"/>
              </a:solidFill>
              <a:prstDash val="solid"/>
            </a:ln>
          </p:spPr>
        </p:sp>
        <p:sp>
          <p:nvSpPr>
            <p:cNvPr id="78" name="Arrow 63">
              <a:extLst>
                <a:ext uri="{FF2B5EF4-FFF2-40B4-BE49-F238E27FC236}">
                  <a16:creationId xmlns:a16="http://schemas.microsoft.com/office/drawing/2014/main" id="{539EBA44-2D01-4D56-9DF3-766D930FB78F}"/>
                </a:ext>
              </a:extLst>
            </p:cNvPr>
            <p:cNvSpPr>
              <a:spLocks noGrp="1"/>
            </p:cNvSpPr>
            <p:nvPr/>
          </p:nvSpPr>
          <p:spPr>
            <a:xfrm>
              <a:off x="10829925" y="6134100"/>
              <a:ext cx="428625" cy="95"/>
            </a:xfrm>
            <a:custGeom>
              <a:avLst/>
              <a:gdLst/>
              <a:ahLst/>
              <a:cxnLst/>
              <a:rect l="0" t="0" r="0" b="0"/>
              <a:pathLst>
                <a:path w="428625" h="95">
                  <a:moveTo>
                    <a:pt x="0" y="0"/>
                  </a:moveTo>
                  <a:lnTo>
                    <a:pt x="428625" y="0"/>
                  </a:lnTo>
                </a:path>
              </a:pathLst>
            </a:custGeom>
            <a:noFill/>
            <a:ln w="7327">
              <a:solidFill>
                <a:srgbClr val="397FA6"/>
              </a:solidFill>
              <a:prstDash val="solid"/>
            </a:ln>
          </p:spPr>
        </p:sp>
        <p:sp>
          <p:nvSpPr>
            <p:cNvPr id="79" name="Label 64 Q">
              <a:extLst>
                <a:ext uri="{FF2B5EF4-FFF2-40B4-BE49-F238E27FC236}">
                  <a16:creationId xmlns:a16="http://schemas.microsoft.com/office/drawing/2014/main" id="{D7AF6D8A-02DB-465D-8BEE-8146AA3317A9}"/>
                </a:ext>
              </a:extLst>
            </p:cNvPr>
            <p:cNvSpPr>
              <a:spLocks noGrp="1"/>
            </p:cNvSpPr>
            <p:nvPr/>
          </p:nvSpPr>
          <p:spPr>
            <a:xfrm>
              <a:off x="9110663"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0" name="Label 65 Q">
              <a:extLst>
                <a:ext uri="{FF2B5EF4-FFF2-40B4-BE49-F238E27FC236}">
                  <a16:creationId xmlns:a16="http://schemas.microsoft.com/office/drawing/2014/main" id="{F8030BF6-784A-4820-B0A2-F9E20A0E01E8}"/>
                </a:ext>
              </a:extLst>
            </p:cNvPr>
            <p:cNvSpPr>
              <a:spLocks noGrp="1"/>
            </p:cNvSpPr>
            <p:nvPr/>
          </p:nvSpPr>
          <p:spPr>
            <a:xfrm>
              <a:off x="10910888"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1" name="Arrow 66">
              <a:extLst>
                <a:ext uri="{FF2B5EF4-FFF2-40B4-BE49-F238E27FC236}">
                  <a16:creationId xmlns:a16="http://schemas.microsoft.com/office/drawing/2014/main" id="{75A8B12C-3E76-40DC-BED2-5B2AE9D76BC8}"/>
                </a:ext>
              </a:extLst>
            </p:cNvPr>
            <p:cNvSpPr>
              <a:spLocks noGrp="1"/>
            </p:cNvSpPr>
            <p:nvPr/>
          </p:nvSpPr>
          <p:spPr>
            <a:xfrm>
              <a:off x="7953375" y="6362700"/>
              <a:ext cx="1504950" cy="733425"/>
            </a:xfrm>
            <a:custGeom>
              <a:avLst/>
              <a:gdLst/>
              <a:ahLst/>
              <a:cxnLst/>
              <a:rect l="0" t="0" r="0" b="0"/>
              <a:pathLst>
                <a:path w="1504950" h="638175">
                  <a:moveTo>
                    <a:pt x="0" y="0"/>
                  </a:moveTo>
                  <a:lnTo>
                    <a:pt x="0" y="638175"/>
                  </a:lnTo>
                  <a:lnTo>
                    <a:pt x="1504950" y="638175"/>
                  </a:lnTo>
                </a:path>
              </a:pathLst>
            </a:custGeom>
            <a:noFill/>
            <a:ln w="7327">
              <a:solidFill>
                <a:srgbClr val="2B887C"/>
              </a:solidFill>
              <a:prstDash val="solid"/>
            </a:ln>
          </p:spPr>
        </p:sp>
        <p:sp>
          <p:nvSpPr>
            <p:cNvPr id="82" name="Arrow 67">
              <a:extLst>
                <a:ext uri="{FF2B5EF4-FFF2-40B4-BE49-F238E27FC236}">
                  <a16:creationId xmlns:a16="http://schemas.microsoft.com/office/drawing/2014/main" id="{DF50BC25-37EE-4A36-A5EA-CBB9340D342A}"/>
                </a:ext>
              </a:extLst>
            </p:cNvPr>
            <p:cNvSpPr>
              <a:spLocks noGrp="1"/>
            </p:cNvSpPr>
            <p:nvPr/>
          </p:nvSpPr>
          <p:spPr>
            <a:xfrm>
              <a:off x="10829925" y="6362700"/>
              <a:ext cx="1504950" cy="733425"/>
            </a:xfrm>
            <a:custGeom>
              <a:avLst/>
              <a:gdLst/>
              <a:ahLst/>
              <a:cxnLst/>
              <a:rect l="0" t="0" r="0" b="0"/>
              <a:pathLst>
                <a:path w="1504950" h="638175">
                  <a:moveTo>
                    <a:pt x="1504950" y="0"/>
                  </a:moveTo>
                  <a:lnTo>
                    <a:pt x="1504950" y="638175"/>
                  </a:lnTo>
                  <a:lnTo>
                    <a:pt x="0" y="638175"/>
                  </a:lnTo>
                </a:path>
              </a:pathLst>
            </a:custGeom>
            <a:noFill/>
            <a:ln w="7327">
              <a:solidFill>
                <a:srgbClr val="2B887C"/>
              </a:solidFill>
              <a:prstDash val="solid"/>
            </a:ln>
          </p:spPr>
        </p:sp>
        <p:sp>
          <p:nvSpPr>
            <p:cNvPr id="83" name="Arrow 68">
              <a:extLst>
                <a:ext uri="{FF2B5EF4-FFF2-40B4-BE49-F238E27FC236}">
                  <a16:creationId xmlns:a16="http://schemas.microsoft.com/office/drawing/2014/main" id="{34DE6FDB-0F74-4B5D-B9A6-F975BBA67297}"/>
                </a:ext>
              </a:extLst>
            </p:cNvPr>
            <p:cNvSpPr>
              <a:spLocks noGrp="1"/>
            </p:cNvSpPr>
            <p:nvPr/>
          </p:nvSpPr>
          <p:spPr>
            <a:xfrm>
              <a:off x="10144125" y="6229350"/>
              <a:ext cx="95" cy="546100"/>
            </a:xfrm>
            <a:custGeom>
              <a:avLst/>
              <a:gdLst/>
              <a:ahLst/>
              <a:cxnLst/>
              <a:rect l="0" t="0" r="0" b="0"/>
              <a:pathLst>
                <a:path w="95" h="466725">
                  <a:moveTo>
                    <a:pt x="0" y="0"/>
                  </a:moveTo>
                  <a:lnTo>
                    <a:pt x="0" y="466725"/>
                  </a:lnTo>
                </a:path>
              </a:pathLst>
            </a:custGeom>
            <a:noFill/>
            <a:ln w="7327">
              <a:solidFill>
                <a:srgbClr val="2B887C"/>
              </a:solidFill>
              <a:prstDash val="solid"/>
            </a:ln>
          </p:spPr>
        </p:sp>
        <p:sp>
          <p:nvSpPr>
            <p:cNvPr id="84" name="Operator Fusion">
              <a:extLst>
                <a:ext uri="{FF2B5EF4-FFF2-40B4-BE49-F238E27FC236}">
                  <a16:creationId xmlns:a16="http://schemas.microsoft.com/office/drawing/2014/main" id="{07CAC510-F36F-4FDE-9E3F-512FC9BB9F45}"/>
                </a:ext>
              </a:extLst>
            </p:cNvPr>
            <p:cNvSpPr>
              <a:spLocks noGrp="1"/>
            </p:cNvSpPr>
            <p:nvPr/>
          </p:nvSpPr>
          <p:spPr>
            <a:xfrm>
              <a:off x="9553575" y="6858000"/>
              <a:ext cx="11811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Fusion</a:t>
              </a:r>
            </a:p>
          </p:txBody>
        </p:sp>
        <p:sp>
          <p:nvSpPr>
            <p:cNvPr id="85" name="Arrow 69">
              <a:extLst>
                <a:ext uri="{FF2B5EF4-FFF2-40B4-BE49-F238E27FC236}">
                  <a16:creationId xmlns:a16="http://schemas.microsoft.com/office/drawing/2014/main" id="{E7A7D860-51A0-4743-A4A8-852602D5DD07}"/>
                </a:ext>
              </a:extLst>
            </p:cNvPr>
            <p:cNvSpPr>
              <a:spLocks noGrp="1"/>
            </p:cNvSpPr>
            <p:nvPr/>
          </p:nvSpPr>
          <p:spPr>
            <a:xfrm>
              <a:off x="101441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86" name="Label 70 g">
                  <a:extLst>
                    <a:ext uri="{FF2B5EF4-FFF2-40B4-BE49-F238E27FC236}">
                      <a16:creationId xmlns:a16="http://schemas.microsoft.com/office/drawing/2014/main" id="{D5DA0F07-BFD0-4B32-BB25-43B814104440}"/>
                    </a:ext>
                  </a:extLst>
                </p:cNvPr>
                <p:cNvSpPr>
                  <a:spLocks noGrp="1"/>
                </p:cNvSpPr>
                <p:nvPr/>
              </p:nvSpPr>
              <p:spPr>
                <a:xfrm>
                  <a:off x="1031557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𝑔</m:t>
                            </m:r>
                          </m:e>
                          <m:sub>
                            <m:r>
                              <a:rPr lang="en-US" sz="950">
                                <a:solidFill>
                                  <a:srgbClr val="203646"/>
                                </a:solidFill>
                                <a:latin typeface="Cambria Math"/>
                              </a:rPr>
                              <m:t>𝑘</m:t>
                            </m:r>
                          </m:sub>
                        </m:sSub>
                      </m:oMath>
                    </m:oMathPara>
                  </a14:m>
                  <a:endParaRPr lang="en-US" sz="950"/>
                </a:p>
              </p:txBody>
            </p:sp>
          </mc:Choice>
          <mc:Fallback xmlns="">
            <p:sp>
              <p:nvSpPr>
                <p:cNvPr id="86" name="Label 70 g">
                  <a:extLst>
                    <a:ext uri="{FF2B5EF4-FFF2-40B4-BE49-F238E27FC236}">
                      <a16:creationId xmlns:a16="http://schemas.microsoft.com/office/drawing/2014/main" id="{D5DA0F07-BFD0-4B32-BB25-43B814104440}"/>
                    </a:ext>
                  </a:extLst>
                </p:cNvPr>
                <p:cNvSpPr>
                  <a:spLocks noGrp="1" noRot="1" noChangeAspect="1" noMove="1" noResize="1" noEditPoints="1" noAdjustHandles="1" noChangeArrowheads="1" noChangeShapeType="1" noTextEdit="1"/>
                </p:cNvSpPr>
                <p:nvPr/>
              </p:nvSpPr>
              <p:spPr>
                <a:xfrm>
                  <a:off x="10315575" y="7372350"/>
                  <a:ext cx="495300" cy="323850"/>
                </a:xfrm>
                <a:prstGeom prst="rect">
                  <a:avLst/>
                </a:prstGeom>
                <a:blipFill>
                  <a:blip r:embed="rId5"/>
                  <a:stretch>
                    <a:fillRect l="-19444" b="-25000"/>
                  </a:stretch>
                </a:blipFill>
                <a:ln w="0">
                  <a:noFill/>
                </a:ln>
              </p:spPr>
              <p:txBody>
                <a:bodyPr/>
                <a:lstStyle/>
                <a:p>
                  <a:r>
                    <a:rPr lang="zh-CN" altLang="en-US">
                      <a:noFill/>
                    </a:rPr>
                    <a:t> </a:t>
                  </a:r>
                </a:p>
              </p:txBody>
            </p:sp>
          </mc:Fallback>
        </mc:AlternateContent>
        <p:sp>
          <p:nvSpPr>
            <p:cNvPr id="87" name="Arrow 71">
              <a:extLst>
                <a:ext uri="{FF2B5EF4-FFF2-40B4-BE49-F238E27FC236}">
                  <a16:creationId xmlns:a16="http://schemas.microsoft.com/office/drawing/2014/main" id="{0A2A98D2-E2C3-4EC2-BBFC-B83B74C59939}"/>
                </a:ext>
              </a:extLst>
            </p:cNvPr>
            <p:cNvSpPr>
              <a:spLocks noGrp="1"/>
            </p:cNvSpPr>
            <p:nvPr/>
          </p:nvSpPr>
          <p:spPr>
            <a:xfrm>
              <a:off x="1647825" y="7867650"/>
              <a:ext cx="3486150" cy="613204"/>
            </a:xfrm>
            <a:custGeom>
              <a:avLst/>
              <a:gdLst/>
              <a:ahLst/>
              <a:cxnLst/>
              <a:rect l="0" t="0" r="0" b="0"/>
              <a:pathLst>
                <a:path w="3486150" h="800100">
                  <a:moveTo>
                    <a:pt x="3486150" y="0"/>
                  </a:moveTo>
                  <a:lnTo>
                    <a:pt x="0" y="0"/>
                  </a:lnTo>
                  <a:lnTo>
                    <a:pt x="0" y="800100"/>
                  </a:lnTo>
                </a:path>
              </a:pathLst>
            </a:custGeom>
            <a:noFill/>
            <a:ln w="7327">
              <a:solidFill>
                <a:srgbClr val="397FA6"/>
              </a:solidFill>
              <a:prstDash val="solid"/>
            </a:ln>
          </p:spPr>
        </p:sp>
        <p:sp>
          <p:nvSpPr>
            <p:cNvPr id="88" name="Operator Foreground head">
              <a:extLst>
                <a:ext uri="{FF2B5EF4-FFF2-40B4-BE49-F238E27FC236}">
                  <a16:creationId xmlns:a16="http://schemas.microsoft.com/office/drawing/2014/main" id="{E649E0DB-319F-4592-937B-AB168647A014}"/>
                </a:ext>
              </a:extLst>
            </p:cNvPr>
            <p:cNvSpPr>
              <a:spLocks noGrp="1"/>
            </p:cNvSpPr>
            <p:nvPr/>
          </p:nvSpPr>
          <p:spPr>
            <a:xfrm>
              <a:off x="609600" y="8543925"/>
              <a:ext cx="2190750" cy="466725"/>
            </a:xfrm>
            <a:prstGeom prst="roundRect">
              <a:avLst>
                <a:gd name="adj" fmla="val 14286"/>
              </a:avLst>
            </a:prstGeom>
            <a:solidFill>
              <a:srgbClr val="F7FAFC"/>
            </a:solidFill>
            <a:ln w="6896">
              <a:solidFill>
                <a:srgbClr val="397FA6"/>
              </a:solidFill>
            </a:ln>
          </p:spPr>
          <p:txBody>
            <a:bodyPr wrap="none" lIns="28575" tIns="9525" rIns="28575" bIns="9525" anchor="ctr">
              <a:noAutofit/>
            </a:bodyPr>
            <a:lstStyle/>
            <a:p>
              <a:pPr algn="ctr">
                <a:defRPr sz="815" b="1">
                  <a:solidFill>
                    <a:srgbClr val="397FA6"/>
                  </a:solidFill>
                  <a:latin typeface="Arial"/>
                  <a:ea typeface="Arial"/>
                  <a:cs typeface="Arial"/>
                </a:defRPr>
              </a:pPr>
              <a:r>
                <a:rPr sz="815" b="1">
                  <a:solidFill>
                    <a:srgbClr val="397FA6"/>
                  </a:solidFill>
                  <a:latin typeface="Arial"/>
                  <a:ea typeface="Arial"/>
                  <a:cs typeface="Arial"/>
                </a:rPr>
                <a:t>Foreground head</a:t>
              </a:r>
            </a:p>
          </p:txBody>
        </p:sp>
        <p:sp>
          <p:nvSpPr>
            <p:cNvPr id="89" name="Arrow 72">
              <a:extLst>
                <a:ext uri="{FF2B5EF4-FFF2-40B4-BE49-F238E27FC236}">
                  <a16:creationId xmlns:a16="http://schemas.microsoft.com/office/drawing/2014/main" id="{AC950889-7950-4382-989F-4ADA2971A5D8}"/>
                </a:ext>
              </a:extLst>
            </p:cNvPr>
            <p:cNvSpPr>
              <a:spLocks noGrp="1"/>
            </p:cNvSpPr>
            <p:nvPr/>
          </p:nvSpPr>
          <p:spPr>
            <a:xfrm>
              <a:off x="2800350" y="8772525"/>
              <a:ext cx="400050" cy="95"/>
            </a:xfrm>
            <a:custGeom>
              <a:avLst/>
              <a:gdLst/>
              <a:ahLst/>
              <a:cxnLst/>
              <a:rect l="0" t="0" r="0" b="0"/>
              <a:pathLst>
                <a:path w="400050" h="95">
                  <a:moveTo>
                    <a:pt x="0" y="0"/>
                  </a:moveTo>
                  <a:lnTo>
                    <a:pt x="400050" y="0"/>
                  </a:lnTo>
                </a:path>
              </a:pathLst>
            </a:custGeom>
            <a:noFill/>
            <a:ln w="7327">
              <a:solidFill>
                <a:srgbClr val="397FA6"/>
              </a:solidFill>
              <a:prstDash val="solid"/>
            </a:ln>
          </p:spPr>
        </p:sp>
        <p:sp>
          <p:nvSpPr>
            <p:cNvPr id="90" name="Label 73 Foreground probability">
              <a:extLst>
                <a:ext uri="{FF2B5EF4-FFF2-40B4-BE49-F238E27FC236}">
                  <a16:creationId xmlns:a16="http://schemas.microsoft.com/office/drawing/2014/main" id="{217FE554-D66D-431D-A008-17522F8D7032}"/>
                </a:ext>
              </a:extLst>
            </p:cNvPr>
            <p:cNvSpPr>
              <a:spLocks noGrp="1"/>
            </p:cNvSpPr>
            <p:nvPr/>
          </p:nvSpPr>
          <p:spPr>
            <a:xfrm>
              <a:off x="647700" y="9153525"/>
              <a:ext cx="2952750" cy="276225"/>
            </a:xfrm>
            <a:prstGeom prst="rect">
              <a:avLst/>
            </a:prstGeom>
            <a:noFill/>
            <a:ln w="0">
              <a:noFill/>
            </a:ln>
          </p:spPr>
          <p:txBody>
            <a:bodyPr wrap="none" lIns="0" tIns="0" rIns="0" bIns="0" anchor="ctr">
              <a:noAutofit/>
            </a:bodyPr>
            <a:lstStyle/>
            <a:p>
              <a:pPr algn="l">
                <a:defRPr sz="780" b="0">
                  <a:solidFill>
                    <a:srgbClr val="6F8290"/>
                  </a:solidFill>
                  <a:latin typeface="Arial"/>
                  <a:ea typeface="Arial"/>
                  <a:cs typeface="Arial"/>
                </a:defRPr>
              </a:pPr>
              <a:r>
                <a:rPr sz="78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91" name="Label 74 p">
                  <a:extLst>
                    <a:ext uri="{FF2B5EF4-FFF2-40B4-BE49-F238E27FC236}">
                      <a16:creationId xmlns:a16="http://schemas.microsoft.com/office/drawing/2014/main" id="{62FF4945-B9A9-44F5-926F-B575BA07572C}"/>
                    </a:ext>
                  </a:extLst>
                </p:cNvPr>
                <p:cNvSpPr>
                  <a:spLocks noGrp="1"/>
                </p:cNvSpPr>
                <p:nvPr/>
              </p:nvSpPr>
              <p:spPr>
                <a:xfrm>
                  <a:off x="3343275" y="8582025"/>
                  <a:ext cx="714375" cy="40957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𝑝</m:t>
                            </m:r>
                          </m:e>
                          <m:sub>
                            <m:r>
                              <a:rPr lang="en-US" sz="950">
                                <a:solidFill>
                                  <a:srgbClr val="203646"/>
                                </a:solidFill>
                                <a:latin typeface="Cambria Math"/>
                              </a:rPr>
                              <m:t>𝑗</m:t>
                            </m:r>
                          </m:sub>
                          <m:sup>
                            <m:r>
                              <m:rPr>
                                <m:sty m:val="p"/>
                              </m:rPr>
                              <a:rPr lang="en-US" sz="950">
                                <a:solidFill>
                                  <a:srgbClr val="203646"/>
                                </a:solidFill>
                                <a:latin typeface="Cambria Math"/>
                              </a:rPr>
                              <m:t>fg</m:t>
                            </m:r>
                          </m:sup>
                        </m:sSubSup>
                      </m:oMath>
                    </m:oMathPara>
                  </a14:m>
                  <a:endParaRPr lang="en-US" sz="950"/>
                </a:p>
              </p:txBody>
            </p:sp>
          </mc:Choice>
          <mc:Fallback xmlns="">
            <p:sp>
              <p:nvSpPr>
                <p:cNvPr id="91" name="Label 74 p">
                  <a:extLst>
                    <a:ext uri="{FF2B5EF4-FFF2-40B4-BE49-F238E27FC236}">
                      <a16:creationId xmlns:a16="http://schemas.microsoft.com/office/drawing/2014/main" id="{62FF4945-B9A9-44F5-926F-B575BA07572C}"/>
                    </a:ext>
                  </a:extLst>
                </p:cNvPr>
                <p:cNvSpPr>
                  <a:spLocks noGrp="1" noRot="1" noChangeAspect="1" noMove="1" noResize="1" noEditPoints="1" noAdjustHandles="1" noChangeArrowheads="1" noChangeShapeType="1" noTextEdit="1"/>
                </p:cNvSpPr>
                <p:nvPr/>
              </p:nvSpPr>
              <p:spPr>
                <a:xfrm>
                  <a:off x="3343275" y="8582025"/>
                  <a:ext cx="714375" cy="409575"/>
                </a:xfrm>
                <a:prstGeom prst="rect">
                  <a:avLst/>
                </a:prstGeom>
                <a:blipFill>
                  <a:blip r:embed="rId6"/>
                  <a:stretch>
                    <a:fillRect l="-13208" t="-3333" b="-30000"/>
                  </a:stretch>
                </a:blipFill>
                <a:ln w="0">
                  <a:noFill/>
                </a:ln>
              </p:spPr>
              <p:txBody>
                <a:bodyPr/>
                <a:lstStyle/>
                <a:p>
                  <a:r>
                    <a:rPr lang="zh-CN" altLang="en-US">
                      <a:noFill/>
                    </a:rPr>
                    <a:t> </a:t>
                  </a:r>
                </a:p>
              </p:txBody>
            </p:sp>
          </mc:Fallback>
        </mc:AlternateContent>
        <p:sp>
          <p:nvSpPr>
            <p:cNvPr id="92" name="Arrow 75">
              <a:extLst>
                <a:ext uri="{FF2B5EF4-FFF2-40B4-BE49-F238E27FC236}">
                  <a16:creationId xmlns:a16="http://schemas.microsoft.com/office/drawing/2014/main" id="{093631D5-4355-4D52-BEAC-53E2913549AD}"/>
                </a:ext>
              </a:extLst>
            </p:cNvPr>
            <p:cNvSpPr>
              <a:spLocks noGrp="1"/>
            </p:cNvSpPr>
            <p:nvPr/>
          </p:nvSpPr>
          <p:spPr>
            <a:xfrm>
              <a:off x="5762625" y="7991475"/>
              <a:ext cx="1333500" cy="781050"/>
            </a:xfrm>
            <a:custGeom>
              <a:avLst/>
              <a:gdLst/>
              <a:ahLst/>
              <a:cxnLst/>
              <a:rect l="0" t="0" r="0" b="0"/>
              <a:pathLst>
                <a:path w="1333500" h="971550">
                  <a:moveTo>
                    <a:pt x="0" y="0"/>
                  </a:moveTo>
                  <a:lnTo>
                    <a:pt x="0" y="971550"/>
                  </a:lnTo>
                  <a:lnTo>
                    <a:pt x="1333500" y="971550"/>
                  </a:lnTo>
                </a:path>
              </a:pathLst>
            </a:custGeom>
            <a:noFill/>
            <a:ln w="7327">
              <a:solidFill>
                <a:srgbClr val="397FA6"/>
              </a:solidFill>
              <a:prstDash val="solid"/>
            </a:ln>
          </p:spPr>
        </p:sp>
        <p:sp>
          <p:nvSpPr>
            <p:cNvPr id="93" name="Arrow 76">
              <a:extLst>
                <a:ext uri="{FF2B5EF4-FFF2-40B4-BE49-F238E27FC236}">
                  <a16:creationId xmlns:a16="http://schemas.microsoft.com/office/drawing/2014/main" id="{7401EFE1-C3B2-44A7-8AE1-991F702E00FA}"/>
                </a:ext>
              </a:extLst>
            </p:cNvPr>
            <p:cNvSpPr>
              <a:spLocks noGrp="1"/>
            </p:cNvSpPr>
            <p:nvPr/>
          </p:nvSpPr>
          <p:spPr>
            <a:xfrm>
              <a:off x="8105775" y="7991475"/>
              <a:ext cx="2038350" cy="498389"/>
            </a:xfrm>
            <a:custGeom>
              <a:avLst/>
              <a:gdLst/>
              <a:ahLst/>
              <a:cxnLst/>
              <a:rect l="0" t="0" r="0" b="0"/>
              <a:pathLst>
                <a:path w="2038350" h="685800">
                  <a:moveTo>
                    <a:pt x="2038350" y="0"/>
                  </a:moveTo>
                  <a:lnTo>
                    <a:pt x="2038350" y="390525"/>
                  </a:lnTo>
                  <a:lnTo>
                    <a:pt x="0" y="390525"/>
                  </a:lnTo>
                  <a:lnTo>
                    <a:pt x="0" y="685800"/>
                  </a:lnTo>
                </a:path>
              </a:pathLst>
            </a:custGeom>
            <a:noFill/>
            <a:ln w="7327">
              <a:solidFill>
                <a:srgbClr val="2B887C"/>
              </a:solidFill>
              <a:prstDash val="solid"/>
            </a:ln>
          </p:spPr>
        </p:sp>
        <p:sp>
          <p:nvSpPr>
            <p:cNvPr id="94" name="Operator Cosine score">
              <a:extLst>
                <a:ext uri="{FF2B5EF4-FFF2-40B4-BE49-F238E27FC236}">
                  <a16:creationId xmlns:a16="http://schemas.microsoft.com/office/drawing/2014/main" id="{43153F0F-030E-4A8C-975D-BCDD7031D716}"/>
                </a:ext>
              </a:extLst>
            </p:cNvPr>
            <p:cNvSpPr>
              <a:spLocks noGrp="1"/>
            </p:cNvSpPr>
            <p:nvPr/>
          </p:nvSpPr>
          <p:spPr>
            <a:xfrm>
              <a:off x="7153275" y="8543925"/>
              <a:ext cx="19050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815" b="1">
                  <a:solidFill>
                    <a:srgbClr val="2B887C"/>
                  </a:solidFill>
                  <a:latin typeface="Arial"/>
                  <a:ea typeface="Arial"/>
                  <a:cs typeface="Arial"/>
                </a:defRPr>
              </a:pPr>
              <a:r>
                <a:rPr sz="815" b="1">
                  <a:solidFill>
                    <a:srgbClr val="2B887C"/>
                  </a:solidFill>
                  <a:latin typeface="Arial"/>
                  <a:ea typeface="Arial"/>
                  <a:cs typeface="Arial"/>
                </a:rPr>
                <a:t>Cosine score</a:t>
              </a:r>
            </a:p>
          </p:txBody>
        </p:sp>
        <p:sp>
          <p:nvSpPr>
            <p:cNvPr id="95" name="Label 77 Learned projections">
              <a:extLst>
                <a:ext uri="{FF2B5EF4-FFF2-40B4-BE49-F238E27FC236}">
                  <a16:creationId xmlns:a16="http://schemas.microsoft.com/office/drawing/2014/main" id="{A1B660C7-6D72-43DF-93D6-AF904693EE8F}"/>
                </a:ext>
              </a:extLst>
            </p:cNvPr>
            <p:cNvSpPr>
              <a:spLocks noGrp="1"/>
            </p:cNvSpPr>
            <p:nvPr/>
          </p:nvSpPr>
          <p:spPr>
            <a:xfrm>
              <a:off x="7019925" y="9153525"/>
              <a:ext cx="2171700" cy="276225"/>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Learned projections</a:t>
              </a:r>
            </a:p>
          </p:txBody>
        </p:sp>
        <p:sp>
          <p:nvSpPr>
            <p:cNvPr id="96" name="Arrow 78">
              <a:extLst>
                <a:ext uri="{FF2B5EF4-FFF2-40B4-BE49-F238E27FC236}">
                  <a16:creationId xmlns:a16="http://schemas.microsoft.com/office/drawing/2014/main" id="{29BF68B1-3859-428B-B99B-2E1D9F95D8F3}"/>
                </a:ext>
              </a:extLst>
            </p:cNvPr>
            <p:cNvSpPr>
              <a:spLocks noGrp="1"/>
            </p:cNvSpPr>
            <p:nvPr/>
          </p:nvSpPr>
          <p:spPr>
            <a:xfrm>
              <a:off x="9058275" y="8772525"/>
              <a:ext cx="1466850" cy="95"/>
            </a:xfrm>
            <a:custGeom>
              <a:avLst/>
              <a:gdLst/>
              <a:ahLst/>
              <a:cxnLst/>
              <a:rect l="0" t="0" r="0" b="0"/>
              <a:pathLst>
                <a:path w="1466850" h="95">
                  <a:moveTo>
                    <a:pt x="0" y="0"/>
                  </a:moveTo>
                  <a:lnTo>
                    <a:pt x="1466850" y="0"/>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97" name="Label 79 s">
                  <a:extLst>
                    <a:ext uri="{FF2B5EF4-FFF2-40B4-BE49-F238E27FC236}">
                      <a16:creationId xmlns:a16="http://schemas.microsoft.com/office/drawing/2014/main" id="{2EEC63D8-78ED-4A57-B28C-7028FF104957}"/>
                    </a:ext>
                  </a:extLst>
                </p:cNvPr>
                <p:cNvSpPr>
                  <a:spLocks noGrp="1"/>
                </p:cNvSpPr>
                <p:nvPr/>
              </p:nvSpPr>
              <p:spPr>
                <a:xfrm>
                  <a:off x="9582150" y="8336692"/>
                  <a:ext cx="742950" cy="33105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𝑠</m:t>
                            </m:r>
                          </m:e>
                          <m:sub>
                            <m:r>
                              <a:rPr lang="en-US" sz="950">
                                <a:solidFill>
                                  <a:srgbClr val="203646"/>
                                </a:solidFill>
                                <a:latin typeface="Cambria Math"/>
                              </a:rPr>
                              <m:t>𝑗</m:t>
                            </m:r>
                            <m:r>
                              <a:rPr lang="en-US" sz="950">
                                <a:solidFill>
                                  <a:srgbClr val="203646"/>
                                </a:solidFill>
                                <a:latin typeface="Cambria Math"/>
                              </a:rPr>
                              <m:t>,</m:t>
                            </m:r>
                            <m:r>
                              <a:rPr lang="en-US" sz="950">
                                <a:solidFill>
                                  <a:srgbClr val="203646"/>
                                </a:solidFill>
                                <a:latin typeface="Cambria Math"/>
                              </a:rPr>
                              <m:t>𝑘</m:t>
                            </m:r>
                          </m:sub>
                        </m:sSub>
                      </m:oMath>
                    </m:oMathPara>
                  </a14:m>
                  <a:endParaRPr lang="en-US" sz="950"/>
                </a:p>
              </p:txBody>
            </p:sp>
          </mc:Choice>
          <mc:Fallback xmlns="">
            <p:sp>
              <p:nvSpPr>
                <p:cNvPr id="97" name="Label 79 s">
                  <a:extLst>
                    <a:ext uri="{FF2B5EF4-FFF2-40B4-BE49-F238E27FC236}">
                      <a16:creationId xmlns:a16="http://schemas.microsoft.com/office/drawing/2014/main" id="{2EEC63D8-78ED-4A57-B28C-7028FF104957}"/>
                    </a:ext>
                  </a:extLst>
                </p:cNvPr>
                <p:cNvSpPr>
                  <a:spLocks noGrp="1" noRot="1" noChangeAspect="1" noMove="1" noResize="1" noEditPoints="1" noAdjustHandles="1" noChangeArrowheads="1" noChangeShapeType="1" noTextEdit="1"/>
                </p:cNvSpPr>
                <p:nvPr/>
              </p:nvSpPr>
              <p:spPr>
                <a:xfrm>
                  <a:off x="9582150" y="8336692"/>
                  <a:ext cx="742950" cy="331058"/>
                </a:xfrm>
                <a:prstGeom prst="rect">
                  <a:avLst/>
                </a:prstGeom>
                <a:blipFill>
                  <a:blip r:embed="rId7"/>
                  <a:stretch>
                    <a:fillRect l="-9091" b="-33333"/>
                  </a:stretch>
                </a:blipFill>
                <a:ln w="0">
                  <a:noFill/>
                </a:ln>
              </p:spPr>
              <p:txBody>
                <a:bodyPr/>
                <a:lstStyle/>
                <a:p>
                  <a:r>
                    <a:rPr lang="zh-CN" altLang="en-US">
                      <a:noFill/>
                    </a:rPr>
                    <a:t> </a:t>
                  </a:r>
                </a:p>
              </p:txBody>
            </p:sp>
          </mc:Fallback>
        </mc:AlternateContent>
        <p:sp>
          <p:nvSpPr>
            <p:cNvPr id="98" name="Label 80 Identity scores">
              <a:extLst>
                <a:ext uri="{FF2B5EF4-FFF2-40B4-BE49-F238E27FC236}">
                  <a16:creationId xmlns:a16="http://schemas.microsoft.com/office/drawing/2014/main" id="{BC06909F-029C-45B3-86C0-EA89CC5D8A63}"/>
                </a:ext>
              </a:extLst>
            </p:cNvPr>
            <p:cNvSpPr>
              <a:spLocks noGrp="1"/>
            </p:cNvSpPr>
            <p:nvPr/>
          </p:nvSpPr>
          <p:spPr>
            <a:xfrm>
              <a:off x="10601325" y="7953375"/>
              <a:ext cx="2362200" cy="171682"/>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Identity scores</a:t>
              </a:r>
            </a:p>
          </p:txBody>
        </p:sp>
        <p:sp>
          <p:nvSpPr>
            <p:cNvPr id="99" name="Highlighted identity column k">
              <a:extLst>
                <a:ext uri="{FF2B5EF4-FFF2-40B4-BE49-F238E27FC236}">
                  <a16:creationId xmlns:a16="http://schemas.microsoft.com/office/drawing/2014/main" id="{633B4652-EF6E-4C92-95AA-35395D1D6274}"/>
                </a:ext>
              </a:extLst>
            </p:cNvPr>
            <p:cNvSpPr>
              <a:spLocks noGrp="1"/>
            </p:cNvSpPr>
            <p:nvPr/>
          </p:nvSpPr>
          <p:spPr>
            <a:xfrm>
              <a:off x="11382375" y="8390753"/>
              <a:ext cx="428625" cy="1019947"/>
            </a:xfrm>
            <a:prstGeom prst="rect">
              <a:avLst/>
            </a:prstGeom>
            <a:solidFill>
              <a:srgbClr val="EDF6F1"/>
            </a:solidFill>
            <a:ln w="0">
              <a:noFill/>
            </a:ln>
          </p:spPr>
        </p:sp>
        <p:sp>
          <p:nvSpPr>
            <p:cNvPr id="100" name="Current pair score j,k">
              <a:extLst>
                <a:ext uri="{FF2B5EF4-FFF2-40B4-BE49-F238E27FC236}">
                  <a16:creationId xmlns:a16="http://schemas.microsoft.com/office/drawing/2014/main" id="{6344FA62-990A-40EE-ABD0-40ABCCC43574}"/>
                </a:ext>
              </a:extLst>
            </p:cNvPr>
            <p:cNvSpPr>
              <a:spLocks noGrp="1"/>
            </p:cNvSpPr>
            <p:nvPr/>
          </p:nvSpPr>
          <p:spPr>
            <a:xfrm>
              <a:off x="11382375" y="8639175"/>
              <a:ext cx="428625" cy="257175"/>
            </a:xfrm>
            <a:prstGeom prst="rect">
              <a:avLst/>
            </a:prstGeom>
            <a:solidFill>
              <a:srgbClr val="4C9D8F"/>
            </a:solidFill>
            <a:ln w="0">
              <a:noFill/>
            </a:ln>
          </p:spPr>
        </p:sp>
        <p:sp>
          <p:nvSpPr>
            <p:cNvPr id="101" name="Line 81">
              <a:extLst>
                <a:ext uri="{FF2B5EF4-FFF2-40B4-BE49-F238E27FC236}">
                  <a16:creationId xmlns:a16="http://schemas.microsoft.com/office/drawing/2014/main" id="{9156ECC4-48D8-435F-A10D-F829C6206D94}"/>
                </a:ext>
              </a:extLst>
            </p:cNvPr>
            <p:cNvSpPr>
              <a:spLocks noGrp="1"/>
            </p:cNvSpPr>
            <p:nvPr/>
          </p:nvSpPr>
          <p:spPr>
            <a:xfrm>
              <a:off x="109537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2" name="Line 82">
              <a:extLst>
                <a:ext uri="{FF2B5EF4-FFF2-40B4-BE49-F238E27FC236}">
                  <a16:creationId xmlns:a16="http://schemas.microsoft.com/office/drawing/2014/main" id="{C726D88E-6921-4ECB-B1A0-22AFABC86A49}"/>
                </a:ext>
              </a:extLst>
            </p:cNvPr>
            <p:cNvSpPr>
              <a:spLocks noGrp="1"/>
            </p:cNvSpPr>
            <p:nvPr/>
          </p:nvSpPr>
          <p:spPr>
            <a:xfrm>
              <a:off x="1138237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3" name="Line 83">
              <a:extLst>
                <a:ext uri="{FF2B5EF4-FFF2-40B4-BE49-F238E27FC236}">
                  <a16:creationId xmlns:a16="http://schemas.microsoft.com/office/drawing/2014/main" id="{8FE62384-1DD2-4E24-A484-F9148874D6AA}"/>
                </a:ext>
              </a:extLst>
            </p:cNvPr>
            <p:cNvSpPr>
              <a:spLocks noGrp="1"/>
            </p:cNvSpPr>
            <p:nvPr/>
          </p:nvSpPr>
          <p:spPr>
            <a:xfrm>
              <a:off x="1181100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4" name="Line 84">
              <a:extLst>
                <a:ext uri="{FF2B5EF4-FFF2-40B4-BE49-F238E27FC236}">
                  <a16:creationId xmlns:a16="http://schemas.microsoft.com/office/drawing/2014/main" id="{1E72C4A4-012C-4A16-9ED7-7F4CDEE8A18B}"/>
                </a:ext>
              </a:extLst>
            </p:cNvPr>
            <p:cNvSpPr>
              <a:spLocks noGrp="1"/>
            </p:cNvSpPr>
            <p:nvPr/>
          </p:nvSpPr>
          <p:spPr>
            <a:xfrm>
              <a:off x="1223962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5" name="Line 85">
              <a:extLst>
                <a:ext uri="{FF2B5EF4-FFF2-40B4-BE49-F238E27FC236}">
                  <a16:creationId xmlns:a16="http://schemas.microsoft.com/office/drawing/2014/main" id="{0081AE91-CAB1-4A31-B437-466188445080}"/>
                </a:ext>
              </a:extLst>
            </p:cNvPr>
            <p:cNvSpPr>
              <a:spLocks noGrp="1"/>
            </p:cNvSpPr>
            <p:nvPr/>
          </p:nvSpPr>
          <p:spPr>
            <a:xfrm>
              <a:off x="126682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6" name="Line 86">
              <a:extLst>
                <a:ext uri="{FF2B5EF4-FFF2-40B4-BE49-F238E27FC236}">
                  <a16:creationId xmlns:a16="http://schemas.microsoft.com/office/drawing/2014/main" id="{5F7CB2D8-F16D-49E0-8122-C35EDC167CDA}"/>
                </a:ext>
              </a:extLst>
            </p:cNvPr>
            <p:cNvSpPr>
              <a:spLocks noGrp="1"/>
            </p:cNvSpPr>
            <p:nvPr/>
          </p:nvSpPr>
          <p:spPr>
            <a:xfrm>
              <a:off x="10953750" y="8390753"/>
              <a:ext cx="1714500" cy="90"/>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7" name="Line 87">
              <a:extLst>
                <a:ext uri="{FF2B5EF4-FFF2-40B4-BE49-F238E27FC236}">
                  <a16:creationId xmlns:a16="http://schemas.microsoft.com/office/drawing/2014/main" id="{4996B01C-BC9A-4CBA-9586-E6C7B4AFF172}"/>
                </a:ext>
              </a:extLst>
            </p:cNvPr>
            <p:cNvSpPr>
              <a:spLocks noGrp="1"/>
            </p:cNvSpPr>
            <p:nvPr/>
          </p:nvSpPr>
          <p:spPr>
            <a:xfrm>
              <a:off x="10953750" y="863917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8" name="Line 88">
              <a:extLst>
                <a:ext uri="{FF2B5EF4-FFF2-40B4-BE49-F238E27FC236}">
                  <a16:creationId xmlns:a16="http://schemas.microsoft.com/office/drawing/2014/main" id="{550E0803-B892-4F46-B3CF-CF2F4E2653F0}"/>
                </a:ext>
              </a:extLst>
            </p:cNvPr>
            <p:cNvSpPr>
              <a:spLocks noGrp="1"/>
            </p:cNvSpPr>
            <p:nvPr/>
          </p:nvSpPr>
          <p:spPr>
            <a:xfrm>
              <a:off x="10953750" y="889635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9" name="Line 89">
              <a:extLst>
                <a:ext uri="{FF2B5EF4-FFF2-40B4-BE49-F238E27FC236}">
                  <a16:creationId xmlns:a16="http://schemas.microsoft.com/office/drawing/2014/main" id="{2DA6A8F3-819C-43AE-8E1F-E62488936338}"/>
                </a:ext>
              </a:extLst>
            </p:cNvPr>
            <p:cNvSpPr>
              <a:spLocks noGrp="1"/>
            </p:cNvSpPr>
            <p:nvPr/>
          </p:nvSpPr>
          <p:spPr>
            <a:xfrm>
              <a:off x="10953750" y="915352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0" name="Line 90">
              <a:extLst>
                <a:ext uri="{FF2B5EF4-FFF2-40B4-BE49-F238E27FC236}">
                  <a16:creationId xmlns:a16="http://schemas.microsoft.com/office/drawing/2014/main" id="{66A8BF9F-3528-4A2C-A310-71C77BCD8F48}"/>
                </a:ext>
              </a:extLst>
            </p:cNvPr>
            <p:cNvSpPr>
              <a:spLocks noGrp="1"/>
            </p:cNvSpPr>
            <p:nvPr/>
          </p:nvSpPr>
          <p:spPr>
            <a:xfrm>
              <a:off x="10953750" y="941070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1" name="Label 91 k">
              <a:extLst>
                <a:ext uri="{FF2B5EF4-FFF2-40B4-BE49-F238E27FC236}">
                  <a16:creationId xmlns:a16="http://schemas.microsoft.com/office/drawing/2014/main" id="{6907892D-46D5-436F-860B-90D18798F92C}"/>
                </a:ext>
              </a:extLst>
            </p:cNvPr>
            <p:cNvSpPr>
              <a:spLocks noGrp="1"/>
            </p:cNvSpPr>
            <p:nvPr/>
          </p:nvSpPr>
          <p:spPr>
            <a:xfrm>
              <a:off x="11477625" y="8183834"/>
              <a:ext cx="238125" cy="197909"/>
            </a:xfrm>
            <a:prstGeom prst="rect">
              <a:avLst/>
            </a:prstGeom>
            <a:noFill/>
            <a:ln w="0">
              <a:noFill/>
            </a:ln>
          </p:spPr>
          <p:txBody>
            <a:bodyPr wrap="none" lIns="0" tIns="0" rIns="0" bIns="0" anchor="ctr">
              <a:noAutofit/>
            </a:bodyPr>
            <a:lstStyle/>
            <a:p>
              <a:pPr algn="ctr">
                <a:defRPr sz="679" b="1">
                  <a:solidFill>
                    <a:srgbClr val="2B887C"/>
                  </a:solidFill>
                  <a:latin typeface="Arial"/>
                  <a:ea typeface="Arial"/>
                  <a:cs typeface="Arial"/>
                </a:defRPr>
              </a:pPr>
              <a:r>
                <a:rPr sz="679" b="1">
                  <a:solidFill>
                    <a:srgbClr val="2B887C"/>
                  </a:solidFill>
                  <a:latin typeface="Arial"/>
                  <a:ea typeface="Arial"/>
                  <a:cs typeface="Arial"/>
                </a:rPr>
                <a:t>k</a:t>
              </a:r>
            </a:p>
          </p:txBody>
        </p:sp>
        <p:sp>
          <p:nvSpPr>
            <p:cNvPr id="112" name="Label 92 j">
              <a:extLst>
                <a:ext uri="{FF2B5EF4-FFF2-40B4-BE49-F238E27FC236}">
                  <a16:creationId xmlns:a16="http://schemas.microsoft.com/office/drawing/2014/main" id="{7894E8FB-429B-4FCC-A36E-6ABCEC47B722}"/>
                </a:ext>
              </a:extLst>
            </p:cNvPr>
            <p:cNvSpPr>
              <a:spLocks noGrp="1"/>
            </p:cNvSpPr>
            <p:nvPr/>
          </p:nvSpPr>
          <p:spPr>
            <a:xfrm>
              <a:off x="10687050" y="8639175"/>
              <a:ext cx="200025" cy="257175"/>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j</a:t>
              </a:r>
            </a:p>
          </p:txBody>
        </p:sp>
        <p:sp>
          <p:nvSpPr>
            <p:cNvPr id="113" name="Label 93 J × K">
              <a:extLst>
                <a:ext uri="{FF2B5EF4-FFF2-40B4-BE49-F238E27FC236}">
                  <a16:creationId xmlns:a16="http://schemas.microsoft.com/office/drawing/2014/main" id="{4BDCB8EA-D4C5-4CB9-878A-5BB1A5D3899F}"/>
                </a:ext>
              </a:extLst>
            </p:cNvPr>
            <p:cNvSpPr>
              <a:spLocks noGrp="1"/>
            </p:cNvSpPr>
            <p:nvPr/>
          </p:nvSpPr>
          <p:spPr>
            <a:xfrm>
              <a:off x="11163300" y="9508331"/>
              <a:ext cx="1304925" cy="207169"/>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J × K</a:t>
              </a:r>
            </a:p>
          </p:txBody>
        </p:sp>
        <p:grpSp>
          <p:nvGrpSpPr>
            <p:cNvPr id="114" name="Density voxel illustration | exp">
              <a:extLst>
                <a:ext uri="{FF2B5EF4-FFF2-40B4-BE49-F238E27FC236}">
                  <a16:creationId xmlns:a16="http://schemas.microsoft.com/office/drawing/2014/main" id="{F17BDBC2-33AE-C128-EAA3-5581B99C76F7}"/>
                </a:ext>
              </a:extLst>
            </p:cNvPr>
            <p:cNvGrpSpPr/>
            <p:nvPr/>
          </p:nvGrpSpPr>
          <p:grpSpPr>
            <a:xfrm>
              <a:off x="647700" y="1990725"/>
              <a:ext cx="904875" cy="800100"/>
              <a:chOff x="1179315" y="2886201"/>
              <a:chExt cx="295650" cy="262800"/>
            </a:xfrm>
          </p:grpSpPr>
          <p:sp>
            <p:nvSpPr>
              <p:cNvPr id="115" name="path_2370">
                <a:extLst>
                  <a:ext uri="{FF2B5EF4-FFF2-40B4-BE49-F238E27FC236}">
                    <a16:creationId xmlns:a16="http://schemas.microsoft.com/office/drawing/2014/main" id="{3B46EB8D-B8F6-3337-7DC2-FD5800A84A85}"/>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2534" cap="rnd" cmpd="sng" algn="ctr">
                <a:solidFill>
                  <a:srgbClr val="367FB7">
                    <a:alpha val="70000"/>
                  </a:srgbClr>
                </a:solidFill>
                <a:prstDash val="solid"/>
                <a:round/>
                <a:headEnd type="none" w="med" len="med"/>
                <a:tailEnd type="none" w="med" len="med"/>
              </a:ln>
              <a:effectLst/>
            </p:spPr>
          </p:sp>
          <p:sp>
            <p:nvSpPr>
              <p:cNvPr id="116" name="path_2371">
                <a:extLst>
                  <a:ext uri="{FF2B5EF4-FFF2-40B4-BE49-F238E27FC236}">
                    <a16:creationId xmlns:a16="http://schemas.microsoft.com/office/drawing/2014/main" id="{97A60EDB-AB8B-4A6B-AB9C-7023D70C0734}"/>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2534" cap="rnd" cmpd="sng" algn="ctr">
                <a:solidFill>
                  <a:srgbClr val="367FB7">
                    <a:alpha val="60000"/>
                  </a:srgbClr>
                </a:solidFill>
                <a:prstDash val="solid"/>
                <a:round/>
                <a:headEnd type="none" w="med" len="med"/>
                <a:tailEnd type="none" w="med" len="med"/>
              </a:ln>
              <a:effectLst/>
            </p:spPr>
          </p:sp>
          <p:sp>
            <p:nvSpPr>
              <p:cNvPr id="117" name="rect_2372">
                <a:extLst>
                  <a:ext uri="{FF2B5EF4-FFF2-40B4-BE49-F238E27FC236}">
                    <a16:creationId xmlns:a16="http://schemas.microsoft.com/office/drawing/2014/main" id="{4D08E4CD-76E8-47FE-4B88-41CFC087E247}"/>
                  </a:ext>
                </a:extLst>
              </p:cNvPr>
              <p:cNvSpPr/>
              <p:nvPr/>
            </p:nvSpPr>
            <p:spPr>
              <a:xfrm>
                <a:off x="1179315" y="2933505"/>
                <a:ext cx="248346" cy="215496"/>
              </a:xfrm>
              <a:prstGeom prst="rect">
                <a:avLst/>
              </a:prstGeom>
              <a:solidFill>
                <a:srgbClr val="F7FBFE"/>
              </a:solidFill>
              <a:ln w="2534" cap="rnd" cmpd="sng" algn="ctr">
                <a:solidFill>
                  <a:srgbClr val="367FB7"/>
                </a:solidFill>
                <a:prstDash val="solid"/>
                <a:round/>
                <a:headEnd type="none" w="med" len="med"/>
                <a:tailEnd type="none" w="med" len="med"/>
              </a:ln>
              <a:effectLst/>
            </p:spPr>
          </p:sp>
          <p:sp>
            <p:nvSpPr>
              <p:cNvPr id="118" name="Density voxel cell">
                <a:extLst>
                  <a:ext uri="{FF2B5EF4-FFF2-40B4-BE49-F238E27FC236}">
                    <a16:creationId xmlns:a16="http://schemas.microsoft.com/office/drawing/2014/main" id="{9BF715A1-25E2-DA2F-DD9A-72ADFBE4DCBF}"/>
                  </a:ext>
                </a:extLst>
              </p:cNvPr>
              <p:cNvSpPr/>
              <p:nvPr/>
            </p:nvSpPr>
            <p:spPr>
              <a:xfrm>
                <a:off x="1180465" y="2934655"/>
                <a:ext cx="20277" cy="17291"/>
              </a:xfrm>
              <a:prstGeom prst="rect">
                <a:avLst/>
              </a:prstGeom>
              <a:solidFill>
                <a:srgbClr val="F1F7FC"/>
              </a:solidFill>
              <a:ln w="4435" cap="rnd" cmpd="sng" algn="ctr">
                <a:noFill/>
                <a:prstDash val="solid"/>
                <a:round/>
                <a:headEnd type="none" w="med" len="med"/>
                <a:tailEnd type="none" w="med" len="med"/>
              </a:ln>
              <a:effectLst/>
            </p:spPr>
          </p:sp>
          <p:sp>
            <p:nvSpPr>
              <p:cNvPr id="119" name="Density voxel cell">
                <a:extLst>
                  <a:ext uri="{FF2B5EF4-FFF2-40B4-BE49-F238E27FC236}">
                    <a16:creationId xmlns:a16="http://schemas.microsoft.com/office/drawing/2014/main" id="{41E334CD-D4DD-DB35-255B-BECD98FCCA34}"/>
                  </a:ext>
                </a:extLst>
              </p:cNvPr>
              <p:cNvSpPr/>
              <p:nvPr/>
            </p:nvSpPr>
            <p:spPr>
              <a:xfrm>
                <a:off x="1203042" y="2934655"/>
                <a:ext cx="20277" cy="17291"/>
              </a:xfrm>
              <a:prstGeom prst="rect">
                <a:avLst/>
              </a:prstGeom>
              <a:solidFill>
                <a:srgbClr val="E5F0F8"/>
              </a:solidFill>
              <a:ln w="4435" cap="rnd" cmpd="sng" algn="ctr">
                <a:noFill/>
                <a:prstDash val="solid"/>
                <a:round/>
                <a:headEnd type="none" w="med" len="med"/>
                <a:tailEnd type="none" w="med" len="med"/>
              </a:ln>
              <a:effectLst/>
            </p:spPr>
          </p:sp>
          <p:sp>
            <p:nvSpPr>
              <p:cNvPr id="120" name="Density voxel cell">
                <a:extLst>
                  <a:ext uri="{FF2B5EF4-FFF2-40B4-BE49-F238E27FC236}">
                    <a16:creationId xmlns:a16="http://schemas.microsoft.com/office/drawing/2014/main" id="{D9569432-012A-B5B3-8C53-37F77AFF3FD3}"/>
                  </a:ext>
                </a:extLst>
              </p:cNvPr>
              <p:cNvSpPr/>
              <p:nvPr/>
            </p:nvSpPr>
            <p:spPr>
              <a:xfrm>
                <a:off x="1225619" y="2934655"/>
                <a:ext cx="20277" cy="17291"/>
              </a:xfrm>
              <a:prstGeom prst="rect">
                <a:avLst/>
              </a:prstGeom>
              <a:solidFill>
                <a:srgbClr val="D3E5F1"/>
              </a:solidFill>
              <a:ln w="4435" cap="rnd" cmpd="sng" algn="ctr">
                <a:noFill/>
                <a:prstDash val="solid"/>
                <a:round/>
                <a:headEnd type="none" w="med" len="med"/>
                <a:tailEnd type="none" w="med" len="med"/>
              </a:ln>
              <a:effectLst/>
            </p:spPr>
          </p:sp>
          <p:sp>
            <p:nvSpPr>
              <p:cNvPr id="121" name="Density voxel cell">
                <a:extLst>
                  <a:ext uri="{FF2B5EF4-FFF2-40B4-BE49-F238E27FC236}">
                    <a16:creationId xmlns:a16="http://schemas.microsoft.com/office/drawing/2014/main" id="{A02D6558-ACDB-39C3-E1F7-C7675C780653}"/>
                  </a:ext>
                </a:extLst>
              </p:cNvPr>
              <p:cNvSpPr/>
              <p:nvPr/>
            </p:nvSpPr>
            <p:spPr>
              <a:xfrm>
                <a:off x="1248195" y="2934655"/>
                <a:ext cx="20277" cy="17291"/>
              </a:xfrm>
              <a:prstGeom prst="rect">
                <a:avLst/>
              </a:prstGeom>
              <a:solidFill>
                <a:srgbClr val="C6DDED"/>
              </a:solidFill>
              <a:ln w="4435" cap="rnd" cmpd="sng" algn="ctr">
                <a:noFill/>
                <a:prstDash val="solid"/>
                <a:round/>
                <a:headEnd type="none" w="med" len="med"/>
                <a:tailEnd type="none" w="med" len="med"/>
              </a:ln>
              <a:effectLst/>
            </p:spPr>
          </p:sp>
          <p:sp>
            <p:nvSpPr>
              <p:cNvPr id="122" name="Density voxel cell">
                <a:extLst>
                  <a:ext uri="{FF2B5EF4-FFF2-40B4-BE49-F238E27FC236}">
                    <a16:creationId xmlns:a16="http://schemas.microsoft.com/office/drawing/2014/main" id="{29585C36-18BD-AE6D-FF3D-F4A54A407BA6}"/>
                  </a:ext>
                </a:extLst>
              </p:cNvPr>
              <p:cNvSpPr/>
              <p:nvPr/>
            </p:nvSpPr>
            <p:spPr>
              <a:xfrm>
                <a:off x="1270772" y="2934655"/>
                <a:ext cx="20277" cy="17291"/>
              </a:xfrm>
              <a:prstGeom prst="rect">
                <a:avLst/>
              </a:prstGeom>
              <a:solidFill>
                <a:srgbClr val="C9DEEE"/>
              </a:solidFill>
              <a:ln w="4435" cap="rnd" cmpd="sng" algn="ctr">
                <a:noFill/>
                <a:prstDash val="solid"/>
                <a:round/>
                <a:headEnd type="none" w="med" len="med"/>
                <a:tailEnd type="none" w="med" len="med"/>
              </a:ln>
              <a:effectLst/>
            </p:spPr>
          </p:sp>
          <p:sp>
            <p:nvSpPr>
              <p:cNvPr id="123" name="Density voxel cell">
                <a:extLst>
                  <a:ext uri="{FF2B5EF4-FFF2-40B4-BE49-F238E27FC236}">
                    <a16:creationId xmlns:a16="http://schemas.microsoft.com/office/drawing/2014/main" id="{AB02672E-1DBC-F1A5-0456-4138E5C86DE0}"/>
                  </a:ext>
                </a:extLst>
              </p:cNvPr>
              <p:cNvSpPr/>
              <p:nvPr/>
            </p:nvSpPr>
            <p:spPr>
              <a:xfrm>
                <a:off x="1293349" y="2934655"/>
                <a:ext cx="20277" cy="17291"/>
              </a:xfrm>
              <a:prstGeom prst="rect">
                <a:avLst/>
              </a:prstGeom>
              <a:solidFill>
                <a:srgbClr val="D9E8F3"/>
              </a:solidFill>
              <a:ln w="4435" cap="rnd" cmpd="sng" algn="ctr">
                <a:noFill/>
                <a:prstDash val="solid"/>
                <a:round/>
                <a:headEnd type="none" w="med" len="med"/>
                <a:tailEnd type="none" w="med" len="med"/>
              </a:ln>
              <a:effectLst/>
            </p:spPr>
          </p:sp>
          <p:sp>
            <p:nvSpPr>
              <p:cNvPr id="124" name="Density voxel cell">
                <a:extLst>
                  <a:ext uri="{FF2B5EF4-FFF2-40B4-BE49-F238E27FC236}">
                    <a16:creationId xmlns:a16="http://schemas.microsoft.com/office/drawing/2014/main" id="{CC3278B1-6432-9508-0D2E-389BD2185A93}"/>
                  </a:ext>
                </a:extLst>
              </p:cNvPr>
              <p:cNvSpPr/>
              <p:nvPr/>
            </p:nvSpPr>
            <p:spPr>
              <a:xfrm>
                <a:off x="1315926" y="2934655"/>
                <a:ext cx="20277" cy="17291"/>
              </a:xfrm>
              <a:prstGeom prst="rect">
                <a:avLst/>
              </a:prstGeom>
              <a:solidFill>
                <a:srgbClr val="E9F3F9"/>
              </a:solidFill>
              <a:ln w="4435" cap="rnd" cmpd="sng" algn="ctr">
                <a:noFill/>
                <a:prstDash val="solid"/>
                <a:round/>
                <a:headEnd type="none" w="med" len="med"/>
                <a:tailEnd type="none" w="med" len="med"/>
              </a:ln>
              <a:effectLst/>
            </p:spPr>
          </p:sp>
          <p:sp>
            <p:nvSpPr>
              <p:cNvPr id="125" name="Density voxel cell">
                <a:extLst>
                  <a:ext uri="{FF2B5EF4-FFF2-40B4-BE49-F238E27FC236}">
                    <a16:creationId xmlns:a16="http://schemas.microsoft.com/office/drawing/2014/main" id="{7F566B7C-FEA4-641B-FAEA-4707B0E6F894}"/>
                  </a:ext>
                </a:extLst>
              </p:cNvPr>
              <p:cNvSpPr/>
              <p:nvPr/>
            </p:nvSpPr>
            <p:spPr>
              <a:xfrm>
                <a:off x="1338503" y="2934655"/>
                <a:ext cx="20277" cy="17291"/>
              </a:xfrm>
              <a:prstGeom prst="rect">
                <a:avLst/>
              </a:prstGeom>
              <a:solidFill>
                <a:srgbClr val="F3F8FC"/>
              </a:solidFill>
              <a:ln w="4435" cap="rnd" cmpd="sng" algn="ctr">
                <a:noFill/>
                <a:prstDash val="solid"/>
                <a:round/>
                <a:headEnd type="none" w="med" len="med"/>
                <a:tailEnd type="none" w="med" len="med"/>
              </a:ln>
              <a:effectLst/>
            </p:spPr>
          </p:sp>
          <p:sp>
            <p:nvSpPr>
              <p:cNvPr id="126" name="Density voxel cell">
                <a:extLst>
                  <a:ext uri="{FF2B5EF4-FFF2-40B4-BE49-F238E27FC236}">
                    <a16:creationId xmlns:a16="http://schemas.microsoft.com/office/drawing/2014/main" id="{74619C84-F5DB-6106-06C8-6E595EBB5358}"/>
                  </a:ext>
                </a:extLst>
              </p:cNvPr>
              <p:cNvSpPr/>
              <p:nvPr/>
            </p:nvSpPr>
            <p:spPr>
              <a:xfrm>
                <a:off x="1361080" y="2934655"/>
                <a:ext cx="20277" cy="17291"/>
              </a:xfrm>
              <a:prstGeom prst="rect">
                <a:avLst/>
              </a:prstGeom>
              <a:solidFill>
                <a:srgbClr val="F6FAFE"/>
              </a:solidFill>
              <a:ln w="4435" cap="rnd" cmpd="sng" algn="ctr">
                <a:noFill/>
                <a:prstDash val="solid"/>
                <a:round/>
                <a:headEnd type="none" w="med" len="med"/>
                <a:tailEnd type="none" w="med" len="med"/>
              </a:ln>
              <a:effectLst/>
            </p:spPr>
          </p:sp>
          <p:sp>
            <p:nvSpPr>
              <p:cNvPr id="127" name="Density voxel cell">
                <a:extLst>
                  <a:ext uri="{FF2B5EF4-FFF2-40B4-BE49-F238E27FC236}">
                    <a16:creationId xmlns:a16="http://schemas.microsoft.com/office/drawing/2014/main" id="{C4C408E6-DB20-1598-25A2-EAAB8F6FE3DB}"/>
                  </a:ext>
                </a:extLst>
              </p:cNvPr>
              <p:cNvSpPr/>
              <p:nvPr/>
            </p:nvSpPr>
            <p:spPr>
              <a:xfrm>
                <a:off x="1383657"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8" name="Density voxel cell">
                <a:extLst>
                  <a:ext uri="{FF2B5EF4-FFF2-40B4-BE49-F238E27FC236}">
                    <a16:creationId xmlns:a16="http://schemas.microsoft.com/office/drawing/2014/main" id="{000F8736-20AE-E5AF-3296-BF98AF8EDEBC}"/>
                  </a:ext>
                </a:extLst>
              </p:cNvPr>
              <p:cNvSpPr/>
              <p:nvPr/>
            </p:nvSpPr>
            <p:spPr>
              <a:xfrm>
                <a:off x="1406234"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9" name="Density voxel cell">
                <a:extLst>
                  <a:ext uri="{FF2B5EF4-FFF2-40B4-BE49-F238E27FC236}">
                    <a16:creationId xmlns:a16="http://schemas.microsoft.com/office/drawing/2014/main" id="{224FBE94-90E6-5C71-8E73-A0856AADCDB5}"/>
                  </a:ext>
                </a:extLst>
              </p:cNvPr>
              <p:cNvSpPr/>
              <p:nvPr/>
            </p:nvSpPr>
            <p:spPr>
              <a:xfrm>
                <a:off x="1180465" y="2954245"/>
                <a:ext cx="20277" cy="17291"/>
              </a:xfrm>
              <a:prstGeom prst="rect">
                <a:avLst/>
              </a:prstGeom>
              <a:solidFill>
                <a:srgbClr val="EBF3FA"/>
              </a:solidFill>
              <a:ln w="4435" cap="rnd" cmpd="sng" algn="ctr">
                <a:noFill/>
                <a:prstDash val="solid"/>
                <a:round/>
                <a:headEnd type="none" w="med" len="med"/>
                <a:tailEnd type="none" w="med" len="med"/>
              </a:ln>
              <a:effectLst/>
            </p:spPr>
          </p:sp>
          <p:sp>
            <p:nvSpPr>
              <p:cNvPr id="130" name="Density voxel cell">
                <a:extLst>
                  <a:ext uri="{FF2B5EF4-FFF2-40B4-BE49-F238E27FC236}">
                    <a16:creationId xmlns:a16="http://schemas.microsoft.com/office/drawing/2014/main" id="{35259CD0-2279-92F6-B157-01ABF8D47E63}"/>
                  </a:ext>
                </a:extLst>
              </p:cNvPr>
              <p:cNvSpPr/>
              <p:nvPr/>
            </p:nvSpPr>
            <p:spPr>
              <a:xfrm>
                <a:off x="1203042" y="2954245"/>
                <a:ext cx="20277" cy="17291"/>
              </a:xfrm>
              <a:prstGeom prst="rect">
                <a:avLst/>
              </a:prstGeom>
              <a:solidFill>
                <a:srgbClr val="D4E5F2"/>
              </a:solidFill>
              <a:ln w="4435" cap="rnd" cmpd="sng" algn="ctr">
                <a:noFill/>
                <a:prstDash val="solid"/>
                <a:round/>
                <a:headEnd type="none" w="med" len="med"/>
                <a:tailEnd type="none" w="med" len="med"/>
              </a:ln>
              <a:effectLst/>
            </p:spPr>
          </p:sp>
          <p:sp>
            <p:nvSpPr>
              <p:cNvPr id="131" name="Density voxel cell">
                <a:extLst>
                  <a:ext uri="{FF2B5EF4-FFF2-40B4-BE49-F238E27FC236}">
                    <a16:creationId xmlns:a16="http://schemas.microsoft.com/office/drawing/2014/main" id="{B77C8B13-85DC-D197-AC55-B201052B606B}"/>
                  </a:ext>
                </a:extLst>
              </p:cNvPr>
              <p:cNvSpPr/>
              <p:nvPr/>
            </p:nvSpPr>
            <p:spPr>
              <a:xfrm>
                <a:off x="1225619" y="2954245"/>
                <a:ext cx="20277" cy="17291"/>
              </a:xfrm>
              <a:prstGeom prst="rect">
                <a:avLst/>
              </a:prstGeom>
              <a:solidFill>
                <a:srgbClr val="B1D0E5"/>
              </a:solidFill>
              <a:ln w="4435" cap="rnd" cmpd="sng" algn="ctr">
                <a:noFill/>
                <a:prstDash val="solid"/>
                <a:round/>
                <a:headEnd type="none" w="med" len="med"/>
                <a:tailEnd type="none" w="med" len="med"/>
              </a:ln>
              <a:effectLst/>
            </p:spPr>
          </p:sp>
          <p:sp>
            <p:nvSpPr>
              <p:cNvPr id="132" name="Density voxel cell">
                <a:extLst>
                  <a:ext uri="{FF2B5EF4-FFF2-40B4-BE49-F238E27FC236}">
                    <a16:creationId xmlns:a16="http://schemas.microsoft.com/office/drawing/2014/main" id="{EF4D52F1-2674-F849-A5DF-A66200610794}"/>
                  </a:ext>
                </a:extLst>
              </p:cNvPr>
              <p:cNvSpPr/>
              <p:nvPr/>
            </p:nvSpPr>
            <p:spPr>
              <a:xfrm>
                <a:off x="1248195" y="2954245"/>
                <a:ext cx="20277" cy="17291"/>
              </a:xfrm>
              <a:prstGeom prst="rect">
                <a:avLst/>
              </a:prstGeom>
              <a:solidFill>
                <a:srgbClr val="98C0DC"/>
              </a:solidFill>
              <a:ln w="4435" cap="rnd" cmpd="sng" algn="ctr">
                <a:noFill/>
                <a:prstDash val="solid"/>
                <a:round/>
                <a:headEnd type="none" w="med" len="med"/>
                <a:tailEnd type="none" w="med" len="med"/>
              </a:ln>
              <a:effectLst/>
            </p:spPr>
          </p:sp>
          <p:sp>
            <p:nvSpPr>
              <p:cNvPr id="133" name="Density voxel cell">
                <a:extLst>
                  <a:ext uri="{FF2B5EF4-FFF2-40B4-BE49-F238E27FC236}">
                    <a16:creationId xmlns:a16="http://schemas.microsoft.com/office/drawing/2014/main" id="{EF8A9DEE-3146-0A8C-07F6-4B0436080DCD}"/>
                  </a:ext>
                </a:extLst>
              </p:cNvPr>
              <p:cNvSpPr/>
              <p:nvPr/>
            </p:nvSpPr>
            <p:spPr>
              <a:xfrm>
                <a:off x="1270772" y="2954245"/>
                <a:ext cx="20277" cy="17291"/>
              </a:xfrm>
              <a:prstGeom prst="rect">
                <a:avLst/>
              </a:prstGeom>
              <a:solidFill>
                <a:srgbClr val="9DC3DE"/>
              </a:solidFill>
              <a:ln w="4435" cap="rnd" cmpd="sng" algn="ctr">
                <a:noFill/>
                <a:prstDash val="solid"/>
                <a:round/>
                <a:headEnd type="none" w="med" len="med"/>
                <a:tailEnd type="none" w="med" len="med"/>
              </a:ln>
              <a:effectLst/>
            </p:spPr>
          </p:sp>
          <p:sp>
            <p:nvSpPr>
              <p:cNvPr id="134" name="Density voxel cell">
                <a:extLst>
                  <a:ext uri="{FF2B5EF4-FFF2-40B4-BE49-F238E27FC236}">
                    <a16:creationId xmlns:a16="http://schemas.microsoft.com/office/drawing/2014/main" id="{E92FF767-262B-48EB-1794-7F8A74486342}"/>
                  </a:ext>
                </a:extLst>
              </p:cNvPr>
              <p:cNvSpPr/>
              <p:nvPr/>
            </p:nvSpPr>
            <p:spPr>
              <a:xfrm>
                <a:off x="1293349" y="2954245"/>
                <a:ext cx="20277" cy="17291"/>
              </a:xfrm>
              <a:prstGeom prst="rect">
                <a:avLst/>
              </a:prstGeom>
              <a:solidFill>
                <a:srgbClr val="BCD6E9"/>
              </a:solidFill>
              <a:ln w="4435" cap="rnd" cmpd="sng" algn="ctr">
                <a:noFill/>
                <a:prstDash val="solid"/>
                <a:round/>
                <a:headEnd type="none" w="med" len="med"/>
                <a:tailEnd type="none" w="med" len="med"/>
              </a:ln>
              <a:effectLst/>
            </p:spPr>
          </p:sp>
          <p:sp>
            <p:nvSpPr>
              <p:cNvPr id="135" name="Density voxel cell">
                <a:extLst>
                  <a:ext uri="{FF2B5EF4-FFF2-40B4-BE49-F238E27FC236}">
                    <a16:creationId xmlns:a16="http://schemas.microsoft.com/office/drawing/2014/main" id="{31CD1140-55D8-695B-4B32-15A7EEFA7C2E}"/>
                  </a:ext>
                </a:extLst>
              </p:cNvPr>
              <p:cNvSpPr/>
              <p:nvPr/>
            </p:nvSpPr>
            <p:spPr>
              <a:xfrm>
                <a:off x="1315926" y="2954245"/>
                <a:ext cx="20277" cy="17291"/>
              </a:xfrm>
              <a:prstGeom prst="rect">
                <a:avLst/>
              </a:prstGeom>
              <a:solidFill>
                <a:srgbClr val="DCEAF5"/>
              </a:solidFill>
              <a:ln w="4435" cap="rnd" cmpd="sng" algn="ctr">
                <a:noFill/>
                <a:prstDash val="solid"/>
                <a:round/>
                <a:headEnd type="none" w="med" len="med"/>
                <a:tailEnd type="none" w="med" len="med"/>
              </a:ln>
              <a:effectLst/>
            </p:spPr>
          </p:sp>
          <p:sp>
            <p:nvSpPr>
              <p:cNvPr id="136" name="Density voxel cell">
                <a:extLst>
                  <a:ext uri="{FF2B5EF4-FFF2-40B4-BE49-F238E27FC236}">
                    <a16:creationId xmlns:a16="http://schemas.microsoft.com/office/drawing/2014/main" id="{6FCEC984-9FA2-8D34-062A-E775AEC21276}"/>
                  </a:ext>
                </a:extLst>
              </p:cNvPr>
              <p:cNvSpPr/>
              <p:nvPr/>
            </p:nvSpPr>
            <p:spPr>
              <a:xfrm>
                <a:off x="1338503" y="2954245"/>
                <a:ext cx="20277" cy="17291"/>
              </a:xfrm>
              <a:prstGeom prst="rect">
                <a:avLst/>
              </a:prstGeom>
              <a:solidFill>
                <a:srgbClr val="EFF6FB"/>
              </a:solidFill>
              <a:ln w="4435" cap="rnd" cmpd="sng" algn="ctr">
                <a:noFill/>
                <a:prstDash val="solid"/>
                <a:round/>
                <a:headEnd type="none" w="med" len="med"/>
                <a:tailEnd type="none" w="med" len="med"/>
              </a:ln>
              <a:effectLst/>
            </p:spPr>
          </p:sp>
          <p:sp>
            <p:nvSpPr>
              <p:cNvPr id="137" name="Density voxel cell">
                <a:extLst>
                  <a:ext uri="{FF2B5EF4-FFF2-40B4-BE49-F238E27FC236}">
                    <a16:creationId xmlns:a16="http://schemas.microsoft.com/office/drawing/2014/main" id="{5B7E56B6-C03E-EDB6-BE88-674B363A848A}"/>
                  </a:ext>
                </a:extLst>
              </p:cNvPr>
              <p:cNvSpPr/>
              <p:nvPr/>
            </p:nvSpPr>
            <p:spPr>
              <a:xfrm>
                <a:off x="1361080" y="2954245"/>
                <a:ext cx="20277" cy="17291"/>
              </a:xfrm>
              <a:prstGeom prst="rect">
                <a:avLst/>
              </a:prstGeom>
              <a:solidFill>
                <a:srgbClr val="F5FAFD"/>
              </a:solidFill>
              <a:ln w="4435" cap="rnd" cmpd="sng" algn="ctr">
                <a:noFill/>
                <a:prstDash val="solid"/>
                <a:round/>
                <a:headEnd type="none" w="med" len="med"/>
                <a:tailEnd type="none" w="med" len="med"/>
              </a:ln>
              <a:effectLst/>
            </p:spPr>
          </p:sp>
          <p:sp>
            <p:nvSpPr>
              <p:cNvPr id="138" name="Density voxel cell">
                <a:extLst>
                  <a:ext uri="{FF2B5EF4-FFF2-40B4-BE49-F238E27FC236}">
                    <a16:creationId xmlns:a16="http://schemas.microsoft.com/office/drawing/2014/main" id="{494C6813-DE42-273F-B43D-4042EF74AD85}"/>
                  </a:ext>
                </a:extLst>
              </p:cNvPr>
              <p:cNvSpPr/>
              <p:nvPr/>
            </p:nvSpPr>
            <p:spPr>
              <a:xfrm>
                <a:off x="1383657"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39" name="Density voxel cell">
                <a:extLst>
                  <a:ext uri="{FF2B5EF4-FFF2-40B4-BE49-F238E27FC236}">
                    <a16:creationId xmlns:a16="http://schemas.microsoft.com/office/drawing/2014/main" id="{FE7FDE35-BDF0-6CC8-771C-E6D66E5E1759}"/>
                  </a:ext>
                </a:extLst>
              </p:cNvPr>
              <p:cNvSpPr/>
              <p:nvPr/>
            </p:nvSpPr>
            <p:spPr>
              <a:xfrm>
                <a:off x="1406234"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40" name="Density voxel cell">
                <a:extLst>
                  <a:ext uri="{FF2B5EF4-FFF2-40B4-BE49-F238E27FC236}">
                    <a16:creationId xmlns:a16="http://schemas.microsoft.com/office/drawing/2014/main" id="{094997D5-E3E4-5104-D0E8-B2AC28130CA0}"/>
                  </a:ext>
                </a:extLst>
              </p:cNvPr>
              <p:cNvSpPr/>
              <p:nvPr/>
            </p:nvSpPr>
            <p:spPr>
              <a:xfrm>
                <a:off x="1180465" y="2973836"/>
                <a:ext cx="20277" cy="17291"/>
              </a:xfrm>
              <a:prstGeom prst="rect">
                <a:avLst/>
              </a:prstGeom>
              <a:solidFill>
                <a:srgbClr val="E4EFF7"/>
              </a:solidFill>
              <a:ln w="4435" cap="rnd" cmpd="sng" algn="ctr">
                <a:noFill/>
                <a:prstDash val="solid"/>
                <a:round/>
                <a:headEnd type="none" w="med" len="med"/>
                <a:tailEnd type="none" w="med" len="med"/>
              </a:ln>
              <a:effectLst/>
            </p:spPr>
          </p:sp>
          <p:sp>
            <p:nvSpPr>
              <p:cNvPr id="141" name="Density voxel cell">
                <a:extLst>
                  <a:ext uri="{FF2B5EF4-FFF2-40B4-BE49-F238E27FC236}">
                    <a16:creationId xmlns:a16="http://schemas.microsoft.com/office/drawing/2014/main" id="{EE2C12DD-02FF-046F-2A0F-797EA7D614B8}"/>
                  </a:ext>
                </a:extLst>
              </p:cNvPr>
              <p:cNvSpPr/>
              <p:nvPr/>
            </p:nvSpPr>
            <p:spPr>
              <a:xfrm>
                <a:off x="1203042" y="2973836"/>
                <a:ext cx="20277" cy="17291"/>
              </a:xfrm>
              <a:prstGeom prst="rect">
                <a:avLst/>
              </a:prstGeom>
              <a:solidFill>
                <a:srgbClr val="C0D9EB"/>
              </a:solidFill>
              <a:ln w="4435" cap="rnd" cmpd="sng" algn="ctr">
                <a:noFill/>
                <a:prstDash val="solid"/>
                <a:round/>
                <a:headEnd type="none" w="med" len="med"/>
                <a:tailEnd type="none" w="med" len="med"/>
              </a:ln>
              <a:effectLst/>
            </p:spPr>
          </p:sp>
          <p:sp>
            <p:nvSpPr>
              <p:cNvPr id="142" name="Density voxel cell">
                <a:extLst>
                  <a:ext uri="{FF2B5EF4-FFF2-40B4-BE49-F238E27FC236}">
                    <a16:creationId xmlns:a16="http://schemas.microsoft.com/office/drawing/2014/main" id="{B9BBCA64-478C-5BD7-5318-091F2F56B8BD}"/>
                  </a:ext>
                </a:extLst>
              </p:cNvPr>
              <p:cNvSpPr/>
              <p:nvPr/>
            </p:nvSpPr>
            <p:spPr>
              <a:xfrm>
                <a:off x="1225619" y="2973836"/>
                <a:ext cx="20277" cy="17291"/>
              </a:xfrm>
              <a:prstGeom prst="rect">
                <a:avLst/>
              </a:prstGeom>
              <a:solidFill>
                <a:srgbClr val="8BB8D8"/>
              </a:solidFill>
              <a:ln w="4435" cap="rnd" cmpd="sng" algn="ctr">
                <a:noFill/>
                <a:prstDash val="solid"/>
                <a:round/>
                <a:headEnd type="none" w="med" len="med"/>
                <a:tailEnd type="none" w="med" len="med"/>
              </a:ln>
              <a:effectLst/>
            </p:spPr>
          </p:sp>
          <p:sp>
            <p:nvSpPr>
              <p:cNvPr id="143" name="Density voxel cell">
                <a:extLst>
                  <a:ext uri="{FF2B5EF4-FFF2-40B4-BE49-F238E27FC236}">
                    <a16:creationId xmlns:a16="http://schemas.microsoft.com/office/drawing/2014/main" id="{328B4C68-24A7-4D3A-1162-518030C1CCD3}"/>
                  </a:ext>
                </a:extLst>
              </p:cNvPr>
              <p:cNvSpPr/>
              <p:nvPr/>
            </p:nvSpPr>
            <p:spPr>
              <a:xfrm>
                <a:off x="1248195" y="2973836"/>
                <a:ext cx="20277" cy="17291"/>
              </a:xfrm>
              <a:prstGeom prst="rect">
                <a:avLst/>
              </a:prstGeom>
              <a:solidFill>
                <a:srgbClr val="64A0CA"/>
              </a:solidFill>
              <a:ln w="4435" cap="rnd" cmpd="sng" algn="ctr">
                <a:noFill/>
                <a:prstDash val="solid"/>
                <a:round/>
                <a:headEnd type="none" w="med" len="med"/>
                <a:tailEnd type="none" w="med" len="med"/>
              </a:ln>
              <a:effectLst/>
            </p:spPr>
          </p:sp>
          <p:sp>
            <p:nvSpPr>
              <p:cNvPr id="144" name="Density voxel cell">
                <a:extLst>
                  <a:ext uri="{FF2B5EF4-FFF2-40B4-BE49-F238E27FC236}">
                    <a16:creationId xmlns:a16="http://schemas.microsoft.com/office/drawing/2014/main" id="{4B15846C-2FE4-F7D5-05E5-91EC8565AA11}"/>
                  </a:ext>
                </a:extLst>
              </p:cNvPr>
              <p:cNvSpPr/>
              <p:nvPr/>
            </p:nvSpPr>
            <p:spPr>
              <a:xfrm>
                <a:off x="1270772" y="2973836"/>
                <a:ext cx="20277" cy="17291"/>
              </a:xfrm>
              <a:prstGeom prst="rect">
                <a:avLst/>
              </a:prstGeom>
              <a:solidFill>
                <a:srgbClr val="6BA4CD"/>
              </a:solidFill>
              <a:ln w="4435" cap="rnd" cmpd="sng" algn="ctr">
                <a:noFill/>
                <a:prstDash val="solid"/>
                <a:round/>
                <a:headEnd type="none" w="med" len="med"/>
                <a:tailEnd type="none" w="med" len="med"/>
              </a:ln>
              <a:effectLst/>
            </p:spPr>
          </p:sp>
          <p:sp>
            <p:nvSpPr>
              <p:cNvPr id="145" name="Density voxel cell">
                <a:extLst>
                  <a:ext uri="{FF2B5EF4-FFF2-40B4-BE49-F238E27FC236}">
                    <a16:creationId xmlns:a16="http://schemas.microsoft.com/office/drawing/2014/main" id="{CA5A2E20-5928-DB07-7696-7A70F5C87BBA}"/>
                  </a:ext>
                </a:extLst>
              </p:cNvPr>
              <p:cNvSpPr/>
              <p:nvPr/>
            </p:nvSpPr>
            <p:spPr>
              <a:xfrm>
                <a:off x="1293349" y="2973836"/>
                <a:ext cx="20277" cy="17291"/>
              </a:xfrm>
              <a:prstGeom prst="rect">
                <a:avLst/>
              </a:prstGeom>
              <a:solidFill>
                <a:srgbClr val="9CC2DE"/>
              </a:solidFill>
              <a:ln w="4435" cap="rnd" cmpd="sng" algn="ctr">
                <a:noFill/>
                <a:prstDash val="solid"/>
                <a:round/>
                <a:headEnd type="none" w="med" len="med"/>
                <a:tailEnd type="none" w="med" len="med"/>
              </a:ln>
              <a:effectLst/>
            </p:spPr>
          </p:sp>
          <p:sp>
            <p:nvSpPr>
              <p:cNvPr id="146" name="Density voxel cell">
                <a:extLst>
                  <a:ext uri="{FF2B5EF4-FFF2-40B4-BE49-F238E27FC236}">
                    <a16:creationId xmlns:a16="http://schemas.microsoft.com/office/drawing/2014/main" id="{D26E1A62-30DE-618F-0941-BEEDFE91EFFD}"/>
                  </a:ext>
                </a:extLst>
              </p:cNvPr>
              <p:cNvSpPr/>
              <p:nvPr/>
            </p:nvSpPr>
            <p:spPr>
              <a:xfrm>
                <a:off x="1315926" y="2973836"/>
                <a:ext cx="20277" cy="17291"/>
              </a:xfrm>
              <a:prstGeom prst="rect">
                <a:avLst/>
              </a:prstGeom>
              <a:solidFill>
                <a:srgbClr val="CDE1EF"/>
              </a:solidFill>
              <a:ln w="4435" cap="rnd" cmpd="sng" algn="ctr">
                <a:noFill/>
                <a:prstDash val="solid"/>
                <a:round/>
                <a:headEnd type="none" w="med" len="med"/>
                <a:tailEnd type="none" w="med" len="med"/>
              </a:ln>
              <a:effectLst/>
            </p:spPr>
          </p:sp>
          <p:sp>
            <p:nvSpPr>
              <p:cNvPr id="147" name="Density voxel cell">
                <a:extLst>
                  <a:ext uri="{FF2B5EF4-FFF2-40B4-BE49-F238E27FC236}">
                    <a16:creationId xmlns:a16="http://schemas.microsoft.com/office/drawing/2014/main" id="{D7EA461D-7C3B-D215-8C6C-D3015AB487A9}"/>
                  </a:ext>
                </a:extLst>
              </p:cNvPr>
              <p:cNvSpPr/>
              <p:nvPr/>
            </p:nvSpPr>
            <p:spPr>
              <a:xfrm>
                <a:off x="1338503" y="2973836"/>
                <a:ext cx="20277" cy="17291"/>
              </a:xfrm>
              <a:prstGeom prst="rect">
                <a:avLst/>
              </a:prstGeom>
              <a:solidFill>
                <a:srgbClr val="EAF3F9"/>
              </a:solidFill>
              <a:ln w="4435" cap="rnd" cmpd="sng" algn="ctr">
                <a:noFill/>
                <a:prstDash val="solid"/>
                <a:round/>
                <a:headEnd type="none" w="med" len="med"/>
                <a:tailEnd type="none" w="med" len="med"/>
              </a:ln>
              <a:effectLst/>
            </p:spPr>
          </p:sp>
          <p:sp>
            <p:nvSpPr>
              <p:cNvPr id="148" name="Density voxel cell">
                <a:extLst>
                  <a:ext uri="{FF2B5EF4-FFF2-40B4-BE49-F238E27FC236}">
                    <a16:creationId xmlns:a16="http://schemas.microsoft.com/office/drawing/2014/main" id="{3B6CE279-F093-9188-AF2B-3914C0F2C10D}"/>
                  </a:ext>
                </a:extLst>
              </p:cNvPr>
              <p:cNvSpPr/>
              <p:nvPr/>
            </p:nvSpPr>
            <p:spPr>
              <a:xfrm>
                <a:off x="1361080" y="2973836"/>
                <a:ext cx="20277" cy="17291"/>
              </a:xfrm>
              <a:prstGeom prst="rect">
                <a:avLst/>
              </a:prstGeom>
              <a:solidFill>
                <a:srgbClr val="F4F9FD"/>
              </a:solidFill>
              <a:ln w="4435" cap="rnd" cmpd="sng" algn="ctr">
                <a:noFill/>
                <a:prstDash val="solid"/>
                <a:round/>
                <a:headEnd type="none" w="med" len="med"/>
                <a:tailEnd type="none" w="med" len="med"/>
              </a:ln>
              <a:effectLst/>
            </p:spPr>
          </p:sp>
          <p:sp>
            <p:nvSpPr>
              <p:cNvPr id="149" name="Density voxel cell">
                <a:extLst>
                  <a:ext uri="{FF2B5EF4-FFF2-40B4-BE49-F238E27FC236}">
                    <a16:creationId xmlns:a16="http://schemas.microsoft.com/office/drawing/2014/main" id="{16D79E8C-A282-9C8D-5C2E-9A1CEE7DCB3C}"/>
                  </a:ext>
                </a:extLst>
              </p:cNvPr>
              <p:cNvSpPr/>
              <p:nvPr/>
            </p:nvSpPr>
            <p:spPr>
              <a:xfrm>
                <a:off x="1383657"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0" name="Density voxel cell">
                <a:extLst>
                  <a:ext uri="{FF2B5EF4-FFF2-40B4-BE49-F238E27FC236}">
                    <a16:creationId xmlns:a16="http://schemas.microsoft.com/office/drawing/2014/main" id="{C6BC222C-5D8E-5651-056E-8FBF2D1C8081}"/>
                  </a:ext>
                </a:extLst>
              </p:cNvPr>
              <p:cNvSpPr/>
              <p:nvPr/>
            </p:nvSpPr>
            <p:spPr>
              <a:xfrm>
                <a:off x="1406234"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1" name="Density voxel cell">
                <a:extLst>
                  <a:ext uri="{FF2B5EF4-FFF2-40B4-BE49-F238E27FC236}">
                    <a16:creationId xmlns:a16="http://schemas.microsoft.com/office/drawing/2014/main" id="{29FDEF44-D407-471E-31F0-9ECD70E8B9F1}"/>
                  </a:ext>
                </a:extLst>
              </p:cNvPr>
              <p:cNvSpPr/>
              <p:nvPr/>
            </p:nvSpPr>
            <p:spPr>
              <a:xfrm>
                <a:off x="1180465" y="2993426"/>
                <a:ext cx="20277" cy="17291"/>
              </a:xfrm>
              <a:prstGeom prst="rect">
                <a:avLst/>
              </a:prstGeom>
              <a:solidFill>
                <a:srgbClr val="E0ECF6"/>
              </a:solidFill>
              <a:ln w="4435" cap="rnd" cmpd="sng" algn="ctr">
                <a:noFill/>
                <a:prstDash val="solid"/>
                <a:round/>
                <a:headEnd type="none" w="med" len="med"/>
                <a:tailEnd type="none" w="med" len="med"/>
              </a:ln>
              <a:effectLst/>
            </p:spPr>
          </p:sp>
          <p:sp>
            <p:nvSpPr>
              <p:cNvPr id="152" name="Density voxel cell">
                <a:extLst>
                  <a:ext uri="{FF2B5EF4-FFF2-40B4-BE49-F238E27FC236}">
                    <a16:creationId xmlns:a16="http://schemas.microsoft.com/office/drawing/2014/main" id="{AFF7AAFF-AD23-F9E9-BD44-B1FAB0671920}"/>
                  </a:ext>
                </a:extLst>
              </p:cNvPr>
              <p:cNvSpPr/>
              <p:nvPr/>
            </p:nvSpPr>
            <p:spPr>
              <a:xfrm>
                <a:off x="1203042" y="2993426"/>
                <a:ext cx="20277" cy="17291"/>
              </a:xfrm>
              <a:prstGeom prst="rect">
                <a:avLst/>
              </a:prstGeom>
              <a:solidFill>
                <a:srgbClr val="B4D2E6"/>
              </a:solidFill>
              <a:ln w="4435" cap="rnd" cmpd="sng" algn="ctr">
                <a:noFill/>
                <a:prstDash val="solid"/>
                <a:round/>
                <a:headEnd type="none" w="med" len="med"/>
                <a:tailEnd type="none" w="med" len="med"/>
              </a:ln>
              <a:effectLst/>
            </p:spPr>
          </p:sp>
          <p:sp>
            <p:nvSpPr>
              <p:cNvPr id="153" name="Density voxel cell">
                <a:extLst>
                  <a:ext uri="{FF2B5EF4-FFF2-40B4-BE49-F238E27FC236}">
                    <a16:creationId xmlns:a16="http://schemas.microsoft.com/office/drawing/2014/main" id="{D7F8DD1C-1086-78A9-A4EB-A80D76C7CF6D}"/>
                  </a:ext>
                </a:extLst>
              </p:cNvPr>
              <p:cNvSpPr/>
              <p:nvPr/>
            </p:nvSpPr>
            <p:spPr>
              <a:xfrm>
                <a:off x="1225619" y="2993426"/>
                <a:ext cx="20277" cy="17291"/>
              </a:xfrm>
              <a:prstGeom prst="rect">
                <a:avLst/>
              </a:prstGeom>
              <a:solidFill>
                <a:srgbClr val="73A9CF"/>
              </a:solidFill>
              <a:ln w="4435" cap="rnd" cmpd="sng" algn="ctr">
                <a:noFill/>
                <a:prstDash val="solid"/>
                <a:round/>
                <a:headEnd type="none" w="med" len="med"/>
                <a:tailEnd type="none" w="med" len="med"/>
              </a:ln>
              <a:effectLst/>
            </p:spPr>
          </p:sp>
          <p:sp>
            <p:nvSpPr>
              <p:cNvPr id="154" name="Density voxel cell">
                <a:extLst>
                  <a:ext uri="{FF2B5EF4-FFF2-40B4-BE49-F238E27FC236}">
                    <a16:creationId xmlns:a16="http://schemas.microsoft.com/office/drawing/2014/main" id="{DCFFE912-BA8C-160E-1379-617364030841}"/>
                  </a:ext>
                </a:extLst>
              </p:cNvPr>
              <p:cNvSpPr/>
              <p:nvPr/>
            </p:nvSpPr>
            <p:spPr>
              <a:xfrm>
                <a:off x="1248195" y="2993426"/>
                <a:ext cx="20277" cy="17291"/>
              </a:xfrm>
              <a:prstGeom prst="rect">
                <a:avLst/>
              </a:prstGeom>
              <a:solidFill>
                <a:srgbClr val="458DBF"/>
              </a:solidFill>
              <a:ln w="4435" cap="rnd" cmpd="sng" algn="ctr">
                <a:noFill/>
                <a:prstDash val="solid"/>
                <a:round/>
                <a:headEnd type="none" w="med" len="med"/>
                <a:tailEnd type="none" w="med" len="med"/>
              </a:ln>
              <a:effectLst/>
            </p:spPr>
          </p:sp>
          <p:sp>
            <p:nvSpPr>
              <p:cNvPr id="155" name="Density voxel cell">
                <a:extLst>
                  <a:ext uri="{FF2B5EF4-FFF2-40B4-BE49-F238E27FC236}">
                    <a16:creationId xmlns:a16="http://schemas.microsoft.com/office/drawing/2014/main" id="{FF240BE5-31B8-0D82-B584-C61459649583}"/>
                  </a:ext>
                </a:extLst>
              </p:cNvPr>
              <p:cNvSpPr/>
              <p:nvPr/>
            </p:nvSpPr>
            <p:spPr>
              <a:xfrm>
                <a:off x="1270772" y="2993426"/>
                <a:ext cx="20277" cy="17291"/>
              </a:xfrm>
              <a:prstGeom prst="rect">
                <a:avLst/>
              </a:prstGeom>
              <a:solidFill>
                <a:srgbClr val="4C91C2"/>
              </a:solidFill>
              <a:ln w="4435" cap="rnd" cmpd="sng" algn="ctr">
                <a:noFill/>
                <a:prstDash val="solid"/>
                <a:round/>
                <a:headEnd type="none" w="med" len="med"/>
                <a:tailEnd type="none" w="med" len="med"/>
              </a:ln>
              <a:effectLst/>
            </p:spPr>
          </p:sp>
          <p:sp>
            <p:nvSpPr>
              <p:cNvPr id="156" name="Density voxel cell">
                <a:extLst>
                  <a:ext uri="{FF2B5EF4-FFF2-40B4-BE49-F238E27FC236}">
                    <a16:creationId xmlns:a16="http://schemas.microsoft.com/office/drawing/2014/main" id="{9318405E-D2F4-F1DD-2995-771F58D17300}"/>
                  </a:ext>
                </a:extLst>
              </p:cNvPr>
              <p:cNvSpPr/>
              <p:nvPr/>
            </p:nvSpPr>
            <p:spPr>
              <a:xfrm>
                <a:off x="1293349" y="2993426"/>
                <a:ext cx="20277" cy="17291"/>
              </a:xfrm>
              <a:prstGeom prst="rect">
                <a:avLst/>
              </a:prstGeom>
              <a:solidFill>
                <a:srgbClr val="87B6D7"/>
              </a:solidFill>
              <a:ln w="4435" cap="rnd" cmpd="sng" algn="ctr">
                <a:noFill/>
                <a:prstDash val="solid"/>
                <a:round/>
                <a:headEnd type="none" w="med" len="med"/>
                <a:tailEnd type="none" w="med" len="med"/>
              </a:ln>
              <a:effectLst/>
            </p:spPr>
          </p:sp>
          <p:sp>
            <p:nvSpPr>
              <p:cNvPr id="157" name="Density voxel cell">
                <a:extLst>
                  <a:ext uri="{FF2B5EF4-FFF2-40B4-BE49-F238E27FC236}">
                    <a16:creationId xmlns:a16="http://schemas.microsoft.com/office/drawing/2014/main" id="{41759856-FB43-40FB-DE97-D8EC0CA676BC}"/>
                  </a:ext>
                </a:extLst>
              </p:cNvPr>
              <p:cNvSpPr/>
              <p:nvPr/>
            </p:nvSpPr>
            <p:spPr>
              <a:xfrm>
                <a:off x="1315926" y="2993426"/>
                <a:ext cx="20277" cy="17291"/>
              </a:xfrm>
              <a:prstGeom prst="rect">
                <a:avLst/>
              </a:prstGeom>
              <a:solidFill>
                <a:srgbClr val="C4DBEC"/>
              </a:solidFill>
              <a:ln w="4435" cap="rnd" cmpd="sng" algn="ctr">
                <a:noFill/>
                <a:prstDash val="solid"/>
                <a:round/>
                <a:headEnd type="none" w="med" len="med"/>
                <a:tailEnd type="none" w="med" len="med"/>
              </a:ln>
              <a:effectLst/>
            </p:spPr>
          </p:sp>
          <p:sp>
            <p:nvSpPr>
              <p:cNvPr id="158" name="Density voxel cell">
                <a:extLst>
                  <a:ext uri="{FF2B5EF4-FFF2-40B4-BE49-F238E27FC236}">
                    <a16:creationId xmlns:a16="http://schemas.microsoft.com/office/drawing/2014/main" id="{B2D45D46-B054-3666-1A2D-8F4369758C8D}"/>
                  </a:ext>
                </a:extLst>
              </p:cNvPr>
              <p:cNvSpPr/>
              <p:nvPr/>
            </p:nvSpPr>
            <p:spPr>
              <a:xfrm>
                <a:off x="1338503" y="2993426"/>
                <a:ext cx="20277" cy="17291"/>
              </a:xfrm>
              <a:prstGeom prst="rect">
                <a:avLst/>
              </a:prstGeom>
              <a:solidFill>
                <a:srgbClr val="E7F1F8"/>
              </a:solidFill>
              <a:ln w="4435" cap="rnd" cmpd="sng" algn="ctr">
                <a:noFill/>
                <a:prstDash val="solid"/>
                <a:round/>
                <a:headEnd type="none" w="med" len="med"/>
                <a:tailEnd type="none" w="med" len="med"/>
              </a:ln>
              <a:effectLst/>
            </p:spPr>
          </p:sp>
          <p:sp>
            <p:nvSpPr>
              <p:cNvPr id="159" name="Density voxel cell">
                <a:extLst>
                  <a:ext uri="{FF2B5EF4-FFF2-40B4-BE49-F238E27FC236}">
                    <a16:creationId xmlns:a16="http://schemas.microsoft.com/office/drawing/2014/main" id="{AB84AB3F-F61A-0E19-6BC4-0B1CDFF16E7A}"/>
                  </a:ext>
                </a:extLst>
              </p:cNvPr>
              <p:cNvSpPr/>
              <p:nvPr/>
            </p:nvSpPr>
            <p:spPr>
              <a:xfrm>
                <a:off x="1361080" y="2993426"/>
                <a:ext cx="20277" cy="17291"/>
              </a:xfrm>
              <a:prstGeom prst="rect">
                <a:avLst/>
              </a:prstGeom>
              <a:solidFill>
                <a:srgbClr val="F3F9FD"/>
              </a:solidFill>
              <a:ln w="4435" cap="rnd" cmpd="sng" algn="ctr">
                <a:noFill/>
                <a:prstDash val="solid"/>
                <a:round/>
                <a:headEnd type="none" w="med" len="med"/>
                <a:tailEnd type="none" w="med" len="med"/>
              </a:ln>
              <a:effectLst/>
            </p:spPr>
          </p:sp>
          <p:sp>
            <p:nvSpPr>
              <p:cNvPr id="160" name="Density voxel cell">
                <a:extLst>
                  <a:ext uri="{FF2B5EF4-FFF2-40B4-BE49-F238E27FC236}">
                    <a16:creationId xmlns:a16="http://schemas.microsoft.com/office/drawing/2014/main" id="{DBB8CA3A-B5F3-298F-C7DA-D5A02CB9F963}"/>
                  </a:ext>
                </a:extLst>
              </p:cNvPr>
              <p:cNvSpPr/>
              <p:nvPr/>
            </p:nvSpPr>
            <p:spPr>
              <a:xfrm>
                <a:off x="1383657" y="2993426"/>
                <a:ext cx="20277" cy="17291"/>
              </a:xfrm>
              <a:prstGeom prst="rect">
                <a:avLst/>
              </a:prstGeom>
              <a:solidFill>
                <a:srgbClr val="F6FBFE"/>
              </a:solidFill>
              <a:ln w="4435" cap="rnd" cmpd="sng" algn="ctr">
                <a:noFill/>
                <a:prstDash val="solid"/>
                <a:round/>
                <a:headEnd type="none" w="med" len="med"/>
                <a:tailEnd type="none" w="med" len="med"/>
              </a:ln>
              <a:effectLst/>
            </p:spPr>
          </p:sp>
          <p:sp>
            <p:nvSpPr>
              <p:cNvPr id="161" name="Density voxel cell">
                <a:extLst>
                  <a:ext uri="{FF2B5EF4-FFF2-40B4-BE49-F238E27FC236}">
                    <a16:creationId xmlns:a16="http://schemas.microsoft.com/office/drawing/2014/main" id="{AF0D0C5C-EE51-C6D2-F0BE-AF0563DECEAD}"/>
                  </a:ext>
                </a:extLst>
              </p:cNvPr>
              <p:cNvSpPr/>
              <p:nvPr/>
            </p:nvSpPr>
            <p:spPr>
              <a:xfrm>
                <a:off x="1406234" y="299342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62" name="Density voxel cell">
                <a:extLst>
                  <a:ext uri="{FF2B5EF4-FFF2-40B4-BE49-F238E27FC236}">
                    <a16:creationId xmlns:a16="http://schemas.microsoft.com/office/drawing/2014/main" id="{CF5045B6-EFCE-7D6C-B2F1-E33597D00C9C}"/>
                  </a:ext>
                </a:extLst>
              </p:cNvPr>
              <p:cNvSpPr/>
              <p:nvPr/>
            </p:nvSpPr>
            <p:spPr>
              <a:xfrm>
                <a:off x="1180465" y="3013017"/>
                <a:ext cx="20277" cy="17291"/>
              </a:xfrm>
              <a:prstGeom prst="rect">
                <a:avLst/>
              </a:prstGeom>
              <a:solidFill>
                <a:srgbClr val="E0EDF6"/>
              </a:solidFill>
              <a:ln w="4435" cap="rnd" cmpd="sng" algn="ctr">
                <a:noFill/>
                <a:prstDash val="solid"/>
                <a:round/>
                <a:headEnd type="none" w="med" len="med"/>
                <a:tailEnd type="none" w="med" len="med"/>
              </a:ln>
              <a:effectLst/>
            </p:spPr>
          </p:sp>
          <p:sp>
            <p:nvSpPr>
              <p:cNvPr id="163" name="Density voxel cell">
                <a:extLst>
                  <a:ext uri="{FF2B5EF4-FFF2-40B4-BE49-F238E27FC236}">
                    <a16:creationId xmlns:a16="http://schemas.microsoft.com/office/drawing/2014/main" id="{D63D7054-2E53-5AC5-0097-0387F842EDA9}"/>
                  </a:ext>
                </a:extLst>
              </p:cNvPr>
              <p:cNvSpPr/>
              <p:nvPr/>
            </p:nvSpPr>
            <p:spPr>
              <a:xfrm>
                <a:off x="1203042" y="3013017"/>
                <a:ext cx="20277" cy="17291"/>
              </a:xfrm>
              <a:prstGeom prst="rect">
                <a:avLst/>
              </a:prstGeom>
              <a:solidFill>
                <a:srgbClr val="B6D3E7"/>
              </a:solidFill>
              <a:ln w="4435" cap="rnd" cmpd="sng" algn="ctr">
                <a:no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5CAA6197-9453-7B21-0C08-24A19B30CBF8}"/>
                  </a:ext>
                </a:extLst>
              </p:cNvPr>
              <p:cNvSpPr/>
              <p:nvPr/>
            </p:nvSpPr>
            <p:spPr>
              <a:xfrm>
                <a:off x="1225619" y="301301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13E6F680-305F-6F27-2D70-E1C6C47E8153}"/>
                  </a:ext>
                </a:extLst>
              </p:cNvPr>
              <p:cNvSpPr/>
              <p:nvPr/>
            </p:nvSpPr>
            <p:spPr>
              <a:xfrm>
                <a:off x="1248195" y="3013017"/>
                <a:ext cx="20277" cy="17291"/>
              </a:xfrm>
              <a:prstGeom prst="rect">
                <a:avLst/>
              </a:prstGeom>
              <a:solidFill>
                <a:srgbClr val="498FC1"/>
              </a:solidFill>
              <a:ln w="4435"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947EEB47-6B02-0572-AC93-096BBD62465F}"/>
                  </a:ext>
                </a:extLst>
              </p:cNvPr>
              <p:cNvSpPr/>
              <p:nvPr/>
            </p:nvSpPr>
            <p:spPr>
              <a:xfrm>
                <a:off x="1270772" y="3013017"/>
                <a:ext cx="20277" cy="17291"/>
              </a:xfrm>
              <a:prstGeom prst="rect">
                <a:avLst/>
              </a:prstGeom>
              <a:solidFill>
                <a:srgbClr val="5295C4"/>
              </a:solidFill>
              <a:ln w="4435"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5C0E8D5A-2402-F860-B80A-808D1F874329}"/>
                  </a:ext>
                </a:extLst>
              </p:cNvPr>
              <p:cNvSpPr/>
              <p:nvPr/>
            </p:nvSpPr>
            <p:spPr>
              <a:xfrm>
                <a:off x="1293349" y="3013017"/>
                <a:ext cx="20277" cy="17291"/>
              </a:xfrm>
              <a:prstGeom prst="rect">
                <a:avLst/>
              </a:prstGeom>
              <a:solidFill>
                <a:srgbClr val="8AB7D7"/>
              </a:solidFill>
              <a:ln w="4435"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1936F1B8-C24F-60A2-7EE7-6C2382C21BBC}"/>
                  </a:ext>
                </a:extLst>
              </p:cNvPr>
              <p:cNvSpPr/>
              <p:nvPr/>
            </p:nvSpPr>
            <p:spPr>
              <a:xfrm>
                <a:off x="1315926" y="3013017"/>
                <a:ext cx="20277" cy="17291"/>
              </a:xfrm>
              <a:prstGeom prst="rect">
                <a:avLst/>
              </a:prstGeom>
              <a:solidFill>
                <a:srgbClr val="C3DBEC"/>
              </a:solidFill>
              <a:ln w="4435"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D60497D2-B940-473C-5DEE-E5F8DFCF1E67}"/>
                  </a:ext>
                </a:extLst>
              </p:cNvPr>
              <p:cNvSpPr/>
              <p:nvPr/>
            </p:nvSpPr>
            <p:spPr>
              <a:xfrm>
                <a:off x="1338503" y="3013017"/>
                <a:ext cx="20277" cy="17291"/>
              </a:xfrm>
              <a:prstGeom prst="rect">
                <a:avLst/>
              </a:prstGeom>
              <a:solidFill>
                <a:srgbClr val="E4EFF7"/>
              </a:solidFill>
              <a:ln w="4435"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E6F990AC-8B59-38D8-DA66-33F71DE0D1E1}"/>
                  </a:ext>
                </a:extLst>
              </p:cNvPr>
              <p:cNvSpPr/>
              <p:nvPr/>
            </p:nvSpPr>
            <p:spPr>
              <a:xfrm>
                <a:off x="1361080" y="3013017"/>
                <a:ext cx="20277" cy="17291"/>
              </a:xfrm>
              <a:prstGeom prst="rect">
                <a:avLst/>
              </a:prstGeom>
              <a:solidFill>
                <a:srgbClr val="F1F7FC"/>
              </a:solidFill>
              <a:ln w="4435"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20DB01DE-99E1-473C-EF92-1090C6B1A2CD}"/>
                  </a:ext>
                </a:extLst>
              </p:cNvPr>
              <p:cNvSpPr/>
              <p:nvPr/>
            </p:nvSpPr>
            <p:spPr>
              <a:xfrm>
                <a:off x="1383657" y="3013017"/>
                <a:ext cx="20277" cy="17291"/>
              </a:xfrm>
              <a:prstGeom prst="rect">
                <a:avLst/>
              </a:prstGeom>
              <a:solidFill>
                <a:srgbClr val="F6FAFE"/>
              </a:solidFill>
              <a:ln w="4435"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DF8C4298-EFBC-9938-84E9-FD43361BCAB5}"/>
                  </a:ext>
                </a:extLst>
              </p:cNvPr>
              <p:cNvSpPr/>
              <p:nvPr/>
            </p:nvSpPr>
            <p:spPr>
              <a:xfrm>
                <a:off x="1406234" y="3013017"/>
                <a:ext cx="20277" cy="17291"/>
              </a:xfrm>
              <a:prstGeom prst="rect">
                <a:avLst/>
              </a:prstGeom>
              <a:solidFill>
                <a:srgbClr val="F7FBFE"/>
              </a:solidFill>
              <a:ln w="4435"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4B5E68ED-FA3B-EE4B-4C1A-08FDC6B90916}"/>
                  </a:ext>
                </a:extLst>
              </p:cNvPr>
              <p:cNvSpPr/>
              <p:nvPr/>
            </p:nvSpPr>
            <p:spPr>
              <a:xfrm>
                <a:off x="1180465" y="3032607"/>
                <a:ext cx="20277" cy="17291"/>
              </a:xfrm>
              <a:prstGeom prst="rect">
                <a:avLst/>
              </a:prstGeom>
              <a:solidFill>
                <a:srgbClr val="E6F0F8"/>
              </a:solidFill>
              <a:ln w="4435"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2C46878B-5D28-6EC0-A85E-F58661601163}"/>
                  </a:ext>
                </a:extLst>
              </p:cNvPr>
              <p:cNvSpPr/>
              <p:nvPr/>
            </p:nvSpPr>
            <p:spPr>
              <a:xfrm>
                <a:off x="1203042" y="3032607"/>
                <a:ext cx="20277" cy="17291"/>
              </a:xfrm>
              <a:prstGeom prst="rect">
                <a:avLst/>
              </a:prstGeom>
              <a:solidFill>
                <a:srgbClr val="C6DCED"/>
              </a:solidFill>
              <a:ln w="4435"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EF6D6C3A-00F3-76CA-CF9B-7AFE3B80D361}"/>
                  </a:ext>
                </a:extLst>
              </p:cNvPr>
              <p:cNvSpPr/>
              <p:nvPr/>
            </p:nvSpPr>
            <p:spPr>
              <a:xfrm>
                <a:off x="1225619" y="3032607"/>
                <a:ext cx="20277" cy="17291"/>
              </a:xfrm>
              <a:prstGeom prst="rect">
                <a:avLst/>
              </a:prstGeom>
              <a:solidFill>
                <a:srgbClr val="96BFDC"/>
              </a:solidFill>
              <a:ln w="4435"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D79F7988-6E54-A275-98D1-5A8597F0CD75}"/>
                  </a:ext>
                </a:extLst>
              </p:cNvPr>
              <p:cNvSpPr/>
              <p:nvPr/>
            </p:nvSpPr>
            <p:spPr>
              <a:xfrm>
                <a:off x="1248195" y="3032607"/>
                <a:ext cx="20277" cy="17291"/>
              </a:xfrm>
              <a:prstGeom prst="rect">
                <a:avLst/>
              </a:prstGeom>
              <a:solidFill>
                <a:srgbClr val="72A9CF"/>
              </a:solidFill>
              <a:ln w="4435"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3025CE9C-A45C-236F-9071-2EABD11D38DE}"/>
                  </a:ext>
                </a:extLst>
              </p:cNvPr>
              <p:cNvSpPr/>
              <p:nvPr/>
            </p:nvSpPr>
            <p:spPr>
              <a:xfrm>
                <a:off x="1270772" y="303260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0AE665CC-128F-FA9F-7B0D-D6A82D94F792}"/>
                  </a:ext>
                </a:extLst>
              </p:cNvPr>
              <p:cNvSpPr/>
              <p:nvPr/>
            </p:nvSpPr>
            <p:spPr>
              <a:xfrm>
                <a:off x="1293349" y="3032607"/>
                <a:ext cx="20277" cy="17291"/>
              </a:xfrm>
              <a:prstGeom prst="rect">
                <a:avLst/>
              </a:prstGeom>
              <a:solidFill>
                <a:srgbClr val="9CC3DE"/>
              </a:solidFill>
              <a:ln w="4435"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FEA6CE90-C862-1C07-1285-808E319995AC}"/>
                  </a:ext>
                </a:extLst>
              </p:cNvPr>
              <p:cNvSpPr/>
              <p:nvPr/>
            </p:nvSpPr>
            <p:spPr>
              <a:xfrm>
                <a:off x="1315926" y="3032607"/>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5E1D3F84-F19E-6846-EDD1-AA1C15226817}"/>
                  </a:ext>
                </a:extLst>
              </p:cNvPr>
              <p:cNvSpPr/>
              <p:nvPr/>
            </p:nvSpPr>
            <p:spPr>
              <a:xfrm>
                <a:off x="1338503" y="3032607"/>
                <a:ext cx="20277" cy="17291"/>
              </a:xfrm>
              <a:prstGeom prst="rect">
                <a:avLst/>
              </a:prstGeom>
              <a:solidFill>
                <a:srgbClr val="D2E4F1"/>
              </a:solidFill>
              <a:ln w="4435"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E83125CD-EFD0-9BCE-34C6-B07A0A1A52F0}"/>
                  </a:ext>
                </a:extLst>
              </p:cNvPr>
              <p:cNvSpPr/>
              <p:nvPr/>
            </p:nvSpPr>
            <p:spPr>
              <a:xfrm>
                <a:off x="1361080" y="3032607"/>
                <a:ext cx="20277" cy="17291"/>
              </a:xfrm>
              <a:prstGeom prst="rect">
                <a:avLst/>
              </a:prstGeom>
              <a:solidFill>
                <a:srgbClr val="E5F0F8"/>
              </a:solidFill>
              <a:ln w="4435"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C9F65B22-FFBE-3683-2EC3-58135A9810CD}"/>
                  </a:ext>
                </a:extLst>
              </p:cNvPr>
              <p:cNvSpPr/>
              <p:nvPr/>
            </p:nvSpPr>
            <p:spPr>
              <a:xfrm>
                <a:off x="1383657" y="3032607"/>
                <a:ext cx="20277" cy="17291"/>
              </a:xfrm>
              <a:prstGeom prst="rect">
                <a:avLst/>
              </a:prstGeom>
              <a:solidFill>
                <a:srgbClr val="F2F8FC"/>
              </a:solidFill>
              <a:ln w="4435"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2361F1F5-5F63-35A6-52B0-09223E36E208}"/>
                  </a:ext>
                </a:extLst>
              </p:cNvPr>
              <p:cNvSpPr/>
              <p:nvPr/>
            </p:nvSpPr>
            <p:spPr>
              <a:xfrm>
                <a:off x="1406234" y="3032607"/>
                <a:ext cx="20277" cy="17291"/>
              </a:xfrm>
              <a:prstGeom prst="rect">
                <a:avLst/>
              </a:prstGeom>
              <a:solidFill>
                <a:srgbClr val="F6FBFE"/>
              </a:solidFill>
              <a:ln w="4435"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B84A6FB-0C1A-E1FB-7D56-BEA2E7165FF8}"/>
                  </a:ext>
                </a:extLst>
              </p:cNvPr>
              <p:cNvSpPr/>
              <p:nvPr/>
            </p:nvSpPr>
            <p:spPr>
              <a:xfrm>
                <a:off x="1180465" y="3052198"/>
                <a:ext cx="20277" cy="17291"/>
              </a:xfrm>
              <a:prstGeom prst="rect">
                <a:avLst/>
              </a:prstGeom>
              <a:solidFill>
                <a:srgbClr val="EDF5FA"/>
              </a:solidFill>
              <a:ln w="4435"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0B452EFE-49D3-B8D7-5845-9FF2877FD6E7}"/>
                  </a:ext>
                </a:extLst>
              </p:cNvPr>
              <p:cNvSpPr/>
              <p:nvPr/>
            </p:nvSpPr>
            <p:spPr>
              <a:xfrm>
                <a:off x="1203042" y="3052198"/>
                <a:ext cx="20277" cy="17291"/>
              </a:xfrm>
              <a:prstGeom prst="rect">
                <a:avLst/>
              </a:prstGeom>
              <a:solidFill>
                <a:srgbClr val="D9E9F4"/>
              </a:solidFill>
              <a:ln w="4435"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FDB8035-0DC0-5DFE-5366-6E292F265FEB}"/>
                  </a:ext>
                </a:extLst>
              </p:cNvPr>
              <p:cNvSpPr/>
              <p:nvPr/>
            </p:nvSpPr>
            <p:spPr>
              <a:xfrm>
                <a:off x="1225619" y="3052198"/>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A0197778-3C7F-9E6B-47D8-DAC3CE347487}"/>
                  </a:ext>
                </a:extLst>
              </p:cNvPr>
              <p:cNvSpPr/>
              <p:nvPr/>
            </p:nvSpPr>
            <p:spPr>
              <a:xfrm>
                <a:off x="1248195" y="3052198"/>
                <a:ext cx="20277" cy="17291"/>
              </a:xfrm>
              <a:prstGeom prst="rect">
                <a:avLst/>
              </a:prstGeom>
              <a:solidFill>
                <a:srgbClr val="A7C9E2"/>
              </a:solidFill>
              <a:ln w="4435"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987C99AA-69B9-C9F5-45A6-408AA2C986F3}"/>
                  </a:ext>
                </a:extLst>
              </p:cNvPr>
              <p:cNvSpPr/>
              <p:nvPr/>
            </p:nvSpPr>
            <p:spPr>
              <a:xfrm>
                <a:off x="1270772" y="3052198"/>
                <a:ext cx="20277" cy="17291"/>
              </a:xfrm>
              <a:prstGeom prst="rect">
                <a:avLst/>
              </a:prstGeom>
              <a:solidFill>
                <a:srgbClr val="A5C8E1"/>
              </a:solidFill>
              <a:ln w="4435"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BA4E2FDF-B3FA-147B-FA94-2FD9346B0D93}"/>
                  </a:ext>
                </a:extLst>
              </p:cNvPr>
              <p:cNvSpPr/>
              <p:nvPr/>
            </p:nvSpPr>
            <p:spPr>
              <a:xfrm>
                <a:off x="1293349" y="3052198"/>
                <a:ext cx="20277" cy="17291"/>
              </a:xfrm>
              <a:prstGeom prst="rect">
                <a:avLst/>
              </a:prstGeom>
              <a:solidFill>
                <a:srgbClr val="A8CAE2"/>
              </a:solidFill>
              <a:ln w="4435"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46DBE3C-BEA2-20BE-E8E2-2B6AC76CC48F}"/>
                  </a:ext>
                </a:extLst>
              </p:cNvPr>
              <p:cNvSpPr/>
              <p:nvPr/>
            </p:nvSpPr>
            <p:spPr>
              <a:xfrm>
                <a:off x="1315926" y="3052198"/>
                <a:ext cx="20277" cy="17291"/>
              </a:xfrm>
              <a:prstGeom prst="rect">
                <a:avLst/>
              </a:prstGeom>
              <a:solidFill>
                <a:srgbClr val="9BC2DE"/>
              </a:solidFill>
              <a:ln w="4435"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EFBFDB7C-B1C8-DCAC-453D-03D3964A62E7}"/>
                  </a:ext>
                </a:extLst>
              </p:cNvPr>
              <p:cNvSpPr/>
              <p:nvPr/>
            </p:nvSpPr>
            <p:spPr>
              <a:xfrm>
                <a:off x="1338503" y="3052198"/>
                <a:ext cx="20277" cy="17291"/>
              </a:xfrm>
              <a:prstGeom prst="rect">
                <a:avLst/>
              </a:prstGeom>
              <a:solidFill>
                <a:srgbClr val="9DC3DE"/>
              </a:solidFill>
              <a:ln w="4435"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4C47AD83-2EBE-D266-B62C-F4E7DD877691}"/>
                  </a:ext>
                </a:extLst>
              </p:cNvPr>
              <p:cNvSpPr/>
              <p:nvPr/>
            </p:nvSpPr>
            <p:spPr>
              <a:xfrm>
                <a:off x="1361080" y="3052198"/>
                <a:ext cx="20277" cy="17291"/>
              </a:xfrm>
              <a:prstGeom prst="rect">
                <a:avLst/>
              </a:prstGeom>
              <a:solidFill>
                <a:srgbClr val="C4DBEC"/>
              </a:solidFill>
              <a:ln w="4435"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6DDB0CFF-B0B7-4D03-6378-A9A335C2EC35}"/>
                  </a:ext>
                </a:extLst>
              </p:cNvPr>
              <p:cNvSpPr/>
              <p:nvPr/>
            </p:nvSpPr>
            <p:spPr>
              <a:xfrm>
                <a:off x="1383657" y="3052198"/>
                <a:ext cx="20277" cy="17291"/>
              </a:xfrm>
              <a:prstGeom prst="rect">
                <a:avLst/>
              </a:prstGeom>
              <a:solidFill>
                <a:srgbClr val="E8F2F9"/>
              </a:solidFill>
              <a:ln w="4435"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ADB639B6-C644-5534-338F-E7CCE2EBCA84}"/>
                  </a:ext>
                </a:extLst>
              </p:cNvPr>
              <p:cNvSpPr/>
              <p:nvPr/>
            </p:nvSpPr>
            <p:spPr>
              <a:xfrm>
                <a:off x="1406234" y="3052198"/>
                <a:ext cx="20277" cy="17291"/>
              </a:xfrm>
              <a:prstGeom prst="rect">
                <a:avLst/>
              </a:prstGeom>
              <a:solidFill>
                <a:srgbClr val="F5FAFD"/>
              </a:solidFill>
              <a:ln w="4435"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F0FF42AB-4A20-ACEC-842A-C49E1C90F291}"/>
                  </a:ext>
                </a:extLst>
              </p:cNvPr>
              <p:cNvSpPr/>
              <p:nvPr/>
            </p:nvSpPr>
            <p:spPr>
              <a:xfrm>
                <a:off x="1180465" y="3071789"/>
                <a:ext cx="20277" cy="17291"/>
              </a:xfrm>
              <a:prstGeom prst="rect">
                <a:avLst/>
              </a:prstGeom>
              <a:solidFill>
                <a:srgbClr val="F2F8FC"/>
              </a:solidFill>
              <a:ln w="4435"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F76A7C32-7FFE-22DB-BF99-4B80BD3ABCE7}"/>
                  </a:ext>
                </a:extLst>
              </p:cNvPr>
              <p:cNvSpPr/>
              <p:nvPr/>
            </p:nvSpPr>
            <p:spPr>
              <a:xfrm>
                <a:off x="1203042" y="3071789"/>
                <a:ext cx="20277" cy="17291"/>
              </a:xfrm>
              <a:prstGeom prst="rect">
                <a:avLst/>
              </a:prstGeom>
              <a:solidFill>
                <a:srgbClr val="E9F2F9"/>
              </a:solidFill>
              <a:ln w="4435"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C390261F-5DB5-7257-F04E-DFB2C1E47954}"/>
                  </a:ext>
                </a:extLst>
              </p:cNvPr>
              <p:cNvSpPr/>
              <p:nvPr/>
            </p:nvSpPr>
            <p:spPr>
              <a:xfrm>
                <a:off x="1225619" y="3071789"/>
                <a:ext cx="20277" cy="17291"/>
              </a:xfrm>
              <a:prstGeom prst="rect">
                <a:avLst/>
              </a:prstGeom>
              <a:solidFill>
                <a:srgbClr val="DBEAF4"/>
              </a:solidFill>
              <a:ln w="4435"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E44EB6DA-5A90-65E6-2332-922FD555C953}"/>
                  </a:ext>
                </a:extLst>
              </p:cNvPr>
              <p:cNvSpPr/>
              <p:nvPr/>
            </p:nvSpPr>
            <p:spPr>
              <a:xfrm>
                <a:off x="1248195" y="3071789"/>
                <a:ext cx="20277" cy="17291"/>
              </a:xfrm>
              <a:prstGeom prst="rect">
                <a:avLst/>
              </a:prstGeom>
              <a:solidFill>
                <a:srgbClr val="D0E3F0"/>
              </a:solidFill>
              <a:ln w="4435"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3B8F5E53-2562-620B-C3DC-EC1CFD4F6BB9}"/>
                  </a:ext>
                </a:extLst>
              </p:cNvPr>
              <p:cNvSpPr/>
              <p:nvPr/>
            </p:nvSpPr>
            <p:spPr>
              <a:xfrm>
                <a:off x="1270772" y="3071789"/>
                <a:ext cx="20277" cy="17291"/>
              </a:xfrm>
              <a:prstGeom prst="rect">
                <a:avLst/>
              </a:prstGeom>
              <a:solidFill>
                <a:srgbClr val="C9DEEE"/>
              </a:solidFill>
              <a:ln w="4435"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233CD169-FEBD-C7E5-0057-F42B230601EB}"/>
                  </a:ext>
                </a:extLst>
              </p:cNvPr>
              <p:cNvSpPr/>
              <p:nvPr/>
            </p:nvSpPr>
            <p:spPr>
              <a:xfrm>
                <a:off x="1293349" y="3071789"/>
                <a:ext cx="20277" cy="17291"/>
              </a:xfrm>
              <a:prstGeom prst="rect">
                <a:avLst/>
              </a:prstGeom>
              <a:solidFill>
                <a:srgbClr val="AECDE4"/>
              </a:solidFill>
              <a:ln w="4435"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A78B04AD-B49C-B575-DB43-6D90B8CA84E8}"/>
                  </a:ext>
                </a:extLst>
              </p:cNvPr>
              <p:cNvSpPr/>
              <p:nvPr/>
            </p:nvSpPr>
            <p:spPr>
              <a:xfrm>
                <a:off x="1315926" y="3071789"/>
                <a:ext cx="20277" cy="17291"/>
              </a:xfrm>
              <a:prstGeom prst="rect">
                <a:avLst/>
              </a:prstGeom>
              <a:solidFill>
                <a:srgbClr val="76ABD0"/>
              </a:solidFill>
              <a:ln w="4435"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E373329B-E269-33B9-47CE-CBD9BD567DEE}"/>
                  </a:ext>
                </a:extLst>
              </p:cNvPr>
              <p:cNvSpPr/>
              <p:nvPr/>
            </p:nvSpPr>
            <p:spPr>
              <a:xfrm>
                <a:off x="1338503" y="3071789"/>
                <a:ext cx="20277" cy="17291"/>
              </a:xfrm>
              <a:prstGeom prst="rect">
                <a:avLst/>
              </a:prstGeom>
              <a:solidFill>
                <a:srgbClr val="66A1CB"/>
              </a:solidFill>
              <a:ln w="4435"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89C9FB42-58FB-C06E-EF6F-6A4979B619DD}"/>
                  </a:ext>
                </a:extLst>
              </p:cNvPr>
              <p:cNvSpPr/>
              <p:nvPr/>
            </p:nvSpPr>
            <p:spPr>
              <a:xfrm>
                <a:off x="1361080" y="3071789"/>
                <a:ext cx="20277" cy="17291"/>
              </a:xfrm>
              <a:prstGeom prst="rect">
                <a:avLst/>
              </a:prstGeom>
              <a:solidFill>
                <a:srgbClr val="A1C6E0"/>
              </a:solidFill>
              <a:ln w="4435"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E8E29BAB-F2E0-1C1F-885E-8286115BA070}"/>
                  </a:ext>
                </a:extLst>
              </p:cNvPr>
              <p:cNvSpPr/>
              <p:nvPr/>
            </p:nvSpPr>
            <p:spPr>
              <a:xfrm>
                <a:off x="1383657" y="3071789"/>
                <a:ext cx="20277" cy="17291"/>
              </a:xfrm>
              <a:prstGeom prst="rect">
                <a:avLst/>
              </a:prstGeom>
              <a:solidFill>
                <a:srgbClr val="DDEBF5"/>
              </a:solidFill>
              <a:ln w="4435"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75D528CE-9C97-1CF6-8C79-C0F9962F0830}"/>
                  </a:ext>
                </a:extLst>
              </p:cNvPr>
              <p:cNvSpPr/>
              <p:nvPr/>
            </p:nvSpPr>
            <p:spPr>
              <a:xfrm>
                <a:off x="1406234" y="3071789"/>
                <a:ext cx="20277" cy="17291"/>
              </a:xfrm>
              <a:prstGeom prst="rect">
                <a:avLst/>
              </a:prstGeom>
              <a:solidFill>
                <a:srgbClr val="F3F9FD"/>
              </a:solidFill>
              <a:ln w="4435"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02428E50-E939-8EF0-A73E-7EFF4C3BBE70}"/>
                  </a:ext>
                </a:extLst>
              </p:cNvPr>
              <p:cNvSpPr/>
              <p:nvPr/>
            </p:nvSpPr>
            <p:spPr>
              <a:xfrm>
                <a:off x="1180465" y="3091379"/>
                <a:ext cx="20277" cy="17291"/>
              </a:xfrm>
              <a:prstGeom prst="rect">
                <a:avLst/>
              </a:prstGeom>
              <a:solidFill>
                <a:srgbClr val="F5FAFD"/>
              </a:solidFill>
              <a:ln w="4435"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F81743CA-F6DF-D91B-C3E8-BFE02C7351D0}"/>
                  </a:ext>
                </a:extLst>
              </p:cNvPr>
              <p:cNvSpPr/>
              <p:nvPr/>
            </p:nvSpPr>
            <p:spPr>
              <a:xfrm>
                <a:off x="1203042" y="3091379"/>
                <a:ext cx="20277" cy="17291"/>
              </a:xfrm>
              <a:prstGeom prst="rect">
                <a:avLst/>
              </a:prstGeom>
              <a:solidFill>
                <a:srgbClr val="F2F8FC"/>
              </a:solidFill>
              <a:ln w="4435"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567B5E9B-8195-E7C2-DD90-053E494EA712}"/>
                  </a:ext>
                </a:extLst>
              </p:cNvPr>
              <p:cNvSpPr/>
              <p:nvPr/>
            </p:nvSpPr>
            <p:spPr>
              <a:xfrm>
                <a:off x="1225619" y="3091379"/>
                <a:ext cx="20277" cy="17291"/>
              </a:xfrm>
              <a:prstGeom prst="rect">
                <a:avLst/>
              </a:prstGeom>
              <a:solidFill>
                <a:srgbClr val="EDF5FA"/>
              </a:solidFill>
              <a:ln w="4435"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437C888C-5EB4-D1D5-64CD-5B2D31ECBD1C}"/>
                  </a:ext>
                </a:extLst>
              </p:cNvPr>
              <p:cNvSpPr/>
              <p:nvPr/>
            </p:nvSpPr>
            <p:spPr>
              <a:xfrm>
                <a:off x="1248195" y="3091379"/>
                <a:ext cx="20277" cy="17291"/>
              </a:xfrm>
              <a:prstGeom prst="rect">
                <a:avLst/>
              </a:prstGeom>
              <a:solidFill>
                <a:srgbClr val="E8F2F9"/>
              </a:solidFill>
              <a:ln w="4435"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7177DD2-52AD-D2DC-6B0C-CE46B5C8AB93}"/>
                  </a:ext>
                </a:extLst>
              </p:cNvPr>
              <p:cNvSpPr/>
              <p:nvPr/>
            </p:nvSpPr>
            <p:spPr>
              <a:xfrm>
                <a:off x="1270772"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390C67CD-39FD-A7A3-FF86-854A079F1972}"/>
                  </a:ext>
                </a:extLst>
              </p:cNvPr>
              <p:cNvSpPr/>
              <p:nvPr/>
            </p:nvSpPr>
            <p:spPr>
              <a:xfrm>
                <a:off x="1293349" y="3091379"/>
                <a:ext cx="20277" cy="17291"/>
              </a:xfrm>
              <a:prstGeom prst="rect">
                <a:avLst/>
              </a:prstGeom>
              <a:solidFill>
                <a:srgbClr val="C2DAEB"/>
              </a:solidFill>
              <a:ln w="4435"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0472FD8B-8575-FB6E-536D-722A71488750}"/>
                  </a:ext>
                </a:extLst>
              </p:cNvPr>
              <p:cNvSpPr/>
              <p:nvPr/>
            </p:nvSpPr>
            <p:spPr>
              <a:xfrm>
                <a:off x="1315926" y="3091379"/>
                <a:ext cx="20277" cy="17291"/>
              </a:xfrm>
              <a:prstGeom prst="rect">
                <a:avLst/>
              </a:prstGeom>
              <a:solidFill>
                <a:srgbClr val="8AB8D8"/>
              </a:solidFill>
              <a:ln w="4435"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1B9485FE-010C-F221-370D-F35EA3A77FD7}"/>
                  </a:ext>
                </a:extLst>
              </p:cNvPr>
              <p:cNvSpPr/>
              <p:nvPr/>
            </p:nvSpPr>
            <p:spPr>
              <a:xfrm>
                <a:off x="1338503" y="3091379"/>
                <a:ext cx="20277" cy="17291"/>
              </a:xfrm>
              <a:prstGeom prst="rect">
                <a:avLst/>
              </a:prstGeom>
              <a:solidFill>
                <a:srgbClr val="78ACD1"/>
              </a:solidFill>
              <a:ln w="4435"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E4F281DC-25B5-EEB5-0A4C-71BF432C1AF2}"/>
                  </a:ext>
                </a:extLst>
              </p:cNvPr>
              <p:cNvSpPr/>
              <p:nvPr/>
            </p:nvSpPr>
            <p:spPr>
              <a:xfrm>
                <a:off x="1361080" y="3091379"/>
                <a:ext cx="20277" cy="17291"/>
              </a:xfrm>
              <a:prstGeom prst="rect">
                <a:avLst/>
              </a:prstGeom>
              <a:solidFill>
                <a:srgbClr val="ABCCE3"/>
              </a:solidFill>
              <a:ln w="4435"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BA1F386-8BED-0209-20FD-A492341E9C24}"/>
                  </a:ext>
                </a:extLst>
              </p:cNvPr>
              <p:cNvSpPr/>
              <p:nvPr/>
            </p:nvSpPr>
            <p:spPr>
              <a:xfrm>
                <a:off x="1383657"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BD2320C7-2820-4F0E-0BAA-C704E661014C}"/>
                  </a:ext>
                </a:extLst>
              </p:cNvPr>
              <p:cNvSpPr/>
              <p:nvPr/>
            </p:nvSpPr>
            <p:spPr>
              <a:xfrm>
                <a:off x="1406234" y="3091379"/>
                <a:ext cx="20277" cy="17291"/>
              </a:xfrm>
              <a:prstGeom prst="rect">
                <a:avLst/>
              </a:prstGeom>
              <a:solidFill>
                <a:srgbClr val="F4F9FD"/>
              </a:solidFill>
              <a:ln w="4435"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791DA4EC-F207-4355-726B-29C7909419F2}"/>
                  </a:ext>
                </a:extLst>
              </p:cNvPr>
              <p:cNvSpPr/>
              <p:nvPr/>
            </p:nvSpPr>
            <p:spPr>
              <a:xfrm>
                <a:off x="1180465" y="311097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C5200CDC-C1AD-5612-A9E5-92C188E339A4}"/>
                  </a:ext>
                </a:extLst>
              </p:cNvPr>
              <p:cNvSpPr/>
              <p:nvPr/>
            </p:nvSpPr>
            <p:spPr>
              <a:xfrm>
                <a:off x="1203042"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F20B94B5-E3AC-3C4A-E435-6361A575B5C7}"/>
                  </a:ext>
                </a:extLst>
              </p:cNvPr>
              <p:cNvSpPr/>
              <p:nvPr/>
            </p:nvSpPr>
            <p:spPr>
              <a:xfrm>
                <a:off x="1225619" y="3110970"/>
                <a:ext cx="20277" cy="17291"/>
              </a:xfrm>
              <a:prstGeom prst="rect">
                <a:avLst/>
              </a:prstGeom>
              <a:solidFill>
                <a:srgbClr val="F4F9FD"/>
              </a:solidFill>
              <a:ln w="4435"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C9F49614-963A-B610-A044-90733889FB62}"/>
                  </a:ext>
                </a:extLst>
              </p:cNvPr>
              <p:cNvSpPr/>
              <p:nvPr/>
            </p:nvSpPr>
            <p:spPr>
              <a:xfrm>
                <a:off x="1248195" y="311097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485F27DA-74DA-5260-DC15-A5EF7BC77E08}"/>
                  </a:ext>
                </a:extLst>
              </p:cNvPr>
              <p:cNvSpPr/>
              <p:nvPr/>
            </p:nvSpPr>
            <p:spPr>
              <a:xfrm>
                <a:off x="1270772" y="311097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3BD24B1C-E57B-608E-2846-BEC2E7789BF8}"/>
                  </a:ext>
                </a:extLst>
              </p:cNvPr>
              <p:cNvSpPr/>
              <p:nvPr/>
            </p:nvSpPr>
            <p:spPr>
              <a:xfrm>
                <a:off x="1293349" y="3110970"/>
                <a:ext cx="20277" cy="17291"/>
              </a:xfrm>
              <a:prstGeom prst="rect">
                <a:avLst/>
              </a:prstGeom>
              <a:solidFill>
                <a:srgbClr val="E0EDF6"/>
              </a:solidFill>
              <a:ln w="4435"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ABDD6ABC-C670-F257-1D49-85B687DE86C2}"/>
                  </a:ext>
                </a:extLst>
              </p:cNvPr>
              <p:cNvSpPr/>
              <p:nvPr/>
            </p:nvSpPr>
            <p:spPr>
              <a:xfrm>
                <a:off x="1315926" y="3110970"/>
                <a:ext cx="20277" cy="17291"/>
              </a:xfrm>
              <a:prstGeom prst="rect">
                <a:avLst/>
              </a:prstGeom>
              <a:solidFill>
                <a:srgbClr val="C6DDED"/>
              </a:solidFill>
              <a:ln w="4435"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5E004E6D-80D3-24E8-9F61-965C40CDCA94}"/>
                  </a:ext>
                </a:extLst>
              </p:cNvPr>
              <p:cNvSpPr/>
              <p:nvPr/>
            </p:nvSpPr>
            <p:spPr>
              <a:xfrm>
                <a:off x="1338503" y="3110970"/>
                <a:ext cx="20277" cy="17291"/>
              </a:xfrm>
              <a:prstGeom prst="rect">
                <a:avLst/>
              </a:prstGeom>
              <a:solidFill>
                <a:srgbClr val="BED7EA"/>
              </a:solidFill>
              <a:ln w="4435"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E4EAEBA9-4BDB-13A2-2DF8-9B02FCB0E0E3}"/>
                  </a:ext>
                </a:extLst>
              </p:cNvPr>
              <p:cNvSpPr/>
              <p:nvPr/>
            </p:nvSpPr>
            <p:spPr>
              <a:xfrm>
                <a:off x="1361080" y="3110970"/>
                <a:ext cx="20277" cy="17291"/>
              </a:xfrm>
              <a:prstGeom prst="rect">
                <a:avLst/>
              </a:prstGeom>
              <a:solidFill>
                <a:srgbClr val="D5E6F2"/>
              </a:solidFill>
              <a:ln w="4435"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C55EF68D-47DE-6970-D285-BA41F8F84F61}"/>
                  </a:ext>
                </a:extLst>
              </p:cNvPr>
              <p:cNvSpPr/>
              <p:nvPr/>
            </p:nvSpPr>
            <p:spPr>
              <a:xfrm>
                <a:off x="1383657" y="3110970"/>
                <a:ext cx="20277" cy="17291"/>
              </a:xfrm>
              <a:prstGeom prst="rect">
                <a:avLst/>
              </a:prstGeom>
              <a:solidFill>
                <a:srgbClr val="EDF5FA"/>
              </a:solidFill>
              <a:ln w="4435"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698EE93B-CD3D-2BF2-C390-AEB56B50AA1C}"/>
                  </a:ext>
                </a:extLst>
              </p:cNvPr>
              <p:cNvSpPr/>
              <p:nvPr/>
            </p:nvSpPr>
            <p:spPr>
              <a:xfrm>
                <a:off x="1406234"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6834CA26-32C8-D962-7881-DCBF2125F1E7}"/>
                  </a:ext>
                </a:extLst>
              </p:cNvPr>
              <p:cNvSpPr/>
              <p:nvPr/>
            </p:nvSpPr>
            <p:spPr>
              <a:xfrm>
                <a:off x="1180465"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5E3D5964-6562-BB5A-F8FD-57ED28074506}"/>
                  </a:ext>
                </a:extLst>
              </p:cNvPr>
              <p:cNvSpPr/>
              <p:nvPr/>
            </p:nvSpPr>
            <p:spPr>
              <a:xfrm>
                <a:off x="1203042"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D5DC6309-4FE2-3123-0FE9-5EC8935B910C}"/>
                  </a:ext>
                </a:extLst>
              </p:cNvPr>
              <p:cNvSpPr/>
              <p:nvPr/>
            </p:nvSpPr>
            <p:spPr>
              <a:xfrm>
                <a:off x="1225619" y="313056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4A4FADAD-B80D-5ACA-405F-56868FB8E113}"/>
                  </a:ext>
                </a:extLst>
              </p:cNvPr>
              <p:cNvSpPr/>
              <p:nvPr/>
            </p:nvSpPr>
            <p:spPr>
              <a:xfrm>
                <a:off x="1248195" y="3130560"/>
                <a:ext cx="20277" cy="17291"/>
              </a:xfrm>
              <a:prstGeom prst="rect">
                <a:avLst/>
              </a:prstGeom>
              <a:solidFill>
                <a:srgbClr val="F6FAFE"/>
              </a:solidFill>
              <a:ln w="4435"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583E2E26-C6D8-4638-2637-9FAF28C59D06}"/>
                  </a:ext>
                </a:extLst>
              </p:cNvPr>
              <p:cNvSpPr/>
              <p:nvPr/>
            </p:nvSpPr>
            <p:spPr>
              <a:xfrm>
                <a:off x="1270772" y="313056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B0846FD2-5DE6-0BF0-221C-6B05EFC57C34}"/>
                  </a:ext>
                </a:extLst>
              </p:cNvPr>
              <p:cNvSpPr/>
              <p:nvPr/>
            </p:nvSpPr>
            <p:spPr>
              <a:xfrm>
                <a:off x="1293349" y="313056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6A26C51-95BC-A1E2-FFF2-6C4B262754AD}"/>
                  </a:ext>
                </a:extLst>
              </p:cNvPr>
              <p:cNvSpPr/>
              <p:nvPr/>
            </p:nvSpPr>
            <p:spPr>
              <a:xfrm>
                <a:off x="1315926" y="3130560"/>
                <a:ext cx="20277" cy="17291"/>
              </a:xfrm>
              <a:prstGeom prst="rect">
                <a:avLst/>
              </a:prstGeom>
              <a:solidFill>
                <a:srgbClr val="ECF4FA"/>
              </a:solidFill>
              <a:ln w="4435"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5E08E8A1-D274-5576-92AC-83416D91C2AF}"/>
                  </a:ext>
                </a:extLst>
              </p:cNvPr>
              <p:cNvSpPr/>
              <p:nvPr/>
            </p:nvSpPr>
            <p:spPr>
              <a:xfrm>
                <a:off x="1338503" y="3130560"/>
                <a:ext cx="20277" cy="17291"/>
              </a:xfrm>
              <a:prstGeom prst="rect">
                <a:avLst/>
              </a:prstGeom>
              <a:solidFill>
                <a:srgbClr val="EAF3F9"/>
              </a:solidFill>
              <a:ln w="4435"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1703A6D7-7C4E-382A-0AB4-BF738D09CAE8}"/>
                  </a:ext>
                </a:extLst>
              </p:cNvPr>
              <p:cNvSpPr/>
              <p:nvPr/>
            </p:nvSpPr>
            <p:spPr>
              <a:xfrm>
                <a:off x="1361080" y="313056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1F3C729F-004A-3286-EC69-46BAC4BF26A1}"/>
                  </a:ext>
                </a:extLst>
              </p:cNvPr>
              <p:cNvSpPr/>
              <p:nvPr/>
            </p:nvSpPr>
            <p:spPr>
              <a:xfrm>
                <a:off x="1383657" y="3130560"/>
                <a:ext cx="20277" cy="17291"/>
              </a:xfrm>
              <a:prstGeom prst="rect">
                <a:avLst/>
              </a:prstGeom>
              <a:solidFill>
                <a:srgbClr val="F5F9FD"/>
              </a:solidFill>
              <a:ln w="4435"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FE168EEC-3163-0F93-F72E-A96C3EE67157}"/>
                  </a:ext>
                </a:extLst>
              </p:cNvPr>
              <p:cNvSpPr/>
              <p:nvPr/>
            </p:nvSpPr>
            <p:spPr>
              <a:xfrm>
                <a:off x="1406234" y="3130560"/>
                <a:ext cx="20277" cy="17291"/>
              </a:xfrm>
              <a:prstGeom prst="rect">
                <a:avLst/>
              </a:prstGeom>
              <a:solidFill>
                <a:srgbClr val="F7FBFE"/>
              </a:solidFill>
              <a:ln w="4435" cap="rnd" cmpd="sng" algn="ctr">
                <a:noFill/>
                <a:prstDash val="solid"/>
                <a:round/>
                <a:headEnd type="none" w="med" len="med"/>
                <a:tailEnd type="none" w="med" len="med"/>
              </a:ln>
              <a:effectLst/>
            </p:spPr>
          </p:sp>
          <p:cxnSp>
            <p:nvCxnSpPr>
              <p:cNvPr id="239" name="path_2494">
                <a:extLst>
                  <a:ext uri="{FF2B5EF4-FFF2-40B4-BE49-F238E27FC236}">
                    <a16:creationId xmlns:a16="http://schemas.microsoft.com/office/drawing/2014/main" id="{799387D9-7A49-9398-861C-D424E0DF0775}"/>
                  </a:ext>
                </a:extLst>
              </p:cNvPr>
              <p:cNvCxnSpPr/>
              <p:nvPr/>
            </p:nvCxnSpPr>
            <p:spPr>
              <a:xfrm>
                <a:off x="1179315" y="2933505"/>
                <a:ext cx="248346" cy="0"/>
              </a:xfrm>
              <a:prstGeom prst="line">
                <a:avLst/>
              </a:prstGeom>
              <a:noFill/>
              <a:ln w="2534" cap="rnd" cmpd="sng" algn="ctr">
                <a:solidFill>
                  <a:srgbClr val="367FB7"/>
                </a:solidFill>
                <a:prstDash val="solid"/>
                <a:round/>
                <a:headEnd type="none" w="med" len="med"/>
                <a:tailEnd type="none" w="med" len="med"/>
              </a:ln>
              <a:effectLst/>
            </p:spPr>
          </p:cxnSp>
          <p:cxnSp>
            <p:nvCxnSpPr>
              <p:cNvPr id="240" name="path_2495">
                <a:extLst>
                  <a:ext uri="{FF2B5EF4-FFF2-40B4-BE49-F238E27FC236}">
                    <a16:creationId xmlns:a16="http://schemas.microsoft.com/office/drawing/2014/main" id="{D7DB86AF-B33F-58B0-7CE4-8F9B0CEBDC47}"/>
                  </a:ext>
                </a:extLst>
              </p:cNvPr>
              <p:cNvCxnSpPr/>
              <p:nvPr/>
            </p:nvCxnSpPr>
            <p:spPr>
              <a:xfrm>
                <a:off x="1427661" y="2933505"/>
                <a:ext cx="0" cy="215496"/>
              </a:xfrm>
              <a:prstGeom prst="line">
                <a:avLst/>
              </a:prstGeom>
              <a:noFill/>
              <a:ln w="2534" cap="rnd" cmpd="sng" algn="ctr">
                <a:solidFill>
                  <a:srgbClr val="367FB7"/>
                </a:solidFill>
                <a:prstDash val="solid"/>
                <a:round/>
                <a:headEnd type="none" w="med" len="med"/>
                <a:tailEnd type="none" w="med" len="med"/>
              </a:ln>
              <a:effectLst/>
            </p:spPr>
          </p:cxnSp>
        </p:grpSp>
        <p:grpSp>
          <p:nvGrpSpPr>
            <p:cNvPr id="241" name="Match | compact U-Net operator">
              <a:extLst>
                <a:ext uri="{FF2B5EF4-FFF2-40B4-BE49-F238E27FC236}">
                  <a16:creationId xmlns:a16="http://schemas.microsoft.com/office/drawing/2014/main" id="{6128B88F-43E7-0942-7C4A-9552DEAED3C7}"/>
                </a:ext>
              </a:extLst>
            </p:cNvPr>
            <p:cNvGrpSpPr/>
            <p:nvPr/>
          </p:nvGrpSpPr>
          <p:grpSpPr>
            <a:xfrm>
              <a:off x="2800350" y="2057400"/>
              <a:ext cx="990600" cy="666750"/>
              <a:chOff x="1680559" y="2920365"/>
              <a:chExt cx="333146" cy="216810"/>
            </a:xfrm>
          </p:grpSpPr>
          <p:sp>
            <p:nvSpPr>
              <p:cNvPr id="242" name="rect_2499">
                <a:extLst>
                  <a:ext uri="{FF2B5EF4-FFF2-40B4-BE49-F238E27FC236}">
                    <a16:creationId xmlns:a16="http://schemas.microsoft.com/office/drawing/2014/main" id="{EA8A9DBE-7A55-2477-6B9B-D1AF7B973F59}"/>
                  </a:ext>
                </a:extLst>
              </p:cNvPr>
              <p:cNvSpPr/>
              <p:nvPr/>
            </p:nvSpPr>
            <p:spPr>
              <a:xfrm>
                <a:off x="1757475" y="292036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3" name="rect_2500">
                <a:extLst>
                  <a:ext uri="{FF2B5EF4-FFF2-40B4-BE49-F238E27FC236}">
                    <a16:creationId xmlns:a16="http://schemas.microsoft.com/office/drawing/2014/main" id="{74FC5810-C12E-BEC7-522E-2688E68CB9AB}"/>
                  </a:ext>
                </a:extLst>
              </p:cNvPr>
              <p:cNvSpPr/>
              <p:nvPr/>
            </p:nvSpPr>
            <p:spPr>
              <a:xfrm>
                <a:off x="1731195" y="2936790"/>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4" name="rect_2501">
                <a:extLst>
                  <a:ext uri="{FF2B5EF4-FFF2-40B4-BE49-F238E27FC236}">
                    <a16:creationId xmlns:a16="http://schemas.microsoft.com/office/drawing/2014/main" id="{09AB4D47-BE4F-1476-F0C4-C6489A07AAE5}"/>
                  </a:ext>
                </a:extLst>
              </p:cNvPr>
              <p:cNvSpPr/>
              <p:nvPr/>
            </p:nvSpPr>
            <p:spPr>
              <a:xfrm>
                <a:off x="1704915" y="295321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5" name="Text | U-Net">
                <a:extLst>
                  <a:ext uri="{FF2B5EF4-FFF2-40B4-BE49-F238E27FC236}">
                    <a16:creationId xmlns:a16="http://schemas.microsoft.com/office/drawing/2014/main" id="{6577FB68-AC88-51AF-1B52-0FA4D9D6F355}"/>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649" b="1" i="0" baseline="0" dirty="0">
                    <a:solidFill>
                      <a:srgbClr val="367FB7"/>
                    </a:solidFill>
                    <a:latin typeface="Arial"/>
                    <a:ea typeface="Arial"/>
                    <a:cs typeface="Arial"/>
                  </a:rPr>
                  <a:t>U-Net</a:t>
                </a:r>
                <a:endParaRPr lang="en-US" sz="649"/>
              </a:p>
            </p:txBody>
          </p:sp>
        </p:grpSp>
        <p:grpSp>
          <p:nvGrpSpPr>
            <p:cNvPr id="246" name="Base voxel summary h_j^vox">
              <a:extLst>
                <a:ext uri="{FF2B5EF4-FFF2-40B4-BE49-F238E27FC236}">
                  <a16:creationId xmlns:a16="http://schemas.microsoft.com/office/drawing/2014/main" id="{79AC2BE8-FFB5-CB34-4DD1-EB168FB65885}"/>
                </a:ext>
              </a:extLst>
            </p:cNvPr>
            <p:cNvGrpSpPr/>
            <p:nvPr/>
          </p:nvGrpSpPr>
          <p:grpSpPr>
            <a:xfrm>
              <a:off x="5133975" y="2276475"/>
              <a:ext cx="1257300" cy="238125"/>
              <a:chOff x="2375055" y="3012345"/>
              <a:chExt cx="400770" cy="78840"/>
            </a:xfrm>
          </p:grpSpPr>
          <p:sp>
            <p:nvSpPr>
              <p:cNvPr id="247" name="feature_1">
                <a:extLst>
                  <a:ext uri="{FF2B5EF4-FFF2-40B4-BE49-F238E27FC236}">
                    <a16:creationId xmlns:a16="http://schemas.microsoft.com/office/drawing/2014/main" id="{29394FE3-BC56-B2A3-2353-E9A847D61D45}"/>
                  </a:ext>
                </a:extLst>
              </p:cNvPr>
              <p:cNvSpPr/>
              <p:nvPr/>
            </p:nvSpPr>
            <p:spPr>
              <a:xfrm>
                <a:off x="2375055" y="3012345"/>
                <a:ext cx="54437" cy="78840"/>
              </a:xfrm>
              <a:prstGeom prst="rect">
                <a:avLst/>
              </a:prstGeom>
              <a:solidFill>
                <a:srgbClr val="367FB7"/>
              </a:solidFill>
              <a:ln w="4435" cap="rnd" cmpd="sng" algn="ctr">
                <a:noFill/>
                <a:prstDash val="solid"/>
                <a:round/>
                <a:headEnd type="none" w="med" len="med"/>
                <a:tailEnd type="none" w="med" len="med"/>
              </a:ln>
              <a:effectLst/>
            </p:spPr>
          </p:sp>
          <p:sp>
            <p:nvSpPr>
              <p:cNvPr id="248" name="feature_2">
                <a:extLst>
                  <a:ext uri="{FF2B5EF4-FFF2-40B4-BE49-F238E27FC236}">
                    <a16:creationId xmlns:a16="http://schemas.microsoft.com/office/drawing/2014/main" id="{6B847FE5-7D0C-46AE-D6A6-0B429D9C70ED}"/>
                  </a:ext>
                </a:extLst>
              </p:cNvPr>
              <p:cNvSpPr/>
              <p:nvPr/>
            </p:nvSpPr>
            <p:spPr>
              <a:xfrm>
                <a:off x="2432777" y="3012345"/>
                <a:ext cx="54437" cy="78840"/>
              </a:xfrm>
              <a:prstGeom prst="rect">
                <a:avLst/>
              </a:prstGeom>
              <a:solidFill>
                <a:srgbClr val="7EAED0"/>
              </a:solidFill>
              <a:ln w="4435" cap="rnd" cmpd="sng" algn="ctr">
                <a:noFill/>
                <a:prstDash val="solid"/>
                <a:round/>
                <a:headEnd type="none" w="med" len="med"/>
                <a:tailEnd type="none" w="med" len="med"/>
              </a:ln>
              <a:effectLst/>
            </p:spPr>
          </p:sp>
          <p:sp>
            <p:nvSpPr>
              <p:cNvPr id="249" name="feature_3">
                <a:extLst>
                  <a:ext uri="{FF2B5EF4-FFF2-40B4-BE49-F238E27FC236}">
                    <a16:creationId xmlns:a16="http://schemas.microsoft.com/office/drawing/2014/main" id="{ECA431BA-AB44-4006-5FA2-541B286DFEC3}"/>
                  </a:ext>
                </a:extLst>
              </p:cNvPr>
              <p:cNvSpPr/>
              <p:nvPr/>
            </p:nvSpPr>
            <p:spPr>
              <a:xfrm>
                <a:off x="2490499" y="3012345"/>
                <a:ext cx="54437" cy="78840"/>
              </a:xfrm>
              <a:prstGeom prst="rect">
                <a:avLst/>
              </a:prstGeom>
              <a:solidFill>
                <a:srgbClr val="BCD8E7"/>
              </a:solidFill>
              <a:ln w="4435" cap="rnd" cmpd="sng" algn="ctr">
                <a:noFill/>
                <a:prstDash val="solid"/>
                <a:round/>
                <a:headEnd type="none" w="med" len="med"/>
                <a:tailEnd type="none" w="med" len="med"/>
              </a:ln>
              <a:effectLst/>
            </p:spPr>
          </p:sp>
          <p:sp>
            <p:nvSpPr>
              <p:cNvPr id="250" name="feature_4">
                <a:extLst>
                  <a:ext uri="{FF2B5EF4-FFF2-40B4-BE49-F238E27FC236}">
                    <a16:creationId xmlns:a16="http://schemas.microsoft.com/office/drawing/2014/main" id="{6B29FB8D-B3FE-A122-980E-845475951D94}"/>
                  </a:ext>
                </a:extLst>
              </p:cNvPr>
              <p:cNvSpPr/>
              <p:nvPr/>
            </p:nvSpPr>
            <p:spPr>
              <a:xfrm>
                <a:off x="2548221" y="3012345"/>
                <a:ext cx="54437" cy="78840"/>
              </a:xfrm>
              <a:prstGeom prst="rect">
                <a:avLst/>
              </a:prstGeom>
              <a:solidFill>
                <a:srgbClr val="88C3B4"/>
              </a:solidFill>
              <a:ln w="4435" cap="rnd" cmpd="sng" algn="ctr">
                <a:noFill/>
                <a:prstDash val="solid"/>
                <a:round/>
                <a:headEnd type="none" w="med" len="med"/>
                <a:tailEnd type="none" w="med" len="med"/>
              </a:ln>
              <a:effectLst/>
            </p:spPr>
          </p:sp>
          <p:sp>
            <p:nvSpPr>
              <p:cNvPr id="251" name="feature_5">
                <a:extLst>
                  <a:ext uri="{FF2B5EF4-FFF2-40B4-BE49-F238E27FC236}">
                    <a16:creationId xmlns:a16="http://schemas.microsoft.com/office/drawing/2014/main" id="{F59B3894-1B47-2C50-5364-F7CEB5D830B6}"/>
                  </a:ext>
                </a:extLst>
              </p:cNvPr>
              <p:cNvSpPr/>
              <p:nvPr/>
            </p:nvSpPr>
            <p:spPr>
              <a:xfrm>
                <a:off x="2605944" y="3012345"/>
                <a:ext cx="54437" cy="78840"/>
              </a:xfrm>
              <a:prstGeom prst="rect">
                <a:avLst/>
              </a:prstGeom>
              <a:solidFill>
                <a:srgbClr val="238777"/>
              </a:solidFill>
              <a:ln w="4435" cap="rnd" cmpd="sng" algn="ctr">
                <a:noFill/>
                <a:prstDash val="solid"/>
                <a:round/>
                <a:headEnd type="none" w="med" len="med"/>
                <a:tailEnd type="none" w="med" len="med"/>
              </a:ln>
              <a:effectLst/>
            </p:spPr>
          </p:sp>
          <p:sp>
            <p:nvSpPr>
              <p:cNvPr id="252" name="feature_6">
                <a:extLst>
                  <a:ext uri="{FF2B5EF4-FFF2-40B4-BE49-F238E27FC236}">
                    <a16:creationId xmlns:a16="http://schemas.microsoft.com/office/drawing/2014/main" id="{58333F02-3010-74DD-0039-DCC5A70C8F96}"/>
                  </a:ext>
                </a:extLst>
              </p:cNvPr>
              <p:cNvSpPr/>
              <p:nvPr/>
            </p:nvSpPr>
            <p:spPr>
              <a:xfrm>
                <a:off x="2663666" y="3012345"/>
                <a:ext cx="54437" cy="78840"/>
              </a:xfrm>
              <a:prstGeom prst="rect">
                <a:avLst/>
              </a:prstGeom>
              <a:solidFill>
                <a:srgbClr val="B1A4CC"/>
              </a:solidFill>
              <a:ln w="4435" cap="rnd" cmpd="sng" algn="ctr">
                <a:noFill/>
                <a:prstDash val="solid"/>
                <a:round/>
                <a:headEnd type="none" w="med" len="med"/>
                <a:tailEnd type="none" w="med" len="med"/>
              </a:ln>
              <a:effectLst/>
            </p:spPr>
          </p:sp>
          <p:sp>
            <p:nvSpPr>
              <p:cNvPr id="253" name="feature_7">
                <a:extLst>
                  <a:ext uri="{FF2B5EF4-FFF2-40B4-BE49-F238E27FC236}">
                    <a16:creationId xmlns:a16="http://schemas.microsoft.com/office/drawing/2014/main" id="{5453F6F6-9116-A69E-A408-A0B9D7EC45C0}"/>
                  </a:ext>
                </a:extLst>
              </p:cNvPr>
              <p:cNvSpPr/>
              <p:nvPr/>
            </p:nvSpPr>
            <p:spPr>
              <a:xfrm>
                <a:off x="2721388" y="3012345"/>
                <a:ext cx="54437" cy="78840"/>
              </a:xfrm>
              <a:prstGeom prst="rect">
                <a:avLst/>
              </a:prstGeom>
              <a:solidFill>
                <a:srgbClr val="D4CBE6"/>
              </a:solidFill>
              <a:ln w="4435" cap="rnd" cmpd="sng" algn="ctr">
                <a:noFill/>
                <a:prstDash val="solid"/>
                <a:round/>
                <a:headEnd type="none" w="med" len="med"/>
                <a:tailEnd type="none" w="med" len="med"/>
              </a:ln>
              <a:effectLst/>
            </p:spPr>
          </p:sp>
        </p:grpSp>
        <p:grpSp>
          <p:nvGrpSpPr>
            <p:cNvPr id="254" name="Local receptor pocket | atom environment">
              <a:extLst>
                <a:ext uri="{FF2B5EF4-FFF2-40B4-BE49-F238E27FC236}">
                  <a16:creationId xmlns:a16="http://schemas.microsoft.com/office/drawing/2014/main" id="{8A546335-9C89-DCEA-5E5B-E281D0EDC93A}"/>
                </a:ext>
              </a:extLst>
            </p:cNvPr>
            <p:cNvGrpSpPr/>
            <p:nvPr/>
          </p:nvGrpSpPr>
          <p:grpSpPr>
            <a:xfrm>
              <a:off x="1066800" y="4076700"/>
              <a:ext cx="838200" cy="638175"/>
              <a:chOff x="1295748" y="3525328"/>
              <a:chExt cx="304113" cy="219890"/>
            </a:xfrm>
          </p:grpSpPr>
          <p:sp>
            <p:nvSpPr>
              <p:cNvPr id="255" name="ellipse_2517">
                <a:extLst>
                  <a:ext uri="{FF2B5EF4-FFF2-40B4-BE49-F238E27FC236}">
                    <a16:creationId xmlns:a16="http://schemas.microsoft.com/office/drawing/2014/main" id="{490F1E75-C64B-41E9-72C1-C7F3991B01D0}"/>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6" name="ellipse_2518">
                <a:extLst>
                  <a:ext uri="{FF2B5EF4-FFF2-40B4-BE49-F238E27FC236}">
                    <a16:creationId xmlns:a16="http://schemas.microsoft.com/office/drawing/2014/main" id="{892F2879-C479-A255-F42A-FEFBC395FAAE}"/>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7" name="ellipse_2519">
                <a:extLst>
                  <a:ext uri="{FF2B5EF4-FFF2-40B4-BE49-F238E27FC236}">
                    <a16:creationId xmlns:a16="http://schemas.microsoft.com/office/drawing/2014/main" id="{183D700E-8E04-8CC9-C754-A55CDA7851B7}"/>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258" name="ellipse_2520">
                <a:extLst>
                  <a:ext uri="{FF2B5EF4-FFF2-40B4-BE49-F238E27FC236}">
                    <a16:creationId xmlns:a16="http://schemas.microsoft.com/office/drawing/2014/main" id="{1ADF4877-FF02-CD7A-5512-5FE1EEADEC33}"/>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59" name="ellipse_2521">
                <a:extLst>
                  <a:ext uri="{FF2B5EF4-FFF2-40B4-BE49-F238E27FC236}">
                    <a16:creationId xmlns:a16="http://schemas.microsoft.com/office/drawing/2014/main" id="{AD4A39CA-B81B-3CE8-18C8-06CC1DA13101}"/>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60" name="ellipse_2522">
                <a:extLst>
                  <a:ext uri="{FF2B5EF4-FFF2-40B4-BE49-F238E27FC236}">
                    <a16:creationId xmlns:a16="http://schemas.microsoft.com/office/drawing/2014/main" id="{C71B0CFC-6744-0808-6F8F-052B64A931AF}"/>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61" name="ellipse_2523">
                <a:extLst>
                  <a:ext uri="{FF2B5EF4-FFF2-40B4-BE49-F238E27FC236}">
                    <a16:creationId xmlns:a16="http://schemas.microsoft.com/office/drawing/2014/main" id="{81B904B4-D981-7D31-114B-C8031DA7E1E2}"/>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62" name="ellipse_2524">
                <a:extLst>
                  <a:ext uri="{FF2B5EF4-FFF2-40B4-BE49-F238E27FC236}">
                    <a16:creationId xmlns:a16="http://schemas.microsoft.com/office/drawing/2014/main" id="{5CEC5C9B-6C6D-6ABE-8A4C-F9DFE218A0AD}"/>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63" name="ellipse_2525">
                <a:extLst>
                  <a:ext uri="{FF2B5EF4-FFF2-40B4-BE49-F238E27FC236}">
                    <a16:creationId xmlns:a16="http://schemas.microsoft.com/office/drawing/2014/main" id="{26592A73-BCD5-B8D3-5929-96E05DF73040}"/>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64" name="ellipse_2526">
                <a:extLst>
                  <a:ext uri="{FF2B5EF4-FFF2-40B4-BE49-F238E27FC236}">
                    <a16:creationId xmlns:a16="http://schemas.microsoft.com/office/drawing/2014/main" id="{C1AD6372-FE11-C8A0-662E-7FCAB201B8B8}"/>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265" name="ellipse_2527">
                <a:extLst>
                  <a:ext uri="{FF2B5EF4-FFF2-40B4-BE49-F238E27FC236}">
                    <a16:creationId xmlns:a16="http://schemas.microsoft.com/office/drawing/2014/main" id="{B2F41DFF-E9DE-FCEF-8307-67CB513293EF}"/>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1743" cap="rnd" cmpd="sng" algn="ctr">
                <a:noFill/>
                <a:prstDash val="solid"/>
                <a:round/>
                <a:headEnd type="none" w="med" len="med"/>
                <a:tailEnd type="none" w="med" len="med"/>
              </a:ln>
              <a:effectLst/>
            </p:spPr>
          </p:sp>
          <p:sp>
            <p:nvSpPr>
              <p:cNvPr id="266" name="ellipse_2528">
                <a:extLst>
                  <a:ext uri="{FF2B5EF4-FFF2-40B4-BE49-F238E27FC236}">
                    <a16:creationId xmlns:a16="http://schemas.microsoft.com/office/drawing/2014/main" id="{3A7C2394-B8D2-C5F1-80C2-555C570628AA}"/>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267" name="ellipse_2529">
                <a:extLst>
                  <a:ext uri="{FF2B5EF4-FFF2-40B4-BE49-F238E27FC236}">
                    <a16:creationId xmlns:a16="http://schemas.microsoft.com/office/drawing/2014/main" id="{D82D59C4-8258-92F6-372F-552A0222156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8" name="ellipse_2530">
                <a:extLst>
                  <a:ext uri="{FF2B5EF4-FFF2-40B4-BE49-F238E27FC236}">
                    <a16:creationId xmlns:a16="http://schemas.microsoft.com/office/drawing/2014/main" id="{6C0C96E3-2F52-EA25-C9DA-B71EC5622B4C}"/>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9" name="ellipse_2531">
                <a:extLst>
                  <a:ext uri="{FF2B5EF4-FFF2-40B4-BE49-F238E27FC236}">
                    <a16:creationId xmlns:a16="http://schemas.microsoft.com/office/drawing/2014/main" id="{93B3B389-A012-25BA-6F06-EC9DB59C4AFB}"/>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70" name="ellipse_2532">
                <a:extLst>
                  <a:ext uri="{FF2B5EF4-FFF2-40B4-BE49-F238E27FC236}">
                    <a16:creationId xmlns:a16="http://schemas.microsoft.com/office/drawing/2014/main" id="{2665C2E6-3081-4A7C-3918-CEE33E8D470F}"/>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71" name="ellipse_2533">
                <a:extLst>
                  <a:ext uri="{FF2B5EF4-FFF2-40B4-BE49-F238E27FC236}">
                    <a16:creationId xmlns:a16="http://schemas.microsoft.com/office/drawing/2014/main" id="{397B20B9-05A2-1028-A146-5C34D6D3B38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272" name="ellipse_2534">
                <a:extLst>
                  <a:ext uri="{FF2B5EF4-FFF2-40B4-BE49-F238E27FC236}">
                    <a16:creationId xmlns:a16="http://schemas.microsoft.com/office/drawing/2014/main" id="{24BEC070-0982-29B4-3C14-877FC589287C}"/>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1743" cap="rnd" cmpd="sng" algn="ctr">
                <a:noFill/>
                <a:prstDash val="solid"/>
                <a:round/>
                <a:headEnd type="none" w="med" len="med"/>
                <a:tailEnd type="none" w="med" len="med"/>
              </a:ln>
              <a:effectLst/>
            </p:spPr>
          </p:sp>
          <p:sp>
            <p:nvSpPr>
              <p:cNvPr id="273" name="ellipse_2535">
                <a:extLst>
                  <a:ext uri="{FF2B5EF4-FFF2-40B4-BE49-F238E27FC236}">
                    <a16:creationId xmlns:a16="http://schemas.microsoft.com/office/drawing/2014/main" id="{55DDB44C-FD52-691B-04E4-7F95F52CE81A}"/>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74" name="ellipse_2536">
                <a:extLst>
                  <a:ext uri="{FF2B5EF4-FFF2-40B4-BE49-F238E27FC236}">
                    <a16:creationId xmlns:a16="http://schemas.microsoft.com/office/drawing/2014/main" id="{DB3B2982-BFEB-6A45-029C-914E51F65C38}"/>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5" name="ellipse_2537">
                <a:extLst>
                  <a:ext uri="{FF2B5EF4-FFF2-40B4-BE49-F238E27FC236}">
                    <a16:creationId xmlns:a16="http://schemas.microsoft.com/office/drawing/2014/main" id="{1DCF7FB2-5804-A9AC-7BD3-2FD6484DAE31}"/>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1743" cap="rnd" cmpd="sng" algn="ctr">
                <a:noFill/>
                <a:prstDash val="solid"/>
                <a:round/>
                <a:headEnd type="none" w="med" len="med"/>
                <a:tailEnd type="none" w="med" len="med"/>
              </a:ln>
              <a:effectLst/>
            </p:spPr>
          </p:sp>
          <p:sp>
            <p:nvSpPr>
              <p:cNvPr id="276" name="ellipse_2538">
                <a:extLst>
                  <a:ext uri="{FF2B5EF4-FFF2-40B4-BE49-F238E27FC236}">
                    <a16:creationId xmlns:a16="http://schemas.microsoft.com/office/drawing/2014/main" id="{A02474CD-446B-71E2-5988-474DDE931302}"/>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1743" cap="rnd" cmpd="sng" algn="ctr">
                <a:noFill/>
                <a:prstDash val="solid"/>
                <a:round/>
                <a:headEnd type="none" w="med" len="med"/>
                <a:tailEnd type="none" w="med" len="med"/>
              </a:ln>
              <a:effectLst/>
            </p:spPr>
          </p:sp>
          <p:sp>
            <p:nvSpPr>
              <p:cNvPr id="277" name="ellipse_2539">
                <a:extLst>
                  <a:ext uri="{FF2B5EF4-FFF2-40B4-BE49-F238E27FC236}">
                    <a16:creationId xmlns:a16="http://schemas.microsoft.com/office/drawing/2014/main" id="{BD2F4409-7EEB-52D8-AAEB-448DFA620366}"/>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8" name="ellipse_2540">
                <a:extLst>
                  <a:ext uri="{FF2B5EF4-FFF2-40B4-BE49-F238E27FC236}">
                    <a16:creationId xmlns:a16="http://schemas.microsoft.com/office/drawing/2014/main" id="{B046F8B0-10BA-D952-FE90-C1B0C839E19C}"/>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1743" cap="rnd" cmpd="sng" algn="ctr">
                <a:noFill/>
                <a:prstDash val="solid"/>
                <a:round/>
                <a:headEnd type="none" w="med" len="med"/>
                <a:tailEnd type="none" w="med" len="med"/>
              </a:ln>
              <a:effectLst/>
            </p:spPr>
          </p:sp>
          <p:sp>
            <p:nvSpPr>
              <p:cNvPr id="279" name="ellipse_2541">
                <a:extLst>
                  <a:ext uri="{FF2B5EF4-FFF2-40B4-BE49-F238E27FC236}">
                    <a16:creationId xmlns:a16="http://schemas.microsoft.com/office/drawing/2014/main" id="{6CDD3FDB-8919-EB67-CF24-0BBBB42F1B40}"/>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0" name="ellipse_2542">
                <a:extLst>
                  <a:ext uri="{FF2B5EF4-FFF2-40B4-BE49-F238E27FC236}">
                    <a16:creationId xmlns:a16="http://schemas.microsoft.com/office/drawing/2014/main" id="{CFF69E3F-D140-DFDF-D864-A50C0FB1B7E6}"/>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81" name="ellipse_2543">
                <a:extLst>
                  <a:ext uri="{FF2B5EF4-FFF2-40B4-BE49-F238E27FC236}">
                    <a16:creationId xmlns:a16="http://schemas.microsoft.com/office/drawing/2014/main" id="{B433D9F3-CB47-4D67-4580-C3837455EBB1}"/>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2" name="ellipse_2544">
                <a:extLst>
                  <a:ext uri="{FF2B5EF4-FFF2-40B4-BE49-F238E27FC236}">
                    <a16:creationId xmlns:a16="http://schemas.microsoft.com/office/drawing/2014/main" id="{391AF5BE-594E-6140-B5B9-411507B66A8E}"/>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83" name="ellipse_2545">
                <a:extLst>
                  <a:ext uri="{FF2B5EF4-FFF2-40B4-BE49-F238E27FC236}">
                    <a16:creationId xmlns:a16="http://schemas.microsoft.com/office/drawing/2014/main" id="{7CC3A651-DEF4-1329-531E-5B06B51EB7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4" name="ellipse_2546">
                <a:extLst>
                  <a:ext uri="{FF2B5EF4-FFF2-40B4-BE49-F238E27FC236}">
                    <a16:creationId xmlns:a16="http://schemas.microsoft.com/office/drawing/2014/main" id="{4C37BF13-BFF4-3F8C-15E9-FFCE23649A87}"/>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85" name="ellipse_2547">
                <a:extLst>
                  <a:ext uri="{FF2B5EF4-FFF2-40B4-BE49-F238E27FC236}">
                    <a16:creationId xmlns:a16="http://schemas.microsoft.com/office/drawing/2014/main" id="{15350B39-3D01-138C-1044-103868E6C1E9}"/>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6" name="ellipse_2548">
                <a:extLst>
                  <a:ext uri="{FF2B5EF4-FFF2-40B4-BE49-F238E27FC236}">
                    <a16:creationId xmlns:a16="http://schemas.microsoft.com/office/drawing/2014/main" id="{E5899459-B525-A733-FDD1-3CBAB3B3CEE2}"/>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287" name="ellipse_2549">
                <a:extLst>
                  <a:ext uri="{FF2B5EF4-FFF2-40B4-BE49-F238E27FC236}">
                    <a16:creationId xmlns:a16="http://schemas.microsoft.com/office/drawing/2014/main" id="{3EBF023C-14E9-4D4C-75BA-E653CC64E8C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88" name="ellipse_2550">
                <a:extLst>
                  <a:ext uri="{FF2B5EF4-FFF2-40B4-BE49-F238E27FC236}">
                    <a16:creationId xmlns:a16="http://schemas.microsoft.com/office/drawing/2014/main" id="{6067695C-84D5-EECB-20B9-F27354119662}"/>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89" name="ellipse_2551">
                <a:extLst>
                  <a:ext uri="{FF2B5EF4-FFF2-40B4-BE49-F238E27FC236}">
                    <a16:creationId xmlns:a16="http://schemas.microsoft.com/office/drawing/2014/main" id="{C98B24CA-1AB6-4100-96AF-C2D6F92CAEDE}"/>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290" name="ellipse_2552">
                <a:extLst>
                  <a:ext uri="{FF2B5EF4-FFF2-40B4-BE49-F238E27FC236}">
                    <a16:creationId xmlns:a16="http://schemas.microsoft.com/office/drawing/2014/main" id="{A0A6909F-141E-1139-9538-16BE3B9D2B9E}"/>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91" name="ellipse_2553">
                <a:extLst>
                  <a:ext uri="{FF2B5EF4-FFF2-40B4-BE49-F238E27FC236}">
                    <a16:creationId xmlns:a16="http://schemas.microsoft.com/office/drawing/2014/main" id="{B51F9887-55B5-C5DF-F28A-983B345D8191}"/>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1743" cap="rnd" cmpd="sng" algn="ctr">
                <a:noFill/>
                <a:prstDash val="solid"/>
                <a:round/>
                <a:headEnd type="none" w="med" len="med"/>
                <a:tailEnd type="none" w="med" len="med"/>
              </a:ln>
              <a:effectLst/>
            </p:spPr>
          </p:sp>
          <p:sp>
            <p:nvSpPr>
              <p:cNvPr id="292" name="ellipse_2554">
                <a:extLst>
                  <a:ext uri="{FF2B5EF4-FFF2-40B4-BE49-F238E27FC236}">
                    <a16:creationId xmlns:a16="http://schemas.microsoft.com/office/drawing/2014/main" id="{C9DD42D7-1497-EC7C-A5AF-39BDFD768099}"/>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1743" cap="rnd" cmpd="sng" algn="ctr">
                <a:noFill/>
                <a:prstDash val="solid"/>
                <a:round/>
                <a:headEnd type="none" w="med" len="med"/>
                <a:tailEnd type="none" w="med" len="med"/>
              </a:ln>
              <a:effectLst/>
            </p:spPr>
          </p:sp>
          <p:sp>
            <p:nvSpPr>
              <p:cNvPr id="293" name="ellipse_2555">
                <a:extLst>
                  <a:ext uri="{FF2B5EF4-FFF2-40B4-BE49-F238E27FC236}">
                    <a16:creationId xmlns:a16="http://schemas.microsoft.com/office/drawing/2014/main" id="{3F789A2A-09D0-392D-BA7C-1F90338938D1}"/>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294" name="ellipse_2556">
                <a:extLst>
                  <a:ext uri="{FF2B5EF4-FFF2-40B4-BE49-F238E27FC236}">
                    <a16:creationId xmlns:a16="http://schemas.microsoft.com/office/drawing/2014/main" id="{CDD4C285-88D5-EB92-4FF3-FBA259B28892}"/>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295" name="ellipse_2557">
                <a:extLst>
                  <a:ext uri="{FF2B5EF4-FFF2-40B4-BE49-F238E27FC236}">
                    <a16:creationId xmlns:a16="http://schemas.microsoft.com/office/drawing/2014/main" id="{036C5327-B2B8-9796-434A-27EAEA809D1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296" name="ellipse_2558">
                <a:extLst>
                  <a:ext uri="{FF2B5EF4-FFF2-40B4-BE49-F238E27FC236}">
                    <a16:creationId xmlns:a16="http://schemas.microsoft.com/office/drawing/2014/main" id="{4378DB49-3909-9476-9010-BB5A947A7C2A}"/>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97" name="ellipse_2559">
                <a:extLst>
                  <a:ext uri="{FF2B5EF4-FFF2-40B4-BE49-F238E27FC236}">
                    <a16:creationId xmlns:a16="http://schemas.microsoft.com/office/drawing/2014/main" id="{09D4CB75-D7FC-1A97-951D-9CD42B6CC4BF}"/>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98" name="ellipse_2560">
                <a:extLst>
                  <a:ext uri="{FF2B5EF4-FFF2-40B4-BE49-F238E27FC236}">
                    <a16:creationId xmlns:a16="http://schemas.microsoft.com/office/drawing/2014/main" id="{A7D5DCB9-A475-94C4-BF7C-287AB3E1BAFD}"/>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99" name="ellipse_2561">
                <a:extLst>
                  <a:ext uri="{FF2B5EF4-FFF2-40B4-BE49-F238E27FC236}">
                    <a16:creationId xmlns:a16="http://schemas.microsoft.com/office/drawing/2014/main" id="{0CA673BF-357C-B01C-31A9-9FB9B19F7DA6}"/>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0" name="ellipse_2562">
                <a:extLst>
                  <a:ext uri="{FF2B5EF4-FFF2-40B4-BE49-F238E27FC236}">
                    <a16:creationId xmlns:a16="http://schemas.microsoft.com/office/drawing/2014/main" id="{14D7837D-194C-E0A4-16A4-B5F8F1BBDC8D}"/>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01" name="ellipse_2563">
                <a:extLst>
                  <a:ext uri="{FF2B5EF4-FFF2-40B4-BE49-F238E27FC236}">
                    <a16:creationId xmlns:a16="http://schemas.microsoft.com/office/drawing/2014/main" id="{52EF51FB-802D-1292-5FE0-A46343ADBA16}"/>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02" name="ellipse_2564">
                <a:extLst>
                  <a:ext uri="{FF2B5EF4-FFF2-40B4-BE49-F238E27FC236}">
                    <a16:creationId xmlns:a16="http://schemas.microsoft.com/office/drawing/2014/main" id="{AA596AC5-44B7-562E-BE66-331758298370}"/>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303" name="ellipse_2565">
                <a:extLst>
                  <a:ext uri="{FF2B5EF4-FFF2-40B4-BE49-F238E27FC236}">
                    <a16:creationId xmlns:a16="http://schemas.microsoft.com/office/drawing/2014/main" id="{36782CF2-34EA-A5F7-ED53-7D6A038E7F34}"/>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1743" cap="rnd" cmpd="sng" algn="ctr">
                <a:noFill/>
                <a:prstDash val="solid"/>
                <a:round/>
                <a:headEnd type="none" w="med" len="med"/>
                <a:tailEnd type="none" w="med" len="med"/>
              </a:ln>
              <a:effectLst/>
            </p:spPr>
          </p:sp>
          <p:sp>
            <p:nvSpPr>
              <p:cNvPr id="304" name="ellipse_2566">
                <a:extLst>
                  <a:ext uri="{FF2B5EF4-FFF2-40B4-BE49-F238E27FC236}">
                    <a16:creationId xmlns:a16="http://schemas.microsoft.com/office/drawing/2014/main" id="{91F74E74-C2E5-F844-4C90-9158C8F7F24E}"/>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05" name="ellipse_2567">
                <a:extLst>
                  <a:ext uri="{FF2B5EF4-FFF2-40B4-BE49-F238E27FC236}">
                    <a16:creationId xmlns:a16="http://schemas.microsoft.com/office/drawing/2014/main" id="{30CC97B4-48A6-02D8-0F93-B2F921571F2C}"/>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6" name="ellipse_2568">
                <a:extLst>
                  <a:ext uri="{FF2B5EF4-FFF2-40B4-BE49-F238E27FC236}">
                    <a16:creationId xmlns:a16="http://schemas.microsoft.com/office/drawing/2014/main" id="{427C21BA-4F52-388F-8A08-05021637FE66}"/>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307" name="ellipse_2569">
                <a:extLst>
                  <a:ext uri="{FF2B5EF4-FFF2-40B4-BE49-F238E27FC236}">
                    <a16:creationId xmlns:a16="http://schemas.microsoft.com/office/drawing/2014/main" id="{202A57B2-4C56-8A50-B31E-918ED56AEA81}"/>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308" name="ellipse_2570">
                <a:extLst>
                  <a:ext uri="{FF2B5EF4-FFF2-40B4-BE49-F238E27FC236}">
                    <a16:creationId xmlns:a16="http://schemas.microsoft.com/office/drawing/2014/main" id="{F450F644-39EA-B580-690F-C2B43B177AA9}"/>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09" name="ellipse_2571">
                <a:extLst>
                  <a:ext uri="{FF2B5EF4-FFF2-40B4-BE49-F238E27FC236}">
                    <a16:creationId xmlns:a16="http://schemas.microsoft.com/office/drawing/2014/main" id="{04BDA40D-AF67-3544-4DB8-4D61A0831D23}"/>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10" name="ellipse_2572">
                <a:extLst>
                  <a:ext uri="{FF2B5EF4-FFF2-40B4-BE49-F238E27FC236}">
                    <a16:creationId xmlns:a16="http://schemas.microsoft.com/office/drawing/2014/main" id="{6FD6116B-B584-6C99-2635-006146E86C3A}"/>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311" name="ellipse_2573">
                <a:extLst>
                  <a:ext uri="{FF2B5EF4-FFF2-40B4-BE49-F238E27FC236}">
                    <a16:creationId xmlns:a16="http://schemas.microsoft.com/office/drawing/2014/main" id="{408C328A-DC76-75E1-2FC1-91AD0B00FAA2}"/>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2" name="ellipse_2574">
                <a:extLst>
                  <a:ext uri="{FF2B5EF4-FFF2-40B4-BE49-F238E27FC236}">
                    <a16:creationId xmlns:a16="http://schemas.microsoft.com/office/drawing/2014/main" id="{E4AA29BE-10CD-DD58-32D2-8B44264F3B03}"/>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13" name="ellipse_2575">
                <a:extLst>
                  <a:ext uri="{FF2B5EF4-FFF2-40B4-BE49-F238E27FC236}">
                    <a16:creationId xmlns:a16="http://schemas.microsoft.com/office/drawing/2014/main" id="{77F2D6ED-1157-A558-808E-36CB9FF125C4}"/>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314" name="ellipse_2576">
                <a:extLst>
                  <a:ext uri="{FF2B5EF4-FFF2-40B4-BE49-F238E27FC236}">
                    <a16:creationId xmlns:a16="http://schemas.microsoft.com/office/drawing/2014/main" id="{CD7AC9AE-9E63-1900-227E-81832A033440}"/>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315" name="ellipse_2577">
                <a:extLst>
                  <a:ext uri="{FF2B5EF4-FFF2-40B4-BE49-F238E27FC236}">
                    <a16:creationId xmlns:a16="http://schemas.microsoft.com/office/drawing/2014/main" id="{FC4B9BDD-1E64-62A4-931E-8BE8F4956F13}"/>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316" name="ellipse_2578">
                <a:extLst>
                  <a:ext uri="{FF2B5EF4-FFF2-40B4-BE49-F238E27FC236}">
                    <a16:creationId xmlns:a16="http://schemas.microsoft.com/office/drawing/2014/main" id="{E90A7BCF-BBFD-63AC-4DC2-F0400FA90659}"/>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17" name="ellipse_2579">
                <a:extLst>
                  <a:ext uri="{FF2B5EF4-FFF2-40B4-BE49-F238E27FC236}">
                    <a16:creationId xmlns:a16="http://schemas.microsoft.com/office/drawing/2014/main" id="{4CA60284-5726-C93A-3B96-4ADB5E0851CD}"/>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18" name="ellipse_2580">
                <a:extLst>
                  <a:ext uri="{FF2B5EF4-FFF2-40B4-BE49-F238E27FC236}">
                    <a16:creationId xmlns:a16="http://schemas.microsoft.com/office/drawing/2014/main" id="{02C998C6-D15B-4D3E-F65C-901603E718E2}"/>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9" name="ellipse_2581">
                <a:extLst>
                  <a:ext uri="{FF2B5EF4-FFF2-40B4-BE49-F238E27FC236}">
                    <a16:creationId xmlns:a16="http://schemas.microsoft.com/office/drawing/2014/main" id="{89A6ED92-C757-C6F6-B945-4BE2E2866F5C}"/>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0" name="ellipse_2582">
                <a:extLst>
                  <a:ext uri="{FF2B5EF4-FFF2-40B4-BE49-F238E27FC236}">
                    <a16:creationId xmlns:a16="http://schemas.microsoft.com/office/drawing/2014/main" id="{D5B36787-5D31-63F7-73E4-671D3E9D0003}"/>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321" name="ellipse_2583">
                <a:extLst>
                  <a:ext uri="{FF2B5EF4-FFF2-40B4-BE49-F238E27FC236}">
                    <a16:creationId xmlns:a16="http://schemas.microsoft.com/office/drawing/2014/main" id="{3CA56C3F-6592-2A93-F9E6-53959D44FCC5}"/>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322" name="ellipse_2584">
                <a:extLst>
                  <a:ext uri="{FF2B5EF4-FFF2-40B4-BE49-F238E27FC236}">
                    <a16:creationId xmlns:a16="http://schemas.microsoft.com/office/drawing/2014/main" id="{BF1413D5-2A2A-D768-79D7-116EC5F56505}"/>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3" name="ellipse_2585">
                <a:extLst>
                  <a:ext uri="{FF2B5EF4-FFF2-40B4-BE49-F238E27FC236}">
                    <a16:creationId xmlns:a16="http://schemas.microsoft.com/office/drawing/2014/main" id="{DC0E42FA-FFBC-0032-EEBE-AC23C2C8A18F}"/>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324" name="ellipse_2586">
                <a:extLst>
                  <a:ext uri="{FF2B5EF4-FFF2-40B4-BE49-F238E27FC236}">
                    <a16:creationId xmlns:a16="http://schemas.microsoft.com/office/drawing/2014/main" id="{D5C55BEC-D6E8-C8A4-8630-7F45F0BB57D2}"/>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25" name="ellipse_2587">
                <a:extLst>
                  <a:ext uri="{FF2B5EF4-FFF2-40B4-BE49-F238E27FC236}">
                    <a16:creationId xmlns:a16="http://schemas.microsoft.com/office/drawing/2014/main" id="{C0808DA2-649F-C26E-84AA-F0E33EFC7AFE}"/>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26" name="ellipse_2588">
                <a:extLst>
                  <a:ext uri="{FF2B5EF4-FFF2-40B4-BE49-F238E27FC236}">
                    <a16:creationId xmlns:a16="http://schemas.microsoft.com/office/drawing/2014/main" id="{29107B3C-1C57-DFFE-E1D0-E36792584C4A}"/>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327" name="ellipse_2589">
                <a:extLst>
                  <a:ext uri="{FF2B5EF4-FFF2-40B4-BE49-F238E27FC236}">
                    <a16:creationId xmlns:a16="http://schemas.microsoft.com/office/drawing/2014/main" id="{2CEAF87E-D6F6-42AD-E07A-770EF7AC154A}"/>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328" name="ellipse_2590">
                <a:extLst>
                  <a:ext uri="{FF2B5EF4-FFF2-40B4-BE49-F238E27FC236}">
                    <a16:creationId xmlns:a16="http://schemas.microsoft.com/office/drawing/2014/main" id="{C277D38E-B71B-37FE-B76B-E7CEDF17CC39}"/>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1743" cap="rnd" cmpd="sng" algn="ctr">
                <a:noFill/>
                <a:prstDash val="solid"/>
                <a:round/>
                <a:headEnd type="none" w="med" len="med"/>
                <a:tailEnd type="none" w="med" len="med"/>
              </a:ln>
              <a:effectLst/>
            </p:spPr>
          </p:sp>
          <p:sp>
            <p:nvSpPr>
              <p:cNvPr id="329" name="ellipse_2591">
                <a:extLst>
                  <a:ext uri="{FF2B5EF4-FFF2-40B4-BE49-F238E27FC236}">
                    <a16:creationId xmlns:a16="http://schemas.microsoft.com/office/drawing/2014/main" id="{5C5D75F6-3BFE-01B7-FAC9-0FE9C38DA789}"/>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30" name="ellipse_2592">
                <a:extLst>
                  <a:ext uri="{FF2B5EF4-FFF2-40B4-BE49-F238E27FC236}">
                    <a16:creationId xmlns:a16="http://schemas.microsoft.com/office/drawing/2014/main" id="{45E4E008-5C46-BA0E-38C4-A05788CDD8BF}"/>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331" name="ellipse_2593">
                <a:extLst>
                  <a:ext uri="{FF2B5EF4-FFF2-40B4-BE49-F238E27FC236}">
                    <a16:creationId xmlns:a16="http://schemas.microsoft.com/office/drawing/2014/main" id="{953775E4-20FB-6686-AA64-00A9EBB97126}"/>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2" name="ellipse_2594">
                <a:extLst>
                  <a:ext uri="{FF2B5EF4-FFF2-40B4-BE49-F238E27FC236}">
                    <a16:creationId xmlns:a16="http://schemas.microsoft.com/office/drawing/2014/main" id="{3F28BB9B-896D-933D-C8C4-5FF4AB72BB3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3" name="ellipse_2595">
                <a:extLst>
                  <a:ext uri="{FF2B5EF4-FFF2-40B4-BE49-F238E27FC236}">
                    <a16:creationId xmlns:a16="http://schemas.microsoft.com/office/drawing/2014/main" id="{369FC49F-F3C1-9361-482C-2D3F82CE8D95}"/>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4" name="ellipse_2596">
                <a:extLst>
                  <a:ext uri="{FF2B5EF4-FFF2-40B4-BE49-F238E27FC236}">
                    <a16:creationId xmlns:a16="http://schemas.microsoft.com/office/drawing/2014/main" id="{28872428-6A0B-EF19-253E-242AA15CBB05}"/>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1743" cap="rnd" cmpd="sng" algn="ctr">
                <a:noFill/>
                <a:prstDash val="solid"/>
                <a:round/>
                <a:headEnd type="none" w="med" len="med"/>
                <a:tailEnd type="none" w="med" len="med"/>
              </a:ln>
              <a:effectLst/>
            </p:spPr>
          </p:sp>
          <p:sp>
            <p:nvSpPr>
              <p:cNvPr id="335" name="ellipse_2597">
                <a:extLst>
                  <a:ext uri="{FF2B5EF4-FFF2-40B4-BE49-F238E27FC236}">
                    <a16:creationId xmlns:a16="http://schemas.microsoft.com/office/drawing/2014/main" id="{7E3D634A-DE46-4983-25A1-09E745B1FC39}"/>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36" name="ellipse_2598">
                <a:extLst>
                  <a:ext uri="{FF2B5EF4-FFF2-40B4-BE49-F238E27FC236}">
                    <a16:creationId xmlns:a16="http://schemas.microsoft.com/office/drawing/2014/main" id="{208125C0-72CA-275B-FB72-F553429AC006}"/>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37" name="ellipse_2599">
                <a:extLst>
                  <a:ext uri="{FF2B5EF4-FFF2-40B4-BE49-F238E27FC236}">
                    <a16:creationId xmlns:a16="http://schemas.microsoft.com/office/drawing/2014/main" id="{BAC57C4D-45D8-B3D0-7413-303B62B1EECC}"/>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8" name="ellipse_2600">
                <a:extLst>
                  <a:ext uri="{FF2B5EF4-FFF2-40B4-BE49-F238E27FC236}">
                    <a16:creationId xmlns:a16="http://schemas.microsoft.com/office/drawing/2014/main" id="{82CD3015-F894-BF2C-A919-4D7F1BCBADC0}"/>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339" name="ellipse_2601">
                <a:extLst>
                  <a:ext uri="{FF2B5EF4-FFF2-40B4-BE49-F238E27FC236}">
                    <a16:creationId xmlns:a16="http://schemas.microsoft.com/office/drawing/2014/main" id="{B53DDC9A-1BFA-12A8-12C0-A6C59A8AF631}"/>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grpSp>
        <p:grpSp>
          <p:nvGrpSpPr>
            <p:cNvPr id="340" name="Feature vector">
              <a:extLst>
                <a:ext uri="{FF2B5EF4-FFF2-40B4-BE49-F238E27FC236}">
                  <a16:creationId xmlns:a16="http://schemas.microsoft.com/office/drawing/2014/main" id="{A560D1CF-DAE6-BC3C-8BCA-8EBDA8CCF180}"/>
                </a:ext>
              </a:extLst>
            </p:cNvPr>
            <p:cNvGrpSpPr/>
            <p:nvPr/>
          </p:nvGrpSpPr>
          <p:grpSpPr>
            <a:xfrm>
              <a:off x="1047750" y="4781550"/>
              <a:ext cx="885825" cy="123825"/>
              <a:chOff x="1274580" y="3787605"/>
              <a:chExt cx="338355" cy="49275"/>
            </a:xfrm>
          </p:grpSpPr>
          <p:sp>
            <p:nvSpPr>
              <p:cNvPr id="341" name="feature_1">
                <a:extLst>
                  <a:ext uri="{FF2B5EF4-FFF2-40B4-BE49-F238E27FC236}">
                    <a16:creationId xmlns:a16="http://schemas.microsoft.com/office/drawing/2014/main" id="{456842E3-0AD2-2B74-4A68-2F620A14BF62}"/>
                  </a:ext>
                </a:extLst>
              </p:cNvPr>
              <p:cNvSpPr/>
              <p:nvPr/>
            </p:nvSpPr>
            <p:spPr>
              <a:xfrm>
                <a:off x="1274580"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2" name="feature_2">
                <a:extLst>
                  <a:ext uri="{FF2B5EF4-FFF2-40B4-BE49-F238E27FC236}">
                    <a16:creationId xmlns:a16="http://schemas.microsoft.com/office/drawing/2014/main" id="{E257A1D0-E262-2434-240A-924058543E42}"/>
                  </a:ext>
                </a:extLst>
              </p:cNvPr>
              <p:cNvSpPr/>
              <p:nvPr/>
            </p:nvSpPr>
            <p:spPr>
              <a:xfrm>
                <a:off x="1323386"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3" name="feature_3">
                <a:extLst>
                  <a:ext uri="{FF2B5EF4-FFF2-40B4-BE49-F238E27FC236}">
                    <a16:creationId xmlns:a16="http://schemas.microsoft.com/office/drawing/2014/main" id="{DC8740C6-4939-88C3-3E33-A546101172DE}"/>
                  </a:ext>
                </a:extLst>
              </p:cNvPr>
              <p:cNvSpPr/>
              <p:nvPr/>
            </p:nvSpPr>
            <p:spPr>
              <a:xfrm>
                <a:off x="1372191"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4" name="feature_4">
                <a:extLst>
                  <a:ext uri="{FF2B5EF4-FFF2-40B4-BE49-F238E27FC236}">
                    <a16:creationId xmlns:a16="http://schemas.microsoft.com/office/drawing/2014/main" id="{0E62A0FF-31C4-AC66-9157-5CB48D4008B3}"/>
                  </a:ext>
                </a:extLst>
              </p:cNvPr>
              <p:cNvSpPr/>
              <p:nvPr/>
            </p:nvSpPr>
            <p:spPr>
              <a:xfrm>
                <a:off x="1420997"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5" name="feature_5">
                <a:extLst>
                  <a:ext uri="{FF2B5EF4-FFF2-40B4-BE49-F238E27FC236}">
                    <a16:creationId xmlns:a16="http://schemas.microsoft.com/office/drawing/2014/main" id="{49542B0A-2559-4130-16DB-38C68896B0B7}"/>
                  </a:ext>
                </a:extLst>
              </p:cNvPr>
              <p:cNvSpPr/>
              <p:nvPr/>
            </p:nvSpPr>
            <p:spPr>
              <a:xfrm>
                <a:off x="1469803"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6" name="feature_6">
                <a:extLst>
                  <a:ext uri="{FF2B5EF4-FFF2-40B4-BE49-F238E27FC236}">
                    <a16:creationId xmlns:a16="http://schemas.microsoft.com/office/drawing/2014/main" id="{99C3E403-5EFD-7FBF-762E-0BE994BD05EB}"/>
                  </a:ext>
                </a:extLst>
              </p:cNvPr>
              <p:cNvSpPr/>
              <p:nvPr/>
            </p:nvSpPr>
            <p:spPr>
              <a:xfrm>
                <a:off x="1518609"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7" name="feature_7">
                <a:extLst>
                  <a:ext uri="{FF2B5EF4-FFF2-40B4-BE49-F238E27FC236}">
                    <a16:creationId xmlns:a16="http://schemas.microsoft.com/office/drawing/2014/main" id="{F9D7F0BE-3E1C-18E2-8C8F-DF1C870A483A}"/>
                  </a:ext>
                </a:extLst>
              </p:cNvPr>
              <p:cNvSpPr/>
              <p:nvPr/>
            </p:nvSpPr>
            <p:spPr>
              <a:xfrm>
                <a:off x="1567414" y="3787605"/>
                <a:ext cx="45521" cy="49275"/>
              </a:xfrm>
              <a:prstGeom prst="rect">
                <a:avLst/>
              </a:prstGeom>
              <a:solidFill>
                <a:srgbClr val="90C4B4"/>
              </a:solidFill>
              <a:ln w="4435" cap="rnd" cmpd="sng" algn="ctr">
                <a:noFill/>
                <a:prstDash val="solid"/>
                <a:round/>
                <a:headEnd type="none" w="med" len="med"/>
                <a:tailEnd type="none" w="med" len="med"/>
              </a:ln>
              <a:effectLst/>
            </p:spPr>
          </p:sp>
        </p:grpSp>
        <p:sp>
          <p:nvSpPr>
            <p:cNvPr id="348" name="Candidate blob | editable contour">
              <a:extLst>
                <a:ext uri="{FF2B5EF4-FFF2-40B4-BE49-F238E27FC236}">
                  <a16:creationId xmlns:a16="http://schemas.microsoft.com/office/drawing/2014/main" id="{DD152797-C49A-6F84-763F-2B8A80C79150}"/>
                </a:ext>
              </a:extLst>
            </p:cNvPr>
            <p:cNvSpPr/>
            <p:nvPr/>
          </p:nvSpPr>
          <p:spPr>
            <a:xfrm>
              <a:off x="2809875" y="4162425"/>
              <a:ext cx="723900" cy="4667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168" cap="rnd" cmpd="sng" algn="ctr">
              <a:solidFill>
                <a:srgbClr val="71A9D4"/>
              </a:solidFill>
              <a:prstDash val="solid"/>
              <a:round/>
              <a:headEnd type="none" w="med" len="med"/>
              <a:tailEnd type="none" w="med" len="med"/>
            </a:ln>
            <a:effectLst/>
          </p:spPr>
        </p:sp>
        <p:sp>
          <p:nvSpPr>
            <p:cNvPr id="349" name="ellipse_2612">
              <a:extLst>
                <a:ext uri="{FF2B5EF4-FFF2-40B4-BE49-F238E27FC236}">
                  <a16:creationId xmlns:a16="http://schemas.microsoft.com/office/drawing/2014/main" id="{054E2078-AECF-BEDC-52E3-044625A8D5D7}"/>
                </a:ext>
              </a:extLst>
            </p:cNvPr>
            <p:cNvSpPr/>
            <p:nvPr/>
          </p:nvSpPr>
          <p:spPr>
            <a:xfrm>
              <a:off x="2867025" y="4200525"/>
              <a:ext cx="381000" cy="161925"/>
            </a:xfrm>
            <a:prstGeom prst="ellipse">
              <a:avLst/>
            </a:prstGeom>
            <a:solidFill>
              <a:srgbClr val="FFFFFF">
                <a:alpha val="35000"/>
              </a:srgbClr>
            </a:solidFill>
            <a:ln w="3168" cap="rnd" cmpd="sng" algn="ctr">
              <a:noFill/>
              <a:prstDash val="solid"/>
              <a:round/>
              <a:headEnd type="none" w="med" len="med"/>
              <a:tailEnd type="none" w="med" len="med"/>
            </a:ln>
            <a:effectLst/>
          </p:spPr>
        </p:sp>
        <p:grpSp>
          <p:nvGrpSpPr>
            <p:cNvPr id="350" name="Pseudo-atom sampling points; no chemical bonds">
              <a:extLst>
                <a:ext uri="{FF2B5EF4-FFF2-40B4-BE49-F238E27FC236}">
                  <a16:creationId xmlns:a16="http://schemas.microsoft.com/office/drawing/2014/main" id="{EA6D3834-51AA-0EDB-5019-9107894EC30B}"/>
                </a:ext>
              </a:extLst>
            </p:cNvPr>
            <p:cNvGrpSpPr/>
            <p:nvPr/>
          </p:nvGrpSpPr>
          <p:grpSpPr>
            <a:xfrm>
              <a:off x="4324350" y="4152900"/>
              <a:ext cx="619125" cy="466725"/>
              <a:chOff x="2356083" y="3581646"/>
              <a:chExt cx="132815" cy="121377"/>
            </a:xfrm>
          </p:grpSpPr>
          <p:sp>
            <p:nvSpPr>
              <p:cNvPr id="351" name="Pseudo atom | small solid diamond">
                <a:extLst>
                  <a:ext uri="{FF2B5EF4-FFF2-40B4-BE49-F238E27FC236}">
                    <a16:creationId xmlns:a16="http://schemas.microsoft.com/office/drawing/2014/main" id="{2DCF19C2-FAD9-12F7-1170-0231010DD7C1}"/>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2" name="Pseudo atom | small solid diamond">
                <a:extLst>
                  <a:ext uri="{FF2B5EF4-FFF2-40B4-BE49-F238E27FC236}">
                    <a16:creationId xmlns:a16="http://schemas.microsoft.com/office/drawing/2014/main" id="{4893D1A7-6A1F-0FC3-8271-EB9C49BD24DC}"/>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3" name="Pseudo atom | small solid diamond">
                <a:extLst>
                  <a:ext uri="{FF2B5EF4-FFF2-40B4-BE49-F238E27FC236}">
                    <a16:creationId xmlns:a16="http://schemas.microsoft.com/office/drawing/2014/main" id="{E1DFD2F0-447E-7173-90E0-F66005707545}"/>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4" name="Pseudo atom | small solid diamond">
                <a:extLst>
                  <a:ext uri="{FF2B5EF4-FFF2-40B4-BE49-F238E27FC236}">
                    <a16:creationId xmlns:a16="http://schemas.microsoft.com/office/drawing/2014/main" id="{2086D97D-8B8C-FF48-D6E3-C34611205208}"/>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5" name="Pseudo atom | small solid diamond">
                <a:extLst>
                  <a:ext uri="{FF2B5EF4-FFF2-40B4-BE49-F238E27FC236}">
                    <a16:creationId xmlns:a16="http://schemas.microsoft.com/office/drawing/2014/main" id="{F51D1AF9-A78D-ED4C-053C-710E0A9A3C36}"/>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6" name="Pseudo atom | small solid diamond">
                <a:extLst>
                  <a:ext uri="{FF2B5EF4-FFF2-40B4-BE49-F238E27FC236}">
                    <a16:creationId xmlns:a16="http://schemas.microsoft.com/office/drawing/2014/main" id="{C59EAD2E-876D-22B8-4EFC-04CF857179C6}"/>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7" name="Pseudo atom | small solid diamond">
                <a:extLst>
                  <a:ext uri="{FF2B5EF4-FFF2-40B4-BE49-F238E27FC236}">
                    <a16:creationId xmlns:a16="http://schemas.microsoft.com/office/drawing/2014/main" id="{757A4101-0737-DD60-BDFB-88358D6A3D06}"/>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8" name="Pseudo atom | small solid diamond">
                <a:extLst>
                  <a:ext uri="{FF2B5EF4-FFF2-40B4-BE49-F238E27FC236}">
                    <a16:creationId xmlns:a16="http://schemas.microsoft.com/office/drawing/2014/main" id="{AC71C9C7-3FA7-D82E-30ED-AE0089B220E8}"/>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9" name="Pseudo atom | small solid diamond">
                <a:extLst>
                  <a:ext uri="{FF2B5EF4-FFF2-40B4-BE49-F238E27FC236}">
                    <a16:creationId xmlns:a16="http://schemas.microsoft.com/office/drawing/2014/main" id="{3BE552A0-8510-E494-CF88-1B9C854BB1E4}"/>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60" name="Pseudo atom | small solid diamond">
                <a:extLst>
                  <a:ext uri="{FF2B5EF4-FFF2-40B4-BE49-F238E27FC236}">
                    <a16:creationId xmlns:a16="http://schemas.microsoft.com/office/drawing/2014/main" id="{5712722E-EDB1-CCB6-322A-9A113FB270A7}"/>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grpSp>
        <p:grpSp>
          <p:nvGrpSpPr>
            <p:cNvPr id="361" name="Candidate representation h_j">
              <a:extLst>
                <a:ext uri="{FF2B5EF4-FFF2-40B4-BE49-F238E27FC236}">
                  <a16:creationId xmlns:a16="http://schemas.microsoft.com/office/drawing/2014/main" id="{E808B083-4417-1771-308C-398A37FB7F8E}"/>
                </a:ext>
              </a:extLst>
            </p:cNvPr>
            <p:cNvGrpSpPr/>
            <p:nvPr/>
          </p:nvGrpSpPr>
          <p:grpSpPr>
            <a:xfrm>
              <a:off x="5133975" y="7753350"/>
              <a:ext cx="1257300" cy="238125"/>
              <a:chOff x="2641140" y="4746825"/>
              <a:chExt cx="397485" cy="72270"/>
            </a:xfrm>
          </p:grpSpPr>
          <p:sp>
            <p:nvSpPr>
              <p:cNvPr id="362"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363"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364"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365"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366"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367"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368"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grpSp>
          <p:nvGrpSpPr>
            <p:cNvPr id="369" name="Own molecular graph | preserved original"/>
            <p:cNvGrpSpPr/>
            <p:nvPr/>
          </p:nvGrpSpPr>
          <p:grpSpPr>
            <a:xfrm>
              <a:off x="7534275" y="3676650"/>
              <a:ext cx="847725" cy="581025"/>
              <a:chOff x="2933657" y="2962431"/>
              <a:chExt cx="311024" cy="187573"/>
            </a:xfrm>
          </p:grpSpPr>
          <p:cxnSp>
            <p:nvCxnSpPr>
              <p:cNvPr id="370" name="path_2698">
                <a:extLst>
                  <a:ext uri="{FF2B5EF4-FFF2-40B4-BE49-F238E27FC236}">
                    <a16:creationId xmlns:a16="http://schemas.microsoft.com/office/drawing/2014/main" id="{8247B682-DEF3-2B20-99DE-4A7500B6FA44}"/>
                  </a:ext>
                </a:extLst>
              </p:cNvPr>
              <p:cNvCxnSpPr/>
              <p:nvPr/>
            </p:nvCxnSpPr>
            <p:spPr>
              <a:xfrm flipV="1">
                <a:off x="2948439" y="2977214"/>
                <a:ext cx="63663" cy="70463"/>
              </a:xfrm>
              <a:prstGeom prst="line">
                <a:avLst/>
              </a:prstGeom>
              <a:noFill/>
              <a:ln w="5069" cap="rnd" cmpd="sng" algn="ctr">
                <a:solidFill>
                  <a:srgbClr val="238777"/>
                </a:solidFill>
                <a:prstDash val="solid"/>
                <a:round/>
                <a:headEnd type="none" w="med" len="med"/>
                <a:tailEnd type="none" w="med" len="med"/>
              </a:ln>
              <a:effectLst/>
            </p:spPr>
          </p:cxnSp>
          <p:cxnSp>
            <p:nvCxnSpPr>
              <p:cNvPr id="371" name="path_2699">
                <a:extLst>
                  <a:ext uri="{FF2B5EF4-FFF2-40B4-BE49-F238E27FC236}">
                    <a16:creationId xmlns:a16="http://schemas.microsoft.com/office/drawing/2014/main" id="{25EDF8BE-8730-F586-6CCC-BA81F22BBBCE}"/>
                  </a:ext>
                </a:extLst>
              </p:cNvPr>
              <p:cNvCxnSpPr/>
              <p:nvPr/>
            </p:nvCxnSpPr>
            <p:spPr>
              <a:xfrm>
                <a:off x="3012103" y="2977214"/>
                <a:ext cx="113924" cy="14947"/>
              </a:xfrm>
              <a:prstGeom prst="line">
                <a:avLst/>
              </a:prstGeom>
              <a:noFill/>
              <a:ln w="5069" cap="rnd" cmpd="sng" algn="ctr">
                <a:solidFill>
                  <a:srgbClr val="238777"/>
                </a:solidFill>
                <a:prstDash val="solid"/>
                <a:round/>
                <a:headEnd type="none" w="med" len="med"/>
                <a:tailEnd type="none" w="med" len="med"/>
              </a:ln>
              <a:effectLst/>
            </p:spPr>
          </p:cxnSp>
          <p:cxnSp>
            <p:nvCxnSpPr>
              <p:cNvPr id="372" name="path_2700">
                <a:extLst>
                  <a:ext uri="{FF2B5EF4-FFF2-40B4-BE49-F238E27FC236}">
                    <a16:creationId xmlns:a16="http://schemas.microsoft.com/office/drawing/2014/main" id="{26F6E1AF-D690-BF17-385C-6DE93B05ACD6}"/>
                  </a:ext>
                </a:extLst>
              </p:cNvPr>
              <p:cNvCxnSpPr/>
              <p:nvPr/>
            </p:nvCxnSpPr>
            <p:spPr>
              <a:xfrm>
                <a:off x="3126026" y="2992160"/>
                <a:ext cx="73715" cy="64058"/>
              </a:xfrm>
              <a:prstGeom prst="line">
                <a:avLst/>
              </a:prstGeom>
              <a:noFill/>
              <a:ln w="5069" cap="rnd" cmpd="sng" algn="ctr">
                <a:solidFill>
                  <a:srgbClr val="238777"/>
                </a:solidFill>
                <a:prstDash val="solid"/>
                <a:round/>
                <a:headEnd type="none" w="med" len="med"/>
                <a:tailEnd type="none" w="med" len="med"/>
              </a:ln>
              <a:effectLst/>
            </p:spPr>
          </p:cxnSp>
          <p:cxnSp>
            <p:nvCxnSpPr>
              <p:cNvPr id="373" name="path_2701">
                <a:extLst>
                  <a:ext uri="{FF2B5EF4-FFF2-40B4-BE49-F238E27FC236}">
                    <a16:creationId xmlns:a16="http://schemas.microsoft.com/office/drawing/2014/main" id="{D06CDC23-C46F-205E-F21F-F1B136635C33}"/>
                  </a:ext>
                </a:extLst>
              </p:cNvPr>
              <p:cNvCxnSpPr/>
              <p:nvPr/>
            </p:nvCxnSpPr>
            <p:spPr>
              <a:xfrm flipH="1">
                <a:off x="3129377" y="3056218"/>
                <a:ext cx="70365" cy="79004"/>
              </a:xfrm>
              <a:prstGeom prst="line">
                <a:avLst/>
              </a:prstGeom>
              <a:noFill/>
              <a:ln w="5069" cap="rnd" cmpd="sng" algn="ctr">
                <a:solidFill>
                  <a:srgbClr val="238777"/>
                </a:solidFill>
                <a:prstDash val="solid"/>
                <a:round/>
                <a:headEnd type="none" w="med" len="med"/>
                <a:tailEnd type="none" w="med" len="med"/>
              </a:ln>
              <a:effectLst/>
            </p:spPr>
          </p:cxnSp>
          <p:cxnSp>
            <p:nvCxnSpPr>
              <p:cNvPr id="374" name="path_2702">
                <a:extLst>
                  <a:ext uri="{FF2B5EF4-FFF2-40B4-BE49-F238E27FC236}">
                    <a16:creationId xmlns:a16="http://schemas.microsoft.com/office/drawing/2014/main" id="{FE67C821-2D25-0458-A234-F3F1DD54719C}"/>
                  </a:ext>
                </a:extLst>
              </p:cNvPr>
              <p:cNvCxnSpPr/>
              <p:nvPr/>
            </p:nvCxnSpPr>
            <p:spPr>
              <a:xfrm flipH="1" flipV="1">
                <a:off x="3012103" y="3116005"/>
                <a:ext cx="117275" cy="19217"/>
              </a:xfrm>
              <a:prstGeom prst="line">
                <a:avLst/>
              </a:prstGeom>
              <a:noFill/>
              <a:ln w="5069" cap="rnd" cmpd="sng" algn="ctr">
                <a:solidFill>
                  <a:srgbClr val="238777"/>
                </a:solidFill>
                <a:prstDash val="solid"/>
                <a:round/>
                <a:headEnd type="none" w="med" len="med"/>
                <a:tailEnd type="none" w="med" len="med"/>
              </a:ln>
              <a:effectLst/>
            </p:spPr>
          </p:cxnSp>
          <p:cxnSp>
            <p:nvCxnSpPr>
              <p:cNvPr id="375" name="path_2703">
                <a:extLst>
                  <a:ext uri="{FF2B5EF4-FFF2-40B4-BE49-F238E27FC236}">
                    <a16:creationId xmlns:a16="http://schemas.microsoft.com/office/drawing/2014/main" id="{2C25DEAD-FEDD-52AE-A649-F265E8FD2EC6}"/>
                  </a:ext>
                </a:extLst>
              </p:cNvPr>
              <p:cNvCxnSpPr/>
              <p:nvPr/>
            </p:nvCxnSpPr>
            <p:spPr>
              <a:xfrm flipH="1" flipV="1">
                <a:off x="2948439" y="3047677"/>
                <a:ext cx="63663" cy="68328"/>
              </a:xfrm>
              <a:prstGeom prst="line">
                <a:avLst/>
              </a:prstGeom>
              <a:noFill/>
              <a:ln w="5069" cap="rnd" cmpd="sng" algn="ctr">
                <a:solidFill>
                  <a:srgbClr val="238777"/>
                </a:solidFill>
                <a:prstDash val="solid"/>
                <a:round/>
                <a:headEnd type="none" w="med" len="med"/>
                <a:tailEnd type="none" w="med" len="med"/>
              </a:ln>
              <a:effectLst/>
            </p:spPr>
          </p:cxnSp>
          <p:cxnSp>
            <p:nvCxnSpPr>
              <p:cNvPr id="376" name="path_2704">
                <a:extLst>
                  <a:ext uri="{FF2B5EF4-FFF2-40B4-BE49-F238E27FC236}">
                    <a16:creationId xmlns:a16="http://schemas.microsoft.com/office/drawing/2014/main" id="{042ECEFF-3406-0DD7-1457-1907F31C43DA}"/>
                  </a:ext>
                </a:extLst>
              </p:cNvPr>
              <p:cNvCxnSpPr/>
              <p:nvPr/>
            </p:nvCxnSpPr>
            <p:spPr>
              <a:xfrm flipV="1">
                <a:off x="3126026" y="2985754"/>
                <a:ext cx="103872" cy="6406"/>
              </a:xfrm>
              <a:prstGeom prst="line">
                <a:avLst/>
              </a:prstGeom>
              <a:noFill/>
              <a:ln w="5069" cap="rnd" cmpd="sng" algn="ctr">
                <a:solidFill>
                  <a:srgbClr val="238777"/>
                </a:solidFill>
                <a:prstDash val="solid"/>
                <a:round/>
                <a:headEnd type="none" w="med" len="med"/>
                <a:tailEnd type="none" w="med" len="med"/>
              </a:ln>
              <a:effectLst/>
            </p:spPr>
          </p:cxnSp>
          <p:sp>
            <p:nvSpPr>
              <p:cNvPr id="377" name="ellipse_2705">
                <a:extLst>
                  <a:ext uri="{FF2B5EF4-FFF2-40B4-BE49-F238E27FC236}">
                    <a16:creationId xmlns:a16="http://schemas.microsoft.com/office/drawing/2014/main" id="{64A3024B-540B-6C35-7E80-907181C7D606}"/>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8" name="ellipse_2706">
                <a:extLst>
                  <a:ext uri="{FF2B5EF4-FFF2-40B4-BE49-F238E27FC236}">
                    <a16:creationId xmlns:a16="http://schemas.microsoft.com/office/drawing/2014/main" id="{A60D2CB6-5D70-A2D3-513C-5C0416711579}"/>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9" name="ellipse_2707">
                <a:extLst>
                  <a:ext uri="{FF2B5EF4-FFF2-40B4-BE49-F238E27FC236}">
                    <a16:creationId xmlns:a16="http://schemas.microsoft.com/office/drawing/2014/main" id="{E22DDDF6-F5C6-EAD0-7C6C-CE2538C6D2B5}"/>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0" name="ellipse_2708">
                <a:extLst>
                  <a:ext uri="{FF2B5EF4-FFF2-40B4-BE49-F238E27FC236}">
                    <a16:creationId xmlns:a16="http://schemas.microsoft.com/office/drawing/2014/main" id="{05FB74E9-A01D-5EC3-FBA8-890B0A2C9630}"/>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1" name="ellipse_2709">
                <a:extLst>
                  <a:ext uri="{FF2B5EF4-FFF2-40B4-BE49-F238E27FC236}">
                    <a16:creationId xmlns:a16="http://schemas.microsoft.com/office/drawing/2014/main" id="{547FEFFA-12B2-C3D0-57F9-7B673B35816F}"/>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2" name="ellipse_2710">
                <a:extLst>
                  <a:ext uri="{FF2B5EF4-FFF2-40B4-BE49-F238E27FC236}">
                    <a16:creationId xmlns:a16="http://schemas.microsoft.com/office/drawing/2014/main" id="{97D3BE81-F0B1-0BB3-339A-8559E3C522E4}"/>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3" name="ellipse_2711">
                <a:extLst>
                  <a:ext uri="{FF2B5EF4-FFF2-40B4-BE49-F238E27FC236}">
                    <a16:creationId xmlns:a16="http://schemas.microsoft.com/office/drawing/2014/main" id="{7CD12097-1C5B-0233-090C-7479C3BE8EB5}"/>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grpSp>
        <p:grpSp>
          <p:nvGrpSpPr>
            <p:cNvPr id="384" name="Language vector v_k">
              <a:extLst>
                <a:ext uri="{FF2B5EF4-FFF2-40B4-BE49-F238E27FC236}">
                  <a16:creationId xmlns:a16="http://schemas.microsoft.com/office/drawing/2014/main" id="{581DCD05-3DE1-0842-01CE-4207D1A743B0}"/>
                </a:ext>
              </a:extLst>
            </p:cNvPr>
            <p:cNvGrpSpPr/>
            <p:nvPr/>
          </p:nvGrpSpPr>
          <p:grpSpPr>
            <a:xfrm>
              <a:off x="11744325" y="4819650"/>
              <a:ext cx="1181100" cy="114300"/>
              <a:chOff x="3942000" y="3774465"/>
              <a:chExt cx="338355" cy="75555"/>
            </a:xfrm>
          </p:grpSpPr>
          <p:sp>
            <p:nvSpPr>
              <p:cNvPr id="385"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88AAC7"/>
              </a:solidFill>
              <a:ln w="4435" cap="rnd" cmpd="sng" algn="ctr">
                <a:noFill/>
                <a:prstDash val="solid"/>
                <a:round/>
                <a:headEnd type="none" w="med" len="med"/>
                <a:tailEnd type="none" w="med" len="med"/>
              </a:ln>
              <a:effectLst/>
            </p:spPr>
          </p:sp>
          <p:sp>
            <p:nvSpPr>
              <p:cNvPr id="386"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98BB"/>
              </a:solidFill>
              <a:ln w="4435" cap="rnd" cmpd="sng" algn="ctr">
                <a:noFill/>
                <a:prstDash val="solid"/>
                <a:round/>
                <a:headEnd type="none" w="med" len="med"/>
                <a:tailEnd type="none" w="med" len="med"/>
              </a:ln>
              <a:effectLst/>
            </p:spPr>
          </p:sp>
          <p:sp>
            <p:nvSpPr>
              <p:cNvPr id="387"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AC2D6"/>
              </a:solidFill>
              <a:ln w="4435" cap="rnd" cmpd="sng" algn="ctr">
                <a:noFill/>
                <a:prstDash val="solid"/>
                <a:round/>
                <a:headEnd type="none" w="med" len="med"/>
                <a:tailEnd type="none" w="med" len="med"/>
              </a:ln>
              <a:effectLst/>
            </p:spPr>
          </p:sp>
          <p:sp>
            <p:nvSpPr>
              <p:cNvPr id="388"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507FA8"/>
              </a:solidFill>
              <a:ln w="4435" cap="rnd" cmpd="sng" algn="ctr">
                <a:noFill/>
                <a:prstDash val="solid"/>
                <a:round/>
                <a:headEnd type="none" w="med" len="med"/>
                <a:tailEnd type="none" w="med" len="med"/>
              </a:ln>
              <a:effectLst/>
            </p:spPr>
          </p:sp>
          <p:sp>
            <p:nvSpPr>
              <p:cNvPr id="389"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BFD2E1"/>
              </a:solidFill>
              <a:ln w="4435" cap="rnd" cmpd="sng" algn="ctr">
                <a:noFill/>
                <a:prstDash val="solid"/>
                <a:round/>
                <a:headEnd type="none" w="med" len="med"/>
                <a:tailEnd type="none" w="med" len="med"/>
              </a:ln>
              <a:effectLst/>
            </p:spPr>
          </p:sp>
          <p:sp>
            <p:nvSpPr>
              <p:cNvPr id="390"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739DBF"/>
              </a:solidFill>
              <a:ln w="4435" cap="rnd" cmpd="sng" algn="ctr">
                <a:noFill/>
                <a:prstDash val="solid"/>
                <a:round/>
                <a:headEnd type="none" w="med" len="med"/>
                <a:tailEnd type="none" w="med" len="med"/>
              </a:ln>
              <a:effectLst/>
            </p:spPr>
          </p:sp>
          <p:sp>
            <p:nvSpPr>
              <p:cNvPr id="391"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96B8D0"/>
              </a:solidFill>
              <a:ln w="4435" cap="rnd" cmpd="sng" algn="ctr">
                <a:noFill/>
                <a:prstDash val="solid"/>
                <a:round/>
                <a:headEnd type="none" w="med" len="med"/>
                <a:tailEnd type="none" w="med" len="med"/>
              </a:ln>
              <a:effectLst/>
            </p:spPr>
          </p:sp>
        </p:grpSp>
        <p:grpSp>
          <p:nvGrpSpPr>
            <p:cNvPr id="392" name="Language vector v_k">
              <a:extLst>
                <a:ext uri="{FF2B5EF4-FFF2-40B4-BE49-F238E27FC236}">
                  <a16:creationId xmlns:a16="http://schemas.microsoft.com/office/drawing/2014/main" id="{581DCD05-3DE1-0842-01CE-4207D1A743B0}"/>
                </a:ext>
              </a:extLst>
            </p:cNvPr>
            <p:cNvGrpSpPr/>
            <p:nvPr/>
          </p:nvGrpSpPr>
          <p:grpSpPr>
            <a:xfrm>
              <a:off x="11744325" y="4991100"/>
              <a:ext cx="1181100" cy="130419"/>
              <a:chOff x="3942000" y="3774465"/>
              <a:chExt cx="338355" cy="75555"/>
            </a:xfrm>
          </p:grpSpPr>
          <p:sp>
            <p:nvSpPr>
              <p:cNvPr id="393"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C6A56F"/>
              </a:solidFill>
              <a:ln w="4435" cap="rnd" cmpd="sng" algn="ctr">
                <a:noFill/>
                <a:prstDash val="solid"/>
                <a:round/>
                <a:headEnd type="none" w="med" len="med"/>
                <a:tailEnd type="none" w="med" len="med"/>
              </a:ln>
              <a:effectLst/>
            </p:spPr>
          </p:sp>
          <p:sp>
            <p:nvSpPr>
              <p:cNvPr id="394"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AF8A50"/>
              </a:solidFill>
              <a:ln w="4435" cap="rnd" cmpd="sng" algn="ctr">
                <a:noFill/>
                <a:prstDash val="solid"/>
                <a:round/>
                <a:headEnd type="none" w="med" len="med"/>
                <a:tailEnd type="none" w="med" len="med"/>
              </a:ln>
              <a:effectLst/>
            </p:spPr>
          </p:sp>
          <p:sp>
            <p:nvSpPr>
              <p:cNvPr id="395"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DDC6A3"/>
              </a:solidFill>
              <a:ln w="4435" cap="rnd" cmpd="sng" algn="ctr">
                <a:noFill/>
                <a:prstDash val="solid"/>
                <a:round/>
                <a:headEnd type="none" w="med" len="med"/>
                <a:tailEnd type="none" w="med" len="med"/>
              </a:ln>
              <a:effectLst/>
            </p:spPr>
          </p:sp>
          <p:sp>
            <p:nvSpPr>
              <p:cNvPr id="396"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F9A62"/>
              </a:solidFill>
              <a:ln w="4435" cap="rnd" cmpd="sng" algn="ctr">
                <a:noFill/>
                <a:prstDash val="solid"/>
                <a:round/>
                <a:headEnd type="none" w="med" len="med"/>
                <a:tailEnd type="none" w="med" len="med"/>
              </a:ln>
              <a:effectLst/>
            </p:spPr>
          </p:sp>
          <p:sp>
            <p:nvSpPr>
              <p:cNvPr id="397"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E5D4B7"/>
              </a:solidFill>
              <a:ln w="4435" cap="rnd" cmpd="sng" algn="ctr">
                <a:noFill/>
                <a:prstDash val="solid"/>
                <a:round/>
                <a:headEnd type="none" w="med" len="med"/>
                <a:tailEnd type="none" w="med" len="med"/>
              </a:ln>
              <a:effectLst/>
            </p:spPr>
          </p:sp>
          <p:sp>
            <p:nvSpPr>
              <p:cNvPr id="398"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D8241"/>
              </a:solidFill>
              <a:ln w="4435" cap="rnd" cmpd="sng" algn="ctr">
                <a:noFill/>
                <a:prstDash val="solid"/>
                <a:round/>
                <a:headEnd type="none" w="med" len="med"/>
                <a:tailEnd type="none" w="med" len="med"/>
              </a:ln>
              <a:effectLst/>
            </p:spPr>
          </p:sp>
          <p:sp>
            <p:nvSpPr>
              <p:cNvPr id="399"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D5B887"/>
              </a:solidFill>
              <a:ln w="4435" cap="rnd" cmpd="sng" algn="ctr">
                <a:noFill/>
                <a:prstDash val="solid"/>
                <a:round/>
                <a:headEnd type="none" w="med" len="med"/>
                <a:tailEnd type="none" w="med" len="med"/>
              </a:ln>
              <a:effectLst/>
            </p:spPr>
          </p:sp>
        </p:grpSp>
        <p:grpSp>
          <p:nvGrpSpPr>
            <p:cNvPr id="400" name="Language vector v_k">
              <a:extLst>
                <a:ext uri="{FF2B5EF4-FFF2-40B4-BE49-F238E27FC236}">
                  <a16:creationId xmlns:a16="http://schemas.microsoft.com/office/drawing/2014/main" id="{581DCD05-3DE1-0842-01CE-4207D1A743B0}"/>
                </a:ext>
              </a:extLst>
            </p:cNvPr>
            <p:cNvGrpSpPr/>
            <p:nvPr/>
          </p:nvGrpSpPr>
          <p:grpSpPr>
            <a:xfrm>
              <a:off x="11744325" y="5187462"/>
              <a:ext cx="1181100" cy="164228"/>
              <a:chOff x="3942000" y="3774465"/>
              <a:chExt cx="338355" cy="75555"/>
            </a:xfrm>
          </p:grpSpPr>
          <p:sp>
            <p:nvSpPr>
              <p:cNvPr id="401"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A796B9"/>
              </a:solidFill>
              <a:ln w="4435" cap="rnd" cmpd="sng" algn="ctr">
                <a:noFill/>
                <a:prstDash val="solid"/>
                <a:round/>
                <a:headEnd type="none" w="med" len="med"/>
                <a:tailEnd type="none" w="med" len="med"/>
              </a:ln>
              <a:effectLst/>
            </p:spPr>
          </p:sp>
          <p:sp>
            <p:nvSpPr>
              <p:cNvPr id="402"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C4B5D0"/>
              </a:solidFill>
              <a:ln w="4435" cap="rnd" cmpd="sng" algn="ctr">
                <a:noFill/>
                <a:prstDash val="solid"/>
                <a:round/>
                <a:headEnd type="none" w="med" len="med"/>
                <a:tailEnd type="none" w="med" len="med"/>
              </a:ln>
              <a:effectLst/>
            </p:spPr>
          </p:sp>
          <p:sp>
            <p:nvSpPr>
              <p:cNvPr id="403"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8F79A4"/>
              </a:solidFill>
              <a:ln w="4435" cap="rnd" cmpd="sng" algn="ctr">
                <a:noFill/>
                <a:prstDash val="solid"/>
                <a:round/>
                <a:headEnd type="none" w="med" len="med"/>
                <a:tailEnd type="none" w="med" len="med"/>
              </a:ln>
              <a:effectLst/>
            </p:spPr>
          </p:sp>
          <p:sp>
            <p:nvSpPr>
              <p:cNvPr id="404"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2A0C1"/>
              </a:solidFill>
              <a:ln w="4435" cap="rnd" cmpd="sng" algn="ctr">
                <a:noFill/>
                <a:prstDash val="solid"/>
                <a:round/>
                <a:headEnd type="none" w="med" len="med"/>
                <a:tailEnd type="none" w="med" len="med"/>
              </a:ln>
              <a:effectLst/>
            </p:spPr>
          </p:sp>
          <p:sp>
            <p:nvSpPr>
              <p:cNvPr id="405"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D6CBE0"/>
              </a:solidFill>
              <a:ln w="4435" cap="rnd" cmpd="sng" algn="ctr">
                <a:noFill/>
                <a:prstDash val="solid"/>
                <a:round/>
                <a:headEnd type="none" w="med" len="med"/>
                <a:tailEnd type="none" w="med" len="med"/>
              </a:ln>
              <a:effectLst/>
            </p:spPr>
          </p:sp>
          <p:sp>
            <p:nvSpPr>
              <p:cNvPr id="406"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68AB9"/>
              </a:solidFill>
              <a:ln w="4435" cap="rnd" cmpd="sng" algn="ctr">
                <a:noFill/>
                <a:prstDash val="solid"/>
                <a:round/>
                <a:headEnd type="none" w="med" len="med"/>
                <a:tailEnd type="none" w="med" len="med"/>
              </a:ln>
              <a:effectLst/>
            </p:spPr>
          </p:sp>
          <p:sp>
            <p:nvSpPr>
              <p:cNvPr id="407"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BBA8CC"/>
              </a:solidFill>
              <a:ln w="4435" cap="rnd" cmpd="sng" algn="ctr">
                <a:noFill/>
                <a:prstDash val="solid"/>
                <a:round/>
                <a:headEnd type="none" w="med" len="med"/>
                <a:tailEnd type="none" w="med" len="med"/>
              </a:ln>
              <a:effectLst/>
            </p:spPr>
          </p:sp>
        </p:grpSp>
        <p:grpSp>
          <p:nvGrpSpPr>
            <p:cNvPr id="408" name="Language vector v_k">
              <a:extLst>
                <a:ext uri="{FF2B5EF4-FFF2-40B4-BE49-F238E27FC236}">
                  <a16:creationId xmlns:a16="http://schemas.microsoft.com/office/drawing/2014/main" id="{581DCD05-3DE1-0842-01CE-4207D1A743B0}"/>
                </a:ext>
              </a:extLst>
            </p:cNvPr>
            <p:cNvGrpSpPr/>
            <p:nvPr/>
          </p:nvGrpSpPr>
          <p:grpSpPr>
            <a:xfrm>
              <a:off x="9572625" y="6038850"/>
              <a:ext cx="1143000" cy="190500"/>
              <a:chOff x="3942000" y="3774465"/>
              <a:chExt cx="338355" cy="75555"/>
            </a:xfrm>
          </p:grpSpPr>
          <p:sp>
            <p:nvSpPr>
              <p:cNvPr id="409"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0"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1"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DD8CA"/>
              </a:solidFill>
              <a:ln w="4435" cap="rnd" cmpd="sng" algn="ctr">
                <a:noFill/>
                <a:prstDash val="solid"/>
                <a:round/>
                <a:headEnd type="none" w="med" len="med"/>
                <a:tailEnd type="none" w="med" len="med"/>
              </a:ln>
              <a:effectLst/>
            </p:spPr>
          </p:sp>
          <p:sp>
            <p:nvSpPr>
              <p:cNvPr id="412"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CBE7DC"/>
              </a:solidFill>
              <a:ln w="4435" cap="rnd" cmpd="sng" algn="ctr">
                <a:noFill/>
                <a:prstDash val="solid"/>
                <a:round/>
                <a:headEnd type="none" w="med" len="med"/>
                <a:tailEnd type="none" w="med" len="med"/>
              </a:ln>
              <a:effectLst/>
            </p:spPr>
          </p:sp>
          <p:sp>
            <p:nvSpPr>
              <p:cNvPr id="413"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4"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5"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ADD8CA"/>
              </a:solidFill>
              <a:ln w="4435" cap="rnd" cmpd="sng" algn="ctr">
                <a:noFill/>
                <a:prstDash val="solid"/>
                <a:round/>
                <a:headEnd type="none" w="med" len="med"/>
                <a:tailEnd type="none" w="med" len="med"/>
              </a:ln>
              <a:effectLst/>
            </p:spPr>
          </p:sp>
        </p:grpSp>
        <p:grpSp>
          <p:nvGrpSpPr>
            <p:cNvPr id="416" name="Candidate representation h_j">
              <a:extLst>
                <a:ext uri="{FF2B5EF4-FFF2-40B4-BE49-F238E27FC236}">
                  <a16:creationId xmlns:a16="http://schemas.microsoft.com/office/drawing/2014/main" id="{E808B083-4417-1771-308C-398A37FB7F8E}"/>
                </a:ext>
              </a:extLst>
            </p:cNvPr>
            <p:cNvGrpSpPr/>
            <p:nvPr/>
          </p:nvGrpSpPr>
          <p:grpSpPr>
            <a:xfrm>
              <a:off x="9515475" y="7753350"/>
              <a:ext cx="1257300" cy="238125"/>
              <a:chOff x="2641140" y="4746825"/>
              <a:chExt cx="397485" cy="72270"/>
            </a:xfrm>
          </p:grpSpPr>
          <p:sp>
            <p:nvSpPr>
              <p:cNvPr id="417"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418"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419"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420"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421"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422"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423"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sp>
          <p:nvSpPr>
            <p:cNvPr id="424" name="Arrow 10 | proportional arrowhead"/>
            <p:cNvSpPr/>
            <p:nvPr/>
          </p:nvSpPr>
          <p:spPr>
            <a:xfrm>
              <a:off x="2638425"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5" name="Arrow 11 | proportional arrowhead"/>
            <p:cNvSpPr/>
            <p:nvPr/>
          </p:nvSpPr>
          <p:spPr>
            <a:xfrm>
              <a:off x="4953000"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6" name="Arrow 12 | proportional arrowhead"/>
            <p:cNvSpPr/>
            <p:nvPr/>
          </p:nvSpPr>
          <p:spPr>
            <a:xfrm>
              <a:off x="5729288" y="6689725"/>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27" name="Arrow 20 | proportional arrowhead"/>
            <p:cNvSpPr/>
            <p:nvPr/>
          </p:nvSpPr>
          <p:spPr>
            <a:xfrm>
              <a:off x="16144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8" name="Arrow 21 | proportional arrowhead"/>
            <p:cNvSpPr/>
            <p:nvPr/>
          </p:nvSpPr>
          <p:spPr>
            <a:xfrm>
              <a:off x="41671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9" name="Arrow 23 | proportional arrowhead"/>
            <p:cNvSpPr/>
            <p:nvPr/>
          </p:nvSpPr>
          <p:spPr>
            <a:xfrm>
              <a:off x="5248275" y="6091238"/>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30" name="Arrow 26 | proportional arrowhead"/>
            <p:cNvSpPr/>
            <p:nvPr/>
          </p:nvSpPr>
          <p:spPr>
            <a:xfrm>
              <a:off x="2890838" y="67722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1" name="Arrow 28 | proportional arrowhead"/>
            <p:cNvSpPr/>
            <p:nvPr/>
          </p:nvSpPr>
          <p:spPr>
            <a:xfrm>
              <a:off x="516255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32" name="Arrow 29 | proportional arrowhead"/>
            <p:cNvSpPr/>
            <p:nvPr/>
          </p:nvSpPr>
          <p:spPr>
            <a:xfrm>
              <a:off x="57292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3" name="Arrow 42 | proportional arrowhead"/>
            <p:cNvSpPr/>
            <p:nvPr/>
          </p:nvSpPr>
          <p:spPr>
            <a:xfrm>
              <a:off x="7920038" y="346990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4" name="Arrow 44 | proportional arrowhead"/>
            <p:cNvSpPr/>
            <p:nvPr/>
          </p:nvSpPr>
          <p:spPr>
            <a:xfrm>
              <a:off x="10110788" y="36290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5" name="Arrow 45 | proportional arrowhead"/>
            <p:cNvSpPr/>
            <p:nvPr/>
          </p:nvSpPr>
          <p:spPr>
            <a:xfrm>
              <a:off x="12301538" y="36195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6" name="Arrow 52 | proportional arrowhead"/>
            <p:cNvSpPr/>
            <p:nvPr/>
          </p:nvSpPr>
          <p:spPr>
            <a:xfrm>
              <a:off x="7920038" y="46386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7" name="Arrow 53 | proportional arrowhead"/>
            <p:cNvSpPr/>
            <p:nvPr/>
          </p:nvSpPr>
          <p:spPr>
            <a:xfrm>
              <a:off x="79200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8" name="Arrow 55 | proportional arrowhead"/>
            <p:cNvSpPr/>
            <p:nvPr/>
          </p:nvSpPr>
          <p:spPr>
            <a:xfrm>
              <a:off x="10110788" y="58293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9" name="Arrow 56 | proportional arrowhead"/>
            <p:cNvSpPr/>
            <p:nvPr/>
          </p:nvSpPr>
          <p:spPr>
            <a:xfrm>
              <a:off x="12301538" y="4657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0" name="Arrow 60 | proportional arrowhead"/>
            <p:cNvSpPr/>
            <p:nvPr/>
          </p:nvSpPr>
          <p:spPr>
            <a:xfrm>
              <a:off x="123015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1" name="Arrow 62 | proportional arrowhead"/>
            <p:cNvSpPr/>
            <p:nvPr/>
          </p:nvSpPr>
          <p:spPr>
            <a:xfrm>
              <a:off x="9029700" y="6100763"/>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42" name="Arrow 63 | proportional arrowhead"/>
            <p:cNvSpPr/>
            <p:nvPr/>
          </p:nvSpPr>
          <p:spPr>
            <a:xfrm>
              <a:off x="11172825" y="6100763"/>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3" name="Arrow 66 | proportional arrowhead"/>
            <p:cNvSpPr/>
            <p:nvPr/>
          </p:nvSpPr>
          <p:spPr>
            <a:xfrm>
              <a:off x="937260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44" name="Arrow 67 | proportional arrowhead"/>
            <p:cNvSpPr/>
            <p:nvPr/>
          </p:nvSpPr>
          <p:spPr>
            <a:xfrm>
              <a:off x="10829925" y="7062788"/>
              <a:ext cx="85725" cy="66675"/>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45" name="Arrow 68 | proportional arrowhead"/>
            <p:cNvSpPr/>
            <p:nvPr/>
          </p:nvSpPr>
          <p:spPr>
            <a:xfrm>
              <a:off x="10110788" y="6689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6" name="Arrow 69 | proportional arrowhead"/>
            <p:cNvSpPr/>
            <p:nvPr/>
          </p:nvSpPr>
          <p:spPr>
            <a:xfrm>
              <a:off x="101107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7" name="Arrow 71 | proportional arrowhead"/>
            <p:cNvSpPr/>
            <p:nvPr/>
          </p:nvSpPr>
          <p:spPr>
            <a:xfrm>
              <a:off x="1614488" y="8395129"/>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48" name="Arrow 72 | proportional arrowhead"/>
            <p:cNvSpPr/>
            <p:nvPr/>
          </p:nvSpPr>
          <p:spPr>
            <a:xfrm>
              <a:off x="3114675"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9" name="Arrow 75 | proportional arrowhead"/>
            <p:cNvSpPr/>
            <p:nvPr/>
          </p:nvSpPr>
          <p:spPr>
            <a:xfrm>
              <a:off x="7010400"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50" name="Arrow 76 | proportional arrowhead"/>
            <p:cNvSpPr/>
            <p:nvPr/>
          </p:nvSpPr>
          <p:spPr>
            <a:xfrm>
              <a:off x="8072438" y="8404139"/>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51" name="Arrow 78 | proportional arrowhead"/>
            <p:cNvSpPr/>
            <p:nvPr/>
          </p:nvSpPr>
          <p:spPr>
            <a:xfrm>
              <a:off x="10439400" y="87391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grpSp>
    </p:spTree>
    <p:extLst>
      <p:ext uri="{BB962C8B-B14F-4D97-AF65-F5344CB8AC3E}">
        <p14:creationId xmlns:p14="http://schemas.microsoft.com/office/powerpoint/2010/main" val="18739527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normalizations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41" name="组合 2799">
            <a:extLst>
              <a:ext uri="{FF2B5EF4-FFF2-40B4-BE49-F238E27FC236}">
                <a16:creationId xmlns:a16="http://schemas.microsoft.com/office/drawing/2014/main" id="{3F2F807E-76AA-4145-1835-7D3A75949EDA}"/>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8336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9808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Pseudo</a:t>
            </a: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159" name="组合 2798">
            <a:extLst>
              <a:ext uri="{FF2B5EF4-FFF2-40B4-BE49-F238E27FC236}">
                <a16:creationId xmlns:a16="http://schemas.microsoft.com/office/drawing/2014/main" id="{1671588E-CD60-375A-9ECD-F6C333361896}"/>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3038957"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pic>
        <p:nvPicPr>
          <p:cNvPr id="867" name="a | density cube M_exp" descr="Synthetic voxel-grid density schematic">
            <a:extLst>
              <a:ext uri="{FF2B5EF4-FFF2-40B4-BE49-F238E27FC236}">
                <a16:creationId xmlns:a16="http://schemas.microsoft.com/office/drawing/2014/main" id="{930975E2-2D45-F6AC-F693-1AC7315284B8}"/>
              </a:ext>
            </a:extLst>
          </p:cNvPr>
          <p:cNvPicPr>
            <a:picLocks noChangeAspect="1"/>
          </p:cNvPicPr>
          <p:nvPr/>
        </p:nvPicPr>
        <p:blipFill>
          <a:blip r:embed="rId10"/>
          <a:stretch/>
        </p:blipFill>
        <p:spPr>
          <a:xfrm>
            <a:off x="1475540" y="489690"/>
            <a:ext cx="206784" cy="200257"/>
          </a:xfrm>
          <a:prstGeom prst="rect">
            <a:avLst/>
          </a:prstGeom>
        </p:spPr>
      </p:pic>
      <p:pic>
        <p:nvPicPr>
          <p:cNvPr id="868" name="a | density cube M_sim" descr="Synthetic voxel-grid density schematic">
            <a:extLst>
              <a:ext uri="{FF2B5EF4-FFF2-40B4-BE49-F238E27FC236}">
                <a16:creationId xmlns:a16="http://schemas.microsoft.com/office/drawing/2014/main" id="{AFE32B10-9D12-3B16-6244-B403E746F487}"/>
              </a:ext>
            </a:extLst>
          </p:cNvPr>
          <p:cNvPicPr>
            <a:picLocks noChangeAspect="1"/>
          </p:cNvPicPr>
          <p:nvPr/>
        </p:nvPicPr>
        <p:blipFill>
          <a:blip r:embed="rId9"/>
          <a:stretch/>
        </p:blipFill>
        <p:spPr>
          <a:xfrm>
            <a:off x="1768581" y="489690"/>
            <a:ext cx="206784" cy="200257"/>
          </a:xfrm>
          <a:prstGeom prst="rect">
            <a:avLst/>
          </a:prstGeom>
        </p:spPr>
      </p:pic>
      <p:pic>
        <p:nvPicPr>
          <p:cNvPr id="869" name="a | density cube M_diff" descr="Synthetic voxel-grid density schematic">
            <a:extLst>
              <a:ext uri="{FF2B5EF4-FFF2-40B4-BE49-F238E27FC236}">
                <a16:creationId xmlns:a16="http://schemas.microsoft.com/office/drawing/2014/main" id="{1AED9650-C673-C53D-3881-7C112DA064A1}"/>
              </a:ext>
            </a:extLst>
          </p:cNvPr>
          <p:cNvPicPr>
            <a:picLocks noChangeAspect="1"/>
          </p:cNvPicPr>
          <p:nvPr/>
        </p:nvPicPr>
        <p:blipFill>
          <a:blip r:embed="rId11"/>
          <a:stretch/>
        </p:blipFill>
        <p:spPr>
          <a:xfrm>
            <a:off x="1475540" y="824741"/>
            <a:ext cx="206784" cy="200257"/>
          </a:xfrm>
          <a:prstGeom prst="rect">
            <a:avLst/>
          </a:prstGeom>
        </p:spPr>
      </p:pic>
      <p:pic>
        <p:nvPicPr>
          <p:cNvPr id="870" name="a | density cube M_diff+" descr="Synthetic voxel-grid density schematic">
            <a:extLst>
              <a:ext uri="{FF2B5EF4-FFF2-40B4-BE49-F238E27FC236}">
                <a16:creationId xmlns:a16="http://schemas.microsoft.com/office/drawing/2014/main" id="{4FF38CFF-A4C4-84B0-6C2E-8E58CD088147}"/>
              </a:ext>
            </a:extLst>
          </p:cNvPr>
          <p:cNvPicPr>
            <a:picLocks noChangeAspect="1"/>
          </p:cNvPicPr>
          <p:nvPr/>
        </p:nvPicPr>
        <p:blipFill>
          <a:blip r:embed="rId12"/>
          <a:stretch/>
        </p:blipFill>
        <p:spPr>
          <a:xfrm>
            <a:off x="1768581" y="824741"/>
            <a:ext cx="206784" cy="200257"/>
          </a:xfrm>
          <a:prstGeom prst="rect">
            <a:avLst/>
          </a:prstGeom>
        </p:spPr>
      </p:pic>
      <p:grpSp>
        <p:nvGrpSpPr>
          <p:cNvPr id="871"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872"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873"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874"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875"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876"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877"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878"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879"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880"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881"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882"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883"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884"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885"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886"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887"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888"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889"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890"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891"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892"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893"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894"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895"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896"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897"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898"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899"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900"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901"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902"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903"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pic>
        <p:nvPicPr>
          <p:cNvPr id="904" name="a | spatial view identity" descr="Synthetic voxel-grid density schematic">
            <a:extLst>
              <a:ext uri="{FF2B5EF4-FFF2-40B4-BE49-F238E27FC236}">
                <a16:creationId xmlns:a16="http://schemas.microsoft.com/office/drawing/2014/main" id="{40B525B0-D37B-82D9-FC44-6200EDCBB90D}"/>
              </a:ext>
            </a:extLst>
          </p:cNvPr>
          <p:cNvPicPr>
            <a:picLocks noChangeAspect="1"/>
          </p:cNvPicPr>
          <p:nvPr/>
        </p:nvPicPr>
        <p:blipFill>
          <a:blip r:embed="rId9"/>
          <a:stretch/>
        </p:blipFill>
        <p:spPr>
          <a:xfrm>
            <a:off x="1501222" y="2033501"/>
            <a:ext cx="155421" cy="150515"/>
          </a:xfrm>
          <a:prstGeom prst="rect">
            <a:avLst/>
          </a:prstGeom>
        </p:spPr>
      </p:pic>
      <p:pic>
        <p:nvPicPr>
          <p:cNvPr id="905" name="a | spatial view gaussian x2" descr="Synthetic voxel-grid density schematic">
            <a:extLst>
              <a:ext uri="{FF2B5EF4-FFF2-40B4-BE49-F238E27FC236}">
                <a16:creationId xmlns:a16="http://schemas.microsoft.com/office/drawing/2014/main" id="{36292FE2-4D36-81FF-6733-FCC18AA589FE}"/>
              </a:ext>
            </a:extLst>
          </p:cNvPr>
          <p:cNvPicPr>
            <a:picLocks noChangeAspect="1"/>
          </p:cNvPicPr>
          <p:nvPr/>
        </p:nvPicPr>
        <p:blipFill>
          <a:blip r:embed="rId10"/>
          <a:stretch/>
        </p:blipFill>
        <p:spPr>
          <a:xfrm>
            <a:off x="1794262" y="2033501"/>
            <a:ext cx="155421" cy="150515"/>
          </a:xfrm>
          <a:prstGeom prst="rect">
            <a:avLst/>
          </a:prstGeom>
        </p:spPr>
      </p:pic>
      <p:pic>
        <p:nvPicPr>
          <p:cNvPr id="906" name="a | spatial view dog x2" descr="Synthetic voxel-grid density schematic">
            <a:extLst>
              <a:ext uri="{FF2B5EF4-FFF2-40B4-BE49-F238E27FC236}">
                <a16:creationId xmlns:a16="http://schemas.microsoft.com/office/drawing/2014/main" id="{DAF4681A-6B98-F873-A056-59819F82FCC9}"/>
              </a:ext>
            </a:extLst>
          </p:cNvPr>
          <p:cNvPicPr>
            <a:picLocks noChangeAspect="1"/>
          </p:cNvPicPr>
          <p:nvPr/>
        </p:nvPicPr>
        <p:blipFill>
          <a:blip r:embed="rId9"/>
          <a:stretch/>
        </p:blipFill>
        <p:spPr>
          <a:xfrm>
            <a:off x="1501222" y="2319583"/>
            <a:ext cx="155421" cy="150515"/>
          </a:xfrm>
          <a:prstGeom prst="rect">
            <a:avLst/>
          </a:prstGeom>
        </p:spPr>
      </p:pic>
      <p:pic>
        <p:nvPicPr>
          <p:cNvPr id="907" name="a | spatial view receptor suppression x2" descr="Synthetic voxel-grid density schematic">
            <a:extLst>
              <a:ext uri="{FF2B5EF4-FFF2-40B4-BE49-F238E27FC236}">
                <a16:creationId xmlns:a16="http://schemas.microsoft.com/office/drawing/2014/main" id="{2252E17B-4403-10D3-8986-59C131813BA0}"/>
              </a:ext>
            </a:extLst>
          </p:cNvPr>
          <p:cNvPicPr>
            <a:picLocks noChangeAspect="1"/>
          </p:cNvPicPr>
          <p:nvPr/>
        </p:nvPicPr>
        <p:blipFill>
          <a:blip r:embed="rId12"/>
          <a:stretch/>
        </p:blipFill>
        <p:spPr>
          <a:xfrm>
            <a:off x="1794262" y="2319583"/>
            <a:ext cx="155421" cy="150515"/>
          </a:xfrm>
          <a:prstGeom prst="rect">
            <a:avLst/>
          </a:prstGeom>
        </p:spPr>
      </p:pic>
      <p:pic>
        <p:nvPicPr>
          <p:cNvPr id="90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3"/>
          <a:stretch/>
        </p:blipFill>
        <p:spPr>
          <a:xfrm>
            <a:off x="1546335" y="2762108"/>
            <a:ext cx="343801" cy="237886"/>
          </a:xfrm>
          <a:prstGeom prst="rect">
            <a:avLst/>
          </a:prstGeom>
        </p:spPr>
      </p:pic>
      <p:grpSp>
        <p:nvGrpSpPr>
          <p:cNvPr id="90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91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1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91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91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91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91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92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92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92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92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92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93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93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3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93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93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3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93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94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94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94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94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94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95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95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95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5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95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95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96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96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6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96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96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96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97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97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97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97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7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97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98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98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98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98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98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8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99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99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99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99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99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9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00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00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00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00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00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01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01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01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01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01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01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02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02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02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02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02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02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03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03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03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4"/>
          <a:stretch>
            <a:fillRect/>
          </a:stretch>
        </p:blipFill>
        <p:spPr>
          <a:xfrm>
            <a:off x="1784247" y="3501830"/>
            <a:ext cx="204607" cy="54091"/>
          </a:xfrm>
          <a:prstGeom prst="rect">
            <a:avLst/>
          </a:prstGeom>
        </p:spPr>
      </p:pic>
      <p:sp>
        <p:nvSpPr>
          <p:cNvPr id="103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036" name="图片 12">
            <a:extLst>
              <a:ext uri="{FF2B5EF4-FFF2-40B4-BE49-F238E27FC236}">
                <a16:creationId xmlns:a16="http://schemas.microsoft.com/office/drawing/2014/main" id="{2F7DA45D-AE9E-3B07-4724-68D6D69C2EDB}"/>
              </a:ext>
            </a:extLst>
          </p:cNvPr>
          <p:cNvPicPr>
            <a:picLocks noChangeAspect="1"/>
          </p:cNvPicPr>
          <p:nvPr/>
        </p:nvPicPr>
        <p:blipFill>
          <a:blip r:embed="rId15"/>
          <a:stretch/>
        </p:blipFill>
        <p:spPr>
          <a:xfrm>
            <a:off x="2923374" y="526649"/>
            <a:ext cx="1398292" cy="274055"/>
          </a:xfrm>
          <a:prstGeom prst="rect">
            <a:avLst/>
          </a:prstGeom>
        </p:spPr>
      </p:pic>
      <p:sp>
        <p:nvSpPr>
          <p:cNvPr id="103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03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area</a:t>
            </a:r>
          </a:p>
        </p:txBody>
      </p:sp>
      <p:sp>
        <p:nvSpPr>
          <p:cNvPr id="103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04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04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04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04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04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04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04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pic>
        <p:nvPicPr>
          <p:cNvPr id="1047" name="图片 23">
            <a:extLst>
              <a:ext uri="{FF2B5EF4-FFF2-40B4-BE49-F238E27FC236}">
                <a16:creationId xmlns:a16="http://schemas.microsoft.com/office/drawing/2014/main" id="{2B9D1230-26E1-1772-EEE6-B4D08213FC37}"/>
              </a:ext>
            </a:extLst>
          </p:cNvPr>
          <p:cNvPicPr>
            <a:picLocks noChangeAspect="1"/>
          </p:cNvPicPr>
          <p:nvPr/>
        </p:nvPicPr>
        <p:blipFill>
          <a:blip r:embed="rId9"/>
          <a:stretch/>
        </p:blipFill>
        <p:spPr>
          <a:xfrm>
            <a:off x="2205245" y="415761"/>
            <a:ext cx="316699" cy="306693"/>
          </a:xfrm>
          <a:prstGeom prst="rect">
            <a:avLst/>
          </a:prstGeom>
        </p:spPr>
      </p:pic>
      <p:sp>
        <p:nvSpPr>
          <p:cNvPr id="1048"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049" name="图片 25">
            <a:extLst>
              <a:ext uri="{FF2B5EF4-FFF2-40B4-BE49-F238E27FC236}">
                <a16:creationId xmlns:a16="http://schemas.microsoft.com/office/drawing/2014/main" id="{03B67142-EE20-4DDE-6193-04475769B474}"/>
              </a:ext>
            </a:extLst>
          </p:cNvPr>
          <p:cNvPicPr>
            <a:picLocks noChangeAspect="1"/>
          </p:cNvPicPr>
          <p:nvPr/>
        </p:nvPicPr>
        <p:blipFill>
          <a:blip r:embed="rId16"/>
          <a:stretch/>
        </p:blipFill>
        <p:spPr>
          <a:xfrm>
            <a:off x="2210184" y="939246"/>
            <a:ext cx="308673" cy="185198"/>
          </a:xfrm>
          <a:prstGeom prst="rect">
            <a:avLst/>
          </a:prstGeom>
        </p:spPr>
      </p:pic>
      <p:sp>
        <p:nvSpPr>
          <p:cNvPr id="1050"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051"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052"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053"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054"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055"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056"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057"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058"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059"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060"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1"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2"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3"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4"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5"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6"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7"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8"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69"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0"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1"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2"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3"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4"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5"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6"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7"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8"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079"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080"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081"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2"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083"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4"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085"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6"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087"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8"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089"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090"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091"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092"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093"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094"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095"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096"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097"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098"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099"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100"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1"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2"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3"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4"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5"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6"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7"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8"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109"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110"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111"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112"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113"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114"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115"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16"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Ligand-area</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pic>
        <p:nvPicPr>
          <p:cNvPr id="1117" name="图片 131">
            <a:extLst>
              <a:ext uri="{FF2B5EF4-FFF2-40B4-BE49-F238E27FC236}">
                <a16:creationId xmlns:a16="http://schemas.microsoft.com/office/drawing/2014/main" id="{D7E1E951-30B7-AA71-0DF9-8500D87EEFE3}"/>
              </a:ext>
            </a:extLst>
          </p:cNvPr>
          <p:cNvPicPr>
            <a:picLocks noChangeAspect="1"/>
          </p:cNvPicPr>
          <p:nvPr/>
        </p:nvPicPr>
        <p:blipFill>
          <a:blip r:embed="rId17"/>
          <a:stretch/>
        </p:blipFill>
        <p:spPr>
          <a:xfrm>
            <a:off x="4525543" y="456136"/>
            <a:ext cx="267317" cy="270389"/>
          </a:xfrm>
          <a:prstGeom prst="rect">
            <a:avLst/>
          </a:prstGeom>
        </p:spPr>
      </p:pic>
      <p:sp>
        <p:nvSpPr>
          <p:cNvPr id="1118"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119"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120"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121"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122"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123"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4"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125"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126"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7"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128"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129"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0"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1"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2"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3"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4"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5"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6"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7"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8"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9"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0"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1"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2"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3"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44"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145"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6"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7"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8"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9"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0"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1"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2"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3"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4"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5"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6"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7"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58"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159"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0"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1"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2"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3"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4"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5"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6"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7"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8"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69"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170"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1"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2"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3"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4"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5"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6"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7"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8"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79"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0"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1"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2"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83"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184"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5"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6"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7"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8"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9"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0"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1"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2"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3"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4"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5"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6"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7"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8"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99"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200"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1"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2"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3"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4"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5"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6"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207"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208"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09"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0"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1"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2"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3"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4"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5"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6"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7"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8"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9"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0"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1"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2"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3"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4"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5"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6"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7"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8"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9"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0"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1"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232" name="b | Candidate blob matched to Match"/>
          <p:cNvGrpSpPr/>
          <p:nvPr/>
        </p:nvGrpSpPr>
        <p:grpSpPr>
          <a:xfrm>
            <a:off x="4490500" y="914000"/>
            <a:ext cx="155316" cy="100125"/>
            <a:chOff x="2714019" y="2595654"/>
            <a:chExt cx="155316" cy="100125"/>
          </a:xfrm>
        </p:grpSpPr>
        <p:sp>
          <p:nvSpPr>
            <p:cNvPr id="1233"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234"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235"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236"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7"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8"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9"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0"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1"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2"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3"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4"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5"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246"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247"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248"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249"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250"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251"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252"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253"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254"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255"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256"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257"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258"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259"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60"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261"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62"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263"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264"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265"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266"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267"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268"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69"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270"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271"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272"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73"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274"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5"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6"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277"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78"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279"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280"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281"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282"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283"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284"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5"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6"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87"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288"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289"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0"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291"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292"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293"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94"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295"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296"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297"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8"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299"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00"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301"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302"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03"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304"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305"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306"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07"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08"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309"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10"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11"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312"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313"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314"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315"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316"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317"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318"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19"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320"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321"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22"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323"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4"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325"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26"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7"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28"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329"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330"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331"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32"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333"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334"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335"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336"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337"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338"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339"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40"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341"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342"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343"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344"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345"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346"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47"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48"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49"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350"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51"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2"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353"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354"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355"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356"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57"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358"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9"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60"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361"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362"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363"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64"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65"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66"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67"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368"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369"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70"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71"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372"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73"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374"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375"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76"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377"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378"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79"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380"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381"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382"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383"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84"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85"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386"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387"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388"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89"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390"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391"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92"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93"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394"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395"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396"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397"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398"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99"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400"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01"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402"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03"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404"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405"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406"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07"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408"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409"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10"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411"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412"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13"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414"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15"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416"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7"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418"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9"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420"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421"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422"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423"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424"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425"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6"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427"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28"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9"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0"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431"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432"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3"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434"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35"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436"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437"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438"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439"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40"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441"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2"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443"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4"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445"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46"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447"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48"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49"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450"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451"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452"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453"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454"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55"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56"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457"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458"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459"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60"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461"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462"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463"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464"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465"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466"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7"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68"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9"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0"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471"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2"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473"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474"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475"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476"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477"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78"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79"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0"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81"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2"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483"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1484"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1485"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1486"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1487"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488"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1489"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normalisations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79" name="组合 78">
            <a:extLst>
              <a:ext uri="{FF2B5EF4-FFF2-40B4-BE49-F238E27FC236}">
                <a16:creationId xmlns:a16="http://schemas.microsoft.com/office/drawing/2014/main" id="{C9A8D0EA-47EA-796B-9CB4-729188E4A88E}"/>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txBody>
          <a:bodyPr/>
          <a:lstStyle/>
          <a:p>
            <a:endParaRPr lang="zh-CN" altLang="en-US" dirty="0"/>
          </a:p>
        </p:txBody>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67488"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39405"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Pseudo</a:t>
            </a:r>
            <a:r>
              <a:rPr lang="en-US" sz="400" b="0" dirty="0">
                <a:solidFill>
                  <a:srgbClr val="203646"/>
                </a:solidFill>
                <a:latin typeface="Arial"/>
                <a:ea typeface="Arial"/>
                <a:cs typeface="Arial"/>
              </a:rPr>
              <a:t> </a:t>
            </a:r>
            <a:r>
              <a:rPr lang="en-US" altLang="zh-CN" sz="400" b="0" dirty="0">
                <a:solidFill>
                  <a:srgbClr val="203646"/>
                </a:solidFill>
                <a:latin typeface="Arial"/>
                <a:ea typeface="Arial"/>
                <a:cs typeface="Arial"/>
              </a:rPr>
              <a:t>atoms</a:t>
            </a:r>
            <a:endParaRPr sz="400" b="0" dirty="0">
              <a:solidFill>
                <a:srgbClr val="203646"/>
              </a:solidFill>
              <a:latin typeface="Arial"/>
              <a:ea typeface="Arial"/>
              <a:cs typeface="Arial"/>
            </a:endParaRP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52" name="组合 51">
            <a:extLst>
              <a:ext uri="{FF2B5EF4-FFF2-40B4-BE49-F238E27FC236}">
                <a16:creationId xmlns:a16="http://schemas.microsoft.com/office/drawing/2014/main" id="{D58FD75F-EABE-3EF1-ABA7-ED372EDC1C8F}"/>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697084"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2982859"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grpSp>
        <p:nvGrpSpPr>
          <p:cNvPr id="867" name="a | density cube M_exp | v4 editable"/>
          <p:cNvGrpSpPr/>
          <p:nvPr/>
        </p:nvGrpSpPr>
        <p:grpSpPr>
          <a:xfrm>
            <a:off x="1475540" y="496945"/>
            <a:ext cx="206784" cy="185747"/>
            <a:chOff x="160920" y="736200"/>
            <a:chExt cx="285840" cy="256320"/>
          </a:xfrm>
        </p:grpSpPr>
        <p:sp>
          <p:nvSpPr>
            <p:cNvPr id="868" name="asset_3411_0">
              <a:extLst>
                <a:ext uri="{FF2B5EF4-FFF2-40B4-BE49-F238E27FC236}">
                  <a16:creationId xmlns:a16="http://schemas.microsoft.com/office/drawing/2014/main" id="{5B0EC728-FC60-4C58-A31A-B10F3E2E0B02}"/>
                </a:ext>
              </a:extLst>
            </p:cNvPr>
            <p:cNvSpPr>
              <a:spLocks noGrp="1"/>
            </p:cNvSpPr>
            <p:nvPr/>
          </p:nvSpPr>
          <p:spPr>
            <a:xfrm>
              <a:off x="16092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869" name="asset_3411_1">
              <a:extLst>
                <a:ext uri="{FF2B5EF4-FFF2-40B4-BE49-F238E27FC236}">
                  <a16:creationId xmlns:a16="http://schemas.microsoft.com/office/drawing/2014/main" id="{87FD5E1F-56E4-4026-8A63-DE49CAD29849}"/>
                </a:ext>
              </a:extLst>
            </p:cNvPr>
            <p:cNvSpPr>
              <a:spLocks noGrp="1"/>
            </p:cNvSpPr>
            <p:nvPr/>
          </p:nvSpPr>
          <p:spPr>
            <a:xfrm>
              <a:off x="39245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870" name="asset_3411_2">
              <a:extLst>
                <a:ext uri="{FF2B5EF4-FFF2-40B4-BE49-F238E27FC236}">
                  <a16:creationId xmlns:a16="http://schemas.microsoft.com/office/drawing/2014/main" id="{808984AD-CAE7-4E8A-B93D-E734C039E4D0}"/>
                </a:ext>
              </a:extLst>
            </p:cNvPr>
            <p:cNvSpPr>
              <a:spLocks noGrp="1"/>
            </p:cNvSpPr>
            <p:nvPr/>
          </p:nvSpPr>
          <p:spPr>
            <a:xfrm>
              <a:off x="160920" y="779774"/>
              <a:ext cx="231530" cy="212746"/>
            </a:xfrm>
            <a:prstGeom prst="rect">
              <a:avLst/>
            </a:prstGeom>
            <a:solidFill>
              <a:srgbClr val="E7F1FC">
                <a:alpha val="20000"/>
              </a:srgbClr>
            </a:solidFill>
            <a:ln w="1524">
              <a:solidFill>
                <a:srgbClr val="87ADD3"/>
              </a:solidFill>
            </a:ln>
          </p:spPr>
        </p:sp>
        <p:sp>
          <p:nvSpPr>
            <p:cNvPr id="871" name="asset_3411_3">
              <a:extLst>
                <a:ext uri="{FF2B5EF4-FFF2-40B4-BE49-F238E27FC236}">
                  <a16:creationId xmlns:a16="http://schemas.microsoft.com/office/drawing/2014/main" id="{2B372807-9BA1-435E-879C-F4ED2D4414A5}"/>
                </a:ext>
              </a:extLst>
            </p:cNvPr>
            <p:cNvSpPr>
              <a:spLocks noGrp="1"/>
            </p:cNvSpPr>
            <p:nvPr/>
          </p:nvSpPr>
          <p:spPr>
            <a:xfrm>
              <a:off x="218803" y="779774"/>
              <a:ext cx="4" cy="212746"/>
            </a:xfrm>
            <a:prstGeom prst="line">
              <a:avLst/>
            </a:prstGeom>
            <a:noFill/>
            <a:ln w="1118">
              <a:solidFill>
                <a:srgbClr val="C9DEED">
                  <a:alpha val="33000"/>
                </a:srgbClr>
              </a:solidFill>
            </a:ln>
          </p:spPr>
        </p:sp>
        <p:sp>
          <p:nvSpPr>
            <p:cNvPr id="872" name="asset_3411_4">
              <a:extLst>
                <a:ext uri="{FF2B5EF4-FFF2-40B4-BE49-F238E27FC236}">
                  <a16:creationId xmlns:a16="http://schemas.microsoft.com/office/drawing/2014/main" id="{A8B50796-8957-494E-A72E-0D5FB4AB5C38}"/>
                </a:ext>
              </a:extLst>
            </p:cNvPr>
            <p:cNvSpPr>
              <a:spLocks noGrp="1"/>
            </p:cNvSpPr>
            <p:nvPr/>
          </p:nvSpPr>
          <p:spPr>
            <a:xfrm>
              <a:off x="160920" y="832961"/>
              <a:ext cx="231530" cy="4"/>
            </a:xfrm>
            <a:prstGeom prst="line">
              <a:avLst/>
            </a:prstGeom>
            <a:noFill/>
            <a:ln w="1118">
              <a:solidFill>
                <a:srgbClr val="C9DEED">
                  <a:alpha val="33000"/>
                </a:srgbClr>
              </a:solidFill>
            </a:ln>
          </p:spPr>
        </p:sp>
        <p:sp>
          <p:nvSpPr>
            <p:cNvPr id="873" name="asset_3411_5">
              <a:extLst>
                <a:ext uri="{FF2B5EF4-FFF2-40B4-BE49-F238E27FC236}">
                  <a16:creationId xmlns:a16="http://schemas.microsoft.com/office/drawing/2014/main" id="{A7B8E183-345E-450C-8AEF-09298A15702B}"/>
                </a:ext>
              </a:extLst>
            </p:cNvPr>
            <p:cNvSpPr>
              <a:spLocks noGrp="1"/>
            </p:cNvSpPr>
            <p:nvPr/>
          </p:nvSpPr>
          <p:spPr>
            <a:xfrm>
              <a:off x="276685" y="779774"/>
              <a:ext cx="4" cy="212746"/>
            </a:xfrm>
            <a:prstGeom prst="line">
              <a:avLst/>
            </a:prstGeom>
            <a:noFill/>
            <a:ln w="1118">
              <a:solidFill>
                <a:srgbClr val="C9DEED">
                  <a:alpha val="33000"/>
                </a:srgbClr>
              </a:solidFill>
            </a:ln>
          </p:spPr>
        </p:sp>
        <p:sp>
          <p:nvSpPr>
            <p:cNvPr id="874" name="asset_3411_6">
              <a:extLst>
                <a:ext uri="{FF2B5EF4-FFF2-40B4-BE49-F238E27FC236}">
                  <a16:creationId xmlns:a16="http://schemas.microsoft.com/office/drawing/2014/main" id="{FDDD10CF-4B22-436D-9DF5-F7186C213710}"/>
                </a:ext>
              </a:extLst>
            </p:cNvPr>
            <p:cNvSpPr>
              <a:spLocks noGrp="1"/>
            </p:cNvSpPr>
            <p:nvPr/>
          </p:nvSpPr>
          <p:spPr>
            <a:xfrm>
              <a:off x="160920" y="886147"/>
              <a:ext cx="231530" cy="4"/>
            </a:xfrm>
            <a:prstGeom prst="line">
              <a:avLst/>
            </a:prstGeom>
            <a:noFill/>
            <a:ln w="1118">
              <a:solidFill>
                <a:srgbClr val="C9DEED">
                  <a:alpha val="33000"/>
                </a:srgbClr>
              </a:solidFill>
            </a:ln>
          </p:spPr>
        </p:sp>
        <p:sp>
          <p:nvSpPr>
            <p:cNvPr id="875" name="asset_3411_7">
              <a:extLst>
                <a:ext uri="{FF2B5EF4-FFF2-40B4-BE49-F238E27FC236}">
                  <a16:creationId xmlns:a16="http://schemas.microsoft.com/office/drawing/2014/main" id="{113864F8-4058-4186-BBDE-78AC0A7A545C}"/>
                </a:ext>
              </a:extLst>
            </p:cNvPr>
            <p:cNvSpPr>
              <a:spLocks noGrp="1"/>
            </p:cNvSpPr>
            <p:nvPr/>
          </p:nvSpPr>
          <p:spPr>
            <a:xfrm>
              <a:off x="334568" y="779774"/>
              <a:ext cx="4" cy="212746"/>
            </a:xfrm>
            <a:prstGeom prst="line">
              <a:avLst/>
            </a:prstGeom>
            <a:noFill/>
            <a:ln w="1118">
              <a:solidFill>
                <a:srgbClr val="C9DEED">
                  <a:alpha val="33000"/>
                </a:srgbClr>
              </a:solidFill>
            </a:ln>
          </p:spPr>
        </p:sp>
        <p:sp>
          <p:nvSpPr>
            <p:cNvPr id="876" name="asset_3411_8">
              <a:extLst>
                <a:ext uri="{FF2B5EF4-FFF2-40B4-BE49-F238E27FC236}">
                  <a16:creationId xmlns:a16="http://schemas.microsoft.com/office/drawing/2014/main" id="{3A039210-18AA-4906-932C-BA0FB4625B75}"/>
                </a:ext>
              </a:extLst>
            </p:cNvPr>
            <p:cNvSpPr>
              <a:spLocks noGrp="1"/>
            </p:cNvSpPr>
            <p:nvPr/>
          </p:nvSpPr>
          <p:spPr>
            <a:xfrm>
              <a:off x="160920" y="939334"/>
              <a:ext cx="231530" cy="4"/>
            </a:xfrm>
            <a:prstGeom prst="line">
              <a:avLst/>
            </a:prstGeom>
            <a:noFill/>
            <a:ln w="1118">
              <a:solidFill>
                <a:srgbClr val="C9DEED">
                  <a:alpha val="33000"/>
                </a:srgbClr>
              </a:solidFill>
            </a:ln>
          </p:spPr>
        </p:sp>
        <p:sp>
          <p:nvSpPr>
            <p:cNvPr id="877" name="asset_3411_9">
              <a:extLst>
                <a:ext uri="{FF2B5EF4-FFF2-40B4-BE49-F238E27FC236}">
                  <a16:creationId xmlns:a16="http://schemas.microsoft.com/office/drawing/2014/main" id="{B43D5F50-445C-44D0-A7B3-EA211D4B463C}"/>
                </a:ext>
              </a:extLst>
            </p:cNvPr>
            <p:cNvSpPr>
              <a:spLocks noGrp="1"/>
            </p:cNvSpPr>
            <p:nvPr/>
          </p:nvSpPr>
          <p:spPr>
            <a:xfrm>
              <a:off x="181410" y="808637"/>
              <a:ext cx="107801" cy="9803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8" name="asset_3411_10">
              <a:extLst>
                <a:ext uri="{FF2B5EF4-FFF2-40B4-BE49-F238E27FC236}">
                  <a16:creationId xmlns:a16="http://schemas.microsoft.com/office/drawing/2014/main" id="{D11FF782-00F7-4806-8740-0AD788D49A4E}"/>
                </a:ext>
              </a:extLst>
            </p:cNvPr>
            <p:cNvSpPr>
              <a:spLocks noGrp="1"/>
            </p:cNvSpPr>
            <p:nvPr/>
          </p:nvSpPr>
          <p:spPr>
            <a:xfrm>
              <a:off x="230819" y="837230"/>
              <a:ext cx="116784" cy="10620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9" name="asset_3411_11">
              <a:extLst>
                <a:ext uri="{FF2B5EF4-FFF2-40B4-BE49-F238E27FC236}">
                  <a16:creationId xmlns:a16="http://schemas.microsoft.com/office/drawing/2014/main" id="{91297F33-DB27-43A4-985D-EB428C8519F3}"/>
                </a:ext>
              </a:extLst>
            </p:cNvPr>
            <p:cNvSpPr>
              <a:spLocks noGrp="1"/>
            </p:cNvSpPr>
            <p:nvPr/>
          </p:nvSpPr>
          <p:spPr>
            <a:xfrm>
              <a:off x="273490" y="784129"/>
              <a:ext cx="103309" cy="93948"/>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0" name="asset_3411_12">
              <a:extLst>
                <a:ext uri="{FF2B5EF4-FFF2-40B4-BE49-F238E27FC236}">
                  <a16:creationId xmlns:a16="http://schemas.microsoft.com/office/drawing/2014/main" id="{C6FF995D-FF3F-41A7-88B5-A34BD84A7CB7}"/>
                </a:ext>
              </a:extLst>
            </p:cNvPr>
            <p:cNvSpPr>
              <a:spLocks noGrp="1"/>
            </p:cNvSpPr>
            <p:nvPr/>
          </p:nvSpPr>
          <p:spPr>
            <a:xfrm>
              <a:off x="226327" y="769832"/>
              <a:ext cx="98817" cy="89864"/>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1" name="asset_3411_13">
              <a:extLst>
                <a:ext uri="{FF2B5EF4-FFF2-40B4-BE49-F238E27FC236}">
                  <a16:creationId xmlns:a16="http://schemas.microsoft.com/office/drawing/2014/main" id="{9642C341-7712-42E6-8B36-D84B72EB4EB7}"/>
                </a:ext>
              </a:extLst>
            </p:cNvPr>
            <p:cNvSpPr>
              <a:spLocks noGrp="1"/>
            </p:cNvSpPr>
            <p:nvPr/>
          </p:nvSpPr>
          <p:spPr>
            <a:xfrm>
              <a:off x="217435" y="871149"/>
              <a:ext cx="35585" cy="323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2" name="asset_3411_14">
              <a:extLst>
                <a:ext uri="{FF2B5EF4-FFF2-40B4-BE49-F238E27FC236}">
                  <a16:creationId xmlns:a16="http://schemas.microsoft.com/office/drawing/2014/main" id="{93FAFE6B-8861-4588-99DF-1A26F77A4E11}"/>
                </a:ext>
              </a:extLst>
            </p:cNvPr>
            <p:cNvSpPr>
              <a:spLocks noGrp="1"/>
            </p:cNvSpPr>
            <p:nvPr/>
          </p:nvSpPr>
          <p:spPr>
            <a:xfrm>
              <a:off x="278604" y="874476"/>
              <a:ext cx="39179" cy="356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3" name="asset_3411_15">
              <a:extLst>
                <a:ext uri="{FF2B5EF4-FFF2-40B4-BE49-F238E27FC236}">
                  <a16:creationId xmlns:a16="http://schemas.microsoft.com/office/drawing/2014/main" id="{B8765109-E640-4AAB-B1CF-960C6911E48F}"/>
                </a:ext>
              </a:extLst>
            </p:cNvPr>
            <p:cNvSpPr>
              <a:spLocks noGrp="1"/>
            </p:cNvSpPr>
            <p:nvPr/>
          </p:nvSpPr>
          <p:spPr>
            <a:xfrm>
              <a:off x="297448" y="838028"/>
              <a:ext cx="40342" cy="3668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4" name="asset_3411_16">
              <a:extLst>
                <a:ext uri="{FF2B5EF4-FFF2-40B4-BE49-F238E27FC236}">
                  <a16:creationId xmlns:a16="http://schemas.microsoft.com/office/drawing/2014/main" id="{681C782C-818C-4804-B9DE-75ACC170C8C1}"/>
                </a:ext>
              </a:extLst>
            </p:cNvPr>
            <p:cNvSpPr>
              <a:spLocks noGrp="1"/>
            </p:cNvSpPr>
            <p:nvPr/>
          </p:nvSpPr>
          <p:spPr>
            <a:xfrm>
              <a:off x="251401" y="774362"/>
              <a:ext cx="33480" cy="304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5" name="asset_3411_17">
              <a:extLst>
                <a:ext uri="{FF2B5EF4-FFF2-40B4-BE49-F238E27FC236}">
                  <a16:creationId xmlns:a16="http://schemas.microsoft.com/office/drawing/2014/main" id="{1A7B4525-4371-4D1E-9560-CD1BE3C5021A}"/>
                </a:ext>
              </a:extLst>
            </p:cNvPr>
            <p:cNvSpPr>
              <a:spLocks noGrp="1"/>
            </p:cNvSpPr>
            <p:nvPr/>
          </p:nvSpPr>
          <p:spPr>
            <a:xfrm>
              <a:off x="214094" y="825878"/>
              <a:ext cx="43700" cy="397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6" name="asset_3411_18">
              <a:extLst>
                <a:ext uri="{FF2B5EF4-FFF2-40B4-BE49-F238E27FC236}">
                  <a16:creationId xmlns:a16="http://schemas.microsoft.com/office/drawing/2014/main" id="{C6795469-0B96-4557-81DA-6FFFACE3BA9E}"/>
                </a:ext>
              </a:extLst>
            </p:cNvPr>
            <p:cNvSpPr>
              <a:spLocks noGrp="1"/>
            </p:cNvSpPr>
            <p:nvPr/>
          </p:nvSpPr>
          <p:spPr>
            <a:xfrm>
              <a:off x="263463" y="840680"/>
              <a:ext cx="54999" cy="50015"/>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7" name="asset_3411_19">
              <a:extLst>
                <a:ext uri="{FF2B5EF4-FFF2-40B4-BE49-F238E27FC236}">
                  <a16:creationId xmlns:a16="http://schemas.microsoft.com/office/drawing/2014/main" id="{F15F3FF6-4BE9-49CB-BA34-7D3DA345D893}"/>
                </a:ext>
              </a:extLst>
            </p:cNvPr>
            <p:cNvSpPr>
              <a:spLocks noGrp="1"/>
            </p:cNvSpPr>
            <p:nvPr/>
          </p:nvSpPr>
          <p:spPr>
            <a:xfrm>
              <a:off x="284053" y="825677"/>
              <a:ext cx="34004" cy="3092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8" name="asset_3411_20">
              <a:extLst>
                <a:ext uri="{FF2B5EF4-FFF2-40B4-BE49-F238E27FC236}">
                  <a16:creationId xmlns:a16="http://schemas.microsoft.com/office/drawing/2014/main" id="{91AEF815-CFF8-40F7-BA20-1673FAEE7D1D}"/>
                </a:ext>
              </a:extLst>
            </p:cNvPr>
            <p:cNvSpPr>
              <a:spLocks noGrp="1"/>
            </p:cNvSpPr>
            <p:nvPr/>
          </p:nvSpPr>
          <p:spPr>
            <a:xfrm>
              <a:off x="236698" y="800771"/>
              <a:ext cx="55708" cy="506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9" name="asset_3411_21">
              <a:extLst>
                <a:ext uri="{FF2B5EF4-FFF2-40B4-BE49-F238E27FC236}">
                  <a16:creationId xmlns:a16="http://schemas.microsoft.com/office/drawing/2014/main" id="{23FAA7A5-F38E-4858-AA52-3284823167F7}"/>
                </a:ext>
              </a:extLst>
            </p:cNvPr>
            <p:cNvSpPr>
              <a:spLocks noGrp="1"/>
            </p:cNvSpPr>
            <p:nvPr/>
          </p:nvSpPr>
          <p:spPr>
            <a:xfrm>
              <a:off x="197623" y="864321"/>
              <a:ext cx="35718" cy="32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0" name="asset_3411_22">
              <a:extLst>
                <a:ext uri="{FF2B5EF4-FFF2-40B4-BE49-F238E27FC236}">
                  <a16:creationId xmlns:a16="http://schemas.microsoft.com/office/drawing/2014/main" id="{AFA003E2-44C5-4BA4-9920-4C5E7260E04D}"/>
                </a:ext>
              </a:extLst>
            </p:cNvPr>
            <p:cNvSpPr>
              <a:spLocks noGrp="1"/>
            </p:cNvSpPr>
            <p:nvPr/>
          </p:nvSpPr>
          <p:spPr>
            <a:xfrm>
              <a:off x="289023" y="863118"/>
              <a:ext cx="57695" cy="5246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1" name="asset_3411_23">
              <a:extLst>
                <a:ext uri="{FF2B5EF4-FFF2-40B4-BE49-F238E27FC236}">
                  <a16:creationId xmlns:a16="http://schemas.microsoft.com/office/drawing/2014/main" id="{0B26404F-10CA-424B-92C6-82D1627DF181}"/>
                </a:ext>
              </a:extLst>
            </p:cNvPr>
            <p:cNvSpPr>
              <a:spLocks noGrp="1"/>
            </p:cNvSpPr>
            <p:nvPr/>
          </p:nvSpPr>
          <p:spPr>
            <a:xfrm>
              <a:off x="338795" y="832408"/>
              <a:ext cx="31803" cy="2892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2" name="asset_3411_24">
              <a:extLst>
                <a:ext uri="{FF2B5EF4-FFF2-40B4-BE49-F238E27FC236}">
                  <a16:creationId xmlns:a16="http://schemas.microsoft.com/office/drawing/2014/main" id="{517AD261-6B44-40F5-8A26-7932D5BF7E16}"/>
                </a:ext>
              </a:extLst>
            </p:cNvPr>
            <p:cNvSpPr>
              <a:spLocks noGrp="1"/>
            </p:cNvSpPr>
            <p:nvPr/>
          </p:nvSpPr>
          <p:spPr>
            <a:xfrm>
              <a:off x="261809" y="764845"/>
              <a:ext cx="52113" cy="4739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3" name="asset_3411_25">
              <a:extLst>
                <a:ext uri="{FF2B5EF4-FFF2-40B4-BE49-F238E27FC236}">
                  <a16:creationId xmlns:a16="http://schemas.microsoft.com/office/drawing/2014/main" id="{8A8A6F5A-1C34-4FE8-905B-C88978C5AAF0}"/>
                </a:ext>
              </a:extLst>
            </p:cNvPr>
            <p:cNvSpPr>
              <a:spLocks noGrp="1"/>
            </p:cNvSpPr>
            <p:nvPr/>
          </p:nvSpPr>
          <p:spPr>
            <a:xfrm>
              <a:off x="206423" y="867644"/>
              <a:ext cx="37347" cy="339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4" name="asset_3411_26">
              <a:extLst>
                <a:ext uri="{FF2B5EF4-FFF2-40B4-BE49-F238E27FC236}">
                  <a16:creationId xmlns:a16="http://schemas.microsoft.com/office/drawing/2014/main" id="{6C7A06C3-DCF7-4619-B82E-BEE22B99C6BA}"/>
                </a:ext>
              </a:extLst>
            </p:cNvPr>
            <p:cNvSpPr>
              <a:spLocks noGrp="1"/>
            </p:cNvSpPr>
            <p:nvPr/>
          </p:nvSpPr>
          <p:spPr>
            <a:xfrm>
              <a:off x="298778" y="873990"/>
              <a:ext cx="31485" cy="286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5" name="asset_3411_27">
              <a:extLst>
                <a:ext uri="{FF2B5EF4-FFF2-40B4-BE49-F238E27FC236}">
                  <a16:creationId xmlns:a16="http://schemas.microsoft.com/office/drawing/2014/main" id="{5B4C5A3E-BBCD-48E9-AEEA-3FC207768B7F}"/>
                </a:ext>
              </a:extLst>
            </p:cNvPr>
            <p:cNvSpPr>
              <a:spLocks noGrp="1"/>
            </p:cNvSpPr>
            <p:nvPr/>
          </p:nvSpPr>
          <p:spPr>
            <a:xfrm>
              <a:off x="295904" y="833272"/>
              <a:ext cx="42969" cy="390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6" name="asset_3411_28">
              <a:extLst>
                <a:ext uri="{FF2B5EF4-FFF2-40B4-BE49-F238E27FC236}">
                  <a16:creationId xmlns:a16="http://schemas.microsoft.com/office/drawing/2014/main" id="{52E38570-D3A2-4631-930D-5CF53563DEED}"/>
                </a:ext>
              </a:extLst>
            </p:cNvPr>
            <p:cNvSpPr>
              <a:spLocks noGrp="1"/>
            </p:cNvSpPr>
            <p:nvPr/>
          </p:nvSpPr>
          <p:spPr>
            <a:xfrm>
              <a:off x="270638" y="811862"/>
              <a:ext cx="55265" cy="5025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7" name="asset_3411_29">
              <a:extLst>
                <a:ext uri="{FF2B5EF4-FFF2-40B4-BE49-F238E27FC236}">
                  <a16:creationId xmlns:a16="http://schemas.microsoft.com/office/drawing/2014/main" id="{561D7331-3D0A-415F-B200-C312585E5468}"/>
                </a:ext>
              </a:extLst>
            </p:cNvPr>
            <p:cNvSpPr>
              <a:spLocks noGrp="1"/>
            </p:cNvSpPr>
            <p:nvPr/>
          </p:nvSpPr>
          <p:spPr>
            <a:xfrm>
              <a:off x="203308" y="867118"/>
              <a:ext cx="38292" cy="3482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8" name="asset_3411_30">
              <a:extLst>
                <a:ext uri="{FF2B5EF4-FFF2-40B4-BE49-F238E27FC236}">
                  <a16:creationId xmlns:a16="http://schemas.microsoft.com/office/drawing/2014/main" id="{4E01E509-2839-4C0E-8B76-FD0DE55117B9}"/>
                </a:ext>
              </a:extLst>
            </p:cNvPr>
            <p:cNvSpPr>
              <a:spLocks noGrp="1"/>
            </p:cNvSpPr>
            <p:nvPr/>
          </p:nvSpPr>
          <p:spPr>
            <a:xfrm>
              <a:off x="306809" y="865521"/>
              <a:ext cx="41408" cy="3765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9" name="asset_3411_31">
              <a:extLst>
                <a:ext uri="{FF2B5EF4-FFF2-40B4-BE49-F238E27FC236}">
                  <a16:creationId xmlns:a16="http://schemas.microsoft.com/office/drawing/2014/main" id="{CF2D39F3-8326-4FE4-8D1E-4DE08DCF3608}"/>
                </a:ext>
              </a:extLst>
            </p:cNvPr>
            <p:cNvSpPr>
              <a:spLocks noGrp="1"/>
            </p:cNvSpPr>
            <p:nvPr/>
          </p:nvSpPr>
          <p:spPr>
            <a:xfrm>
              <a:off x="283189" y="838846"/>
              <a:ext cx="34946" cy="3178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0" name="asset_3411_32">
              <a:extLst>
                <a:ext uri="{FF2B5EF4-FFF2-40B4-BE49-F238E27FC236}">
                  <a16:creationId xmlns:a16="http://schemas.microsoft.com/office/drawing/2014/main" id="{2A07883F-924F-4D9D-860E-61DEC5ED61ED}"/>
                </a:ext>
              </a:extLst>
            </p:cNvPr>
            <p:cNvSpPr>
              <a:spLocks noGrp="1"/>
            </p:cNvSpPr>
            <p:nvPr/>
          </p:nvSpPr>
          <p:spPr>
            <a:xfrm>
              <a:off x="240137" y="810691"/>
              <a:ext cx="41051" cy="373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1" name="asset_3411_33">
              <a:extLst>
                <a:ext uri="{FF2B5EF4-FFF2-40B4-BE49-F238E27FC236}">
                  <a16:creationId xmlns:a16="http://schemas.microsoft.com/office/drawing/2014/main" id="{326F2534-B889-4B3C-B691-AAA58C3BB24B}"/>
                </a:ext>
              </a:extLst>
            </p:cNvPr>
            <p:cNvSpPr>
              <a:spLocks noGrp="1"/>
            </p:cNvSpPr>
            <p:nvPr/>
          </p:nvSpPr>
          <p:spPr>
            <a:xfrm>
              <a:off x="241551" y="857776"/>
              <a:ext cx="34987" cy="318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2" name="asset_3411_34">
              <a:extLst>
                <a:ext uri="{FF2B5EF4-FFF2-40B4-BE49-F238E27FC236}">
                  <a16:creationId xmlns:a16="http://schemas.microsoft.com/office/drawing/2014/main" id="{4A2366E0-4FAE-4D94-9DEE-5048302867EA}"/>
                </a:ext>
              </a:extLst>
            </p:cNvPr>
            <p:cNvSpPr>
              <a:spLocks noGrp="1"/>
            </p:cNvSpPr>
            <p:nvPr/>
          </p:nvSpPr>
          <p:spPr>
            <a:xfrm>
              <a:off x="273896" y="895074"/>
              <a:ext cx="48428" cy="440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3" name="asset_3411_35">
              <a:extLst>
                <a:ext uri="{FF2B5EF4-FFF2-40B4-BE49-F238E27FC236}">
                  <a16:creationId xmlns:a16="http://schemas.microsoft.com/office/drawing/2014/main" id="{1007DE31-A589-4561-908D-1BC2445E135B}"/>
                </a:ext>
              </a:extLst>
            </p:cNvPr>
            <p:cNvSpPr>
              <a:spLocks noGrp="1"/>
            </p:cNvSpPr>
            <p:nvPr/>
          </p:nvSpPr>
          <p:spPr>
            <a:xfrm>
              <a:off x="307927" y="823349"/>
              <a:ext cx="54152" cy="492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4" name="asset_3411_36">
              <a:extLst>
                <a:ext uri="{FF2B5EF4-FFF2-40B4-BE49-F238E27FC236}">
                  <a16:creationId xmlns:a16="http://schemas.microsoft.com/office/drawing/2014/main" id="{154D8CC8-D747-4DDC-82EF-78B7267C3BA8}"/>
                </a:ext>
              </a:extLst>
            </p:cNvPr>
            <p:cNvSpPr>
              <a:spLocks noGrp="1"/>
            </p:cNvSpPr>
            <p:nvPr/>
          </p:nvSpPr>
          <p:spPr>
            <a:xfrm>
              <a:off x="278419" y="780385"/>
              <a:ext cx="56610" cy="51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5" name="asset_3411_37">
              <a:extLst>
                <a:ext uri="{FF2B5EF4-FFF2-40B4-BE49-F238E27FC236}">
                  <a16:creationId xmlns:a16="http://schemas.microsoft.com/office/drawing/2014/main" id="{6EB24BC6-E279-4ACB-8ADA-3347E92715EA}"/>
                </a:ext>
              </a:extLst>
            </p:cNvPr>
            <p:cNvSpPr>
              <a:spLocks noGrp="1"/>
            </p:cNvSpPr>
            <p:nvPr/>
          </p:nvSpPr>
          <p:spPr>
            <a:xfrm>
              <a:off x="191659" y="868034"/>
              <a:ext cx="38946" cy="354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6" name="asset_3411_38">
              <a:extLst>
                <a:ext uri="{FF2B5EF4-FFF2-40B4-BE49-F238E27FC236}">
                  <a16:creationId xmlns:a16="http://schemas.microsoft.com/office/drawing/2014/main" id="{67BC88F7-AFA6-47D1-8315-70F920A20C4A}"/>
                </a:ext>
              </a:extLst>
            </p:cNvPr>
            <p:cNvSpPr>
              <a:spLocks noGrp="1"/>
            </p:cNvSpPr>
            <p:nvPr/>
          </p:nvSpPr>
          <p:spPr>
            <a:xfrm>
              <a:off x="273013" y="852482"/>
              <a:ext cx="56603" cy="5147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7" name="asset_3411_39">
              <a:extLst>
                <a:ext uri="{FF2B5EF4-FFF2-40B4-BE49-F238E27FC236}">
                  <a16:creationId xmlns:a16="http://schemas.microsoft.com/office/drawing/2014/main" id="{B98D5FB4-59FB-4946-9C2A-07B81FEA4351}"/>
                </a:ext>
              </a:extLst>
            </p:cNvPr>
            <p:cNvSpPr>
              <a:spLocks noGrp="1"/>
            </p:cNvSpPr>
            <p:nvPr/>
          </p:nvSpPr>
          <p:spPr>
            <a:xfrm>
              <a:off x="319623" y="840498"/>
              <a:ext cx="33366" cy="3034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8" name="asset_3411_40">
              <a:extLst>
                <a:ext uri="{FF2B5EF4-FFF2-40B4-BE49-F238E27FC236}">
                  <a16:creationId xmlns:a16="http://schemas.microsoft.com/office/drawing/2014/main" id="{83420C1F-4D3F-4791-B752-627A462A399E}"/>
                </a:ext>
              </a:extLst>
            </p:cNvPr>
            <p:cNvSpPr>
              <a:spLocks noGrp="1"/>
            </p:cNvSpPr>
            <p:nvPr/>
          </p:nvSpPr>
          <p:spPr>
            <a:xfrm>
              <a:off x="242007" y="796151"/>
              <a:ext cx="50164" cy="4561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9" name="asset_3411_41">
              <a:extLst>
                <a:ext uri="{FF2B5EF4-FFF2-40B4-BE49-F238E27FC236}">
                  <a16:creationId xmlns:a16="http://schemas.microsoft.com/office/drawing/2014/main" id="{9C9CA8AF-7487-42D9-B054-213909B8375A}"/>
                </a:ext>
              </a:extLst>
            </p:cNvPr>
            <p:cNvSpPr>
              <a:spLocks noGrp="1"/>
            </p:cNvSpPr>
            <p:nvPr/>
          </p:nvSpPr>
          <p:spPr>
            <a:xfrm>
              <a:off x="189029" y="846662"/>
              <a:ext cx="40170" cy="365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0" name="asset_3411_42">
              <a:extLst>
                <a:ext uri="{FF2B5EF4-FFF2-40B4-BE49-F238E27FC236}">
                  <a16:creationId xmlns:a16="http://schemas.microsoft.com/office/drawing/2014/main" id="{DAC0FD38-66B9-4B84-A151-CFA48DFCFD5C}"/>
                </a:ext>
              </a:extLst>
            </p:cNvPr>
            <p:cNvSpPr>
              <a:spLocks noGrp="1"/>
            </p:cNvSpPr>
            <p:nvPr/>
          </p:nvSpPr>
          <p:spPr>
            <a:xfrm>
              <a:off x="286935" y="843691"/>
              <a:ext cx="47831" cy="4349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1" name="asset_3411_43">
              <a:extLst>
                <a:ext uri="{FF2B5EF4-FFF2-40B4-BE49-F238E27FC236}">
                  <a16:creationId xmlns:a16="http://schemas.microsoft.com/office/drawing/2014/main" id="{4E7D2088-6627-4B82-91E0-18280AE02F64}"/>
                </a:ext>
              </a:extLst>
            </p:cNvPr>
            <p:cNvSpPr>
              <a:spLocks noGrp="1"/>
            </p:cNvSpPr>
            <p:nvPr/>
          </p:nvSpPr>
          <p:spPr>
            <a:xfrm>
              <a:off x="281949" y="806735"/>
              <a:ext cx="33184" cy="3017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2" name="asset_3411_44">
              <a:extLst>
                <a:ext uri="{FF2B5EF4-FFF2-40B4-BE49-F238E27FC236}">
                  <a16:creationId xmlns:a16="http://schemas.microsoft.com/office/drawing/2014/main" id="{18DF35CC-FA69-407B-B756-D6E24F5CF716}"/>
                </a:ext>
              </a:extLst>
            </p:cNvPr>
            <p:cNvSpPr>
              <a:spLocks noGrp="1"/>
            </p:cNvSpPr>
            <p:nvPr/>
          </p:nvSpPr>
          <p:spPr>
            <a:xfrm>
              <a:off x="277649" y="807177"/>
              <a:ext cx="33960" cy="3088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3" name="asset_3411_45">
              <a:extLst>
                <a:ext uri="{FF2B5EF4-FFF2-40B4-BE49-F238E27FC236}">
                  <a16:creationId xmlns:a16="http://schemas.microsoft.com/office/drawing/2014/main" id="{75CB1308-185E-4AD3-A1E7-5EBC09E504A6}"/>
                </a:ext>
              </a:extLst>
            </p:cNvPr>
            <p:cNvSpPr>
              <a:spLocks noGrp="1"/>
            </p:cNvSpPr>
            <p:nvPr/>
          </p:nvSpPr>
          <p:spPr>
            <a:xfrm>
              <a:off x="188553" y="862265"/>
              <a:ext cx="56605" cy="514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4" name="asset_3411_46">
              <a:extLst>
                <a:ext uri="{FF2B5EF4-FFF2-40B4-BE49-F238E27FC236}">
                  <a16:creationId xmlns:a16="http://schemas.microsoft.com/office/drawing/2014/main" id="{179296BF-344A-4148-A9D4-3E16BAAA6846}"/>
                </a:ext>
              </a:extLst>
            </p:cNvPr>
            <p:cNvSpPr>
              <a:spLocks noGrp="1"/>
            </p:cNvSpPr>
            <p:nvPr/>
          </p:nvSpPr>
          <p:spPr>
            <a:xfrm>
              <a:off x="233525" y="861391"/>
              <a:ext cx="55794" cy="507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5" name="asset_3411_47">
              <a:extLst>
                <a:ext uri="{FF2B5EF4-FFF2-40B4-BE49-F238E27FC236}">
                  <a16:creationId xmlns:a16="http://schemas.microsoft.com/office/drawing/2014/main" id="{88951690-A320-498A-86DB-5D662BE56B83}"/>
                </a:ext>
              </a:extLst>
            </p:cNvPr>
            <p:cNvSpPr>
              <a:spLocks noGrp="1"/>
            </p:cNvSpPr>
            <p:nvPr/>
          </p:nvSpPr>
          <p:spPr>
            <a:xfrm>
              <a:off x="305682" y="776200"/>
              <a:ext cx="54723" cy="497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6" name="asset_3411_48">
              <a:extLst>
                <a:ext uri="{FF2B5EF4-FFF2-40B4-BE49-F238E27FC236}">
                  <a16:creationId xmlns:a16="http://schemas.microsoft.com/office/drawing/2014/main" id="{7273DCD7-DEA0-4C25-B06F-94A2BF1A8847}"/>
                </a:ext>
              </a:extLst>
            </p:cNvPr>
            <p:cNvSpPr>
              <a:spLocks noGrp="1"/>
            </p:cNvSpPr>
            <p:nvPr/>
          </p:nvSpPr>
          <p:spPr>
            <a:xfrm>
              <a:off x="262074" y="832592"/>
              <a:ext cx="32482" cy="295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7" name="asset_3411_49">
              <a:extLst>
                <a:ext uri="{FF2B5EF4-FFF2-40B4-BE49-F238E27FC236}">
                  <a16:creationId xmlns:a16="http://schemas.microsoft.com/office/drawing/2014/main" id="{317CFA8E-23F1-4D86-982F-45C65C07CE57}"/>
                </a:ext>
              </a:extLst>
            </p:cNvPr>
            <p:cNvSpPr>
              <a:spLocks noGrp="1"/>
            </p:cNvSpPr>
            <p:nvPr/>
          </p:nvSpPr>
          <p:spPr>
            <a:xfrm>
              <a:off x="199581" y="859669"/>
              <a:ext cx="56969" cy="5180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8" name="asset_3411_50">
              <a:extLst>
                <a:ext uri="{FF2B5EF4-FFF2-40B4-BE49-F238E27FC236}">
                  <a16:creationId xmlns:a16="http://schemas.microsoft.com/office/drawing/2014/main" id="{A1304B97-20ED-4EF4-B820-4BBCF3EE2848}"/>
                </a:ext>
              </a:extLst>
            </p:cNvPr>
            <p:cNvSpPr>
              <a:spLocks noGrp="1"/>
            </p:cNvSpPr>
            <p:nvPr/>
          </p:nvSpPr>
          <p:spPr>
            <a:xfrm>
              <a:off x="290634" y="851962"/>
              <a:ext cx="36759" cy="3342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9" name="asset_3411_51">
              <a:extLst>
                <a:ext uri="{FF2B5EF4-FFF2-40B4-BE49-F238E27FC236}">
                  <a16:creationId xmlns:a16="http://schemas.microsoft.com/office/drawing/2014/main" id="{4A016E84-0AC1-4FEB-B852-CC942A0C3AB5}"/>
                </a:ext>
              </a:extLst>
            </p:cNvPr>
            <p:cNvSpPr>
              <a:spLocks noGrp="1"/>
            </p:cNvSpPr>
            <p:nvPr/>
          </p:nvSpPr>
          <p:spPr>
            <a:xfrm>
              <a:off x="16092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20" name="a | density cube M_sim | v4 editable"/>
          <p:cNvGrpSpPr/>
          <p:nvPr/>
        </p:nvGrpSpPr>
        <p:grpSpPr>
          <a:xfrm>
            <a:off x="1768581" y="496945"/>
            <a:ext cx="206784" cy="185747"/>
            <a:chOff x="571680" y="736200"/>
            <a:chExt cx="285840" cy="256320"/>
          </a:xfrm>
        </p:grpSpPr>
        <p:sp>
          <p:nvSpPr>
            <p:cNvPr id="921" name="asset_3412_0">
              <a:extLst>
                <a:ext uri="{FF2B5EF4-FFF2-40B4-BE49-F238E27FC236}">
                  <a16:creationId xmlns:a16="http://schemas.microsoft.com/office/drawing/2014/main" id="{86AFAA92-91E9-48AF-9226-329DCB2A3BA0}"/>
                </a:ext>
              </a:extLst>
            </p:cNvPr>
            <p:cNvSpPr>
              <a:spLocks noGrp="1"/>
            </p:cNvSpPr>
            <p:nvPr/>
          </p:nvSpPr>
          <p:spPr>
            <a:xfrm>
              <a:off x="57168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22" name="asset_3412_1">
              <a:extLst>
                <a:ext uri="{FF2B5EF4-FFF2-40B4-BE49-F238E27FC236}">
                  <a16:creationId xmlns:a16="http://schemas.microsoft.com/office/drawing/2014/main" id="{3E26C1DF-4658-4AAB-906E-5516054E5B73}"/>
                </a:ext>
              </a:extLst>
            </p:cNvPr>
            <p:cNvSpPr>
              <a:spLocks noGrp="1"/>
            </p:cNvSpPr>
            <p:nvPr/>
          </p:nvSpPr>
          <p:spPr>
            <a:xfrm>
              <a:off x="80321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23" name="asset_3412_2">
              <a:extLst>
                <a:ext uri="{FF2B5EF4-FFF2-40B4-BE49-F238E27FC236}">
                  <a16:creationId xmlns:a16="http://schemas.microsoft.com/office/drawing/2014/main" id="{A8C643F2-5526-4404-8469-581ABAD0304C}"/>
                </a:ext>
              </a:extLst>
            </p:cNvPr>
            <p:cNvSpPr>
              <a:spLocks noGrp="1"/>
            </p:cNvSpPr>
            <p:nvPr/>
          </p:nvSpPr>
          <p:spPr>
            <a:xfrm>
              <a:off x="571680" y="779774"/>
              <a:ext cx="231530" cy="212746"/>
            </a:xfrm>
            <a:prstGeom prst="rect">
              <a:avLst/>
            </a:prstGeom>
            <a:solidFill>
              <a:srgbClr val="E7F1FC">
                <a:alpha val="20000"/>
              </a:srgbClr>
            </a:solidFill>
            <a:ln w="1524">
              <a:solidFill>
                <a:srgbClr val="87ADD3"/>
              </a:solidFill>
            </a:ln>
          </p:spPr>
        </p:sp>
        <p:sp>
          <p:nvSpPr>
            <p:cNvPr id="924" name="asset_3412_3">
              <a:extLst>
                <a:ext uri="{FF2B5EF4-FFF2-40B4-BE49-F238E27FC236}">
                  <a16:creationId xmlns:a16="http://schemas.microsoft.com/office/drawing/2014/main" id="{4A98D6F7-8A0D-43C0-88DB-53B18B80B5FE}"/>
                </a:ext>
              </a:extLst>
            </p:cNvPr>
            <p:cNvSpPr>
              <a:spLocks noGrp="1"/>
            </p:cNvSpPr>
            <p:nvPr/>
          </p:nvSpPr>
          <p:spPr>
            <a:xfrm>
              <a:off x="629563" y="779774"/>
              <a:ext cx="4" cy="212746"/>
            </a:xfrm>
            <a:prstGeom prst="line">
              <a:avLst/>
            </a:prstGeom>
            <a:noFill/>
            <a:ln w="1118">
              <a:solidFill>
                <a:srgbClr val="C9DEED">
                  <a:alpha val="33000"/>
                </a:srgbClr>
              </a:solidFill>
            </a:ln>
          </p:spPr>
        </p:sp>
        <p:sp>
          <p:nvSpPr>
            <p:cNvPr id="925" name="asset_3412_4">
              <a:extLst>
                <a:ext uri="{FF2B5EF4-FFF2-40B4-BE49-F238E27FC236}">
                  <a16:creationId xmlns:a16="http://schemas.microsoft.com/office/drawing/2014/main" id="{E4CD9C1E-D968-4B52-B5A1-E0BE815570BC}"/>
                </a:ext>
              </a:extLst>
            </p:cNvPr>
            <p:cNvSpPr>
              <a:spLocks noGrp="1"/>
            </p:cNvSpPr>
            <p:nvPr/>
          </p:nvSpPr>
          <p:spPr>
            <a:xfrm>
              <a:off x="571680" y="832961"/>
              <a:ext cx="231530" cy="4"/>
            </a:xfrm>
            <a:prstGeom prst="line">
              <a:avLst/>
            </a:prstGeom>
            <a:noFill/>
            <a:ln w="1118">
              <a:solidFill>
                <a:srgbClr val="C9DEED">
                  <a:alpha val="33000"/>
                </a:srgbClr>
              </a:solidFill>
            </a:ln>
          </p:spPr>
        </p:sp>
        <p:sp>
          <p:nvSpPr>
            <p:cNvPr id="926" name="asset_3412_5">
              <a:extLst>
                <a:ext uri="{FF2B5EF4-FFF2-40B4-BE49-F238E27FC236}">
                  <a16:creationId xmlns:a16="http://schemas.microsoft.com/office/drawing/2014/main" id="{CF8E0384-BFC7-4686-A4F8-CC36EE76AC6B}"/>
                </a:ext>
              </a:extLst>
            </p:cNvPr>
            <p:cNvSpPr>
              <a:spLocks noGrp="1"/>
            </p:cNvSpPr>
            <p:nvPr/>
          </p:nvSpPr>
          <p:spPr>
            <a:xfrm>
              <a:off x="687445" y="779774"/>
              <a:ext cx="4" cy="212746"/>
            </a:xfrm>
            <a:prstGeom prst="line">
              <a:avLst/>
            </a:prstGeom>
            <a:noFill/>
            <a:ln w="1118">
              <a:solidFill>
                <a:srgbClr val="C9DEED">
                  <a:alpha val="33000"/>
                </a:srgbClr>
              </a:solidFill>
            </a:ln>
          </p:spPr>
        </p:sp>
        <p:sp>
          <p:nvSpPr>
            <p:cNvPr id="927" name="asset_3412_6">
              <a:extLst>
                <a:ext uri="{FF2B5EF4-FFF2-40B4-BE49-F238E27FC236}">
                  <a16:creationId xmlns:a16="http://schemas.microsoft.com/office/drawing/2014/main" id="{B970749C-73FB-4B47-AEFC-CB6AD53B3152}"/>
                </a:ext>
              </a:extLst>
            </p:cNvPr>
            <p:cNvSpPr>
              <a:spLocks noGrp="1"/>
            </p:cNvSpPr>
            <p:nvPr/>
          </p:nvSpPr>
          <p:spPr>
            <a:xfrm>
              <a:off x="571680" y="886147"/>
              <a:ext cx="231530" cy="4"/>
            </a:xfrm>
            <a:prstGeom prst="line">
              <a:avLst/>
            </a:prstGeom>
            <a:noFill/>
            <a:ln w="1118">
              <a:solidFill>
                <a:srgbClr val="C9DEED">
                  <a:alpha val="33000"/>
                </a:srgbClr>
              </a:solidFill>
            </a:ln>
          </p:spPr>
        </p:sp>
        <p:sp>
          <p:nvSpPr>
            <p:cNvPr id="928" name="asset_3412_7">
              <a:extLst>
                <a:ext uri="{FF2B5EF4-FFF2-40B4-BE49-F238E27FC236}">
                  <a16:creationId xmlns:a16="http://schemas.microsoft.com/office/drawing/2014/main" id="{BFAD42FE-9C88-4823-AD94-94CBDE5004B3}"/>
                </a:ext>
              </a:extLst>
            </p:cNvPr>
            <p:cNvSpPr>
              <a:spLocks noGrp="1"/>
            </p:cNvSpPr>
            <p:nvPr/>
          </p:nvSpPr>
          <p:spPr>
            <a:xfrm>
              <a:off x="745328" y="779774"/>
              <a:ext cx="4" cy="212746"/>
            </a:xfrm>
            <a:prstGeom prst="line">
              <a:avLst/>
            </a:prstGeom>
            <a:noFill/>
            <a:ln w="1118">
              <a:solidFill>
                <a:srgbClr val="C9DEED">
                  <a:alpha val="33000"/>
                </a:srgbClr>
              </a:solidFill>
            </a:ln>
          </p:spPr>
        </p:sp>
        <p:sp>
          <p:nvSpPr>
            <p:cNvPr id="929" name="asset_3412_8">
              <a:extLst>
                <a:ext uri="{FF2B5EF4-FFF2-40B4-BE49-F238E27FC236}">
                  <a16:creationId xmlns:a16="http://schemas.microsoft.com/office/drawing/2014/main" id="{BCDC689C-2D9C-46AE-BA2F-029C092079B4}"/>
                </a:ext>
              </a:extLst>
            </p:cNvPr>
            <p:cNvSpPr>
              <a:spLocks noGrp="1"/>
            </p:cNvSpPr>
            <p:nvPr/>
          </p:nvSpPr>
          <p:spPr>
            <a:xfrm>
              <a:off x="571680" y="939334"/>
              <a:ext cx="231530" cy="4"/>
            </a:xfrm>
            <a:prstGeom prst="line">
              <a:avLst/>
            </a:prstGeom>
            <a:noFill/>
            <a:ln w="1118">
              <a:solidFill>
                <a:srgbClr val="C9DEED">
                  <a:alpha val="33000"/>
                </a:srgbClr>
              </a:solidFill>
            </a:ln>
          </p:spPr>
        </p:sp>
        <p:sp>
          <p:nvSpPr>
            <p:cNvPr id="930" name="asset_3412_9">
              <a:extLst>
                <a:ext uri="{FF2B5EF4-FFF2-40B4-BE49-F238E27FC236}">
                  <a16:creationId xmlns:a16="http://schemas.microsoft.com/office/drawing/2014/main" id="{D699C4C1-8D8C-42E5-847A-BD338AF18A91}"/>
                </a:ext>
              </a:extLst>
            </p:cNvPr>
            <p:cNvSpPr>
              <a:spLocks noGrp="1"/>
            </p:cNvSpPr>
            <p:nvPr/>
          </p:nvSpPr>
          <p:spPr>
            <a:xfrm>
              <a:off x="592170" y="808637"/>
              <a:ext cx="107801" cy="9803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1" name="asset_3412_10">
              <a:extLst>
                <a:ext uri="{FF2B5EF4-FFF2-40B4-BE49-F238E27FC236}">
                  <a16:creationId xmlns:a16="http://schemas.microsoft.com/office/drawing/2014/main" id="{A67D4B44-0F8A-4ED5-A55C-6086AC4BBE69}"/>
                </a:ext>
              </a:extLst>
            </p:cNvPr>
            <p:cNvSpPr>
              <a:spLocks noGrp="1"/>
            </p:cNvSpPr>
            <p:nvPr/>
          </p:nvSpPr>
          <p:spPr>
            <a:xfrm>
              <a:off x="641579" y="837230"/>
              <a:ext cx="116784" cy="10620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2" name="asset_3412_11">
              <a:extLst>
                <a:ext uri="{FF2B5EF4-FFF2-40B4-BE49-F238E27FC236}">
                  <a16:creationId xmlns:a16="http://schemas.microsoft.com/office/drawing/2014/main" id="{F925474B-9DC9-4793-836F-E7656F3C9AB3}"/>
                </a:ext>
              </a:extLst>
            </p:cNvPr>
            <p:cNvSpPr>
              <a:spLocks noGrp="1"/>
            </p:cNvSpPr>
            <p:nvPr/>
          </p:nvSpPr>
          <p:spPr>
            <a:xfrm>
              <a:off x="684250" y="784129"/>
              <a:ext cx="103309" cy="93948"/>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3" name="asset_3412_12">
              <a:extLst>
                <a:ext uri="{FF2B5EF4-FFF2-40B4-BE49-F238E27FC236}">
                  <a16:creationId xmlns:a16="http://schemas.microsoft.com/office/drawing/2014/main" id="{D9C7B936-255D-4407-ADB5-0472A6BDE35C}"/>
                </a:ext>
              </a:extLst>
            </p:cNvPr>
            <p:cNvSpPr>
              <a:spLocks noGrp="1"/>
            </p:cNvSpPr>
            <p:nvPr/>
          </p:nvSpPr>
          <p:spPr>
            <a:xfrm>
              <a:off x="637087" y="769832"/>
              <a:ext cx="98817" cy="89864"/>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4" name="asset_3412_13">
              <a:extLst>
                <a:ext uri="{FF2B5EF4-FFF2-40B4-BE49-F238E27FC236}">
                  <a16:creationId xmlns:a16="http://schemas.microsoft.com/office/drawing/2014/main" id="{1462606B-5933-4378-98D8-405FFD7D049A}"/>
                </a:ext>
              </a:extLst>
            </p:cNvPr>
            <p:cNvSpPr>
              <a:spLocks noGrp="1"/>
            </p:cNvSpPr>
            <p:nvPr/>
          </p:nvSpPr>
          <p:spPr>
            <a:xfrm>
              <a:off x="652907" y="816423"/>
              <a:ext cx="63214" cy="5748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5" name="asset_3412_14">
              <a:extLst>
                <a:ext uri="{FF2B5EF4-FFF2-40B4-BE49-F238E27FC236}">
                  <a16:creationId xmlns:a16="http://schemas.microsoft.com/office/drawing/2014/main" id="{9A5B65D7-2986-4411-A8F8-4B5253C495F5}"/>
                </a:ext>
              </a:extLst>
            </p:cNvPr>
            <p:cNvSpPr>
              <a:spLocks noGrp="1"/>
            </p:cNvSpPr>
            <p:nvPr/>
          </p:nvSpPr>
          <p:spPr>
            <a:xfrm>
              <a:off x="647190" y="875063"/>
              <a:ext cx="69847" cy="6351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6" name="asset_3412_15">
              <a:extLst>
                <a:ext uri="{FF2B5EF4-FFF2-40B4-BE49-F238E27FC236}">
                  <a16:creationId xmlns:a16="http://schemas.microsoft.com/office/drawing/2014/main" id="{0F56588A-1064-4188-A199-BFFC23EAF27E}"/>
                </a:ext>
              </a:extLst>
            </p:cNvPr>
            <p:cNvSpPr>
              <a:spLocks noGrp="1"/>
            </p:cNvSpPr>
            <p:nvPr/>
          </p:nvSpPr>
          <p:spPr>
            <a:xfrm>
              <a:off x="700049" y="785517"/>
              <a:ext cx="49631" cy="4513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7" name="asset_3412_16">
              <a:extLst>
                <a:ext uri="{FF2B5EF4-FFF2-40B4-BE49-F238E27FC236}">
                  <a16:creationId xmlns:a16="http://schemas.microsoft.com/office/drawing/2014/main" id="{12432FAC-7BD8-4678-A3B9-863B49C6058D}"/>
                </a:ext>
              </a:extLst>
            </p:cNvPr>
            <p:cNvSpPr>
              <a:spLocks noGrp="1"/>
            </p:cNvSpPr>
            <p:nvPr/>
          </p:nvSpPr>
          <p:spPr>
            <a:xfrm>
              <a:off x="668307" y="764705"/>
              <a:ext cx="50529" cy="459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8" name="asset_3412_17">
              <a:extLst>
                <a:ext uri="{FF2B5EF4-FFF2-40B4-BE49-F238E27FC236}">
                  <a16:creationId xmlns:a16="http://schemas.microsoft.com/office/drawing/2014/main" id="{BD5FCCF1-7733-4D14-AE1A-E4C985C7EE44}"/>
                </a:ext>
              </a:extLst>
            </p:cNvPr>
            <p:cNvSpPr>
              <a:spLocks noGrp="1"/>
            </p:cNvSpPr>
            <p:nvPr/>
          </p:nvSpPr>
          <p:spPr>
            <a:xfrm>
              <a:off x="598732" y="837647"/>
              <a:ext cx="46888" cy="4263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9" name="asset_3412_18">
              <a:extLst>
                <a:ext uri="{FF2B5EF4-FFF2-40B4-BE49-F238E27FC236}">
                  <a16:creationId xmlns:a16="http://schemas.microsoft.com/office/drawing/2014/main" id="{6048EA91-8693-432F-AC15-C41215A9067F}"/>
                </a:ext>
              </a:extLst>
            </p:cNvPr>
            <p:cNvSpPr>
              <a:spLocks noGrp="1"/>
            </p:cNvSpPr>
            <p:nvPr/>
          </p:nvSpPr>
          <p:spPr>
            <a:xfrm>
              <a:off x="687984" y="869189"/>
              <a:ext cx="66275" cy="6027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0" name="asset_3412_19">
              <a:extLst>
                <a:ext uri="{FF2B5EF4-FFF2-40B4-BE49-F238E27FC236}">
                  <a16:creationId xmlns:a16="http://schemas.microsoft.com/office/drawing/2014/main" id="{7210501F-D7C9-46D4-9154-F56363834A31}"/>
                </a:ext>
              </a:extLst>
            </p:cNvPr>
            <p:cNvSpPr>
              <a:spLocks noGrp="1"/>
            </p:cNvSpPr>
            <p:nvPr/>
          </p:nvSpPr>
          <p:spPr>
            <a:xfrm>
              <a:off x="716694" y="770836"/>
              <a:ext cx="57501" cy="5229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1" name="asset_3412_20">
              <a:extLst>
                <a:ext uri="{FF2B5EF4-FFF2-40B4-BE49-F238E27FC236}">
                  <a16:creationId xmlns:a16="http://schemas.microsoft.com/office/drawing/2014/main" id="{C35CF444-9835-4E1A-8E32-DD5EE2BFF667}"/>
                </a:ext>
              </a:extLst>
            </p:cNvPr>
            <p:cNvSpPr>
              <a:spLocks noGrp="1"/>
            </p:cNvSpPr>
            <p:nvPr/>
          </p:nvSpPr>
          <p:spPr>
            <a:xfrm>
              <a:off x="636511" y="805030"/>
              <a:ext cx="45388" cy="4127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2" name="asset_3412_21">
              <a:extLst>
                <a:ext uri="{FF2B5EF4-FFF2-40B4-BE49-F238E27FC236}">
                  <a16:creationId xmlns:a16="http://schemas.microsoft.com/office/drawing/2014/main" id="{537B45D2-8A8F-4895-9EF4-F71FCF8FC1C4}"/>
                </a:ext>
              </a:extLst>
            </p:cNvPr>
            <p:cNvSpPr>
              <a:spLocks noGrp="1"/>
            </p:cNvSpPr>
            <p:nvPr/>
          </p:nvSpPr>
          <p:spPr>
            <a:xfrm>
              <a:off x="638261" y="837680"/>
              <a:ext cx="63569" cy="578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3" name="asset_3412_22">
              <a:extLst>
                <a:ext uri="{FF2B5EF4-FFF2-40B4-BE49-F238E27FC236}">
                  <a16:creationId xmlns:a16="http://schemas.microsoft.com/office/drawing/2014/main" id="{01B29A90-8A29-498D-8C4C-B4C0C82BBF85}"/>
                </a:ext>
              </a:extLst>
            </p:cNvPr>
            <p:cNvSpPr>
              <a:spLocks noGrp="1"/>
            </p:cNvSpPr>
            <p:nvPr/>
          </p:nvSpPr>
          <p:spPr>
            <a:xfrm>
              <a:off x="674660" y="861103"/>
              <a:ext cx="45772" cy="4162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4" name="asset_3412_23">
              <a:extLst>
                <a:ext uri="{FF2B5EF4-FFF2-40B4-BE49-F238E27FC236}">
                  <a16:creationId xmlns:a16="http://schemas.microsoft.com/office/drawing/2014/main" id="{CD5EE331-7CE5-418A-892D-0B1825AEECE0}"/>
                </a:ext>
              </a:extLst>
            </p:cNvPr>
            <p:cNvSpPr>
              <a:spLocks noGrp="1"/>
            </p:cNvSpPr>
            <p:nvPr/>
          </p:nvSpPr>
          <p:spPr>
            <a:xfrm>
              <a:off x="704143" y="827603"/>
              <a:ext cx="69469" cy="6317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5" name="asset_3412_24">
              <a:extLst>
                <a:ext uri="{FF2B5EF4-FFF2-40B4-BE49-F238E27FC236}">
                  <a16:creationId xmlns:a16="http://schemas.microsoft.com/office/drawing/2014/main" id="{5205D58F-B718-4E1C-9D22-F8497A330E27}"/>
                </a:ext>
              </a:extLst>
            </p:cNvPr>
            <p:cNvSpPr>
              <a:spLocks noGrp="1"/>
            </p:cNvSpPr>
            <p:nvPr/>
          </p:nvSpPr>
          <p:spPr>
            <a:xfrm>
              <a:off x="645683" y="777258"/>
              <a:ext cx="70277" cy="6391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6" name="asset_3412_25">
              <a:extLst>
                <a:ext uri="{FF2B5EF4-FFF2-40B4-BE49-F238E27FC236}">
                  <a16:creationId xmlns:a16="http://schemas.microsoft.com/office/drawing/2014/main" id="{4EEF4E29-A6D2-4035-9956-3D95E964F2F7}"/>
                </a:ext>
              </a:extLst>
            </p:cNvPr>
            <p:cNvSpPr>
              <a:spLocks noGrp="1"/>
            </p:cNvSpPr>
            <p:nvPr/>
          </p:nvSpPr>
          <p:spPr>
            <a:xfrm>
              <a:off x="636623" y="808154"/>
              <a:ext cx="58960" cy="5361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7" name="asset_3412_26">
              <a:extLst>
                <a:ext uri="{FF2B5EF4-FFF2-40B4-BE49-F238E27FC236}">
                  <a16:creationId xmlns:a16="http://schemas.microsoft.com/office/drawing/2014/main" id="{D66CB7A1-F059-4A22-82EB-96DD80182102}"/>
                </a:ext>
              </a:extLst>
            </p:cNvPr>
            <p:cNvSpPr>
              <a:spLocks noGrp="1"/>
            </p:cNvSpPr>
            <p:nvPr/>
          </p:nvSpPr>
          <p:spPr>
            <a:xfrm>
              <a:off x="667301" y="867371"/>
              <a:ext cx="53284" cy="4845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8" name="asset_3412_27">
              <a:extLst>
                <a:ext uri="{FF2B5EF4-FFF2-40B4-BE49-F238E27FC236}">
                  <a16:creationId xmlns:a16="http://schemas.microsoft.com/office/drawing/2014/main" id="{FC37D6D5-B570-4927-9885-E8A5F8FD0D77}"/>
                </a:ext>
              </a:extLst>
            </p:cNvPr>
            <p:cNvSpPr>
              <a:spLocks noGrp="1"/>
            </p:cNvSpPr>
            <p:nvPr/>
          </p:nvSpPr>
          <p:spPr>
            <a:xfrm>
              <a:off x="714320" y="800679"/>
              <a:ext cx="52198" cy="4746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9" name="asset_3412_28">
              <a:extLst>
                <a:ext uri="{FF2B5EF4-FFF2-40B4-BE49-F238E27FC236}">
                  <a16:creationId xmlns:a16="http://schemas.microsoft.com/office/drawing/2014/main" id="{1FD0C4D3-F4DE-4269-B613-DE672FF97E40}"/>
                </a:ext>
              </a:extLst>
            </p:cNvPr>
            <p:cNvSpPr>
              <a:spLocks noGrp="1"/>
            </p:cNvSpPr>
            <p:nvPr/>
          </p:nvSpPr>
          <p:spPr>
            <a:xfrm>
              <a:off x="664541" y="787461"/>
              <a:ext cx="59784" cy="54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0" name="asset_3412_29">
              <a:extLst>
                <a:ext uri="{FF2B5EF4-FFF2-40B4-BE49-F238E27FC236}">
                  <a16:creationId xmlns:a16="http://schemas.microsoft.com/office/drawing/2014/main" id="{CF498178-8B93-4332-AEE4-F7CA96077D98}"/>
                </a:ext>
              </a:extLst>
            </p:cNvPr>
            <p:cNvSpPr>
              <a:spLocks noGrp="1"/>
            </p:cNvSpPr>
            <p:nvPr/>
          </p:nvSpPr>
          <p:spPr>
            <a:xfrm>
              <a:off x="576241" y="835825"/>
              <a:ext cx="69305" cy="6302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1" name="asset_3412_30">
              <a:extLst>
                <a:ext uri="{FF2B5EF4-FFF2-40B4-BE49-F238E27FC236}">
                  <a16:creationId xmlns:a16="http://schemas.microsoft.com/office/drawing/2014/main" id="{5225E879-79C5-47DD-A145-0BC833091673}"/>
                </a:ext>
              </a:extLst>
            </p:cNvPr>
            <p:cNvSpPr>
              <a:spLocks noGrp="1"/>
            </p:cNvSpPr>
            <p:nvPr/>
          </p:nvSpPr>
          <p:spPr>
            <a:xfrm>
              <a:off x="665124" y="849267"/>
              <a:ext cx="62193" cy="5655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2" name="asset_3412_31">
              <a:extLst>
                <a:ext uri="{FF2B5EF4-FFF2-40B4-BE49-F238E27FC236}">
                  <a16:creationId xmlns:a16="http://schemas.microsoft.com/office/drawing/2014/main" id="{6479CD47-E9D5-4525-821F-CEF084607013}"/>
                </a:ext>
              </a:extLst>
            </p:cNvPr>
            <p:cNvSpPr>
              <a:spLocks noGrp="1"/>
            </p:cNvSpPr>
            <p:nvPr/>
          </p:nvSpPr>
          <p:spPr>
            <a:xfrm>
              <a:off x="715191" y="783556"/>
              <a:ext cx="45416" cy="413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3" name="asset_3412_32">
              <a:extLst>
                <a:ext uri="{FF2B5EF4-FFF2-40B4-BE49-F238E27FC236}">
                  <a16:creationId xmlns:a16="http://schemas.microsoft.com/office/drawing/2014/main" id="{310AD0E1-EC81-4D3C-A6BD-4BB6A13229E6}"/>
                </a:ext>
              </a:extLst>
            </p:cNvPr>
            <p:cNvSpPr>
              <a:spLocks noGrp="1"/>
            </p:cNvSpPr>
            <p:nvPr/>
          </p:nvSpPr>
          <p:spPr>
            <a:xfrm>
              <a:off x="643912" y="818051"/>
              <a:ext cx="55636" cy="505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4" name="asset_3412_33">
              <a:extLst>
                <a:ext uri="{FF2B5EF4-FFF2-40B4-BE49-F238E27FC236}">
                  <a16:creationId xmlns:a16="http://schemas.microsoft.com/office/drawing/2014/main" id="{ACBA6F3F-31A3-40BB-A78F-6EACA0DABA2B}"/>
                </a:ext>
              </a:extLst>
            </p:cNvPr>
            <p:cNvSpPr>
              <a:spLocks noGrp="1"/>
            </p:cNvSpPr>
            <p:nvPr/>
          </p:nvSpPr>
          <p:spPr>
            <a:xfrm>
              <a:off x="625304" y="849053"/>
              <a:ext cx="66884" cy="6082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5" name="asset_3412_34">
              <a:extLst>
                <a:ext uri="{FF2B5EF4-FFF2-40B4-BE49-F238E27FC236}">
                  <a16:creationId xmlns:a16="http://schemas.microsoft.com/office/drawing/2014/main" id="{9361712E-1C85-4C4D-A163-0F008BDFC6FD}"/>
                </a:ext>
              </a:extLst>
            </p:cNvPr>
            <p:cNvSpPr>
              <a:spLocks noGrp="1"/>
            </p:cNvSpPr>
            <p:nvPr/>
          </p:nvSpPr>
          <p:spPr>
            <a:xfrm>
              <a:off x="692647" y="892243"/>
              <a:ext cx="65438" cy="595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6" name="asset_3412_35">
              <a:extLst>
                <a:ext uri="{FF2B5EF4-FFF2-40B4-BE49-F238E27FC236}">
                  <a16:creationId xmlns:a16="http://schemas.microsoft.com/office/drawing/2014/main" id="{A0F45E33-3F7A-4F31-A06D-EFA466E0B322}"/>
                </a:ext>
              </a:extLst>
            </p:cNvPr>
            <p:cNvSpPr>
              <a:spLocks noGrp="1"/>
            </p:cNvSpPr>
            <p:nvPr/>
          </p:nvSpPr>
          <p:spPr>
            <a:xfrm>
              <a:off x="706491" y="838391"/>
              <a:ext cx="60698" cy="5519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7" name="asset_3412_36">
              <a:extLst>
                <a:ext uri="{FF2B5EF4-FFF2-40B4-BE49-F238E27FC236}">
                  <a16:creationId xmlns:a16="http://schemas.microsoft.com/office/drawing/2014/main" id="{E545C6E9-A62D-4B34-B324-48C19B40E00A}"/>
                </a:ext>
              </a:extLst>
            </p:cNvPr>
            <p:cNvSpPr>
              <a:spLocks noGrp="1"/>
            </p:cNvSpPr>
            <p:nvPr/>
          </p:nvSpPr>
          <p:spPr>
            <a:xfrm>
              <a:off x="681883" y="811712"/>
              <a:ext cx="50698" cy="4610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8" name="asset_3412_37">
              <a:extLst>
                <a:ext uri="{FF2B5EF4-FFF2-40B4-BE49-F238E27FC236}">
                  <a16:creationId xmlns:a16="http://schemas.microsoft.com/office/drawing/2014/main" id="{E3C7F907-F954-41E4-A34F-E04D93929CC5}"/>
                </a:ext>
              </a:extLst>
            </p:cNvPr>
            <p:cNvSpPr>
              <a:spLocks noGrp="1"/>
            </p:cNvSpPr>
            <p:nvPr/>
          </p:nvSpPr>
          <p:spPr>
            <a:xfrm>
              <a:off x="611001" y="846854"/>
              <a:ext cx="47559" cy="432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9" name="asset_3412_38">
              <a:extLst>
                <a:ext uri="{FF2B5EF4-FFF2-40B4-BE49-F238E27FC236}">
                  <a16:creationId xmlns:a16="http://schemas.microsoft.com/office/drawing/2014/main" id="{B78E3EAE-6C9E-48CE-A887-AF88FF3190A7}"/>
                </a:ext>
              </a:extLst>
            </p:cNvPr>
            <p:cNvSpPr>
              <a:spLocks noGrp="1"/>
            </p:cNvSpPr>
            <p:nvPr/>
          </p:nvSpPr>
          <p:spPr>
            <a:xfrm>
              <a:off x="684330" y="904706"/>
              <a:ext cx="51698" cy="470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0" name="asset_3412_39">
              <a:extLst>
                <a:ext uri="{FF2B5EF4-FFF2-40B4-BE49-F238E27FC236}">
                  <a16:creationId xmlns:a16="http://schemas.microsoft.com/office/drawing/2014/main" id="{7DA969D7-C5D7-486D-9AB8-BC9EF33D9B88}"/>
                </a:ext>
              </a:extLst>
            </p:cNvPr>
            <p:cNvSpPr>
              <a:spLocks noGrp="1"/>
            </p:cNvSpPr>
            <p:nvPr/>
          </p:nvSpPr>
          <p:spPr>
            <a:xfrm>
              <a:off x="683741" y="814489"/>
              <a:ext cx="62909" cy="572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1" name="asset_3412_40">
              <a:extLst>
                <a:ext uri="{FF2B5EF4-FFF2-40B4-BE49-F238E27FC236}">
                  <a16:creationId xmlns:a16="http://schemas.microsoft.com/office/drawing/2014/main" id="{545C7CB2-5E10-42A0-AE6D-7385490B44A4}"/>
                </a:ext>
              </a:extLst>
            </p:cNvPr>
            <p:cNvSpPr>
              <a:spLocks noGrp="1"/>
            </p:cNvSpPr>
            <p:nvPr/>
          </p:nvSpPr>
          <p:spPr>
            <a:xfrm>
              <a:off x="637639" y="761786"/>
              <a:ext cx="63135" cy="574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2" name="asset_3412_41">
              <a:extLst>
                <a:ext uri="{FF2B5EF4-FFF2-40B4-BE49-F238E27FC236}">
                  <a16:creationId xmlns:a16="http://schemas.microsoft.com/office/drawing/2014/main" id="{5E854554-5E3C-4588-B0ED-65FEBEDFDCE7}"/>
                </a:ext>
              </a:extLst>
            </p:cNvPr>
            <p:cNvSpPr>
              <a:spLocks noGrp="1"/>
            </p:cNvSpPr>
            <p:nvPr/>
          </p:nvSpPr>
          <p:spPr>
            <a:xfrm>
              <a:off x="617210" y="858848"/>
              <a:ext cx="63505" cy="5775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3" name="asset_3412_42">
              <a:extLst>
                <a:ext uri="{FF2B5EF4-FFF2-40B4-BE49-F238E27FC236}">
                  <a16:creationId xmlns:a16="http://schemas.microsoft.com/office/drawing/2014/main" id="{88D26391-0484-4A0D-8947-10DDE3AFE1AE}"/>
                </a:ext>
              </a:extLst>
            </p:cNvPr>
            <p:cNvSpPr>
              <a:spLocks noGrp="1"/>
            </p:cNvSpPr>
            <p:nvPr/>
          </p:nvSpPr>
          <p:spPr>
            <a:xfrm>
              <a:off x="644378" y="873143"/>
              <a:ext cx="46459" cy="4224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4" name="asset_3412_43">
              <a:extLst>
                <a:ext uri="{FF2B5EF4-FFF2-40B4-BE49-F238E27FC236}">
                  <a16:creationId xmlns:a16="http://schemas.microsoft.com/office/drawing/2014/main" id="{D296FDD4-23D2-45B7-9FF3-E27F787D660C}"/>
                </a:ext>
              </a:extLst>
            </p:cNvPr>
            <p:cNvSpPr>
              <a:spLocks noGrp="1"/>
            </p:cNvSpPr>
            <p:nvPr/>
          </p:nvSpPr>
          <p:spPr>
            <a:xfrm>
              <a:off x="713957" y="785065"/>
              <a:ext cx="64210" cy="5839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5" name="asset_3412_44">
              <a:extLst>
                <a:ext uri="{FF2B5EF4-FFF2-40B4-BE49-F238E27FC236}">
                  <a16:creationId xmlns:a16="http://schemas.microsoft.com/office/drawing/2014/main" id="{EF19E3E1-E200-43A6-A171-5B9AE6307115}"/>
                </a:ext>
              </a:extLst>
            </p:cNvPr>
            <p:cNvSpPr>
              <a:spLocks noGrp="1"/>
            </p:cNvSpPr>
            <p:nvPr/>
          </p:nvSpPr>
          <p:spPr>
            <a:xfrm>
              <a:off x="627295" y="768401"/>
              <a:ext cx="71417" cy="6494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6" name="asset_3412_45">
              <a:extLst>
                <a:ext uri="{FF2B5EF4-FFF2-40B4-BE49-F238E27FC236}">
                  <a16:creationId xmlns:a16="http://schemas.microsoft.com/office/drawing/2014/main" id="{64AC7D4B-9025-46AF-8A10-A47D4828F877}"/>
                </a:ext>
              </a:extLst>
            </p:cNvPr>
            <p:cNvSpPr>
              <a:spLocks noGrp="1"/>
            </p:cNvSpPr>
            <p:nvPr/>
          </p:nvSpPr>
          <p:spPr>
            <a:xfrm>
              <a:off x="662127" y="830807"/>
              <a:ext cx="45722" cy="4157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7" name="asset_3412_46">
              <a:extLst>
                <a:ext uri="{FF2B5EF4-FFF2-40B4-BE49-F238E27FC236}">
                  <a16:creationId xmlns:a16="http://schemas.microsoft.com/office/drawing/2014/main" id="{B32E27BE-3649-40E9-BC53-D6D176B565CE}"/>
                </a:ext>
              </a:extLst>
            </p:cNvPr>
            <p:cNvSpPr>
              <a:spLocks noGrp="1"/>
            </p:cNvSpPr>
            <p:nvPr/>
          </p:nvSpPr>
          <p:spPr>
            <a:xfrm>
              <a:off x="674690" y="890903"/>
              <a:ext cx="54138" cy="4923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8" name="asset_3412_47">
              <a:extLst>
                <a:ext uri="{FF2B5EF4-FFF2-40B4-BE49-F238E27FC236}">
                  <a16:creationId xmlns:a16="http://schemas.microsoft.com/office/drawing/2014/main" id="{79AD6BB7-7261-44B4-B8FC-2B10EE128DF9}"/>
                </a:ext>
              </a:extLst>
            </p:cNvPr>
            <p:cNvSpPr>
              <a:spLocks noGrp="1"/>
            </p:cNvSpPr>
            <p:nvPr/>
          </p:nvSpPr>
          <p:spPr>
            <a:xfrm>
              <a:off x="728838" y="783316"/>
              <a:ext cx="70817" cy="644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9" name="asset_3412_48">
              <a:extLst>
                <a:ext uri="{FF2B5EF4-FFF2-40B4-BE49-F238E27FC236}">
                  <a16:creationId xmlns:a16="http://schemas.microsoft.com/office/drawing/2014/main" id="{C4A517CB-22E7-46FF-B7CE-F77262ECF306}"/>
                </a:ext>
              </a:extLst>
            </p:cNvPr>
            <p:cNvSpPr>
              <a:spLocks noGrp="1"/>
            </p:cNvSpPr>
            <p:nvPr/>
          </p:nvSpPr>
          <p:spPr>
            <a:xfrm>
              <a:off x="645703" y="808300"/>
              <a:ext cx="67481" cy="61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0" name="asset_3412_49">
              <a:extLst>
                <a:ext uri="{FF2B5EF4-FFF2-40B4-BE49-F238E27FC236}">
                  <a16:creationId xmlns:a16="http://schemas.microsoft.com/office/drawing/2014/main" id="{8D3A1565-4090-4638-B9AE-985BC778A5DD}"/>
                </a:ext>
              </a:extLst>
            </p:cNvPr>
            <p:cNvSpPr>
              <a:spLocks noGrp="1"/>
            </p:cNvSpPr>
            <p:nvPr/>
          </p:nvSpPr>
          <p:spPr>
            <a:xfrm>
              <a:off x="594776" y="839283"/>
              <a:ext cx="49260" cy="4479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1" name="asset_3412_50">
              <a:extLst>
                <a:ext uri="{FF2B5EF4-FFF2-40B4-BE49-F238E27FC236}">
                  <a16:creationId xmlns:a16="http://schemas.microsoft.com/office/drawing/2014/main" id="{978EB237-A986-4756-BB58-571E1E957CAF}"/>
                </a:ext>
              </a:extLst>
            </p:cNvPr>
            <p:cNvSpPr>
              <a:spLocks noGrp="1"/>
            </p:cNvSpPr>
            <p:nvPr/>
          </p:nvSpPr>
          <p:spPr>
            <a:xfrm>
              <a:off x="654900" y="864265"/>
              <a:ext cx="67622" cy="614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2" name="asset_3412_51">
              <a:extLst>
                <a:ext uri="{FF2B5EF4-FFF2-40B4-BE49-F238E27FC236}">
                  <a16:creationId xmlns:a16="http://schemas.microsoft.com/office/drawing/2014/main" id="{7351A4D0-5D28-499B-A47C-95178006B573}"/>
                </a:ext>
              </a:extLst>
            </p:cNvPr>
            <p:cNvSpPr>
              <a:spLocks noGrp="1"/>
            </p:cNvSpPr>
            <p:nvPr/>
          </p:nvSpPr>
          <p:spPr>
            <a:xfrm>
              <a:off x="57168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73" name="a | density cube M_diff | v4 editable"/>
          <p:cNvGrpSpPr/>
          <p:nvPr/>
        </p:nvGrpSpPr>
        <p:grpSpPr>
          <a:xfrm>
            <a:off x="1475540" y="831996"/>
            <a:ext cx="206784" cy="185747"/>
            <a:chOff x="160920" y="1176120"/>
            <a:chExt cx="285840" cy="256320"/>
          </a:xfrm>
        </p:grpSpPr>
        <p:sp>
          <p:nvSpPr>
            <p:cNvPr id="974" name="asset_3413_0">
              <a:extLst>
                <a:ext uri="{FF2B5EF4-FFF2-40B4-BE49-F238E27FC236}">
                  <a16:creationId xmlns:a16="http://schemas.microsoft.com/office/drawing/2014/main" id="{96AF6377-EF2A-4F71-BD12-BAECE2166337}"/>
                </a:ext>
              </a:extLst>
            </p:cNvPr>
            <p:cNvSpPr>
              <a:spLocks noGrp="1"/>
            </p:cNvSpPr>
            <p:nvPr/>
          </p:nvSpPr>
          <p:spPr>
            <a:xfrm>
              <a:off x="16092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75" name="asset_3413_1">
              <a:extLst>
                <a:ext uri="{FF2B5EF4-FFF2-40B4-BE49-F238E27FC236}">
                  <a16:creationId xmlns:a16="http://schemas.microsoft.com/office/drawing/2014/main" id="{2DD5CEBF-F20D-4AD5-A6DD-D474845D2E78}"/>
                </a:ext>
              </a:extLst>
            </p:cNvPr>
            <p:cNvSpPr>
              <a:spLocks noGrp="1"/>
            </p:cNvSpPr>
            <p:nvPr/>
          </p:nvSpPr>
          <p:spPr>
            <a:xfrm>
              <a:off x="39245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76" name="asset_3413_2">
              <a:extLst>
                <a:ext uri="{FF2B5EF4-FFF2-40B4-BE49-F238E27FC236}">
                  <a16:creationId xmlns:a16="http://schemas.microsoft.com/office/drawing/2014/main" id="{DE71FA0F-2768-41D1-9C61-20D86FB6F904}"/>
                </a:ext>
              </a:extLst>
            </p:cNvPr>
            <p:cNvSpPr>
              <a:spLocks noGrp="1"/>
            </p:cNvSpPr>
            <p:nvPr/>
          </p:nvSpPr>
          <p:spPr>
            <a:xfrm>
              <a:off x="160920" y="1219694"/>
              <a:ext cx="231530" cy="212746"/>
            </a:xfrm>
            <a:prstGeom prst="rect">
              <a:avLst/>
            </a:prstGeom>
            <a:solidFill>
              <a:srgbClr val="E7F1FC">
                <a:alpha val="20000"/>
              </a:srgbClr>
            </a:solidFill>
            <a:ln w="1524">
              <a:solidFill>
                <a:srgbClr val="87ADD3"/>
              </a:solidFill>
            </a:ln>
          </p:spPr>
        </p:sp>
        <p:sp>
          <p:nvSpPr>
            <p:cNvPr id="977" name="asset_3413_3">
              <a:extLst>
                <a:ext uri="{FF2B5EF4-FFF2-40B4-BE49-F238E27FC236}">
                  <a16:creationId xmlns:a16="http://schemas.microsoft.com/office/drawing/2014/main" id="{7F684624-DE3A-4FF6-A73D-37C445214E83}"/>
                </a:ext>
              </a:extLst>
            </p:cNvPr>
            <p:cNvSpPr>
              <a:spLocks noGrp="1"/>
            </p:cNvSpPr>
            <p:nvPr/>
          </p:nvSpPr>
          <p:spPr>
            <a:xfrm>
              <a:off x="218803" y="1219694"/>
              <a:ext cx="4" cy="212746"/>
            </a:xfrm>
            <a:prstGeom prst="line">
              <a:avLst/>
            </a:prstGeom>
            <a:noFill/>
            <a:ln w="1118">
              <a:solidFill>
                <a:srgbClr val="C9DEED">
                  <a:alpha val="33000"/>
                </a:srgbClr>
              </a:solidFill>
            </a:ln>
          </p:spPr>
        </p:sp>
        <p:sp>
          <p:nvSpPr>
            <p:cNvPr id="978" name="asset_3413_4">
              <a:extLst>
                <a:ext uri="{FF2B5EF4-FFF2-40B4-BE49-F238E27FC236}">
                  <a16:creationId xmlns:a16="http://schemas.microsoft.com/office/drawing/2014/main" id="{4AAA1139-87AE-4CFB-BFFB-B62CD7CF29BA}"/>
                </a:ext>
              </a:extLst>
            </p:cNvPr>
            <p:cNvSpPr>
              <a:spLocks noGrp="1"/>
            </p:cNvSpPr>
            <p:nvPr/>
          </p:nvSpPr>
          <p:spPr>
            <a:xfrm>
              <a:off x="160920" y="1272881"/>
              <a:ext cx="231530" cy="4"/>
            </a:xfrm>
            <a:prstGeom prst="line">
              <a:avLst/>
            </a:prstGeom>
            <a:noFill/>
            <a:ln w="1118">
              <a:solidFill>
                <a:srgbClr val="C9DEED">
                  <a:alpha val="33000"/>
                </a:srgbClr>
              </a:solidFill>
            </a:ln>
          </p:spPr>
        </p:sp>
        <p:sp>
          <p:nvSpPr>
            <p:cNvPr id="979" name="asset_3413_5">
              <a:extLst>
                <a:ext uri="{FF2B5EF4-FFF2-40B4-BE49-F238E27FC236}">
                  <a16:creationId xmlns:a16="http://schemas.microsoft.com/office/drawing/2014/main" id="{67D24C1C-B50F-4C5E-A90A-9B2A56F9A39C}"/>
                </a:ext>
              </a:extLst>
            </p:cNvPr>
            <p:cNvSpPr>
              <a:spLocks noGrp="1"/>
            </p:cNvSpPr>
            <p:nvPr/>
          </p:nvSpPr>
          <p:spPr>
            <a:xfrm>
              <a:off x="276685" y="1219694"/>
              <a:ext cx="4" cy="212746"/>
            </a:xfrm>
            <a:prstGeom prst="line">
              <a:avLst/>
            </a:prstGeom>
            <a:noFill/>
            <a:ln w="1118">
              <a:solidFill>
                <a:srgbClr val="C9DEED">
                  <a:alpha val="33000"/>
                </a:srgbClr>
              </a:solidFill>
            </a:ln>
          </p:spPr>
        </p:sp>
        <p:sp>
          <p:nvSpPr>
            <p:cNvPr id="980" name="asset_3413_6">
              <a:extLst>
                <a:ext uri="{FF2B5EF4-FFF2-40B4-BE49-F238E27FC236}">
                  <a16:creationId xmlns:a16="http://schemas.microsoft.com/office/drawing/2014/main" id="{DECE3536-2EF3-4C9D-8AC7-B33FF5992C43}"/>
                </a:ext>
              </a:extLst>
            </p:cNvPr>
            <p:cNvSpPr>
              <a:spLocks noGrp="1"/>
            </p:cNvSpPr>
            <p:nvPr/>
          </p:nvSpPr>
          <p:spPr>
            <a:xfrm>
              <a:off x="160920" y="1326067"/>
              <a:ext cx="231530" cy="4"/>
            </a:xfrm>
            <a:prstGeom prst="line">
              <a:avLst/>
            </a:prstGeom>
            <a:noFill/>
            <a:ln w="1118">
              <a:solidFill>
                <a:srgbClr val="C9DEED">
                  <a:alpha val="33000"/>
                </a:srgbClr>
              </a:solidFill>
            </a:ln>
          </p:spPr>
        </p:sp>
        <p:sp>
          <p:nvSpPr>
            <p:cNvPr id="981" name="asset_3413_7">
              <a:extLst>
                <a:ext uri="{FF2B5EF4-FFF2-40B4-BE49-F238E27FC236}">
                  <a16:creationId xmlns:a16="http://schemas.microsoft.com/office/drawing/2014/main" id="{A92CB793-5553-4348-873B-7675EF567C36}"/>
                </a:ext>
              </a:extLst>
            </p:cNvPr>
            <p:cNvSpPr>
              <a:spLocks noGrp="1"/>
            </p:cNvSpPr>
            <p:nvPr/>
          </p:nvSpPr>
          <p:spPr>
            <a:xfrm>
              <a:off x="334568" y="1219694"/>
              <a:ext cx="4" cy="212746"/>
            </a:xfrm>
            <a:prstGeom prst="line">
              <a:avLst/>
            </a:prstGeom>
            <a:noFill/>
            <a:ln w="1118">
              <a:solidFill>
                <a:srgbClr val="C9DEED">
                  <a:alpha val="33000"/>
                </a:srgbClr>
              </a:solidFill>
            </a:ln>
          </p:spPr>
        </p:sp>
        <p:sp>
          <p:nvSpPr>
            <p:cNvPr id="982" name="asset_3413_8">
              <a:extLst>
                <a:ext uri="{FF2B5EF4-FFF2-40B4-BE49-F238E27FC236}">
                  <a16:creationId xmlns:a16="http://schemas.microsoft.com/office/drawing/2014/main" id="{D2B04B1D-09B6-48F5-A36F-3F5A06CC447D}"/>
                </a:ext>
              </a:extLst>
            </p:cNvPr>
            <p:cNvSpPr>
              <a:spLocks noGrp="1"/>
            </p:cNvSpPr>
            <p:nvPr/>
          </p:nvSpPr>
          <p:spPr>
            <a:xfrm>
              <a:off x="160920" y="1379254"/>
              <a:ext cx="231530" cy="4"/>
            </a:xfrm>
            <a:prstGeom prst="line">
              <a:avLst/>
            </a:prstGeom>
            <a:noFill/>
            <a:ln w="1118">
              <a:solidFill>
                <a:srgbClr val="C9DEED">
                  <a:alpha val="33000"/>
                </a:srgbClr>
              </a:solidFill>
            </a:ln>
          </p:spPr>
        </p:sp>
        <p:sp>
          <p:nvSpPr>
            <p:cNvPr id="983" name="asset_3413_9">
              <a:extLst>
                <a:ext uri="{FF2B5EF4-FFF2-40B4-BE49-F238E27FC236}">
                  <a16:creationId xmlns:a16="http://schemas.microsoft.com/office/drawing/2014/main" id="{8DF44446-12A1-462E-8F3F-3B80853D0AAB}"/>
                </a:ext>
              </a:extLst>
            </p:cNvPr>
            <p:cNvSpPr>
              <a:spLocks noGrp="1"/>
            </p:cNvSpPr>
            <p:nvPr/>
          </p:nvSpPr>
          <p:spPr>
            <a:xfrm>
              <a:off x="181410" y="1248557"/>
              <a:ext cx="107801" cy="9803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4" name="asset_3413_10">
              <a:extLst>
                <a:ext uri="{FF2B5EF4-FFF2-40B4-BE49-F238E27FC236}">
                  <a16:creationId xmlns:a16="http://schemas.microsoft.com/office/drawing/2014/main" id="{4F0BD022-5188-411F-B95B-322F583F3798}"/>
                </a:ext>
              </a:extLst>
            </p:cNvPr>
            <p:cNvSpPr>
              <a:spLocks noGrp="1"/>
            </p:cNvSpPr>
            <p:nvPr/>
          </p:nvSpPr>
          <p:spPr>
            <a:xfrm>
              <a:off x="230819" y="1277150"/>
              <a:ext cx="116784" cy="10620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5" name="asset_3413_11">
              <a:extLst>
                <a:ext uri="{FF2B5EF4-FFF2-40B4-BE49-F238E27FC236}">
                  <a16:creationId xmlns:a16="http://schemas.microsoft.com/office/drawing/2014/main" id="{0F247497-D37D-43FD-AE5A-810E9FFCC67B}"/>
                </a:ext>
              </a:extLst>
            </p:cNvPr>
            <p:cNvSpPr>
              <a:spLocks noGrp="1"/>
            </p:cNvSpPr>
            <p:nvPr/>
          </p:nvSpPr>
          <p:spPr>
            <a:xfrm>
              <a:off x="273490" y="1224049"/>
              <a:ext cx="103309" cy="93948"/>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6" name="asset_3413_12">
              <a:extLst>
                <a:ext uri="{FF2B5EF4-FFF2-40B4-BE49-F238E27FC236}">
                  <a16:creationId xmlns:a16="http://schemas.microsoft.com/office/drawing/2014/main" id="{F65A6389-FBB4-415F-9979-67939D96B227}"/>
                </a:ext>
              </a:extLst>
            </p:cNvPr>
            <p:cNvSpPr>
              <a:spLocks noGrp="1"/>
            </p:cNvSpPr>
            <p:nvPr/>
          </p:nvSpPr>
          <p:spPr>
            <a:xfrm>
              <a:off x="226327" y="1209752"/>
              <a:ext cx="98817" cy="89864"/>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7" name="asset_3413_13">
              <a:extLst>
                <a:ext uri="{FF2B5EF4-FFF2-40B4-BE49-F238E27FC236}">
                  <a16:creationId xmlns:a16="http://schemas.microsoft.com/office/drawing/2014/main" id="{740B05DB-45E1-4234-AEE0-1B4B35D70C20}"/>
                </a:ext>
              </a:extLst>
            </p:cNvPr>
            <p:cNvSpPr>
              <a:spLocks noGrp="1"/>
            </p:cNvSpPr>
            <p:nvPr/>
          </p:nvSpPr>
          <p:spPr>
            <a:xfrm>
              <a:off x="207275" y="1300939"/>
              <a:ext cx="47150" cy="4287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8" name="asset_3413_14">
              <a:extLst>
                <a:ext uri="{FF2B5EF4-FFF2-40B4-BE49-F238E27FC236}">
                  <a16:creationId xmlns:a16="http://schemas.microsoft.com/office/drawing/2014/main" id="{8BC20217-2C17-4622-812E-3CFE6816177C}"/>
                </a:ext>
              </a:extLst>
            </p:cNvPr>
            <p:cNvSpPr>
              <a:spLocks noGrp="1"/>
            </p:cNvSpPr>
            <p:nvPr/>
          </p:nvSpPr>
          <p:spPr>
            <a:xfrm>
              <a:off x="249679" y="1317917"/>
              <a:ext cx="47375" cy="430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9" name="asset_3413_15">
              <a:extLst>
                <a:ext uri="{FF2B5EF4-FFF2-40B4-BE49-F238E27FC236}">
                  <a16:creationId xmlns:a16="http://schemas.microsoft.com/office/drawing/2014/main" id="{CDDB59BD-30F3-4896-B509-D7D8701698E8}"/>
                </a:ext>
              </a:extLst>
            </p:cNvPr>
            <p:cNvSpPr>
              <a:spLocks noGrp="1"/>
            </p:cNvSpPr>
            <p:nvPr/>
          </p:nvSpPr>
          <p:spPr>
            <a:xfrm>
              <a:off x="324273" y="1227294"/>
              <a:ext cx="38104" cy="3465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0" name="asset_3413_16">
              <a:extLst>
                <a:ext uri="{FF2B5EF4-FFF2-40B4-BE49-F238E27FC236}">
                  <a16:creationId xmlns:a16="http://schemas.microsoft.com/office/drawing/2014/main" id="{57054316-E387-47F0-AB89-326BB3EEA95F}"/>
                </a:ext>
              </a:extLst>
            </p:cNvPr>
            <p:cNvSpPr>
              <a:spLocks noGrp="1"/>
            </p:cNvSpPr>
            <p:nvPr/>
          </p:nvSpPr>
          <p:spPr>
            <a:xfrm>
              <a:off x="225774" y="1232818"/>
              <a:ext cx="35291" cy="3209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1" name="asset_3413_17">
              <a:extLst>
                <a:ext uri="{FF2B5EF4-FFF2-40B4-BE49-F238E27FC236}">
                  <a16:creationId xmlns:a16="http://schemas.microsoft.com/office/drawing/2014/main" id="{6C030053-39ED-41B2-9891-40C9E9F025F0}"/>
                </a:ext>
              </a:extLst>
            </p:cNvPr>
            <p:cNvSpPr>
              <a:spLocks noGrp="1"/>
            </p:cNvSpPr>
            <p:nvPr/>
          </p:nvSpPr>
          <p:spPr>
            <a:xfrm>
              <a:off x="197942" y="1264452"/>
              <a:ext cx="55295" cy="502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2" name="asset_3413_18">
              <a:extLst>
                <a:ext uri="{FF2B5EF4-FFF2-40B4-BE49-F238E27FC236}">
                  <a16:creationId xmlns:a16="http://schemas.microsoft.com/office/drawing/2014/main" id="{2B0479E9-9746-4647-AB5F-66C08D087E63}"/>
                </a:ext>
              </a:extLst>
            </p:cNvPr>
            <p:cNvSpPr>
              <a:spLocks noGrp="1"/>
            </p:cNvSpPr>
            <p:nvPr/>
          </p:nvSpPr>
          <p:spPr>
            <a:xfrm>
              <a:off x="284717" y="1316404"/>
              <a:ext cx="48465" cy="440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3" name="asset_3413_19">
              <a:extLst>
                <a:ext uri="{FF2B5EF4-FFF2-40B4-BE49-F238E27FC236}">
                  <a16:creationId xmlns:a16="http://schemas.microsoft.com/office/drawing/2014/main" id="{80016479-7B0F-4BD2-BE1E-D4C04AB79BBC}"/>
                </a:ext>
              </a:extLst>
            </p:cNvPr>
            <p:cNvSpPr>
              <a:spLocks noGrp="1"/>
            </p:cNvSpPr>
            <p:nvPr/>
          </p:nvSpPr>
          <p:spPr>
            <a:xfrm>
              <a:off x="281796" y="1274922"/>
              <a:ext cx="44753" cy="4069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4" name="asset_3413_20">
              <a:extLst>
                <a:ext uri="{FF2B5EF4-FFF2-40B4-BE49-F238E27FC236}">
                  <a16:creationId xmlns:a16="http://schemas.microsoft.com/office/drawing/2014/main" id="{B6C19396-8EC4-4D18-BDB2-54E507B4B695}"/>
                </a:ext>
              </a:extLst>
            </p:cNvPr>
            <p:cNvSpPr>
              <a:spLocks noGrp="1"/>
            </p:cNvSpPr>
            <p:nvPr/>
          </p:nvSpPr>
          <p:spPr>
            <a:xfrm>
              <a:off x="267072" y="1264740"/>
              <a:ext cx="46202" cy="420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5" name="asset_3413_21">
              <a:extLst>
                <a:ext uri="{FF2B5EF4-FFF2-40B4-BE49-F238E27FC236}">
                  <a16:creationId xmlns:a16="http://schemas.microsoft.com/office/drawing/2014/main" id="{EA3E067B-C177-40E9-B868-96DA72FA2462}"/>
                </a:ext>
              </a:extLst>
            </p:cNvPr>
            <p:cNvSpPr>
              <a:spLocks noGrp="1"/>
            </p:cNvSpPr>
            <p:nvPr/>
          </p:nvSpPr>
          <p:spPr>
            <a:xfrm>
              <a:off x="226551" y="1251177"/>
              <a:ext cx="47193" cy="4291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6" name="asset_3413_22">
              <a:extLst>
                <a:ext uri="{FF2B5EF4-FFF2-40B4-BE49-F238E27FC236}">
                  <a16:creationId xmlns:a16="http://schemas.microsoft.com/office/drawing/2014/main" id="{62CD4B73-490C-49C8-972F-5D2A7F89EAA4}"/>
                </a:ext>
              </a:extLst>
            </p:cNvPr>
            <p:cNvSpPr>
              <a:spLocks noGrp="1"/>
            </p:cNvSpPr>
            <p:nvPr/>
          </p:nvSpPr>
          <p:spPr>
            <a:xfrm>
              <a:off x="284906" y="1314282"/>
              <a:ext cx="39074" cy="3553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7" name="asset_3413_23">
              <a:extLst>
                <a:ext uri="{FF2B5EF4-FFF2-40B4-BE49-F238E27FC236}">
                  <a16:creationId xmlns:a16="http://schemas.microsoft.com/office/drawing/2014/main" id="{CC83CBBB-BB9A-4E3A-B648-0D7B0D173AA8}"/>
                </a:ext>
              </a:extLst>
            </p:cNvPr>
            <p:cNvSpPr>
              <a:spLocks noGrp="1"/>
            </p:cNvSpPr>
            <p:nvPr/>
          </p:nvSpPr>
          <p:spPr>
            <a:xfrm>
              <a:off x="305192" y="1231356"/>
              <a:ext cx="50532" cy="4595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8" name="asset_3413_24">
              <a:extLst>
                <a:ext uri="{FF2B5EF4-FFF2-40B4-BE49-F238E27FC236}">
                  <a16:creationId xmlns:a16="http://schemas.microsoft.com/office/drawing/2014/main" id="{1C862F0E-B8D6-47EB-A5C9-26FB0F5C95FB}"/>
                </a:ext>
              </a:extLst>
            </p:cNvPr>
            <p:cNvSpPr>
              <a:spLocks noGrp="1"/>
            </p:cNvSpPr>
            <p:nvPr/>
          </p:nvSpPr>
          <p:spPr>
            <a:xfrm>
              <a:off x="246983" y="1227076"/>
              <a:ext cx="44091" cy="4009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9" name="asset_3413_25">
              <a:extLst>
                <a:ext uri="{FF2B5EF4-FFF2-40B4-BE49-F238E27FC236}">
                  <a16:creationId xmlns:a16="http://schemas.microsoft.com/office/drawing/2014/main" id="{2B634127-E2CA-4885-8C68-FD9DFA3D2B9B}"/>
                </a:ext>
              </a:extLst>
            </p:cNvPr>
            <p:cNvSpPr>
              <a:spLocks noGrp="1"/>
            </p:cNvSpPr>
            <p:nvPr/>
          </p:nvSpPr>
          <p:spPr>
            <a:xfrm>
              <a:off x="209337" y="1281095"/>
              <a:ext cx="46893" cy="426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0" name="asset_3413_26">
              <a:extLst>
                <a:ext uri="{FF2B5EF4-FFF2-40B4-BE49-F238E27FC236}">
                  <a16:creationId xmlns:a16="http://schemas.microsoft.com/office/drawing/2014/main" id="{B737EFA1-45BC-497D-9D83-EA27D4907370}"/>
                </a:ext>
              </a:extLst>
            </p:cNvPr>
            <p:cNvSpPr>
              <a:spLocks noGrp="1"/>
            </p:cNvSpPr>
            <p:nvPr/>
          </p:nvSpPr>
          <p:spPr>
            <a:xfrm>
              <a:off x="238293" y="1310201"/>
              <a:ext cx="52593" cy="478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1" name="asset_3413_27">
              <a:extLst>
                <a:ext uri="{FF2B5EF4-FFF2-40B4-BE49-F238E27FC236}">
                  <a16:creationId xmlns:a16="http://schemas.microsoft.com/office/drawing/2014/main" id="{AABD8F56-3222-4408-954B-44AD5B7530F3}"/>
                </a:ext>
              </a:extLst>
            </p:cNvPr>
            <p:cNvSpPr>
              <a:spLocks noGrp="1"/>
            </p:cNvSpPr>
            <p:nvPr/>
          </p:nvSpPr>
          <p:spPr>
            <a:xfrm>
              <a:off x="321398" y="1269254"/>
              <a:ext cx="57856" cy="5261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2" name="asset_3413_28">
              <a:extLst>
                <a:ext uri="{FF2B5EF4-FFF2-40B4-BE49-F238E27FC236}">
                  <a16:creationId xmlns:a16="http://schemas.microsoft.com/office/drawing/2014/main" id="{FE43E1AD-24F7-4F43-936C-3CBD5FA219F7}"/>
                </a:ext>
              </a:extLst>
            </p:cNvPr>
            <p:cNvSpPr>
              <a:spLocks noGrp="1"/>
            </p:cNvSpPr>
            <p:nvPr/>
          </p:nvSpPr>
          <p:spPr>
            <a:xfrm>
              <a:off x="253444" y="1258758"/>
              <a:ext cx="45030" cy="4095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3" name="asset_3413_29">
              <a:extLst>
                <a:ext uri="{FF2B5EF4-FFF2-40B4-BE49-F238E27FC236}">
                  <a16:creationId xmlns:a16="http://schemas.microsoft.com/office/drawing/2014/main" id="{7854089A-65CC-4E4B-A30C-1294301F41E4}"/>
                </a:ext>
              </a:extLst>
            </p:cNvPr>
            <p:cNvSpPr>
              <a:spLocks noGrp="1"/>
            </p:cNvSpPr>
            <p:nvPr/>
          </p:nvSpPr>
          <p:spPr>
            <a:xfrm>
              <a:off x="219427" y="1238101"/>
              <a:ext cx="52062" cy="4734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4" name="asset_3413_30">
              <a:extLst>
                <a:ext uri="{FF2B5EF4-FFF2-40B4-BE49-F238E27FC236}">
                  <a16:creationId xmlns:a16="http://schemas.microsoft.com/office/drawing/2014/main" id="{DC5C5D5D-CA84-41BD-80D2-0BF0D2D20513}"/>
                </a:ext>
              </a:extLst>
            </p:cNvPr>
            <p:cNvSpPr>
              <a:spLocks noGrp="1"/>
            </p:cNvSpPr>
            <p:nvPr/>
          </p:nvSpPr>
          <p:spPr>
            <a:xfrm>
              <a:off x="229959" y="1318350"/>
              <a:ext cx="35062" cy="318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5" name="asset_3413_31">
              <a:extLst>
                <a:ext uri="{FF2B5EF4-FFF2-40B4-BE49-F238E27FC236}">
                  <a16:creationId xmlns:a16="http://schemas.microsoft.com/office/drawing/2014/main" id="{A7BE6731-3A2B-4624-80C3-F63921C30278}"/>
                </a:ext>
              </a:extLst>
            </p:cNvPr>
            <p:cNvSpPr>
              <a:spLocks noGrp="1"/>
            </p:cNvSpPr>
            <p:nvPr/>
          </p:nvSpPr>
          <p:spPr>
            <a:xfrm>
              <a:off x="336804" y="1263402"/>
              <a:ext cx="37332" cy="3394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6" name="asset_3413_32">
              <a:extLst>
                <a:ext uri="{FF2B5EF4-FFF2-40B4-BE49-F238E27FC236}">
                  <a16:creationId xmlns:a16="http://schemas.microsoft.com/office/drawing/2014/main" id="{AFCF401B-3D66-49BA-ABDE-541239617AA5}"/>
                </a:ext>
              </a:extLst>
            </p:cNvPr>
            <p:cNvSpPr>
              <a:spLocks noGrp="1"/>
            </p:cNvSpPr>
            <p:nvPr/>
          </p:nvSpPr>
          <p:spPr>
            <a:xfrm>
              <a:off x="227834" y="1215344"/>
              <a:ext cx="48136" cy="437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7" name="asset_3413_33">
              <a:extLst>
                <a:ext uri="{FF2B5EF4-FFF2-40B4-BE49-F238E27FC236}">
                  <a16:creationId xmlns:a16="http://schemas.microsoft.com/office/drawing/2014/main" id="{92D301C1-D4D0-49D9-ABED-3FB030ED0E6F}"/>
                </a:ext>
              </a:extLst>
            </p:cNvPr>
            <p:cNvSpPr>
              <a:spLocks noGrp="1"/>
            </p:cNvSpPr>
            <p:nvPr/>
          </p:nvSpPr>
          <p:spPr>
            <a:xfrm>
              <a:off x="228960" y="1264047"/>
              <a:ext cx="55232" cy="502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8" name="asset_3413_34">
              <a:extLst>
                <a:ext uri="{FF2B5EF4-FFF2-40B4-BE49-F238E27FC236}">
                  <a16:creationId xmlns:a16="http://schemas.microsoft.com/office/drawing/2014/main" id="{DF015140-279E-42F9-B115-F352F2801A81}"/>
                </a:ext>
              </a:extLst>
            </p:cNvPr>
            <p:cNvSpPr>
              <a:spLocks noGrp="1"/>
            </p:cNvSpPr>
            <p:nvPr/>
          </p:nvSpPr>
          <p:spPr>
            <a:xfrm>
              <a:off x="277925" y="1317864"/>
              <a:ext cx="54288" cy="4937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9" name="asset_3413_35">
              <a:extLst>
                <a:ext uri="{FF2B5EF4-FFF2-40B4-BE49-F238E27FC236}">
                  <a16:creationId xmlns:a16="http://schemas.microsoft.com/office/drawing/2014/main" id="{EC6011CF-0B37-489D-B1D0-3E82EF45E38A}"/>
                </a:ext>
              </a:extLst>
            </p:cNvPr>
            <p:cNvSpPr>
              <a:spLocks noGrp="1"/>
            </p:cNvSpPr>
            <p:nvPr/>
          </p:nvSpPr>
          <p:spPr>
            <a:xfrm>
              <a:off x="307909" y="1244515"/>
              <a:ext cx="45762" cy="416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0" name="asset_3413_36">
              <a:extLst>
                <a:ext uri="{FF2B5EF4-FFF2-40B4-BE49-F238E27FC236}">
                  <a16:creationId xmlns:a16="http://schemas.microsoft.com/office/drawing/2014/main" id="{E228F00E-AAEB-4762-B721-362A7ED68F12}"/>
                </a:ext>
              </a:extLst>
            </p:cNvPr>
            <p:cNvSpPr>
              <a:spLocks noGrp="1"/>
            </p:cNvSpPr>
            <p:nvPr/>
          </p:nvSpPr>
          <p:spPr>
            <a:xfrm>
              <a:off x="279466" y="1264065"/>
              <a:ext cx="34731" cy="315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1" name="asset_3413_37">
              <a:extLst>
                <a:ext uri="{FF2B5EF4-FFF2-40B4-BE49-F238E27FC236}">
                  <a16:creationId xmlns:a16="http://schemas.microsoft.com/office/drawing/2014/main" id="{56D2E88C-77C6-4C65-AD82-60595AB343D4}"/>
                </a:ext>
              </a:extLst>
            </p:cNvPr>
            <p:cNvSpPr>
              <a:spLocks noGrp="1"/>
            </p:cNvSpPr>
            <p:nvPr/>
          </p:nvSpPr>
          <p:spPr>
            <a:xfrm>
              <a:off x="224671" y="1263858"/>
              <a:ext cx="39472" cy="3589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2" name="asset_3413_38">
              <a:extLst>
                <a:ext uri="{FF2B5EF4-FFF2-40B4-BE49-F238E27FC236}">
                  <a16:creationId xmlns:a16="http://schemas.microsoft.com/office/drawing/2014/main" id="{F61DF0E4-6C52-48CE-B6F6-AA03069E7D99}"/>
                </a:ext>
              </a:extLst>
            </p:cNvPr>
            <p:cNvSpPr>
              <a:spLocks noGrp="1"/>
            </p:cNvSpPr>
            <p:nvPr/>
          </p:nvSpPr>
          <p:spPr>
            <a:xfrm>
              <a:off x="260503" y="1277190"/>
              <a:ext cx="56525" cy="5140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3" name="asset_3413_39">
              <a:extLst>
                <a:ext uri="{FF2B5EF4-FFF2-40B4-BE49-F238E27FC236}">
                  <a16:creationId xmlns:a16="http://schemas.microsoft.com/office/drawing/2014/main" id="{06D52969-FDE8-457D-9CCC-F594D4095625}"/>
                </a:ext>
              </a:extLst>
            </p:cNvPr>
            <p:cNvSpPr>
              <a:spLocks noGrp="1"/>
            </p:cNvSpPr>
            <p:nvPr/>
          </p:nvSpPr>
          <p:spPr>
            <a:xfrm>
              <a:off x="279530" y="1219117"/>
              <a:ext cx="49716" cy="4521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4" name="asset_3413_40">
              <a:extLst>
                <a:ext uri="{FF2B5EF4-FFF2-40B4-BE49-F238E27FC236}">
                  <a16:creationId xmlns:a16="http://schemas.microsoft.com/office/drawing/2014/main" id="{03BB2723-84F7-40DD-B621-535E923BAB74}"/>
                </a:ext>
              </a:extLst>
            </p:cNvPr>
            <p:cNvSpPr>
              <a:spLocks noGrp="1"/>
            </p:cNvSpPr>
            <p:nvPr/>
          </p:nvSpPr>
          <p:spPr>
            <a:xfrm>
              <a:off x="261526" y="1246033"/>
              <a:ext cx="40383" cy="3672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5" name="asset_3413_41">
              <a:extLst>
                <a:ext uri="{FF2B5EF4-FFF2-40B4-BE49-F238E27FC236}">
                  <a16:creationId xmlns:a16="http://schemas.microsoft.com/office/drawing/2014/main" id="{C1CDB97A-B0F0-440A-AE2F-8BAA25DD7496}"/>
                </a:ext>
              </a:extLst>
            </p:cNvPr>
            <p:cNvSpPr>
              <a:spLocks noGrp="1"/>
            </p:cNvSpPr>
            <p:nvPr/>
          </p:nvSpPr>
          <p:spPr>
            <a:xfrm>
              <a:off x="237551" y="1272828"/>
              <a:ext cx="39056" cy="3551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6" name="asset_3413_42">
              <a:extLst>
                <a:ext uri="{FF2B5EF4-FFF2-40B4-BE49-F238E27FC236}">
                  <a16:creationId xmlns:a16="http://schemas.microsoft.com/office/drawing/2014/main" id="{817B9DD0-9DE1-4A6B-A94B-EFCA0FFE83BD}"/>
                </a:ext>
              </a:extLst>
            </p:cNvPr>
            <p:cNvSpPr>
              <a:spLocks noGrp="1"/>
            </p:cNvSpPr>
            <p:nvPr/>
          </p:nvSpPr>
          <p:spPr>
            <a:xfrm>
              <a:off x="261167" y="1337746"/>
              <a:ext cx="47847" cy="435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7" name="asset_3413_43">
              <a:extLst>
                <a:ext uri="{FF2B5EF4-FFF2-40B4-BE49-F238E27FC236}">
                  <a16:creationId xmlns:a16="http://schemas.microsoft.com/office/drawing/2014/main" id="{7226DCF4-10D9-446B-8040-8BC838958EE7}"/>
                </a:ext>
              </a:extLst>
            </p:cNvPr>
            <p:cNvSpPr>
              <a:spLocks noGrp="1"/>
            </p:cNvSpPr>
            <p:nvPr/>
          </p:nvSpPr>
          <p:spPr>
            <a:xfrm>
              <a:off x="323515" y="1223085"/>
              <a:ext cx="33680" cy="3062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8" name="asset_3413_44">
              <a:extLst>
                <a:ext uri="{FF2B5EF4-FFF2-40B4-BE49-F238E27FC236}">
                  <a16:creationId xmlns:a16="http://schemas.microsoft.com/office/drawing/2014/main" id="{567BD552-BACB-452F-BF23-0955FF8C29A0}"/>
                </a:ext>
              </a:extLst>
            </p:cNvPr>
            <p:cNvSpPr>
              <a:spLocks noGrp="1"/>
            </p:cNvSpPr>
            <p:nvPr/>
          </p:nvSpPr>
          <p:spPr>
            <a:xfrm>
              <a:off x="249249" y="1220053"/>
              <a:ext cx="34950" cy="317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9" name="asset_3413_45">
              <a:extLst>
                <a:ext uri="{FF2B5EF4-FFF2-40B4-BE49-F238E27FC236}">
                  <a16:creationId xmlns:a16="http://schemas.microsoft.com/office/drawing/2014/main" id="{CCC6960C-7A6B-4EAB-9AFB-7050002D2926}"/>
                </a:ext>
              </a:extLst>
            </p:cNvPr>
            <p:cNvSpPr>
              <a:spLocks noGrp="1"/>
            </p:cNvSpPr>
            <p:nvPr/>
          </p:nvSpPr>
          <p:spPr>
            <a:xfrm>
              <a:off x="244019" y="1297552"/>
              <a:ext cx="38978" cy="3544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0" name="asset_3413_46">
              <a:extLst>
                <a:ext uri="{FF2B5EF4-FFF2-40B4-BE49-F238E27FC236}">
                  <a16:creationId xmlns:a16="http://schemas.microsoft.com/office/drawing/2014/main" id="{B81D4F7C-111F-4018-9256-ED1DA1F9943B}"/>
                </a:ext>
              </a:extLst>
            </p:cNvPr>
            <p:cNvSpPr>
              <a:spLocks noGrp="1"/>
            </p:cNvSpPr>
            <p:nvPr/>
          </p:nvSpPr>
          <p:spPr>
            <a:xfrm>
              <a:off x="298347" y="1306680"/>
              <a:ext cx="47957" cy="436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1" name="asset_3413_47">
              <a:extLst>
                <a:ext uri="{FF2B5EF4-FFF2-40B4-BE49-F238E27FC236}">
                  <a16:creationId xmlns:a16="http://schemas.microsoft.com/office/drawing/2014/main" id="{C29ED04F-9904-45FB-A5FA-0040EA7DBF30}"/>
                </a:ext>
              </a:extLst>
            </p:cNvPr>
            <p:cNvSpPr>
              <a:spLocks noGrp="1"/>
            </p:cNvSpPr>
            <p:nvPr/>
          </p:nvSpPr>
          <p:spPr>
            <a:xfrm>
              <a:off x="304954" y="1280878"/>
              <a:ext cx="35290" cy="3209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2" name="asset_3413_48">
              <a:extLst>
                <a:ext uri="{FF2B5EF4-FFF2-40B4-BE49-F238E27FC236}">
                  <a16:creationId xmlns:a16="http://schemas.microsoft.com/office/drawing/2014/main" id="{1FE050AB-AB03-45C6-80A9-E40EE2BAACE7}"/>
                </a:ext>
              </a:extLst>
            </p:cNvPr>
            <p:cNvSpPr>
              <a:spLocks noGrp="1"/>
            </p:cNvSpPr>
            <p:nvPr/>
          </p:nvSpPr>
          <p:spPr>
            <a:xfrm>
              <a:off x="224818" y="1222447"/>
              <a:ext cx="53204" cy="483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3" name="asset_3413_49">
              <a:extLst>
                <a:ext uri="{FF2B5EF4-FFF2-40B4-BE49-F238E27FC236}">
                  <a16:creationId xmlns:a16="http://schemas.microsoft.com/office/drawing/2014/main" id="{8F35C778-4129-448D-987F-47845CA93ADD}"/>
                </a:ext>
              </a:extLst>
            </p:cNvPr>
            <p:cNvSpPr>
              <a:spLocks noGrp="1"/>
            </p:cNvSpPr>
            <p:nvPr/>
          </p:nvSpPr>
          <p:spPr>
            <a:xfrm>
              <a:off x="210135" y="1259740"/>
              <a:ext cx="32927" cy="299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4" name="asset_3413_50">
              <a:extLst>
                <a:ext uri="{FF2B5EF4-FFF2-40B4-BE49-F238E27FC236}">
                  <a16:creationId xmlns:a16="http://schemas.microsoft.com/office/drawing/2014/main" id="{255254BA-4F41-4406-ACD2-12247E025875}"/>
                </a:ext>
              </a:extLst>
            </p:cNvPr>
            <p:cNvSpPr>
              <a:spLocks noGrp="1"/>
            </p:cNvSpPr>
            <p:nvPr/>
          </p:nvSpPr>
          <p:spPr>
            <a:xfrm>
              <a:off x="229140" y="1309742"/>
              <a:ext cx="33276" cy="3026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5" name="asset_3413_51">
              <a:extLst>
                <a:ext uri="{FF2B5EF4-FFF2-40B4-BE49-F238E27FC236}">
                  <a16:creationId xmlns:a16="http://schemas.microsoft.com/office/drawing/2014/main" id="{F35543E0-FD67-46D2-ADCA-935F934B61B1}"/>
                </a:ext>
              </a:extLst>
            </p:cNvPr>
            <p:cNvSpPr>
              <a:spLocks noGrp="1"/>
            </p:cNvSpPr>
            <p:nvPr/>
          </p:nvSpPr>
          <p:spPr>
            <a:xfrm>
              <a:off x="16092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1026" name="a | density cube M_diff+ | v4 editable"/>
          <p:cNvGrpSpPr/>
          <p:nvPr/>
        </p:nvGrpSpPr>
        <p:grpSpPr>
          <a:xfrm>
            <a:off x="1768581" y="831996"/>
            <a:ext cx="206784" cy="185747"/>
            <a:chOff x="571680" y="1176120"/>
            <a:chExt cx="285840" cy="256320"/>
          </a:xfrm>
        </p:grpSpPr>
        <p:sp>
          <p:nvSpPr>
            <p:cNvPr id="1027" name="asset_3414_0">
              <a:extLst>
                <a:ext uri="{FF2B5EF4-FFF2-40B4-BE49-F238E27FC236}">
                  <a16:creationId xmlns:a16="http://schemas.microsoft.com/office/drawing/2014/main" id="{0B1C736D-2ECC-4FF6-BAD3-A6982D2BC563}"/>
                </a:ext>
              </a:extLst>
            </p:cNvPr>
            <p:cNvSpPr>
              <a:spLocks noGrp="1"/>
            </p:cNvSpPr>
            <p:nvPr/>
          </p:nvSpPr>
          <p:spPr>
            <a:xfrm>
              <a:off x="57168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1028" name="asset_3414_1">
              <a:extLst>
                <a:ext uri="{FF2B5EF4-FFF2-40B4-BE49-F238E27FC236}">
                  <a16:creationId xmlns:a16="http://schemas.microsoft.com/office/drawing/2014/main" id="{937C63FC-43F7-4666-9595-D84081727E04}"/>
                </a:ext>
              </a:extLst>
            </p:cNvPr>
            <p:cNvSpPr>
              <a:spLocks noGrp="1"/>
            </p:cNvSpPr>
            <p:nvPr/>
          </p:nvSpPr>
          <p:spPr>
            <a:xfrm>
              <a:off x="80321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1029" name="asset_3414_2">
              <a:extLst>
                <a:ext uri="{FF2B5EF4-FFF2-40B4-BE49-F238E27FC236}">
                  <a16:creationId xmlns:a16="http://schemas.microsoft.com/office/drawing/2014/main" id="{5785940C-F9E4-4269-96C9-5077EB45E45F}"/>
                </a:ext>
              </a:extLst>
            </p:cNvPr>
            <p:cNvSpPr>
              <a:spLocks noGrp="1"/>
            </p:cNvSpPr>
            <p:nvPr/>
          </p:nvSpPr>
          <p:spPr>
            <a:xfrm>
              <a:off x="571680" y="1219694"/>
              <a:ext cx="231530" cy="212746"/>
            </a:xfrm>
            <a:prstGeom prst="rect">
              <a:avLst/>
            </a:prstGeom>
            <a:solidFill>
              <a:srgbClr val="E7F1FC">
                <a:alpha val="20000"/>
              </a:srgbClr>
            </a:solidFill>
            <a:ln w="1524">
              <a:solidFill>
                <a:srgbClr val="87ADD3"/>
              </a:solidFill>
            </a:ln>
          </p:spPr>
        </p:sp>
        <p:sp>
          <p:nvSpPr>
            <p:cNvPr id="1030" name="asset_3414_3">
              <a:extLst>
                <a:ext uri="{FF2B5EF4-FFF2-40B4-BE49-F238E27FC236}">
                  <a16:creationId xmlns:a16="http://schemas.microsoft.com/office/drawing/2014/main" id="{80C086DD-FDCF-435F-AB33-DD14E6F7126A}"/>
                </a:ext>
              </a:extLst>
            </p:cNvPr>
            <p:cNvSpPr>
              <a:spLocks noGrp="1"/>
            </p:cNvSpPr>
            <p:nvPr/>
          </p:nvSpPr>
          <p:spPr>
            <a:xfrm>
              <a:off x="629563" y="1219694"/>
              <a:ext cx="4" cy="212746"/>
            </a:xfrm>
            <a:prstGeom prst="line">
              <a:avLst/>
            </a:prstGeom>
            <a:noFill/>
            <a:ln w="1118">
              <a:solidFill>
                <a:srgbClr val="C9DEED">
                  <a:alpha val="33000"/>
                </a:srgbClr>
              </a:solidFill>
            </a:ln>
          </p:spPr>
        </p:sp>
        <p:sp>
          <p:nvSpPr>
            <p:cNvPr id="1031" name="asset_3414_4">
              <a:extLst>
                <a:ext uri="{FF2B5EF4-FFF2-40B4-BE49-F238E27FC236}">
                  <a16:creationId xmlns:a16="http://schemas.microsoft.com/office/drawing/2014/main" id="{BA402833-278F-4B3A-B975-0B00DFCBFB5D}"/>
                </a:ext>
              </a:extLst>
            </p:cNvPr>
            <p:cNvSpPr>
              <a:spLocks noGrp="1"/>
            </p:cNvSpPr>
            <p:nvPr/>
          </p:nvSpPr>
          <p:spPr>
            <a:xfrm>
              <a:off x="571680" y="1272881"/>
              <a:ext cx="231530" cy="4"/>
            </a:xfrm>
            <a:prstGeom prst="line">
              <a:avLst/>
            </a:prstGeom>
            <a:noFill/>
            <a:ln w="1118">
              <a:solidFill>
                <a:srgbClr val="C9DEED">
                  <a:alpha val="33000"/>
                </a:srgbClr>
              </a:solidFill>
            </a:ln>
          </p:spPr>
        </p:sp>
        <p:sp>
          <p:nvSpPr>
            <p:cNvPr id="1032" name="asset_3414_5">
              <a:extLst>
                <a:ext uri="{FF2B5EF4-FFF2-40B4-BE49-F238E27FC236}">
                  <a16:creationId xmlns:a16="http://schemas.microsoft.com/office/drawing/2014/main" id="{53E5450D-1CC6-47D8-8CC4-DE681D934DFB}"/>
                </a:ext>
              </a:extLst>
            </p:cNvPr>
            <p:cNvSpPr>
              <a:spLocks noGrp="1"/>
            </p:cNvSpPr>
            <p:nvPr/>
          </p:nvSpPr>
          <p:spPr>
            <a:xfrm>
              <a:off x="687445" y="1219694"/>
              <a:ext cx="4" cy="212746"/>
            </a:xfrm>
            <a:prstGeom prst="line">
              <a:avLst/>
            </a:prstGeom>
            <a:noFill/>
            <a:ln w="1118">
              <a:solidFill>
                <a:srgbClr val="C9DEED">
                  <a:alpha val="33000"/>
                </a:srgbClr>
              </a:solidFill>
            </a:ln>
          </p:spPr>
        </p:sp>
        <p:sp>
          <p:nvSpPr>
            <p:cNvPr id="1033" name="asset_3414_6">
              <a:extLst>
                <a:ext uri="{FF2B5EF4-FFF2-40B4-BE49-F238E27FC236}">
                  <a16:creationId xmlns:a16="http://schemas.microsoft.com/office/drawing/2014/main" id="{84D8B9B0-BF12-412D-9DC1-76D461823309}"/>
                </a:ext>
              </a:extLst>
            </p:cNvPr>
            <p:cNvSpPr>
              <a:spLocks noGrp="1"/>
            </p:cNvSpPr>
            <p:nvPr/>
          </p:nvSpPr>
          <p:spPr>
            <a:xfrm>
              <a:off x="571680" y="1326067"/>
              <a:ext cx="231530" cy="4"/>
            </a:xfrm>
            <a:prstGeom prst="line">
              <a:avLst/>
            </a:prstGeom>
            <a:noFill/>
            <a:ln w="1118">
              <a:solidFill>
                <a:srgbClr val="C9DEED">
                  <a:alpha val="33000"/>
                </a:srgbClr>
              </a:solidFill>
            </a:ln>
          </p:spPr>
        </p:sp>
        <p:sp>
          <p:nvSpPr>
            <p:cNvPr id="1034" name="asset_3414_7">
              <a:extLst>
                <a:ext uri="{FF2B5EF4-FFF2-40B4-BE49-F238E27FC236}">
                  <a16:creationId xmlns:a16="http://schemas.microsoft.com/office/drawing/2014/main" id="{F5E87C95-4FAA-4CC4-B06C-2C1B13222B8D}"/>
                </a:ext>
              </a:extLst>
            </p:cNvPr>
            <p:cNvSpPr>
              <a:spLocks noGrp="1"/>
            </p:cNvSpPr>
            <p:nvPr/>
          </p:nvSpPr>
          <p:spPr>
            <a:xfrm>
              <a:off x="745328" y="1219694"/>
              <a:ext cx="4" cy="212746"/>
            </a:xfrm>
            <a:prstGeom prst="line">
              <a:avLst/>
            </a:prstGeom>
            <a:noFill/>
            <a:ln w="1118">
              <a:solidFill>
                <a:srgbClr val="C9DEED">
                  <a:alpha val="33000"/>
                </a:srgbClr>
              </a:solidFill>
            </a:ln>
          </p:spPr>
        </p:sp>
        <p:sp>
          <p:nvSpPr>
            <p:cNvPr id="1035" name="asset_3414_8">
              <a:extLst>
                <a:ext uri="{FF2B5EF4-FFF2-40B4-BE49-F238E27FC236}">
                  <a16:creationId xmlns:a16="http://schemas.microsoft.com/office/drawing/2014/main" id="{D08479BC-AC81-4222-AD60-10DBEF7A6E9D}"/>
                </a:ext>
              </a:extLst>
            </p:cNvPr>
            <p:cNvSpPr>
              <a:spLocks noGrp="1"/>
            </p:cNvSpPr>
            <p:nvPr/>
          </p:nvSpPr>
          <p:spPr>
            <a:xfrm>
              <a:off x="571680" y="1379254"/>
              <a:ext cx="231530" cy="4"/>
            </a:xfrm>
            <a:prstGeom prst="line">
              <a:avLst/>
            </a:prstGeom>
            <a:noFill/>
            <a:ln w="1118">
              <a:solidFill>
                <a:srgbClr val="C9DEED">
                  <a:alpha val="33000"/>
                </a:srgbClr>
              </a:solidFill>
            </a:ln>
          </p:spPr>
        </p:sp>
        <p:sp>
          <p:nvSpPr>
            <p:cNvPr id="1036" name="asset_3414_9">
              <a:extLst>
                <a:ext uri="{FF2B5EF4-FFF2-40B4-BE49-F238E27FC236}">
                  <a16:creationId xmlns:a16="http://schemas.microsoft.com/office/drawing/2014/main" id="{9D1314A8-F0C1-4248-AC24-68B954199852}"/>
                </a:ext>
              </a:extLst>
            </p:cNvPr>
            <p:cNvSpPr>
              <a:spLocks noGrp="1"/>
            </p:cNvSpPr>
            <p:nvPr/>
          </p:nvSpPr>
          <p:spPr>
            <a:xfrm>
              <a:off x="616875" y="1258769"/>
              <a:ext cx="112292" cy="102118"/>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7" name="asset_3414_10">
              <a:extLst>
                <a:ext uri="{FF2B5EF4-FFF2-40B4-BE49-F238E27FC236}">
                  <a16:creationId xmlns:a16="http://schemas.microsoft.com/office/drawing/2014/main" id="{FBD57600-7CEB-4CDD-B521-28A30AEDE2F9}"/>
                </a:ext>
              </a:extLst>
            </p:cNvPr>
            <p:cNvSpPr>
              <a:spLocks noGrp="1"/>
            </p:cNvSpPr>
            <p:nvPr/>
          </p:nvSpPr>
          <p:spPr>
            <a:xfrm>
              <a:off x="684250" y="1238345"/>
              <a:ext cx="85342" cy="77610"/>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8" name="asset_3414_11">
              <a:extLst>
                <a:ext uri="{FF2B5EF4-FFF2-40B4-BE49-F238E27FC236}">
                  <a16:creationId xmlns:a16="http://schemas.microsoft.com/office/drawing/2014/main" id="{06A81D27-2E50-407A-B9C6-83571CA9EC3D}"/>
                </a:ext>
              </a:extLst>
            </p:cNvPr>
            <p:cNvSpPr>
              <a:spLocks noGrp="1"/>
            </p:cNvSpPr>
            <p:nvPr/>
          </p:nvSpPr>
          <p:spPr>
            <a:xfrm>
              <a:off x="678946" y="1299635"/>
              <a:ext cx="53300" cy="4847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39" name="asset_3414_12">
              <a:extLst>
                <a:ext uri="{FF2B5EF4-FFF2-40B4-BE49-F238E27FC236}">
                  <a16:creationId xmlns:a16="http://schemas.microsoft.com/office/drawing/2014/main" id="{809A5CEF-FA0A-42B3-90E8-473862C093B2}"/>
                </a:ext>
              </a:extLst>
            </p:cNvPr>
            <p:cNvSpPr>
              <a:spLocks noGrp="1"/>
            </p:cNvSpPr>
            <p:nvPr/>
          </p:nvSpPr>
          <p:spPr>
            <a:xfrm>
              <a:off x="700621" y="1238569"/>
              <a:ext cx="55136" cy="5014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0" name="asset_3414_13">
              <a:extLst>
                <a:ext uri="{FF2B5EF4-FFF2-40B4-BE49-F238E27FC236}">
                  <a16:creationId xmlns:a16="http://schemas.microsoft.com/office/drawing/2014/main" id="{0C482ECC-BBAB-4A4B-8A34-95C337092651}"/>
                </a:ext>
              </a:extLst>
            </p:cNvPr>
            <p:cNvSpPr>
              <a:spLocks noGrp="1"/>
            </p:cNvSpPr>
            <p:nvPr/>
          </p:nvSpPr>
          <p:spPr>
            <a:xfrm>
              <a:off x="662074" y="1316337"/>
              <a:ext cx="54027" cy="4913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1" name="asset_3414_14">
              <a:extLst>
                <a:ext uri="{FF2B5EF4-FFF2-40B4-BE49-F238E27FC236}">
                  <a16:creationId xmlns:a16="http://schemas.microsoft.com/office/drawing/2014/main" id="{4E7EE424-3E1B-4E93-B011-39A4207D8743}"/>
                </a:ext>
              </a:extLst>
            </p:cNvPr>
            <p:cNvSpPr>
              <a:spLocks noGrp="1"/>
            </p:cNvSpPr>
            <p:nvPr/>
          </p:nvSpPr>
          <p:spPr>
            <a:xfrm>
              <a:off x="737584" y="1261375"/>
              <a:ext cx="39022" cy="3548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2" name="asset_3414_15">
              <a:extLst>
                <a:ext uri="{FF2B5EF4-FFF2-40B4-BE49-F238E27FC236}">
                  <a16:creationId xmlns:a16="http://schemas.microsoft.com/office/drawing/2014/main" id="{81DAD5AA-6CFF-4628-999B-466589AE1FC4}"/>
                </a:ext>
              </a:extLst>
            </p:cNvPr>
            <p:cNvSpPr>
              <a:spLocks noGrp="1"/>
            </p:cNvSpPr>
            <p:nvPr/>
          </p:nvSpPr>
          <p:spPr>
            <a:xfrm>
              <a:off x="656636" y="1308255"/>
              <a:ext cx="50230" cy="4567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3" name="asset_3414_16">
              <a:extLst>
                <a:ext uri="{FF2B5EF4-FFF2-40B4-BE49-F238E27FC236}">
                  <a16:creationId xmlns:a16="http://schemas.microsoft.com/office/drawing/2014/main" id="{1B877CEC-535D-474C-B379-02C04636DC12}"/>
                </a:ext>
              </a:extLst>
            </p:cNvPr>
            <p:cNvSpPr>
              <a:spLocks noGrp="1"/>
            </p:cNvSpPr>
            <p:nvPr/>
          </p:nvSpPr>
          <p:spPr>
            <a:xfrm>
              <a:off x="716677" y="1230022"/>
              <a:ext cx="52846" cy="4805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4" name="asset_3414_17">
              <a:extLst>
                <a:ext uri="{FF2B5EF4-FFF2-40B4-BE49-F238E27FC236}">
                  <a16:creationId xmlns:a16="http://schemas.microsoft.com/office/drawing/2014/main" id="{8128A240-90A3-46BF-A78C-C76D0051DE52}"/>
                </a:ext>
              </a:extLst>
            </p:cNvPr>
            <p:cNvSpPr>
              <a:spLocks noGrp="1"/>
            </p:cNvSpPr>
            <p:nvPr/>
          </p:nvSpPr>
          <p:spPr>
            <a:xfrm>
              <a:off x="622107" y="1288759"/>
              <a:ext cx="53269" cy="4844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5" name="asset_3414_18">
              <a:extLst>
                <a:ext uri="{FF2B5EF4-FFF2-40B4-BE49-F238E27FC236}">
                  <a16:creationId xmlns:a16="http://schemas.microsoft.com/office/drawing/2014/main" id="{122B2273-9058-4ABE-B3A8-51E42B5ED5D7}"/>
                </a:ext>
              </a:extLst>
            </p:cNvPr>
            <p:cNvSpPr>
              <a:spLocks noGrp="1"/>
            </p:cNvSpPr>
            <p:nvPr/>
          </p:nvSpPr>
          <p:spPr>
            <a:xfrm>
              <a:off x="685531" y="1258088"/>
              <a:ext cx="57722" cy="5249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6" name="asset_3414_19">
              <a:extLst>
                <a:ext uri="{FF2B5EF4-FFF2-40B4-BE49-F238E27FC236}">
                  <a16:creationId xmlns:a16="http://schemas.microsoft.com/office/drawing/2014/main" id="{E425EAEA-7675-414A-A10F-CBE40A030BA6}"/>
                </a:ext>
              </a:extLst>
            </p:cNvPr>
            <p:cNvSpPr>
              <a:spLocks noGrp="1"/>
            </p:cNvSpPr>
            <p:nvPr/>
          </p:nvSpPr>
          <p:spPr>
            <a:xfrm>
              <a:off x="634616" y="1285206"/>
              <a:ext cx="35782" cy="3254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7" name="asset_3414_20">
              <a:extLst>
                <a:ext uri="{FF2B5EF4-FFF2-40B4-BE49-F238E27FC236}">
                  <a16:creationId xmlns:a16="http://schemas.microsoft.com/office/drawing/2014/main" id="{2684F19C-499A-4C22-A888-11B52D688E2A}"/>
                </a:ext>
              </a:extLst>
            </p:cNvPr>
            <p:cNvSpPr>
              <a:spLocks noGrp="1"/>
            </p:cNvSpPr>
            <p:nvPr/>
          </p:nvSpPr>
          <p:spPr>
            <a:xfrm>
              <a:off x="703132" y="1235535"/>
              <a:ext cx="50484" cy="4591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8" name="asset_3414_21">
              <a:extLst>
                <a:ext uri="{FF2B5EF4-FFF2-40B4-BE49-F238E27FC236}">
                  <a16:creationId xmlns:a16="http://schemas.microsoft.com/office/drawing/2014/main" id="{64FCBEBD-D0A5-457E-BC62-8AC6B45991E0}"/>
                </a:ext>
              </a:extLst>
            </p:cNvPr>
            <p:cNvSpPr>
              <a:spLocks noGrp="1"/>
            </p:cNvSpPr>
            <p:nvPr/>
          </p:nvSpPr>
          <p:spPr>
            <a:xfrm>
              <a:off x="666247" y="1263146"/>
              <a:ext cx="46316" cy="421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9" name="asset_3414_22">
              <a:extLst>
                <a:ext uri="{FF2B5EF4-FFF2-40B4-BE49-F238E27FC236}">
                  <a16:creationId xmlns:a16="http://schemas.microsoft.com/office/drawing/2014/main" id="{1C090870-6508-4320-B574-C8B0F9A29602}"/>
                </a:ext>
              </a:extLst>
            </p:cNvPr>
            <p:cNvSpPr>
              <a:spLocks noGrp="1"/>
            </p:cNvSpPr>
            <p:nvPr/>
          </p:nvSpPr>
          <p:spPr>
            <a:xfrm>
              <a:off x="689187" y="1226321"/>
              <a:ext cx="52069" cy="473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0" name="asset_3414_23">
              <a:extLst>
                <a:ext uri="{FF2B5EF4-FFF2-40B4-BE49-F238E27FC236}">
                  <a16:creationId xmlns:a16="http://schemas.microsoft.com/office/drawing/2014/main" id="{D4A273CD-A67B-4AB4-8C24-44D617B03ADB}"/>
                </a:ext>
              </a:extLst>
            </p:cNvPr>
            <p:cNvSpPr>
              <a:spLocks noGrp="1"/>
            </p:cNvSpPr>
            <p:nvPr/>
          </p:nvSpPr>
          <p:spPr>
            <a:xfrm>
              <a:off x="676298" y="1262293"/>
              <a:ext cx="35211" cy="3202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1" name="asset_3414_24">
              <a:extLst>
                <a:ext uri="{FF2B5EF4-FFF2-40B4-BE49-F238E27FC236}">
                  <a16:creationId xmlns:a16="http://schemas.microsoft.com/office/drawing/2014/main" id="{64CEB8A3-E33F-4E98-BF1A-44F2D75F553F}"/>
                </a:ext>
              </a:extLst>
            </p:cNvPr>
            <p:cNvSpPr>
              <a:spLocks noGrp="1"/>
            </p:cNvSpPr>
            <p:nvPr/>
          </p:nvSpPr>
          <p:spPr>
            <a:xfrm>
              <a:off x="710574" y="1241974"/>
              <a:ext cx="51181" cy="4654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2" name="asset_3414_25">
              <a:extLst>
                <a:ext uri="{FF2B5EF4-FFF2-40B4-BE49-F238E27FC236}">
                  <a16:creationId xmlns:a16="http://schemas.microsoft.com/office/drawing/2014/main" id="{5386ECE5-8A1C-404C-B478-E19B36FBEAC7}"/>
                </a:ext>
              </a:extLst>
            </p:cNvPr>
            <p:cNvSpPr>
              <a:spLocks noGrp="1"/>
            </p:cNvSpPr>
            <p:nvPr/>
          </p:nvSpPr>
          <p:spPr>
            <a:xfrm>
              <a:off x="619016" y="1306465"/>
              <a:ext cx="39781" cy="3617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3" name="asset_3414_26">
              <a:extLst>
                <a:ext uri="{FF2B5EF4-FFF2-40B4-BE49-F238E27FC236}">
                  <a16:creationId xmlns:a16="http://schemas.microsoft.com/office/drawing/2014/main" id="{F460EC0E-6F95-49C0-A583-FDA95C52C1FD}"/>
                </a:ext>
              </a:extLst>
            </p:cNvPr>
            <p:cNvSpPr>
              <a:spLocks noGrp="1"/>
            </p:cNvSpPr>
            <p:nvPr/>
          </p:nvSpPr>
          <p:spPr>
            <a:xfrm>
              <a:off x="706703" y="1270194"/>
              <a:ext cx="56453" cy="5133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4" name="asset_3414_27">
              <a:extLst>
                <a:ext uri="{FF2B5EF4-FFF2-40B4-BE49-F238E27FC236}">
                  <a16:creationId xmlns:a16="http://schemas.microsoft.com/office/drawing/2014/main" id="{4784AB20-9599-4491-A24C-F7E26224CAF7}"/>
                </a:ext>
              </a:extLst>
            </p:cNvPr>
            <p:cNvSpPr>
              <a:spLocks noGrp="1"/>
            </p:cNvSpPr>
            <p:nvPr/>
          </p:nvSpPr>
          <p:spPr>
            <a:xfrm>
              <a:off x="627026" y="1309936"/>
              <a:ext cx="50049" cy="455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5" name="asset_3414_28">
              <a:extLst>
                <a:ext uri="{FF2B5EF4-FFF2-40B4-BE49-F238E27FC236}">
                  <a16:creationId xmlns:a16="http://schemas.microsoft.com/office/drawing/2014/main" id="{B0141F24-EF7E-475F-8F17-4AAC2F76A97C}"/>
                </a:ext>
              </a:extLst>
            </p:cNvPr>
            <p:cNvSpPr>
              <a:spLocks noGrp="1"/>
            </p:cNvSpPr>
            <p:nvPr/>
          </p:nvSpPr>
          <p:spPr>
            <a:xfrm>
              <a:off x="674741" y="1262956"/>
              <a:ext cx="41261" cy="37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6" name="asset_3414_29">
              <a:extLst>
                <a:ext uri="{FF2B5EF4-FFF2-40B4-BE49-F238E27FC236}">
                  <a16:creationId xmlns:a16="http://schemas.microsoft.com/office/drawing/2014/main" id="{4C5F5EFD-4C17-4423-B012-93E75D5453F4}"/>
                </a:ext>
              </a:extLst>
            </p:cNvPr>
            <p:cNvSpPr>
              <a:spLocks noGrp="1"/>
            </p:cNvSpPr>
            <p:nvPr/>
          </p:nvSpPr>
          <p:spPr>
            <a:xfrm>
              <a:off x="636012" y="1288141"/>
              <a:ext cx="36386" cy="3308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7" name="asset_3414_30">
              <a:extLst>
                <a:ext uri="{FF2B5EF4-FFF2-40B4-BE49-F238E27FC236}">
                  <a16:creationId xmlns:a16="http://schemas.microsoft.com/office/drawing/2014/main" id="{E2F57756-70E7-4B2F-BDED-B0D54716DD7F}"/>
                </a:ext>
              </a:extLst>
            </p:cNvPr>
            <p:cNvSpPr>
              <a:spLocks noGrp="1"/>
            </p:cNvSpPr>
            <p:nvPr/>
          </p:nvSpPr>
          <p:spPr>
            <a:xfrm>
              <a:off x="688535" y="1252755"/>
              <a:ext cx="51756" cy="470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8" name="asset_3414_31">
              <a:extLst>
                <a:ext uri="{FF2B5EF4-FFF2-40B4-BE49-F238E27FC236}">
                  <a16:creationId xmlns:a16="http://schemas.microsoft.com/office/drawing/2014/main" id="{8B97F052-B900-4708-9C33-AB607138C8AA}"/>
                </a:ext>
              </a:extLst>
            </p:cNvPr>
            <p:cNvSpPr>
              <a:spLocks noGrp="1"/>
            </p:cNvSpPr>
            <p:nvPr/>
          </p:nvSpPr>
          <p:spPr>
            <a:xfrm>
              <a:off x="634940" y="1309328"/>
              <a:ext cx="44426" cy="4040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9" name="asset_3414_32">
              <a:extLst>
                <a:ext uri="{FF2B5EF4-FFF2-40B4-BE49-F238E27FC236}">
                  <a16:creationId xmlns:a16="http://schemas.microsoft.com/office/drawing/2014/main" id="{F2837722-431E-4068-AE8F-A39C840C724E}"/>
                </a:ext>
              </a:extLst>
            </p:cNvPr>
            <p:cNvSpPr>
              <a:spLocks noGrp="1"/>
            </p:cNvSpPr>
            <p:nvPr/>
          </p:nvSpPr>
          <p:spPr>
            <a:xfrm>
              <a:off x="680434" y="1233643"/>
              <a:ext cx="57438" cy="522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0" name="asset_3414_33">
              <a:extLst>
                <a:ext uri="{FF2B5EF4-FFF2-40B4-BE49-F238E27FC236}">
                  <a16:creationId xmlns:a16="http://schemas.microsoft.com/office/drawing/2014/main" id="{9BC3D3D1-6449-4767-A341-1B6348606030}"/>
                </a:ext>
              </a:extLst>
            </p:cNvPr>
            <p:cNvSpPr>
              <a:spLocks noGrp="1"/>
            </p:cNvSpPr>
            <p:nvPr/>
          </p:nvSpPr>
          <p:spPr>
            <a:xfrm>
              <a:off x="645694" y="1324386"/>
              <a:ext cx="47829" cy="43495"/>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1" name="asset_3414_34">
              <a:extLst>
                <a:ext uri="{FF2B5EF4-FFF2-40B4-BE49-F238E27FC236}">
                  <a16:creationId xmlns:a16="http://schemas.microsoft.com/office/drawing/2014/main" id="{07E297E9-4FFE-4371-81E6-DAFC09FCB519}"/>
                </a:ext>
              </a:extLst>
            </p:cNvPr>
            <p:cNvSpPr>
              <a:spLocks noGrp="1"/>
            </p:cNvSpPr>
            <p:nvPr/>
          </p:nvSpPr>
          <p:spPr>
            <a:xfrm>
              <a:off x="688662" y="1241315"/>
              <a:ext cx="32402" cy="294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2" name="asset_3414_35">
              <a:extLst>
                <a:ext uri="{FF2B5EF4-FFF2-40B4-BE49-F238E27FC236}">
                  <a16:creationId xmlns:a16="http://schemas.microsoft.com/office/drawing/2014/main" id="{88D10FFB-7A60-403A-B35B-F1BD46C1B107}"/>
                </a:ext>
              </a:extLst>
            </p:cNvPr>
            <p:cNvSpPr>
              <a:spLocks noGrp="1"/>
            </p:cNvSpPr>
            <p:nvPr/>
          </p:nvSpPr>
          <p:spPr>
            <a:xfrm>
              <a:off x="648667" y="1308715"/>
              <a:ext cx="50913" cy="4630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3" name="asset_3414_36">
              <a:extLst>
                <a:ext uri="{FF2B5EF4-FFF2-40B4-BE49-F238E27FC236}">
                  <a16:creationId xmlns:a16="http://schemas.microsoft.com/office/drawing/2014/main" id="{7DE917BC-B1BA-46E4-8DD6-E69FF173F5AE}"/>
                </a:ext>
              </a:extLst>
            </p:cNvPr>
            <p:cNvSpPr>
              <a:spLocks noGrp="1"/>
            </p:cNvSpPr>
            <p:nvPr/>
          </p:nvSpPr>
          <p:spPr>
            <a:xfrm>
              <a:off x="687101" y="1240408"/>
              <a:ext cx="45173" cy="410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4" name="asset_3414_37">
              <a:extLst>
                <a:ext uri="{FF2B5EF4-FFF2-40B4-BE49-F238E27FC236}">
                  <a16:creationId xmlns:a16="http://schemas.microsoft.com/office/drawing/2014/main" id="{DE41F767-04AD-4FDC-8627-0D49489DBB3B}"/>
                </a:ext>
              </a:extLst>
            </p:cNvPr>
            <p:cNvSpPr>
              <a:spLocks noGrp="1"/>
            </p:cNvSpPr>
            <p:nvPr/>
          </p:nvSpPr>
          <p:spPr>
            <a:xfrm>
              <a:off x="676719" y="1270681"/>
              <a:ext cx="50933" cy="463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5" name="asset_3414_38">
              <a:extLst>
                <a:ext uri="{FF2B5EF4-FFF2-40B4-BE49-F238E27FC236}">
                  <a16:creationId xmlns:a16="http://schemas.microsoft.com/office/drawing/2014/main" id="{1EE5BCC9-6CF9-46C2-8C12-19163950CEE6}"/>
                </a:ext>
              </a:extLst>
            </p:cNvPr>
            <p:cNvSpPr>
              <a:spLocks noGrp="1"/>
            </p:cNvSpPr>
            <p:nvPr/>
          </p:nvSpPr>
          <p:spPr>
            <a:xfrm>
              <a:off x="723506" y="1279525"/>
              <a:ext cx="44591" cy="405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6" name="asset_3414_39">
              <a:extLst>
                <a:ext uri="{FF2B5EF4-FFF2-40B4-BE49-F238E27FC236}">
                  <a16:creationId xmlns:a16="http://schemas.microsoft.com/office/drawing/2014/main" id="{056EA8C4-A1AC-4628-9891-2468A722D09E}"/>
                </a:ext>
              </a:extLst>
            </p:cNvPr>
            <p:cNvSpPr>
              <a:spLocks noGrp="1"/>
            </p:cNvSpPr>
            <p:nvPr/>
          </p:nvSpPr>
          <p:spPr>
            <a:xfrm>
              <a:off x="635195" y="1260047"/>
              <a:ext cx="38357" cy="3488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7" name="asset_3414_40">
              <a:extLst>
                <a:ext uri="{FF2B5EF4-FFF2-40B4-BE49-F238E27FC236}">
                  <a16:creationId xmlns:a16="http://schemas.microsoft.com/office/drawing/2014/main" id="{17594FFA-9A42-4770-92A6-4D14A035CA84}"/>
                </a:ext>
              </a:extLst>
            </p:cNvPr>
            <p:cNvSpPr>
              <a:spLocks noGrp="1"/>
            </p:cNvSpPr>
            <p:nvPr/>
          </p:nvSpPr>
          <p:spPr>
            <a:xfrm>
              <a:off x="685263" y="1261814"/>
              <a:ext cx="31619" cy="2875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8" name="asset_3414_41">
              <a:extLst>
                <a:ext uri="{FF2B5EF4-FFF2-40B4-BE49-F238E27FC236}">
                  <a16:creationId xmlns:a16="http://schemas.microsoft.com/office/drawing/2014/main" id="{8276C0C2-C7BB-450F-86C5-B9D37ED5AB5C}"/>
                </a:ext>
              </a:extLst>
            </p:cNvPr>
            <p:cNvSpPr>
              <a:spLocks noGrp="1"/>
            </p:cNvSpPr>
            <p:nvPr/>
          </p:nvSpPr>
          <p:spPr>
            <a:xfrm>
              <a:off x="660523" y="1252251"/>
              <a:ext cx="45000" cy="4092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9" name="asset_3414_42">
              <a:extLst>
                <a:ext uri="{FF2B5EF4-FFF2-40B4-BE49-F238E27FC236}">
                  <a16:creationId xmlns:a16="http://schemas.microsoft.com/office/drawing/2014/main" id="{A55BB714-2884-463A-9598-4F70B5A9959E}"/>
                </a:ext>
              </a:extLst>
            </p:cNvPr>
            <p:cNvSpPr>
              <a:spLocks noGrp="1"/>
            </p:cNvSpPr>
            <p:nvPr/>
          </p:nvSpPr>
          <p:spPr>
            <a:xfrm>
              <a:off x="719742" y="1250776"/>
              <a:ext cx="35274" cy="3207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0" name="asset_3414_43">
              <a:extLst>
                <a:ext uri="{FF2B5EF4-FFF2-40B4-BE49-F238E27FC236}">
                  <a16:creationId xmlns:a16="http://schemas.microsoft.com/office/drawing/2014/main" id="{1577A076-E83F-4AE6-A429-4064DFBF3F2C}"/>
                </a:ext>
              </a:extLst>
            </p:cNvPr>
            <p:cNvSpPr>
              <a:spLocks noGrp="1"/>
            </p:cNvSpPr>
            <p:nvPr/>
          </p:nvSpPr>
          <p:spPr>
            <a:xfrm>
              <a:off x="624669" y="1254992"/>
              <a:ext cx="53358" cy="48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1" name="asset_3414_44">
              <a:extLst>
                <a:ext uri="{FF2B5EF4-FFF2-40B4-BE49-F238E27FC236}">
                  <a16:creationId xmlns:a16="http://schemas.microsoft.com/office/drawing/2014/main" id="{54565839-792C-499C-ADBC-0B0D78F3DCCD}"/>
                </a:ext>
              </a:extLst>
            </p:cNvPr>
            <p:cNvSpPr>
              <a:spLocks noGrp="1"/>
            </p:cNvSpPr>
            <p:nvPr/>
          </p:nvSpPr>
          <p:spPr>
            <a:xfrm>
              <a:off x="727377" y="1252247"/>
              <a:ext cx="38355" cy="348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2" name="asset_3414_45">
              <a:extLst>
                <a:ext uri="{FF2B5EF4-FFF2-40B4-BE49-F238E27FC236}">
                  <a16:creationId xmlns:a16="http://schemas.microsoft.com/office/drawing/2014/main" id="{6A2D75D1-E2EF-4258-9784-BDA27760D4D9}"/>
                </a:ext>
              </a:extLst>
            </p:cNvPr>
            <p:cNvSpPr>
              <a:spLocks noGrp="1"/>
            </p:cNvSpPr>
            <p:nvPr/>
          </p:nvSpPr>
          <p:spPr>
            <a:xfrm>
              <a:off x="653070" y="1275686"/>
              <a:ext cx="51588" cy="469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3" name="asset_3414_46">
              <a:extLst>
                <a:ext uri="{FF2B5EF4-FFF2-40B4-BE49-F238E27FC236}">
                  <a16:creationId xmlns:a16="http://schemas.microsoft.com/office/drawing/2014/main" id="{97F8D23C-3534-42F5-B014-9B650223E4F0}"/>
                </a:ext>
              </a:extLst>
            </p:cNvPr>
            <p:cNvSpPr>
              <a:spLocks noGrp="1"/>
            </p:cNvSpPr>
            <p:nvPr/>
          </p:nvSpPr>
          <p:spPr>
            <a:xfrm>
              <a:off x="730286" y="1275274"/>
              <a:ext cx="31926" cy="290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4" name="asset_3414_47">
              <a:extLst>
                <a:ext uri="{FF2B5EF4-FFF2-40B4-BE49-F238E27FC236}">
                  <a16:creationId xmlns:a16="http://schemas.microsoft.com/office/drawing/2014/main" id="{CD3EC0C3-A769-4B52-86EB-0D88AC932FC2}"/>
                </a:ext>
              </a:extLst>
            </p:cNvPr>
            <p:cNvSpPr>
              <a:spLocks noGrp="1"/>
            </p:cNvSpPr>
            <p:nvPr/>
          </p:nvSpPr>
          <p:spPr>
            <a:xfrm>
              <a:off x="666294" y="1264679"/>
              <a:ext cx="48789" cy="4436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5" name="asset_3414_48">
              <a:extLst>
                <a:ext uri="{FF2B5EF4-FFF2-40B4-BE49-F238E27FC236}">
                  <a16:creationId xmlns:a16="http://schemas.microsoft.com/office/drawing/2014/main" id="{1D74C523-9C10-49CD-B66D-61B22AE36B7D}"/>
                </a:ext>
              </a:extLst>
            </p:cNvPr>
            <p:cNvSpPr>
              <a:spLocks noGrp="1"/>
            </p:cNvSpPr>
            <p:nvPr/>
          </p:nvSpPr>
          <p:spPr>
            <a:xfrm>
              <a:off x="693567" y="1244208"/>
              <a:ext cx="55201" cy="5019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6" name="asset_3414_49">
              <a:extLst>
                <a:ext uri="{FF2B5EF4-FFF2-40B4-BE49-F238E27FC236}">
                  <a16:creationId xmlns:a16="http://schemas.microsoft.com/office/drawing/2014/main" id="{F5FCFBDF-DCE9-4A66-9D9C-4938A49D6ECD}"/>
                </a:ext>
              </a:extLst>
            </p:cNvPr>
            <p:cNvSpPr>
              <a:spLocks noGrp="1"/>
            </p:cNvSpPr>
            <p:nvPr/>
          </p:nvSpPr>
          <p:spPr>
            <a:xfrm>
              <a:off x="57168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391">
              <a:solidFill>
                <a:srgbClr val="8AB3D9"/>
              </a:solidFill>
            </a:ln>
          </p:spPr>
        </p:sp>
      </p:grpSp>
      <p:grpSp>
        <p:nvGrpSpPr>
          <p:cNvPr id="1077"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1078"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1079"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1080"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1081"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1082"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1083"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1084"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1085"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1086"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1087"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1088"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1089"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1090"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1091"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1092"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1093"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1094"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1095"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1096"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1097"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1098"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1099"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1100"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1101"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1102"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1103"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1104"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1105"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1106"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1107"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1108"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1109"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grpSp>
        <p:nvGrpSpPr>
          <p:cNvPr id="1110" name="a | spatial view identity | v4 editable"/>
          <p:cNvGrpSpPr/>
          <p:nvPr/>
        </p:nvGrpSpPr>
        <p:grpSpPr>
          <a:xfrm>
            <a:off x="1501222" y="2047430"/>
            <a:ext cx="155421" cy="122657"/>
            <a:chOff x="177480" y="2844360"/>
            <a:chExt cx="249480" cy="196920"/>
          </a:xfrm>
        </p:grpSpPr>
        <p:sp>
          <p:nvSpPr>
            <p:cNvPr id="1111" name="asset_3417_0">
              <a:extLst>
                <a:ext uri="{FF2B5EF4-FFF2-40B4-BE49-F238E27FC236}">
                  <a16:creationId xmlns:a16="http://schemas.microsoft.com/office/drawing/2014/main" id="{F8EA0275-6243-4257-A4E6-DA521049B493}"/>
                </a:ext>
              </a:extLst>
            </p:cNvPr>
            <p:cNvSpPr>
              <a:spLocks noGrp="1"/>
            </p:cNvSpPr>
            <p:nvPr/>
          </p:nvSpPr>
          <p:spPr>
            <a:xfrm>
              <a:off x="17748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12" name="asset_3417_1">
              <a:extLst>
                <a:ext uri="{FF2B5EF4-FFF2-40B4-BE49-F238E27FC236}">
                  <a16:creationId xmlns:a16="http://schemas.microsoft.com/office/drawing/2014/main" id="{06F4AEAC-07D4-46AB-B61A-E413CFBCA6C8}"/>
                </a:ext>
              </a:extLst>
            </p:cNvPr>
            <p:cNvSpPr>
              <a:spLocks noGrp="1"/>
            </p:cNvSpPr>
            <p:nvPr/>
          </p:nvSpPr>
          <p:spPr>
            <a:xfrm>
              <a:off x="37955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13" name="asset_3417_2">
              <a:extLst>
                <a:ext uri="{FF2B5EF4-FFF2-40B4-BE49-F238E27FC236}">
                  <a16:creationId xmlns:a16="http://schemas.microsoft.com/office/drawing/2014/main" id="{7FD378F4-228E-40C0-8B8A-11134CFB9955}"/>
                </a:ext>
              </a:extLst>
            </p:cNvPr>
            <p:cNvSpPr>
              <a:spLocks noGrp="1"/>
            </p:cNvSpPr>
            <p:nvPr/>
          </p:nvSpPr>
          <p:spPr>
            <a:xfrm>
              <a:off x="177480" y="2877836"/>
              <a:ext cx="202079" cy="163444"/>
            </a:xfrm>
            <a:prstGeom prst="rect">
              <a:avLst/>
            </a:prstGeom>
            <a:solidFill>
              <a:srgbClr val="E7F1FC">
                <a:alpha val="20000"/>
              </a:srgbClr>
            </a:solidFill>
            <a:ln w="1339">
              <a:solidFill>
                <a:srgbClr val="87ADD3"/>
              </a:solidFill>
            </a:ln>
          </p:spPr>
        </p:sp>
        <p:sp>
          <p:nvSpPr>
            <p:cNvPr id="1114" name="asset_3417_3">
              <a:extLst>
                <a:ext uri="{FF2B5EF4-FFF2-40B4-BE49-F238E27FC236}">
                  <a16:creationId xmlns:a16="http://schemas.microsoft.com/office/drawing/2014/main" id="{9A57B3B3-4213-4B60-84FC-AB37D67BA4FE}"/>
                </a:ext>
              </a:extLst>
            </p:cNvPr>
            <p:cNvSpPr>
              <a:spLocks noGrp="1"/>
            </p:cNvSpPr>
            <p:nvPr/>
          </p:nvSpPr>
          <p:spPr>
            <a:xfrm>
              <a:off x="228000" y="2877836"/>
              <a:ext cx="4" cy="163444"/>
            </a:xfrm>
            <a:prstGeom prst="line">
              <a:avLst/>
            </a:prstGeom>
            <a:noFill/>
            <a:ln w="982">
              <a:solidFill>
                <a:srgbClr val="C9DEED">
                  <a:alpha val="33000"/>
                </a:srgbClr>
              </a:solidFill>
            </a:ln>
          </p:spPr>
        </p:sp>
        <p:sp>
          <p:nvSpPr>
            <p:cNvPr id="1115" name="asset_3417_4">
              <a:extLst>
                <a:ext uri="{FF2B5EF4-FFF2-40B4-BE49-F238E27FC236}">
                  <a16:creationId xmlns:a16="http://schemas.microsoft.com/office/drawing/2014/main" id="{7873941F-2C0F-4743-A778-B1D9045DE22D}"/>
                </a:ext>
              </a:extLst>
            </p:cNvPr>
            <p:cNvSpPr>
              <a:spLocks noGrp="1"/>
            </p:cNvSpPr>
            <p:nvPr/>
          </p:nvSpPr>
          <p:spPr>
            <a:xfrm>
              <a:off x="177480" y="2918697"/>
              <a:ext cx="202079" cy="4"/>
            </a:xfrm>
            <a:prstGeom prst="line">
              <a:avLst/>
            </a:prstGeom>
            <a:noFill/>
            <a:ln w="982">
              <a:solidFill>
                <a:srgbClr val="C9DEED">
                  <a:alpha val="33000"/>
                </a:srgbClr>
              </a:solidFill>
            </a:ln>
          </p:spPr>
        </p:sp>
        <p:sp>
          <p:nvSpPr>
            <p:cNvPr id="1116" name="asset_3417_5">
              <a:extLst>
                <a:ext uri="{FF2B5EF4-FFF2-40B4-BE49-F238E27FC236}">
                  <a16:creationId xmlns:a16="http://schemas.microsoft.com/office/drawing/2014/main" id="{1D4219C1-45BA-4A71-8378-AABBD04923B0}"/>
                </a:ext>
              </a:extLst>
            </p:cNvPr>
            <p:cNvSpPr>
              <a:spLocks noGrp="1"/>
            </p:cNvSpPr>
            <p:nvPr/>
          </p:nvSpPr>
          <p:spPr>
            <a:xfrm>
              <a:off x="278519" y="2877836"/>
              <a:ext cx="4" cy="163444"/>
            </a:xfrm>
            <a:prstGeom prst="line">
              <a:avLst/>
            </a:prstGeom>
            <a:noFill/>
            <a:ln w="982">
              <a:solidFill>
                <a:srgbClr val="C9DEED">
                  <a:alpha val="33000"/>
                </a:srgbClr>
              </a:solidFill>
            </a:ln>
          </p:spPr>
        </p:sp>
        <p:sp>
          <p:nvSpPr>
            <p:cNvPr id="1117" name="asset_3417_6">
              <a:extLst>
                <a:ext uri="{FF2B5EF4-FFF2-40B4-BE49-F238E27FC236}">
                  <a16:creationId xmlns:a16="http://schemas.microsoft.com/office/drawing/2014/main" id="{958EC969-20E2-4107-B370-E1616A2910B0}"/>
                </a:ext>
              </a:extLst>
            </p:cNvPr>
            <p:cNvSpPr>
              <a:spLocks noGrp="1"/>
            </p:cNvSpPr>
            <p:nvPr/>
          </p:nvSpPr>
          <p:spPr>
            <a:xfrm>
              <a:off x="177480" y="2959558"/>
              <a:ext cx="202079" cy="4"/>
            </a:xfrm>
            <a:prstGeom prst="line">
              <a:avLst/>
            </a:prstGeom>
            <a:noFill/>
            <a:ln w="982">
              <a:solidFill>
                <a:srgbClr val="C9DEED">
                  <a:alpha val="33000"/>
                </a:srgbClr>
              </a:solidFill>
            </a:ln>
          </p:spPr>
        </p:sp>
        <p:sp>
          <p:nvSpPr>
            <p:cNvPr id="1118" name="asset_3417_7">
              <a:extLst>
                <a:ext uri="{FF2B5EF4-FFF2-40B4-BE49-F238E27FC236}">
                  <a16:creationId xmlns:a16="http://schemas.microsoft.com/office/drawing/2014/main" id="{C505E721-5B73-43C5-A6EC-AD958AF778C0}"/>
                </a:ext>
              </a:extLst>
            </p:cNvPr>
            <p:cNvSpPr>
              <a:spLocks noGrp="1"/>
            </p:cNvSpPr>
            <p:nvPr/>
          </p:nvSpPr>
          <p:spPr>
            <a:xfrm>
              <a:off x="329039" y="2877836"/>
              <a:ext cx="4" cy="163444"/>
            </a:xfrm>
            <a:prstGeom prst="line">
              <a:avLst/>
            </a:prstGeom>
            <a:noFill/>
            <a:ln w="982">
              <a:solidFill>
                <a:srgbClr val="C9DEED">
                  <a:alpha val="33000"/>
                </a:srgbClr>
              </a:solidFill>
            </a:ln>
          </p:spPr>
        </p:sp>
        <p:sp>
          <p:nvSpPr>
            <p:cNvPr id="1119" name="asset_3417_8">
              <a:extLst>
                <a:ext uri="{FF2B5EF4-FFF2-40B4-BE49-F238E27FC236}">
                  <a16:creationId xmlns:a16="http://schemas.microsoft.com/office/drawing/2014/main" id="{A156AE7F-D866-478C-A244-8184212F78A0}"/>
                </a:ext>
              </a:extLst>
            </p:cNvPr>
            <p:cNvSpPr>
              <a:spLocks noGrp="1"/>
            </p:cNvSpPr>
            <p:nvPr/>
          </p:nvSpPr>
          <p:spPr>
            <a:xfrm>
              <a:off x="177480" y="3000419"/>
              <a:ext cx="202079" cy="4"/>
            </a:xfrm>
            <a:prstGeom prst="line">
              <a:avLst/>
            </a:prstGeom>
            <a:noFill/>
            <a:ln w="982">
              <a:solidFill>
                <a:srgbClr val="C9DEED">
                  <a:alpha val="33000"/>
                </a:srgbClr>
              </a:solidFill>
            </a:ln>
          </p:spPr>
        </p:sp>
        <p:sp>
          <p:nvSpPr>
            <p:cNvPr id="1120" name="asset_3417_9">
              <a:extLst>
                <a:ext uri="{FF2B5EF4-FFF2-40B4-BE49-F238E27FC236}">
                  <a16:creationId xmlns:a16="http://schemas.microsoft.com/office/drawing/2014/main" id="{F5098036-F4AB-4BE5-8EBD-0262B6C7FDA9}"/>
                </a:ext>
              </a:extLst>
            </p:cNvPr>
            <p:cNvSpPr>
              <a:spLocks noGrp="1"/>
            </p:cNvSpPr>
            <p:nvPr/>
          </p:nvSpPr>
          <p:spPr>
            <a:xfrm>
              <a:off x="195364" y="2900010"/>
              <a:ext cx="94088" cy="75315"/>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1" name="asset_3417_10">
              <a:extLst>
                <a:ext uri="{FF2B5EF4-FFF2-40B4-BE49-F238E27FC236}">
                  <a16:creationId xmlns:a16="http://schemas.microsoft.com/office/drawing/2014/main" id="{F3818BD3-92F1-4A5B-AE5E-0ED17D52A3AA}"/>
                </a:ext>
              </a:extLst>
            </p:cNvPr>
            <p:cNvSpPr>
              <a:spLocks noGrp="1"/>
            </p:cNvSpPr>
            <p:nvPr/>
          </p:nvSpPr>
          <p:spPr>
            <a:xfrm>
              <a:off x="238488" y="2921977"/>
              <a:ext cx="101929" cy="81591"/>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2" name="asset_3417_11">
              <a:extLst>
                <a:ext uri="{FF2B5EF4-FFF2-40B4-BE49-F238E27FC236}">
                  <a16:creationId xmlns:a16="http://schemas.microsoft.com/office/drawing/2014/main" id="{C6F97C6F-9FB7-453C-BD73-7B098BBA21C6}"/>
                </a:ext>
              </a:extLst>
            </p:cNvPr>
            <p:cNvSpPr>
              <a:spLocks noGrp="1"/>
            </p:cNvSpPr>
            <p:nvPr/>
          </p:nvSpPr>
          <p:spPr>
            <a:xfrm>
              <a:off x="275731" y="2881182"/>
              <a:ext cx="90168" cy="72177"/>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3" name="asset_3417_12">
              <a:extLst>
                <a:ext uri="{FF2B5EF4-FFF2-40B4-BE49-F238E27FC236}">
                  <a16:creationId xmlns:a16="http://schemas.microsoft.com/office/drawing/2014/main" id="{F5F8D280-4B17-4964-8A05-15D6C5AA1C91}"/>
                </a:ext>
              </a:extLst>
            </p:cNvPr>
            <p:cNvSpPr>
              <a:spLocks noGrp="1"/>
            </p:cNvSpPr>
            <p:nvPr/>
          </p:nvSpPr>
          <p:spPr>
            <a:xfrm>
              <a:off x="234567" y="2870198"/>
              <a:ext cx="86247" cy="69039"/>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4" name="asset_3417_13">
              <a:extLst>
                <a:ext uri="{FF2B5EF4-FFF2-40B4-BE49-F238E27FC236}">
                  <a16:creationId xmlns:a16="http://schemas.microsoft.com/office/drawing/2014/main" id="{D1D7FB95-5DCC-4775-B79A-A10E2B2461D3}"/>
                </a:ext>
              </a:extLst>
            </p:cNvPr>
            <p:cNvSpPr>
              <a:spLocks noGrp="1"/>
            </p:cNvSpPr>
            <p:nvPr/>
          </p:nvSpPr>
          <p:spPr>
            <a:xfrm>
              <a:off x="225065" y="2931796"/>
              <a:ext cx="34464" cy="275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5" name="asset_3417_14">
              <a:extLst>
                <a:ext uri="{FF2B5EF4-FFF2-40B4-BE49-F238E27FC236}">
                  <a16:creationId xmlns:a16="http://schemas.microsoft.com/office/drawing/2014/main" id="{D1FC626F-A21C-4FBC-906E-E7040A91AD6C}"/>
                </a:ext>
              </a:extLst>
            </p:cNvPr>
            <p:cNvSpPr>
              <a:spLocks noGrp="1"/>
            </p:cNvSpPr>
            <p:nvPr/>
          </p:nvSpPr>
          <p:spPr>
            <a:xfrm>
              <a:off x="265308" y="2949180"/>
              <a:ext cx="41898" cy="3353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6" name="asset_3417_15">
              <a:extLst>
                <a:ext uri="{FF2B5EF4-FFF2-40B4-BE49-F238E27FC236}">
                  <a16:creationId xmlns:a16="http://schemas.microsoft.com/office/drawing/2014/main" id="{46D204D4-15C1-4D8E-A5C9-46AA01AF06E9}"/>
                </a:ext>
              </a:extLst>
            </p:cNvPr>
            <p:cNvSpPr>
              <a:spLocks noGrp="1"/>
            </p:cNvSpPr>
            <p:nvPr/>
          </p:nvSpPr>
          <p:spPr>
            <a:xfrm>
              <a:off x="326852" y="2899736"/>
              <a:ext cx="28163" cy="225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7" name="asset_3417_16">
              <a:extLst>
                <a:ext uri="{FF2B5EF4-FFF2-40B4-BE49-F238E27FC236}">
                  <a16:creationId xmlns:a16="http://schemas.microsoft.com/office/drawing/2014/main" id="{623CDAAD-E4C5-4BF4-B5E0-8A3EC027CB66}"/>
                </a:ext>
              </a:extLst>
            </p:cNvPr>
            <p:cNvSpPr>
              <a:spLocks noGrp="1"/>
            </p:cNvSpPr>
            <p:nvPr/>
          </p:nvSpPr>
          <p:spPr>
            <a:xfrm>
              <a:off x="254036" y="2869358"/>
              <a:ext cx="46088" cy="3689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8" name="asset_3417_17">
              <a:extLst>
                <a:ext uri="{FF2B5EF4-FFF2-40B4-BE49-F238E27FC236}">
                  <a16:creationId xmlns:a16="http://schemas.microsoft.com/office/drawing/2014/main" id="{37172E69-18B2-4562-A9D3-D40A3B64FC02}"/>
                </a:ext>
              </a:extLst>
            </p:cNvPr>
            <p:cNvSpPr>
              <a:spLocks noGrp="1"/>
            </p:cNvSpPr>
            <p:nvPr/>
          </p:nvSpPr>
          <p:spPr>
            <a:xfrm>
              <a:off x="218918" y="2927922"/>
              <a:ext cx="29520" cy="236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9" name="asset_3417_18">
              <a:extLst>
                <a:ext uri="{FF2B5EF4-FFF2-40B4-BE49-F238E27FC236}">
                  <a16:creationId xmlns:a16="http://schemas.microsoft.com/office/drawing/2014/main" id="{D13923FC-5B11-4065-A3FE-AAA9007D0154}"/>
                </a:ext>
              </a:extLst>
            </p:cNvPr>
            <p:cNvSpPr>
              <a:spLocks noGrp="1"/>
            </p:cNvSpPr>
            <p:nvPr/>
          </p:nvSpPr>
          <p:spPr>
            <a:xfrm>
              <a:off x="264878" y="2956506"/>
              <a:ext cx="27939" cy="22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0" name="asset_3417_19">
              <a:extLst>
                <a:ext uri="{FF2B5EF4-FFF2-40B4-BE49-F238E27FC236}">
                  <a16:creationId xmlns:a16="http://schemas.microsoft.com/office/drawing/2014/main" id="{9EFE3A03-60B9-41C3-A687-4264FCDDBDEA}"/>
                </a:ext>
              </a:extLst>
            </p:cNvPr>
            <p:cNvSpPr>
              <a:spLocks noGrp="1"/>
            </p:cNvSpPr>
            <p:nvPr/>
          </p:nvSpPr>
          <p:spPr>
            <a:xfrm>
              <a:off x="285462" y="2880916"/>
              <a:ext cx="36943" cy="2957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1" name="asset_3417_20">
              <a:extLst>
                <a:ext uri="{FF2B5EF4-FFF2-40B4-BE49-F238E27FC236}">
                  <a16:creationId xmlns:a16="http://schemas.microsoft.com/office/drawing/2014/main" id="{9795B320-E056-48B9-B974-E1571FAA2B75}"/>
                </a:ext>
              </a:extLst>
            </p:cNvPr>
            <p:cNvSpPr>
              <a:spLocks noGrp="1"/>
            </p:cNvSpPr>
            <p:nvPr/>
          </p:nvSpPr>
          <p:spPr>
            <a:xfrm>
              <a:off x="253090" y="2904475"/>
              <a:ext cx="39597" cy="316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2" name="asset_3417_21">
              <a:extLst>
                <a:ext uri="{FF2B5EF4-FFF2-40B4-BE49-F238E27FC236}">
                  <a16:creationId xmlns:a16="http://schemas.microsoft.com/office/drawing/2014/main" id="{26C66C6D-3A3A-404A-91D5-D79BC83392CD}"/>
                </a:ext>
              </a:extLst>
            </p:cNvPr>
            <p:cNvSpPr>
              <a:spLocks noGrp="1"/>
            </p:cNvSpPr>
            <p:nvPr/>
          </p:nvSpPr>
          <p:spPr>
            <a:xfrm>
              <a:off x="183982" y="2918993"/>
              <a:ext cx="48168" cy="3855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3" name="asset_3417_22">
              <a:extLst>
                <a:ext uri="{FF2B5EF4-FFF2-40B4-BE49-F238E27FC236}">
                  <a16:creationId xmlns:a16="http://schemas.microsoft.com/office/drawing/2014/main" id="{6C4C09C0-8025-41CC-B55D-C17D18D777CB}"/>
                </a:ext>
              </a:extLst>
            </p:cNvPr>
            <p:cNvSpPr>
              <a:spLocks noGrp="1"/>
            </p:cNvSpPr>
            <p:nvPr/>
          </p:nvSpPr>
          <p:spPr>
            <a:xfrm>
              <a:off x="279696" y="2930393"/>
              <a:ext cx="43712" cy="3499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4" name="asset_3417_23">
              <a:extLst>
                <a:ext uri="{FF2B5EF4-FFF2-40B4-BE49-F238E27FC236}">
                  <a16:creationId xmlns:a16="http://schemas.microsoft.com/office/drawing/2014/main" id="{C0775EE0-BDB7-4295-87F9-C13FAE882049}"/>
                </a:ext>
              </a:extLst>
            </p:cNvPr>
            <p:cNvSpPr>
              <a:spLocks noGrp="1"/>
            </p:cNvSpPr>
            <p:nvPr/>
          </p:nvSpPr>
          <p:spPr>
            <a:xfrm>
              <a:off x="325491" y="2885669"/>
              <a:ext cx="28540" cy="2284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5" name="asset_3417_24">
              <a:extLst>
                <a:ext uri="{FF2B5EF4-FFF2-40B4-BE49-F238E27FC236}">
                  <a16:creationId xmlns:a16="http://schemas.microsoft.com/office/drawing/2014/main" id="{E5A09964-028D-481F-A1A6-112CA2148C61}"/>
                </a:ext>
              </a:extLst>
            </p:cNvPr>
            <p:cNvSpPr>
              <a:spLocks noGrp="1"/>
            </p:cNvSpPr>
            <p:nvPr/>
          </p:nvSpPr>
          <p:spPr>
            <a:xfrm>
              <a:off x="269409" y="2914286"/>
              <a:ext cx="28759" cy="2302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6" name="asset_3417_25">
              <a:extLst>
                <a:ext uri="{FF2B5EF4-FFF2-40B4-BE49-F238E27FC236}">
                  <a16:creationId xmlns:a16="http://schemas.microsoft.com/office/drawing/2014/main" id="{B8B33EAE-C0C2-4276-A6C0-64471603C280}"/>
                </a:ext>
              </a:extLst>
            </p:cNvPr>
            <p:cNvSpPr>
              <a:spLocks noGrp="1"/>
            </p:cNvSpPr>
            <p:nvPr/>
          </p:nvSpPr>
          <p:spPr>
            <a:xfrm>
              <a:off x="246744" y="2932114"/>
              <a:ext cx="46628" cy="373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7" name="asset_3417_26">
              <a:extLst>
                <a:ext uri="{FF2B5EF4-FFF2-40B4-BE49-F238E27FC236}">
                  <a16:creationId xmlns:a16="http://schemas.microsoft.com/office/drawing/2014/main" id="{76CBF597-C86F-40DB-9E85-1A7DDD96E4FF}"/>
                </a:ext>
              </a:extLst>
            </p:cNvPr>
            <p:cNvSpPr>
              <a:spLocks noGrp="1"/>
            </p:cNvSpPr>
            <p:nvPr/>
          </p:nvSpPr>
          <p:spPr>
            <a:xfrm>
              <a:off x="243162" y="2956403"/>
              <a:ext cx="31730" cy="253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8" name="asset_3417_27">
              <a:extLst>
                <a:ext uri="{FF2B5EF4-FFF2-40B4-BE49-F238E27FC236}">
                  <a16:creationId xmlns:a16="http://schemas.microsoft.com/office/drawing/2014/main" id="{4FD5DE33-228B-46B3-BC4A-4F0797A94F07}"/>
                </a:ext>
              </a:extLst>
            </p:cNvPr>
            <p:cNvSpPr>
              <a:spLocks noGrp="1"/>
            </p:cNvSpPr>
            <p:nvPr/>
          </p:nvSpPr>
          <p:spPr>
            <a:xfrm>
              <a:off x="286384" y="2892752"/>
              <a:ext cx="42201" cy="3378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9" name="asset_3417_28">
              <a:extLst>
                <a:ext uri="{FF2B5EF4-FFF2-40B4-BE49-F238E27FC236}">
                  <a16:creationId xmlns:a16="http://schemas.microsoft.com/office/drawing/2014/main" id="{330D23C0-ABD9-4AAA-9515-C4C12CC07C5E}"/>
                </a:ext>
              </a:extLst>
            </p:cNvPr>
            <p:cNvSpPr>
              <a:spLocks noGrp="1"/>
            </p:cNvSpPr>
            <p:nvPr/>
          </p:nvSpPr>
          <p:spPr>
            <a:xfrm>
              <a:off x="244617" y="2907890"/>
              <a:ext cx="32192" cy="2576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0" name="asset_3417_29">
              <a:extLst>
                <a:ext uri="{FF2B5EF4-FFF2-40B4-BE49-F238E27FC236}">
                  <a16:creationId xmlns:a16="http://schemas.microsoft.com/office/drawing/2014/main" id="{3B90CBDA-2031-4065-BE9E-E05C410F2B8D}"/>
                </a:ext>
              </a:extLst>
            </p:cNvPr>
            <p:cNvSpPr>
              <a:spLocks noGrp="1"/>
            </p:cNvSpPr>
            <p:nvPr/>
          </p:nvSpPr>
          <p:spPr>
            <a:xfrm>
              <a:off x="249735" y="2916629"/>
              <a:ext cx="30013" cy="240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1" name="asset_3417_30">
              <a:extLst>
                <a:ext uri="{FF2B5EF4-FFF2-40B4-BE49-F238E27FC236}">
                  <a16:creationId xmlns:a16="http://schemas.microsoft.com/office/drawing/2014/main" id="{C7313995-667D-4739-935D-9E967B1DA3A7}"/>
                </a:ext>
              </a:extLst>
            </p:cNvPr>
            <p:cNvSpPr>
              <a:spLocks noGrp="1"/>
            </p:cNvSpPr>
            <p:nvPr/>
          </p:nvSpPr>
          <p:spPr>
            <a:xfrm>
              <a:off x="267530" y="2949783"/>
              <a:ext cx="36773" cy="2943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2" name="asset_3417_31">
              <a:extLst>
                <a:ext uri="{FF2B5EF4-FFF2-40B4-BE49-F238E27FC236}">
                  <a16:creationId xmlns:a16="http://schemas.microsoft.com/office/drawing/2014/main" id="{A16152CA-7DA1-40B0-B109-5F6CE481FB03}"/>
                </a:ext>
              </a:extLst>
            </p:cNvPr>
            <p:cNvSpPr>
              <a:spLocks noGrp="1"/>
            </p:cNvSpPr>
            <p:nvPr/>
          </p:nvSpPr>
          <p:spPr>
            <a:xfrm>
              <a:off x="293188" y="2909686"/>
              <a:ext cx="28412" cy="2274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3" name="asset_3417_32">
              <a:extLst>
                <a:ext uri="{FF2B5EF4-FFF2-40B4-BE49-F238E27FC236}">
                  <a16:creationId xmlns:a16="http://schemas.microsoft.com/office/drawing/2014/main" id="{F628CF2B-A0EB-4966-A4D8-9CEACD095F4E}"/>
                </a:ext>
              </a:extLst>
            </p:cNvPr>
            <p:cNvSpPr>
              <a:spLocks noGrp="1"/>
            </p:cNvSpPr>
            <p:nvPr/>
          </p:nvSpPr>
          <p:spPr>
            <a:xfrm>
              <a:off x="277212" y="2897223"/>
              <a:ext cx="38614" cy="3090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4" name="asset_3417_33">
              <a:extLst>
                <a:ext uri="{FF2B5EF4-FFF2-40B4-BE49-F238E27FC236}">
                  <a16:creationId xmlns:a16="http://schemas.microsoft.com/office/drawing/2014/main" id="{463DB8AD-42B4-47E5-A8A1-9407E9E297C0}"/>
                </a:ext>
              </a:extLst>
            </p:cNvPr>
            <p:cNvSpPr>
              <a:spLocks noGrp="1"/>
            </p:cNvSpPr>
            <p:nvPr/>
          </p:nvSpPr>
          <p:spPr>
            <a:xfrm>
              <a:off x="217770" y="2902541"/>
              <a:ext cx="39971" cy="319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5" name="asset_3417_34">
              <a:extLst>
                <a:ext uri="{FF2B5EF4-FFF2-40B4-BE49-F238E27FC236}">
                  <a16:creationId xmlns:a16="http://schemas.microsoft.com/office/drawing/2014/main" id="{253D67CF-8761-4498-A99D-00370A583A28}"/>
                </a:ext>
              </a:extLst>
            </p:cNvPr>
            <p:cNvSpPr>
              <a:spLocks noGrp="1"/>
            </p:cNvSpPr>
            <p:nvPr/>
          </p:nvSpPr>
          <p:spPr>
            <a:xfrm>
              <a:off x="273593" y="2945236"/>
              <a:ext cx="30684" cy="2456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6" name="asset_3417_35">
              <a:extLst>
                <a:ext uri="{FF2B5EF4-FFF2-40B4-BE49-F238E27FC236}">
                  <a16:creationId xmlns:a16="http://schemas.microsoft.com/office/drawing/2014/main" id="{79432C51-42E9-4CD0-AD53-6077CCDC748A}"/>
                </a:ext>
              </a:extLst>
            </p:cNvPr>
            <p:cNvSpPr>
              <a:spLocks noGrp="1"/>
            </p:cNvSpPr>
            <p:nvPr/>
          </p:nvSpPr>
          <p:spPr>
            <a:xfrm>
              <a:off x="313946" y="2909905"/>
              <a:ext cx="34371" cy="2751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7" name="asset_3417_36">
              <a:extLst>
                <a:ext uri="{FF2B5EF4-FFF2-40B4-BE49-F238E27FC236}">
                  <a16:creationId xmlns:a16="http://schemas.microsoft.com/office/drawing/2014/main" id="{65D98ED4-F717-49D3-8EAF-2DB39B6C9CB3}"/>
                </a:ext>
              </a:extLst>
            </p:cNvPr>
            <p:cNvSpPr>
              <a:spLocks noGrp="1"/>
            </p:cNvSpPr>
            <p:nvPr/>
          </p:nvSpPr>
          <p:spPr>
            <a:xfrm>
              <a:off x="281624" y="2877229"/>
              <a:ext cx="30066" cy="2406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8" name="asset_3417_37">
              <a:extLst>
                <a:ext uri="{FF2B5EF4-FFF2-40B4-BE49-F238E27FC236}">
                  <a16:creationId xmlns:a16="http://schemas.microsoft.com/office/drawing/2014/main" id="{93694F2E-7ECC-49CA-AA52-9D20E731E17A}"/>
                </a:ext>
              </a:extLst>
            </p:cNvPr>
            <p:cNvSpPr>
              <a:spLocks noGrp="1"/>
            </p:cNvSpPr>
            <p:nvPr/>
          </p:nvSpPr>
          <p:spPr>
            <a:xfrm>
              <a:off x="219867" y="2932620"/>
              <a:ext cx="39531" cy="316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9" name="asset_3417_38">
              <a:extLst>
                <a:ext uri="{FF2B5EF4-FFF2-40B4-BE49-F238E27FC236}">
                  <a16:creationId xmlns:a16="http://schemas.microsoft.com/office/drawing/2014/main" id="{7F1CE204-DED1-43DA-8D77-71E7ED93AD17}"/>
                </a:ext>
              </a:extLst>
            </p:cNvPr>
            <p:cNvSpPr>
              <a:spLocks noGrp="1"/>
            </p:cNvSpPr>
            <p:nvPr/>
          </p:nvSpPr>
          <p:spPr>
            <a:xfrm>
              <a:off x="261039" y="2939789"/>
              <a:ext cx="27717" cy="221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0" name="asset_3417_39">
              <a:extLst>
                <a:ext uri="{FF2B5EF4-FFF2-40B4-BE49-F238E27FC236}">
                  <a16:creationId xmlns:a16="http://schemas.microsoft.com/office/drawing/2014/main" id="{E02D7686-4915-476D-8048-29E1006E6DC0}"/>
                </a:ext>
              </a:extLst>
            </p:cNvPr>
            <p:cNvSpPr>
              <a:spLocks noGrp="1"/>
            </p:cNvSpPr>
            <p:nvPr/>
          </p:nvSpPr>
          <p:spPr>
            <a:xfrm>
              <a:off x="304816" y="2921616"/>
              <a:ext cx="37303" cy="2986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1" name="asset_3417_40">
              <a:extLst>
                <a:ext uri="{FF2B5EF4-FFF2-40B4-BE49-F238E27FC236}">
                  <a16:creationId xmlns:a16="http://schemas.microsoft.com/office/drawing/2014/main" id="{CC7726EC-CF32-4AD3-85C1-58028E865D5B}"/>
                </a:ext>
              </a:extLst>
            </p:cNvPr>
            <p:cNvSpPr>
              <a:spLocks noGrp="1"/>
            </p:cNvSpPr>
            <p:nvPr/>
          </p:nvSpPr>
          <p:spPr>
            <a:xfrm>
              <a:off x="261198" y="2885302"/>
              <a:ext cx="45597" cy="364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2" name="asset_3417_41">
              <a:extLst>
                <a:ext uri="{FF2B5EF4-FFF2-40B4-BE49-F238E27FC236}">
                  <a16:creationId xmlns:a16="http://schemas.microsoft.com/office/drawing/2014/main" id="{917EB9C0-2BB7-4736-9BE5-4D04226F492F}"/>
                </a:ext>
              </a:extLst>
            </p:cNvPr>
            <p:cNvSpPr>
              <a:spLocks noGrp="1"/>
            </p:cNvSpPr>
            <p:nvPr/>
          </p:nvSpPr>
          <p:spPr>
            <a:xfrm>
              <a:off x="187142" y="2914438"/>
              <a:ext cx="50559" cy="4047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3" name="asset_3417_42">
              <a:extLst>
                <a:ext uri="{FF2B5EF4-FFF2-40B4-BE49-F238E27FC236}">
                  <a16:creationId xmlns:a16="http://schemas.microsoft.com/office/drawing/2014/main" id="{A9A608DF-9822-477E-A675-965B08B3111B}"/>
                </a:ext>
              </a:extLst>
            </p:cNvPr>
            <p:cNvSpPr>
              <a:spLocks noGrp="1"/>
            </p:cNvSpPr>
            <p:nvPr/>
          </p:nvSpPr>
          <p:spPr>
            <a:xfrm>
              <a:off x="272802" y="2923001"/>
              <a:ext cx="50517" cy="4043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4" name="asset_3417_43">
              <a:extLst>
                <a:ext uri="{FF2B5EF4-FFF2-40B4-BE49-F238E27FC236}">
                  <a16:creationId xmlns:a16="http://schemas.microsoft.com/office/drawing/2014/main" id="{F2B98CD6-4958-495A-A7CD-2468B6F819BC}"/>
                </a:ext>
              </a:extLst>
            </p:cNvPr>
            <p:cNvSpPr>
              <a:spLocks noGrp="1"/>
            </p:cNvSpPr>
            <p:nvPr/>
          </p:nvSpPr>
          <p:spPr>
            <a:xfrm>
              <a:off x="316199" y="2921039"/>
              <a:ext cx="42693" cy="3417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5" name="asset_3417_44">
              <a:extLst>
                <a:ext uri="{FF2B5EF4-FFF2-40B4-BE49-F238E27FC236}">
                  <a16:creationId xmlns:a16="http://schemas.microsoft.com/office/drawing/2014/main" id="{FAA62AEC-D768-4AD1-9894-3E1B379AE534}"/>
                </a:ext>
              </a:extLst>
            </p:cNvPr>
            <p:cNvSpPr>
              <a:spLocks noGrp="1"/>
            </p:cNvSpPr>
            <p:nvPr/>
          </p:nvSpPr>
          <p:spPr>
            <a:xfrm>
              <a:off x="245539" y="2861266"/>
              <a:ext cx="48333" cy="3868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6" name="asset_3417_45">
              <a:extLst>
                <a:ext uri="{FF2B5EF4-FFF2-40B4-BE49-F238E27FC236}">
                  <a16:creationId xmlns:a16="http://schemas.microsoft.com/office/drawing/2014/main" id="{5ACB760F-ABE8-4A06-90F7-E9F41165A5BC}"/>
                </a:ext>
              </a:extLst>
            </p:cNvPr>
            <p:cNvSpPr>
              <a:spLocks noGrp="1"/>
            </p:cNvSpPr>
            <p:nvPr/>
          </p:nvSpPr>
          <p:spPr>
            <a:xfrm>
              <a:off x="226065" y="2940719"/>
              <a:ext cx="34790" cy="2784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7" name="asset_3417_46">
              <a:extLst>
                <a:ext uri="{FF2B5EF4-FFF2-40B4-BE49-F238E27FC236}">
                  <a16:creationId xmlns:a16="http://schemas.microsoft.com/office/drawing/2014/main" id="{0ED15E6F-BFD0-4D94-9857-8001C4C48356}"/>
                </a:ext>
              </a:extLst>
            </p:cNvPr>
            <p:cNvSpPr>
              <a:spLocks noGrp="1"/>
            </p:cNvSpPr>
            <p:nvPr/>
          </p:nvSpPr>
          <p:spPr>
            <a:xfrm>
              <a:off x="270430" y="2943918"/>
              <a:ext cx="30138" cy="241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8" name="asset_3417_47">
              <a:extLst>
                <a:ext uri="{FF2B5EF4-FFF2-40B4-BE49-F238E27FC236}">
                  <a16:creationId xmlns:a16="http://schemas.microsoft.com/office/drawing/2014/main" id="{4608D8E8-2C70-4129-9E92-7FC8C4AEC4B7}"/>
                </a:ext>
              </a:extLst>
            </p:cNvPr>
            <p:cNvSpPr>
              <a:spLocks noGrp="1"/>
            </p:cNvSpPr>
            <p:nvPr/>
          </p:nvSpPr>
          <p:spPr>
            <a:xfrm>
              <a:off x="291854" y="2887990"/>
              <a:ext cx="35434" cy="28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9" name="asset_3417_48">
              <a:extLst>
                <a:ext uri="{FF2B5EF4-FFF2-40B4-BE49-F238E27FC236}">
                  <a16:creationId xmlns:a16="http://schemas.microsoft.com/office/drawing/2014/main" id="{35BB892E-99A6-455E-BB2C-F0DC12AA337E}"/>
                </a:ext>
              </a:extLst>
            </p:cNvPr>
            <p:cNvSpPr>
              <a:spLocks noGrp="1"/>
            </p:cNvSpPr>
            <p:nvPr/>
          </p:nvSpPr>
          <p:spPr>
            <a:xfrm>
              <a:off x="250383" y="2905634"/>
              <a:ext cx="46906" cy="3754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0" name="asset_3417_49">
              <a:extLst>
                <a:ext uri="{FF2B5EF4-FFF2-40B4-BE49-F238E27FC236}">
                  <a16:creationId xmlns:a16="http://schemas.microsoft.com/office/drawing/2014/main" id="{EC04477A-721F-4080-94D3-FFDF8FA96A7B}"/>
                </a:ext>
              </a:extLst>
            </p:cNvPr>
            <p:cNvSpPr>
              <a:spLocks noGrp="1"/>
            </p:cNvSpPr>
            <p:nvPr/>
          </p:nvSpPr>
          <p:spPr>
            <a:xfrm>
              <a:off x="220416" y="2918481"/>
              <a:ext cx="50258" cy="402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1" name="asset_3417_50">
              <a:extLst>
                <a:ext uri="{FF2B5EF4-FFF2-40B4-BE49-F238E27FC236}">
                  <a16:creationId xmlns:a16="http://schemas.microsoft.com/office/drawing/2014/main" id="{AE9FF471-4EDA-4FD9-9D23-74F90235F9DA}"/>
                </a:ext>
              </a:extLst>
            </p:cNvPr>
            <p:cNvSpPr>
              <a:spLocks noGrp="1"/>
            </p:cNvSpPr>
            <p:nvPr/>
          </p:nvSpPr>
          <p:spPr>
            <a:xfrm>
              <a:off x="273463" y="2954633"/>
              <a:ext cx="35219" cy="2819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2" name="asset_3417_51">
              <a:extLst>
                <a:ext uri="{FF2B5EF4-FFF2-40B4-BE49-F238E27FC236}">
                  <a16:creationId xmlns:a16="http://schemas.microsoft.com/office/drawing/2014/main" id="{53574E21-57F4-432E-9FDE-271336442C1B}"/>
                </a:ext>
              </a:extLst>
            </p:cNvPr>
            <p:cNvSpPr>
              <a:spLocks noGrp="1"/>
            </p:cNvSpPr>
            <p:nvPr/>
          </p:nvSpPr>
          <p:spPr>
            <a:xfrm>
              <a:off x="17748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163" name="a | spatial view gaussian x2 | v4 editable"/>
          <p:cNvGrpSpPr/>
          <p:nvPr/>
        </p:nvGrpSpPr>
        <p:grpSpPr>
          <a:xfrm>
            <a:off x="1794262" y="2047430"/>
            <a:ext cx="155421" cy="122657"/>
            <a:chOff x="584640" y="2844360"/>
            <a:chExt cx="249480" cy="196920"/>
          </a:xfrm>
        </p:grpSpPr>
        <p:sp>
          <p:nvSpPr>
            <p:cNvPr id="1164" name="asset_3418_0">
              <a:extLst>
                <a:ext uri="{FF2B5EF4-FFF2-40B4-BE49-F238E27FC236}">
                  <a16:creationId xmlns:a16="http://schemas.microsoft.com/office/drawing/2014/main" id="{EDE30850-39E3-4FA4-B684-1627CC57489D}"/>
                </a:ext>
              </a:extLst>
            </p:cNvPr>
            <p:cNvSpPr>
              <a:spLocks noGrp="1"/>
            </p:cNvSpPr>
            <p:nvPr/>
          </p:nvSpPr>
          <p:spPr>
            <a:xfrm>
              <a:off x="58464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65" name="asset_3418_1">
              <a:extLst>
                <a:ext uri="{FF2B5EF4-FFF2-40B4-BE49-F238E27FC236}">
                  <a16:creationId xmlns:a16="http://schemas.microsoft.com/office/drawing/2014/main" id="{8A272B75-2376-471F-B25C-EFC1BD04D5A2}"/>
                </a:ext>
              </a:extLst>
            </p:cNvPr>
            <p:cNvSpPr>
              <a:spLocks noGrp="1"/>
            </p:cNvSpPr>
            <p:nvPr/>
          </p:nvSpPr>
          <p:spPr>
            <a:xfrm>
              <a:off x="78671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66" name="asset_3418_2">
              <a:extLst>
                <a:ext uri="{FF2B5EF4-FFF2-40B4-BE49-F238E27FC236}">
                  <a16:creationId xmlns:a16="http://schemas.microsoft.com/office/drawing/2014/main" id="{9C3FF693-1365-41DE-908C-3F5ADEBFD71B}"/>
                </a:ext>
              </a:extLst>
            </p:cNvPr>
            <p:cNvSpPr>
              <a:spLocks noGrp="1"/>
            </p:cNvSpPr>
            <p:nvPr/>
          </p:nvSpPr>
          <p:spPr>
            <a:xfrm>
              <a:off x="584640" y="2877836"/>
              <a:ext cx="202079" cy="163444"/>
            </a:xfrm>
            <a:prstGeom prst="rect">
              <a:avLst/>
            </a:prstGeom>
            <a:solidFill>
              <a:srgbClr val="E7F1FC">
                <a:alpha val="20000"/>
              </a:srgbClr>
            </a:solidFill>
            <a:ln w="1339">
              <a:solidFill>
                <a:srgbClr val="87ADD3"/>
              </a:solidFill>
            </a:ln>
          </p:spPr>
        </p:sp>
        <p:sp>
          <p:nvSpPr>
            <p:cNvPr id="1167" name="asset_3418_3">
              <a:extLst>
                <a:ext uri="{FF2B5EF4-FFF2-40B4-BE49-F238E27FC236}">
                  <a16:creationId xmlns:a16="http://schemas.microsoft.com/office/drawing/2014/main" id="{44818CBB-1D27-4A25-9EC5-4968FA06C39E}"/>
                </a:ext>
              </a:extLst>
            </p:cNvPr>
            <p:cNvSpPr>
              <a:spLocks noGrp="1"/>
            </p:cNvSpPr>
            <p:nvPr/>
          </p:nvSpPr>
          <p:spPr>
            <a:xfrm>
              <a:off x="635160" y="2877836"/>
              <a:ext cx="4" cy="163444"/>
            </a:xfrm>
            <a:prstGeom prst="line">
              <a:avLst/>
            </a:prstGeom>
            <a:noFill/>
            <a:ln w="982">
              <a:solidFill>
                <a:srgbClr val="C9DEED">
                  <a:alpha val="33000"/>
                </a:srgbClr>
              </a:solidFill>
            </a:ln>
          </p:spPr>
        </p:sp>
        <p:sp>
          <p:nvSpPr>
            <p:cNvPr id="1168" name="asset_3418_4">
              <a:extLst>
                <a:ext uri="{FF2B5EF4-FFF2-40B4-BE49-F238E27FC236}">
                  <a16:creationId xmlns:a16="http://schemas.microsoft.com/office/drawing/2014/main" id="{7812F35D-F7FA-4819-AD6A-61F2BA6EB99A}"/>
                </a:ext>
              </a:extLst>
            </p:cNvPr>
            <p:cNvSpPr>
              <a:spLocks noGrp="1"/>
            </p:cNvSpPr>
            <p:nvPr/>
          </p:nvSpPr>
          <p:spPr>
            <a:xfrm>
              <a:off x="584640" y="2918697"/>
              <a:ext cx="202079" cy="4"/>
            </a:xfrm>
            <a:prstGeom prst="line">
              <a:avLst/>
            </a:prstGeom>
            <a:noFill/>
            <a:ln w="982">
              <a:solidFill>
                <a:srgbClr val="C9DEED">
                  <a:alpha val="33000"/>
                </a:srgbClr>
              </a:solidFill>
            </a:ln>
          </p:spPr>
        </p:sp>
        <p:sp>
          <p:nvSpPr>
            <p:cNvPr id="1169" name="asset_3418_5">
              <a:extLst>
                <a:ext uri="{FF2B5EF4-FFF2-40B4-BE49-F238E27FC236}">
                  <a16:creationId xmlns:a16="http://schemas.microsoft.com/office/drawing/2014/main" id="{F8F722F2-B695-4DB8-86CF-08BD6DB261E0}"/>
                </a:ext>
              </a:extLst>
            </p:cNvPr>
            <p:cNvSpPr>
              <a:spLocks noGrp="1"/>
            </p:cNvSpPr>
            <p:nvPr/>
          </p:nvSpPr>
          <p:spPr>
            <a:xfrm>
              <a:off x="685679" y="2877836"/>
              <a:ext cx="4" cy="163444"/>
            </a:xfrm>
            <a:prstGeom prst="line">
              <a:avLst/>
            </a:prstGeom>
            <a:noFill/>
            <a:ln w="982">
              <a:solidFill>
                <a:srgbClr val="C9DEED">
                  <a:alpha val="33000"/>
                </a:srgbClr>
              </a:solidFill>
            </a:ln>
          </p:spPr>
        </p:sp>
        <p:sp>
          <p:nvSpPr>
            <p:cNvPr id="1170" name="asset_3418_6">
              <a:extLst>
                <a:ext uri="{FF2B5EF4-FFF2-40B4-BE49-F238E27FC236}">
                  <a16:creationId xmlns:a16="http://schemas.microsoft.com/office/drawing/2014/main" id="{15DC715D-903E-4A7B-A4F3-6000240E2A48}"/>
                </a:ext>
              </a:extLst>
            </p:cNvPr>
            <p:cNvSpPr>
              <a:spLocks noGrp="1"/>
            </p:cNvSpPr>
            <p:nvPr/>
          </p:nvSpPr>
          <p:spPr>
            <a:xfrm>
              <a:off x="584640" y="2959558"/>
              <a:ext cx="202079" cy="4"/>
            </a:xfrm>
            <a:prstGeom prst="line">
              <a:avLst/>
            </a:prstGeom>
            <a:noFill/>
            <a:ln w="982">
              <a:solidFill>
                <a:srgbClr val="C9DEED">
                  <a:alpha val="33000"/>
                </a:srgbClr>
              </a:solidFill>
            </a:ln>
          </p:spPr>
        </p:sp>
        <p:sp>
          <p:nvSpPr>
            <p:cNvPr id="1171" name="asset_3418_7">
              <a:extLst>
                <a:ext uri="{FF2B5EF4-FFF2-40B4-BE49-F238E27FC236}">
                  <a16:creationId xmlns:a16="http://schemas.microsoft.com/office/drawing/2014/main" id="{0BD4CF47-AEA2-45DF-8E85-CD1BA830D219}"/>
                </a:ext>
              </a:extLst>
            </p:cNvPr>
            <p:cNvSpPr>
              <a:spLocks noGrp="1"/>
            </p:cNvSpPr>
            <p:nvPr/>
          </p:nvSpPr>
          <p:spPr>
            <a:xfrm>
              <a:off x="736199" y="2877836"/>
              <a:ext cx="4" cy="163444"/>
            </a:xfrm>
            <a:prstGeom prst="line">
              <a:avLst/>
            </a:prstGeom>
            <a:noFill/>
            <a:ln w="982">
              <a:solidFill>
                <a:srgbClr val="C9DEED">
                  <a:alpha val="33000"/>
                </a:srgbClr>
              </a:solidFill>
            </a:ln>
          </p:spPr>
        </p:sp>
        <p:sp>
          <p:nvSpPr>
            <p:cNvPr id="1172" name="asset_3418_8">
              <a:extLst>
                <a:ext uri="{FF2B5EF4-FFF2-40B4-BE49-F238E27FC236}">
                  <a16:creationId xmlns:a16="http://schemas.microsoft.com/office/drawing/2014/main" id="{19FDF1EF-5259-4769-81AE-9C7DB426087A}"/>
                </a:ext>
              </a:extLst>
            </p:cNvPr>
            <p:cNvSpPr>
              <a:spLocks noGrp="1"/>
            </p:cNvSpPr>
            <p:nvPr/>
          </p:nvSpPr>
          <p:spPr>
            <a:xfrm>
              <a:off x="584640" y="3000419"/>
              <a:ext cx="202079" cy="4"/>
            </a:xfrm>
            <a:prstGeom prst="line">
              <a:avLst/>
            </a:prstGeom>
            <a:noFill/>
            <a:ln w="982">
              <a:solidFill>
                <a:srgbClr val="C9DEED">
                  <a:alpha val="33000"/>
                </a:srgbClr>
              </a:solidFill>
            </a:ln>
          </p:spPr>
        </p:sp>
        <p:sp>
          <p:nvSpPr>
            <p:cNvPr id="1173" name="asset_3418_9">
              <a:extLst>
                <a:ext uri="{FF2B5EF4-FFF2-40B4-BE49-F238E27FC236}">
                  <a16:creationId xmlns:a16="http://schemas.microsoft.com/office/drawing/2014/main" id="{B5736FE8-398D-4D2A-B8D0-91AF3CF61F07}"/>
                </a:ext>
              </a:extLst>
            </p:cNvPr>
            <p:cNvSpPr>
              <a:spLocks noGrp="1"/>
            </p:cNvSpPr>
            <p:nvPr/>
          </p:nvSpPr>
          <p:spPr>
            <a:xfrm>
              <a:off x="602524" y="2900010"/>
              <a:ext cx="94088" cy="75315"/>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4" name="asset_3418_10">
              <a:extLst>
                <a:ext uri="{FF2B5EF4-FFF2-40B4-BE49-F238E27FC236}">
                  <a16:creationId xmlns:a16="http://schemas.microsoft.com/office/drawing/2014/main" id="{23654043-708E-4F2A-B958-9366B90D83B9}"/>
                </a:ext>
              </a:extLst>
            </p:cNvPr>
            <p:cNvSpPr>
              <a:spLocks noGrp="1"/>
            </p:cNvSpPr>
            <p:nvPr/>
          </p:nvSpPr>
          <p:spPr>
            <a:xfrm>
              <a:off x="645648" y="2921977"/>
              <a:ext cx="101929" cy="81591"/>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5" name="asset_3418_11">
              <a:extLst>
                <a:ext uri="{FF2B5EF4-FFF2-40B4-BE49-F238E27FC236}">
                  <a16:creationId xmlns:a16="http://schemas.microsoft.com/office/drawing/2014/main" id="{54274FB7-B93A-4025-8539-0487C3827503}"/>
                </a:ext>
              </a:extLst>
            </p:cNvPr>
            <p:cNvSpPr>
              <a:spLocks noGrp="1"/>
            </p:cNvSpPr>
            <p:nvPr/>
          </p:nvSpPr>
          <p:spPr>
            <a:xfrm>
              <a:off x="682891" y="2881182"/>
              <a:ext cx="90168" cy="72177"/>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6" name="asset_3418_12">
              <a:extLst>
                <a:ext uri="{FF2B5EF4-FFF2-40B4-BE49-F238E27FC236}">
                  <a16:creationId xmlns:a16="http://schemas.microsoft.com/office/drawing/2014/main" id="{7423643C-E680-454E-86C5-3F030CFF2647}"/>
                </a:ext>
              </a:extLst>
            </p:cNvPr>
            <p:cNvSpPr>
              <a:spLocks noGrp="1"/>
            </p:cNvSpPr>
            <p:nvPr/>
          </p:nvSpPr>
          <p:spPr>
            <a:xfrm>
              <a:off x="641727" y="2870198"/>
              <a:ext cx="86247" cy="69039"/>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7" name="asset_3418_13">
              <a:extLst>
                <a:ext uri="{FF2B5EF4-FFF2-40B4-BE49-F238E27FC236}">
                  <a16:creationId xmlns:a16="http://schemas.microsoft.com/office/drawing/2014/main" id="{6FF1B954-700A-40D4-84E8-C75CB6E9BB88}"/>
                </a:ext>
              </a:extLst>
            </p:cNvPr>
            <p:cNvSpPr>
              <a:spLocks noGrp="1"/>
            </p:cNvSpPr>
            <p:nvPr/>
          </p:nvSpPr>
          <p:spPr>
            <a:xfrm>
              <a:off x="640370" y="2938957"/>
              <a:ext cx="48156" cy="3854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8" name="asset_3418_14">
              <a:extLst>
                <a:ext uri="{FF2B5EF4-FFF2-40B4-BE49-F238E27FC236}">
                  <a16:creationId xmlns:a16="http://schemas.microsoft.com/office/drawing/2014/main" id="{3415DBED-A3C9-4BB2-8842-9E95F770094C}"/>
                </a:ext>
              </a:extLst>
            </p:cNvPr>
            <p:cNvSpPr>
              <a:spLocks noGrp="1"/>
            </p:cNvSpPr>
            <p:nvPr/>
          </p:nvSpPr>
          <p:spPr>
            <a:xfrm>
              <a:off x="704551" y="2952771"/>
              <a:ext cx="46004" cy="368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9" name="asset_3418_15">
              <a:extLst>
                <a:ext uri="{FF2B5EF4-FFF2-40B4-BE49-F238E27FC236}">
                  <a16:creationId xmlns:a16="http://schemas.microsoft.com/office/drawing/2014/main" id="{24A7EC66-3170-4980-B547-D7F35A78374E}"/>
                </a:ext>
              </a:extLst>
            </p:cNvPr>
            <p:cNvSpPr>
              <a:spLocks noGrp="1"/>
            </p:cNvSpPr>
            <p:nvPr/>
          </p:nvSpPr>
          <p:spPr>
            <a:xfrm>
              <a:off x="712894" y="2870877"/>
              <a:ext cx="56480" cy="4521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0" name="asset_3418_16">
              <a:extLst>
                <a:ext uri="{FF2B5EF4-FFF2-40B4-BE49-F238E27FC236}">
                  <a16:creationId xmlns:a16="http://schemas.microsoft.com/office/drawing/2014/main" id="{78F1286C-711D-4B62-B721-4A9754ABBAA4}"/>
                </a:ext>
              </a:extLst>
            </p:cNvPr>
            <p:cNvSpPr>
              <a:spLocks noGrp="1"/>
            </p:cNvSpPr>
            <p:nvPr/>
          </p:nvSpPr>
          <p:spPr>
            <a:xfrm>
              <a:off x="660258" y="2884020"/>
              <a:ext cx="43415" cy="3475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1" name="asset_3418_17">
              <a:extLst>
                <a:ext uri="{FF2B5EF4-FFF2-40B4-BE49-F238E27FC236}">
                  <a16:creationId xmlns:a16="http://schemas.microsoft.com/office/drawing/2014/main" id="{9DB2C952-197D-493E-9257-D3FD618E8B4F}"/>
                </a:ext>
              </a:extLst>
            </p:cNvPr>
            <p:cNvSpPr>
              <a:spLocks noGrp="1"/>
            </p:cNvSpPr>
            <p:nvPr/>
          </p:nvSpPr>
          <p:spPr>
            <a:xfrm>
              <a:off x="646252" y="2915072"/>
              <a:ext cx="40567" cy="324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2" name="asset_3418_18">
              <a:extLst>
                <a:ext uri="{FF2B5EF4-FFF2-40B4-BE49-F238E27FC236}">
                  <a16:creationId xmlns:a16="http://schemas.microsoft.com/office/drawing/2014/main" id="{0307960D-54E1-4EE8-91E8-696DB6F36BD1}"/>
                </a:ext>
              </a:extLst>
            </p:cNvPr>
            <p:cNvSpPr>
              <a:spLocks noGrp="1"/>
            </p:cNvSpPr>
            <p:nvPr/>
          </p:nvSpPr>
          <p:spPr>
            <a:xfrm>
              <a:off x="650938" y="2925609"/>
              <a:ext cx="53537" cy="4285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3" name="asset_3418_19">
              <a:extLst>
                <a:ext uri="{FF2B5EF4-FFF2-40B4-BE49-F238E27FC236}">
                  <a16:creationId xmlns:a16="http://schemas.microsoft.com/office/drawing/2014/main" id="{C9C5CCC1-BEF3-4FE9-8813-2936CBF5396A}"/>
                </a:ext>
              </a:extLst>
            </p:cNvPr>
            <p:cNvSpPr>
              <a:spLocks noGrp="1"/>
            </p:cNvSpPr>
            <p:nvPr/>
          </p:nvSpPr>
          <p:spPr>
            <a:xfrm>
              <a:off x="687793" y="2908008"/>
              <a:ext cx="53103" cy="4250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4" name="asset_3418_20">
              <a:extLst>
                <a:ext uri="{FF2B5EF4-FFF2-40B4-BE49-F238E27FC236}">
                  <a16:creationId xmlns:a16="http://schemas.microsoft.com/office/drawing/2014/main" id="{6A41E64E-40E4-4F42-802B-899BDE82CD75}"/>
                </a:ext>
              </a:extLst>
            </p:cNvPr>
            <p:cNvSpPr>
              <a:spLocks noGrp="1"/>
            </p:cNvSpPr>
            <p:nvPr/>
          </p:nvSpPr>
          <p:spPr>
            <a:xfrm>
              <a:off x="644334" y="2877187"/>
              <a:ext cx="61827" cy="4949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5" name="asset_3418_21">
              <a:extLst>
                <a:ext uri="{FF2B5EF4-FFF2-40B4-BE49-F238E27FC236}">
                  <a16:creationId xmlns:a16="http://schemas.microsoft.com/office/drawing/2014/main" id="{57E6000E-1573-4B3F-8BF1-674E0DEB950F}"/>
                </a:ext>
              </a:extLst>
            </p:cNvPr>
            <p:cNvSpPr>
              <a:spLocks noGrp="1"/>
            </p:cNvSpPr>
            <p:nvPr/>
          </p:nvSpPr>
          <p:spPr>
            <a:xfrm>
              <a:off x="627496" y="2922037"/>
              <a:ext cx="54012" cy="4323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6" name="asset_3418_22">
              <a:extLst>
                <a:ext uri="{FF2B5EF4-FFF2-40B4-BE49-F238E27FC236}">
                  <a16:creationId xmlns:a16="http://schemas.microsoft.com/office/drawing/2014/main" id="{E8B27CE8-B114-4A5A-9351-932160EDEA33}"/>
                </a:ext>
              </a:extLst>
            </p:cNvPr>
            <p:cNvSpPr>
              <a:spLocks noGrp="1"/>
            </p:cNvSpPr>
            <p:nvPr/>
          </p:nvSpPr>
          <p:spPr>
            <a:xfrm>
              <a:off x="656031" y="2948387"/>
              <a:ext cx="60272" cy="48246"/>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7" name="asset_3418_23">
              <a:extLst>
                <a:ext uri="{FF2B5EF4-FFF2-40B4-BE49-F238E27FC236}">
                  <a16:creationId xmlns:a16="http://schemas.microsoft.com/office/drawing/2014/main" id="{D8549EB0-8A46-4EFD-9016-5A395C177FC0}"/>
                </a:ext>
              </a:extLst>
            </p:cNvPr>
            <p:cNvSpPr>
              <a:spLocks noGrp="1"/>
            </p:cNvSpPr>
            <p:nvPr/>
          </p:nvSpPr>
          <p:spPr>
            <a:xfrm>
              <a:off x="673856" y="2885344"/>
              <a:ext cx="54756" cy="4383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8" name="asset_3418_24">
              <a:extLst>
                <a:ext uri="{FF2B5EF4-FFF2-40B4-BE49-F238E27FC236}">
                  <a16:creationId xmlns:a16="http://schemas.microsoft.com/office/drawing/2014/main" id="{53AC7175-BD2D-4738-8BFE-7490CAC20AD0}"/>
                </a:ext>
              </a:extLst>
            </p:cNvPr>
            <p:cNvSpPr>
              <a:spLocks noGrp="1"/>
            </p:cNvSpPr>
            <p:nvPr/>
          </p:nvSpPr>
          <p:spPr>
            <a:xfrm>
              <a:off x="665714" y="2862703"/>
              <a:ext cx="56521" cy="4524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9" name="asset_3418_25">
              <a:extLst>
                <a:ext uri="{FF2B5EF4-FFF2-40B4-BE49-F238E27FC236}">
                  <a16:creationId xmlns:a16="http://schemas.microsoft.com/office/drawing/2014/main" id="{728894B9-7453-484A-9C57-592102037781}"/>
                </a:ext>
              </a:extLst>
            </p:cNvPr>
            <p:cNvSpPr>
              <a:spLocks noGrp="1"/>
            </p:cNvSpPr>
            <p:nvPr/>
          </p:nvSpPr>
          <p:spPr>
            <a:xfrm>
              <a:off x="655617" y="2930002"/>
              <a:ext cx="41066" cy="3287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0" name="asset_3418_26">
              <a:extLst>
                <a:ext uri="{FF2B5EF4-FFF2-40B4-BE49-F238E27FC236}">
                  <a16:creationId xmlns:a16="http://schemas.microsoft.com/office/drawing/2014/main" id="{7B05ABAD-8F18-4A94-A307-461BD9FE073B}"/>
                </a:ext>
              </a:extLst>
            </p:cNvPr>
            <p:cNvSpPr>
              <a:spLocks noGrp="1"/>
            </p:cNvSpPr>
            <p:nvPr/>
          </p:nvSpPr>
          <p:spPr>
            <a:xfrm>
              <a:off x="697176" y="2925495"/>
              <a:ext cx="43005" cy="344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1" name="asset_3418_27">
              <a:extLst>
                <a:ext uri="{FF2B5EF4-FFF2-40B4-BE49-F238E27FC236}">
                  <a16:creationId xmlns:a16="http://schemas.microsoft.com/office/drawing/2014/main" id="{D9F699C7-F728-40A7-B5CB-18E66DEC3F04}"/>
                </a:ext>
              </a:extLst>
            </p:cNvPr>
            <p:cNvSpPr>
              <a:spLocks noGrp="1"/>
            </p:cNvSpPr>
            <p:nvPr/>
          </p:nvSpPr>
          <p:spPr>
            <a:xfrm>
              <a:off x="712816" y="2875150"/>
              <a:ext cx="57550" cy="4606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2" name="asset_3418_28">
              <a:extLst>
                <a:ext uri="{FF2B5EF4-FFF2-40B4-BE49-F238E27FC236}">
                  <a16:creationId xmlns:a16="http://schemas.microsoft.com/office/drawing/2014/main" id="{68F4CB04-9833-42C7-A9ED-DDC2A536E690}"/>
                </a:ext>
              </a:extLst>
            </p:cNvPr>
            <p:cNvSpPr>
              <a:spLocks noGrp="1"/>
            </p:cNvSpPr>
            <p:nvPr/>
          </p:nvSpPr>
          <p:spPr>
            <a:xfrm>
              <a:off x="639783" y="2878703"/>
              <a:ext cx="62710" cy="501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3" name="asset_3418_29">
              <a:extLst>
                <a:ext uri="{FF2B5EF4-FFF2-40B4-BE49-F238E27FC236}">
                  <a16:creationId xmlns:a16="http://schemas.microsoft.com/office/drawing/2014/main" id="{C97BE2A5-529F-49D6-A956-FB4B1DD96FEC}"/>
                </a:ext>
              </a:extLst>
            </p:cNvPr>
            <p:cNvSpPr>
              <a:spLocks noGrp="1"/>
            </p:cNvSpPr>
            <p:nvPr/>
          </p:nvSpPr>
          <p:spPr>
            <a:xfrm>
              <a:off x="610735" y="2938325"/>
              <a:ext cx="57804" cy="4627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4" name="asset_3418_30">
              <a:extLst>
                <a:ext uri="{FF2B5EF4-FFF2-40B4-BE49-F238E27FC236}">
                  <a16:creationId xmlns:a16="http://schemas.microsoft.com/office/drawing/2014/main" id="{E52E40DB-8FE3-48AE-A0E6-634B347B61BC}"/>
                </a:ext>
              </a:extLst>
            </p:cNvPr>
            <p:cNvSpPr>
              <a:spLocks noGrp="1"/>
            </p:cNvSpPr>
            <p:nvPr/>
          </p:nvSpPr>
          <p:spPr>
            <a:xfrm>
              <a:off x="699451" y="2922547"/>
              <a:ext cx="60007" cy="480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5" name="asset_3418_31">
              <a:extLst>
                <a:ext uri="{FF2B5EF4-FFF2-40B4-BE49-F238E27FC236}">
                  <a16:creationId xmlns:a16="http://schemas.microsoft.com/office/drawing/2014/main" id="{C23E4A93-DAD2-4FEE-B51B-525C7B68CCD7}"/>
                </a:ext>
              </a:extLst>
            </p:cNvPr>
            <p:cNvSpPr>
              <a:spLocks noGrp="1"/>
            </p:cNvSpPr>
            <p:nvPr/>
          </p:nvSpPr>
          <p:spPr>
            <a:xfrm>
              <a:off x="689175" y="2882675"/>
              <a:ext cx="52750" cy="422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6" name="asset_3418_32">
              <a:extLst>
                <a:ext uri="{FF2B5EF4-FFF2-40B4-BE49-F238E27FC236}">
                  <a16:creationId xmlns:a16="http://schemas.microsoft.com/office/drawing/2014/main" id="{7024B648-10B3-4FC5-BFE4-FA4E241E2376}"/>
                </a:ext>
              </a:extLst>
            </p:cNvPr>
            <p:cNvSpPr>
              <a:spLocks noGrp="1"/>
            </p:cNvSpPr>
            <p:nvPr/>
          </p:nvSpPr>
          <p:spPr>
            <a:xfrm>
              <a:off x="691933" y="2881580"/>
              <a:ext cx="41548" cy="33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7" name="asset_3418_33">
              <a:extLst>
                <a:ext uri="{FF2B5EF4-FFF2-40B4-BE49-F238E27FC236}">
                  <a16:creationId xmlns:a16="http://schemas.microsoft.com/office/drawing/2014/main" id="{C4BB59F4-FAEA-4669-A283-5A8D5FD61843}"/>
                </a:ext>
              </a:extLst>
            </p:cNvPr>
            <p:cNvSpPr>
              <a:spLocks noGrp="1"/>
            </p:cNvSpPr>
            <p:nvPr/>
          </p:nvSpPr>
          <p:spPr>
            <a:xfrm>
              <a:off x="609692" y="2939987"/>
              <a:ext cx="42168" cy="337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8" name="asset_3418_34">
              <a:extLst>
                <a:ext uri="{FF2B5EF4-FFF2-40B4-BE49-F238E27FC236}">
                  <a16:creationId xmlns:a16="http://schemas.microsoft.com/office/drawing/2014/main" id="{68FAB1E0-DA61-4B8F-AAEE-256F1AC9302A}"/>
                </a:ext>
              </a:extLst>
            </p:cNvPr>
            <p:cNvSpPr>
              <a:spLocks noGrp="1"/>
            </p:cNvSpPr>
            <p:nvPr/>
          </p:nvSpPr>
          <p:spPr>
            <a:xfrm>
              <a:off x="658301" y="2932943"/>
              <a:ext cx="54677" cy="4376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9" name="asset_3418_35">
              <a:extLst>
                <a:ext uri="{FF2B5EF4-FFF2-40B4-BE49-F238E27FC236}">
                  <a16:creationId xmlns:a16="http://schemas.microsoft.com/office/drawing/2014/main" id="{14335B2E-6EA7-4099-A44E-0FCA8891366E}"/>
                </a:ext>
              </a:extLst>
            </p:cNvPr>
            <p:cNvSpPr>
              <a:spLocks noGrp="1"/>
            </p:cNvSpPr>
            <p:nvPr/>
          </p:nvSpPr>
          <p:spPr>
            <a:xfrm>
              <a:off x="723151" y="2883327"/>
              <a:ext cx="43124" cy="3452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0" name="asset_3418_36">
              <a:extLst>
                <a:ext uri="{FF2B5EF4-FFF2-40B4-BE49-F238E27FC236}">
                  <a16:creationId xmlns:a16="http://schemas.microsoft.com/office/drawing/2014/main" id="{A8DFD640-E423-484E-9CA1-42D746AE0FD0}"/>
                </a:ext>
              </a:extLst>
            </p:cNvPr>
            <p:cNvSpPr>
              <a:spLocks noGrp="1"/>
            </p:cNvSpPr>
            <p:nvPr/>
          </p:nvSpPr>
          <p:spPr>
            <a:xfrm>
              <a:off x="689172" y="2888555"/>
              <a:ext cx="55046" cy="4406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1" name="asset_3418_37">
              <a:extLst>
                <a:ext uri="{FF2B5EF4-FFF2-40B4-BE49-F238E27FC236}">
                  <a16:creationId xmlns:a16="http://schemas.microsoft.com/office/drawing/2014/main" id="{7F1A8931-64BF-424B-8E02-15575E9244CA}"/>
                </a:ext>
              </a:extLst>
            </p:cNvPr>
            <p:cNvSpPr>
              <a:spLocks noGrp="1"/>
            </p:cNvSpPr>
            <p:nvPr/>
          </p:nvSpPr>
          <p:spPr>
            <a:xfrm>
              <a:off x="624996" y="2893501"/>
              <a:ext cx="42492" cy="3401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2" name="asset_3418_38">
              <a:extLst>
                <a:ext uri="{FF2B5EF4-FFF2-40B4-BE49-F238E27FC236}">
                  <a16:creationId xmlns:a16="http://schemas.microsoft.com/office/drawing/2014/main" id="{C38791FD-DF34-4451-8100-ABBF8F0DCB5C}"/>
                </a:ext>
              </a:extLst>
            </p:cNvPr>
            <p:cNvSpPr>
              <a:spLocks noGrp="1"/>
            </p:cNvSpPr>
            <p:nvPr/>
          </p:nvSpPr>
          <p:spPr>
            <a:xfrm>
              <a:off x="692747" y="2919924"/>
              <a:ext cx="59456" cy="4759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3" name="asset_3418_39">
              <a:extLst>
                <a:ext uri="{FF2B5EF4-FFF2-40B4-BE49-F238E27FC236}">
                  <a16:creationId xmlns:a16="http://schemas.microsoft.com/office/drawing/2014/main" id="{F80C371B-9B40-4B05-AF8B-21D4E1E58F9B}"/>
                </a:ext>
              </a:extLst>
            </p:cNvPr>
            <p:cNvSpPr>
              <a:spLocks noGrp="1"/>
            </p:cNvSpPr>
            <p:nvPr/>
          </p:nvSpPr>
          <p:spPr>
            <a:xfrm>
              <a:off x="677417" y="2876792"/>
              <a:ext cx="58680" cy="469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4" name="asset_3418_40">
              <a:extLst>
                <a:ext uri="{FF2B5EF4-FFF2-40B4-BE49-F238E27FC236}">
                  <a16:creationId xmlns:a16="http://schemas.microsoft.com/office/drawing/2014/main" id="{0627EDB1-79CF-4DB6-B184-C435C87C1E67}"/>
                </a:ext>
              </a:extLst>
            </p:cNvPr>
            <p:cNvSpPr>
              <a:spLocks noGrp="1"/>
            </p:cNvSpPr>
            <p:nvPr/>
          </p:nvSpPr>
          <p:spPr>
            <a:xfrm>
              <a:off x="674520" y="2870917"/>
              <a:ext cx="54548" cy="4366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5" name="asset_3418_41">
              <a:extLst>
                <a:ext uri="{FF2B5EF4-FFF2-40B4-BE49-F238E27FC236}">
                  <a16:creationId xmlns:a16="http://schemas.microsoft.com/office/drawing/2014/main" id="{F67C74B8-CAFB-4408-8687-157009400184}"/>
                </a:ext>
              </a:extLst>
            </p:cNvPr>
            <p:cNvSpPr>
              <a:spLocks noGrp="1"/>
            </p:cNvSpPr>
            <p:nvPr/>
          </p:nvSpPr>
          <p:spPr>
            <a:xfrm>
              <a:off x="645963" y="2929439"/>
              <a:ext cx="60782" cy="486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6" name="asset_3418_42">
              <a:extLst>
                <a:ext uri="{FF2B5EF4-FFF2-40B4-BE49-F238E27FC236}">
                  <a16:creationId xmlns:a16="http://schemas.microsoft.com/office/drawing/2014/main" id="{0574429D-923D-4FA3-8907-4E32A8F06235}"/>
                </a:ext>
              </a:extLst>
            </p:cNvPr>
            <p:cNvSpPr>
              <a:spLocks noGrp="1"/>
            </p:cNvSpPr>
            <p:nvPr/>
          </p:nvSpPr>
          <p:spPr>
            <a:xfrm>
              <a:off x="659127" y="2946068"/>
              <a:ext cx="51347" cy="4110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7" name="asset_3418_43">
              <a:extLst>
                <a:ext uri="{FF2B5EF4-FFF2-40B4-BE49-F238E27FC236}">
                  <a16:creationId xmlns:a16="http://schemas.microsoft.com/office/drawing/2014/main" id="{40BF695D-3C59-4A33-BE27-6B7B2C94C4C8}"/>
                </a:ext>
              </a:extLst>
            </p:cNvPr>
            <p:cNvSpPr>
              <a:spLocks noGrp="1"/>
            </p:cNvSpPr>
            <p:nvPr/>
          </p:nvSpPr>
          <p:spPr>
            <a:xfrm>
              <a:off x="693233" y="2909245"/>
              <a:ext cx="44980" cy="360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8" name="asset_3418_44">
              <a:extLst>
                <a:ext uri="{FF2B5EF4-FFF2-40B4-BE49-F238E27FC236}">
                  <a16:creationId xmlns:a16="http://schemas.microsoft.com/office/drawing/2014/main" id="{22EC7748-D7B8-42CE-B3B5-97C57AC62A6F}"/>
                </a:ext>
              </a:extLst>
            </p:cNvPr>
            <p:cNvSpPr>
              <a:spLocks noGrp="1"/>
            </p:cNvSpPr>
            <p:nvPr/>
          </p:nvSpPr>
          <p:spPr>
            <a:xfrm>
              <a:off x="645345" y="2880834"/>
              <a:ext cx="54224" cy="434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9" name="asset_3418_45">
              <a:extLst>
                <a:ext uri="{FF2B5EF4-FFF2-40B4-BE49-F238E27FC236}">
                  <a16:creationId xmlns:a16="http://schemas.microsoft.com/office/drawing/2014/main" id="{6465B83D-6CE9-4B21-AA53-471F8499E173}"/>
                </a:ext>
              </a:extLst>
            </p:cNvPr>
            <p:cNvSpPr>
              <a:spLocks noGrp="1"/>
            </p:cNvSpPr>
            <p:nvPr/>
          </p:nvSpPr>
          <p:spPr>
            <a:xfrm>
              <a:off x="617197" y="2897439"/>
              <a:ext cx="45510" cy="3642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0" name="asset_3418_46">
              <a:extLst>
                <a:ext uri="{FF2B5EF4-FFF2-40B4-BE49-F238E27FC236}">
                  <a16:creationId xmlns:a16="http://schemas.microsoft.com/office/drawing/2014/main" id="{BA52981F-8755-45AE-9AB1-32E59CD76E09}"/>
                </a:ext>
              </a:extLst>
            </p:cNvPr>
            <p:cNvSpPr>
              <a:spLocks noGrp="1"/>
            </p:cNvSpPr>
            <p:nvPr/>
          </p:nvSpPr>
          <p:spPr>
            <a:xfrm>
              <a:off x="703530" y="2944793"/>
              <a:ext cx="57009" cy="456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1" name="asset_3418_47">
              <a:extLst>
                <a:ext uri="{FF2B5EF4-FFF2-40B4-BE49-F238E27FC236}">
                  <a16:creationId xmlns:a16="http://schemas.microsoft.com/office/drawing/2014/main" id="{72E0DAA6-4F44-4EEA-B264-3A6155374C97}"/>
                </a:ext>
              </a:extLst>
            </p:cNvPr>
            <p:cNvSpPr>
              <a:spLocks noGrp="1"/>
            </p:cNvSpPr>
            <p:nvPr/>
          </p:nvSpPr>
          <p:spPr>
            <a:xfrm>
              <a:off x="725277" y="2920297"/>
              <a:ext cx="44123" cy="3531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2" name="asset_3418_48">
              <a:extLst>
                <a:ext uri="{FF2B5EF4-FFF2-40B4-BE49-F238E27FC236}">
                  <a16:creationId xmlns:a16="http://schemas.microsoft.com/office/drawing/2014/main" id="{1032DE87-8C16-461E-9903-402F5793491A}"/>
                </a:ext>
              </a:extLst>
            </p:cNvPr>
            <p:cNvSpPr>
              <a:spLocks noGrp="1"/>
            </p:cNvSpPr>
            <p:nvPr/>
          </p:nvSpPr>
          <p:spPr>
            <a:xfrm>
              <a:off x="663007" y="2876276"/>
              <a:ext cx="55578" cy="4448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3" name="asset_3418_49">
              <a:extLst>
                <a:ext uri="{FF2B5EF4-FFF2-40B4-BE49-F238E27FC236}">
                  <a16:creationId xmlns:a16="http://schemas.microsoft.com/office/drawing/2014/main" id="{2632D4F1-D5BD-404B-AB2A-BD707183F834}"/>
                </a:ext>
              </a:extLst>
            </p:cNvPr>
            <p:cNvSpPr>
              <a:spLocks noGrp="1"/>
            </p:cNvSpPr>
            <p:nvPr/>
          </p:nvSpPr>
          <p:spPr>
            <a:xfrm>
              <a:off x="610023" y="2904869"/>
              <a:ext cx="57087" cy="456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4" name="asset_3418_50">
              <a:extLst>
                <a:ext uri="{FF2B5EF4-FFF2-40B4-BE49-F238E27FC236}">
                  <a16:creationId xmlns:a16="http://schemas.microsoft.com/office/drawing/2014/main" id="{235C36F9-6FB2-4B0B-A7D6-D0B89026885D}"/>
                </a:ext>
              </a:extLst>
            </p:cNvPr>
            <p:cNvSpPr>
              <a:spLocks noGrp="1"/>
            </p:cNvSpPr>
            <p:nvPr/>
          </p:nvSpPr>
          <p:spPr>
            <a:xfrm>
              <a:off x="639514" y="2941879"/>
              <a:ext cx="52791" cy="42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5" name="asset_3418_51">
              <a:extLst>
                <a:ext uri="{FF2B5EF4-FFF2-40B4-BE49-F238E27FC236}">
                  <a16:creationId xmlns:a16="http://schemas.microsoft.com/office/drawing/2014/main" id="{2C82AA31-73C9-4519-8A9B-2220E28E204D}"/>
                </a:ext>
              </a:extLst>
            </p:cNvPr>
            <p:cNvSpPr>
              <a:spLocks noGrp="1"/>
            </p:cNvSpPr>
            <p:nvPr/>
          </p:nvSpPr>
          <p:spPr>
            <a:xfrm>
              <a:off x="58464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216" name="a | spatial view dog x2 | v4 editable"/>
          <p:cNvGrpSpPr/>
          <p:nvPr/>
        </p:nvGrpSpPr>
        <p:grpSpPr>
          <a:xfrm>
            <a:off x="1501222" y="2333512"/>
            <a:ext cx="155421" cy="122657"/>
            <a:chOff x="177480" y="3241800"/>
            <a:chExt cx="249480" cy="196920"/>
          </a:xfrm>
        </p:grpSpPr>
        <p:sp>
          <p:nvSpPr>
            <p:cNvPr id="1217" name="asset_3419_0">
              <a:extLst>
                <a:ext uri="{FF2B5EF4-FFF2-40B4-BE49-F238E27FC236}">
                  <a16:creationId xmlns:a16="http://schemas.microsoft.com/office/drawing/2014/main" id="{746693EA-BB73-4B3D-BB22-995B684A8E0D}"/>
                </a:ext>
              </a:extLst>
            </p:cNvPr>
            <p:cNvSpPr>
              <a:spLocks noGrp="1"/>
            </p:cNvSpPr>
            <p:nvPr/>
          </p:nvSpPr>
          <p:spPr>
            <a:xfrm>
              <a:off x="17748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18" name="asset_3419_1">
              <a:extLst>
                <a:ext uri="{FF2B5EF4-FFF2-40B4-BE49-F238E27FC236}">
                  <a16:creationId xmlns:a16="http://schemas.microsoft.com/office/drawing/2014/main" id="{D0390F61-86FB-492A-B934-5BA7E33F4E06}"/>
                </a:ext>
              </a:extLst>
            </p:cNvPr>
            <p:cNvSpPr>
              <a:spLocks noGrp="1"/>
            </p:cNvSpPr>
            <p:nvPr/>
          </p:nvSpPr>
          <p:spPr>
            <a:xfrm>
              <a:off x="37955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19" name="asset_3419_2">
              <a:extLst>
                <a:ext uri="{FF2B5EF4-FFF2-40B4-BE49-F238E27FC236}">
                  <a16:creationId xmlns:a16="http://schemas.microsoft.com/office/drawing/2014/main" id="{63E5FB0C-8C6C-410D-BBB7-A93C1FA20AD8}"/>
                </a:ext>
              </a:extLst>
            </p:cNvPr>
            <p:cNvSpPr>
              <a:spLocks noGrp="1"/>
            </p:cNvSpPr>
            <p:nvPr/>
          </p:nvSpPr>
          <p:spPr>
            <a:xfrm>
              <a:off x="177480" y="3275276"/>
              <a:ext cx="202079" cy="163444"/>
            </a:xfrm>
            <a:prstGeom prst="rect">
              <a:avLst/>
            </a:prstGeom>
            <a:solidFill>
              <a:srgbClr val="E7F1FC">
                <a:alpha val="20000"/>
              </a:srgbClr>
            </a:solidFill>
            <a:ln w="1339">
              <a:solidFill>
                <a:srgbClr val="87ADD3"/>
              </a:solidFill>
            </a:ln>
          </p:spPr>
        </p:sp>
        <p:sp>
          <p:nvSpPr>
            <p:cNvPr id="1220" name="asset_3419_3">
              <a:extLst>
                <a:ext uri="{FF2B5EF4-FFF2-40B4-BE49-F238E27FC236}">
                  <a16:creationId xmlns:a16="http://schemas.microsoft.com/office/drawing/2014/main" id="{96950FFE-4A33-4D88-A80B-43ADA4CFB163}"/>
                </a:ext>
              </a:extLst>
            </p:cNvPr>
            <p:cNvSpPr>
              <a:spLocks noGrp="1"/>
            </p:cNvSpPr>
            <p:nvPr/>
          </p:nvSpPr>
          <p:spPr>
            <a:xfrm>
              <a:off x="228000" y="3275276"/>
              <a:ext cx="4" cy="163444"/>
            </a:xfrm>
            <a:prstGeom prst="line">
              <a:avLst/>
            </a:prstGeom>
            <a:noFill/>
            <a:ln w="982">
              <a:solidFill>
                <a:srgbClr val="C9DEED">
                  <a:alpha val="33000"/>
                </a:srgbClr>
              </a:solidFill>
            </a:ln>
          </p:spPr>
        </p:sp>
        <p:sp>
          <p:nvSpPr>
            <p:cNvPr id="1221" name="asset_3419_4">
              <a:extLst>
                <a:ext uri="{FF2B5EF4-FFF2-40B4-BE49-F238E27FC236}">
                  <a16:creationId xmlns:a16="http://schemas.microsoft.com/office/drawing/2014/main" id="{FEE28440-463A-4E6E-BB08-D7B04B22DF73}"/>
                </a:ext>
              </a:extLst>
            </p:cNvPr>
            <p:cNvSpPr>
              <a:spLocks noGrp="1"/>
            </p:cNvSpPr>
            <p:nvPr/>
          </p:nvSpPr>
          <p:spPr>
            <a:xfrm>
              <a:off x="177480" y="3316137"/>
              <a:ext cx="202079" cy="4"/>
            </a:xfrm>
            <a:prstGeom prst="line">
              <a:avLst/>
            </a:prstGeom>
            <a:noFill/>
            <a:ln w="982">
              <a:solidFill>
                <a:srgbClr val="C9DEED">
                  <a:alpha val="33000"/>
                </a:srgbClr>
              </a:solidFill>
            </a:ln>
          </p:spPr>
        </p:sp>
        <p:sp>
          <p:nvSpPr>
            <p:cNvPr id="1222" name="asset_3419_5">
              <a:extLst>
                <a:ext uri="{FF2B5EF4-FFF2-40B4-BE49-F238E27FC236}">
                  <a16:creationId xmlns:a16="http://schemas.microsoft.com/office/drawing/2014/main" id="{70FB939D-CC5A-4837-9BB6-BB9702E003B3}"/>
                </a:ext>
              </a:extLst>
            </p:cNvPr>
            <p:cNvSpPr>
              <a:spLocks noGrp="1"/>
            </p:cNvSpPr>
            <p:nvPr/>
          </p:nvSpPr>
          <p:spPr>
            <a:xfrm>
              <a:off x="278519" y="3275276"/>
              <a:ext cx="4" cy="163444"/>
            </a:xfrm>
            <a:prstGeom prst="line">
              <a:avLst/>
            </a:prstGeom>
            <a:noFill/>
            <a:ln w="982">
              <a:solidFill>
                <a:srgbClr val="C9DEED">
                  <a:alpha val="33000"/>
                </a:srgbClr>
              </a:solidFill>
            </a:ln>
          </p:spPr>
        </p:sp>
        <p:sp>
          <p:nvSpPr>
            <p:cNvPr id="1223" name="asset_3419_6">
              <a:extLst>
                <a:ext uri="{FF2B5EF4-FFF2-40B4-BE49-F238E27FC236}">
                  <a16:creationId xmlns:a16="http://schemas.microsoft.com/office/drawing/2014/main" id="{DF70B3E3-1BDA-4D98-8BF9-D245F57F4DFD}"/>
                </a:ext>
              </a:extLst>
            </p:cNvPr>
            <p:cNvSpPr>
              <a:spLocks noGrp="1"/>
            </p:cNvSpPr>
            <p:nvPr/>
          </p:nvSpPr>
          <p:spPr>
            <a:xfrm>
              <a:off x="177480" y="3356998"/>
              <a:ext cx="202079" cy="4"/>
            </a:xfrm>
            <a:prstGeom prst="line">
              <a:avLst/>
            </a:prstGeom>
            <a:noFill/>
            <a:ln w="982">
              <a:solidFill>
                <a:srgbClr val="C9DEED">
                  <a:alpha val="33000"/>
                </a:srgbClr>
              </a:solidFill>
            </a:ln>
          </p:spPr>
        </p:sp>
        <p:sp>
          <p:nvSpPr>
            <p:cNvPr id="1224" name="asset_3419_7">
              <a:extLst>
                <a:ext uri="{FF2B5EF4-FFF2-40B4-BE49-F238E27FC236}">
                  <a16:creationId xmlns:a16="http://schemas.microsoft.com/office/drawing/2014/main" id="{E2BFE340-34A7-42E4-AED2-F0E915747680}"/>
                </a:ext>
              </a:extLst>
            </p:cNvPr>
            <p:cNvSpPr>
              <a:spLocks noGrp="1"/>
            </p:cNvSpPr>
            <p:nvPr/>
          </p:nvSpPr>
          <p:spPr>
            <a:xfrm>
              <a:off x="329039" y="3275276"/>
              <a:ext cx="4" cy="163444"/>
            </a:xfrm>
            <a:prstGeom prst="line">
              <a:avLst/>
            </a:prstGeom>
            <a:noFill/>
            <a:ln w="982">
              <a:solidFill>
                <a:srgbClr val="C9DEED">
                  <a:alpha val="33000"/>
                </a:srgbClr>
              </a:solidFill>
            </a:ln>
          </p:spPr>
        </p:sp>
        <p:sp>
          <p:nvSpPr>
            <p:cNvPr id="1225" name="asset_3419_8">
              <a:extLst>
                <a:ext uri="{FF2B5EF4-FFF2-40B4-BE49-F238E27FC236}">
                  <a16:creationId xmlns:a16="http://schemas.microsoft.com/office/drawing/2014/main" id="{C4FE8518-1A43-48D8-8371-EE0AF0F70311}"/>
                </a:ext>
              </a:extLst>
            </p:cNvPr>
            <p:cNvSpPr>
              <a:spLocks noGrp="1"/>
            </p:cNvSpPr>
            <p:nvPr/>
          </p:nvSpPr>
          <p:spPr>
            <a:xfrm>
              <a:off x="177480" y="3397859"/>
              <a:ext cx="202079" cy="4"/>
            </a:xfrm>
            <a:prstGeom prst="line">
              <a:avLst/>
            </a:prstGeom>
            <a:noFill/>
            <a:ln w="982">
              <a:solidFill>
                <a:srgbClr val="C9DEED">
                  <a:alpha val="33000"/>
                </a:srgbClr>
              </a:solidFill>
            </a:ln>
          </p:spPr>
        </p:sp>
        <p:sp>
          <p:nvSpPr>
            <p:cNvPr id="1226" name="asset_3419_9">
              <a:extLst>
                <a:ext uri="{FF2B5EF4-FFF2-40B4-BE49-F238E27FC236}">
                  <a16:creationId xmlns:a16="http://schemas.microsoft.com/office/drawing/2014/main" id="{2FD49D77-CD99-4F4D-91C1-2116EB8AA60D}"/>
                </a:ext>
              </a:extLst>
            </p:cNvPr>
            <p:cNvSpPr>
              <a:spLocks noGrp="1"/>
            </p:cNvSpPr>
            <p:nvPr/>
          </p:nvSpPr>
          <p:spPr>
            <a:xfrm>
              <a:off x="209085" y="3310003"/>
              <a:ext cx="78407" cy="62762"/>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7" name="asset_3419_10">
              <a:extLst>
                <a:ext uri="{FF2B5EF4-FFF2-40B4-BE49-F238E27FC236}">
                  <a16:creationId xmlns:a16="http://schemas.microsoft.com/office/drawing/2014/main" id="{6AF7C569-F001-44ED-B5FF-D969062B6D79}"/>
                </a:ext>
              </a:extLst>
            </p:cNvPr>
            <p:cNvSpPr>
              <a:spLocks noGrp="1"/>
            </p:cNvSpPr>
            <p:nvPr/>
          </p:nvSpPr>
          <p:spPr>
            <a:xfrm>
              <a:off x="279651" y="3284898"/>
              <a:ext cx="70566" cy="56486"/>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8" name="asset_3419_11">
              <a:extLst>
                <a:ext uri="{FF2B5EF4-FFF2-40B4-BE49-F238E27FC236}">
                  <a16:creationId xmlns:a16="http://schemas.microsoft.com/office/drawing/2014/main" id="{80F085E8-C51F-4FA2-AE86-C8FED9CADD52}"/>
                </a:ext>
              </a:extLst>
            </p:cNvPr>
            <p:cNvSpPr>
              <a:spLocks noGrp="1"/>
            </p:cNvSpPr>
            <p:nvPr/>
          </p:nvSpPr>
          <p:spPr>
            <a:xfrm>
              <a:off x="241923" y="3340673"/>
              <a:ext cx="47641" cy="3813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29" name="asset_3419_12">
              <a:extLst>
                <a:ext uri="{FF2B5EF4-FFF2-40B4-BE49-F238E27FC236}">
                  <a16:creationId xmlns:a16="http://schemas.microsoft.com/office/drawing/2014/main" id="{CE1E376E-8B7F-40D6-B527-64C282C83F92}"/>
                </a:ext>
              </a:extLst>
            </p:cNvPr>
            <p:cNvSpPr>
              <a:spLocks noGrp="1"/>
            </p:cNvSpPr>
            <p:nvPr/>
          </p:nvSpPr>
          <p:spPr>
            <a:xfrm>
              <a:off x="303331" y="3308488"/>
              <a:ext cx="47516" cy="3803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0" name="asset_3419_13">
              <a:extLst>
                <a:ext uri="{FF2B5EF4-FFF2-40B4-BE49-F238E27FC236}">
                  <a16:creationId xmlns:a16="http://schemas.microsoft.com/office/drawing/2014/main" id="{66B637FD-4CCF-44E1-B885-780E4671237C}"/>
                </a:ext>
              </a:extLst>
            </p:cNvPr>
            <p:cNvSpPr>
              <a:spLocks noGrp="1"/>
            </p:cNvSpPr>
            <p:nvPr/>
          </p:nvSpPr>
          <p:spPr>
            <a:xfrm>
              <a:off x="242175" y="3326284"/>
              <a:ext cx="35224" cy="2819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1" name="asset_3419_14">
              <a:extLst>
                <a:ext uri="{FF2B5EF4-FFF2-40B4-BE49-F238E27FC236}">
                  <a16:creationId xmlns:a16="http://schemas.microsoft.com/office/drawing/2014/main" id="{AFEC96C6-81F9-47CB-99F2-B73D4EF6A070}"/>
                </a:ext>
              </a:extLst>
            </p:cNvPr>
            <p:cNvSpPr>
              <a:spLocks noGrp="1"/>
            </p:cNvSpPr>
            <p:nvPr/>
          </p:nvSpPr>
          <p:spPr>
            <a:xfrm>
              <a:off x="311032" y="3283806"/>
              <a:ext cx="45989" cy="3681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2" name="asset_3419_15">
              <a:extLst>
                <a:ext uri="{FF2B5EF4-FFF2-40B4-BE49-F238E27FC236}">
                  <a16:creationId xmlns:a16="http://schemas.microsoft.com/office/drawing/2014/main" id="{8E9DCA16-9B81-4C15-953A-9671E01E116A}"/>
                </a:ext>
              </a:extLst>
            </p:cNvPr>
            <p:cNvSpPr>
              <a:spLocks noGrp="1"/>
            </p:cNvSpPr>
            <p:nvPr/>
          </p:nvSpPr>
          <p:spPr>
            <a:xfrm>
              <a:off x="202672" y="3333436"/>
              <a:ext cx="47241" cy="378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3" name="asset_3419_16">
              <a:extLst>
                <a:ext uri="{FF2B5EF4-FFF2-40B4-BE49-F238E27FC236}">
                  <a16:creationId xmlns:a16="http://schemas.microsoft.com/office/drawing/2014/main" id="{DB08204D-F697-4B38-8CAD-AF992960BF57}"/>
                </a:ext>
              </a:extLst>
            </p:cNvPr>
            <p:cNvSpPr>
              <a:spLocks noGrp="1"/>
            </p:cNvSpPr>
            <p:nvPr/>
          </p:nvSpPr>
          <p:spPr>
            <a:xfrm>
              <a:off x="304573" y="3306993"/>
              <a:ext cx="47769" cy="382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4" name="asset_3419_17">
              <a:extLst>
                <a:ext uri="{FF2B5EF4-FFF2-40B4-BE49-F238E27FC236}">
                  <a16:creationId xmlns:a16="http://schemas.microsoft.com/office/drawing/2014/main" id="{8B874592-0071-4EF6-AF5B-CB6BD062D5F5}"/>
                </a:ext>
              </a:extLst>
            </p:cNvPr>
            <p:cNvSpPr>
              <a:spLocks noGrp="1"/>
            </p:cNvSpPr>
            <p:nvPr/>
          </p:nvSpPr>
          <p:spPr>
            <a:xfrm>
              <a:off x="217249" y="3310530"/>
              <a:ext cx="49893" cy="399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5" name="asset_3419_18">
              <a:extLst>
                <a:ext uri="{FF2B5EF4-FFF2-40B4-BE49-F238E27FC236}">
                  <a16:creationId xmlns:a16="http://schemas.microsoft.com/office/drawing/2014/main" id="{ADEC17A4-4FD0-41D2-857B-42EB14C19299}"/>
                </a:ext>
              </a:extLst>
            </p:cNvPr>
            <p:cNvSpPr>
              <a:spLocks noGrp="1"/>
            </p:cNvSpPr>
            <p:nvPr/>
          </p:nvSpPr>
          <p:spPr>
            <a:xfrm>
              <a:off x="308183" y="3284460"/>
              <a:ext cx="35565" cy="2846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6" name="asset_3419_19">
              <a:extLst>
                <a:ext uri="{FF2B5EF4-FFF2-40B4-BE49-F238E27FC236}">
                  <a16:creationId xmlns:a16="http://schemas.microsoft.com/office/drawing/2014/main" id="{BBFD9A57-57B6-4217-8450-6199F35669FC}"/>
                </a:ext>
              </a:extLst>
            </p:cNvPr>
            <p:cNvSpPr>
              <a:spLocks noGrp="1"/>
            </p:cNvSpPr>
            <p:nvPr/>
          </p:nvSpPr>
          <p:spPr>
            <a:xfrm>
              <a:off x="245848" y="3307836"/>
              <a:ext cx="50742" cy="406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7" name="asset_3419_20">
              <a:extLst>
                <a:ext uri="{FF2B5EF4-FFF2-40B4-BE49-F238E27FC236}">
                  <a16:creationId xmlns:a16="http://schemas.microsoft.com/office/drawing/2014/main" id="{C9C34416-6B56-426A-A262-51D1B48289A4}"/>
                </a:ext>
              </a:extLst>
            </p:cNvPr>
            <p:cNvSpPr>
              <a:spLocks noGrp="1"/>
            </p:cNvSpPr>
            <p:nvPr/>
          </p:nvSpPr>
          <p:spPr>
            <a:xfrm>
              <a:off x="311298" y="3309246"/>
              <a:ext cx="28032" cy="224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8" name="asset_3419_21">
              <a:extLst>
                <a:ext uri="{FF2B5EF4-FFF2-40B4-BE49-F238E27FC236}">
                  <a16:creationId xmlns:a16="http://schemas.microsoft.com/office/drawing/2014/main" id="{743F4B5F-5725-43BD-A097-13433B7AF94C}"/>
                </a:ext>
              </a:extLst>
            </p:cNvPr>
            <p:cNvSpPr>
              <a:spLocks noGrp="1"/>
            </p:cNvSpPr>
            <p:nvPr/>
          </p:nvSpPr>
          <p:spPr>
            <a:xfrm>
              <a:off x="228651" y="3315668"/>
              <a:ext cx="29969" cy="2398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9" name="asset_3419_22">
              <a:extLst>
                <a:ext uri="{FF2B5EF4-FFF2-40B4-BE49-F238E27FC236}">
                  <a16:creationId xmlns:a16="http://schemas.microsoft.com/office/drawing/2014/main" id="{9EC194BE-5A33-4EBD-9EBE-56F2518A0839}"/>
                </a:ext>
              </a:extLst>
            </p:cNvPr>
            <p:cNvSpPr>
              <a:spLocks noGrp="1"/>
            </p:cNvSpPr>
            <p:nvPr/>
          </p:nvSpPr>
          <p:spPr>
            <a:xfrm>
              <a:off x="279715" y="3281728"/>
              <a:ext cx="38686" cy="3096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0" name="asset_3419_23">
              <a:extLst>
                <a:ext uri="{FF2B5EF4-FFF2-40B4-BE49-F238E27FC236}">
                  <a16:creationId xmlns:a16="http://schemas.microsoft.com/office/drawing/2014/main" id="{B68FCEA6-65C2-4682-9063-27A9459508CB}"/>
                </a:ext>
              </a:extLst>
            </p:cNvPr>
            <p:cNvSpPr>
              <a:spLocks noGrp="1"/>
            </p:cNvSpPr>
            <p:nvPr/>
          </p:nvSpPr>
          <p:spPr>
            <a:xfrm>
              <a:off x="222408" y="3329464"/>
              <a:ext cx="36387" cy="2912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1" name="asset_3419_24">
              <a:extLst>
                <a:ext uri="{FF2B5EF4-FFF2-40B4-BE49-F238E27FC236}">
                  <a16:creationId xmlns:a16="http://schemas.microsoft.com/office/drawing/2014/main" id="{DC8263F0-CF30-4205-94C6-51633A51E1AF}"/>
                </a:ext>
              </a:extLst>
            </p:cNvPr>
            <p:cNvSpPr>
              <a:spLocks noGrp="1"/>
            </p:cNvSpPr>
            <p:nvPr/>
          </p:nvSpPr>
          <p:spPr>
            <a:xfrm>
              <a:off x="287470" y="3286956"/>
              <a:ext cx="29679" cy="2375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2" name="asset_3419_25">
              <a:extLst>
                <a:ext uri="{FF2B5EF4-FFF2-40B4-BE49-F238E27FC236}">
                  <a16:creationId xmlns:a16="http://schemas.microsoft.com/office/drawing/2014/main" id="{EB74AB11-9238-4E12-AF59-DBD33722CA0E}"/>
                </a:ext>
              </a:extLst>
            </p:cNvPr>
            <p:cNvSpPr>
              <a:spLocks noGrp="1"/>
            </p:cNvSpPr>
            <p:nvPr/>
          </p:nvSpPr>
          <p:spPr>
            <a:xfrm>
              <a:off x="256524" y="3335578"/>
              <a:ext cx="27648" cy="221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3" name="asset_3419_26">
              <a:extLst>
                <a:ext uri="{FF2B5EF4-FFF2-40B4-BE49-F238E27FC236}">
                  <a16:creationId xmlns:a16="http://schemas.microsoft.com/office/drawing/2014/main" id="{31A8C5AE-DF5C-42BE-82FE-405FEAFF78F1}"/>
                </a:ext>
              </a:extLst>
            </p:cNvPr>
            <p:cNvSpPr>
              <a:spLocks noGrp="1"/>
            </p:cNvSpPr>
            <p:nvPr/>
          </p:nvSpPr>
          <p:spPr>
            <a:xfrm>
              <a:off x="305829" y="3314234"/>
              <a:ext cx="34218" cy="2739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4" name="asset_3419_27">
              <a:extLst>
                <a:ext uri="{FF2B5EF4-FFF2-40B4-BE49-F238E27FC236}">
                  <a16:creationId xmlns:a16="http://schemas.microsoft.com/office/drawing/2014/main" id="{81BA1F3D-3A21-497D-B8E6-52152AE4B7F0}"/>
                </a:ext>
              </a:extLst>
            </p:cNvPr>
            <p:cNvSpPr>
              <a:spLocks noGrp="1"/>
            </p:cNvSpPr>
            <p:nvPr/>
          </p:nvSpPr>
          <p:spPr>
            <a:xfrm>
              <a:off x="223719" y="3339173"/>
              <a:ext cx="48031" cy="3844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5" name="asset_3419_28">
              <a:extLst>
                <a:ext uri="{FF2B5EF4-FFF2-40B4-BE49-F238E27FC236}">
                  <a16:creationId xmlns:a16="http://schemas.microsoft.com/office/drawing/2014/main" id="{DECE060C-294A-41BD-96B8-36BF23A39263}"/>
                </a:ext>
              </a:extLst>
            </p:cNvPr>
            <p:cNvSpPr>
              <a:spLocks noGrp="1"/>
            </p:cNvSpPr>
            <p:nvPr/>
          </p:nvSpPr>
          <p:spPr>
            <a:xfrm>
              <a:off x="311839" y="3306302"/>
              <a:ext cx="41899" cy="335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6" name="asset_3419_29">
              <a:extLst>
                <a:ext uri="{FF2B5EF4-FFF2-40B4-BE49-F238E27FC236}">
                  <a16:creationId xmlns:a16="http://schemas.microsoft.com/office/drawing/2014/main" id="{0C28A1F5-FDA7-41D3-A62D-7B970C0C2E1A}"/>
                </a:ext>
              </a:extLst>
            </p:cNvPr>
            <p:cNvSpPr>
              <a:spLocks noGrp="1"/>
            </p:cNvSpPr>
            <p:nvPr/>
          </p:nvSpPr>
          <p:spPr>
            <a:xfrm>
              <a:off x="216626" y="3327809"/>
              <a:ext cx="48019" cy="384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7" name="asset_3419_30">
              <a:extLst>
                <a:ext uri="{FF2B5EF4-FFF2-40B4-BE49-F238E27FC236}">
                  <a16:creationId xmlns:a16="http://schemas.microsoft.com/office/drawing/2014/main" id="{C9CD6603-F5AF-4AA5-BE1B-83D5069EDFB3}"/>
                </a:ext>
              </a:extLst>
            </p:cNvPr>
            <p:cNvSpPr>
              <a:spLocks noGrp="1"/>
            </p:cNvSpPr>
            <p:nvPr/>
          </p:nvSpPr>
          <p:spPr>
            <a:xfrm>
              <a:off x="281210" y="3313076"/>
              <a:ext cx="44806" cy="3586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8" name="asset_3419_31">
              <a:extLst>
                <a:ext uri="{FF2B5EF4-FFF2-40B4-BE49-F238E27FC236}">
                  <a16:creationId xmlns:a16="http://schemas.microsoft.com/office/drawing/2014/main" id="{99A99315-4FF1-42C4-8062-950F1B1EB9BD}"/>
                </a:ext>
              </a:extLst>
            </p:cNvPr>
            <p:cNvSpPr>
              <a:spLocks noGrp="1"/>
            </p:cNvSpPr>
            <p:nvPr/>
          </p:nvSpPr>
          <p:spPr>
            <a:xfrm>
              <a:off x="239528" y="3338633"/>
              <a:ext cx="39791" cy="3185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9" name="asset_3419_32">
              <a:extLst>
                <a:ext uri="{FF2B5EF4-FFF2-40B4-BE49-F238E27FC236}">
                  <a16:creationId xmlns:a16="http://schemas.microsoft.com/office/drawing/2014/main" id="{F355CFB1-BBD3-45AA-A1A4-FC931A7AAA07}"/>
                </a:ext>
              </a:extLst>
            </p:cNvPr>
            <p:cNvSpPr>
              <a:spLocks noGrp="1"/>
            </p:cNvSpPr>
            <p:nvPr/>
          </p:nvSpPr>
          <p:spPr>
            <a:xfrm>
              <a:off x="289504" y="3293472"/>
              <a:ext cx="31455" cy="2517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0" name="asset_3419_33">
              <a:extLst>
                <a:ext uri="{FF2B5EF4-FFF2-40B4-BE49-F238E27FC236}">
                  <a16:creationId xmlns:a16="http://schemas.microsoft.com/office/drawing/2014/main" id="{B3894E0F-7FEF-477F-A87C-0C2C50EC70AE}"/>
                </a:ext>
              </a:extLst>
            </p:cNvPr>
            <p:cNvSpPr>
              <a:spLocks noGrp="1"/>
            </p:cNvSpPr>
            <p:nvPr/>
          </p:nvSpPr>
          <p:spPr>
            <a:xfrm>
              <a:off x="203611" y="3314914"/>
              <a:ext cx="43216" cy="3459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1" name="asset_3419_34">
              <a:extLst>
                <a:ext uri="{FF2B5EF4-FFF2-40B4-BE49-F238E27FC236}">
                  <a16:creationId xmlns:a16="http://schemas.microsoft.com/office/drawing/2014/main" id="{1F58FB18-2B89-44CE-B8ED-691D95657609}"/>
                </a:ext>
              </a:extLst>
            </p:cNvPr>
            <p:cNvSpPr>
              <a:spLocks noGrp="1"/>
            </p:cNvSpPr>
            <p:nvPr/>
          </p:nvSpPr>
          <p:spPr>
            <a:xfrm>
              <a:off x="289174" y="3312109"/>
              <a:ext cx="32270" cy="258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2" name="asset_3419_35">
              <a:extLst>
                <a:ext uri="{FF2B5EF4-FFF2-40B4-BE49-F238E27FC236}">
                  <a16:creationId xmlns:a16="http://schemas.microsoft.com/office/drawing/2014/main" id="{4C348268-068D-4464-8B15-5F53DBD50101}"/>
                </a:ext>
              </a:extLst>
            </p:cNvPr>
            <p:cNvSpPr>
              <a:spLocks noGrp="1"/>
            </p:cNvSpPr>
            <p:nvPr/>
          </p:nvSpPr>
          <p:spPr>
            <a:xfrm>
              <a:off x="201533" y="3331153"/>
              <a:ext cx="37250" cy="298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3" name="asset_3419_36">
              <a:extLst>
                <a:ext uri="{FF2B5EF4-FFF2-40B4-BE49-F238E27FC236}">
                  <a16:creationId xmlns:a16="http://schemas.microsoft.com/office/drawing/2014/main" id="{AC28643D-3042-44F2-81D1-82C01F0BCA88}"/>
                </a:ext>
              </a:extLst>
            </p:cNvPr>
            <p:cNvSpPr>
              <a:spLocks noGrp="1"/>
            </p:cNvSpPr>
            <p:nvPr/>
          </p:nvSpPr>
          <p:spPr>
            <a:xfrm>
              <a:off x="292252" y="3285755"/>
              <a:ext cx="36976" cy="2959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4" name="asset_3419_37">
              <a:extLst>
                <a:ext uri="{FF2B5EF4-FFF2-40B4-BE49-F238E27FC236}">
                  <a16:creationId xmlns:a16="http://schemas.microsoft.com/office/drawing/2014/main" id="{ED2ED251-9B8A-4524-970F-38F6279FA254}"/>
                </a:ext>
              </a:extLst>
            </p:cNvPr>
            <p:cNvSpPr>
              <a:spLocks noGrp="1"/>
            </p:cNvSpPr>
            <p:nvPr/>
          </p:nvSpPr>
          <p:spPr>
            <a:xfrm>
              <a:off x="229489" y="3339846"/>
              <a:ext cx="29623" cy="237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5" name="asset_3419_38">
              <a:extLst>
                <a:ext uri="{FF2B5EF4-FFF2-40B4-BE49-F238E27FC236}">
                  <a16:creationId xmlns:a16="http://schemas.microsoft.com/office/drawing/2014/main" id="{E34310F5-BE6A-45B0-88A6-E5ABE9CF825B}"/>
                </a:ext>
              </a:extLst>
            </p:cNvPr>
            <p:cNvSpPr>
              <a:spLocks noGrp="1"/>
            </p:cNvSpPr>
            <p:nvPr/>
          </p:nvSpPr>
          <p:spPr>
            <a:xfrm>
              <a:off x="312083" y="3292108"/>
              <a:ext cx="27874" cy="223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6" name="asset_3419_39">
              <a:extLst>
                <a:ext uri="{FF2B5EF4-FFF2-40B4-BE49-F238E27FC236}">
                  <a16:creationId xmlns:a16="http://schemas.microsoft.com/office/drawing/2014/main" id="{CB658C1A-F838-4A51-8CA3-7A5215DAFCFB}"/>
                </a:ext>
              </a:extLst>
            </p:cNvPr>
            <p:cNvSpPr>
              <a:spLocks noGrp="1"/>
            </p:cNvSpPr>
            <p:nvPr/>
          </p:nvSpPr>
          <p:spPr>
            <a:xfrm>
              <a:off x="220674" y="3328367"/>
              <a:ext cx="47389" cy="379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7" name="asset_3419_40">
              <a:extLst>
                <a:ext uri="{FF2B5EF4-FFF2-40B4-BE49-F238E27FC236}">
                  <a16:creationId xmlns:a16="http://schemas.microsoft.com/office/drawing/2014/main" id="{6BBB95B4-E822-4DF6-93CF-34BDC6C58B4A}"/>
                </a:ext>
              </a:extLst>
            </p:cNvPr>
            <p:cNvSpPr>
              <a:spLocks noGrp="1"/>
            </p:cNvSpPr>
            <p:nvPr/>
          </p:nvSpPr>
          <p:spPr>
            <a:xfrm>
              <a:off x="285073" y="3306802"/>
              <a:ext cx="46606" cy="3730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8" name="asset_3419_41">
              <a:extLst>
                <a:ext uri="{FF2B5EF4-FFF2-40B4-BE49-F238E27FC236}">
                  <a16:creationId xmlns:a16="http://schemas.microsoft.com/office/drawing/2014/main" id="{F88ACF5E-847D-4FF2-B406-F147CEA72BC2}"/>
                </a:ext>
              </a:extLst>
            </p:cNvPr>
            <p:cNvSpPr>
              <a:spLocks noGrp="1"/>
            </p:cNvSpPr>
            <p:nvPr/>
          </p:nvSpPr>
          <p:spPr>
            <a:xfrm>
              <a:off x="198099" y="3328845"/>
              <a:ext cx="45504" cy="3642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9" name="asset_3419_42">
              <a:extLst>
                <a:ext uri="{FF2B5EF4-FFF2-40B4-BE49-F238E27FC236}">
                  <a16:creationId xmlns:a16="http://schemas.microsoft.com/office/drawing/2014/main" id="{318045A0-D500-4287-B53B-10E9948BBD81}"/>
                </a:ext>
              </a:extLst>
            </p:cNvPr>
            <p:cNvSpPr>
              <a:spLocks noGrp="1"/>
            </p:cNvSpPr>
            <p:nvPr/>
          </p:nvSpPr>
          <p:spPr>
            <a:xfrm>
              <a:off x="312846" y="3310740"/>
              <a:ext cx="42839" cy="3429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0" name="asset_3419_43">
              <a:extLst>
                <a:ext uri="{FF2B5EF4-FFF2-40B4-BE49-F238E27FC236}">
                  <a16:creationId xmlns:a16="http://schemas.microsoft.com/office/drawing/2014/main" id="{D7FF2EAB-1CB0-41B7-AD59-0E106F61E05B}"/>
                </a:ext>
              </a:extLst>
            </p:cNvPr>
            <p:cNvSpPr>
              <a:spLocks noGrp="1"/>
            </p:cNvSpPr>
            <p:nvPr/>
          </p:nvSpPr>
          <p:spPr>
            <a:xfrm>
              <a:off x="243288" y="3322010"/>
              <a:ext cx="49122" cy="3932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1" name="asset_3419_44">
              <a:extLst>
                <a:ext uri="{FF2B5EF4-FFF2-40B4-BE49-F238E27FC236}">
                  <a16:creationId xmlns:a16="http://schemas.microsoft.com/office/drawing/2014/main" id="{2BBE1DCF-7062-4732-826E-42E23849697E}"/>
                </a:ext>
              </a:extLst>
            </p:cNvPr>
            <p:cNvSpPr>
              <a:spLocks noGrp="1"/>
            </p:cNvSpPr>
            <p:nvPr/>
          </p:nvSpPr>
          <p:spPr>
            <a:xfrm>
              <a:off x="314407" y="3296790"/>
              <a:ext cx="42351" cy="3390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2" name="asset_3419_45">
              <a:extLst>
                <a:ext uri="{FF2B5EF4-FFF2-40B4-BE49-F238E27FC236}">
                  <a16:creationId xmlns:a16="http://schemas.microsoft.com/office/drawing/2014/main" id="{C8FE71C2-A573-4FB2-9077-8E17BDADECD6}"/>
                </a:ext>
              </a:extLst>
            </p:cNvPr>
            <p:cNvSpPr>
              <a:spLocks noGrp="1"/>
            </p:cNvSpPr>
            <p:nvPr/>
          </p:nvSpPr>
          <p:spPr>
            <a:xfrm>
              <a:off x="225643" y="3336653"/>
              <a:ext cx="48657" cy="3894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3" name="asset_3419_46">
              <a:extLst>
                <a:ext uri="{FF2B5EF4-FFF2-40B4-BE49-F238E27FC236}">
                  <a16:creationId xmlns:a16="http://schemas.microsoft.com/office/drawing/2014/main" id="{BCF1904A-9648-4261-86CF-B4A3CC773F57}"/>
                </a:ext>
              </a:extLst>
            </p:cNvPr>
            <p:cNvSpPr>
              <a:spLocks noGrp="1"/>
            </p:cNvSpPr>
            <p:nvPr/>
          </p:nvSpPr>
          <p:spPr>
            <a:xfrm>
              <a:off x="277958" y="3296525"/>
              <a:ext cx="39519" cy="316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4" name="asset_3419_47">
              <a:extLst>
                <a:ext uri="{FF2B5EF4-FFF2-40B4-BE49-F238E27FC236}">
                  <a16:creationId xmlns:a16="http://schemas.microsoft.com/office/drawing/2014/main" id="{A3C92328-309D-4E52-9DDB-F5B3A126F720}"/>
                </a:ext>
              </a:extLst>
            </p:cNvPr>
            <p:cNvSpPr>
              <a:spLocks noGrp="1"/>
            </p:cNvSpPr>
            <p:nvPr/>
          </p:nvSpPr>
          <p:spPr>
            <a:xfrm>
              <a:off x="224008" y="3331268"/>
              <a:ext cx="49365" cy="395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5" name="asset_3419_48">
              <a:extLst>
                <a:ext uri="{FF2B5EF4-FFF2-40B4-BE49-F238E27FC236}">
                  <a16:creationId xmlns:a16="http://schemas.microsoft.com/office/drawing/2014/main" id="{13875825-74FD-4171-A9BF-25AEFA581748}"/>
                </a:ext>
              </a:extLst>
            </p:cNvPr>
            <p:cNvSpPr>
              <a:spLocks noGrp="1"/>
            </p:cNvSpPr>
            <p:nvPr/>
          </p:nvSpPr>
          <p:spPr>
            <a:xfrm>
              <a:off x="312203" y="3286789"/>
              <a:ext cx="35817" cy="2867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6" name="asset_3419_49">
              <a:extLst>
                <a:ext uri="{FF2B5EF4-FFF2-40B4-BE49-F238E27FC236}">
                  <a16:creationId xmlns:a16="http://schemas.microsoft.com/office/drawing/2014/main" id="{45913E88-8BF1-4ABB-ADDC-1D6B6304DC50}"/>
                </a:ext>
              </a:extLst>
            </p:cNvPr>
            <p:cNvSpPr>
              <a:spLocks noGrp="1"/>
            </p:cNvSpPr>
            <p:nvPr/>
          </p:nvSpPr>
          <p:spPr>
            <a:xfrm>
              <a:off x="17748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grpSp>
        <p:nvGrpSpPr>
          <p:cNvPr id="1267" name="a | spatial view receptor suppression x2 | v4 editable"/>
          <p:cNvGrpSpPr/>
          <p:nvPr/>
        </p:nvGrpSpPr>
        <p:grpSpPr>
          <a:xfrm>
            <a:off x="1794262" y="2333512"/>
            <a:ext cx="155421" cy="122657"/>
            <a:chOff x="584640" y="3241800"/>
            <a:chExt cx="249480" cy="196920"/>
          </a:xfrm>
        </p:grpSpPr>
        <p:sp>
          <p:nvSpPr>
            <p:cNvPr id="1268" name="asset_3420_0">
              <a:extLst>
                <a:ext uri="{FF2B5EF4-FFF2-40B4-BE49-F238E27FC236}">
                  <a16:creationId xmlns:a16="http://schemas.microsoft.com/office/drawing/2014/main" id="{11E24C19-4E6B-439B-A1B1-80CC339E5B8C}"/>
                </a:ext>
              </a:extLst>
            </p:cNvPr>
            <p:cNvSpPr>
              <a:spLocks noGrp="1"/>
            </p:cNvSpPr>
            <p:nvPr/>
          </p:nvSpPr>
          <p:spPr>
            <a:xfrm>
              <a:off x="58464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69" name="asset_3420_1">
              <a:extLst>
                <a:ext uri="{FF2B5EF4-FFF2-40B4-BE49-F238E27FC236}">
                  <a16:creationId xmlns:a16="http://schemas.microsoft.com/office/drawing/2014/main" id="{B50E79DA-41F6-45C9-A4AE-D0F37EFF2872}"/>
                </a:ext>
              </a:extLst>
            </p:cNvPr>
            <p:cNvSpPr>
              <a:spLocks noGrp="1"/>
            </p:cNvSpPr>
            <p:nvPr/>
          </p:nvSpPr>
          <p:spPr>
            <a:xfrm>
              <a:off x="78671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70" name="asset_3420_2">
              <a:extLst>
                <a:ext uri="{FF2B5EF4-FFF2-40B4-BE49-F238E27FC236}">
                  <a16:creationId xmlns:a16="http://schemas.microsoft.com/office/drawing/2014/main" id="{89A2DE71-EF0A-4B04-BA0F-EA745AA443D8}"/>
                </a:ext>
              </a:extLst>
            </p:cNvPr>
            <p:cNvSpPr>
              <a:spLocks noGrp="1"/>
            </p:cNvSpPr>
            <p:nvPr/>
          </p:nvSpPr>
          <p:spPr>
            <a:xfrm>
              <a:off x="584640" y="3275276"/>
              <a:ext cx="202079" cy="163444"/>
            </a:xfrm>
            <a:prstGeom prst="rect">
              <a:avLst/>
            </a:prstGeom>
            <a:solidFill>
              <a:srgbClr val="E7F1FC">
                <a:alpha val="20000"/>
              </a:srgbClr>
            </a:solidFill>
            <a:ln w="1339">
              <a:solidFill>
                <a:srgbClr val="87ADD3"/>
              </a:solidFill>
            </a:ln>
          </p:spPr>
        </p:sp>
        <p:sp>
          <p:nvSpPr>
            <p:cNvPr id="1271" name="asset_3420_3">
              <a:extLst>
                <a:ext uri="{FF2B5EF4-FFF2-40B4-BE49-F238E27FC236}">
                  <a16:creationId xmlns:a16="http://schemas.microsoft.com/office/drawing/2014/main" id="{A4CA4408-F942-4AE1-9AC7-BED1C70C9811}"/>
                </a:ext>
              </a:extLst>
            </p:cNvPr>
            <p:cNvSpPr>
              <a:spLocks noGrp="1"/>
            </p:cNvSpPr>
            <p:nvPr/>
          </p:nvSpPr>
          <p:spPr>
            <a:xfrm>
              <a:off x="635160" y="3275276"/>
              <a:ext cx="4" cy="163444"/>
            </a:xfrm>
            <a:prstGeom prst="line">
              <a:avLst/>
            </a:prstGeom>
            <a:noFill/>
            <a:ln w="982">
              <a:solidFill>
                <a:srgbClr val="C9DEED">
                  <a:alpha val="33000"/>
                </a:srgbClr>
              </a:solidFill>
            </a:ln>
          </p:spPr>
        </p:sp>
        <p:sp>
          <p:nvSpPr>
            <p:cNvPr id="1272" name="asset_3420_4">
              <a:extLst>
                <a:ext uri="{FF2B5EF4-FFF2-40B4-BE49-F238E27FC236}">
                  <a16:creationId xmlns:a16="http://schemas.microsoft.com/office/drawing/2014/main" id="{28CC5993-3375-4176-A25F-D7B5E05BD5BD}"/>
                </a:ext>
              </a:extLst>
            </p:cNvPr>
            <p:cNvSpPr>
              <a:spLocks noGrp="1"/>
            </p:cNvSpPr>
            <p:nvPr/>
          </p:nvSpPr>
          <p:spPr>
            <a:xfrm>
              <a:off x="584640" y="3316137"/>
              <a:ext cx="202079" cy="4"/>
            </a:xfrm>
            <a:prstGeom prst="line">
              <a:avLst/>
            </a:prstGeom>
            <a:noFill/>
            <a:ln w="982">
              <a:solidFill>
                <a:srgbClr val="C9DEED">
                  <a:alpha val="33000"/>
                </a:srgbClr>
              </a:solidFill>
            </a:ln>
          </p:spPr>
        </p:sp>
        <p:sp>
          <p:nvSpPr>
            <p:cNvPr id="1273" name="asset_3420_5">
              <a:extLst>
                <a:ext uri="{FF2B5EF4-FFF2-40B4-BE49-F238E27FC236}">
                  <a16:creationId xmlns:a16="http://schemas.microsoft.com/office/drawing/2014/main" id="{31D3A39F-A4CF-4BDA-8288-68C45E4548DD}"/>
                </a:ext>
              </a:extLst>
            </p:cNvPr>
            <p:cNvSpPr>
              <a:spLocks noGrp="1"/>
            </p:cNvSpPr>
            <p:nvPr/>
          </p:nvSpPr>
          <p:spPr>
            <a:xfrm>
              <a:off x="685679" y="3275276"/>
              <a:ext cx="4" cy="163444"/>
            </a:xfrm>
            <a:prstGeom prst="line">
              <a:avLst/>
            </a:prstGeom>
            <a:noFill/>
            <a:ln w="982">
              <a:solidFill>
                <a:srgbClr val="C9DEED">
                  <a:alpha val="33000"/>
                </a:srgbClr>
              </a:solidFill>
            </a:ln>
          </p:spPr>
        </p:sp>
        <p:sp>
          <p:nvSpPr>
            <p:cNvPr id="1274" name="asset_3420_6">
              <a:extLst>
                <a:ext uri="{FF2B5EF4-FFF2-40B4-BE49-F238E27FC236}">
                  <a16:creationId xmlns:a16="http://schemas.microsoft.com/office/drawing/2014/main" id="{3339C51E-B9A4-4539-8B1C-FFAF967A8456}"/>
                </a:ext>
              </a:extLst>
            </p:cNvPr>
            <p:cNvSpPr>
              <a:spLocks noGrp="1"/>
            </p:cNvSpPr>
            <p:nvPr/>
          </p:nvSpPr>
          <p:spPr>
            <a:xfrm>
              <a:off x="584640" y="3356998"/>
              <a:ext cx="202079" cy="4"/>
            </a:xfrm>
            <a:prstGeom prst="line">
              <a:avLst/>
            </a:prstGeom>
            <a:noFill/>
            <a:ln w="982">
              <a:solidFill>
                <a:srgbClr val="C9DEED">
                  <a:alpha val="33000"/>
                </a:srgbClr>
              </a:solidFill>
            </a:ln>
          </p:spPr>
        </p:sp>
        <p:sp>
          <p:nvSpPr>
            <p:cNvPr id="1275" name="asset_3420_7">
              <a:extLst>
                <a:ext uri="{FF2B5EF4-FFF2-40B4-BE49-F238E27FC236}">
                  <a16:creationId xmlns:a16="http://schemas.microsoft.com/office/drawing/2014/main" id="{A622E2FC-2515-47C8-A782-437951FF1509}"/>
                </a:ext>
              </a:extLst>
            </p:cNvPr>
            <p:cNvSpPr>
              <a:spLocks noGrp="1"/>
            </p:cNvSpPr>
            <p:nvPr/>
          </p:nvSpPr>
          <p:spPr>
            <a:xfrm>
              <a:off x="736199" y="3275276"/>
              <a:ext cx="4" cy="163444"/>
            </a:xfrm>
            <a:prstGeom prst="line">
              <a:avLst/>
            </a:prstGeom>
            <a:noFill/>
            <a:ln w="982">
              <a:solidFill>
                <a:srgbClr val="C9DEED">
                  <a:alpha val="33000"/>
                </a:srgbClr>
              </a:solidFill>
            </a:ln>
          </p:spPr>
        </p:sp>
        <p:sp>
          <p:nvSpPr>
            <p:cNvPr id="1276" name="asset_3420_8">
              <a:extLst>
                <a:ext uri="{FF2B5EF4-FFF2-40B4-BE49-F238E27FC236}">
                  <a16:creationId xmlns:a16="http://schemas.microsoft.com/office/drawing/2014/main" id="{9F1A92B1-1413-4520-83F6-E1F4DAFBBE42}"/>
                </a:ext>
              </a:extLst>
            </p:cNvPr>
            <p:cNvSpPr>
              <a:spLocks noGrp="1"/>
            </p:cNvSpPr>
            <p:nvPr/>
          </p:nvSpPr>
          <p:spPr>
            <a:xfrm>
              <a:off x="584640" y="3397859"/>
              <a:ext cx="202079" cy="4"/>
            </a:xfrm>
            <a:prstGeom prst="line">
              <a:avLst/>
            </a:prstGeom>
            <a:noFill/>
            <a:ln w="982">
              <a:solidFill>
                <a:srgbClr val="C9DEED">
                  <a:alpha val="33000"/>
                </a:srgbClr>
              </a:solidFill>
            </a:ln>
          </p:spPr>
        </p:sp>
        <p:sp>
          <p:nvSpPr>
            <p:cNvPr id="1277" name="asset_3420_9">
              <a:extLst>
                <a:ext uri="{FF2B5EF4-FFF2-40B4-BE49-F238E27FC236}">
                  <a16:creationId xmlns:a16="http://schemas.microsoft.com/office/drawing/2014/main" id="{A5D77FA2-8E0A-4ED9-A21F-B511FA6328D1}"/>
                </a:ext>
              </a:extLst>
            </p:cNvPr>
            <p:cNvSpPr>
              <a:spLocks noGrp="1"/>
            </p:cNvSpPr>
            <p:nvPr/>
          </p:nvSpPr>
          <p:spPr>
            <a:xfrm>
              <a:off x="624086" y="3305296"/>
              <a:ext cx="98008" cy="78453"/>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8" name="asset_3420_10">
              <a:extLst>
                <a:ext uri="{FF2B5EF4-FFF2-40B4-BE49-F238E27FC236}">
                  <a16:creationId xmlns:a16="http://schemas.microsoft.com/office/drawing/2014/main" id="{469B0848-929A-4D4D-A53A-6762AE0290B3}"/>
                </a:ext>
              </a:extLst>
            </p:cNvPr>
            <p:cNvSpPr>
              <a:spLocks noGrp="1"/>
            </p:cNvSpPr>
            <p:nvPr/>
          </p:nvSpPr>
          <p:spPr>
            <a:xfrm>
              <a:off x="682891" y="3289605"/>
              <a:ext cx="74486" cy="59624"/>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9" name="asset_3420_11">
              <a:extLst>
                <a:ext uri="{FF2B5EF4-FFF2-40B4-BE49-F238E27FC236}">
                  <a16:creationId xmlns:a16="http://schemas.microsoft.com/office/drawing/2014/main" id="{BDD49862-923C-4D3B-96E3-E1B8E4FBA028}"/>
                </a:ext>
              </a:extLst>
            </p:cNvPr>
            <p:cNvSpPr>
              <a:spLocks noGrp="1"/>
            </p:cNvSpPr>
            <p:nvPr/>
          </p:nvSpPr>
          <p:spPr>
            <a:xfrm>
              <a:off x="670266" y="3303139"/>
              <a:ext cx="47746" cy="3821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0" name="asset_3420_12">
              <a:extLst>
                <a:ext uri="{FF2B5EF4-FFF2-40B4-BE49-F238E27FC236}">
                  <a16:creationId xmlns:a16="http://schemas.microsoft.com/office/drawing/2014/main" id="{8128719A-0A87-46F5-BC80-396B7B81430E}"/>
                </a:ext>
              </a:extLst>
            </p:cNvPr>
            <p:cNvSpPr>
              <a:spLocks noGrp="1"/>
            </p:cNvSpPr>
            <p:nvPr/>
          </p:nvSpPr>
          <p:spPr>
            <a:xfrm>
              <a:off x="711451" y="3294014"/>
              <a:ext cx="37849" cy="3029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1" name="asset_3420_13">
              <a:extLst>
                <a:ext uri="{FF2B5EF4-FFF2-40B4-BE49-F238E27FC236}">
                  <a16:creationId xmlns:a16="http://schemas.microsoft.com/office/drawing/2014/main" id="{364C07F5-9466-4B00-8015-B571515F4691}"/>
                </a:ext>
              </a:extLst>
            </p:cNvPr>
            <p:cNvSpPr>
              <a:spLocks noGrp="1"/>
            </p:cNvSpPr>
            <p:nvPr/>
          </p:nvSpPr>
          <p:spPr>
            <a:xfrm>
              <a:off x="672118" y="3323666"/>
              <a:ext cx="30799" cy="2465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2" name="asset_3420_14">
              <a:extLst>
                <a:ext uri="{FF2B5EF4-FFF2-40B4-BE49-F238E27FC236}">
                  <a16:creationId xmlns:a16="http://schemas.microsoft.com/office/drawing/2014/main" id="{82D8FE83-A19F-4B3F-8FAD-F4098D8DBD66}"/>
                </a:ext>
              </a:extLst>
            </p:cNvPr>
            <p:cNvSpPr>
              <a:spLocks noGrp="1"/>
            </p:cNvSpPr>
            <p:nvPr/>
          </p:nvSpPr>
          <p:spPr>
            <a:xfrm>
              <a:off x="720590" y="3310972"/>
              <a:ext cx="43510" cy="348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3" name="asset_3420_15">
              <a:extLst>
                <a:ext uri="{FF2B5EF4-FFF2-40B4-BE49-F238E27FC236}">
                  <a16:creationId xmlns:a16="http://schemas.microsoft.com/office/drawing/2014/main" id="{E82D0C1E-6666-4130-A74E-85C7DF4797E9}"/>
                </a:ext>
              </a:extLst>
            </p:cNvPr>
            <p:cNvSpPr>
              <a:spLocks noGrp="1"/>
            </p:cNvSpPr>
            <p:nvPr/>
          </p:nvSpPr>
          <p:spPr>
            <a:xfrm>
              <a:off x="624742" y="3333552"/>
              <a:ext cx="37669" cy="3015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4" name="asset_3420_16">
              <a:extLst>
                <a:ext uri="{FF2B5EF4-FFF2-40B4-BE49-F238E27FC236}">
                  <a16:creationId xmlns:a16="http://schemas.microsoft.com/office/drawing/2014/main" id="{92D2CC00-B323-4F14-8D9D-E84CF45C8778}"/>
                </a:ext>
              </a:extLst>
            </p:cNvPr>
            <p:cNvSpPr>
              <a:spLocks noGrp="1"/>
            </p:cNvSpPr>
            <p:nvPr/>
          </p:nvSpPr>
          <p:spPr>
            <a:xfrm>
              <a:off x="715448" y="3289209"/>
              <a:ext cx="37688" cy="301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5" name="asset_3420_17">
              <a:extLst>
                <a:ext uri="{FF2B5EF4-FFF2-40B4-BE49-F238E27FC236}">
                  <a16:creationId xmlns:a16="http://schemas.microsoft.com/office/drawing/2014/main" id="{CD22A31E-3673-4F4D-B295-08C6AA3BC0D8}"/>
                </a:ext>
              </a:extLst>
            </p:cNvPr>
            <p:cNvSpPr>
              <a:spLocks noGrp="1"/>
            </p:cNvSpPr>
            <p:nvPr/>
          </p:nvSpPr>
          <p:spPr>
            <a:xfrm>
              <a:off x="646162" y="3350828"/>
              <a:ext cx="46763" cy="374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6" name="asset_3420_18">
              <a:extLst>
                <a:ext uri="{FF2B5EF4-FFF2-40B4-BE49-F238E27FC236}">
                  <a16:creationId xmlns:a16="http://schemas.microsoft.com/office/drawing/2014/main" id="{AD31653D-C011-4EC8-AF16-F64BF67D39D7}"/>
                </a:ext>
              </a:extLst>
            </p:cNvPr>
            <p:cNvSpPr>
              <a:spLocks noGrp="1"/>
            </p:cNvSpPr>
            <p:nvPr/>
          </p:nvSpPr>
          <p:spPr>
            <a:xfrm>
              <a:off x="702343" y="3308266"/>
              <a:ext cx="49843" cy="3989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7" name="asset_3420_19">
              <a:extLst>
                <a:ext uri="{FF2B5EF4-FFF2-40B4-BE49-F238E27FC236}">
                  <a16:creationId xmlns:a16="http://schemas.microsoft.com/office/drawing/2014/main" id="{EFC97D9B-EF35-4C56-94C1-A9B8EC1D2EDF}"/>
                </a:ext>
              </a:extLst>
            </p:cNvPr>
            <p:cNvSpPr>
              <a:spLocks noGrp="1"/>
            </p:cNvSpPr>
            <p:nvPr/>
          </p:nvSpPr>
          <p:spPr>
            <a:xfrm>
              <a:off x="652039" y="3320722"/>
              <a:ext cx="44389" cy="355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8" name="asset_3420_20">
              <a:extLst>
                <a:ext uri="{FF2B5EF4-FFF2-40B4-BE49-F238E27FC236}">
                  <a16:creationId xmlns:a16="http://schemas.microsoft.com/office/drawing/2014/main" id="{292EF993-93E7-4CF4-AB76-C89BB24D69E4}"/>
                </a:ext>
              </a:extLst>
            </p:cNvPr>
            <p:cNvSpPr>
              <a:spLocks noGrp="1"/>
            </p:cNvSpPr>
            <p:nvPr/>
          </p:nvSpPr>
          <p:spPr>
            <a:xfrm>
              <a:off x="679298" y="3310384"/>
              <a:ext cx="31594" cy="252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9" name="asset_3420_21">
              <a:extLst>
                <a:ext uri="{FF2B5EF4-FFF2-40B4-BE49-F238E27FC236}">
                  <a16:creationId xmlns:a16="http://schemas.microsoft.com/office/drawing/2014/main" id="{6C332C1B-6308-4B21-BB7D-E7ED4BB8F9B4}"/>
                </a:ext>
              </a:extLst>
            </p:cNvPr>
            <p:cNvSpPr>
              <a:spLocks noGrp="1"/>
            </p:cNvSpPr>
            <p:nvPr/>
          </p:nvSpPr>
          <p:spPr>
            <a:xfrm>
              <a:off x="685995" y="3319433"/>
              <a:ext cx="42444" cy="3397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0" name="asset_3420_22">
              <a:extLst>
                <a:ext uri="{FF2B5EF4-FFF2-40B4-BE49-F238E27FC236}">
                  <a16:creationId xmlns:a16="http://schemas.microsoft.com/office/drawing/2014/main" id="{28F705BA-13F4-4BE9-A9A5-ADAE622662E7}"/>
                </a:ext>
              </a:extLst>
            </p:cNvPr>
            <p:cNvSpPr>
              <a:spLocks noGrp="1"/>
            </p:cNvSpPr>
            <p:nvPr/>
          </p:nvSpPr>
          <p:spPr>
            <a:xfrm>
              <a:off x="690038" y="3284972"/>
              <a:ext cx="35409" cy="2834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1" name="asset_3420_23">
              <a:extLst>
                <a:ext uri="{FF2B5EF4-FFF2-40B4-BE49-F238E27FC236}">
                  <a16:creationId xmlns:a16="http://schemas.microsoft.com/office/drawing/2014/main" id="{68A75A15-8FE0-470E-89B4-1EAB27B330BC}"/>
                </a:ext>
              </a:extLst>
            </p:cNvPr>
            <p:cNvSpPr>
              <a:spLocks noGrp="1"/>
            </p:cNvSpPr>
            <p:nvPr/>
          </p:nvSpPr>
          <p:spPr>
            <a:xfrm>
              <a:off x="666699" y="3337181"/>
              <a:ext cx="49507" cy="396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2" name="asset_3420_24">
              <a:extLst>
                <a:ext uri="{FF2B5EF4-FFF2-40B4-BE49-F238E27FC236}">
                  <a16:creationId xmlns:a16="http://schemas.microsoft.com/office/drawing/2014/main" id="{D00B1058-A9EE-4901-A6BA-D72BE4BA4A29}"/>
                </a:ext>
              </a:extLst>
            </p:cNvPr>
            <p:cNvSpPr>
              <a:spLocks noGrp="1"/>
            </p:cNvSpPr>
            <p:nvPr/>
          </p:nvSpPr>
          <p:spPr>
            <a:xfrm>
              <a:off x="682973" y="3309820"/>
              <a:ext cx="35630" cy="2852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3" name="asset_3420_25">
              <a:extLst>
                <a:ext uri="{FF2B5EF4-FFF2-40B4-BE49-F238E27FC236}">
                  <a16:creationId xmlns:a16="http://schemas.microsoft.com/office/drawing/2014/main" id="{9053C6CF-8909-41E0-AA21-F8F6E1D3BDD9}"/>
                </a:ext>
              </a:extLst>
            </p:cNvPr>
            <p:cNvSpPr>
              <a:spLocks noGrp="1"/>
            </p:cNvSpPr>
            <p:nvPr/>
          </p:nvSpPr>
          <p:spPr>
            <a:xfrm>
              <a:off x="653113" y="3330235"/>
              <a:ext cx="45929" cy="3676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4" name="asset_3420_26">
              <a:extLst>
                <a:ext uri="{FF2B5EF4-FFF2-40B4-BE49-F238E27FC236}">
                  <a16:creationId xmlns:a16="http://schemas.microsoft.com/office/drawing/2014/main" id="{33BC6A56-1C0E-440F-8735-08C35531BE28}"/>
                </a:ext>
              </a:extLst>
            </p:cNvPr>
            <p:cNvSpPr>
              <a:spLocks noGrp="1"/>
            </p:cNvSpPr>
            <p:nvPr/>
          </p:nvSpPr>
          <p:spPr>
            <a:xfrm>
              <a:off x="696444" y="3297262"/>
              <a:ext cx="36326" cy="2907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5" name="asset_3420_27">
              <a:extLst>
                <a:ext uri="{FF2B5EF4-FFF2-40B4-BE49-F238E27FC236}">
                  <a16:creationId xmlns:a16="http://schemas.microsoft.com/office/drawing/2014/main" id="{D29C1E14-CFAA-4263-8DFC-B8FE8BE039D7}"/>
                </a:ext>
              </a:extLst>
            </p:cNvPr>
            <p:cNvSpPr>
              <a:spLocks noGrp="1"/>
            </p:cNvSpPr>
            <p:nvPr/>
          </p:nvSpPr>
          <p:spPr>
            <a:xfrm>
              <a:off x="639530" y="3342615"/>
              <a:ext cx="41193" cy="3297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6" name="asset_3420_28">
              <a:extLst>
                <a:ext uri="{FF2B5EF4-FFF2-40B4-BE49-F238E27FC236}">
                  <a16:creationId xmlns:a16="http://schemas.microsoft.com/office/drawing/2014/main" id="{1D38E4FE-6C39-4C42-9B5B-EF389B4C7A82}"/>
                </a:ext>
              </a:extLst>
            </p:cNvPr>
            <p:cNvSpPr>
              <a:spLocks noGrp="1"/>
            </p:cNvSpPr>
            <p:nvPr/>
          </p:nvSpPr>
          <p:spPr>
            <a:xfrm>
              <a:off x="705748" y="3306110"/>
              <a:ext cx="48165" cy="3855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7" name="asset_3420_29">
              <a:extLst>
                <a:ext uri="{FF2B5EF4-FFF2-40B4-BE49-F238E27FC236}">
                  <a16:creationId xmlns:a16="http://schemas.microsoft.com/office/drawing/2014/main" id="{9D84099E-BBCE-4E17-A85A-E9C333DCA9A0}"/>
                </a:ext>
              </a:extLst>
            </p:cNvPr>
            <p:cNvSpPr>
              <a:spLocks noGrp="1"/>
            </p:cNvSpPr>
            <p:nvPr/>
          </p:nvSpPr>
          <p:spPr>
            <a:xfrm>
              <a:off x="650868" y="3310880"/>
              <a:ext cx="37770" cy="3023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8" name="asset_3420_30">
              <a:extLst>
                <a:ext uri="{FF2B5EF4-FFF2-40B4-BE49-F238E27FC236}">
                  <a16:creationId xmlns:a16="http://schemas.microsoft.com/office/drawing/2014/main" id="{C05C4DFD-984F-41D0-96A6-7DB3E3F7D03A}"/>
                </a:ext>
              </a:extLst>
            </p:cNvPr>
            <p:cNvSpPr>
              <a:spLocks noGrp="1"/>
            </p:cNvSpPr>
            <p:nvPr/>
          </p:nvSpPr>
          <p:spPr>
            <a:xfrm>
              <a:off x="711827" y="3300475"/>
              <a:ext cx="41716" cy="3339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9" name="asset_3420_31">
              <a:extLst>
                <a:ext uri="{FF2B5EF4-FFF2-40B4-BE49-F238E27FC236}">
                  <a16:creationId xmlns:a16="http://schemas.microsoft.com/office/drawing/2014/main" id="{0E314579-CD89-46E7-ACDC-A9CB434A8A7C}"/>
                </a:ext>
              </a:extLst>
            </p:cNvPr>
            <p:cNvSpPr>
              <a:spLocks noGrp="1"/>
            </p:cNvSpPr>
            <p:nvPr/>
          </p:nvSpPr>
          <p:spPr>
            <a:xfrm>
              <a:off x="644549" y="3299489"/>
              <a:ext cx="44112" cy="3531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0" name="asset_3420_32">
              <a:extLst>
                <a:ext uri="{FF2B5EF4-FFF2-40B4-BE49-F238E27FC236}">
                  <a16:creationId xmlns:a16="http://schemas.microsoft.com/office/drawing/2014/main" id="{3D1B9B2F-0606-49D7-96AA-D51CC90AAF94}"/>
                </a:ext>
              </a:extLst>
            </p:cNvPr>
            <p:cNvSpPr>
              <a:spLocks noGrp="1"/>
            </p:cNvSpPr>
            <p:nvPr/>
          </p:nvSpPr>
          <p:spPr>
            <a:xfrm>
              <a:off x="724933" y="3301907"/>
              <a:ext cx="40658" cy="3254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1" name="asset_3420_33">
              <a:extLst>
                <a:ext uri="{FF2B5EF4-FFF2-40B4-BE49-F238E27FC236}">
                  <a16:creationId xmlns:a16="http://schemas.microsoft.com/office/drawing/2014/main" id="{69069EC4-8F17-4406-9D89-684D38FC5683}"/>
                </a:ext>
              </a:extLst>
            </p:cNvPr>
            <p:cNvSpPr>
              <a:spLocks noGrp="1"/>
            </p:cNvSpPr>
            <p:nvPr/>
          </p:nvSpPr>
          <p:spPr>
            <a:xfrm>
              <a:off x="650852" y="3354191"/>
              <a:ext cx="36781" cy="2944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2" name="asset_3420_34">
              <a:extLst>
                <a:ext uri="{FF2B5EF4-FFF2-40B4-BE49-F238E27FC236}">
                  <a16:creationId xmlns:a16="http://schemas.microsoft.com/office/drawing/2014/main" id="{F5D5CB78-1525-4CEB-B504-66828D797D97}"/>
                </a:ext>
              </a:extLst>
            </p:cNvPr>
            <p:cNvSpPr>
              <a:spLocks noGrp="1"/>
            </p:cNvSpPr>
            <p:nvPr/>
          </p:nvSpPr>
          <p:spPr>
            <a:xfrm>
              <a:off x="692643" y="3302842"/>
              <a:ext cx="36191" cy="2897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3" name="asset_3420_35">
              <a:extLst>
                <a:ext uri="{FF2B5EF4-FFF2-40B4-BE49-F238E27FC236}">
                  <a16:creationId xmlns:a16="http://schemas.microsoft.com/office/drawing/2014/main" id="{9C90E2D4-8546-4558-879E-0C4386923A0B}"/>
                </a:ext>
              </a:extLst>
            </p:cNvPr>
            <p:cNvSpPr>
              <a:spLocks noGrp="1"/>
            </p:cNvSpPr>
            <p:nvPr/>
          </p:nvSpPr>
          <p:spPr>
            <a:xfrm>
              <a:off x="640852" y="3347251"/>
              <a:ext cx="33861" cy="2710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4" name="asset_3420_36">
              <a:extLst>
                <a:ext uri="{FF2B5EF4-FFF2-40B4-BE49-F238E27FC236}">
                  <a16:creationId xmlns:a16="http://schemas.microsoft.com/office/drawing/2014/main" id="{690F6F74-8736-412C-8FDE-A011EB6EE271}"/>
                </a:ext>
              </a:extLst>
            </p:cNvPr>
            <p:cNvSpPr>
              <a:spLocks noGrp="1"/>
            </p:cNvSpPr>
            <p:nvPr/>
          </p:nvSpPr>
          <p:spPr>
            <a:xfrm>
              <a:off x="693936" y="3311614"/>
              <a:ext cx="43306" cy="346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5" name="asset_3420_37">
              <a:extLst>
                <a:ext uri="{FF2B5EF4-FFF2-40B4-BE49-F238E27FC236}">
                  <a16:creationId xmlns:a16="http://schemas.microsoft.com/office/drawing/2014/main" id="{7616FEB5-82B9-40B4-883D-BACA837932F5}"/>
                </a:ext>
              </a:extLst>
            </p:cNvPr>
            <p:cNvSpPr>
              <a:spLocks noGrp="1"/>
            </p:cNvSpPr>
            <p:nvPr/>
          </p:nvSpPr>
          <p:spPr>
            <a:xfrm>
              <a:off x="644536" y="3349974"/>
              <a:ext cx="28278" cy="2263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6" name="asset_3420_38">
              <a:extLst>
                <a:ext uri="{FF2B5EF4-FFF2-40B4-BE49-F238E27FC236}">
                  <a16:creationId xmlns:a16="http://schemas.microsoft.com/office/drawing/2014/main" id="{31083F90-1B11-45E3-B3F2-047BA9864F6C}"/>
                </a:ext>
              </a:extLst>
            </p:cNvPr>
            <p:cNvSpPr>
              <a:spLocks noGrp="1"/>
            </p:cNvSpPr>
            <p:nvPr/>
          </p:nvSpPr>
          <p:spPr>
            <a:xfrm>
              <a:off x="705840" y="3319145"/>
              <a:ext cx="29686" cy="2376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7" name="asset_3420_39">
              <a:extLst>
                <a:ext uri="{FF2B5EF4-FFF2-40B4-BE49-F238E27FC236}">
                  <a16:creationId xmlns:a16="http://schemas.microsoft.com/office/drawing/2014/main" id="{E065BC61-296B-45CD-B80F-CEE25FF47D9A}"/>
                </a:ext>
              </a:extLst>
            </p:cNvPr>
            <p:cNvSpPr>
              <a:spLocks noGrp="1"/>
            </p:cNvSpPr>
            <p:nvPr/>
          </p:nvSpPr>
          <p:spPr>
            <a:xfrm>
              <a:off x="645822" y="3341687"/>
              <a:ext cx="47244" cy="3781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8" name="asset_3420_40">
              <a:extLst>
                <a:ext uri="{FF2B5EF4-FFF2-40B4-BE49-F238E27FC236}">
                  <a16:creationId xmlns:a16="http://schemas.microsoft.com/office/drawing/2014/main" id="{12E2975B-BAB3-43A6-9EF7-A7626BADD215}"/>
                </a:ext>
              </a:extLst>
            </p:cNvPr>
            <p:cNvSpPr>
              <a:spLocks noGrp="1"/>
            </p:cNvSpPr>
            <p:nvPr/>
          </p:nvSpPr>
          <p:spPr>
            <a:xfrm>
              <a:off x="720381" y="3301274"/>
              <a:ext cx="41422" cy="3315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9" name="asset_3420_41">
              <a:extLst>
                <a:ext uri="{FF2B5EF4-FFF2-40B4-BE49-F238E27FC236}">
                  <a16:creationId xmlns:a16="http://schemas.microsoft.com/office/drawing/2014/main" id="{E19CABB6-ED67-472A-91EB-F1ABAD22D19C}"/>
                </a:ext>
              </a:extLst>
            </p:cNvPr>
            <p:cNvSpPr>
              <a:spLocks noGrp="1"/>
            </p:cNvSpPr>
            <p:nvPr/>
          </p:nvSpPr>
          <p:spPr>
            <a:xfrm>
              <a:off x="636944" y="3328503"/>
              <a:ext cx="48996" cy="3922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0" name="asset_3420_42">
              <a:extLst>
                <a:ext uri="{FF2B5EF4-FFF2-40B4-BE49-F238E27FC236}">
                  <a16:creationId xmlns:a16="http://schemas.microsoft.com/office/drawing/2014/main" id="{1906A64D-2121-46AC-A25A-38889678E41E}"/>
                </a:ext>
              </a:extLst>
            </p:cNvPr>
            <p:cNvSpPr>
              <a:spLocks noGrp="1"/>
            </p:cNvSpPr>
            <p:nvPr/>
          </p:nvSpPr>
          <p:spPr>
            <a:xfrm>
              <a:off x="692669" y="3297447"/>
              <a:ext cx="40452" cy="3238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1" name="asset_3420_43">
              <a:extLst>
                <a:ext uri="{FF2B5EF4-FFF2-40B4-BE49-F238E27FC236}">
                  <a16:creationId xmlns:a16="http://schemas.microsoft.com/office/drawing/2014/main" id="{0FB0525E-786A-45F9-B471-0F54DE92F0FF}"/>
                </a:ext>
              </a:extLst>
            </p:cNvPr>
            <p:cNvSpPr>
              <a:spLocks noGrp="1"/>
            </p:cNvSpPr>
            <p:nvPr/>
          </p:nvSpPr>
          <p:spPr>
            <a:xfrm>
              <a:off x="688808" y="3344319"/>
              <a:ext cx="29315" cy="234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2" name="asset_3420_44">
              <a:extLst>
                <a:ext uri="{FF2B5EF4-FFF2-40B4-BE49-F238E27FC236}">
                  <a16:creationId xmlns:a16="http://schemas.microsoft.com/office/drawing/2014/main" id="{5A20BBEF-FC1F-4FAF-AFCE-8C4720AAE698}"/>
                </a:ext>
              </a:extLst>
            </p:cNvPr>
            <p:cNvSpPr>
              <a:spLocks noGrp="1"/>
            </p:cNvSpPr>
            <p:nvPr/>
          </p:nvSpPr>
          <p:spPr>
            <a:xfrm>
              <a:off x="706023" y="3290714"/>
              <a:ext cx="39437" cy="315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3" name="asset_3420_45">
              <a:extLst>
                <a:ext uri="{FF2B5EF4-FFF2-40B4-BE49-F238E27FC236}">
                  <a16:creationId xmlns:a16="http://schemas.microsoft.com/office/drawing/2014/main" id="{781A6E54-69BD-40FE-9502-0A30CA2F6117}"/>
                </a:ext>
              </a:extLst>
            </p:cNvPr>
            <p:cNvSpPr>
              <a:spLocks noGrp="1"/>
            </p:cNvSpPr>
            <p:nvPr/>
          </p:nvSpPr>
          <p:spPr>
            <a:xfrm>
              <a:off x="675510" y="3347917"/>
              <a:ext cx="43155" cy="3454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4" name="asset_3420_46">
              <a:extLst>
                <a:ext uri="{FF2B5EF4-FFF2-40B4-BE49-F238E27FC236}">
                  <a16:creationId xmlns:a16="http://schemas.microsoft.com/office/drawing/2014/main" id="{E79C1EB1-D632-46A1-8CAD-4515F2C584AF}"/>
                </a:ext>
              </a:extLst>
            </p:cNvPr>
            <p:cNvSpPr>
              <a:spLocks noGrp="1"/>
            </p:cNvSpPr>
            <p:nvPr/>
          </p:nvSpPr>
          <p:spPr>
            <a:xfrm>
              <a:off x="704669" y="3281389"/>
              <a:ext cx="49958" cy="399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5" name="asset_3420_47">
              <a:extLst>
                <a:ext uri="{FF2B5EF4-FFF2-40B4-BE49-F238E27FC236}">
                  <a16:creationId xmlns:a16="http://schemas.microsoft.com/office/drawing/2014/main" id="{46421164-8CA8-4E3E-BE64-257D370CD573}"/>
                </a:ext>
              </a:extLst>
            </p:cNvPr>
            <p:cNvSpPr>
              <a:spLocks noGrp="1"/>
            </p:cNvSpPr>
            <p:nvPr/>
          </p:nvSpPr>
          <p:spPr>
            <a:xfrm>
              <a:off x="624570" y="3333124"/>
              <a:ext cx="46055" cy="368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6" name="asset_3420_48">
              <a:extLst>
                <a:ext uri="{FF2B5EF4-FFF2-40B4-BE49-F238E27FC236}">
                  <a16:creationId xmlns:a16="http://schemas.microsoft.com/office/drawing/2014/main" id="{BC1BB576-D4CA-4CCC-8E60-69AE59B61D64}"/>
                </a:ext>
              </a:extLst>
            </p:cNvPr>
            <p:cNvSpPr>
              <a:spLocks noGrp="1"/>
            </p:cNvSpPr>
            <p:nvPr/>
          </p:nvSpPr>
          <p:spPr>
            <a:xfrm>
              <a:off x="716832" y="3311717"/>
              <a:ext cx="43699" cy="3498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7" name="asset_3420_49">
              <a:extLst>
                <a:ext uri="{FF2B5EF4-FFF2-40B4-BE49-F238E27FC236}">
                  <a16:creationId xmlns:a16="http://schemas.microsoft.com/office/drawing/2014/main" id="{351617DE-CD9B-45AA-BBFB-A6A70ABD89A9}"/>
                </a:ext>
              </a:extLst>
            </p:cNvPr>
            <p:cNvSpPr>
              <a:spLocks noGrp="1"/>
            </p:cNvSpPr>
            <p:nvPr/>
          </p:nvSpPr>
          <p:spPr>
            <a:xfrm>
              <a:off x="58464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pic>
        <p:nvPicPr>
          <p:cNvPr id="131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0"/>
          <a:stretch/>
        </p:blipFill>
        <p:spPr>
          <a:xfrm>
            <a:off x="1546335" y="2762108"/>
            <a:ext cx="343801" cy="237886"/>
          </a:xfrm>
          <a:prstGeom prst="rect">
            <a:avLst/>
          </a:prstGeom>
        </p:spPr>
      </p:pic>
      <p:grpSp>
        <p:nvGrpSpPr>
          <p:cNvPr id="131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132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2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132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132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132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132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133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133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133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133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133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134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134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4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134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134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4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134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135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135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135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135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135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136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136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136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6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136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136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137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137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7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137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137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137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138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138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138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138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8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138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139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139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139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139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139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9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140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140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140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140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140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0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41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41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41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41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41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42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42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42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42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42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42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43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3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43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43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43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43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44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44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44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1"/>
          <a:stretch>
            <a:fillRect/>
          </a:stretch>
        </p:blipFill>
        <p:spPr>
          <a:xfrm>
            <a:off x="1784247" y="3501830"/>
            <a:ext cx="204607" cy="54091"/>
          </a:xfrm>
          <a:prstGeom prst="rect">
            <a:avLst/>
          </a:prstGeom>
        </p:spPr>
      </p:pic>
      <p:sp>
        <p:nvSpPr>
          <p:cNvPr id="144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446" name="图片 12">
            <a:extLst>
              <a:ext uri="{FF2B5EF4-FFF2-40B4-BE49-F238E27FC236}">
                <a16:creationId xmlns:a16="http://schemas.microsoft.com/office/drawing/2014/main" id="{2F7DA45D-AE9E-3B07-4724-68D6D69C2EDB}"/>
              </a:ext>
            </a:extLst>
          </p:cNvPr>
          <p:cNvPicPr>
            <a:picLocks noChangeAspect="1"/>
          </p:cNvPicPr>
          <p:nvPr/>
        </p:nvPicPr>
        <p:blipFill>
          <a:blip r:embed="rId12"/>
          <a:stretch/>
        </p:blipFill>
        <p:spPr>
          <a:xfrm>
            <a:off x="2923374" y="526649"/>
            <a:ext cx="1398292" cy="274055"/>
          </a:xfrm>
          <a:prstGeom prst="rect">
            <a:avLst/>
          </a:prstGeom>
        </p:spPr>
      </p:pic>
      <p:sp>
        <p:nvSpPr>
          <p:cNvPr id="144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44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regions</a:t>
            </a:r>
          </a:p>
        </p:txBody>
      </p:sp>
      <p:sp>
        <p:nvSpPr>
          <p:cNvPr id="144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45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45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45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45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45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45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45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grpSp>
        <p:nvGrpSpPr>
          <p:cNvPr id="1457" name="b | 56-channel density input cube | v4 editable"/>
          <p:cNvGrpSpPr/>
          <p:nvPr/>
        </p:nvGrpSpPr>
        <p:grpSpPr>
          <a:xfrm>
            <a:off x="2190000" y="428621"/>
            <a:ext cx="342000" cy="280759"/>
            <a:chOff x="1166040" y="530640"/>
            <a:chExt cx="440280" cy="361440"/>
          </a:xfrm>
        </p:grpSpPr>
        <p:sp>
          <p:nvSpPr>
            <p:cNvPr id="1458" name="asset_1581_0">
              <a:extLst>
                <a:ext uri="{FF2B5EF4-FFF2-40B4-BE49-F238E27FC236}">
                  <a16:creationId xmlns:a16="http://schemas.microsoft.com/office/drawing/2014/main" id="{3205C013-9DEC-48D4-B03E-BF08D4423450}"/>
                </a:ext>
              </a:extLst>
            </p:cNvPr>
            <p:cNvSpPr>
              <a:spLocks noGrp="1"/>
            </p:cNvSpPr>
            <p:nvPr/>
          </p:nvSpPr>
          <p:spPr>
            <a:xfrm>
              <a:off x="1166040" y="530640"/>
              <a:ext cx="440280" cy="61445"/>
            </a:xfrm>
            <a:custGeom>
              <a:avLst/>
              <a:gdLst/>
              <a:ahLst/>
              <a:cxnLst/>
              <a:rect l="0" t="0" r="0" b="0"/>
              <a:pathLst>
                <a:path w="440280" h="61445">
                  <a:moveTo>
                    <a:pt x="0" y="61445"/>
                  </a:moveTo>
                  <a:lnTo>
                    <a:pt x="83653" y="0"/>
                  </a:lnTo>
                  <a:lnTo>
                    <a:pt x="440280" y="0"/>
                  </a:lnTo>
                  <a:lnTo>
                    <a:pt x="356627" y="61445"/>
                  </a:lnTo>
                  <a:close/>
                </a:path>
              </a:pathLst>
            </a:custGeom>
            <a:gradFill>
              <a:gsLst>
                <a:gs pos="0">
                  <a:srgbClr val="FAFDFF">
                    <a:alpha val="65000"/>
                  </a:srgbClr>
                </a:gs>
                <a:gs pos="100000">
                  <a:srgbClr val="D9EAFA">
                    <a:alpha val="45000"/>
                  </a:srgbClr>
                </a:gs>
              </a:gsLst>
              <a:lin ang="5400000"/>
            </a:gradFill>
            <a:ln w="1782">
              <a:solidFill>
                <a:srgbClr val="87ADD3"/>
              </a:solidFill>
            </a:ln>
          </p:spPr>
        </p:sp>
        <p:sp>
          <p:nvSpPr>
            <p:cNvPr id="1459" name="asset_1581_1">
              <a:extLst>
                <a:ext uri="{FF2B5EF4-FFF2-40B4-BE49-F238E27FC236}">
                  <a16:creationId xmlns:a16="http://schemas.microsoft.com/office/drawing/2014/main" id="{4EA5EB99-0F7C-4A7C-86F0-02C0F10C5825}"/>
                </a:ext>
              </a:extLst>
            </p:cNvPr>
            <p:cNvSpPr>
              <a:spLocks noGrp="1"/>
            </p:cNvSpPr>
            <p:nvPr/>
          </p:nvSpPr>
          <p:spPr>
            <a:xfrm>
              <a:off x="1522667" y="530640"/>
              <a:ext cx="83653" cy="361440"/>
            </a:xfrm>
            <a:custGeom>
              <a:avLst/>
              <a:gdLst/>
              <a:ahLst/>
              <a:cxnLst/>
              <a:rect l="0" t="0" r="0" b="0"/>
              <a:pathLst>
                <a:path w="83653" h="361440">
                  <a:moveTo>
                    <a:pt x="0" y="61445"/>
                  </a:moveTo>
                  <a:lnTo>
                    <a:pt x="83653" y="0"/>
                  </a:lnTo>
                  <a:lnTo>
                    <a:pt x="83653" y="299995"/>
                  </a:lnTo>
                  <a:lnTo>
                    <a:pt x="0" y="361440"/>
                  </a:lnTo>
                  <a:close/>
                </a:path>
              </a:pathLst>
            </a:custGeom>
            <a:solidFill>
              <a:srgbClr val="C9DFF3">
                <a:alpha val="22000"/>
              </a:srgbClr>
            </a:solidFill>
            <a:ln w="1782">
              <a:solidFill>
                <a:srgbClr val="87ADD3"/>
              </a:solidFill>
            </a:ln>
          </p:spPr>
        </p:sp>
        <p:sp>
          <p:nvSpPr>
            <p:cNvPr id="1460" name="asset_1581_2">
              <a:extLst>
                <a:ext uri="{FF2B5EF4-FFF2-40B4-BE49-F238E27FC236}">
                  <a16:creationId xmlns:a16="http://schemas.microsoft.com/office/drawing/2014/main" id="{C83C781F-4163-4F45-A576-FF381D6B7124}"/>
                </a:ext>
              </a:extLst>
            </p:cNvPr>
            <p:cNvSpPr>
              <a:spLocks noGrp="1"/>
            </p:cNvSpPr>
            <p:nvPr/>
          </p:nvSpPr>
          <p:spPr>
            <a:xfrm>
              <a:off x="1166040" y="592085"/>
              <a:ext cx="356627" cy="299995"/>
            </a:xfrm>
            <a:prstGeom prst="rect">
              <a:avLst/>
            </a:prstGeom>
            <a:solidFill>
              <a:srgbClr val="E7F1FC">
                <a:alpha val="20000"/>
              </a:srgbClr>
            </a:solidFill>
            <a:ln w="1782">
              <a:solidFill>
                <a:srgbClr val="87ADD3"/>
              </a:solidFill>
            </a:ln>
          </p:spPr>
        </p:sp>
        <p:sp>
          <p:nvSpPr>
            <p:cNvPr id="1461" name="asset_1581_3">
              <a:extLst>
                <a:ext uri="{FF2B5EF4-FFF2-40B4-BE49-F238E27FC236}">
                  <a16:creationId xmlns:a16="http://schemas.microsoft.com/office/drawing/2014/main" id="{4814FF20-AF82-4EF2-9BB9-2297FCECF2A5}"/>
                </a:ext>
              </a:extLst>
            </p:cNvPr>
            <p:cNvSpPr>
              <a:spLocks noGrp="1"/>
            </p:cNvSpPr>
            <p:nvPr/>
          </p:nvSpPr>
          <p:spPr>
            <a:xfrm>
              <a:off x="1255197" y="592085"/>
              <a:ext cx="4" cy="299995"/>
            </a:xfrm>
            <a:prstGeom prst="line">
              <a:avLst/>
            </a:prstGeom>
            <a:noFill/>
            <a:ln w="1307">
              <a:solidFill>
                <a:srgbClr val="C9DEED">
                  <a:alpha val="33000"/>
                </a:srgbClr>
              </a:solidFill>
            </a:ln>
          </p:spPr>
        </p:sp>
        <p:sp>
          <p:nvSpPr>
            <p:cNvPr id="1462" name="asset_1581_4">
              <a:extLst>
                <a:ext uri="{FF2B5EF4-FFF2-40B4-BE49-F238E27FC236}">
                  <a16:creationId xmlns:a16="http://schemas.microsoft.com/office/drawing/2014/main" id="{C8D2FDE4-E7E6-4930-A42E-B2B020E5E6FE}"/>
                </a:ext>
              </a:extLst>
            </p:cNvPr>
            <p:cNvSpPr>
              <a:spLocks noGrp="1"/>
            </p:cNvSpPr>
            <p:nvPr/>
          </p:nvSpPr>
          <p:spPr>
            <a:xfrm>
              <a:off x="1166040" y="667084"/>
              <a:ext cx="356627" cy="4"/>
            </a:xfrm>
            <a:prstGeom prst="line">
              <a:avLst/>
            </a:prstGeom>
            <a:noFill/>
            <a:ln w="1307">
              <a:solidFill>
                <a:srgbClr val="C9DEED">
                  <a:alpha val="33000"/>
                </a:srgbClr>
              </a:solidFill>
            </a:ln>
          </p:spPr>
        </p:sp>
        <p:sp>
          <p:nvSpPr>
            <p:cNvPr id="1463" name="asset_1581_5">
              <a:extLst>
                <a:ext uri="{FF2B5EF4-FFF2-40B4-BE49-F238E27FC236}">
                  <a16:creationId xmlns:a16="http://schemas.microsoft.com/office/drawing/2014/main" id="{815570DD-5E1B-4A48-A88B-AB9342DB5FB9}"/>
                </a:ext>
              </a:extLst>
            </p:cNvPr>
            <p:cNvSpPr>
              <a:spLocks noGrp="1"/>
            </p:cNvSpPr>
            <p:nvPr/>
          </p:nvSpPr>
          <p:spPr>
            <a:xfrm>
              <a:off x="1344353" y="592085"/>
              <a:ext cx="4" cy="299995"/>
            </a:xfrm>
            <a:prstGeom prst="line">
              <a:avLst/>
            </a:prstGeom>
            <a:noFill/>
            <a:ln w="1307">
              <a:solidFill>
                <a:srgbClr val="C9DEED">
                  <a:alpha val="33000"/>
                </a:srgbClr>
              </a:solidFill>
            </a:ln>
          </p:spPr>
        </p:sp>
        <p:sp>
          <p:nvSpPr>
            <p:cNvPr id="1464" name="asset_1581_6">
              <a:extLst>
                <a:ext uri="{FF2B5EF4-FFF2-40B4-BE49-F238E27FC236}">
                  <a16:creationId xmlns:a16="http://schemas.microsoft.com/office/drawing/2014/main" id="{C23B0A45-5F83-4490-8AE3-9C0F30E2FB98}"/>
                </a:ext>
              </a:extLst>
            </p:cNvPr>
            <p:cNvSpPr>
              <a:spLocks noGrp="1"/>
            </p:cNvSpPr>
            <p:nvPr/>
          </p:nvSpPr>
          <p:spPr>
            <a:xfrm>
              <a:off x="1166040" y="742082"/>
              <a:ext cx="356627" cy="4"/>
            </a:xfrm>
            <a:prstGeom prst="line">
              <a:avLst/>
            </a:prstGeom>
            <a:noFill/>
            <a:ln w="1307">
              <a:solidFill>
                <a:srgbClr val="C9DEED">
                  <a:alpha val="33000"/>
                </a:srgbClr>
              </a:solidFill>
            </a:ln>
          </p:spPr>
        </p:sp>
        <p:sp>
          <p:nvSpPr>
            <p:cNvPr id="1465" name="asset_1581_7">
              <a:extLst>
                <a:ext uri="{FF2B5EF4-FFF2-40B4-BE49-F238E27FC236}">
                  <a16:creationId xmlns:a16="http://schemas.microsoft.com/office/drawing/2014/main" id="{54E6855F-E094-4217-B1D4-A57893976318}"/>
                </a:ext>
              </a:extLst>
            </p:cNvPr>
            <p:cNvSpPr>
              <a:spLocks noGrp="1"/>
            </p:cNvSpPr>
            <p:nvPr/>
          </p:nvSpPr>
          <p:spPr>
            <a:xfrm>
              <a:off x="1433510" y="592085"/>
              <a:ext cx="4" cy="299995"/>
            </a:xfrm>
            <a:prstGeom prst="line">
              <a:avLst/>
            </a:prstGeom>
            <a:noFill/>
            <a:ln w="1307">
              <a:solidFill>
                <a:srgbClr val="C9DEED">
                  <a:alpha val="33000"/>
                </a:srgbClr>
              </a:solidFill>
            </a:ln>
          </p:spPr>
        </p:sp>
        <p:sp>
          <p:nvSpPr>
            <p:cNvPr id="1466" name="asset_1581_8">
              <a:extLst>
                <a:ext uri="{FF2B5EF4-FFF2-40B4-BE49-F238E27FC236}">
                  <a16:creationId xmlns:a16="http://schemas.microsoft.com/office/drawing/2014/main" id="{CC675C05-33DA-4598-BE5F-E5E4CE603F60}"/>
                </a:ext>
              </a:extLst>
            </p:cNvPr>
            <p:cNvSpPr>
              <a:spLocks noGrp="1"/>
            </p:cNvSpPr>
            <p:nvPr/>
          </p:nvSpPr>
          <p:spPr>
            <a:xfrm>
              <a:off x="1166040" y="817081"/>
              <a:ext cx="356627" cy="4"/>
            </a:xfrm>
            <a:prstGeom prst="line">
              <a:avLst/>
            </a:prstGeom>
            <a:noFill/>
            <a:ln w="1307">
              <a:solidFill>
                <a:srgbClr val="C9DEED">
                  <a:alpha val="33000"/>
                </a:srgbClr>
              </a:solidFill>
            </a:ln>
          </p:spPr>
        </p:sp>
        <p:sp>
          <p:nvSpPr>
            <p:cNvPr id="1467" name="asset_1581_9">
              <a:extLst>
                <a:ext uri="{FF2B5EF4-FFF2-40B4-BE49-F238E27FC236}">
                  <a16:creationId xmlns:a16="http://schemas.microsoft.com/office/drawing/2014/main" id="{AE9F7C31-36A5-472F-8764-7B217BC69915}"/>
                </a:ext>
              </a:extLst>
            </p:cNvPr>
            <p:cNvSpPr>
              <a:spLocks noGrp="1"/>
            </p:cNvSpPr>
            <p:nvPr/>
          </p:nvSpPr>
          <p:spPr>
            <a:xfrm>
              <a:off x="1197601" y="632784"/>
              <a:ext cx="166045" cy="13823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8" name="asset_1581_10">
              <a:extLst>
                <a:ext uri="{FF2B5EF4-FFF2-40B4-BE49-F238E27FC236}">
                  <a16:creationId xmlns:a16="http://schemas.microsoft.com/office/drawing/2014/main" id="{B2B81824-5500-4EDD-B86C-BFD330C7B44E}"/>
                </a:ext>
              </a:extLst>
            </p:cNvPr>
            <p:cNvSpPr>
              <a:spLocks noGrp="1"/>
            </p:cNvSpPr>
            <p:nvPr/>
          </p:nvSpPr>
          <p:spPr>
            <a:xfrm>
              <a:off x="1273706" y="673104"/>
              <a:ext cx="179883" cy="14975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9" name="asset_1581_11">
              <a:extLst>
                <a:ext uri="{FF2B5EF4-FFF2-40B4-BE49-F238E27FC236}">
                  <a16:creationId xmlns:a16="http://schemas.microsoft.com/office/drawing/2014/main" id="{1D48FAA2-8A1A-4C33-B539-827801F7314D}"/>
                </a:ext>
              </a:extLst>
            </p:cNvPr>
            <p:cNvSpPr>
              <a:spLocks noGrp="1"/>
            </p:cNvSpPr>
            <p:nvPr/>
          </p:nvSpPr>
          <p:spPr>
            <a:xfrm>
              <a:off x="1339432" y="598225"/>
              <a:ext cx="159127" cy="13247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0" name="asset_1581_12">
              <a:extLst>
                <a:ext uri="{FF2B5EF4-FFF2-40B4-BE49-F238E27FC236}">
                  <a16:creationId xmlns:a16="http://schemas.microsoft.com/office/drawing/2014/main" id="{660B5A44-38E9-4890-BCD6-36653AEE837A}"/>
                </a:ext>
              </a:extLst>
            </p:cNvPr>
            <p:cNvSpPr>
              <a:spLocks noGrp="1"/>
            </p:cNvSpPr>
            <p:nvPr/>
          </p:nvSpPr>
          <p:spPr>
            <a:xfrm>
              <a:off x="1266787" y="578065"/>
              <a:ext cx="152208" cy="12671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1" name="asset_1581_13">
              <a:extLst>
                <a:ext uri="{FF2B5EF4-FFF2-40B4-BE49-F238E27FC236}">
                  <a16:creationId xmlns:a16="http://schemas.microsoft.com/office/drawing/2014/main" id="{A54C3BC1-A76A-42BF-A775-045933A231E0}"/>
                </a:ext>
              </a:extLst>
            </p:cNvPr>
            <p:cNvSpPr>
              <a:spLocks noGrp="1"/>
            </p:cNvSpPr>
            <p:nvPr/>
          </p:nvSpPr>
          <p:spPr>
            <a:xfrm>
              <a:off x="1267782" y="628001"/>
              <a:ext cx="89810" cy="7476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2" name="asset_1581_14">
              <a:extLst>
                <a:ext uri="{FF2B5EF4-FFF2-40B4-BE49-F238E27FC236}">
                  <a16:creationId xmlns:a16="http://schemas.microsoft.com/office/drawing/2014/main" id="{944F3B14-0DD0-4984-A86E-55658AF6431E}"/>
                </a:ext>
              </a:extLst>
            </p:cNvPr>
            <p:cNvSpPr>
              <a:spLocks noGrp="1"/>
            </p:cNvSpPr>
            <p:nvPr/>
          </p:nvSpPr>
          <p:spPr>
            <a:xfrm>
              <a:off x="1308490" y="708756"/>
              <a:ext cx="85440" cy="7113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3" name="asset_1581_15">
              <a:extLst>
                <a:ext uri="{FF2B5EF4-FFF2-40B4-BE49-F238E27FC236}">
                  <a16:creationId xmlns:a16="http://schemas.microsoft.com/office/drawing/2014/main" id="{1C484209-71E8-4F3C-BCB5-E545D61C95A7}"/>
                </a:ext>
              </a:extLst>
            </p:cNvPr>
            <p:cNvSpPr>
              <a:spLocks noGrp="1"/>
            </p:cNvSpPr>
            <p:nvPr/>
          </p:nvSpPr>
          <p:spPr>
            <a:xfrm>
              <a:off x="1329273" y="646628"/>
              <a:ext cx="68879" cy="573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4" name="asset_1581_16">
              <a:extLst>
                <a:ext uri="{FF2B5EF4-FFF2-40B4-BE49-F238E27FC236}">
                  <a16:creationId xmlns:a16="http://schemas.microsoft.com/office/drawing/2014/main" id="{EE253FFA-FAA9-4637-9B05-9F975F05475E}"/>
                </a:ext>
              </a:extLst>
            </p:cNvPr>
            <p:cNvSpPr>
              <a:spLocks noGrp="1"/>
            </p:cNvSpPr>
            <p:nvPr/>
          </p:nvSpPr>
          <p:spPr>
            <a:xfrm>
              <a:off x="1303611" y="590001"/>
              <a:ext cx="89020" cy="7411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5" name="asset_1581_17">
              <a:extLst>
                <a:ext uri="{FF2B5EF4-FFF2-40B4-BE49-F238E27FC236}">
                  <a16:creationId xmlns:a16="http://schemas.microsoft.com/office/drawing/2014/main" id="{E9F94C94-F491-4F79-AFFE-AFE6DB01D3E0}"/>
                </a:ext>
              </a:extLst>
            </p:cNvPr>
            <p:cNvSpPr>
              <a:spLocks noGrp="1"/>
            </p:cNvSpPr>
            <p:nvPr/>
          </p:nvSpPr>
          <p:spPr>
            <a:xfrm>
              <a:off x="1254986" y="668492"/>
              <a:ext cx="87304" cy="726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6" name="asset_1581_18">
              <a:extLst>
                <a:ext uri="{FF2B5EF4-FFF2-40B4-BE49-F238E27FC236}">
                  <a16:creationId xmlns:a16="http://schemas.microsoft.com/office/drawing/2014/main" id="{CF287EE7-CBD1-419B-B412-5114F8EE522C}"/>
                </a:ext>
              </a:extLst>
            </p:cNvPr>
            <p:cNvSpPr>
              <a:spLocks noGrp="1"/>
            </p:cNvSpPr>
            <p:nvPr/>
          </p:nvSpPr>
          <p:spPr>
            <a:xfrm>
              <a:off x="1366193" y="686325"/>
              <a:ext cx="64869" cy="540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7" name="asset_1581_19">
              <a:extLst>
                <a:ext uri="{FF2B5EF4-FFF2-40B4-BE49-F238E27FC236}">
                  <a16:creationId xmlns:a16="http://schemas.microsoft.com/office/drawing/2014/main" id="{3934C044-1AEB-40CD-8435-76A96DC8F529}"/>
                </a:ext>
              </a:extLst>
            </p:cNvPr>
            <p:cNvSpPr>
              <a:spLocks noGrp="1"/>
            </p:cNvSpPr>
            <p:nvPr/>
          </p:nvSpPr>
          <p:spPr>
            <a:xfrm>
              <a:off x="1403693" y="656125"/>
              <a:ext cx="79255" cy="659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8" name="asset_1581_20">
              <a:extLst>
                <a:ext uri="{FF2B5EF4-FFF2-40B4-BE49-F238E27FC236}">
                  <a16:creationId xmlns:a16="http://schemas.microsoft.com/office/drawing/2014/main" id="{B947AA40-95EB-4B42-8E17-68B5000BEFD0}"/>
                </a:ext>
              </a:extLst>
            </p:cNvPr>
            <p:cNvSpPr>
              <a:spLocks noGrp="1"/>
            </p:cNvSpPr>
            <p:nvPr/>
          </p:nvSpPr>
          <p:spPr>
            <a:xfrm>
              <a:off x="1354563" y="601883"/>
              <a:ext cx="65444" cy="5448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9" name="asset_1581_21">
              <a:extLst>
                <a:ext uri="{FF2B5EF4-FFF2-40B4-BE49-F238E27FC236}">
                  <a16:creationId xmlns:a16="http://schemas.microsoft.com/office/drawing/2014/main" id="{88DA60A4-9D2E-45B3-91D3-4CCAC622D763}"/>
                </a:ext>
              </a:extLst>
            </p:cNvPr>
            <p:cNvSpPr>
              <a:spLocks noGrp="1"/>
            </p:cNvSpPr>
            <p:nvPr/>
          </p:nvSpPr>
          <p:spPr>
            <a:xfrm>
              <a:off x="1195102" y="652037"/>
              <a:ext cx="77351" cy="6439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0" name="asset_1581_22">
              <a:extLst>
                <a:ext uri="{FF2B5EF4-FFF2-40B4-BE49-F238E27FC236}">
                  <a16:creationId xmlns:a16="http://schemas.microsoft.com/office/drawing/2014/main" id="{07A18488-8880-4572-A74B-89AE9F6756E0}"/>
                </a:ext>
              </a:extLst>
            </p:cNvPr>
            <p:cNvSpPr>
              <a:spLocks noGrp="1"/>
            </p:cNvSpPr>
            <p:nvPr/>
          </p:nvSpPr>
          <p:spPr>
            <a:xfrm>
              <a:off x="1384387" y="701587"/>
              <a:ext cx="79465" cy="6615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1" name="asset_1581_23">
              <a:extLst>
                <a:ext uri="{FF2B5EF4-FFF2-40B4-BE49-F238E27FC236}">
                  <a16:creationId xmlns:a16="http://schemas.microsoft.com/office/drawing/2014/main" id="{6F869924-C87C-4542-AF02-358EE88B5C3E}"/>
                </a:ext>
              </a:extLst>
            </p:cNvPr>
            <p:cNvSpPr>
              <a:spLocks noGrp="1"/>
            </p:cNvSpPr>
            <p:nvPr/>
          </p:nvSpPr>
          <p:spPr>
            <a:xfrm>
              <a:off x="1356467" y="604314"/>
              <a:ext cx="78434" cy="6529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2" name="asset_1581_24">
              <a:extLst>
                <a:ext uri="{FF2B5EF4-FFF2-40B4-BE49-F238E27FC236}">
                  <a16:creationId xmlns:a16="http://schemas.microsoft.com/office/drawing/2014/main" id="{D4A359B9-4BC4-4F2F-9C3B-A736D78E428B}"/>
                </a:ext>
              </a:extLst>
            </p:cNvPr>
            <p:cNvSpPr>
              <a:spLocks noGrp="1"/>
            </p:cNvSpPr>
            <p:nvPr/>
          </p:nvSpPr>
          <p:spPr>
            <a:xfrm>
              <a:off x="1331768" y="602204"/>
              <a:ext cx="55523" cy="4622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3" name="asset_1581_25">
              <a:extLst>
                <a:ext uri="{FF2B5EF4-FFF2-40B4-BE49-F238E27FC236}">
                  <a16:creationId xmlns:a16="http://schemas.microsoft.com/office/drawing/2014/main" id="{AA9DAE7B-C072-4D9C-9114-D41D267A99B9}"/>
                </a:ext>
              </a:extLst>
            </p:cNvPr>
            <p:cNvSpPr>
              <a:spLocks noGrp="1"/>
            </p:cNvSpPr>
            <p:nvPr/>
          </p:nvSpPr>
          <p:spPr>
            <a:xfrm>
              <a:off x="1265035" y="648588"/>
              <a:ext cx="78317" cy="652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4" name="asset_1581_26">
              <a:extLst>
                <a:ext uri="{FF2B5EF4-FFF2-40B4-BE49-F238E27FC236}">
                  <a16:creationId xmlns:a16="http://schemas.microsoft.com/office/drawing/2014/main" id="{5C0E4635-69D9-4CCB-8AF4-005FB40620D6}"/>
                </a:ext>
              </a:extLst>
            </p:cNvPr>
            <p:cNvSpPr>
              <a:spLocks noGrp="1"/>
            </p:cNvSpPr>
            <p:nvPr/>
          </p:nvSpPr>
          <p:spPr>
            <a:xfrm>
              <a:off x="1271877" y="738553"/>
              <a:ext cx="78927" cy="657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5" name="asset_1581_27">
              <a:extLst>
                <a:ext uri="{FF2B5EF4-FFF2-40B4-BE49-F238E27FC236}">
                  <a16:creationId xmlns:a16="http://schemas.microsoft.com/office/drawing/2014/main" id="{4AFD1DA4-8614-485B-8FC4-D6C868BE1E55}"/>
                </a:ext>
              </a:extLst>
            </p:cNvPr>
            <p:cNvSpPr>
              <a:spLocks noGrp="1"/>
            </p:cNvSpPr>
            <p:nvPr/>
          </p:nvSpPr>
          <p:spPr>
            <a:xfrm>
              <a:off x="1346286" y="645828"/>
              <a:ext cx="81581" cy="6791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6" name="asset_1581_28">
              <a:extLst>
                <a:ext uri="{FF2B5EF4-FFF2-40B4-BE49-F238E27FC236}">
                  <a16:creationId xmlns:a16="http://schemas.microsoft.com/office/drawing/2014/main" id="{435FC0BA-F446-4627-A792-A7D26955FFA3}"/>
                </a:ext>
              </a:extLst>
            </p:cNvPr>
            <p:cNvSpPr>
              <a:spLocks noGrp="1"/>
            </p:cNvSpPr>
            <p:nvPr/>
          </p:nvSpPr>
          <p:spPr>
            <a:xfrm>
              <a:off x="1275855" y="598815"/>
              <a:ext cx="59505" cy="4954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7" name="asset_1581_29">
              <a:extLst>
                <a:ext uri="{FF2B5EF4-FFF2-40B4-BE49-F238E27FC236}">
                  <a16:creationId xmlns:a16="http://schemas.microsoft.com/office/drawing/2014/main" id="{2705A797-7EE2-495B-B909-1340C299D43A}"/>
                </a:ext>
              </a:extLst>
            </p:cNvPr>
            <p:cNvSpPr>
              <a:spLocks noGrp="1"/>
            </p:cNvSpPr>
            <p:nvPr/>
          </p:nvSpPr>
          <p:spPr>
            <a:xfrm>
              <a:off x="1298797" y="658112"/>
              <a:ext cx="81860" cy="6815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8" name="asset_1581_30">
              <a:extLst>
                <a:ext uri="{FF2B5EF4-FFF2-40B4-BE49-F238E27FC236}">
                  <a16:creationId xmlns:a16="http://schemas.microsoft.com/office/drawing/2014/main" id="{68ED42AE-36D2-41B0-81A5-F19F3765BD34}"/>
                </a:ext>
              </a:extLst>
            </p:cNvPr>
            <p:cNvSpPr>
              <a:spLocks noGrp="1"/>
            </p:cNvSpPr>
            <p:nvPr/>
          </p:nvSpPr>
          <p:spPr>
            <a:xfrm>
              <a:off x="1307873" y="672119"/>
              <a:ext cx="67974" cy="5659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9" name="asset_1581_31">
              <a:extLst>
                <a:ext uri="{FF2B5EF4-FFF2-40B4-BE49-F238E27FC236}">
                  <a16:creationId xmlns:a16="http://schemas.microsoft.com/office/drawing/2014/main" id="{570CA1DB-AE1A-46F9-874E-5C63A0584C84}"/>
                </a:ext>
              </a:extLst>
            </p:cNvPr>
            <p:cNvSpPr>
              <a:spLocks noGrp="1"/>
            </p:cNvSpPr>
            <p:nvPr/>
          </p:nvSpPr>
          <p:spPr>
            <a:xfrm>
              <a:off x="1380715" y="596498"/>
              <a:ext cx="50330" cy="419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0" name="asset_1581_32">
              <a:extLst>
                <a:ext uri="{FF2B5EF4-FFF2-40B4-BE49-F238E27FC236}">
                  <a16:creationId xmlns:a16="http://schemas.microsoft.com/office/drawing/2014/main" id="{7DAC0771-FFD9-4D18-831E-141093886668}"/>
                </a:ext>
              </a:extLst>
            </p:cNvPr>
            <p:cNvSpPr>
              <a:spLocks noGrp="1"/>
            </p:cNvSpPr>
            <p:nvPr/>
          </p:nvSpPr>
          <p:spPr>
            <a:xfrm>
              <a:off x="1272577" y="634689"/>
              <a:ext cx="73845" cy="614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1" name="asset_1581_33">
              <a:extLst>
                <a:ext uri="{FF2B5EF4-FFF2-40B4-BE49-F238E27FC236}">
                  <a16:creationId xmlns:a16="http://schemas.microsoft.com/office/drawing/2014/main" id="{B3171AA5-06B2-4F18-AD43-E15FA653F86B}"/>
                </a:ext>
              </a:extLst>
            </p:cNvPr>
            <p:cNvSpPr>
              <a:spLocks noGrp="1"/>
            </p:cNvSpPr>
            <p:nvPr/>
          </p:nvSpPr>
          <p:spPr>
            <a:xfrm>
              <a:off x="1212340" y="692783"/>
              <a:ext cx="65414" cy="544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2" name="asset_1581_34">
              <a:extLst>
                <a:ext uri="{FF2B5EF4-FFF2-40B4-BE49-F238E27FC236}">
                  <a16:creationId xmlns:a16="http://schemas.microsoft.com/office/drawing/2014/main" id="{B30B9448-10C3-4A24-B25F-BA92A232A741}"/>
                </a:ext>
              </a:extLst>
            </p:cNvPr>
            <p:cNvSpPr>
              <a:spLocks noGrp="1"/>
            </p:cNvSpPr>
            <p:nvPr/>
          </p:nvSpPr>
          <p:spPr>
            <a:xfrm>
              <a:off x="1322656" y="736905"/>
              <a:ext cx="50345" cy="4191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3" name="asset_1581_35">
              <a:extLst>
                <a:ext uri="{FF2B5EF4-FFF2-40B4-BE49-F238E27FC236}">
                  <a16:creationId xmlns:a16="http://schemas.microsoft.com/office/drawing/2014/main" id="{15807BA9-6FC6-4791-B349-AE30B87C86A4}"/>
                </a:ext>
              </a:extLst>
            </p:cNvPr>
            <p:cNvSpPr>
              <a:spLocks noGrp="1"/>
            </p:cNvSpPr>
            <p:nvPr/>
          </p:nvSpPr>
          <p:spPr>
            <a:xfrm>
              <a:off x="1367542" y="615447"/>
              <a:ext cx="89009" cy="7410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4" name="asset_1581_36">
              <a:extLst>
                <a:ext uri="{FF2B5EF4-FFF2-40B4-BE49-F238E27FC236}">
                  <a16:creationId xmlns:a16="http://schemas.microsoft.com/office/drawing/2014/main" id="{B8028308-95DD-4FE0-8578-82EC16EAB52D}"/>
                </a:ext>
              </a:extLst>
            </p:cNvPr>
            <p:cNvSpPr>
              <a:spLocks noGrp="1"/>
            </p:cNvSpPr>
            <p:nvPr/>
          </p:nvSpPr>
          <p:spPr>
            <a:xfrm>
              <a:off x="1296881" y="621880"/>
              <a:ext cx="66929" cy="5572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5" name="asset_1581_37">
              <a:extLst>
                <a:ext uri="{FF2B5EF4-FFF2-40B4-BE49-F238E27FC236}">
                  <a16:creationId xmlns:a16="http://schemas.microsoft.com/office/drawing/2014/main" id="{DE1D7B0A-8FB6-41EA-A480-4EAF7F961838}"/>
                </a:ext>
              </a:extLst>
            </p:cNvPr>
            <p:cNvSpPr>
              <a:spLocks noGrp="1"/>
            </p:cNvSpPr>
            <p:nvPr/>
          </p:nvSpPr>
          <p:spPr>
            <a:xfrm>
              <a:off x="1277458" y="665345"/>
              <a:ext cx="68439" cy="569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6" name="asset_1581_38">
              <a:extLst>
                <a:ext uri="{FF2B5EF4-FFF2-40B4-BE49-F238E27FC236}">
                  <a16:creationId xmlns:a16="http://schemas.microsoft.com/office/drawing/2014/main" id="{5610F228-B690-4146-935C-E1CD6E2A8D08}"/>
                </a:ext>
              </a:extLst>
            </p:cNvPr>
            <p:cNvSpPr>
              <a:spLocks noGrp="1"/>
            </p:cNvSpPr>
            <p:nvPr/>
          </p:nvSpPr>
          <p:spPr>
            <a:xfrm>
              <a:off x="1356515" y="745086"/>
              <a:ext cx="71762" cy="597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7" name="asset_1581_39">
              <a:extLst>
                <a:ext uri="{FF2B5EF4-FFF2-40B4-BE49-F238E27FC236}">
                  <a16:creationId xmlns:a16="http://schemas.microsoft.com/office/drawing/2014/main" id="{FD6B0E2F-3BAB-4DAC-9F76-FBC230B82B49}"/>
                </a:ext>
              </a:extLst>
            </p:cNvPr>
            <p:cNvSpPr>
              <a:spLocks noGrp="1"/>
            </p:cNvSpPr>
            <p:nvPr/>
          </p:nvSpPr>
          <p:spPr>
            <a:xfrm>
              <a:off x="1386650" y="585659"/>
              <a:ext cx="88123" cy="7336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8" name="asset_1581_40">
              <a:extLst>
                <a:ext uri="{FF2B5EF4-FFF2-40B4-BE49-F238E27FC236}">
                  <a16:creationId xmlns:a16="http://schemas.microsoft.com/office/drawing/2014/main" id="{5A168792-540D-45E8-B808-1DD71F0B1A81}"/>
                </a:ext>
              </a:extLst>
            </p:cNvPr>
            <p:cNvSpPr>
              <a:spLocks noGrp="1"/>
            </p:cNvSpPr>
            <p:nvPr/>
          </p:nvSpPr>
          <p:spPr>
            <a:xfrm>
              <a:off x="1280729" y="604385"/>
              <a:ext cx="58619" cy="4880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9" name="asset_1581_41">
              <a:extLst>
                <a:ext uri="{FF2B5EF4-FFF2-40B4-BE49-F238E27FC236}">
                  <a16:creationId xmlns:a16="http://schemas.microsoft.com/office/drawing/2014/main" id="{847FD70E-5A8B-4114-A01D-F2EF50F4423E}"/>
                </a:ext>
              </a:extLst>
            </p:cNvPr>
            <p:cNvSpPr>
              <a:spLocks noGrp="1"/>
            </p:cNvSpPr>
            <p:nvPr/>
          </p:nvSpPr>
          <p:spPr>
            <a:xfrm>
              <a:off x="1252552" y="707551"/>
              <a:ext cx="67155" cy="559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0" name="asset_1581_42">
              <a:extLst>
                <a:ext uri="{FF2B5EF4-FFF2-40B4-BE49-F238E27FC236}">
                  <a16:creationId xmlns:a16="http://schemas.microsoft.com/office/drawing/2014/main" id="{B8465718-2209-4785-8D6C-FEFD5ED88B50}"/>
                </a:ext>
              </a:extLst>
            </p:cNvPr>
            <p:cNvSpPr>
              <a:spLocks noGrp="1"/>
            </p:cNvSpPr>
            <p:nvPr/>
          </p:nvSpPr>
          <p:spPr>
            <a:xfrm>
              <a:off x="1294512" y="681051"/>
              <a:ext cx="62827" cy="523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1" name="asset_1581_43">
              <a:extLst>
                <a:ext uri="{FF2B5EF4-FFF2-40B4-BE49-F238E27FC236}">
                  <a16:creationId xmlns:a16="http://schemas.microsoft.com/office/drawing/2014/main" id="{CF9D731D-DAD3-42C6-A1D4-17669C521916}"/>
                </a:ext>
              </a:extLst>
            </p:cNvPr>
            <p:cNvSpPr>
              <a:spLocks noGrp="1"/>
            </p:cNvSpPr>
            <p:nvPr/>
          </p:nvSpPr>
          <p:spPr>
            <a:xfrm>
              <a:off x="1396532" y="648285"/>
              <a:ext cx="49406" cy="4113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2" name="asset_1581_44">
              <a:extLst>
                <a:ext uri="{FF2B5EF4-FFF2-40B4-BE49-F238E27FC236}">
                  <a16:creationId xmlns:a16="http://schemas.microsoft.com/office/drawing/2014/main" id="{26272332-EDB6-4712-B694-B8364E118BAB}"/>
                </a:ext>
              </a:extLst>
            </p:cNvPr>
            <p:cNvSpPr>
              <a:spLocks noGrp="1"/>
            </p:cNvSpPr>
            <p:nvPr/>
          </p:nvSpPr>
          <p:spPr>
            <a:xfrm>
              <a:off x="1284646" y="570918"/>
              <a:ext cx="72058" cy="5999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3" name="asset_1581_45">
              <a:extLst>
                <a:ext uri="{FF2B5EF4-FFF2-40B4-BE49-F238E27FC236}">
                  <a16:creationId xmlns:a16="http://schemas.microsoft.com/office/drawing/2014/main" id="{C32BD334-D78F-4BEA-8822-055E65717176}"/>
                </a:ext>
              </a:extLst>
            </p:cNvPr>
            <p:cNvSpPr>
              <a:spLocks noGrp="1"/>
            </p:cNvSpPr>
            <p:nvPr/>
          </p:nvSpPr>
          <p:spPr>
            <a:xfrm>
              <a:off x="1301463" y="668973"/>
              <a:ext cx="57033" cy="4748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4" name="asset_1581_46">
              <a:extLst>
                <a:ext uri="{FF2B5EF4-FFF2-40B4-BE49-F238E27FC236}">
                  <a16:creationId xmlns:a16="http://schemas.microsoft.com/office/drawing/2014/main" id="{767C0757-1EE1-4F32-B866-0F460338FCCC}"/>
                </a:ext>
              </a:extLst>
            </p:cNvPr>
            <p:cNvSpPr>
              <a:spLocks noGrp="1"/>
            </p:cNvSpPr>
            <p:nvPr/>
          </p:nvSpPr>
          <p:spPr>
            <a:xfrm>
              <a:off x="1314200" y="715321"/>
              <a:ext cx="64969" cy="5408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5" name="asset_1581_47">
              <a:extLst>
                <a:ext uri="{FF2B5EF4-FFF2-40B4-BE49-F238E27FC236}">
                  <a16:creationId xmlns:a16="http://schemas.microsoft.com/office/drawing/2014/main" id="{80494F87-B1E7-47F1-A0ED-34B1F248D749}"/>
                </a:ext>
              </a:extLst>
            </p:cNvPr>
            <p:cNvSpPr>
              <a:spLocks noGrp="1"/>
            </p:cNvSpPr>
            <p:nvPr/>
          </p:nvSpPr>
          <p:spPr>
            <a:xfrm>
              <a:off x="1337030" y="644689"/>
              <a:ext cx="54017" cy="4497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6" name="asset_1581_48">
              <a:extLst>
                <a:ext uri="{FF2B5EF4-FFF2-40B4-BE49-F238E27FC236}">
                  <a16:creationId xmlns:a16="http://schemas.microsoft.com/office/drawing/2014/main" id="{4CFA04E2-554C-4D33-A89E-58E94823C882}"/>
                </a:ext>
              </a:extLst>
            </p:cNvPr>
            <p:cNvSpPr>
              <a:spLocks noGrp="1"/>
            </p:cNvSpPr>
            <p:nvPr/>
          </p:nvSpPr>
          <p:spPr>
            <a:xfrm>
              <a:off x="1342926" y="612101"/>
              <a:ext cx="68657" cy="571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7" name="asset_1581_49">
              <a:extLst>
                <a:ext uri="{FF2B5EF4-FFF2-40B4-BE49-F238E27FC236}">
                  <a16:creationId xmlns:a16="http://schemas.microsoft.com/office/drawing/2014/main" id="{6F10174C-29BC-4AF4-BBC1-4D20CFA0EF2A}"/>
                </a:ext>
              </a:extLst>
            </p:cNvPr>
            <p:cNvSpPr>
              <a:spLocks noGrp="1"/>
            </p:cNvSpPr>
            <p:nvPr/>
          </p:nvSpPr>
          <p:spPr>
            <a:xfrm>
              <a:off x="1241398" y="686021"/>
              <a:ext cx="57012" cy="4746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8" name="asset_1581_50">
              <a:extLst>
                <a:ext uri="{FF2B5EF4-FFF2-40B4-BE49-F238E27FC236}">
                  <a16:creationId xmlns:a16="http://schemas.microsoft.com/office/drawing/2014/main" id="{E8F36DE9-E1F8-409F-9720-5A2344F983DE}"/>
                </a:ext>
              </a:extLst>
            </p:cNvPr>
            <p:cNvSpPr>
              <a:spLocks noGrp="1"/>
            </p:cNvSpPr>
            <p:nvPr/>
          </p:nvSpPr>
          <p:spPr>
            <a:xfrm>
              <a:off x="1358871" y="742809"/>
              <a:ext cx="63056" cy="52496"/>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9" name="asset_1581_51">
              <a:extLst>
                <a:ext uri="{FF2B5EF4-FFF2-40B4-BE49-F238E27FC236}">
                  <a16:creationId xmlns:a16="http://schemas.microsoft.com/office/drawing/2014/main" id="{BEDF2D03-4738-43DD-8C34-6D4A9302BC28}"/>
                </a:ext>
              </a:extLst>
            </p:cNvPr>
            <p:cNvSpPr>
              <a:spLocks noGrp="1"/>
            </p:cNvSpPr>
            <p:nvPr/>
          </p:nvSpPr>
          <p:spPr>
            <a:xfrm>
              <a:off x="1166040" y="592085"/>
              <a:ext cx="356627" cy="299995"/>
            </a:xfrm>
            <a:custGeom>
              <a:avLst/>
              <a:gdLst/>
              <a:ahLst/>
              <a:cxnLst/>
              <a:rect l="0" t="0" r="0" b="0"/>
              <a:pathLst>
                <a:path w="356627" h="299995">
                  <a:moveTo>
                    <a:pt x="0" y="0"/>
                  </a:moveTo>
                  <a:lnTo>
                    <a:pt x="356627" y="0"/>
                  </a:lnTo>
                  <a:lnTo>
                    <a:pt x="356627" y="299995"/>
                  </a:lnTo>
                  <a:lnTo>
                    <a:pt x="0" y="299995"/>
                  </a:lnTo>
                  <a:close/>
                </a:path>
              </a:pathLst>
            </a:custGeom>
            <a:noFill/>
            <a:ln w="2377">
              <a:solidFill>
                <a:srgbClr val="87ADD3"/>
              </a:solidFill>
            </a:ln>
          </p:spPr>
        </p:sp>
      </p:grpSp>
      <p:sp>
        <p:nvSpPr>
          <p:cNvPr id="1510"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511" name="图片 25">
            <a:extLst>
              <a:ext uri="{FF2B5EF4-FFF2-40B4-BE49-F238E27FC236}">
                <a16:creationId xmlns:a16="http://schemas.microsoft.com/office/drawing/2014/main" id="{03B67142-EE20-4DDE-6193-04475769B474}"/>
              </a:ext>
            </a:extLst>
          </p:cNvPr>
          <p:cNvPicPr>
            <a:picLocks noChangeAspect="1"/>
          </p:cNvPicPr>
          <p:nvPr/>
        </p:nvPicPr>
        <p:blipFill>
          <a:blip r:embed="rId13"/>
          <a:stretch/>
        </p:blipFill>
        <p:spPr>
          <a:xfrm>
            <a:off x="2210184" y="939246"/>
            <a:ext cx="308673" cy="185198"/>
          </a:xfrm>
          <a:prstGeom prst="rect">
            <a:avLst/>
          </a:prstGeom>
        </p:spPr>
      </p:pic>
      <p:sp>
        <p:nvSpPr>
          <p:cNvPr id="1512"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513"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514"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515"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516"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17"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518"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519"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20"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521"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522"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3"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4"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5"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6"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7"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28"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9"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30"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1"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2"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3"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4"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5"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6"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7"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8"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9"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40"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541"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542"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543"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4"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545"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6"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547"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48"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549"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50"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551"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552"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553"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554"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555"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556"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557"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558"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559"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560"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561"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562"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3"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4"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5"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6"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7"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8"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9"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0"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571"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572"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573"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574"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575"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76"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577"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8"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Ligand-region</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grpSp>
        <p:nvGrpSpPr>
          <p:cNvPr id="1579" name="b | Ligand-area probability cube | v4 editable"/>
          <p:cNvGrpSpPr/>
          <p:nvPr/>
        </p:nvGrpSpPr>
        <p:grpSpPr>
          <a:xfrm>
            <a:off x="4490442" y="459000"/>
            <a:ext cx="334115" cy="263000"/>
            <a:chOff x="4043880" y="489960"/>
            <a:chExt cx="571680" cy="450000"/>
          </a:xfrm>
        </p:grpSpPr>
        <p:sp>
          <p:nvSpPr>
            <p:cNvPr id="1580" name="asset_2027_0">
              <a:extLst>
                <a:ext uri="{FF2B5EF4-FFF2-40B4-BE49-F238E27FC236}">
                  <a16:creationId xmlns:a16="http://schemas.microsoft.com/office/drawing/2014/main" id="{8E79CF82-FECD-4D00-AB68-C2266EE3EBEE}"/>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1341">
              <a:solidFill>
                <a:srgbClr val="87ADD3"/>
              </a:solidFill>
            </a:ln>
          </p:spPr>
        </p:sp>
        <p:sp>
          <p:nvSpPr>
            <p:cNvPr id="1581" name="asset_2027_1">
              <a:extLst>
                <a:ext uri="{FF2B5EF4-FFF2-40B4-BE49-F238E27FC236}">
                  <a16:creationId xmlns:a16="http://schemas.microsoft.com/office/drawing/2014/main" id="{E446BF4D-A2D0-496C-B38C-B55BBAF933D7}"/>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1341">
              <a:solidFill>
                <a:srgbClr val="87ADD3"/>
              </a:solidFill>
            </a:ln>
          </p:spPr>
        </p:sp>
        <p:sp>
          <p:nvSpPr>
            <p:cNvPr id="1582" name="asset_2027_2">
              <a:extLst>
                <a:ext uri="{FF2B5EF4-FFF2-40B4-BE49-F238E27FC236}">
                  <a16:creationId xmlns:a16="http://schemas.microsoft.com/office/drawing/2014/main" id="{626787CB-A188-4A03-A26D-D0FCE8934E59}"/>
                </a:ext>
              </a:extLst>
            </p:cNvPr>
            <p:cNvSpPr>
              <a:spLocks noGrp="1"/>
            </p:cNvSpPr>
            <p:nvPr/>
          </p:nvSpPr>
          <p:spPr>
            <a:xfrm>
              <a:off x="4043880" y="566460"/>
              <a:ext cx="463061" cy="373500"/>
            </a:xfrm>
            <a:prstGeom prst="rect">
              <a:avLst/>
            </a:prstGeom>
            <a:solidFill>
              <a:srgbClr val="E7F1FC">
                <a:alpha val="20000"/>
              </a:srgbClr>
            </a:solidFill>
            <a:ln w="1341">
              <a:solidFill>
                <a:srgbClr val="87ADD3"/>
              </a:solidFill>
            </a:ln>
          </p:spPr>
        </p:sp>
        <p:sp>
          <p:nvSpPr>
            <p:cNvPr id="1583" name="asset_2027_3">
              <a:extLst>
                <a:ext uri="{FF2B5EF4-FFF2-40B4-BE49-F238E27FC236}">
                  <a16:creationId xmlns:a16="http://schemas.microsoft.com/office/drawing/2014/main" id="{3F137EB4-FF78-4209-90D6-2A8A13DE644F}"/>
                </a:ext>
              </a:extLst>
            </p:cNvPr>
            <p:cNvSpPr>
              <a:spLocks noGrp="1"/>
            </p:cNvSpPr>
            <p:nvPr/>
          </p:nvSpPr>
          <p:spPr>
            <a:xfrm>
              <a:off x="4159645" y="566460"/>
              <a:ext cx="4" cy="373500"/>
            </a:xfrm>
            <a:prstGeom prst="line">
              <a:avLst/>
            </a:prstGeom>
            <a:noFill/>
            <a:ln w="983">
              <a:solidFill>
                <a:srgbClr val="C9DEED">
                  <a:alpha val="33000"/>
                </a:srgbClr>
              </a:solidFill>
            </a:ln>
          </p:spPr>
        </p:sp>
        <p:sp>
          <p:nvSpPr>
            <p:cNvPr id="1584" name="asset_2027_4">
              <a:extLst>
                <a:ext uri="{FF2B5EF4-FFF2-40B4-BE49-F238E27FC236}">
                  <a16:creationId xmlns:a16="http://schemas.microsoft.com/office/drawing/2014/main" id="{9F951526-25DB-40E6-9DC1-B23B253533F3}"/>
                </a:ext>
              </a:extLst>
            </p:cNvPr>
            <p:cNvSpPr>
              <a:spLocks noGrp="1"/>
            </p:cNvSpPr>
            <p:nvPr/>
          </p:nvSpPr>
          <p:spPr>
            <a:xfrm>
              <a:off x="4043880" y="659835"/>
              <a:ext cx="463061" cy="4"/>
            </a:xfrm>
            <a:prstGeom prst="line">
              <a:avLst/>
            </a:prstGeom>
            <a:noFill/>
            <a:ln w="983">
              <a:solidFill>
                <a:srgbClr val="C9DEED">
                  <a:alpha val="33000"/>
                </a:srgbClr>
              </a:solidFill>
            </a:ln>
          </p:spPr>
        </p:sp>
        <p:sp>
          <p:nvSpPr>
            <p:cNvPr id="1585" name="asset_2027_5">
              <a:extLst>
                <a:ext uri="{FF2B5EF4-FFF2-40B4-BE49-F238E27FC236}">
                  <a16:creationId xmlns:a16="http://schemas.microsoft.com/office/drawing/2014/main" id="{837FF1A3-137E-4D28-823C-000E5C57B683}"/>
                </a:ext>
              </a:extLst>
            </p:cNvPr>
            <p:cNvSpPr>
              <a:spLocks noGrp="1"/>
            </p:cNvSpPr>
            <p:nvPr/>
          </p:nvSpPr>
          <p:spPr>
            <a:xfrm>
              <a:off x="4275410" y="566460"/>
              <a:ext cx="4" cy="373500"/>
            </a:xfrm>
            <a:prstGeom prst="line">
              <a:avLst/>
            </a:prstGeom>
            <a:noFill/>
            <a:ln w="983">
              <a:solidFill>
                <a:srgbClr val="C9DEED">
                  <a:alpha val="33000"/>
                </a:srgbClr>
              </a:solidFill>
            </a:ln>
          </p:spPr>
        </p:sp>
        <p:sp>
          <p:nvSpPr>
            <p:cNvPr id="1586" name="asset_2027_6">
              <a:extLst>
                <a:ext uri="{FF2B5EF4-FFF2-40B4-BE49-F238E27FC236}">
                  <a16:creationId xmlns:a16="http://schemas.microsoft.com/office/drawing/2014/main" id="{AFE4A50A-6F82-4E63-8DB4-8D3C7C966035}"/>
                </a:ext>
              </a:extLst>
            </p:cNvPr>
            <p:cNvSpPr>
              <a:spLocks noGrp="1"/>
            </p:cNvSpPr>
            <p:nvPr/>
          </p:nvSpPr>
          <p:spPr>
            <a:xfrm>
              <a:off x="4043880" y="753210"/>
              <a:ext cx="463061" cy="4"/>
            </a:xfrm>
            <a:prstGeom prst="line">
              <a:avLst/>
            </a:prstGeom>
            <a:noFill/>
            <a:ln w="983">
              <a:solidFill>
                <a:srgbClr val="C9DEED">
                  <a:alpha val="33000"/>
                </a:srgbClr>
              </a:solidFill>
            </a:ln>
          </p:spPr>
        </p:sp>
        <p:sp>
          <p:nvSpPr>
            <p:cNvPr id="1587" name="asset_2027_7">
              <a:extLst>
                <a:ext uri="{FF2B5EF4-FFF2-40B4-BE49-F238E27FC236}">
                  <a16:creationId xmlns:a16="http://schemas.microsoft.com/office/drawing/2014/main" id="{299F691F-376F-40D0-AD4D-4C95D359315B}"/>
                </a:ext>
              </a:extLst>
            </p:cNvPr>
            <p:cNvSpPr>
              <a:spLocks noGrp="1"/>
            </p:cNvSpPr>
            <p:nvPr/>
          </p:nvSpPr>
          <p:spPr>
            <a:xfrm>
              <a:off x="4391176" y="566460"/>
              <a:ext cx="4" cy="373500"/>
            </a:xfrm>
            <a:prstGeom prst="line">
              <a:avLst/>
            </a:prstGeom>
            <a:noFill/>
            <a:ln w="983">
              <a:solidFill>
                <a:srgbClr val="C9DEED">
                  <a:alpha val="33000"/>
                </a:srgbClr>
              </a:solidFill>
            </a:ln>
          </p:spPr>
        </p:sp>
        <p:sp>
          <p:nvSpPr>
            <p:cNvPr id="1588" name="asset_2027_8">
              <a:extLst>
                <a:ext uri="{FF2B5EF4-FFF2-40B4-BE49-F238E27FC236}">
                  <a16:creationId xmlns:a16="http://schemas.microsoft.com/office/drawing/2014/main" id="{E80AF0E3-F6FB-4A8B-A36F-8831B2AAC556}"/>
                </a:ext>
              </a:extLst>
            </p:cNvPr>
            <p:cNvSpPr>
              <a:spLocks noGrp="1"/>
            </p:cNvSpPr>
            <p:nvPr/>
          </p:nvSpPr>
          <p:spPr>
            <a:xfrm>
              <a:off x="4043880" y="846585"/>
              <a:ext cx="463061" cy="4"/>
            </a:xfrm>
            <a:prstGeom prst="line">
              <a:avLst/>
            </a:prstGeom>
            <a:noFill/>
            <a:ln w="983">
              <a:solidFill>
                <a:srgbClr val="C9DEED">
                  <a:alpha val="33000"/>
                </a:srgbClr>
              </a:solidFill>
            </a:ln>
          </p:spPr>
        </p:sp>
        <p:sp>
          <p:nvSpPr>
            <p:cNvPr id="1589" name="asset_2027_9">
              <a:extLst>
                <a:ext uri="{FF2B5EF4-FFF2-40B4-BE49-F238E27FC236}">
                  <a16:creationId xmlns:a16="http://schemas.microsoft.com/office/drawing/2014/main" id="{34405941-63EA-46AA-946F-D6856B6416DA}"/>
                </a:ext>
              </a:extLst>
            </p:cNvPr>
            <p:cNvSpPr>
              <a:spLocks noGrp="1"/>
            </p:cNvSpPr>
            <p:nvPr/>
          </p:nvSpPr>
          <p:spPr>
            <a:xfrm>
              <a:off x="4084861" y="617132"/>
              <a:ext cx="215601" cy="172109"/>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0" name="asset_2027_10">
              <a:extLst>
                <a:ext uri="{FF2B5EF4-FFF2-40B4-BE49-F238E27FC236}">
                  <a16:creationId xmlns:a16="http://schemas.microsoft.com/office/drawing/2014/main" id="{4E3119D4-E48B-4F84-A71E-8556AF9CADD2}"/>
                </a:ext>
              </a:extLst>
            </p:cNvPr>
            <p:cNvSpPr>
              <a:spLocks noGrp="1"/>
            </p:cNvSpPr>
            <p:nvPr/>
          </p:nvSpPr>
          <p:spPr>
            <a:xfrm>
              <a:off x="4183678" y="667330"/>
              <a:ext cx="233568" cy="186451"/>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1" name="asset_2027_11">
              <a:extLst>
                <a:ext uri="{FF2B5EF4-FFF2-40B4-BE49-F238E27FC236}">
                  <a16:creationId xmlns:a16="http://schemas.microsoft.com/office/drawing/2014/main" id="{ADC0132E-476D-467C-9C2F-6C3273DDA927}"/>
                </a:ext>
              </a:extLst>
            </p:cNvPr>
            <p:cNvSpPr>
              <a:spLocks noGrp="1"/>
            </p:cNvSpPr>
            <p:nvPr/>
          </p:nvSpPr>
          <p:spPr>
            <a:xfrm>
              <a:off x="4269020" y="574105"/>
              <a:ext cx="206618" cy="164938"/>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2" name="asset_2027_12">
              <a:extLst>
                <a:ext uri="{FF2B5EF4-FFF2-40B4-BE49-F238E27FC236}">
                  <a16:creationId xmlns:a16="http://schemas.microsoft.com/office/drawing/2014/main" id="{7245DCBA-40B5-4896-A0B6-69F047D40D11}"/>
                </a:ext>
              </a:extLst>
            </p:cNvPr>
            <p:cNvSpPr>
              <a:spLocks noGrp="1"/>
            </p:cNvSpPr>
            <p:nvPr/>
          </p:nvSpPr>
          <p:spPr>
            <a:xfrm>
              <a:off x="4174695" y="549005"/>
              <a:ext cx="197634" cy="157766"/>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3" name="asset_2027_13">
              <a:extLst>
                <a:ext uri="{FF2B5EF4-FFF2-40B4-BE49-F238E27FC236}">
                  <a16:creationId xmlns:a16="http://schemas.microsoft.com/office/drawing/2014/main" id="{D1AC94DD-CA80-42AC-B0FF-2AB7EAB03A11}"/>
                </a:ext>
              </a:extLst>
            </p:cNvPr>
            <p:cNvSpPr>
              <a:spLocks noGrp="1"/>
            </p:cNvSpPr>
            <p:nvPr/>
          </p:nvSpPr>
          <p:spPr>
            <a:xfrm>
              <a:off x="4195034" y="653113"/>
              <a:ext cx="64474" cy="5146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4" name="asset_2027_14">
              <a:extLst>
                <a:ext uri="{FF2B5EF4-FFF2-40B4-BE49-F238E27FC236}">
                  <a16:creationId xmlns:a16="http://schemas.microsoft.com/office/drawing/2014/main" id="{A3978DBD-AB1B-4A62-99A3-BA8E981F98E7}"/>
                </a:ext>
              </a:extLst>
            </p:cNvPr>
            <p:cNvSpPr>
              <a:spLocks noGrp="1"/>
            </p:cNvSpPr>
            <p:nvPr/>
          </p:nvSpPr>
          <p:spPr>
            <a:xfrm>
              <a:off x="4258141" y="665850"/>
              <a:ext cx="91626" cy="731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5" name="asset_2027_15">
              <a:extLst>
                <a:ext uri="{FF2B5EF4-FFF2-40B4-BE49-F238E27FC236}">
                  <a16:creationId xmlns:a16="http://schemas.microsoft.com/office/drawing/2014/main" id="{688BB42A-2690-464A-876F-9DDF54F92102}"/>
                </a:ext>
              </a:extLst>
            </p:cNvPr>
            <p:cNvSpPr>
              <a:spLocks noGrp="1"/>
            </p:cNvSpPr>
            <p:nvPr/>
          </p:nvSpPr>
          <p:spPr>
            <a:xfrm>
              <a:off x="4348055" y="621224"/>
              <a:ext cx="65375" cy="5218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6" name="asset_2027_16">
              <a:extLst>
                <a:ext uri="{FF2B5EF4-FFF2-40B4-BE49-F238E27FC236}">
                  <a16:creationId xmlns:a16="http://schemas.microsoft.com/office/drawing/2014/main" id="{361B14F3-926B-4209-9774-7EAD2B13E9EF}"/>
                </a:ext>
              </a:extLst>
            </p:cNvPr>
            <p:cNvSpPr>
              <a:spLocks noGrp="1"/>
            </p:cNvSpPr>
            <p:nvPr/>
          </p:nvSpPr>
          <p:spPr>
            <a:xfrm>
              <a:off x="4168048" y="571175"/>
              <a:ext cx="90914" cy="7257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7" name="asset_2027_17">
              <a:extLst>
                <a:ext uri="{FF2B5EF4-FFF2-40B4-BE49-F238E27FC236}">
                  <a16:creationId xmlns:a16="http://schemas.microsoft.com/office/drawing/2014/main" id="{66E73D46-F7D5-4249-BCC8-A80566549CFC}"/>
                </a:ext>
              </a:extLst>
            </p:cNvPr>
            <p:cNvSpPr>
              <a:spLocks noGrp="1"/>
            </p:cNvSpPr>
            <p:nvPr/>
          </p:nvSpPr>
          <p:spPr>
            <a:xfrm>
              <a:off x="4139689" y="653199"/>
              <a:ext cx="75101" cy="599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8" name="asset_2027_18">
              <a:extLst>
                <a:ext uri="{FF2B5EF4-FFF2-40B4-BE49-F238E27FC236}">
                  <a16:creationId xmlns:a16="http://schemas.microsoft.com/office/drawing/2014/main" id="{60DAB196-3FDD-49BF-8D6E-67037AE1C8E3}"/>
                </a:ext>
              </a:extLst>
            </p:cNvPr>
            <p:cNvSpPr>
              <a:spLocks noGrp="1"/>
            </p:cNvSpPr>
            <p:nvPr/>
          </p:nvSpPr>
          <p:spPr>
            <a:xfrm>
              <a:off x="4267337" y="678651"/>
              <a:ext cx="81363" cy="649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9" name="asset_2027_19">
              <a:extLst>
                <a:ext uri="{FF2B5EF4-FFF2-40B4-BE49-F238E27FC236}">
                  <a16:creationId xmlns:a16="http://schemas.microsoft.com/office/drawing/2014/main" id="{4C138FF3-2B02-4767-956B-9F501C36EBA0}"/>
                </a:ext>
              </a:extLst>
            </p:cNvPr>
            <p:cNvSpPr>
              <a:spLocks noGrp="1"/>
            </p:cNvSpPr>
            <p:nvPr/>
          </p:nvSpPr>
          <p:spPr>
            <a:xfrm>
              <a:off x="4391745" y="612898"/>
              <a:ext cx="69400" cy="5540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0" name="asset_2027_20">
              <a:extLst>
                <a:ext uri="{FF2B5EF4-FFF2-40B4-BE49-F238E27FC236}">
                  <a16:creationId xmlns:a16="http://schemas.microsoft.com/office/drawing/2014/main" id="{1A1E79AC-17AD-43DA-9021-7A448741C36C}"/>
                </a:ext>
              </a:extLst>
            </p:cNvPr>
            <p:cNvSpPr>
              <a:spLocks noGrp="1"/>
            </p:cNvSpPr>
            <p:nvPr/>
          </p:nvSpPr>
          <p:spPr>
            <a:xfrm>
              <a:off x="4273822" y="611161"/>
              <a:ext cx="105790" cy="844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1" name="asset_2027_21">
              <a:extLst>
                <a:ext uri="{FF2B5EF4-FFF2-40B4-BE49-F238E27FC236}">
                  <a16:creationId xmlns:a16="http://schemas.microsoft.com/office/drawing/2014/main" id="{67E612D4-3E6A-4231-BE3B-0E6ECA8F7EB4}"/>
                </a:ext>
              </a:extLst>
            </p:cNvPr>
            <p:cNvSpPr>
              <a:spLocks noGrp="1"/>
            </p:cNvSpPr>
            <p:nvPr/>
          </p:nvSpPr>
          <p:spPr>
            <a:xfrm>
              <a:off x="4079727" y="646303"/>
              <a:ext cx="109942" cy="8776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2" name="asset_2027_22">
              <a:extLst>
                <a:ext uri="{FF2B5EF4-FFF2-40B4-BE49-F238E27FC236}">
                  <a16:creationId xmlns:a16="http://schemas.microsoft.com/office/drawing/2014/main" id="{144523C5-0416-4230-96CB-1EAF1BAD0779}"/>
                </a:ext>
              </a:extLst>
            </p:cNvPr>
            <p:cNvSpPr>
              <a:spLocks noGrp="1"/>
            </p:cNvSpPr>
            <p:nvPr/>
          </p:nvSpPr>
          <p:spPr>
            <a:xfrm>
              <a:off x="4236492" y="714962"/>
              <a:ext cx="84609" cy="6754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3" name="asset_2027_23">
              <a:extLst>
                <a:ext uri="{FF2B5EF4-FFF2-40B4-BE49-F238E27FC236}">
                  <a16:creationId xmlns:a16="http://schemas.microsoft.com/office/drawing/2014/main" id="{C35832E6-9C22-410B-89DF-65A3C9FECA47}"/>
                </a:ext>
              </a:extLst>
            </p:cNvPr>
            <p:cNvSpPr>
              <a:spLocks noGrp="1"/>
            </p:cNvSpPr>
            <p:nvPr/>
          </p:nvSpPr>
          <p:spPr>
            <a:xfrm>
              <a:off x="4326191" y="626834"/>
              <a:ext cx="75016" cy="5988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4" name="asset_2027_24">
              <a:extLst>
                <a:ext uri="{FF2B5EF4-FFF2-40B4-BE49-F238E27FC236}">
                  <a16:creationId xmlns:a16="http://schemas.microsoft.com/office/drawing/2014/main" id="{DA42F372-F74C-49BF-8BFF-8264CCE324BC}"/>
                </a:ext>
              </a:extLst>
            </p:cNvPr>
            <p:cNvSpPr>
              <a:spLocks noGrp="1"/>
            </p:cNvSpPr>
            <p:nvPr/>
          </p:nvSpPr>
          <p:spPr>
            <a:xfrm>
              <a:off x="4191230" y="582183"/>
              <a:ext cx="88744" cy="708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5" name="asset_2027_25">
              <a:extLst>
                <a:ext uri="{FF2B5EF4-FFF2-40B4-BE49-F238E27FC236}">
                  <a16:creationId xmlns:a16="http://schemas.microsoft.com/office/drawing/2014/main" id="{1C82A8F9-2B7C-41FA-868F-35115471245A}"/>
                </a:ext>
              </a:extLst>
            </p:cNvPr>
            <p:cNvSpPr>
              <a:spLocks noGrp="1"/>
            </p:cNvSpPr>
            <p:nvPr/>
          </p:nvSpPr>
          <p:spPr>
            <a:xfrm>
              <a:off x="4122858" y="684972"/>
              <a:ext cx="86331" cy="6891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6" name="asset_2027_26">
              <a:extLst>
                <a:ext uri="{FF2B5EF4-FFF2-40B4-BE49-F238E27FC236}">
                  <a16:creationId xmlns:a16="http://schemas.microsoft.com/office/drawing/2014/main" id="{1FBF9B24-5307-46E3-9E88-626CD784980E}"/>
                </a:ext>
              </a:extLst>
            </p:cNvPr>
            <p:cNvSpPr>
              <a:spLocks noGrp="1"/>
            </p:cNvSpPr>
            <p:nvPr/>
          </p:nvSpPr>
          <p:spPr>
            <a:xfrm>
              <a:off x="4263971" y="749193"/>
              <a:ext cx="94340" cy="7530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7" name="asset_2027_27">
              <a:extLst>
                <a:ext uri="{FF2B5EF4-FFF2-40B4-BE49-F238E27FC236}">
                  <a16:creationId xmlns:a16="http://schemas.microsoft.com/office/drawing/2014/main" id="{DF200888-1FB7-4595-88B3-13C42D5C625F}"/>
                </a:ext>
              </a:extLst>
            </p:cNvPr>
            <p:cNvSpPr>
              <a:spLocks noGrp="1"/>
            </p:cNvSpPr>
            <p:nvPr/>
          </p:nvSpPr>
          <p:spPr>
            <a:xfrm>
              <a:off x="4328927" y="671282"/>
              <a:ext cx="73906" cy="5899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8" name="asset_2027_28">
              <a:extLst>
                <a:ext uri="{FF2B5EF4-FFF2-40B4-BE49-F238E27FC236}">
                  <a16:creationId xmlns:a16="http://schemas.microsoft.com/office/drawing/2014/main" id="{826D53F6-F0E2-4DFF-B647-A55BD5ABE7D5}"/>
                </a:ext>
              </a:extLst>
            </p:cNvPr>
            <p:cNvSpPr>
              <a:spLocks noGrp="1"/>
            </p:cNvSpPr>
            <p:nvPr/>
          </p:nvSpPr>
          <p:spPr>
            <a:xfrm>
              <a:off x="4191714" y="625737"/>
              <a:ext cx="79574" cy="635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9" name="asset_2027_29">
              <a:extLst>
                <a:ext uri="{FF2B5EF4-FFF2-40B4-BE49-F238E27FC236}">
                  <a16:creationId xmlns:a16="http://schemas.microsoft.com/office/drawing/2014/main" id="{FA89C153-5459-451F-BF9C-1062D1B17B3E}"/>
                </a:ext>
              </a:extLst>
            </p:cNvPr>
            <p:cNvSpPr>
              <a:spLocks noGrp="1"/>
            </p:cNvSpPr>
            <p:nvPr/>
          </p:nvSpPr>
          <p:spPr>
            <a:xfrm>
              <a:off x="4165324" y="712808"/>
              <a:ext cx="87906" cy="7017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0" name="asset_2027_30">
              <a:extLst>
                <a:ext uri="{FF2B5EF4-FFF2-40B4-BE49-F238E27FC236}">
                  <a16:creationId xmlns:a16="http://schemas.microsoft.com/office/drawing/2014/main" id="{EFE35B6A-8884-40CA-89ED-7B60AE28B9B8}"/>
                </a:ext>
              </a:extLst>
            </p:cNvPr>
            <p:cNvSpPr>
              <a:spLocks noGrp="1"/>
            </p:cNvSpPr>
            <p:nvPr/>
          </p:nvSpPr>
          <p:spPr>
            <a:xfrm>
              <a:off x="4306197" y="742925"/>
              <a:ext cx="82957" cy="662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1" name="asset_2027_31">
              <a:extLst>
                <a:ext uri="{FF2B5EF4-FFF2-40B4-BE49-F238E27FC236}">
                  <a16:creationId xmlns:a16="http://schemas.microsoft.com/office/drawing/2014/main" id="{F66F1E84-B351-4917-A693-D8513B8B7034}"/>
                </a:ext>
              </a:extLst>
            </p:cNvPr>
            <p:cNvSpPr>
              <a:spLocks noGrp="1"/>
            </p:cNvSpPr>
            <p:nvPr/>
          </p:nvSpPr>
          <p:spPr>
            <a:xfrm>
              <a:off x="4316951" y="684022"/>
              <a:ext cx="63942" cy="5104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2" name="asset_2027_32">
              <a:extLst>
                <a:ext uri="{FF2B5EF4-FFF2-40B4-BE49-F238E27FC236}">
                  <a16:creationId xmlns:a16="http://schemas.microsoft.com/office/drawing/2014/main" id="{99D54062-A6F7-4DD1-8E9E-42ACD355CAAD}"/>
                </a:ext>
              </a:extLst>
            </p:cNvPr>
            <p:cNvSpPr>
              <a:spLocks noGrp="1"/>
            </p:cNvSpPr>
            <p:nvPr/>
          </p:nvSpPr>
          <p:spPr>
            <a:xfrm>
              <a:off x="4219749" y="640722"/>
              <a:ext cx="76653" cy="6119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3" name="asset_2027_33">
              <a:extLst>
                <a:ext uri="{FF2B5EF4-FFF2-40B4-BE49-F238E27FC236}">
                  <a16:creationId xmlns:a16="http://schemas.microsoft.com/office/drawing/2014/main" id="{E78FE44C-E947-4F2C-B2EE-5123430CAFBF}"/>
                </a:ext>
              </a:extLst>
            </p:cNvPr>
            <p:cNvSpPr>
              <a:spLocks noGrp="1"/>
            </p:cNvSpPr>
            <p:nvPr/>
          </p:nvSpPr>
          <p:spPr>
            <a:xfrm>
              <a:off x="4079240" y="689413"/>
              <a:ext cx="112660" cy="8993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4" name="asset_2027_34">
              <a:extLst>
                <a:ext uri="{FF2B5EF4-FFF2-40B4-BE49-F238E27FC236}">
                  <a16:creationId xmlns:a16="http://schemas.microsoft.com/office/drawing/2014/main" id="{1C1925E8-0217-4DDA-8B70-FBB79493D4C8}"/>
                </a:ext>
              </a:extLst>
            </p:cNvPr>
            <p:cNvSpPr>
              <a:spLocks noGrp="1"/>
            </p:cNvSpPr>
            <p:nvPr/>
          </p:nvSpPr>
          <p:spPr>
            <a:xfrm>
              <a:off x="4287443" y="729475"/>
              <a:ext cx="116098" cy="9267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5" name="asset_2027_35">
              <a:extLst>
                <a:ext uri="{FF2B5EF4-FFF2-40B4-BE49-F238E27FC236}">
                  <a16:creationId xmlns:a16="http://schemas.microsoft.com/office/drawing/2014/main" id="{7B1065D1-6E9E-4B4B-A57B-38F7033F8756}"/>
                </a:ext>
              </a:extLst>
            </p:cNvPr>
            <p:cNvSpPr>
              <a:spLocks noGrp="1"/>
            </p:cNvSpPr>
            <p:nvPr/>
          </p:nvSpPr>
          <p:spPr>
            <a:xfrm>
              <a:off x="4353400" y="652668"/>
              <a:ext cx="107604" cy="858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6" name="asset_2027_36">
              <a:extLst>
                <a:ext uri="{FF2B5EF4-FFF2-40B4-BE49-F238E27FC236}">
                  <a16:creationId xmlns:a16="http://schemas.microsoft.com/office/drawing/2014/main" id="{031C8BB0-D0D4-4850-9E24-9DD349BAEC2B}"/>
                </a:ext>
              </a:extLst>
            </p:cNvPr>
            <p:cNvSpPr>
              <a:spLocks noGrp="1"/>
            </p:cNvSpPr>
            <p:nvPr/>
          </p:nvSpPr>
          <p:spPr>
            <a:xfrm>
              <a:off x="4223635" y="557958"/>
              <a:ext cx="109609" cy="874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7" name="asset_2027_37">
              <a:extLst>
                <a:ext uri="{FF2B5EF4-FFF2-40B4-BE49-F238E27FC236}">
                  <a16:creationId xmlns:a16="http://schemas.microsoft.com/office/drawing/2014/main" id="{E06DF51A-A98F-424D-A5F6-95603CC128D3}"/>
                </a:ext>
              </a:extLst>
            </p:cNvPr>
            <p:cNvSpPr>
              <a:spLocks noGrp="1"/>
            </p:cNvSpPr>
            <p:nvPr/>
          </p:nvSpPr>
          <p:spPr>
            <a:xfrm>
              <a:off x="4179249" y="649750"/>
              <a:ext cx="106334" cy="8488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8" name="asset_2027_38">
              <a:extLst>
                <a:ext uri="{FF2B5EF4-FFF2-40B4-BE49-F238E27FC236}">
                  <a16:creationId xmlns:a16="http://schemas.microsoft.com/office/drawing/2014/main" id="{79012AB9-04C9-4C5B-9542-11B93745F898}"/>
                </a:ext>
              </a:extLst>
            </p:cNvPr>
            <p:cNvSpPr>
              <a:spLocks noGrp="1"/>
            </p:cNvSpPr>
            <p:nvPr/>
          </p:nvSpPr>
          <p:spPr>
            <a:xfrm>
              <a:off x="4228499" y="667856"/>
              <a:ext cx="105197" cy="8397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9" name="asset_2027_39">
              <a:extLst>
                <a:ext uri="{FF2B5EF4-FFF2-40B4-BE49-F238E27FC236}">
                  <a16:creationId xmlns:a16="http://schemas.microsoft.com/office/drawing/2014/main" id="{C1D186F1-5504-4ED9-827A-EB669B14FD96}"/>
                </a:ext>
              </a:extLst>
            </p:cNvPr>
            <p:cNvSpPr>
              <a:spLocks noGrp="1"/>
            </p:cNvSpPr>
            <p:nvPr/>
          </p:nvSpPr>
          <p:spPr>
            <a:xfrm>
              <a:off x="4241306" y="621458"/>
              <a:ext cx="114436" cy="913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0" name="asset_2027_40">
              <a:extLst>
                <a:ext uri="{FF2B5EF4-FFF2-40B4-BE49-F238E27FC236}">
                  <a16:creationId xmlns:a16="http://schemas.microsoft.com/office/drawing/2014/main" id="{1A8BCF88-2C3B-4AAF-A348-7356448B79E8}"/>
                </a:ext>
              </a:extLst>
            </p:cNvPr>
            <p:cNvSpPr>
              <a:spLocks noGrp="1"/>
            </p:cNvSpPr>
            <p:nvPr/>
          </p:nvSpPr>
          <p:spPr>
            <a:xfrm>
              <a:off x="4180454" y="586994"/>
              <a:ext cx="74974" cy="598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1" name="asset_2027_41">
              <a:extLst>
                <a:ext uri="{FF2B5EF4-FFF2-40B4-BE49-F238E27FC236}">
                  <a16:creationId xmlns:a16="http://schemas.microsoft.com/office/drawing/2014/main" id="{6B6D00EE-D856-41A2-B092-27CEC1D19C0C}"/>
                </a:ext>
              </a:extLst>
            </p:cNvPr>
            <p:cNvSpPr>
              <a:spLocks noGrp="1"/>
            </p:cNvSpPr>
            <p:nvPr/>
          </p:nvSpPr>
          <p:spPr>
            <a:xfrm>
              <a:off x="4138019" y="635475"/>
              <a:ext cx="64716" cy="5166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2" name="asset_2027_42">
              <a:extLst>
                <a:ext uri="{FF2B5EF4-FFF2-40B4-BE49-F238E27FC236}">
                  <a16:creationId xmlns:a16="http://schemas.microsoft.com/office/drawing/2014/main" id="{FD5D9615-FDEC-47C1-8E2F-27690D31EA42}"/>
                </a:ext>
              </a:extLst>
            </p:cNvPr>
            <p:cNvSpPr>
              <a:spLocks noGrp="1"/>
            </p:cNvSpPr>
            <p:nvPr/>
          </p:nvSpPr>
          <p:spPr>
            <a:xfrm>
              <a:off x="4216931" y="737024"/>
              <a:ext cx="97423" cy="7777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3" name="asset_2027_43">
              <a:extLst>
                <a:ext uri="{FF2B5EF4-FFF2-40B4-BE49-F238E27FC236}">
                  <a16:creationId xmlns:a16="http://schemas.microsoft.com/office/drawing/2014/main" id="{03ACF71B-9F98-49D2-8E5E-0D53A083AC20}"/>
                </a:ext>
              </a:extLst>
            </p:cNvPr>
            <p:cNvSpPr>
              <a:spLocks noGrp="1"/>
            </p:cNvSpPr>
            <p:nvPr/>
          </p:nvSpPr>
          <p:spPr>
            <a:xfrm>
              <a:off x="4317133" y="564618"/>
              <a:ext cx="108008" cy="8622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4" name="asset_2027_44">
              <a:extLst>
                <a:ext uri="{FF2B5EF4-FFF2-40B4-BE49-F238E27FC236}">
                  <a16:creationId xmlns:a16="http://schemas.microsoft.com/office/drawing/2014/main" id="{724CFBDA-F7E3-4C52-A69B-62485EDF81F1}"/>
                </a:ext>
              </a:extLst>
            </p:cNvPr>
            <p:cNvSpPr>
              <a:spLocks noGrp="1"/>
            </p:cNvSpPr>
            <p:nvPr/>
          </p:nvSpPr>
          <p:spPr>
            <a:xfrm>
              <a:off x="4193257" y="633037"/>
              <a:ext cx="105416" cy="841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5" name="asset_2027_45">
              <a:extLst>
                <a:ext uri="{FF2B5EF4-FFF2-40B4-BE49-F238E27FC236}">
                  <a16:creationId xmlns:a16="http://schemas.microsoft.com/office/drawing/2014/main" id="{FCAA0437-0AB5-4B5C-9D61-8D532428BE63}"/>
                </a:ext>
              </a:extLst>
            </p:cNvPr>
            <p:cNvSpPr>
              <a:spLocks noGrp="1"/>
            </p:cNvSpPr>
            <p:nvPr/>
          </p:nvSpPr>
          <p:spPr>
            <a:xfrm>
              <a:off x="4155603" y="656380"/>
              <a:ext cx="109670" cy="8754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6" name="asset_2027_46">
              <a:extLst>
                <a:ext uri="{FF2B5EF4-FFF2-40B4-BE49-F238E27FC236}">
                  <a16:creationId xmlns:a16="http://schemas.microsoft.com/office/drawing/2014/main" id="{560E5AF9-9BEE-43A1-8ED6-D936E75C34DE}"/>
                </a:ext>
              </a:extLst>
            </p:cNvPr>
            <p:cNvSpPr>
              <a:spLocks noGrp="1"/>
            </p:cNvSpPr>
            <p:nvPr/>
          </p:nvSpPr>
          <p:spPr>
            <a:xfrm>
              <a:off x="4309729" y="755020"/>
              <a:ext cx="74665" cy="5960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7" name="asset_2027_47">
              <a:extLst>
                <a:ext uri="{FF2B5EF4-FFF2-40B4-BE49-F238E27FC236}">
                  <a16:creationId xmlns:a16="http://schemas.microsoft.com/office/drawing/2014/main" id="{0B464A76-1B1F-4D22-820E-0D794E7B2B77}"/>
                </a:ext>
              </a:extLst>
            </p:cNvPr>
            <p:cNvSpPr>
              <a:spLocks noGrp="1"/>
            </p:cNvSpPr>
            <p:nvPr/>
          </p:nvSpPr>
          <p:spPr>
            <a:xfrm>
              <a:off x="4370973" y="641458"/>
              <a:ext cx="80485" cy="642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8" name="asset_2027_48">
              <a:extLst>
                <a:ext uri="{FF2B5EF4-FFF2-40B4-BE49-F238E27FC236}">
                  <a16:creationId xmlns:a16="http://schemas.microsoft.com/office/drawing/2014/main" id="{CF938A00-1880-4525-A4C7-304301BFED96}"/>
                </a:ext>
              </a:extLst>
            </p:cNvPr>
            <p:cNvSpPr>
              <a:spLocks noGrp="1"/>
            </p:cNvSpPr>
            <p:nvPr/>
          </p:nvSpPr>
          <p:spPr>
            <a:xfrm>
              <a:off x="4211550" y="563563"/>
              <a:ext cx="100623" cy="8032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9" name="asset_2027_49">
              <a:extLst>
                <a:ext uri="{FF2B5EF4-FFF2-40B4-BE49-F238E27FC236}">
                  <a16:creationId xmlns:a16="http://schemas.microsoft.com/office/drawing/2014/main" id="{119ADBD8-A970-4D99-A982-9C8EA3F8074F}"/>
                </a:ext>
              </a:extLst>
            </p:cNvPr>
            <p:cNvSpPr>
              <a:spLocks noGrp="1"/>
            </p:cNvSpPr>
            <p:nvPr/>
          </p:nvSpPr>
          <p:spPr>
            <a:xfrm>
              <a:off x="4074324" y="667639"/>
              <a:ext cx="79905" cy="6378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0" name="asset_2027_50">
              <a:extLst>
                <a:ext uri="{FF2B5EF4-FFF2-40B4-BE49-F238E27FC236}">
                  <a16:creationId xmlns:a16="http://schemas.microsoft.com/office/drawing/2014/main" id="{C3BC6789-B85C-463C-A9F0-6F1AAA0D33FE}"/>
                </a:ext>
              </a:extLst>
            </p:cNvPr>
            <p:cNvSpPr>
              <a:spLocks noGrp="1"/>
            </p:cNvSpPr>
            <p:nvPr/>
          </p:nvSpPr>
          <p:spPr>
            <a:xfrm>
              <a:off x="4311133" y="726504"/>
              <a:ext cx="79349" cy="633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1" name="asset_2027_51">
              <a:extLst>
                <a:ext uri="{FF2B5EF4-FFF2-40B4-BE49-F238E27FC236}">
                  <a16:creationId xmlns:a16="http://schemas.microsoft.com/office/drawing/2014/main" id="{CE4DD89B-764C-4055-87DA-1ACA2DC83E40}"/>
                </a:ext>
              </a:extLst>
            </p:cNvPr>
            <p:cNvSpPr>
              <a:spLocks noGrp="1"/>
            </p:cNvSpPr>
            <p:nvPr/>
          </p:nvSpPr>
          <p:spPr>
            <a:xfrm>
              <a:off x="4150384" y="671040"/>
              <a:ext cx="101873" cy="82170"/>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2" name="asset_2027_52">
              <a:extLst>
                <a:ext uri="{FF2B5EF4-FFF2-40B4-BE49-F238E27FC236}">
                  <a16:creationId xmlns:a16="http://schemas.microsoft.com/office/drawing/2014/main" id="{C84C1206-2200-4D85-B478-81F3D96C2BD6}"/>
                </a:ext>
              </a:extLst>
            </p:cNvPr>
            <p:cNvSpPr>
              <a:spLocks noGrp="1"/>
            </p:cNvSpPr>
            <p:nvPr/>
          </p:nvSpPr>
          <p:spPr>
            <a:xfrm>
              <a:off x="4300879" y="784958"/>
              <a:ext cx="87982" cy="70965"/>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3" name="asset_2027_53">
              <a:extLst>
                <a:ext uri="{FF2B5EF4-FFF2-40B4-BE49-F238E27FC236}">
                  <a16:creationId xmlns:a16="http://schemas.microsoft.com/office/drawing/2014/main" id="{104AC922-CCC5-4BEB-8EFB-FE92A2E0B9AD}"/>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1788">
              <a:solidFill>
                <a:srgbClr val="87ADD3"/>
              </a:solidFill>
            </a:ln>
          </p:spPr>
        </p:sp>
      </p:grpSp>
      <p:sp>
        <p:nvSpPr>
          <p:cNvPr id="1634"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635"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636"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637"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638"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639"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0"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641"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642"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3"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644"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645"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6"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7"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8"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9"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0"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1"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2"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3"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4"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5"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6"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7"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8"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9"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60"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661"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2"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3"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4"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5"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6"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7"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8"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9"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0"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1"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2"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3"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74"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675"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6"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7"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8"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9"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0"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1"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2"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3"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4"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85"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686"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7"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8"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9"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0"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1"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2"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3"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4"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5"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6"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7"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8"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99"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700"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1"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2"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3"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4"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5"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6"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7"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8"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9"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10"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1"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2"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3"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4"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15"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716"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17"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18"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19"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20"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21"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22"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723"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724"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5"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6"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7"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8"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9"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0"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1"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2"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3"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4"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5"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6"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7"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8"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9"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0"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1"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2"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3"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4"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5"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6"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7"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48" name="b | Candidate blob matched to Match"/>
          <p:cNvGrpSpPr/>
          <p:nvPr/>
        </p:nvGrpSpPr>
        <p:grpSpPr>
          <a:xfrm>
            <a:off x="4490500" y="914000"/>
            <a:ext cx="155316" cy="100125"/>
            <a:chOff x="2714019" y="2595654"/>
            <a:chExt cx="155316" cy="100125"/>
          </a:xfrm>
        </p:grpSpPr>
        <p:sp>
          <p:nvSpPr>
            <p:cNvPr id="1749"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750"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751"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752"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3"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4"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5"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6"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7"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8"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9"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0"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1"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762"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763"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764"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765"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766"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767"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768"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769"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770"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771"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772"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773"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774"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775"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776"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777"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778"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779"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780"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781"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782"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783"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784"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85"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786"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787"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788"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789"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790"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1"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2"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793"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94"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795"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796"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797"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798"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799"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800"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1"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2"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803"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804"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805"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06"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807"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08"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809"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810"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811"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812"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813"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14"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815"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16"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817"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818"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19"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820"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821"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822"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23"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24"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825"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26"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27"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828"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829"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830"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831"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832"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833"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834"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35"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836"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837"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38"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839"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0"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841"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42"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3"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4"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845"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846"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847"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8"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849"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850"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851"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852"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853"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854"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855"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56"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857"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858"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859"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860"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861"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862"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63"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864"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65"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866"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67"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68"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869"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870"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871"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872"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873"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874"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75"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76"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877"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878"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879"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80"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81"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2"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83"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884"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885"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886"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7"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888"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89"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890"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891"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92"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893"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894"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95"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896"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897"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898"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899"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00"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01"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902"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903"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04"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905"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06"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907"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908"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09"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910"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911"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912"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913"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914"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15"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916"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17"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18"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19"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920"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921"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922"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23"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924"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925"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26"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927"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928"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29"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930"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31"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32"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3"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934"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5"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936"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937"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938"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939"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940"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941"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2"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943"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4"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5"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6"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47"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948"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9"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950"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51"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952"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953"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954"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955"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56"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957"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58"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959"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60"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961"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62"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963"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64"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65"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966"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967"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968"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969"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970"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1"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72"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973"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974"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975"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6"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977"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78"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979"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980"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981"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982"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3"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84"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5"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6"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87"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8"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989"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990"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991"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992"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993"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4"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5"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6"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7"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8"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999"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2000"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2001"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2002"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2003"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2004"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2005"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TotalTime>
  <Words>2733</Words>
  <Application>Microsoft Office PowerPoint</Application>
  <DocSecurity>0</DocSecurity>
  <PresentationFormat>自定义</PresentationFormat>
  <Paragraphs>329</Paragraphs>
  <Slides>3</Slides>
  <Notes>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3</vt:i4>
      </vt:variant>
    </vt:vector>
  </HeadingPairs>
  <TitlesOfParts>
    <vt:vector size="8" baseType="lpstr">
      <vt:lpstr>Arial</vt:lpstr>
      <vt:lpstr>Calibri</vt:lpstr>
      <vt:lpstr>Cambria Math</vt:lpstr>
      <vt:lpstr>Segoe UI</vt:lpstr>
      <vt:lpstr>ChatGPT</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67</cp:revision>
  <dcterms:created xsi:type="dcterms:W3CDTF">2026-10-01T15:00:20Z</dcterms:created>
  <dcterms:modified xsi:type="dcterms:W3CDTF">2026-10-06T08:24:33Z</dcterms:modified>
</cp:coreProperties>
</file>