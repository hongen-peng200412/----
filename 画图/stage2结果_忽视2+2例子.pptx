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各模型在真实受体（a）和 CryoAtom2（b）条件下的前景 F1 与配体身份匹配正确率。六轴自顶端顺时针为总体 SMILES、小分子、糖、前景 F1、金属离子和肽类，径向坐标为 20–100%。真实受体条件下有 1,651 个待分类和匹配的候选，其中 1,238 个为前景，具体对应 389 个小分子、284 个糖、564 个金属离子和 1 个肽；CryoAtom2 条件下有 1,649 个待分类和匹配的候选，其中 1,160 个为前景，具体对应 348 个小分子、277 个糖、534 个金属离子和 1 个肽。肽类在完整数据集中的配体实例中仅占 0.08%</a:t>
            </a:r>
            <a:r>
              <a:rPr lang="zh-CN" altLang="en-US" dirty="0"/>
              <a:t>，</a:t>
            </a:r>
            <a:r>
              <a:rPr lang="zh-CN" altLang="zh-CN" dirty="0"/>
              <a:t>我们未对这一稀有类别进行额外富集，因此测试集中仅包含 1 个肽类实例。特别地，菱形表示 EMERALD-ID 在独立小分子测试集上的准确率，并仅在返回有效预测结果的位点上取平均，其中真实受体条件下有 282 个位点返回了预测结果，CryoAtom2 条件下则有 313 个位点返回了预测结果。</a:t>
            </a:r>
            <a:r>
              <a:rPr lang="en-US" dirty="0"/>
              <a:t>ENGLISH:</a:t>
            </a:r>
          </a:p>
          <a:p>
            <a:r>
              <a:rPr lang="zh-CN" altLang="zh-CN" dirty="0"/>
              <a:t>Foreground F1 and ligand identity matching accuracy of each model with deposited receptors (a) and CryoAtom2-reconstructed receptors (b). Clockwise from the top, the six axes show overall SMILES, small molecules, sugars, foreground F1, metal ions and peptides. Radial values range from 20% to 100%. With deposited receptors, 1,651 candidates require classification and matching, of which 1,238 are foreground. These comprise 389 small molecules, 284 sugars, 564 metal ions and 1 peptide. With CryoAtom2-reconstructed receptors, 1,649 candidates require classification and matching, of which 1,160 are foreground. These comprise 348 small molecules, 277 sugars, 534 metal ions and 1 peptide. Peptides account for only 0.08% of ligand instances in the full dataset; this rare category was not additionally enriched, resulting in a single peptide test case. Diamonds indicate EMERALD-ID accuracy on an independent small-molecule test set, averaged only over sites returning valid predictions. Predictions were returned at 282 sites with deposited receptors and 313 sites with CryoAtom2-reconstructed receptors.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strongest 模型在真实受体（a）和 CryoAtom2受体（b）条件下的配体身份匹配精度，与竞争的配体身份数的关系。在真实受体条件下，竞争配体身份数为1，2，3，4，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5的位点分别有413、443、91、63、150。竞争配体身份数为1，意味着这个候选区域所在的PDB中只有一种配体身份，准确率自然为100%。</a:t>
            </a:r>
            <a:endParaRPr lang="en-US" dirty="0"/>
          </a:p>
          <a:p>
            <a:r>
              <a:rPr lang="en-US"/>
              <a:t>ENGLISH:</a:t>
            </a:r>
          </a:p>
          <a:p>
            <a:r>
              <a:rPr lang="en-US"/>
              <a:t>Ligand identity matching accuracy of strongest versus the number of competing ligand identities, with deposited receptors (a) and CryoAtom2-reconstructed receptors (b). With deposited receptors, groups with 1, 2, 3, 4 and ≥5 competing identities contain 419, 459, 113, 85 and 162 sites, respectively. With CryoAtom2-reconstructed receptors, the corresponding groups contain 413, 443, 91, 63 and 150 sites, respectively. One competing identity means that the candidate region belongs to a PDB entry containing only one ligand identity, so accuracy is naturally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98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920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915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7971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458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448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485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18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5583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564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457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37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6255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836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7259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0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4504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0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16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173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6927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38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13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167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942</TotalTime>
  <Words>1768</Words>
  <Application>Microsoft Office PowerPoint</Application>
  <PresentationFormat>自定义</PresentationFormat>
  <Paragraphs>74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10</cp:revision>
  <dcterms:created xsi:type="dcterms:W3CDTF">2026-10-01T09:38:06Z</dcterms:created>
  <dcterms:modified xsi:type="dcterms:W3CDTF">2026-10-07T06:35:37Z</dcterms:modified>
</cp:coreProperties>
</file>