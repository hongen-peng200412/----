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9787" autoAdjust="0"/>
  </p:normalViewPr>
  <p:slideViewPr>
    <p:cSldViewPr snapToGrid="0" snapToObjects="1">
      <p:cViewPr varScale="1">
        <p:scale>
          <a:sx n="42" d="100"/>
          <a:sy n="42" d="100"/>
        </p:scale>
        <p:origin x="166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各模型在真实受体（a）和 CryoAtom2 重建受体（b）条件下的前景 F1 与配体身份匹配准确率。从顶部顺时针依次为总体 SMILES、小分子、糖类、前景 F1、金属离子和肽类六个轴，径向数值范围为 20%–100%。真实受体条件下，1,651 个候选需要进行分类和匹配，其中 1,238 个为前景，包括 389 个小分子、284 个糖类、564 个金属离子和 1 个肽类。CryoAtom2 重建受体条件下，1,649 个候选需要进行分类和匹配，其中 1,160 个为前景，包括 348 个小分子、277 个糖类、534 个金属离子和 1 个肽类。肽类仅占完整数据集中配体实例的 0.08%；未对这一稀有类别额外富集，因此仅有一个肽类测试案例。菱形表示 EMERALD-ID 在独立小分子测试集上的准确率，仅在返回有效预测的位点上取平均。真实受体和 CryoAtom2 重建受体条件下分别有 282 和 313 个位点返回预测。</a:t>
            </a:r>
            <a:endParaRPr lang="zh-CN"/>
          </a:p>
          <a:p>
            <a:r>
              <a:rPr lang="en-US" altLang="zh-CN" dirty="0"/>
              <a:t>ENGLISH:</a:t>
            </a:r>
          </a:p>
          <a:p>
            <a:r>
              <a:rPr lang="zh-CN" altLang="zh-CN" dirty="0"/>
              <a:t>Foreground F1 and ligand identity matching accuracy of each model with deposited receptors (a) and CryoAtom2-reconstructed receptors (b). Clockwise from the top, the six axes show overall SMILES, small molecules, sugars, foreground F1, metal ions and peptides. Radial values range from 20% to 100%. With deposited receptors, 1,651 candidates require classification and matching, of which 1,238 are foreground. These comprise 389 small molecules, 284 sugars, 564 metal ions and 1 peptide. With CryoAtom2-reconstructed receptors, 1,649 candidates require classification and matching, of which 1,160 are foreground. These comprise 348 small molecules, 277 sugars, 534 metal ions and 1 peptide. Peptides account for only 0.08% of ligand instances in the full dataset; this rare category was not additionally enriched, resulting in a single peptide test case. Diamonds indicate EMERALD-ID accuracy on an independent small-molecule test set, averaged only over sites returning valid predictions. Predictions were returned at 282 sites with deposited receptors and 313 sites with CryoAtom2-reconstructed receptors.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zh-CN" dirty="0"/>
              <a:t>strongest 的配体身份匹配准确率随候选配体身份数量的变化，分别展示真实受体（a）和 CryoAtom2 重建受体（b）条件。真实受体条件下，含 1、2、3、4 和 ≥5 个竞争配体身份的分组分别包含 419、459、113、85 和 162 个位点。CryoAtom2 重建受体条件下，对应分组分别包含 413、443、91、63 和 150 个位点。一个候选身份表示所有候选区域所属的 PDB 均仅含一种配体身份，因此准确率自然为 100%。</a:t>
            </a:r>
            <a:endParaRPr lang="zh-CN"/>
          </a:p>
          <a:p>
            <a:r>
              <a:rPr lang="en-US" dirty="0"/>
              <a:t>ENGLISH:</a:t>
            </a:r>
          </a:p>
          <a:p>
            <a:r>
              <a:rPr lang="en-US" dirty="0"/>
              <a:t>Ligand identity matching accuracy of strongest versus the number of candidate ligand identities, with deposited receptors (a) and CryoAtom2-reconstructed receptors (b). With deposited receptors, groups with 1, 2, 3, 4 and ≥5 </a:t>
            </a:r>
            <a:r>
              <a:rPr lang="zh-CN" altLang="zh-CN" dirty="0"/>
              <a:t>competing ligand identities</a:t>
            </a:r>
            <a:r>
              <a:rPr lang="en-US" altLang="zh-CN" dirty="0"/>
              <a:t> </a:t>
            </a:r>
            <a:r>
              <a:rPr lang="en-US" dirty="0"/>
              <a:t>contain 419, 459, 113, 85 and 162 sites, respectively. With CryoAtom2-reconstructed receptors, the corresponding groups contain 413, 443, 91, 63 and 150 sites, respectively. One candidate identity means that all candidate regions belongs to a PDB entry containing only one ligand identity, so accuracy is naturally 100%.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Deposited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98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920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915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7971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458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448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485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18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5583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564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457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37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6255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836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7259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0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4504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0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16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173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6927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38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13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167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Deposited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</a:t>
            </a:r>
            <a:r>
              <a:rPr lang="en-US" altLang="zh-CN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identities</a:t>
            </a: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</TotalTime>
  <Words>1791</Words>
  <Application>Microsoft Office PowerPoint</Application>
  <PresentationFormat>自定义</PresentationFormat>
  <Paragraphs>77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23</cp:revision>
  <dcterms:created xsi:type="dcterms:W3CDTF">2026-10-01T09:38:06Z</dcterms:created>
  <dcterms:modified xsi:type="dcterms:W3CDTF">2026-10-07T08:25:27Z</dcterms:modified>
</cp:coreProperties>
</file>