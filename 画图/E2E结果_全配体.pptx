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00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10</a:t>
            </a:r>
            <a:r>
              <a:rPr lang="zh-CN" altLang="en-US"/>
              <a:t>｜一般配体的区域检出与化学身份识别。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中，前 </a:t>
            </a:r>
            <a:r>
              <a:rPr lang="en-US" altLang="zh-CN"/>
              <a:t>K </a:t>
            </a:r>
            <a:r>
              <a:rPr lang="zh-CN" altLang="en-US"/>
              <a:t>个排序候选至少有一个区域命中时计为 </a:t>
            </a:r>
            <a:r>
              <a:rPr lang="en-US" altLang="zh-CN"/>
              <a:t>Find </a:t>
            </a:r>
            <a:r>
              <a:rPr lang="zh-CN" altLang="en-US"/>
              <a:t>成功；同时具有正确精确 </a:t>
            </a:r>
            <a:r>
              <a:rPr lang="en-US" altLang="zh-CN"/>
              <a:t>SMILES </a:t>
            </a:r>
            <a:r>
              <a:rPr lang="zh-CN" altLang="en-US"/>
              <a:t>身份时计为 </a:t>
            </a:r>
            <a:r>
              <a:rPr lang="en-US" altLang="zh-CN"/>
              <a:t>Find+Match </a:t>
            </a:r>
            <a:r>
              <a:rPr lang="zh-CN" altLang="en-US"/>
              <a:t>成功。纵轴为成功 </a:t>
            </a:r>
            <a:r>
              <a:rPr lang="en-US" altLang="zh-CN"/>
              <a:t>PDB </a:t>
            </a:r>
            <a:r>
              <a:rPr lang="zh-CN" altLang="en-US"/>
              <a:t>比例，</a:t>
            </a:r>
            <a:r>
              <a:rPr lang="en-US" altLang="zh-CN"/>
              <a:t>K=1–10</a:t>
            </a:r>
            <a:r>
              <a:rPr lang="zh-CN" altLang="en-US"/>
              <a:t>。</a:t>
            </a:r>
            <a:r>
              <a:rPr lang="en-US" altLang="zh-CN"/>
              <a:t>GT </a:t>
            </a:r>
            <a:r>
              <a:rPr lang="zh-CN" altLang="en-US"/>
              <a:t>与 </a:t>
            </a:r>
            <a:r>
              <a:rPr lang="en-US" altLang="zh-CN"/>
              <a:t>CA2 </a:t>
            </a:r>
            <a:r>
              <a:rPr lang="zh-CN" altLang="en-US"/>
              <a:t>分别使用真实受体与 </a:t>
            </a:r>
            <a:r>
              <a:rPr lang="en-US" altLang="zh-CN"/>
              <a:t>CryoAtom2 </a:t>
            </a:r>
            <a:r>
              <a:rPr lang="zh-CN" altLang="en-US"/>
              <a:t>受体及其对应模拟密度，两者共用实验密度；</a:t>
            </a:r>
            <a:r>
              <a:rPr lang="en-US" altLang="zh-CN"/>
              <a:t>Emap2lig-Find </a:t>
            </a:r>
            <a:r>
              <a:rPr lang="zh-CN" altLang="en-US"/>
              <a:t>不使用受体，按自身位点得分排序。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628D9-A810-41CF-BA34-6300DD38DA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509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BE86B6-7A0D-35D7-E858-EE04E598F97B}"/>
              </a:ext>
            </a:extLst>
          </p:cNvPr>
          <p:cNvSpPr txBox="1"/>
          <p:nvPr/>
        </p:nvSpPr>
        <p:spPr>
          <a:xfrm rot="16200000">
            <a:off x="0" y="14922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5A1EBB-14EF-75CD-1487-547BA26E2E3E}"/>
              </a:ext>
            </a:extLst>
          </p:cNvPr>
          <p:cNvSpPr txBox="1"/>
          <p:nvPr/>
        </p:nvSpPr>
        <p:spPr>
          <a:xfrm>
            <a:off x="520700" y="2730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EFAD42-181C-F344-48AC-A1F535535565}"/>
              </a:ext>
            </a:extLst>
          </p:cNvPr>
          <p:cNvCxnSpPr/>
          <p:nvPr/>
        </p:nvCxnSpPr>
        <p:spPr>
          <a:xfrm>
            <a:off x="889000" y="2181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2ECEA17-B744-F06C-7E37-10D7ACE9AA45}"/>
              </a:ext>
            </a:extLst>
          </p:cNvPr>
          <p:cNvSpPr txBox="1"/>
          <p:nvPr/>
        </p:nvSpPr>
        <p:spPr>
          <a:xfrm>
            <a:off x="520700" y="2117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EDB084-F046-0B82-7ECE-7C8D731A06BD}"/>
              </a:ext>
            </a:extLst>
          </p:cNvPr>
          <p:cNvCxnSpPr/>
          <p:nvPr/>
        </p:nvCxnSpPr>
        <p:spPr>
          <a:xfrm>
            <a:off x="889000" y="15684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794DF42-BCB9-2F85-891A-F618E96157E9}"/>
              </a:ext>
            </a:extLst>
          </p:cNvPr>
          <p:cNvSpPr txBox="1"/>
          <p:nvPr/>
        </p:nvSpPr>
        <p:spPr>
          <a:xfrm>
            <a:off x="520700" y="15049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CD4649-5C98-4FC0-E917-97089D1B9FA3}"/>
              </a:ext>
            </a:extLst>
          </p:cNvPr>
          <p:cNvCxnSpPr/>
          <p:nvPr/>
        </p:nvCxnSpPr>
        <p:spPr>
          <a:xfrm>
            <a:off x="889000" y="955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1464462-047D-231F-ED64-8033537B9CC1}"/>
              </a:ext>
            </a:extLst>
          </p:cNvPr>
          <p:cNvSpPr txBox="1"/>
          <p:nvPr/>
        </p:nvSpPr>
        <p:spPr>
          <a:xfrm>
            <a:off x="520700" y="892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D383F6-147E-9F0D-B863-F527C1A32E12}"/>
              </a:ext>
            </a:extLst>
          </p:cNvPr>
          <p:cNvSpPr txBox="1"/>
          <p:nvPr/>
        </p:nvSpPr>
        <p:spPr>
          <a:xfrm>
            <a:off x="520700" y="2794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832CC10-598C-E17A-83E1-4B5452C46F70}"/>
              </a:ext>
            </a:extLst>
          </p:cNvPr>
          <p:cNvCxnSpPr/>
          <p:nvPr/>
        </p:nvCxnSpPr>
        <p:spPr>
          <a:xfrm>
            <a:off x="889000" y="342900"/>
            <a:ext cx="0" cy="24511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693CE-3C9F-3AD4-FC34-B12A9395D86F}"/>
              </a:ext>
            </a:extLst>
          </p:cNvPr>
          <p:cNvCxnSpPr/>
          <p:nvPr/>
        </p:nvCxnSpPr>
        <p:spPr>
          <a:xfrm>
            <a:off x="889000" y="27940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680E7D3-88B7-DA39-62F5-5D93D971E415}"/>
              </a:ext>
            </a:extLst>
          </p:cNvPr>
          <p:cNvCxnSpPr/>
          <p:nvPr/>
        </p:nvCxnSpPr>
        <p:spPr>
          <a:xfrm>
            <a:off x="889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0BECE-4B10-8340-BDF9-48B26B22012B}"/>
              </a:ext>
            </a:extLst>
          </p:cNvPr>
          <p:cNvSpPr txBox="1"/>
          <p:nvPr/>
        </p:nvSpPr>
        <p:spPr>
          <a:xfrm>
            <a:off x="8255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2A566C-7F31-4103-4A43-0DDB383498F5}"/>
              </a:ext>
            </a:extLst>
          </p:cNvPr>
          <p:cNvCxnSpPr/>
          <p:nvPr/>
        </p:nvCxnSpPr>
        <p:spPr>
          <a:xfrm>
            <a:off x="1295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E25FBCD-644F-E7BC-EE04-9C4BA03D357D}"/>
              </a:ext>
            </a:extLst>
          </p:cNvPr>
          <p:cNvCxnSpPr/>
          <p:nvPr/>
        </p:nvCxnSpPr>
        <p:spPr>
          <a:xfrm>
            <a:off x="1701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F3E9A13-FFBA-AEBF-6AB8-EAD2967CD36F}"/>
              </a:ext>
            </a:extLst>
          </p:cNvPr>
          <p:cNvSpPr txBox="1"/>
          <p:nvPr/>
        </p:nvSpPr>
        <p:spPr>
          <a:xfrm>
            <a:off x="16383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2772915-A2A4-977A-6FEC-4DF1D227D36E}"/>
              </a:ext>
            </a:extLst>
          </p:cNvPr>
          <p:cNvCxnSpPr/>
          <p:nvPr/>
        </p:nvCxnSpPr>
        <p:spPr>
          <a:xfrm>
            <a:off x="2108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0B61581-E7E3-B2FF-E89B-C1EDC1D618EF}"/>
              </a:ext>
            </a:extLst>
          </p:cNvPr>
          <p:cNvCxnSpPr/>
          <p:nvPr/>
        </p:nvCxnSpPr>
        <p:spPr>
          <a:xfrm>
            <a:off x="2514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274E67-A902-AC0F-23A1-C9D435A19C96}"/>
              </a:ext>
            </a:extLst>
          </p:cNvPr>
          <p:cNvSpPr txBox="1"/>
          <p:nvPr/>
        </p:nvSpPr>
        <p:spPr>
          <a:xfrm>
            <a:off x="24511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5722F66-778A-4CE9-1B00-397872CBCBD8}"/>
              </a:ext>
            </a:extLst>
          </p:cNvPr>
          <p:cNvCxnSpPr/>
          <p:nvPr/>
        </p:nvCxnSpPr>
        <p:spPr>
          <a:xfrm>
            <a:off x="2921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C5AD3B4-FDAC-7050-9276-E8DD263C6CCF}"/>
              </a:ext>
            </a:extLst>
          </p:cNvPr>
          <p:cNvCxnSpPr/>
          <p:nvPr/>
        </p:nvCxnSpPr>
        <p:spPr>
          <a:xfrm>
            <a:off x="3327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1369FEB-C717-0C72-B802-71E5A40F476A}"/>
              </a:ext>
            </a:extLst>
          </p:cNvPr>
          <p:cNvSpPr txBox="1"/>
          <p:nvPr/>
        </p:nvSpPr>
        <p:spPr>
          <a:xfrm>
            <a:off x="32639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69491B9-6DAB-D209-7C0A-31EA9556DD37}"/>
              </a:ext>
            </a:extLst>
          </p:cNvPr>
          <p:cNvCxnSpPr/>
          <p:nvPr/>
        </p:nvCxnSpPr>
        <p:spPr>
          <a:xfrm>
            <a:off x="3733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7136FE3-4261-BDF6-CD19-46BAF3D620F2}"/>
              </a:ext>
            </a:extLst>
          </p:cNvPr>
          <p:cNvCxnSpPr/>
          <p:nvPr/>
        </p:nvCxnSpPr>
        <p:spPr>
          <a:xfrm>
            <a:off x="4140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1129EF3-2167-1C02-547D-AB406F0C4C20}"/>
              </a:ext>
            </a:extLst>
          </p:cNvPr>
          <p:cNvCxnSpPr/>
          <p:nvPr/>
        </p:nvCxnSpPr>
        <p:spPr>
          <a:xfrm>
            <a:off x="4546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4FAF393-1068-E18F-636B-202384A7F147}"/>
              </a:ext>
            </a:extLst>
          </p:cNvPr>
          <p:cNvSpPr txBox="1"/>
          <p:nvPr/>
        </p:nvSpPr>
        <p:spPr>
          <a:xfrm>
            <a:off x="4483100" y="28448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639DE8-26A9-8D75-0A82-CA3D0183447E}"/>
              </a:ext>
            </a:extLst>
          </p:cNvPr>
          <p:cNvSpPr txBox="1"/>
          <p:nvPr/>
        </p:nvSpPr>
        <p:spPr>
          <a:xfrm>
            <a:off x="2057400" y="30099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Ranked sites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9E95AE-937A-B970-4BC8-5196C1B97914}"/>
              </a:ext>
            </a:extLst>
          </p:cNvPr>
          <p:cNvCxnSpPr/>
          <p:nvPr/>
        </p:nvCxnSpPr>
        <p:spPr>
          <a:xfrm flipV="1">
            <a:off x="889000" y="603073"/>
            <a:ext cx="406400" cy="1643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045FC7A-8226-72DE-24A7-3F9F4BCC9294}"/>
              </a:ext>
            </a:extLst>
          </p:cNvPr>
          <p:cNvCxnSpPr/>
          <p:nvPr/>
        </p:nvCxnSpPr>
        <p:spPr>
          <a:xfrm flipV="1">
            <a:off x="1295400" y="534606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F0F490F-7075-9E58-D2B2-562D6D8FB617}"/>
              </a:ext>
            </a:extLst>
          </p:cNvPr>
          <p:cNvCxnSpPr/>
          <p:nvPr/>
        </p:nvCxnSpPr>
        <p:spPr>
          <a:xfrm>
            <a:off x="1701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E41396-DC97-F324-D201-44286E86B00D}"/>
              </a:ext>
            </a:extLst>
          </p:cNvPr>
          <p:cNvCxnSpPr/>
          <p:nvPr/>
        </p:nvCxnSpPr>
        <p:spPr>
          <a:xfrm flipV="1">
            <a:off x="2108200" y="52091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D8A270C-48D7-6CF2-0FB7-52133830121F}"/>
              </a:ext>
            </a:extLst>
          </p:cNvPr>
          <p:cNvCxnSpPr/>
          <p:nvPr/>
        </p:nvCxnSpPr>
        <p:spPr>
          <a:xfrm>
            <a:off x="2514600" y="520913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3250853-33EA-FEB5-F83A-CDE8D0E4624C}"/>
              </a:ext>
            </a:extLst>
          </p:cNvPr>
          <p:cNvCxnSpPr/>
          <p:nvPr/>
        </p:nvCxnSpPr>
        <p:spPr>
          <a:xfrm flipV="1">
            <a:off x="2921000" y="507220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4968EBF-634C-CBAB-C04D-49D56B679C88}"/>
              </a:ext>
            </a:extLst>
          </p:cNvPr>
          <p:cNvCxnSpPr/>
          <p:nvPr/>
        </p:nvCxnSpPr>
        <p:spPr>
          <a:xfrm>
            <a:off x="33274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804425D-657B-694E-0B69-CBBDF086BD36}"/>
              </a:ext>
            </a:extLst>
          </p:cNvPr>
          <p:cNvCxnSpPr/>
          <p:nvPr/>
        </p:nvCxnSpPr>
        <p:spPr>
          <a:xfrm>
            <a:off x="37338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75DA01E-57EF-A919-722C-F17A1B2A5CA5}"/>
              </a:ext>
            </a:extLst>
          </p:cNvPr>
          <p:cNvCxnSpPr/>
          <p:nvPr/>
        </p:nvCxnSpPr>
        <p:spPr>
          <a:xfrm>
            <a:off x="41402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E3CC9944-F06A-B0B6-8D63-C9D3AC6DB289}"/>
              </a:ext>
            </a:extLst>
          </p:cNvPr>
          <p:cNvSpPr/>
          <p:nvPr/>
        </p:nvSpPr>
        <p:spPr>
          <a:xfrm>
            <a:off x="866775" y="745167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1D9EB3F-2B78-2174-6FCE-6A02E393237B}"/>
              </a:ext>
            </a:extLst>
          </p:cNvPr>
          <p:cNvSpPr/>
          <p:nvPr/>
        </p:nvSpPr>
        <p:spPr>
          <a:xfrm>
            <a:off x="1273175" y="58084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1B9D2A71-23CE-8C92-0D60-7D48695AB90E}"/>
              </a:ext>
            </a:extLst>
          </p:cNvPr>
          <p:cNvSpPr/>
          <p:nvPr/>
        </p:nvSpPr>
        <p:spPr>
          <a:xfrm>
            <a:off x="16795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538599B-6800-BA2E-211F-9C590C262DDE}"/>
              </a:ext>
            </a:extLst>
          </p:cNvPr>
          <p:cNvSpPr/>
          <p:nvPr/>
        </p:nvSpPr>
        <p:spPr>
          <a:xfrm>
            <a:off x="20859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7C6FA00-5224-EA5A-0C42-CC506FBFE294}"/>
              </a:ext>
            </a:extLst>
          </p:cNvPr>
          <p:cNvSpPr/>
          <p:nvPr/>
        </p:nvSpPr>
        <p:spPr>
          <a:xfrm>
            <a:off x="24923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DB38CDE-82C2-9117-AA62-8F2AE9E48267}"/>
              </a:ext>
            </a:extLst>
          </p:cNvPr>
          <p:cNvSpPr/>
          <p:nvPr/>
        </p:nvSpPr>
        <p:spPr>
          <a:xfrm>
            <a:off x="28987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664A721F-26BD-9AF1-F240-B09EDF930826}"/>
              </a:ext>
            </a:extLst>
          </p:cNvPr>
          <p:cNvSpPr/>
          <p:nvPr/>
        </p:nvSpPr>
        <p:spPr>
          <a:xfrm>
            <a:off x="33051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19749E8-5D8E-4A20-BB1B-C2984AB3BB51}"/>
              </a:ext>
            </a:extLst>
          </p:cNvPr>
          <p:cNvSpPr/>
          <p:nvPr/>
        </p:nvSpPr>
        <p:spPr>
          <a:xfrm>
            <a:off x="37115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535A7B9-8E87-AFAB-0A6F-0480912F5C90}"/>
              </a:ext>
            </a:extLst>
          </p:cNvPr>
          <p:cNvSpPr/>
          <p:nvPr/>
        </p:nvSpPr>
        <p:spPr>
          <a:xfrm>
            <a:off x="41179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AF906A2-DE76-BC9D-E117-497314E75044}"/>
              </a:ext>
            </a:extLst>
          </p:cNvPr>
          <p:cNvSpPr/>
          <p:nvPr/>
        </p:nvSpPr>
        <p:spPr>
          <a:xfrm>
            <a:off x="45243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9DCE4D0-FF1A-4DD5-20B8-FA9D246A9761}"/>
              </a:ext>
            </a:extLst>
          </p:cNvPr>
          <p:cNvCxnSpPr/>
          <p:nvPr/>
        </p:nvCxnSpPr>
        <p:spPr>
          <a:xfrm flipV="1">
            <a:off x="889000" y="657846"/>
            <a:ext cx="406400" cy="19170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96883FF-26DA-8FCD-E133-6AF7A567C684}"/>
              </a:ext>
            </a:extLst>
          </p:cNvPr>
          <p:cNvCxnSpPr/>
          <p:nvPr/>
        </p:nvCxnSpPr>
        <p:spPr>
          <a:xfrm flipV="1">
            <a:off x="1295400" y="589379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A9E3561-4F09-E8E7-449E-769DA7C72B96}"/>
              </a:ext>
            </a:extLst>
          </p:cNvPr>
          <p:cNvCxnSpPr/>
          <p:nvPr/>
        </p:nvCxnSpPr>
        <p:spPr>
          <a:xfrm flipV="1">
            <a:off x="1701800" y="57568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07439F7-5BC8-4178-68E1-D798377DC120}"/>
              </a:ext>
            </a:extLst>
          </p:cNvPr>
          <p:cNvCxnSpPr/>
          <p:nvPr/>
        </p:nvCxnSpPr>
        <p:spPr>
          <a:xfrm flipV="1">
            <a:off x="2108200" y="56199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23BC678F-2373-223C-E3A7-8355FCF11DCF}"/>
              </a:ext>
            </a:extLst>
          </p:cNvPr>
          <p:cNvCxnSpPr/>
          <p:nvPr/>
        </p:nvCxnSpPr>
        <p:spPr>
          <a:xfrm flipV="1">
            <a:off x="2514600" y="548299"/>
            <a:ext cx="406400" cy="1369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78ECB66-33DB-C0F4-D39B-EC944F28AC85}"/>
              </a:ext>
            </a:extLst>
          </p:cNvPr>
          <p:cNvCxnSpPr/>
          <p:nvPr/>
        </p:nvCxnSpPr>
        <p:spPr>
          <a:xfrm flipV="1">
            <a:off x="2921000" y="53460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896A2F-9F1E-BF38-C073-7F74E29B88AD}"/>
              </a:ext>
            </a:extLst>
          </p:cNvPr>
          <p:cNvCxnSpPr/>
          <p:nvPr/>
        </p:nvCxnSpPr>
        <p:spPr>
          <a:xfrm>
            <a:off x="33274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37EA25B5-3435-8C1E-4DED-468251A2A44C}"/>
              </a:ext>
            </a:extLst>
          </p:cNvPr>
          <p:cNvCxnSpPr/>
          <p:nvPr/>
        </p:nvCxnSpPr>
        <p:spPr>
          <a:xfrm>
            <a:off x="3733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BA63DBA-5380-B324-30B5-F7573BA6851B}"/>
              </a:ext>
            </a:extLst>
          </p:cNvPr>
          <p:cNvCxnSpPr/>
          <p:nvPr/>
        </p:nvCxnSpPr>
        <p:spPr>
          <a:xfrm>
            <a:off x="41402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B813CD0-2401-DECE-84EB-AF55E0C5E2F1}"/>
              </a:ext>
            </a:extLst>
          </p:cNvPr>
          <p:cNvSpPr/>
          <p:nvPr/>
        </p:nvSpPr>
        <p:spPr>
          <a:xfrm>
            <a:off x="866775" y="827327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AF3B7-1A05-A27E-1688-E2237AEBB2BB}"/>
              </a:ext>
            </a:extLst>
          </p:cNvPr>
          <p:cNvSpPr/>
          <p:nvPr/>
        </p:nvSpPr>
        <p:spPr>
          <a:xfrm>
            <a:off x="1273175" y="63562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52683B-5223-1611-1675-F03102B33AF6}"/>
              </a:ext>
            </a:extLst>
          </p:cNvPr>
          <p:cNvSpPr/>
          <p:nvPr/>
        </p:nvSpPr>
        <p:spPr>
          <a:xfrm>
            <a:off x="1679575" y="56715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244F78E-AF50-5224-21AB-C776FE253C3C}"/>
              </a:ext>
            </a:extLst>
          </p:cNvPr>
          <p:cNvSpPr/>
          <p:nvPr/>
        </p:nvSpPr>
        <p:spPr>
          <a:xfrm>
            <a:off x="2085975" y="55346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AE5D35B-F6E7-3E4C-2A73-77A14A4F0904}"/>
              </a:ext>
            </a:extLst>
          </p:cNvPr>
          <p:cNvSpPr/>
          <p:nvPr/>
        </p:nvSpPr>
        <p:spPr>
          <a:xfrm>
            <a:off x="2492375" y="539768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D4E656C-C376-685F-B47C-8BD73655AEC1}"/>
              </a:ext>
            </a:extLst>
          </p:cNvPr>
          <p:cNvSpPr/>
          <p:nvPr/>
        </p:nvSpPr>
        <p:spPr>
          <a:xfrm>
            <a:off x="2898775" y="52607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5815858-5619-E330-11D9-4527C1E5ACCD}"/>
              </a:ext>
            </a:extLst>
          </p:cNvPr>
          <p:cNvSpPr/>
          <p:nvPr/>
        </p:nvSpPr>
        <p:spPr>
          <a:xfrm>
            <a:off x="33051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0F031F1-2F64-2B93-2346-15E9C4A95818}"/>
              </a:ext>
            </a:extLst>
          </p:cNvPr>
          <p:cNvSpPr/>
          <p:nvPr/>
        </p:nvSpPr>
        <p:spPr>
          <a:xfrm>
            <a:off x="37115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38FD7FD-FF90-5B81-D1C0-F68FBC4A95E7}"/>
              </a:ext>
            </a:extLst>
          </p:cNvPr>
          <p:cNvSpPr/>
          <p:nvPr/>
        </p:nvSpPr>
        <p:spPr>
          <a:xfrm>
            <a:off x="41179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4FF253A-A034-4B11-6E42-5C3D40B80E15}"/>
              </a:ext>
            </a:extLst>
          </p:cNvPr>
          <p:cNvSpPr/>
          <p:nvPr/>
        </p:nvSpPr>
        <p:spPr>
          <a:xfrm>
            <a:off x="45243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6898612-7160-3317-A01D-3F16E0D10A57}"/>
              </a:ext>
            </a:extLst>
          </p:cNvPr>
          <p:cNvCxnSpPr/>
          <p:nvPr/>
        </p:nvCxnSpPr>
        <p:spPr>
          <a:xfrm flipV="1">
            <a:off x="889000" y="767392"/>
            <a:ext cx="406400" cy="19170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F6F0CBE-1E6C-FB07-4410-BFAF822F9325}"/>
              </a:ext>
            </a:extLst>
          </p:cNvPr>
          <p:cNvCxnSpPr/>
          <p:nvPr/>
        </p:nvCxnSpPr>
        <p:spPr>
          <a:xfrm flipV="1">
            <a:off x="1295400" y="671539"/>
            <a:ext cx="406400" cy="9585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1BEA790-3578-FBD9-A233-1E51DCE9B445}"/>
              </a:ext>
            </a:extLst>
          </p:cNvPr>
          <p:cNvCxnSpPr/>
          <p:nvPr/>
        </p:nvCxnSpPr>
        <p:spPr>
          <a:xfrm flipV="1">
            <a:off x="1701800" y="65784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904868D-3C36-E328-7B28-5FB24350CF20}"/>
              </a:ext>
            </a:extLst>
          </p:cNvPr>
          <p:cNvCxnSpPr/>
          <p:nvPr/>
        </p:nvCxnSpPr>
        <p:spPr>
          <a:xfrm flipV="1">
            <a:off x="2108200" y="64415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EE3B4EA-826F-3C45-75F1-E84628B776BF}"/>
              </a:ext>
            </a:extLst>
          </p:cNvPr>
          <p:cNvCxnSpPr/>
          <p:nvPr/>
        </p:nvCxnSpPr>
        <p:spPr>
          <a:xfrm flipV="1">
            <a:off x="2514600" y="63045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8A8F5C-7CF8-26C5-3395-5B2FD2BE217F}"/>
              </a:ext>
            </a:extLst>
          </p:cNvPr>
          <p:cNvCxnSpPr/>
          <p:nvPr/>
        </p:nvCxnSpPr>
        <p:spPr>
          <a:xfrm flipV="1">
            <a:off x="2921000" y="61676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CD90CC3-F9F6-6B7A-F8C0-982FAAD2EDC9}"/>
              </a:ext>
            </a:extLst>
          </p:cNvPr>
          <p:cNvCxnSpPr/>
          <p:nvPr/>
        </p:nvCxnSpPr>
        <p:spPr>
          <a:xfrm>
            <a:off x="33274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92CD572-7378-E800-87BB-2F395381DEBC}"/>
              </a:ext>
            </a:extLst>
          </p:cNvPr>
          <p:cNvCxnSpPr/>
          <p:nvPr/>
        </p:nvCxnSpPr>
        <p:spPr>
          <a:xfrm>
            <a:off x="37338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C7DBCFD-326B-D655-B9A9-54A4241CFE3A}"/>
              </a:ext>
            </a:extLst>
          </p:cNvPr>
          <p:cNvCxnSpPr/>
          <p:nvPr/>
        </p:nvCxnSpPr>
        <p:spPr>
          <a:xfrm>
            <a:off x="41402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4A6638-0C4D-553E-977F-9C5CC9484350}"/>
              </a:ext>
            </a:extLst>
          </p:cNvPr>
          <p:cNvSpPr/>
          <p:nvPr/>
        </p:nvSpPr>
        <p:spPr>
          <a:xfrm>
            <a:off x="866775" y="93687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997AD8F5-53BA-7A5C-CFE7-FE3FED932F85}"/>
              </a:ext>
            </a:extLst>
          </p:cNvPr>
          <p:cNvSpPr/>
          <p:nvPr/>
        </p:nvSpPr>
        <p:spPr>
          <a:xfrm>
            <a:off x="1273175" y="74516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BB6548-D0DE-C629-E5DB-E3C79FCAA472}"/>
              </a:ext>
            </a:extLst>
          </p:cNvPr>
          <p:cNvSpPr/>
          <p:nvPr/>
        </p:nvSpPr>
        <p:spPr>
          <a:xfrm>
            <a:off x="1679575" y="64931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5686062-63DD-595E-B311-0960BD57B2F7}"/>
              </a:ext>
            </a:extLst>
          </p:cNvPr>
          <p:cNvSpPr/>
          <p:nvPr/>
        </p:nvSpPr>
        <p:spPr>
          <a:xfrm>
            <a:off x="2085975" y="63562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3696AA3-B870-970C-69CB-62CD50A662C7}"/>
              </a:ext>
            </a:extLst>
          </p:cNvPr>
          <p:cNvSpPr/>
          <p:nvPr/>
        </p:nvSpPr>
        <p:spPr>
          <a:xfrm>
            <a:off x="2492375" y="62192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A579803-5B58-3979-A83C-BD1F053A579A}"/>
              </a:ext>
            </a:extLst>
          </p:cNvPr>
          <p:cNvSpPr/>
          <p:nvPr/>
        </p:nvSpPr>
        <p:spPr>
          <a:xfrm>
            <a:off x="2898775" y="60823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8766D8-3A6D-101D-0988-D21D33528A03}"/>
              </a:ext>
            </a:extLst>
          </p:cNvPr>
          <p:cNvSpPr/>
          <p:nvPr/>
        </p:nvSpPr>
        <p:spPr>
          <a:xfrm>
            <a:off x="33051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9849E02-4FBC-97F6-4E31-A745624B02B2}"/>
              </a:ext>
            </a:extLst>
          </p:cNvPr>
          <p:cNvSpPr/>
          <p:nvPr/>
        </p:nvSpPr>
        <p:spPr>
          <a:xfrm>
            <a:off x="37115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D3B7F456-3091-ED99-7275-C549D5B8B2E0}"/>
              </a:ext>
            </a:extLst>
          </p:cNvPr>
          <p:cNvSpPr/>
          <p:nvPr/>
        </p:nvSpPr>
        <p:spPr>
          <a:xfrm>
            <a:off x="41179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FCD1DD8-CE00-03CE-2DBE-2159E73A4A2E}"/>
              </a:ext>
            </a:extLst>
          </p:cNvPr>
          <p:cNvSpPr/>
          <p:nvPr/>
        </p:nvSpPr>
        <p:spPr>
          <a:xfrm>
            <a:off x="45243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3F0C6E4-6E6D-BB4D-1240-0ED8E14DFBB0}"/>
              </a:ext>
            </a:extLst>
          </p:cNvPr>
          <p:cNvCxnSpPr/>
          <p:nvPr/>
        </p:nvCxnSpPr>
        <p:spPr>
          <a:xfrm flipV="1">
            <a:off x="889000" y="863245"/>
            <a:ext cx="406400" cy="28755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A8C123-4EC3-EA82-4FBC-E1CE7CE7F88A}"/>
              </a:ext>
            </a:extLst>
          </p:cNvPr>
          <p:cNvCxnSpPr/>
          <p:nvPr/>
        </p:nvCxnSpPr>
        <p:spPr>
          <a:xfrm flipV="1">
            <a:off x="1295400" y="740006"/>
            <a:ext cx="406400" cy="12323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3792D6-6CDF-6906-5EBA-9DECBB45F350}"/>
              </a:ext>
            </a:extLst>
          </p:cNvPr>
          <p:cNvCxnSpPr/>
          <p:nvPr/>
        </p:nvCxnSpPr>
        <p:spPr>
          <a:xfrm flipV="1">
            <a:off x="1701800" y="712619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FEA5AB6-1766-300E-B07C-A086739FB322}"/>
              </a:ext>
            </a:extLst>
          </p:cNvPr>
          <p:cNvCxnSpPr/>
          <p:nvPr/>
        </p:nvCxnSpPr>
        <p:spPr>
          <a:xfrm flipV="1">
            <a:off x="2108200" y="69892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9776D9A0-C0A3-4ECF-6C55-8CC0DF6F2ECE}"/>
              </a:ext>
            </a:extLst>
          </p:cNvPr>
          <p:cNvCxnSpPr/>
          <p:nvPr/>
        </p:nvCxnSpPr>
        <p:spPr>
          <a:xfrm flipV="1">
            <a:off x="2514600" y="68523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5B67EA7-1CA0-C515-7EBD-4ADC60CE83F5}"/>
              </a:ext>
            </a:extLst>
          </p:cNvPr>
          <p:cNvCxnSpPr/>
          <p:nvPr/>
        </p:nvCxnSpPr>
        <p:spPr>
          <a:xfrm flipV="1">
            <a:off x="2921000" y="67153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F86466CA-3DDE-3836-9C95-A8D3094A5C1A}"/>
              </a:ext>
            </a:extLst>
          </p:cNvPr>
          <p:cNvCxnSpPr/>
          <p:nvPr/>
        </p:nvCxnSpPr>
        <p:spPr>
          <a:xfrm flipV="1">
            <a:off x="3327400" y="644152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2401DBF9-A339-F2B2-82F7-2EE06697DCBF}"/>
              </a:ext>
            </a:extLst>
          </p:cNvPr>
          <p:cNvCxnSpPr/>
          <p:nvPr/>
        </p:nvCxnSpPr>
        <p:spPr>
          <a:xfrm>
            <a:off x="37338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2CEFB23-A0CD-9D60-D490-21DEC1512AA8}"/>
              </a:ext>
            </a:extLst>
          </p:cNvPr>
          <p:cNvCxnSpPr/>
          <p:nvPr/>
        </p:nvCxnSpPr>
        <p:spPr>
          <a:xfrm>
            <a:off x="41402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66A9B720-5DA9-FFAA-C1DE-DB3F4E581004}"/>
              </a:ext>
            </a:extLst>
          </p:cNvPr>
          <p:cNvSpPr/>
          <p:nvPr/>
        </p:nvSpPr>
        <p:spPr>
          <a:xfrm>
            <a:off x="866775" y="1128579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2B51E84-64E2-5DBE-F804-8B8A511951E7}"/>
              </a:ext>
            </a:extLst>
          </p:cNvPr>
          <p:cNvSpPr/>
          <p:nvPr/>
        </p:nvSpPr>
        <p:spPr>
          <a:xfrm>
            <a:off x="1273175" y="841020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416158D8-5C05-7F23-A852-21693BCDF180}"/>
              </a:ext>
            </a:extLst>
          </p:cNvPr>
          <p:cNvSpPr/>
          <p:nvPr/>
        </p:nvSpPr>
        <p:spPr>
          <a:xfrm>
            <a:off x="1679575" y="71778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D422926-552B-3586-6FA3-A78969861846}"/>
              </a:ext>
            </a:extLst>
          </p:cNvPr>
          <p:cNvSpPr/>
          <p:nvPr/>
        </p:nvSpPr>
        <p:spPr>
          <a:xfrm>
            <a:off x="2085975" y="69039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95FA3FE-53FA-23D6-C701-74D27B61AD9C}"/>
              </a:ext>
            </a:extLst>
          </p:cNvPr>
          <p:cNvSpPr/>
          <p:nvPr/>
        </p:nvSpPr>
        <p:spPr>
          <a:xfrm>
            <a:off x="2492375" y="67670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0B3FF7F-09EB-CDBF-6F78-77C560FBFA8F}"/>
              </a:ext>
            </a:extLst>
          </p:cNvPr>
          <p:cNvSpPr/>
          <p:nvPr/>
        </p:nvSpPr>
        <p:spPr>
          <a:xfrm>
            <a:off x="2898775" y="66300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C0DB90-18FB-138D-D17E-D90344C0A21B}"/>
              </a:ext>
            </a:extLst>
          </p:cNvPr>
          <p:cNvSpPr/>
          <p:nvPr/>
        </p:nvSpPr>
        <p:spPr>
          <a:xfrm>
            <a:off x="3305175" y="64931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36A91051-0BFF-59D3-629F-59920D73EA70}"/>
              </a:ext>
            </a:extLst>
          </p:cNvPr>
          <p:cNvSpPr/>
          <p:nvPr/>
        </p:nvSpPr>
        <p:spPr>
          <a:xfrm>
            <a:off x="37115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96A154C-BA9A-5307-7E42-CAB8A603C6DE}"/>
              </a:ext>
            </a:extLst>
          </p:cNvPr>
          <p:cNvSpPr/>
          <p:nvPr/>
        </p:nvSpPr>
        <p:spPr>
          <a:xfrm>
            <a:off x="41179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B83896-F532-04E7-452D-93DF872EF267}"/>
              </a:ext>
            </a:extLst>
          </p:cNvPr>
          <p:cNvSpPr/>
          <p:nvPr/>
        </p:nvSpPr>
        <p:spPr>
          <a:xfrm>
            <a:off x="45243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586F92F-2DB5-7CD0-6A89-46E47DBECD5A}"/>
              </a:ext>
            </a:extLst>
          </p:cNvPr>
          <p:cNvCxnSpPr/>
          <p:nvPr/>
        </p:nvCxnSpPr>
        <p:spPr>
          <a:xfrm flipV="1">
            <a:off x="889000" y="1671150"/>
            <a:ext cx="406400" cy="1506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2541FD7-D2FB-F10E-776C-189BEAD3E9C3}"/>
              </a:ext>
            </a:extLst>
          </p:cNvPr>
          <p:cNvCxnSpPr/>
          <p:nvPr/>
        </p:nvCxnSpPr>
        <p:spPr>
          <a:xfrm flipV="1">
            <a:off x="1295400" y="1602683"/>
            <a:ext cx="406400" cy="68467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74439C-EFD1-027C-14A6-0F4BEA8306E8}"/>
              </a:ext>
            </a:extLst>
          </p:cNvPr>
          <p:cNvCxnSpPr/>
          <p:nvPr/>
        </p:nvCxnSpPr>
        <p:spPr>
          <a:xfrm flipV="1">
            <a:off x="1701800" y="1575297"/>
            <a:ext cx="406400" cy="2738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B9067A-F52F-156B-4607-FEA1D2F926E4}"/>
              </a:ext>
            </a:extLst>
          </p:cNvPr>
          <p:cNvCxnSpPr/>
          <p:nvPr/>
        </p:nvCxnSpPr>
        <p:spPr>
          <a:xfrm flipV="1">
            <a:off x="2108200" y="156160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CCA7E0F-0D08-3B96-7889-3C1F9CE13C2B}"/>
              </a:ext>
            </a:extLst>
          </p:cNvPr>
          <p:cNvCxnSpPr/>
          <p:nvPr/>
        </p:nvCxnSpPr>
        <p:spPr>
          <a:xfrm flipV="1">
            <a:off x="2514600" y="1547910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E1736B4C-8813-42D4-5180-9C1AB14E3C2B}"/>
              </a:ext>
            </a:extLst>
          </p:cNvPr>
          <p:cNvCxnSpPr/>
          <p:nvPr/>
        </p:nvCxnSpPr>
        <p:spPr>
          <a:xfrm>
            <a:off x="2921000" y="1547910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6D596802-64D8-A9DD-D1A9-34B7BDDCF126}"/>
              </a:ext>
            </a:extLst>
          </p:cNvPr>
          <p:cNvCxnSpPr/>
          <p:nvPr/>
        </p:nvCxnSpPr>
        <p:spPr>
          <a:xfrm flipV="1">
            <a:off x="3327400" y="1534217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B12B2EC9-5FF5-E963-136F-1B7BC41FF382}"/>
              </a:ext>
            </a:extLst>
          </p:cNvPr>
          <p:cNvCxnSpPr/>
          <p:nvPr/>
        </p:nvCxnSpPr>
        <p:spPr>
          <a:xfrm>
            <a:off x="3733800" y="153421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3966969C-1F24-E63B-2F1E-99F7FF694165}"/>
              </a:ext>
            </a:extLst>
          </p:cNvPr>
          <p:cNvCxnSpPr/>
          <p:nvPr/>
        </p:nvCxnSpPr>
        <p:spPr>
          <a:xfrm flipV="1">
            <a:off x="4140200" y="152052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菱形 113">
            <a:extLst>
              <a:ext uri="{FF2B5EF4-FFF2-40B4-BE49-F238E27FC236}">
                <a16:creationId xmlns:a16="http://schemas.microsoft.com/office/drawing/2014/main" id="{8E2BF9D5-4CA6-0412-BDC6-1DF799486931}"/>
              </a:ext>
            </a:extLst>
          </p:cNvPr>
          <p:cNvSpPr/>
          <p:nvPr/>
        </p:nvSpPr>
        <p:spPr>
          <a:xfrm>
            <a:off x="866775" y="179955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菱形 114">
            <a:extLst>
              <a:ext uri="{FF2B5EF4-FFF2-40B4-BE49-F238E27FC236}">
                <a16:creationId xmlns:a16="http://schemas.microsoft.com/office/drawing/2014/main" id="{98FD87F1-0FC2-2706-4656-D1B4261BF336}"/>
              </a:ext>
            </a:extLst>
          </p:cNvPr>
          <p:cNvSpPr/>
          <p:nvPr/>
        </p:nvSpPr>
        <p:spPr>
          <a:xfrm>
            <a:off x="1273175" y="164892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菱形 115">
            <a:extLst>
              <a:ext uri="{FF2B5EF4-FFF2-40B4-BE49-F238E27FC236}">
                <a16:creationId xmlns:a16="http://schemas.microsoft.com/office/drawing/2014/main" id="{DECED120-DFE0-0C87-F77A-5F7872803645}"/>
              </a:ext>
            </a:extLst>
          </p:cNvPr>
          <p:cNvSpPr/>
          <p:nvPr/>
        </p:nvSpPr>
        <p:spPr>
          <a:xfrm>
            <a:off x="1679575" y="158045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F20F0F15-9026-04E4-DC10-7BDBB491F6B4}"/>
              </a:ext>
            </a:extLst>
          </p:cNvPr>
          <p:cNvSpPr/>
          <p:nvPr/>
        </p:nvSpPr>
        <p:spPr>
          <a:xfrm>
            <a:off x="2085975" y="155307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E8BC42AD-9F05-57FB-FC42-66B4ED7D53CF}"/>
              </a:ext>
            </a:extLst>
          </p:cNvPr>
          <p:cNvSpPr/>
          <p:nvPr/>
        </p:nvSpPr>
        <p:spPr>
          <a:xfrm>
            <a:off x="2492375" y="153937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479A77E8-9D0F-DE1C-9AE3-68795A3C84BD}"/>
              </a:ext>
            </a:extLst>
          </p:cNvPr>
          <p:cNvSpPr/>
          <p:nvPr/>
        </p:nvSpPr>
        <p:spPr>
          <a:xfrm>
            <a:off x="28987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956CE303-A2EF-128C-1FAE-8B6F5476A115}"/>
              </a:ext>
            </a:extLst>
          </p:cNvPr>
          <p:cNvSpPr/>
          <p:nvPr/>
        </p:nvSpPr>
        <p:spPr>
          <a:xfrm>
            <a:off x="33051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5B983FB5-C50E-FAF4-7CD1-9FE4F1BFC18F}"/>
              </a:ext>
            </a:extLst>
          </p:cNvPr>
          <p:cNvSpPr/>
          <p:nvPr/>
        </p:nvSpPr>
        <p:spPr>
          <a:xfrm>
            <a:off x="37115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581A305C-455C-CD37-DCAC-D410B61F67C1}"/>
              </a:ext>
            </a:extLst>
          </p:cNvPr>
          <p:cNvSpPr/>
          <p:nvPr/>
        </p:nvSpPr>
        <p:spPr>
          <a:xfrm>
            <a:off x="41179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486A2A85-FDC8-F312-DB61-11E5C0A6788D}"/>
              </a:ext>
            </a:extLst>
          </p:cNvPr>
          <p:cNvSpPr/>
          <p:nvPr/>
        </p:nvSpPr>
        <p:spPr>
          <a:xfrm>
            <a:off x="4524375" y="149829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9EA0A013-364C-43AC-6379-D3970A40659D}"/>
              </a:ext>
            </a:extLst>
          </p:cNvPr>
          <p:cNvCxnSpPr/>
          <p:nvPr/>
        </p:nvCxnSpPr>
        <p:spPr>
          <a:xfrm>
            <a:off x="4826000" y="5588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椭圆 124">
            <a:extLst>
              <a:ext uri="{FF2B5EF4-FFF2-40B4-BE49-F238E27FC236}">
                <a16:creationId xmlns:a16="http://schemas.microsoft.com/office/drawing/2014/main" id="{900B6567-0BFE-291E-165F-EA57EDD341BB}"/>
              </a:ext>
            </a:extLst>
          </p:cNvPr>
          <p:cNvSpPr/>
          <p:nvPr/>
        </p:nvSpPr>
        <p:spPr>
          <a:xfrm>
            <a:off x="4930775" y="5365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EC8ACDDF-0ADE-84F1-DA76-C07982A6E2BD}"/>
              </a:ext>
            </a:extLst>
          </p:cNvPr>
          <p:cNvSpPr txBox="1"/>
          <p:nvPr/>
        </p:nvSpPr>
        <p:spPr>
          <a:xfrm>
            <a:off x="5168900" y="4826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C9615E6A-F224-B9A9-F9A9-759222B863F3}"/>
              </a:ext>
            </a:extLst>
          </p:cNvPr>
          <p:cNvCxnSpPr/>
          <p:nvPr/>
        </p:nvCxnSpPr>
        <p:spPr>
          <a:xfrm>
            <a:off x="4826000" y="7670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矩形 127">
            <a:extLst>
              <a:ext uri="{FF2B5EF4-FFF2-40B4-BE49-F238E27FC236}">
                <a16:creationId xmlns:a16="http://schemas.microsoft.com/office/drawing/2014/main" id="{4E09B35F-79A6-243A-9442-2688BAFA5791}"/>
              </a:ext>
            </a:extLst>
          </p:cNvPr>
          <p:cNvSpPr/>
          <p:nvPr/>
        </p:nvSpPr>
        <p:spPr>
          <a:xfrm>
            <a:off x="4930775" y="7448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81B43E7B-B640-6278-419F-40EF838A11D9}"/>
              </a:ext>
            </a:extLst>
          </p:cNvPr>
          <p:cNvSpPr txBox="1"/>
          <p:nvPr/>
        </p:nvSpPr>
        <p:spPr>
          <a:xfrm>
            <a:off x="5168900" y="6908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6D363524-1827-FDAF-665F-85B85D9CA1A1}"/>
              </a:ext>
            </a:extLst>
          </p:cNvPr>
          <p:cNvCxnSpPr/>
          <p:nvPr/>
        </p:nvCxnSpPr>
        <p:spPr>
          <a:xfrm>
            <a:off x="4826000" y="9753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7E89FE76-636B-A1DB-E4D4-470F67DC4491}"/>
              </a:ext>
            </a:extLst>
          </p:cNvPr>
          <p:cNvSpPr/>
          <p:nvPr/>
        </p:nvSpPr>
        <p:spPr>
          <a:xfrm>
            <a:off x="4930775" y="9531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E1F3E03-FF1E-E1C3-0030-32030524DA36}"/>
              </a:ext>
            </a:extLst>
          </p:cNvPr>
          <p:cNvSpPr txBox="1"/>
          <p:nvPr/>
        </p:nvSpPr>
        <p:spPr>
          <a:xfrm>
            <a:off x="5168900" y="8991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FF948F-A24F-8873-2B7A-EF6F0EDC2B6D}"/>
              </a:ext>
            </a:extLst>
          </p:cNvPr>
          <p:cNvCxnSpPr/>
          <p:nvPr/>
        </p:nvCxnSpPr>
        <p:spPr>
          <a:xfrm>
            <a:off x="4826000" y="11836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F241B9CC-7454-298D-99E7-F450D68D4DE3}"/>
              </a:ext>
            </a:extLst>
          </p:cNvPr>
          <p:cNvSpPr/>
          <p:nvPr/>
        </p:nvSpPr>
        <p:spPr>
          <a:xfrm>
            <a:off x="4930775" y="11614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4FEA176-EC7A-2054-8859-AE8DEAF2E6BB}"/>
              </a:ext>
            </a:extLst>
          </p:cNvPr>
          <p:cNvSpPr txBox="1"/>
          <p:nvPr/>
        </p:nvSpPr>
        <p:spPr>
          <a:xfrm>
            <a:off x="5168900" y="11074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8E7D2398-03EB-A742-FBC7-3B36CCEA23A5}"/>
              </a:ext>
            </a:extLst>
          </p:cNvPr>
          <p:cNvCxnSpPr/>
          <p:nvPr/>
        </p:nvCxnSpPr>
        <p:spPr>
          <a:xfrm>
            <a:off x="4826000" y="13919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菱形 136">
            <a:extLst>
              <a:ext uri="{FF2B5EF4-FFF2-40B4-BE49-F238E27FC236}">
                <a16:creationId xmlns:a16="http://schemas.microsoft.com/office/drawing/2014/main" id="{AF8EAD9B-99BA-68FE-8BFF-AF233A8177B4}"/>
              </a:ext>
            </a:extLst>
          </p:cNvPr>
          <p:cNvSpPr/>
          <p:nvPr/>
        </p:nvSpPr>
        <p:spPr>
          <a:xfrm>
            <a:off x="4930775" y="13696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6CA47C2-A127-9C1C-46F6-24ADD90CA158}"/>
              </a:ext>
            </a:extLst>
          </p:cNvPr>
          <p:cNvSpPr txBox="1"/>
          <p:nvPr/>
        </p:nvSpPr>
        <p:spPr>
          <a:xfrm>
            <a:off x="5168900" y="13157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自定义</PresentationFormat>
  <Paragraphs>19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</cp:revision>
  <dcterms:created xsi:type="dcterms:W3CDTF">2026-10-03T10:08:28Z</dcterms:created>
  <dcterms:modified xsi:type="dcterms:W3CDTF">2026-10-03T10:08:28Z</dcterms:modified>
</cp:coreProperties>
</file>