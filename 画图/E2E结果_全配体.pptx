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87494B8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591300" cy="320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758" autoAdjust="0"/>
  </p:normalViewPr>
  <p:slideViewPr>
    <p:cSldViewPr snapToGrid="0">
      <p:cViewPr varScale="1">
        <p:scale>
          <a:sx n="153" d="100"/>
          <a:sy n="153" d="100"/>
        </p:scale>
        <p:origin x="8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87494B8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419BFF-89CA-4249-882D-77C5F267CE1C}" authorId="{D3F71A66-0C34-DF1A-5236-FECDBC820DCB}" created="2026-10-03T10:08:27.885">
    <pc:sldMkLst xmlns:pc="http://schemas.microsoft.com/office/powerpoint/2013/main/command">
      <pc:docMk/>
      <pc:sldMk cId="2269727618" sldId="256"/>
    </pc:sldMkLst>
    <p188:pos x="101600" y="101600"/>
    <p188:txBody>
      <a:bodyPr/>
      <a:lstStyle/>
      <a:p>
        <a:r>
          <a:rPr lang="zh-CN" altLang="en-US"/>
          <a:t>@@e2e-all-find-match</a:t>
        </a:r>
      </a:p>
    </p188:txBody>
  </p188:cm>
  <p188:cm id="{DB7CD73B-D115-4006-97B5-F6902FD90029}" authorId="{D3F71A66-0C34-DF1A-5236-FECDBC820DCB}" created="2026-10-03T10:08:27.958">
    <pc:sldMkLst xmlns:pc="http://schemas.microsoft.com/office/powerpoint/2013/main/command">
      <pc:docMk/>
      <pc:sldMk cId="2269727618" sldId="256"/>
    </pc:sldMkLst>
    <p188:pos x="228600" y="228600"/>
    <p188:txBody>
      <a:bodyPr/>
      <a:lstStyle/>
      <a:p>
        <a:r>
          <a:rPr lang="zh-CN" altLang="en-US"/>
          <a:t>/storage/penghongen/Matcher/evaluation/final_smiles/strongest-1/frozen_test.json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40E6D-81F6-4F1C-843E-41060F95F2BE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2413" y="1143000"/>
            <a:ext cx="6353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628D9-A810-41CF-BA34-6300DD38DA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5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 </a:t>
            </a:r>
            <a:r>
              <a:rPr lang="en-US" altLang="zh-CN" dirty="0"/>
              <a:t>10</a:t>
            </a:r>
            <a:r>
              <a:rPr lang="zh-CN" altLang="en-US" dirty="0"/>
              <a:t>｜一般配体的区域检出与化学身份识别。</a:t>
            </a:r>
            <a:r>
              <a:rPr lang="en-US" altLang="zh-CN" dirty="0"/>
              <a:t>179 </a:t>
            </a:r>
            <a:r>
              <a:rPr lang="zh-CN" altLang="en-US" dirty="0"/>
              <a:t>个 </a:t>
            </a:r>
            <a:r>
              <a:rPr lang="en-US" altLang="zh-CN" dirty="0"/>
              <a:t>PDB </a:t>
            </a:r>
            <a:r>
              <a:rPr lang="zh-CN" altLang="en-US" dirty="0"/>
              <a:t>中，前 </a:t>
            </a:r>
            <a:r>
              <a:rPr lang="en-US" altLang="zh-CN" dirty="0"/>
              <a:t>K </a:t>
            </a:r>
            <a:r>
              <a:rPr lang="zh-CN" altLang="en-US" dirty="0"/>
              <a:t>个排序候选至少有一个区域命中时计为 </a:t>
            </a:r>
            <a:r>
              <a:rPr lang="en-US" altLang="zh-CN" dirty="0"/>
              <a:t>Find </a:t>
            </a:r>
            <a:r>
              <a:rPr lang="zh-CN" altLang="en-US" dirty="0"/>
              <a:t>成功；同时具有正确精确 </a:t>
            </a:r>
            <a:r>
              <a:rPr lang="en-US" altLang="zh-CN" dirty="0"/>
              <a:t>SMILES </a:t>
            </a:r>
            <a:r>
              <a:rPr lang="zh-CN" altLang="en-US" dirty="0"/>
              <a:t>身份时计为 </a:t>
            </a:r>
            <a:r>
              <a:rPr lang="en-US" altLang="zh-CN" dirty="0" err="1"/>
              <a:t>Find+Match</a:t>
            </a:r>
            <a:r>
              <a:rPr lang="en-US" altLang="zh-CN" dirty="0"/>
              <a:t> </a:t>
            </a:r>
            <a:r>
              <a:rPr lang="zh-CN" altLang="en-US" dirty="0"/>
              <a:t>成功。纵轴为成功 </a:t>
            </a:r>
            <a:r>
              <a:rPr lang="en-US" altLang="zh-CN" dirty="0"/>
              <a:t>PDB </a:t>
            </a:r>
            <a:r>
              <a:rPr lang="zh-CN" altLang="en-US" dirty="0"/>
              <a:t>比例，</a:t>
            </a:r>
            <a:r>
              <a:rPr lang="en-US" altLang="zh-CN" dirty="0"/>
              <a:t>K=1–10</a:t>
            </a:r>
            <a:r>
              <a:rPr lang="zh-CN" altLang="en-US" dirty="0"/>
              <a:t>。</a:t>
            </a:r>
            <a:r>
              <a:rPr lang="en-US" altLang="zh-CN" dirty="0"/>
              <a:t>GT </a:t>
            </a:r>
            <a:r>
              <a:rPr lang="zh-CN" altLang="en-US" dirty="0"/>
              <a:t>与 </a:t>
            </a:r>
            <a:r>
              <a:rPr lang="en-US" altLang="zh-CN" dirty="0"/>
              <a:t>CA2 </a:t>
            </a:r>
            <a:r>
              <a:rPr lang="zh-CN" altLang="en-US" dirty="0"/>
              <a:t>分别使用真实受体与 </a:t>
            </a:r>
            <a:r>
              <a:rPr lang="en-US" altLang="zh-CN" dirty="0"/>
              <a:t>CryoAtom2 </a:t>
            </a:r>
            <a:r>
              <a:rPr lang="zh-CN" altLang="en-US" dirty="0"/>
              <a:t>受体及其对应模拟密度，两者共用实验密度；</a:t>
            </a:r>
            <a:r>
              <a:rPr lang="en-US" altLang="zh-CN" dirty="0"/>
              <a:t>Emap2lig-Find </a:t>
            </a:r>
            <a:r>
              <a:rPr lang="zh-CN" altLang="en-US" dirty="0"/>
              <a:t>不使用受体，按自身位点得分排序。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628D9-A810-41CF-BA34-6300DD38DA8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509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E6E02-E0B7-93F8-ADFD-B9BB1143E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914" y="523770"/>
            <a:ext cx="4943475" cy="1114213"/>
          </a:xfrm>
        </p:spPr>
        <p:txBody>
          <a:bodyPr anchor="b"/>
          <a:lstStyle>
            <a:lvl1pPr algn="ctr">
              <a:defRPr sz="151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5D887B-F165-F6AE-1711-82518A011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914" y="1680951"/>
            <a:ext cx="4943475" cy="772689"/>
          </a:xfrm>
        </p:spPr>
        <p:txBody>
          <a:bodyPr/>
          <a:lstStyle>
            <a:lvl1pPr marL="0" indent="0" algn="ctr">
              <a:buNone/>
              <a:defRPr sz="605"/>
            </a:lvl1pPr>
            <a:lvl2pPr marL="115351" indent="0" algn="ctr">
              <a:buNone/>
              <a:defRPr sz="505"/>
            </a:lvl2pPr>
            <a:lvl3pPr marL="230701" indent="0" algn="ctr">
              <a:buNone/>
              <a:defRPr sz="454"/>
            </a:lvl3pPr>
            <a:lvl4pPr marL="346052" indent="0" algn="ctr">
              <a:buNone/>
              <a:defRPr sz="404"/>
            </a:lvl4pPr>
            <a:lvl5pPr marL="461402" indent="0" algn="ctr">
              <a:buNone/>
              <a:defRPr sz="404"/>
            </a:lvl5pPr>
            <a:lvl6pPr marL="576753" indent="0" algn="ctr">
              <a:buNone/>
              <a:defRPr sz="404"/>
            </a:lvl6pPr>
            <a:lvl7pPr marL="692104" indent="0" algn="ctr">
              <a:buNone/>
              <a:defRPr sz="404"/>
            </a:lvl7pPr>
            <a:lvl8pPr marL="807454" indent="0" algn="ctr">
              <a:buNone/>
              <a:defRPr sz="404"/>
            </a:lvl8pPr>
            <a:lvl9pPr marL="922805" indent="0" algn="ctr">
              <a:buNone/>
              <a:defRPr sz="404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440A09-38F2-06EB-B22A-2C38310C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F0059-2279-4CD4-B287-CA26D91A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043C57-2AE4-D7F8-AC79-190E85A9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308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7EAA63-90BE-7CF1-19AF-80E8D486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C957EA-33D2-1BA9-604D-91D46681F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0CF1D-8EC2-86F9-1979-4EF60601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9A25ED-23DB-F9D7-16E8-3D46D07EF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24A41-1565-F07C-5A8C-E09E1160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45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19DA5-D2EB-35B9-2362-480C04CC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19" y="797879"/>
            <a:ext cx="5684996" cy="1331277"/>
          </a:xfrm>
        </p:spPr>
        <p:txBody>
          <a:bodyPr anchor="b"/>
          <a:lstStyle>
            <a:lvl1pPr>
              <a:defRPr sz="151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90E0A3-1308-F989-2F60-46D25BFFB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719" y="2141750"/>
            <a:ext cx="5684996" cy="700087"/>
          </a:xfrm>
        </p:spPr>
        <p:txBody>
          <a:bodyPr/>
          <a:lstStyle>
            <a:lvl1pPr marL="0" indent="0">
              <a:buNone/>
              <a:defRPr sz="605">
                <a:solidFill>
                  <a:schemeClr val="tx1">
                    <a:tint val="75000"/>
                  </a:schemeClr>
                </a:solidFill>
              </a:defRPr>
            </a:lvl1pPr>
            <a:lvl2pPr marL="115351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2pPr>
            <a:lvl3pPr marL="230701" indent="0">
              <a:buNone/>
              <a:defRPr sz="454">
                <a:solidFill>
                  <a:schemeClr val="tx1">
                    <a:tint val="75000"/>
                  </a:schemeClr>
                </a:solidFill>
              </a:defRPr>
            </a:lvl3pPr>
            <a:lvl4pPr marL="346052" indent="0">
              <a:buNone/>
              <a:defRPr sz="404">
                <a:solidFill>
                  <a:schemeClr val="tx1">
                    <a:tint val="75000"/>
                  </a:schemeClr>
                </a:solidFill>
              </a:defRPr>
            </a:lvl4pPr>
            <a:lvl5pPr marL="461402" indent="0">
              <a:buNone/>
              <a:defRPr sz="404">
                <a:solidFill>
                  <a:schemeClr val="tx1">
                    <a:tint val="75000"/>
                  </a:schemeClr>
                </a:solidFill>
              </a:defRPr>
            </a:lvl5pPr>
            <a:lvl6pPr marL="576753" indent="0">
              <a:buNone/>
              <a:defRPr sz="404">
                <a:solidFill>
                  <a:schemeClr val="tx1">
                    <a:tint val="75000"/>
                  </a:schemeClr>
                </a:solidFill>
              </a:defRPr>
            </a:lvl6pPr>
            <a:lvl7pPr marL="692104" indent="0">
              <a:buNone/>
              <a:defRPr sz="404">
                <a:solidFill>
                  <a:schemeClr val="tx1">
                    <a:tint val="75000"/>
                  </a:schemeClr>
                </a:solidFill>
              </a:defRPr>
            </a:lvl7pPr>
            <a:lvl8pPr marL="807454" indent="0">
              <a:buNone/>
              <a:defRPr sz="404">
                <a:solidFill>
                  <a:schemeClr val="tx1">
                    <a:tint val="75000"/>
                  </a:schemeClr>
                </a:solidFill>
              </a:defRPr>
            </a:lvl8pPr>
            <a:lvl9pPr marL="922805" indent="0">
              <a:buNone/>
              <a:defRPr sz="4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764A5-7FCC-AFF8-1ED3-0E07E9B49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EB628-87B1-C072-299F-EE8C45B7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8B0EB1-E94F-5B02-8E97-6376D3C6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43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DCC29-B93C-D9D2-7B39-0BC484FF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83692F-B4FA-00AA-841D-345F29ED9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152" y="851959"/>
            <a:ext cx="2801303" cy="20306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F14419-822A-3010-EB82-89CBDD656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36846" y="851959"/>
            <a:ext cx="2801303" cy="20306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76B1B0-0C14-2893-4F81-35068551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C8A353-BE32-571C-E4AA-DFDC0E91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760796-5ED5-7F8D-EB09-658AEE26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49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82A0F-F3CD-C620-7586-B21A9579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11" y="170392"/>
            <a:ext cx="5684996" cy="6185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D597BD-29DB-7602-0EFB-6CE71F2B9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11" y="784543"/>
            <a:ext cx="2788429" cy="384492"/>
          </a:xfrm>
        </p:spPr>
        <p:txBody>
          <a:bodyPr anchor="b"/>
          <a:lstStyle>
            <a:lvl1pPr marL="0" indent="0">
              <a:buNone/>
              <a:defRPr sz="605" b="1"/>
            </a:lvl1pPr>
            <a:lvl2pPr marL="115351" indent="0">
              <a:buNone/>
              <a:defRPr sz="505" b="1"/>
            </a:lvl2pPr>
            <a:lvl3pPr marL="230701" indent="0">
              <a:buNone/>
              <a:defRPr sz="454" b="1"/>
            </a:lvl3pPr>
            <a:lvl4pPr marL="346052" indent="0">
              <a:buNone/>
              <a:defRPr sz="404" b="1"/>
            </a:lvl4pPr>
            <a:lvl5pPr marL="461402" indent="0">
              <a:buNone/>
              <a:defRPr sz="404" b="1"/>
            </a:lvl5pPr>
            <a:lvl6pPr marL="576753" indent="0">
              <a:buNone/>
              <a:defRPr sz="404" b="1"/>
            </a:lvl6pPr>
            <a:lvl7pPr marL="692104" indent="0">
              <a:buNone/>
              <a:defRPr sz="404" b="1"/>
            </a:lvl7pPr>
            <a:lvl8pPr marL="807454" indent="0">
              <a:buNone/>
              <a:defRPr sz="404" b="1"/>
            </a:lvl8pPr>
            <a:lvl9pPr marL="922805" indent="0">
              <a:buNone/>
              <a:defRPr sz="4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DAB035-E45D-188D-00E8-B41C6D496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11" y="1169035"/>
            <a:ext cx="2788429" cy="17194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8907AD-6061-50E7-95A6-ED0764328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6847" y="784543"/>
            <a:ext cx="2802161" cy="384492"/>
          </a:xfrm>
        </p:spPr>
        <p:txBody>
          <a:bodyPr anchor="b"/>
          <a:lstStyle>
            <a:lvl1pPr marL="0" indent="0">
              <a:buNone/>
              <a:defRPr sz="605" b="1"/>
            </a:lvl1pPr>
            <a:lvl2pPr marL="115351" indent="0">
              <a:buNone/>
              <a:defRPr sz="505" b="1"/>
            </a:lvl2pPr>
            <a:lvl3pPr marL="230701" indent="0">
              <a:buNone/>
              <a:defRPr sz="454" b="1"/>
            </a:lvl3pPr>
            <a:lvl4pPr marL="346052" indent="0">
              <a:buNone/>
              <a:defRPr sz="404" b="1"/>
            </a:lvl4pPr>
            <a:lvl5pPr marL="461402" indent="0">
              <a:buNone/>
              <a:defRPr sz="404" b="1"/>
            </a:lvl5pPr>
            <a:lvl6pPr marL="576753" indent="0">
              <a:buNone/>
              <a:defRPr sz="404" b="1"/>
            </a:lvl6pPr>
            <a:lvl7pPr marL="692104" indent="0">
              <a:buNone/>
              <a:defRPr sz="404" b="1"/>
            </a:lvl7pPr>
            <a:lvl8pPr marL="807454" indent="0">
              <a:buNone/>
              <a:defRPr sz="404" b="1"/>
            </a:lvl8pPr>
            <a:lvl9pPr marL="922805" indent="0">
              <a:buNone/>
              <a:defRPr sz="4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B22429-5DCA-8B70-D331-684861AF7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6847" y="1169035"/>
            <a:ext cx="2802161" cy="17194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AB7B9B-7915-96EE-EADC-16EFC64C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C6D1C5-131B-53CC-F8E7-34895AF4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875E638-8E67-6627-CF65-10EAED0F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11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8FE23-5664-149B-669A-3ED52774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354177-F610-0BE6-5414-33C6A174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214AF9-A457-EB84-696C-3C54EDE2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16118D-8CFA-1588-03BD-D0721E0F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66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5F5EF8-B157-D6D1-2A8F-63F710C3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49B839-F7B4-9AF6-D53B-9048306D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6E5F18-4C72-86B9-719C-D5B08F4E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24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40FEC-1407-737F-2879-77F103E89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10" y="213360"/>
            <a:ext cx="2125866" cy="746760"/>
          </a:xfrm>
        </p:spPr>
        <p:txBody>
          <a:bodyPr anchor="b"/>
          <a:lstStyle>
            <a:lvl1pPr>
              <a:defRPr sz="8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2A9285-96E5-5193-BC56-7E0706A17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161" y="460799"/>
            <a:ext cx="3336846" cy="2274358"/>
          </a:xfrm>
        </p:spPr>
        <p:txBody>
          <a:bodyPr/>
          <a:lstStyle>
            <a:lvl1pPr>
              <a:defRPr sz="807"/>
            </a:lvl1pPr>
            <a:lvl2pPr>
              <a:defRPr sz="707"/>
            </a:lvl2pPr>
            <a:lvl3pPr>
              <a:defRPr sz="605"/>
            </a:lvl3pPr>
            <a:lvl4pPr>
              <a:defRPr sz="505"/>
            </a:lvl4pPr>
            <a:lvl5pPr>
              <a:defRPr sz="505"/>
            </a:lvl5pPr>
            <a:lvl6pPr>
              <a:defRPr sz="505"/>
            </a:lvl6pPr>
            <a:lvl7pPr>
              <a:defRPr sz="505"/>
            </a:lvl7pPr>
            <a:lvl8pPr>
              <a:defRPr sz="505"/>
            </a:lvl8pPr>
            <a:lvl9pPr>
              <a:defRPr sz="5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F6815D-73E0-8107-7A4F-FB1E15135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4010" y="960120"/>
            <a:ext cx="2125866" cy="1778741"/>
          </a:xfrm>
        </p:spPr>
        <p:txBody>
          <a:bodyPr/>
          <a:lstStyle>
            <a:lvl1pPr marL="0" indent="0">
              <a:buNone/>
              <a:defRPr sz="404"/>
            </a:lvl1pPr>
            <a:lvl2pPr marL="115351" indent="0">
              <a:buNone/>
              <a:defRPr sz="353"/>
            </a:lvl2pPr>
            <a:lvl3pPr marL="230701" indent="0">
              <a:buNone/>
              <a:defRPr sz="303"/>
            </a:lvl3pPr>
            <a:lvl4pPr marL="346052" indent="0">
              <a:buNone/>
              <a:defRPr sz="252"/>
            </a:lvl4pPr>
            <a:lvl5pPr marL="461402" indent="0">
              <a:buNone/>
              <a:defRPr sz="252"/>
            </a:lvl5pPr>
            <a:lvl6pPr marL="576753" indent="0">
              <a:buNone/>
              <a:defRPr sz="252"/>
            </a:lvl6pPr>
            <a:lvl7pPr marL="692104" indent="0">
              <a:buNone/>
              <a:defRPr sz="252"/>
            </a:lvl7pPr>
            <a:lvl8pPr marL="807454" indent="0">
              <a:buNone/>
              <a:defRPr sz="252"/>
            </a:lvl8pPr>
            <a:lvl9pPr marL="922805" indent="0">
              <a:buNone/>
              <a:defRPr sz="25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8C5996-C385-1389-5CE7-1ED6629C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66FC77-EF55-99EE-1B60-CC1DBF16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4430C5-8E02-6C34-EFCB-5685D3E1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62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D41EE-1906-1FA0-908E-FC731D86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10" y="213360"/>
            <a:ext cx="2125866" cy="746760"/>
          </a:xfrm>
        </p:spPr>
        <p:txBody>
          <a:bodyPr anchor="b"/>
          <a:lstStyle>
            <a:lvl1pPr>
              <a:defRPr sz="8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8166C9-4CCF-7DCA-7DF7-747B652DBA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802161" y="460799"/>
            <a:ext cx="3336846" cy="2274358"/>
          </a:xfrm>
        </p:spPr>
        <p:txBody>
          <a:bodyPr/>
          <a:lstStyle>
            <a:lvl1pPr marL="0" indent="0">
              <a:buNone/>
              <a:defRPr sz="807"/>
            </a:lvl1pPr>
            <a:lvl2pPr marL="115351" indent="0">
              <a:buNone/>
              <a:defRPr sz="707"/>
            </a:lvl2pPr>
            <a:lvl3pPr marL="230701" indent="0">
              <a:buNone/>
              <a:defRPr sz="605"/>
            </a:lvl3pPr>
            <a:lvl4pPr marL="346052" indent="0">
              <a:buNone/>
              <a:defRPr sz="505"/>
            </a:lvl4pPr>
            <a:lvl5pPr marL="461402" indent="0">
              <a:buNone/>
              <a:defRPr sz="505"/>
            </a:lvl5pPr>
            <a:lvl6pPr marL="576753" indent="0">
              <a:buNone/>
              <a:defRPr sz="505"/>
            </a:lvl6pPr>
            <a:lvl7pPr marL="692104" indent="0">
              <a:buNone/>
              <a:defRPr sz="505"/>
            </a:lvl7pPr>
            <a:lvl8pPr marL="807454" indent="0">
              <a:buNone/>
              <a:defRPr sz="505"/>
            </a:lvl8pPr>
            <a:lvl9pPr marL="922805" indent="0">
              <a:buNone/>
              <a:defRPr sz="505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495A99-5408-52C2-D9D4-FE92F5E1B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4010" y="960120"/>
            <a:ext cx="2125866" cy="1778741"/>
          </a:xfrm>
        </p:spPr>
        <p:txBody>
          <a:bodyPr/>
          <a:lstStyle>
            <a:lvl1pPr marL="0" indent="0">
              <a:buNone/>
              <a:defRPr sz="404"/>
            </a:lvl1pPr>
            <a:lvl2pPr marL="115351" indent="0">
              <a:buNone/>
              <a:defRPr sz="353"/>
            </a:lvl2pPr>
            <a:lvl3pPr marL="230701" indent="0">
              <a:buNone/>
              <a:defRPr sz="303"/>
            </a:lvl3pPr>
            <a:lvl4pPr marL="346052" indent="0">
              <a:buNone/>
              <a:defRPr sz="252"/>
            </a:lvl4pPr>
            <a:lvl5pPr marL="461402" indent="0">
              <a:buNone/>
              <a:defRPr sz="252"/>
            </a:lvl5pPr>
            <a:lvl6pPr marL="576753" indent="0">
              <a:buNone/>
              <a:defRPr sz="252"/>
            </a:lvl6pPr>
            <a:lvl7pPr marL="692104" indent="0">
              <a:buNone/>
              <a:defRPr sz="252"/>
            </a:lvl7pPr>
            <a:lvl8pPr marL="807454" indent="0">
              <a:buNone/>
              <a:defRPr sz="252"/>
            </a:lvl8pPr>
            <a:lvl9pPr marL="922805" indent="0">
              <a:buNone/>
              <a:defRPr sz="25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9097DF-A1C2-5D5A-EEA8-054C872B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A6476B-D8BF-D6E8-4B07-0AD67229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72DB46-E862-5B1D-5671-61404441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56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64FC48-7F91-AA97-FA73-DCD116F6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1C0E51-CF7F-CB48-CA05-66A11F1E3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AE1E48-881A-010C-97E8-BD1AF8BC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0394B8-E7D5-C652-7670-BE5037EB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F3425D-50A3-4B0F-6164-CAD0539F4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140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3DEB65-6B9A-6EB3-385D-3D5C6143F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716900" y="170392"/>
            <a:ext cx="1421249" cy="271219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5E71E3-6BFF-5A1A-B25F-4B9996644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3152" y="170392"/>
            <a:ext cx="4181356" cy="271219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2B7F3E-7F38-8663-488F-4A26ED83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38B1EA-6E8D-049E-547F-919E06716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9E19D4-17B5-8291-8ACC-0CCBC484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D7CC80-4E61-69D7-4FB5-7EC8DE72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52" y="170392"/>
            <a:ext cx="5684996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916793-B82C-C5DA-E446-4CCCE5A81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152" y="851959"/>
            <a:ext cx="5684996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18DC4A-03BF-F738-26DC-4F3333850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3153" y="2966297"/>
            <a:ext cx="1483043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0DB63-4F77-4091-A4E7-5235D19CF263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EBF259-2BE2-9F39-7AC3-B03CB294C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83368" y="2966297"/>
            <a:ext cx="2224564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330D9F-4642-B905-5148-02FCAB1E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55106" y="2966297"/>
            <a:ext cx="1483043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67FB9-5809-42A4-B328-F206CEA58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2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30701" rtl="0" eaLnBrk="1" latinLnBrk="0" hangingPunct="1">
        <a:lnSpc>
          <a:spcPct val="90000"/>
        </a:lnSpc>
        <a:spcBef>
          <a:spcPct val="0"/>
        </a:spcBef>
        <a:buNone/>
        <a:defRPr sz="11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675" indent="-57675" algn="l" defTabSz="230701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7" kern="1200">
          <a:solidFill>
            <a:schemeClr val="tx1"/>
          </a:solidFill>
          <a:latin typeface="+mn-lt"/>
          <a:ea typeface="+mn-ea"/>
          <a:cs typeface="+mn-cs"/>
        </a:defRPr>
      </a:lvl1pPr>
      <a:lvl2pPr marL="173026" indent="-57675" algn="l" defTabSz="230701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605" kern="1200">
          <a:solidFill>
            <a:schemeClr val="tx1"/>
          </a:solidFill>
          <a:latin typeface="+mn-lt"/>
          <a:ea typeface="+mn-ea"/>
          <a:cs typeface="+mn-cs"/>
        </a:defRPr>
      </a:lvl2pPr>
      <a:lvl3pPr marL="288377" indent="-57675" algn="l" defTabSz="230701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505" kern="1200">
          <a:solidFill>
            <a:schemeClr val="tx1"/>
          </a:solidFill>
          <a:latin typeface="+mn-lt"/>
          <a:ea typeface="+mn-ea"/>
          <a:cs typeface="+mn-cs"/>
        </a:defRPr>
      </a:lvl3pPr>
      <a:lvl4pPr marL="403727" indent="-57675" algn="l" defTabSz="230701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4" kern="1200">
          <a:solidFill>
            <a:schemeClr val="tx1"/>
          </a:solidFill>
          <a:latin typeface="+mn-lt"/>
          <a:ea typeface="+mn-ea"/>
          <a:cs typeface="+mn-cs"/>
        </a:defRPr>
      </a:lvl4pPr>
      <a:lvl5pPr marL="519078" indent="-57675" algn="l" defTabSz="230701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4" kern="1200">
          <a:solidFill>
            <a:schemeClr val="tx1"/>
          </a:solidFill>
          <a:latin typeface="+mn-lt"/>
          <a:ea typeface="+mn-ea"/>
          <a:cs typeface="+mn-cs"/>
        </a:defRPr>
      </a:lvl5pPr>
      <a:lvl6pPr marL="634429" indent="-57675" algn="l" defTabSz="230701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4" kern="1200">
          <a:solidFill>
            <a:schemeClr val="tx1"/>
          </a:solidFill>
          <a:latin typeface="+mn-lt"/>
          <a:ea typeface="+mn-ea"/>
          <a:cs typeface="+mn-cs"/>
        </a:defRPr>
      </a:lvl6pPr>
      <a:lvl7pPr marL="749779" indent="-57675" algn="l" defTabSz="230701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4" kern="1200">
          <a:solidFill>
            <a:schemeClr val="tx1"/>
          </a:solidFill>
          <a:latin typeface="+mn-lt"/>
          <a:ea typeface="+mn-ea"/>
          <a:cs typeface="+mn-cs"/>
        </a:defRPr>
      </a:lvl7pPr>
      <a:lvl8pPr marL="865130" indent="-57675" algn="l" defTabSz="230701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4" kern="1200">
          <a:solidFill>
            <a:schemeClr val="tx1"/>
          </a:solidFill>
          <a:latin typeface="+mn-lt"/>
          <a:ea typeface="+mn-ea"/>
          <a:cs typeface="+mn-cs"/>
        </a:defRPr>
      </a:lvl8pPr>
      <a:lvl9pPr marL="980481" indent="-57675" algn="l" defTabSz="230701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1pPr>
      <a:lvl2pPr marL="115351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2pPr>
      <a:lvl3pPr marL="230701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3pPr>
      <a:lvl4pPr marL="346052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4pPr>
      <a:lvl5pPr marL="461402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5pPr>
      <a:lvl6pPr marL="576753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6pPr>
      <a:lvl7pPr marL="692104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7pPr>
      <a:lvl8pPr marL="807454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8pPr>
      <a:lvl9pPr marL="922805" algn="l" defTabSz="230701" rtl="0" eaLnBrk="1" latinLnBrk="0" hangingPunct="1">
        <a:defRPr sz="4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87494B8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ABE86B6-7A0D-35D7-E858-EE04E598F97B}"/>
              </a:ext>
            </a:extLst>
          </p:cNvPr>
          <p:cNvSpPr txBox="1"/>
          <p:nvPr/>
        </p:nvSpPr>
        <p:spPr>
          <a:xfrm rot="16200000">
            <a:off x="0" y="1492250"/>
            <a:ext cx="724557" cy="1138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40">
                <a:solidFill>
                  <a:srgbClr val="263746"/>
                </a:solidFill>
                <a:latin typeface="Arial" panose="020B0604020202020204" pitchFamily="34" charset="0"/>
              </a:rPr>
              <a:t>Success rate (%)</a:t>
            </a:r>
            <a:endParaRPr lang="zh-CN" altLang="en-US" sz="74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5A1EBB-14EF-75CD-1487-547BA26E2E3E}"/>
              </a:ext>
            </a:extLst>
          </p:cNvPr>
          <p:cNvSpPr txBox="1"/>
          <p:nvPr/>
        </p:nvSpPr>
        <p:spPr>
          <a:xfrm>
            <a:off x="520700" y="27305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AEFAD42-181C-F344-48AC-A1F535535565}"/>
              </a:ext>
            </a:extLst>
          </p:cNvPr>
          <p:cNvCxnSpPr/>
          <p:nvPr/>
        </p:nvCxnSpPr>
        <p:spPr>
          <a:xfrm>
            <a:off x="889000" y="2181225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2ECEA17-B744-F06C-7E37-10D7ACE9AA45}"/>
              </a:ext>
            </a:extLst>
          </p:cNvPr>
          <p:cNvSpPr txBox="1"/>
          <p:nvPr/>
        </p:nvSpPr>
        <p:spPr>
          <a:xfrm>
            <a:off x="520700" y="2117725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25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2EDB084-F046-0B82-7ECE-7C8D731A06BD}"/>
              </a:ext>
            </a:extLst>
          </p:cNvPr>
          <p:cNvCxnSpPr/>
          <p:nvPr/>
        </p:nvCxnSpPr>
        <p:spPr>
          <a:xfrm>
            <a:off x="889000" y="1568450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794DF42-BCB9-2F85-891A-F618E96157E9}"/>
              </a:ext>
            </a:extLst>
          </p:cNvPr>
          <p:cNvSpPr txBox="1"/>
          <p:nvPr/>
        </p:nvSpPr>
        <p:spPr>
          <a:xfrm>
            <a:off x="520700" y="1504950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50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2CD4649-5C98-4FC0-E917-97089D1B9FA3}"/>
              </a:ext>
            </a:extLst>
          </p:cNvPr>
          <p:cNvCxnSpPr/>
          <p:nvPr/>
        </p:nvCxnSpPr>
        <p:spPr>
          <a:xfrm>
            <a:off x="889000" y="955675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1464462-047D-231F-ED64-8033537B9CC1}"/>
              </a:ext>
            </a:extLst>
          </p:cNvPr>
          <p:cNvSpPr txBox="1"/>
          <p:nvPr/>
        </p:nvSpPr>
        <p:spPr>
          <a:xfrm>
            <a:off x="520700" y="892175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75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D383F6-147E-9F0D-B863-F527C1A32E12}"/>
              </a:ext>
            </a:extLst>
          </p:cNvPr>
          <p:cNvSpPr txBox="1"/>
          <p:nvPr/>
        </p:nvSpPr>
        <p:spPr>
          <a:xfrm>
            <a:off x="520700" y="279400"/>
            <a:ext cx="149080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100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832CC10-598C-E17A-83E1-4B5452C46F70}"/>
              </a:ext>
            </a:extLst>
          </p:cNvPr>
          <p:cNvCxnSpPr/>
          <p:nvPr/>
        </p:nvCxnSpPr>
        <p:spPr>
          <a:xfrm>
            <a:off x="889000" y="342900"/>
            <a:ext cx="0" cy="2451100"/>
          </a:xfrm>
          <a:prstGeom prst="line">
            <a:avLst/>
          </a:prstGeom>
          <a:ln w="1016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03693CE-3C9F-3AD4-FC34-B12A9395D86F}"/>
              </a:ext>
            </a:extLst>
          </p:cNvPr>
          <p:cNvCxnSpPr/>
          <p:nvPr/>
        </p:nvCxnSpPr>
        <p:spPr>
          <a:xfrm>
            <a:off x="889000" y="2794000"/>
            <a:ext cx="3657600" cy="0"/>
          </a:xfrm>
          <a:prstGeom prst="line">
            <a:avLst/>
          </a:prstGeom>
          <a:ln w="1016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680E7D3-88B7-DA39-62F5-5D93D971E415}"/>
              </a:ext>
            </a:extLst>
          </p:cNvPr>
          <p:cNvCxnSpPr/>
          <p:nvPr/>
        </p:nvCxnSpPr>
        <p:spPr>
          <a:xfrm>
            <a:off x="8890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88B0BECE-4B10-8340-BDF9-48B26B22012B}"/>
              </a:ext>
            </a:extLst>
          </p:cNvPr>
          <p:cNvSpPr txBox="1"/>
          <p:nvPr/>
        </p:nvSpPr>
        <p:spPr>
          <a:xfrm>
            <a:off x="825500" y="28448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82A566C-7F31-4103-4A43-0DDB383498F5}"/>
              </a:ext>
            </a:extLst>
          </p:cNvPr>
          <p:cNvCxnSpPr/>
          <p:nvPr/>
        </p:nvCxnSpPr>
        <p:spPr>
          <a:xfrm>
            <a:off x="12954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E25FBCD-644F-E7BC-EE04-9C4BA03D357D}"/>
              </a:ext>
            </a:extLst>
          </p:cNvPr>
          <p:cNvCxnSpPr/>
          <p:nvPr/>
        </p:nvCxnSpPr>
        <p:spPr>
          <a:xfrm>
            <a:off x="17018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F3E9A13-FFBA-AEBF-6AB8-EAD2967CD36F}"/>
              </a:ext>
            </a:extLst>
          </p:cNvPr>
          <p:cNvSpPr txBox="1"/>
          <p:nvPr/>
        </p:nvSpPr>
        <p:spPr>
          <a:xfrm>
            <a:off x="1638300" y="28448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3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2772915-A2A4-977A-6FEC-4DF1D227D36E}"/>
              </a:ext>
            </a:extLst>
          </p:cNvPr>
          <p:cNvCxnSpPr/>
          <p:nvPr/>
        </p:nvCxnSpPr>
        <p:spPr>
          <a:xfrm>
            <a:off x="21082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0B61581-E7E3-B2FF-E89B-C1EDC1D618EF}"/>
              </a:ext>
            </a:extLst>
          </p:cNvPr>
          <p:cNvCxnSpPr/>
          <p:nvPr/>
        </p:nvCxnSpPr>
        <p:spPr>
          <a:xfrm>
            <a:off x="25146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16274E67-A902-AC0F-23A1-C9D435A19C96}"/>
              </a:ext>
            </a:extLst>
          </p:cNvPr>
          <p:cNvSpPr txBox="1"/>
          <p:nvPr/>
        </p:nvSpPr>
        <p:spPr>
          <a:xfrm>
            <a:off x="2451100" y="28448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5722F66-778A-4CE9-1B00-397872CBCBD8}"/>
              </a:ext>
            </a:extLst>
          </p:cNvPr>
          <p:cNvCxnSpPr/>
          <p:nvPr/>
        </p:nvCxnSpPr>
        <p:spPr>
          <a:xfrm>
            <a:off x="29210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C5AD3B4-FDAC-7050-9276-E8DD263C6CCF}"/>
              </a:ext>
            </a:extLst>
          </p:cNvPr>
          <p:cNvCxnSpPr/>
          <p:nvPr/>
        </p:nvCxnSpPr>
        <p:spPr>
          <a:xfrm>
            <a:off x="33274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1369FEB-C717-0C72-B802-71E5A40F476A}"/>
              </a:ext>
            </a:extLst>
          </p:cNvPr>
          <p:cNvSpPr txBox="1"/>
          <p:nvPr/>
        </p:nvSpPr>
        <p:spPr>
          <a:xfrm>
            <a:off x="3263900" y="28448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7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69491B9-6DAB-D209-7C0A-31EA9556DD37}"/>
              </a:ext>
            </a:extLst>
          </p:cNvPr>
          <p:cNvCxnSpPr/>
          <p:nvPr/>
        </p:nvCxnSpPr>
        <p:spPr>
          <a:xfrm>
            <a:off x="37338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7136FE3-4261-BDF6-CD19-46BAF3D620F2}"/>
              </a:ext>
            </a:extLst>
          </p:cNvPr>
          <p:cNvCxnSpPr/>
          <p:nvPr/>
        </p:nvCxnSpPr>
        <p:spPr>
          <a:xfrm>
            <a:off x="41402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1129EF3-2167-1C02-547D-AB406F0C4C20}"/>
              </a:ext>
            </a:extLst>
          </p:cNvPr>
          <p:cNvCxnSpPr/>
          <p:nvPr/>
        </p:nvCxnSpPr>
        <p:spPr>
          <a:xfrm>
            <a:off x="4546600" y="27940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4FAF393-1068-E18F-636B-202384A7F147}"/>
              </a:ext>
            </a:extLst>
          </p:cNvPr>
          <p:cNvSpPr txBox="1"/>
          <p:nvPr/>
        </p:nvSpPr>
        <p:spPr>
          <a:xfrm>
            <a:off x="4483100" y="2844800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6639DE8-26A9-8D75-0A82-CA3D0183447E}"/>
              </a:ext>
            </a:extLst>
          </p:cNvPr>
          <p:cNvSpPr txBox="1"/>
          <p:nvPr/>
        </p:nvSpPr>
        <p:spPr>
          <a:xfrm>
            <a:off x="2057400" y="3009900"/>
            <a:ext cx="702115" cy="1138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40">
                <a:solidFill>
                  <a:srgbClr val="263746"/>
                </a:solidFill>
                <a:latin typeface="Arial" panose="020B0604020202020204" pitchFamily="34" charset="0"/>
              </a:rPr>
              <a:t>Ranked sites (K)</a:t>
            </a:r>
            <a:endParaRPr lang="zh-CN" altLang="en-US" sz="74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E9E95AE-937A-B970-4BC8-5196C1B97914}"/>
              </a:ext>
            </a:extLst>
          </p:cNvPr>
          <p:cNvCxnSpPr/>
          <p:nvPr/>
        </p:nvCxnSpPr>
        <p:spPr>
          <a:xfrm flipV="1">
            <a:off x="889000" y="603073"/>
            <a:ext cx="406400" cy="164319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045FC7A-8226-72DE-24A7-3F9F4BCC9294}"/>
              </a:ext>
            </a:extLst>
          </p:cNvPr>
          <p:cNvCxnSpPr/>
          <p:nvPr/>
        </p:nvCxnSpPr>
        <p:spPr>
          <a:xfrm flipV="1">
            <a:off x="1295400" y="534606"/>
            <a:ext cx="406400" cy="68467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BF0F490F-7075-9E58-D2B2-562D6D8FB617}"/>
              </a:ext>
            </a:extLst>
          </p:cNvPr>
          <p:cNvCxnSpPr/>
          <p:nvPr/>
        </p:nvCxnSpPr>
        <p:spPr>
          <a:xfrm>
            <a:off x="1701800" y="534606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EE41396-DC97-F324-D201-44286E86B00D}"/>
              </a:ext>
            </a:extLst>
          </p:cNvPr>
          <p:cNvCxnSpPr/>
          <p:nvPr/>
        </p:nvCxnSpPr>
        <p:spPr>
          <a:xfrm flipV="1">
            <a:off x="2108200" y="520913"/>
            <a:ext cx="406400" cy="13693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D8A270C-48D7-6CF2-0FB7-52133830121F}"/>
              </a:ext>
            </a:extLst>
          </p:cNvPr>
          <p:cNvCxnSpPr/>
          <p:nvPr/>
        </p:nvCxnSpPr>
        <p:spPr>
          <a:xfrm>
            <a:off x="2514600" y="520913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3250853-33EA-FEB5-F83A-CDE8D0E4624C}"/>
              </a:ext>
            </a:extLst>
          </p:cNvPr>
          <p:cNvCxnSpPr/>
          <p:nvPr/>
        </p:nvCxnSpPr>
        <p:spPr>
          <a:xfrm flipV="1">
            <a:off x="2921000" y="507220"/>
            <a:ext cx="406400" cy="13693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94968EBF-634C-CBAB-C04D-49D56B679C88}"/>
              </a:ext>
            </a:extLst>
          </p:cNvPr>
          <p:cNvCxnSpPr/>
          <p:nvPr/>
        </p:nvCxnSpPr>
        <p:spPr>
          <a:xfrm>
            <a:off x="3327400" y="507220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804425D-657B-694E-0B69-CBBDF086BD36}"/>
              </a:ext>
            </a:extLst>
          </p:cNvPr>
          <p:cNvCxnSpPr/>
          <p:nvPr/>
        </p:nvCxnSpPr>
        <p:spPr>
          <a:xfrm>
            <a:off x="3733800" y="507220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275DA01E-57EF-A919-722C-F17A1B2A5CA5}"/>
              </a:ext>
            </a:extLst>
          </p:cNvPr>
          <p:cNvCxnSpPr/>
          <p:nvPr/>
        </p:nvCxnSpPr>
        <p:spPr>
          <a:xfrm>
            <a:off x="4140200" y="507220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E3CC9944-F06A-B0B6-8D63-C9D3AC6DB289}"/>
              </a:ext>
            </a:extLst>
          </p:cNvPr>
          <p:cNvSpPr/>
          <p:nvPr/>
        </p:nvSpPr>
        <p:spPr>
          <a:xfrm>
            <a:off x="866775" y="745167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31D9EB3F-2B78-2174-6FCE-6A02E393237B}"/>
              </a:ext>
            </a:extLst>
          </p:cNvPr>
          <p:cNvSpPr/>
          <p:nvPr/>
        </p:nvSpPr>
        <p:spPr>
          <a:xfrm>
            <a:off x="1273175" y="580848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B9D2A71-23CE-8C92-0D60-7D48695AB90E}"/>
              </a:ext>
            </a:extLst>
          </p:cNvPr>
          <p:cNvSpPr/>
          <p:nvPr/>
        </p:nvSpPr>
        <p:spPr>
          <a:xfrm>
            <a:off x="1679575" y="51238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538599B-6800-BA2E-211F-9C590C262DDE}"/>
              </a:ext>
            </a:extLst>
          </p:cNvPr>
          <p:cNvSpPr/>
          <p:nvPr/>
        </p:nvSpPr>
        <p:spPr>
          <a:xfrm>
            <a:off x="2085975" y="51238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97C6FA00-5224-EA5A-0C42-CC506FBFE294}"/>
              </a:ext>
            </a:extLst>
          </p:cNvPr>
          <p:cNvSpPr/>
          <p:nvPr/>
        </p:nvSpPr>
        <p:spPr>
          <a:xfrm>
            <a:off x="2492375" y="498688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8DB38CDE-82C2-9117-AA62-8F2AE9E48267}"/>
              </a:ext>
            </a:extLst>
          </p:cNvPr>
          <p:cNvSpPr/>
          <p:nvPr/>
        </p:nvSpPr>
        <p:spPr>
          <a:xfrm>
            <a:off x="2898775" y="498688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664A721F-26BD-9AF1-F240-B09EDF930826}"/>
              </a:ext>
            </a:extLst>
          </p:cNvPr>
          <p:cNvSpPr/>
          <p:nvPr/>
        </p:nvSpPr>
        <p:spPr>
          <a:xfrm>
            <a:off x="3305175" y="484995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219749E8-5D8E-4A20-BB1B-C2984AB3BB51}"/>
              </a:ext>
            </a:extLst>
          </p:cNvPr>
          <p:cNvSpPr/>
          <p:nvPr/>
        </p:nvSpPr>
        <p:spPr>
          <a:xfrm>
            <a:off x="3711575" y="484995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535A7B9-8E87-AFAB-0A6F-0480912F5C90}"/>
              </a:ext>
            </a:extLst>
          </p:cNvPr>
          <p:cNvSpPr/>
          <p:nvPr/>
        </p:nvSpPr>
        <p:spPr>
          <a:xfrm>
            <a:off x="4117975" y="484995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FAF906A2-DE76-BC9D-E117-497314E75044}"/>
              </a:ext>
            </a:extLst>
          </p:cNvPr>
          <p:cNvSpPr/>
          <p:nvPr/>
        </p:nvSpPr>
        <p:spPr>
          <a:xfrm>
            <a:off x="4524375" y="484995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9DCE4D0-FF1A-4DD5-20B8-FA9D246A9761}"/>
              </a:ext>
            </a:extLst>
          </p:cNvPr>
          <p:cNvCxnSpPr/>
          <p:nvPr/>
        </p:nvCxnSpPr>
        <p:spPr>
          <a:xfrm flipV="1">
            <a:off x="889000" y="657846"/>
            <a:ext cx="406400" cy="191706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396883FF-26DA-8FCD-E133-6AF7A567C684}"/>
              </a:ext>
            </a:extLst>
          </p:cNvPr>
          <p:cNvCxnSpPr/>
          <p:nvPr/>
        </p:nvCxnSpPr>
        <p:spPr>
          <a:xfrm flipV="1">
            <a:off x="1295400" y="589379"/>
            <a:ext cx="406400" cy="68467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A9E3561-4F09-E8E7-449E-769DA7C72B96}"/>
              </a:ext>
            </a:extLst>
          </p:cNvPr>
          <p:cNvCxnSpPr/>
          <p:nvPr/>
        </p:nvCxnSpPr>
        <p:spPr>
          <a:xfrm flipV="1">
            <a:off x="1701800" y="575686"/>
            <a:ext cx="406400" cy="13693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507439F7-5BC8-4178-68E1-D798377DC120}"/>
              </a:ext>
            </a:extLst>
          </p:cNvPr>
          <p:cNvCxnSpPr/>
          <p:nvPr/>
        </p:nvCxnSpPr>
        <p:spPr>
          <a:xfrm flipV="1">
            <a:off x="2108200" y="561993"/>
            <a:ext cx="406400" cy="13693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23BC678F-2373-223C-E3A7-8355FCF11DCF}"/>
              </a:ext>
            </a:extLst>
          </p:cNvPr>
          <p:cNvCxnSpPr/>
          <p:nvPr/>
        </p:nvCxnSpPr>
        <p:spPr>
          <a:xfrm flipV="1">
            <a:off x="2514600" y="548299"/>
            <a:ext cx="406400" cy="13694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278ECB66-33DB-C0F4-D39B-EC944F28AC85}"/>
              </a:ext>
            </a:extLst>
          </p:cNvPr>
          <p:cNvCxnSpPr/>
          <p:nvPr/>
        </p:nvCxnSpPr>
        <p:spPr>
          <a:xfrm flipV="1">
            <a:off x="2921000" y="534606"/>
            <a:ext cx="406400" cy="13693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1896A2F-9F1E-BF38-C073-7F74E29B88AD}"/>
              </a:ext>
            </a:extLst>
          </p:cNvPr>
          <p:cNvCxnSpPr/>
          <p:nvPr/>
        </p:nvCxnSpPr>
        <p:spPr>
          <a:xfrm>
            <a:off x="3327400" y="534606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37EA25B5-3435-8C1E-4DED-468251A2A44C}"/>
              </a:ext>
            </a:extLst>
          </p:cNvPr>
          <p:cNvCxnSpPr/>
          <p:nvPr/>
        </p:nvCxnSpPr>
        <p:spPr>
          <a:xfrm>
            <a:off x="3733800" y="534606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3BA63DBA-5380-B324-30B5-F7573BA6851B}"/>
              </a:ext>
            </a:extLst>
          </p:cNvPr>
          <p:cNvCxnSpPr/>
          <p:nvPr/>
        </p:nvCxnSpPr>
        <p:spPr>
          <a:xfrm>
            <a:off x="4140200" y="534606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EB813CD0-2401-DECE-84EB-AF55E0C5E2F1}"/>
              </a:ext>
            </a:extLst>
          </p:cNvPr>
          <p:cNvSpPr/>
          <p:nvPr/>
        </p:nvSpPr>
        <p:spPr>
          <a:xfrm>
            <a:off x="866775" y="827327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50AF3B7-1A05-A27E-1688-E2237AEBB2BB}"/>
              </a:ext>
            </a:extLst>
          </p:cNvPr>
          <p:cNvSpPr/>
          <p:nvPr/>
        </p:nvSpPr>
        <p:spPr>
          <a:xfrm>
            <a:off x="1273175" y="635621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E52683B-5223-1611-1675-F03102B33AF6}"/>
              </a:ext>
            </a:extLst>
          </p:cNvPr>
          <p:cNvSpPr/>
          <p:nvPr/>
        </p:nvSpPr>
        <p:spPr>
          <a:xfrm>
            <a:off x="1679575" y="567154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244F78E-AF50-5224-21AB-C776FE253C3C}"/>
              </a:ext>
            </a:extLst>
          </p:cNvPr>
          <p:cNvSpPr/>
          <p:nvPr/>
        </p:nvSpPr>
        <p:spPr>
          <a:xfrm>
            <a:off x="2085975" y="553461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AE5D35B-F6E7-3E4C-2A73-77A14A4F0904}"/>
              </a:ext>
            </a:extLst>
          </p:cNvPr>
          <p:cNvSpPr/>
          <p:nvPr/>
        </p:nvSpPr>
        <p:spPr>
          <a:xfrm>
            <a:off x="2492375" y="539768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D4E656C-C376-685F-B47C-8BD73655AEC1}"/>
              </a:ext>
            </a:extLst>
          </p:cNvPr>
          <p:cNvSpPr/>
          <p:nvPr/>
        </p:nvSpPr>
        <p:spPr>
          <a:xfrm>
            <a:off x="2898775" y="526074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5815858-5619-E330-11D9-4527C1E5ACCD}"/>
              </a:ext>
            </a:extLst>
          </p:cNvPr>
          <p:cNvSpPr/>
          <p:nvPr/>
        </p:nvSpPr>
        <p:spPr>
          <a:xfrm>
            <a:off x="3305175" y="512381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0F031F1-2F64-2B93-2346-15E9C4A95818}"/>
              </a:ext>
            </a:extLst>
          </p:cNvPr>
          <p:cNvSpPr/>
          <p:nvPr/>
        </p:nvSpPr>
        <p:spPr>
          <a:xfrm>
            <a:off x="3711575" y="512381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38FD7FD-FF90-5B81-D1C0-F68FBC4A95E7}"/>
              </a:ext>
            </a:extLst>
          </p:cNvPr>
          <p:cNvSpPr/>
          <p:nvPr/>
        </p:nvSpPr>
        <p:spPr>
          <a:xfrm>
            <a:off x="4117975" y="512381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4FF253A-A034-4B11-6E42-5C3D40B80E15}"/>
              </a:ext>
            </a:extLst>
          </p:cNvPr>
          <p:cNvSpPr/>
          <p:nvPr/>
        </p:nvSpPr>
        <p:spPr>
          <a:xfrm>
            <a:off x="4524375" y="512381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66898612-7160-3317-A01D-3F16E0D10A57}"/>
              </a:ext>
            </a:extLst>
          </p:cNvPr>
          <p:cNvCxnSpPr/>
          <p:nvPr/>
        </p:nvCxnSpPr>
        <p:spPr>
          <a:xfrm flipV="1">
            <a:off x="889000" y="767392"/>
            <a:ext cx="406400" cy="191706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F6F0CBE-1E6C-FB07-4410-BFAF822F9325}"/>
              </a:ext>
            </a:extLst>
          </p:cNvPr>
          <p:cNvCxnSpPr/>
          <p:nvPr/>
        </p:nvCxnSpPr>
        <p:spPr>
          <a:xfrm flipV="1">
            <a:off x="1295400" y="671539"/>
            <a:ext cx="406400" cy="95853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1BEA790-3578-FBD9-A233-1E51DCE9B445}"/>
              </a:ext>
            </a:extLst>
          </p:cNvPr>
          <p:cNvCxnSpPr/>
          <p:nvPr/>
        </p:nvCxnSpPr>
        <p:spPr>
          <a:xfrm flipV="1">
            <a:off x="1701800" y="657846"/>
            <a:ext cx="406400" cy="13693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904868D-3C36-E328-7B28-5FB24350CF20}"/>
              </a:ext>
            </a:extLst>
          </p:cNvPr>
          <p:cNvCxnSpPr/>
          <p:nvPr/>
        </p:nvCxnSpPr>
        <p:spPr>
          <a:xfrm flipV="1">
            <a:off x="2108200" y="644152"/>
            <a:ext cx="406400" cy="13694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EE3B4EA-826F-3C45-75F1-E84628B776BF}"/>
              </a:ext>
            </a:extLst>
          </p:cNvPr>
          <p:cNvCxnSpPr/>
          <p:nvPr/>
        </p:nvCxnSpPr>
        <p:spPr>
          <a:xfrm flipV="1">
            <a:off x="2514600" y="630459"/>
            <a:ext cx="406400" cy="13693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DF8A8F5C-7CF8-26C5-3395-5B2FD2BE217F}"/>
              </a:ext>
            </a:extLst>
          </p:cNvPr>
          <p:cNvCxnSpPr/>
          <p:nvPr/>
        </p:nvCxnSpPr>
        <p:spPr>
          <a:xfrm flipV="1">
            <a:off x="2921000" y="616766"/>
            <a:ext cx="406400" cy="13693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DCD90CC3-F9F6-6B7A-F8C0-982FAAD2EDC9}"/>
              </a:ext>
            </a:extLst>
          </p:cNvPr>
          <p:cNvCxnSpPr/>
          <p:nvPr/>
        </p:nvCxnSpPr>
        <p:spPr>
          <a:xfrm>
            <a:off x="3327400" y="616766"/>
            <a:ext cx="4064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92CD572-7378-E800-87BB-2F395381DEBC}"/>
              </a:ext>
            </a:extLst>
          </p:cNvPr>
          <p:cNvCxnSpPr/>
          <p:nvPr/>
        </p:nvCxnSpPr>
        <p:spPr>
          <a:xfrm>
            <a:off x="3733800" y="616766"/>
            <a:ext cx="4064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C7DBCFD-326B-D655-B9A9-54A4241CFE3A}"/>
              </a:ext>
            </a:extLst>
          </p:cNvPr>
          <p:cNvCxnSpPr/>
          <p:nvPr/>
        </p:nvCxnSpPr>
        <p:spPr>
          <a:xfrm>
            <a:off x="4140200" y="616766"/>
            <a:ext cx="4064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椭圆 75">
            <a:extLst>
              <a:ext uri="{FF2B5EF4-FFF2-40B4-BE49-F238E27FC236}">
                <a16:creationId xmlns:a16="http://schemas.microsoft.com/office/drawing/2014/main" id="{864A6638-0C4D-553E-977F-9C5CC9484350}"/>
              </a:ext>
            </a:extLst>
          </p:cNvPr>
          <p:cNvSpPr/>
          <p:nvPr/>
        </p:nvSpPr>
        <p:spPr>
          <a:xfrm>
            <a:off x="866775" y="936873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997AD8F5-53BA-7A5C-CFE7-FE3FED932F85}"/>
              </a:ext>
            </a:extLst>
          </p:cNvPr>
          <p:cNvSpPr/>
          <p:nvPr/>
        </p:nvSpPr>
        <p:spPr>
          <a:xfrm>
            <a:off x="1273175" y="745167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AEBB6548-D0DE-C629-E5DB-E3C79FCAA472}"/>
              </a:ext>
            </a:extLst>
          </p:cNvPr>
          <p:cNvSpPr/>
          <p:nvPr/>
        </p:nvSpPr>
        <p:spPr>
          <a:xfrm>
            <a:off x="1679575" y="64931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25686062-63DD-595E-B311-0960BD57B2F7}"/>
              </a:ext>
            </a:extLst>
          </p:cNvPr>
          <p:cNvSpPr/>
          <p:nvPr/>
        </p:nvSpPr>
        <p:spPr>
          <a:xfrm>
            <a:off x="2085975" y="635621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C3696AA3-B870-970C-69CB-62CD50A662C7}"/>
              </a:ext>
            </a:extLst>
          </p:cNvPr>
          <p:cNvSpPr/>
          <p:nvPr/>
        </p:nvSpPr>
        <p:spPr>
          <a:xfrm>
            <a:off x="2492375" y="621927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0A579803-5B58-3979-A83C-BD1F053A579A}"/>
              </a:ext>
            </a:extLst>
          </p:cNvPr>
          <p:cNvSpPr/>
          <p:nvPr/>
        </p:nvSpPr>
        <p:spPr>
          <a:xfrm>
            <a:off x="2898775" y="60823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508766D8-3A6D-101D-0988-D21D33528A03}"/>
              </a:ext>
            </a:extLst>
          </p:cNvPr>
          <p:cNvSpPr/>
          <p:nvPr/>
        </p:nvSpPr>
        <p:spPr>
          <a:xfrm>
            <a:off x="3305175" y="594541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C9849E02-4FBC-97F6-4E31-A745624B02B2}"/>
              </a:ext>
            </a:extLst>
          </p:cNvPr>
          <p:cNvSpPr/>
          <p:nvPr/>
        </p:nvSpPr>
        <p:spPr>
          <a:xfrm>
            <a:off x="3711575" y="594541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3B7F456-3091-ED99-7275-C549D5B8B2E0}"/>
              </a:ext>
            </a:extLst>
          </p:cNvPr>
          <p:cNvSpPr/>
          <p:nvPr/>
        </p:nvSpPr>
        <p:spPr>
          <a:xfrm>
            <a:off x="4117975" y="594541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EFCD1DD8-CE00-03CE-2DBE-2159E73A4A2E}"/>
              </a:ext>
            </a:extLst>
          </p:cNvPr>
          <p:cNvSpPr/>
          <p:nvPr/>
        </p:nvSpPr>
        <p:spPr>
          <a:xfrm>
            <a:off x="4524375" y="594541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23F0C6E4-6E6D-BB4D-1240-0ED8E14DFBB0}"/>
              </a:ext>
            </a:extLst>
          </p:cNvPr>
          <p:cNvCxnSpPr/>
          <p:nvPr/>
        </p:nvCxnSpPr>
        <p:spPr>
          <a:xfrm flipV="1">
            <a:off x="889000" y="863245"/>
            <a:ext cx="406400" cy="287559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82A8C123-4EC3-EA82-4FBC-E1CE7CE7F88A}"/>
              </a:ext>
            </a:extLst>
          </p:cNvPr>
          <p:cNvCxnSpPr/>
          <p:nvPr/>
        </p:nvCxnSpPr>
        <p:spPr>
          <a:xfrm flipV="1">
            <a:off x="1295400" y="740006"/>
            <a:ext cx="406400" cy="123239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AC3792D6-6CDF-6906-5EBA-9DECBB45F350}"/>
              </a:ext>
            </a:extLst>
          </p:cNvPr>
          <p:cNvCxnSpPr/>
          <p:nvPr/>
        </p:nvCxnSpPr>
        <p:spPr>
          <a:xfrm flipV="1">
            <a:off x="1701800" y="712619"/>
            <a:ext cx="406400" cy="27387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0FEA5AB6-1766-300E-B07C-A086739FB322}"/>
              </a:ext>
            </a:extLst>
          </p:cNvPr>
          <p:cNvCxnSpPr/>
          <p:nvPr/>
        </p:nvCxnSpPr>
        <p:spPr>
          <a:xfrm flipV="1">
            <a:off x="2108200" y="698926"/>
            <a:ext cx="406400" cy="13693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9776D9A0-C0A3-4ECF-6C55-8CC0DF6F2ECE}"/>
              </a:ext>
            </a:extLst>
          </p:cNvPr>
          <p:cNvCxnSpPr/>
          <p:nvPr/>
        </p:nvCxnSpPr>
        <p:spPr>
          <a:xfrm flipV="1">
            <a:off x="2514600" y="685232"/>
            <a:ext cx="406400" cy="13694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95B67EA7-1CA0-C515-7EBD-4ADC60CE83F5}"/>
              </a:ext>
            </a:extLst>
          </p:cNvPr>
          <p:cNvCxnSpPr/>
          <p:nvPr/>
        </p:nvCxnSpPr>
        <p:spPr>
          <a:xfrm flipV="1">
            <a:off x="2921000" y="671539"/>
            <a:ext cx="406400" cy="13693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F86466CA-3DDE-3836-9C95-A8D3094A5C1A}"/>
              </a:ext>
            </a:extLst>
          </p:cNvPr>
          <p:cNvCxnSpPr/>
          <p:nvPr/>
        </p:nvCxnSpPr>
        <p:spPr>
          <a:xfrm flipV="1">
            <a:off x="3327400" y="644152"/>
            <a:ext cx="406400" cy="27387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2401DBF9-A339-F2B2-82F7-2EE06697DCBF}"/>
              </a:ext>
            </a:extLst>
          </p:cNvPr>
          <p:cNvCxnSpPr/>
          <p:nvPr/>
        </p:nvCxnSpPr>
        <p:spPr>
          <a:xfrm>
            <a:off x="3733800" y="644152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E2CEFB23-A0CD-9D60-D490-21DEC1512AA8}"/>
              </a:ext>
            </a:extLst>
          </p:cNvPr>
          <p:cNvCxnSpPr/>
          <p:nvPr/>
        </p:nvCxnSpPr>
        <p:spPr>
          <a:xfrm>
            <a:off x="4140200" y="644152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>
            <a:extLst>
              <a:ext uri="{FF2B5EF4-FFF2-40B4-BE49-F238E27FC236}">
                <a16:creationId xmlns:a16="http://schemas.microsoft.com/office/drawing/2014/main" id="{66A9B720-5DA9-FFAA-C1DE-DB3F4E581004}"/>
              </a:ext>
            </a:extLst>
          </p:cNvPr>
          <p:cNvSpPr/>
          <p:nvPr/>
        </p:nvSpPr>
        <p:spPr>
          <a:xfrm>
            <a:off x="866775" y="1128579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12B51E84-64E2-5DBE-F804-8B8A511951E7}"/>
              </a:ext>
            </a:extLst>
          </p:cNvPr>
          <p:cNvSpPr/>
          <p:nvPr/>
        </p:nvSpPr>
        <p:spPr>
          <a:xfrm>
            <a:off x="1273175" y="841020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16158D8-5C05-7F23-A852-21693BCDF180}"/>
              </a:ext>
            </a:extLst>
          </p:cNvPr>
          <p:cNvSpPr/>
          <p:nvPr/>
        </p:nvSpPr>
        <p:spPr>
          <a:xfrm>
            <a:off x="1679575" y="717781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D422926-552B-3586-6FA3-A78969861846}"/>
              </a:ext>
            </a:extLst>
          </p:cNvPr>
          <p:cNvSpPr/>
          <p:nvPr/>
        </p:nvSpPr>
        <p:spPr>
          <a:xfrm>
            <a:off x="2085975" y="690394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95FA3FE-53FA-23D6-C701-74D27B61AD9C}"/>
              </a:ext>
            </a:extLst>
          </p:cNvPr>
          <p:cNvSpPr/>
          <p:nvPr/>
        </p:nvSpPr>
        <p:spPr>
          <a:xfrm>
            <a:off x="2492375" y="676701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0B3FF7F-09EB-CDBF-6F78-77C560FBFA8F}"/>
              </a:ext>
            </a:extLst>
          </p:cNvPr>
          <p:cNvSpPr/>
          <p:nvPr/>
        </p:nvSpPr>
        <p:spPr>
          <a:xfrm>
            <a:off x="2898775" y="663007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0C0DB90-18FB-138D-D17E-D90344C0A21B}"/>
              </a:ext>
            </a:extLst>
          </p:cNvPr>
          <p:cNvSpPr/>
          <p:nvPr/>
        </p:nvSpPr>
        <p:spPr>
          <a:xfrm>
            <a:off x="3305175" y="649314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6A91051-0BFF-59D3-629F-59920D73EA70}"/>
              </a:ext>
            </a:extLst>
          </p:cNvPr>
          <p:cNvSpPr/>
          <p:nvPr/>
        </p:nvSpPr>
        <p:spPr>
          <a:xfrm>
            <a:off x="3711575" y="621927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96A154C-BA9A-5307-7E42-CAB8A603C6DE}"/>
              </a:ext>
            </a:extLst>
          </p:cNvPr>
          <p:cNvSpPr/>
          <p:nvPr/>
        </p:nvSpPr>
        <p:spPr>
          <a:xfrm>
            <a:off x="4117975" y="621927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27B83896-F532-04E7-452D-93DF872EF267}"/>
              </a:ext>
            </a:extLst>
          </p:cNvPr>
          <p:cNvSpPr/>
          <p:nvPr/>
        </p:nvSpPr>
        <p:spPr>
          <a:xfrm>
            <a:off x="4524375" y="621927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586F92F-2DB5-7CD0-6A89-46E47DBECD5A}"/>
              </a:ext>
            </a:extLst>
          </p:cNvPr>
          <p:cNvCxnSpPr/>
          <p:nvPr/>
        </p:nvCxnSpPr>
        <p:spPr>
          <a:xfrm flipV="1">
            <a:off x="889000" y="1671150"/>
            <a:ext cx="406400" cy="150626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52541FD7-D2FB-F10E-776C-189BEAD3E9C3}"/>
              </a:ext>
            </a:extLst>
          </p:cNvPr>
          <p:cNvCxnSpPr/>
          <p:nvPr/>
        </p:nvCxnSpPr>
        <p:spPr>
          <a:xfrm flipV="1">
            <a:off x="1295400" y="1602683"/>
            <a:ext cx="406400" cy="68467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2474439C-EFD1-027C-14A6-0F4BEA8306E8}"/>
              </a:ext>
            </a:extLst>
          </p:cNvPr>
          <p:cNvCxnSpPr/>
          <p:nvPr/>
        </p:nvCxnSpPr>
        <p:spPr>
          <a:xfrm flipV="1">
            <a:off x="1701800" y="1575297"/>
            <a:ext cx="406400" cy="27386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92B9067A-F52F-156B-4607-FEA1D2F926E4}"/>
              </a:ext>
            </a:extLst>
          </p:cNvPr>
          <p:cNvCxnSpPr/>
          <p:nvPr/>
        </p:nvCxnSpPr>
        <p:spPr>
          <a:xfrm flipV="1">
            <a:off x="2108200" y="1561603"/>
            <a:ext cx="406400" cy="13694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ECCA7E0F-0D08-3B96-7889-3C1F9CE13C2B}"/>
              </a:ext>
            </a:extLst>
          </p:cNvPr>
          <p:cNvCxnSpPr/>
          <p:nvPr/>
        </p:nvCxnSpPr>
        <p:spPr>
          <a:xfrm flipV="1">
            <a:off x="2514600" y="1547910"/>
            <a:ext cx="406400" cy="13693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E1736B4C-8813-42D4-5180-9C1AB14E3C2B}"/>
              </a:ext>
            </a:extLst>
          </p:cNvPr>
          <p:cNvCxnSpPr/>
          <p:nvPr/>
        </p:nvCxnSpPr>
        <p:spPr>
          <a:xfrm>
            <a:off x="2921000" y="1547910"/>
            <a:ext cx="406400" cy="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6D596802-64D8-A9DD-D1A9-34B7BDDCF126}"/>
              </a:ext>
            </a:extLst>
          </p:cNvPr>
          <p:cNvCxnSpPr/>
          <p:nvPr/>
        </p:nvCxnSpPr>
        <p:spPr>
          <a:xfrm flipV="1">
            <a:off x="3327400" y="1534217"/>
            <a:ext cx="406400" cy="13693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B12B2EC9-5FF5-E963-136F-1B7BC41FF382}"/>
              </a:ext>
            </a:extLst>
          </p:cNvPr>
          <p:cNvCxnSpPr/>
          <p:nvPr/>
        </p:nvCxnSpPr>
        <p:spPr>
          <a:xfrm>
            <a:off x="3733800" y="1534217"/>
            <a:ext cx="406400" cy="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3966969C-1F24-E63B-2F1E-99F7FF694165}"/>
              </a:ext>
            </a:extLst>
          </p:cNvPr>
          <p:cNvCxnSpPr/>
          <p:nvPr/>
        </p:nvCxnSpPr>
        <p:spPr>
          <a:xfrm flipV="1">
            <a:off x="4140200" y="1520523"/>
            <a:ext cx="406400" cy="13694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菱形 113">
            <a:extLst>
              <a:ext uri="{FF2B5EF4-FFF2-40B4-BE49-F238E27FC236}">
                <a16:creationId xmlns:a16="http://schemas.microsoft.com/office/drawing/2014/main" id="{8E2BF9D5-4CA6-0412-BDC6-1DF799486931}"/>
              </a:ext>
            </a:extLst>
          </p:cNvPr>
          <p:cNvSpPr/>
          <p:nvPr/>
        </p:nvSpPr>
        <p:spPr>
          <a:xfrm>
            <a:off x="866775" y="1799551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菱形 114">
            <a:extLst>
              <a:ext uri="{FF2B5EF4-FFF2-40B4-BE49-F238E27FC236}">
                <a16:creationId xmlns:a16="http://schemas.microsoft.com/office/drawing/2014/main" id="{98FD87F1-0FC2-2706-4656-D1B4261BF336}"/>
              </a:ext>
            </a:extLst>
          </p:cNvPr>
          <p:cNvSpPr/>
          <p:nvPr/>
        </p:nvSpPr>
        <p:spPr>
          <a:xfrm>
            <a:off x="1273175" y="1648925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菱形 115">
            <a:extLst>
              <a:ext uri="{FF2B5EF4-FFF2-40B4-BE49-F238E27FC236}">
                <a16:creationId xmlns:a16="http://schemas.microsoft.com/office/drawing/2014/main" id="{DECED120-DFE0-0C87-F77A-5F7872803645}"/>
              </a:ext>
            </a:extLst>
          </p:cNvPr>
          <p:cNvSpPr/>
          <p:nvPr/>
        </p:nvSpPr>
        <p:spPr>
          <a:xfrm>
            <a:off x="1679575" y="1580458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菱形 116">
            <a:extLst>
              <a:ext uri="{FF2B5EF4-FFF2-40B4-BE49-F238E27FC236}">
                <a16:creationId xmlns:a16="http://schemas.microsoft.com/office/drawing/2014/main" id="{F20F0F15-9026-04E4-DC10-7BDBB491F6B4}"/>
              </a:ext>
            </a:extLst>
          </p:cNvPr>
          <p:cNvSpPr/>
          <p:nvPr/>
        </p:nvSpPr>
        <p:spPr>
          <a:xfrm>
            <a:off x="2085975" y="155307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菱形 117">
            <a:extLst>
              <a:ext uri="{FF2B5EF4-FFF2-40B4-BE49-F238E27FC236}">
                <a16:creationId xmlns:a16="http://schemas.microsoft.com/office/drawing/2014/main" id="{E8BC42AD-9F05-57FB-FC42-66B4ED7D53CF}"/>
              </a:ext>
            </a:extLst>
          </p:cNvPr>
          <p:cNvSpPr/>
          <p:nvPr/>
        </p:nvSpPr>
        <p:spPr>
          <a:xfrm>
            <a:off x="2492375" y="1539378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菱形 118">
            <a:extLst>
              <a:ext uri="{FF2B5EF4-FFF2-40B4-BE49-F238E27FC236}">
                <a16:creationId xmlns:a16="http://schemas.microsoft.com/office/drawing/2014/main" id="{479A77E8-9D0F-DE1C-9AE3-68795A3C84BD}"/>
              </a:ext>
            </a:extLst>
          </p:cNvPr>
          <p:cNvSpPr/>
          <p:nvPr/>
        </p:nvSpPr>
        <p:spPr>
          <a:xfrm>
            <a:off x="2898775" y="1525685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菱形 119">
            <a:extLst>
              <a:ext uri="{FF2B5EF4-FFF2-40B4-BE49-F238E27FC236}">
                <a16:creationId xmlns:a16="http://schemas.microsoft.com/office/drawing/2014/main" id="{956CE303-A2EF-128C-1FAE-8B6F5476A115}"/>
              </a:ext>
            </a:extLst>
          </p:cNvPr>
          <p:cNvSpPr/>
          <p:nvPr/>
        </p:nvSpPr>
        <p:spPr>
          <a:xfrm>
            <a:off x="3305175" y="1525685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菱形 120">
            <a:extLst>
              <a:ext uri="{FF2B5EF4-FFF2-40B4-BE49-F238E27FC236}">
                <a16:creationId xmlns:a16="http://schemas.microsoft.com/office/drawing/2014/main" id="{5B983FB5-C50E-FAF4-7CD1-9FE4F1BFC18F}"/>
              </a:ext>
            </a:extLst>
          </p:cNvPr>
          <p:cNvSpPr/>
          <p:nvPr/>
        </p:nvSpPr>
        <p:spPr>
          <a:xfrm>
            <a:off x="3711575" y="151199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菱形 121">
            <a:extLst>
              <a:ext uri="{FF2B5EF4-FFF2-40B4-BE49-F238E27FC236}">
                <a16:creationId xmlns:a16="http://schemas.microsoft.com/office/drawing/2014/main" id="{581A305C-455C-CD37-DCAC-D410B61F67C1}"/>
              </a:ext>
            </a:extLst>
          </p:cNvPr>
          <p:cNvSpPr/>
          <p:nvPr/>
        </p:nvSpPr>
        <p:spPr>
          <a:xfrm>
            <a:off x="4117975" y="151199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菱形 122">
            <a:extLst>
              <a:ext uri="{FF2B5EF4-FFF2-40B4-BE49-F238E27FC236}">
                <a16:creationId xmlns:a16="http://schemas.microsoft.com/office/drawing/2014/main" id="{486A2A85-FDC8-F312-DB61-11E5C0A6788D}"/>
              </a:ext>
            </a:extLst>
          </p:cNvPr>
          <p:cNvSpPr/>
          <p:nvPr/>
        </p:nvSpPr>
        <p:spPr>
          <a:xfrm>
            <a:off x="4524375" y="1498298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9EA0A013-364C-43AC-6379-D3970A40659D}"/>
              </a:ext>
            </a:extLst>
          </p:cNvPr>
          <p:cNvCxnSpPr/>
          <p:nvPr/>
        </p:nvCxnSpPr>
        <p:spPr>
          <a:xfrm>
            <a:off x="4826000" y="558800"/>
            <a:ext cx="2540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椭圆 124">
            <a:extLst>
              <a:ext uri="{FF2B5EF4-FFF2-40B4-BE49-F238E27FC236}">
                <a16:creationId xmlns:a16="http://schemas.microsoft.com/office/drawing/2014/main" id="{900B6567-0BFE-291E-165F-EA57EDD341BB}"/>
              </a:ext>
            </a:extLst>
          </p:cNvPr>
          <p:cNvSpPr/>
          <p:nvPr/>
        </p:nvSpPr>
        <p:spPr>
          <a:xfrm>
            <a:off x="4930775" y="536575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EC8ACDDF-0ADE-84F1-DA76-C07982A6E2BD}"/>
              </a:ext>
            </a:extLst>
          </p:cNvPr>
          <p:cNvSpPr txBox="1"/>
          <p:nvPr/>
        </p:nvSpPr>
        <p:spPr>
          <a:xfrm>
            <a:off x="5168900" y="482600"/>
            <a:ext cx="418384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Find · GT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C9615E6A-F224-B9A9-F9A9-759222B863F3}"/>
              </a:ext>
            </a:extLst>
          </p:cNvPr>
          <p:cNvCxnSpPr/>
          <p:nvPr/>
        </p:nvCxnSpPr>
        <p:spPr>
          <a:xfrm>
            <a:off x="4826000" y="767080"/>
            <a:ext cx="2540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 127">
            <a:extLst>
              <a:ext uri="{FF2B5EF4-FFF2-40B4-BE49-F238E27FC236}">
                <a16:creationId xmlns:a16="http://schemas.microsoft.com/office/drawing/2014/main" id="{4E09B35F-79A6-243A-9442-2688BAFA5791}"/>
              </a:ext>
            </a:extLst>
          </p:cNvPr>
          <p:cNvSpPr/>
          <p:nvPr/>
        </p:nvSpPr>
        <p:spPr>
          <a:xfrm>
            <a:off x="4930775" y="744855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81B43E7B-B640-6278-419F-40EF838A11D9}"/>
              </a:ext>
            </a:extLst>
          </p:cNvPr>
          <p:cNvSpPr txBox="1"/>
          <p:nvPr/>
        </p:nvSpPr>
        <p:spPr>
          <a:xfrm>
            <a:off x="5168900" y="690880"/>
            <a:ext cx="74379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Find+Match · GT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6D363524-1827-FDAF-665F-85B85D9CA1A1}"/>
              </a:ext>
            </a:extLst>
          </p:cNvPr>
          <p:cNvCxnSpPr/>
          <p:nvPr/>
        </p:nvCxnSpPr>
        <p:spPr>
          <a:xfrm>
            <a:off x="4826000" y="975360"/>
            <a:ext cx="2540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椭圆 130">
            <a:extLst>
              <a:ext uri="{FF2B5EF4-FFF2-40B4-BE49-F238E27FC236}">
                <a16:creationId xmlns:a16="http://schemas.microsoft.com/office/drawing/2014/main" id="{7E89FE76-636B-A1DB-E4D4-470F67DC4491}"/>
              </a:ext>
            </a:extLst>
          </p:cNvPr>
          <p:cNvSpPr/>
          <p:nvPr/>
        </p:nvSpPr>
        <p:spPr>
          <a:xfrm>
            <a:off x="4930775" y="953135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9E1F3E03-FF1E-E1C3-0030-32030524DA36}"/>
              </a:ext>
            </a:extLst>
          </p:cNvPr>
          <p:cNvSpPr txBox="1"/>
          <p:nvPr/>
        </p:nvSpPr>
        <p:spPr>
          <a:xfrm>
            <a:off x="5168900" y="899160"/>
            <a:ext cx="47128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Find · CA2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ACFF948F-A24F-8873-2B7A-EF6F0EDC2B6D}"/>
              </a:ext>
            </a:extLst>
          </p:cNvPr>
          <p:cNvCxnSpPr/>
          <p:nvPr/>
        </p:nvCxnSpPr>
        <p:spPr>
          <a:xfrm>
            <a:off x="4826000" y="1183640"/>
            <a:ext cx="2540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>
            <a:extLst>
              <a:ext uri="{FF2B5EF4-FFF2-40B4-BE49-F238E27FC236}">
                <a16:creationId xmlns:a16="http://schemas.microsoft.com/office/drawing/2014/main" id="{F241B9CC-7454-298D-99E7-F450D68D4DE3}"/>
              </a:ext>
            </a:extLst>
          </p:cNvPr>
          <p:cNvSpPr/>
          <p:nvPr/>
        </p:nvSpPr>
        <p:spPr>
          <a:xfrm>
            <a:off x="4930775" y="1161415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4FEA176-EC7A-2054-8859-AE8DEAF2E6BB}"/>
              </a:ext>
            </a:extLst>
          </p:cNvPr>
          <p:cNvSpPr txBox="1"/>
          <p:nvPr/>
        </p:nvSpPr>
        <p:spPr>
          <a:xfrm>
            <a:off x="5168900" y="1107440"/>
            <a:ext cx="79669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Find+Match · CA2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8E7D2398-03EB-A742-FBC7-3B36CCEA23A5}"/>
              </a:ext>
            </a:extLst>
          </p:cNvPr>
          <p:cNvCxnSpPr/>
          <p:nvPr/>
        </p:nvCxnSpPr>
        <p:spPr>
          <a:xfrm>
            <a:off x="4826000" y="1391920"/>
            <a:ext cx="254000" cy="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菱形 136">
            <a:extLst>
              <a:ext uri="{FF2B5EF4-FFF2-40B4-BE49-F238E27FC236}">
                <a16:creationId xmlns:a16="http://schemas.microsoft.com/office/drawing/2014/main" id="{AF8EAD9B-99BA-68FE-8BFF-AF233A8177B4}"/>
              </a:ext>
            </a:extLst>
          </p:cNvPr>
          <p:cNvSpPr/>
          <p:nvPr/>
        </p:nvSpPr>
        <p:spPr>
          <a:xfrm>
            <a:off x="4930775" y="1369695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6CA47C2-A127-9C1C-46F6-24ADD90CA158}"/>
              </a:ext>
            </a:extLst>
          </p:cNvPr>
          <p:cNvSpPr txBox="1"/>
          <p:nvPr/>
        </p:nvSpPr>
        <p:spPr>
          <a:xfrm>
            <a:off x="5168900" y="1315720"/>
            <a:ext cx="63639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Emap2lig-Find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7276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</Words>
  <Application>Microsoft Office PowerPoint</Application>
  <PresentationFormat>自定义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Hongen Peng</dc:creator>
  <cp:lastModifiedBy>Hongen Peng</cp:lastModifiedBy>
  <cp:revision>2</cp:revision>
  <dcterms:created xsi:type="dcterms:W3CDTF">2026-10-03T10:08:28Z</dcterms:created>
  <dcterms:modified xsi:type="dcterms:W3CDTF">2026-10-03T15:12:33Z</dcterms:modified>
</cp:coreProperties>
</file>