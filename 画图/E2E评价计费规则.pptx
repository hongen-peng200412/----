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E01745D4.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9144000" cy="6223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3F71A66-0C34-DF1A-5236-FECDBC820DCB}" name="Hongen Peng" initials="HP" userId="965de47efeb7ffa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020" autoAdjust="0"/>
  </p:normalViewPr>
  <p:slideViewPr>
    <p:cSldViewPr snapToGrid="0">
      <p:cViewPr varScale="1">
        <p:scale>
          <a:sx n="91" d="100"/>
          <a:sy n="91" d="100"/>
        </p:scale>
        <p:origin x="640" y="48"/>
      </p:cViewPr>
      <p:guideLst/>
    </p:cSldViewPr>
  </p:slideViewPr>
  <p:notesTextViewPr>
    <p:cViewPr>
      <p:scale>
        <a:sx n="1" d="1"/>
        <a:sy n="1" d="1"/>
      </p:scale>
      <p:origin x="0" y="-24"/>
    </p:cViewPr>
  </p:notesTextViewPr>
  <p:gridSpacing cx="72008" cy="72008"/>
</p:viewPr>
</file>

<file path=ppt/_rels/presentation.xml.rels><?xml version="1.0" encoding="UTF-8" standalone="yes"?>
<Relationships xmlns="http://schemas.openxmlformats.org/package/2006/relationships"><Relationship Id="rId8" Type="http://schemas.microsoft.com/office/2018/10/relationships/authors" Target="authors.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omments/modernComment_100_E01745D4.xml><?xml version="1.0" encoding="utf-8"?>
<p188:cmLst xmlns:a="http://schemas.openxmlformats.org/drawingml/2006/main" xmlns:r="http://schemas.openxmlformats.org/officeDocument/2006/relationships" xmlns:p188="http://schemas.microsoft.com/office/powerpoint/2018/8/main">
  <p188:cm id="{C82552C5-BF7D-4287-B6A2-C83312D190DD}" authorId="{D3F71A66-0C34-DF1A-5236-FECDBC820DCB}" created="2026-10-04T04:41:47.367">
    <pc:sldMkLst xmlns:pc="http://schemas.microsoft.com/office/powerpoint/2013/main/command">
      <pc:docMk/>
      <pc:sldMk cId="3759621588" sldId="256"/>
    </pc:sldMkLst>
    <p188:pos x="63500" y="63500"/>
    <p188:txBody>
      <a:bodyPr/>
      <a:lstStyle/>
      <a:p>
        <a:r>
          <a:rPr lang="zh-CN" altLang="en-US"/>
          <a:t>@@e2e-accounting-rules-draft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14C449-7999-4B58-8CE1-1B45256E8105}" type="datetimeFigureOut">
              <a:rPr lang="zh-CN" altLang="en-US" smtClean="0"/>
              <a:t>2026/10/14</a:t>
            </a:fld>
            <a:endParaRPr lang="zh-CN" altLang="en-US"/>
          </a:p>
        </p:txBody>
      </p:sp>
      <p:sp>
        <p:nvSpPr>
          <p:cNvPr id="4" name="幻灯片图像占位符 3"/>
          <p:cNvSpPr>
            <a:spLocks noGrp="1" noRot="1" noChangeAspect="1"/>
          </p:cNvSpPr>
          <p:nvPr>
            <p:ph type="sldImg" idx="2"/>
          </p:nvPr>
        </p:nvSpPr>
        <p:spPr>
          <a:xfrm>
            <a:off x="1162050" y="1143000"/>
            <a:ext cx="45339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B94EBB-8EFE-4237-9FFF-40E8753D9546}" type="slidenum">
              <a:rPr lang="zh-CN" altLang="en-US" smtClean="0"/>
              <a:t>‹#›</a:t>
            </a:fld>
            <a:endParaRPr lang="zh-CN" altLang="en-US"/>
          </a:p>
        </p:txBody>
      </p:sp>
    </p:spTree>
    <p:extLst>
      <p:ext uri="{BB962C8B-B14F-4D97-AF65-F5344CB8AC3E}">
        <p14:creationId xmlns:p14="http://schemas.microsoft.com/office/powerpoint/2010/main" val="29091510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两种端到端评估设置的计分规则。</a:t>
            </a:r>
            <a:r>
              <a:rPr lang="en-US" altLang="zh-CN" b="1" dirty="0"/>
              <a:t>a</a:t>
            </a:r>
            <a:r>
              <a:rPr lang="zh-CN" altLang="en-US" dirty="0"/>
              <a:t>，针对所有配体类别的配体区域检测与身份匹配。</a:t>
            </a:r>
            <a:r>
              <a:rPr lang="en-US" altLang="zh-CN" sz="1200" b="1" kern="1200" dirty="0">
                <a:solidFill>
                  <a:schemeClr val="tx1"/>
                </a:solidFill>
                <a:latin typeface="+mn-lt"/>
                <a:ea typeface="+mn-ea"/>
                <a:cs typeface="+mn-cs"/>
              </a:rPr>
              <a:t>b</a:t>
            </a:r>
            <a:r>
              <a:rPr lang="zh-CN" altLang="en-US" dirty="0"/>
              <a:t>，针对符合条件小分子的配体区域检测、身份匹配及构象重建；此类小分子定义为单残基有机小分子，且无原子缺失。“</a:t>
            </a:r>
            <a:r>
              <a:rPr lang="en-US" altLang="zh-CN" dirty="0"/>
              <a:t>+1”</a:t>
            </a:r>
            <a:r>
              <a:rPr lang="zh-CN" altLang="en-US" dirty="0"/>
              <a:t>表示计费尝试次数增加一次；当达到尝试次数上限，或 </a:t>
            </a:r>
            <a:r>
              <a:rPr lang="en-US" altLang="zh-CN" dirty="0"/>
              <a:t>LigandSeek2-Find </a:t>
            </a:r>
            <a:r>
              <a:rPr lang="zh-CN" altLang="en-US" dirty="0"/>
              <a:t>没有新的候选对象时，算法停止运行。“免费跳过”指跳过当前候选对象且不产生额外费用。涉及配体命中情况、配体类型及身份识别正确性的决策节点，均基于参考注释信息，属于评估标准，不会作为输入提供给模型。</a:t>
            </a:r>
            <a:endParaRPr lang="en-US" altLang="zh-CN" dirty="0"/>
          </a:p>
          <a:p>
            <a:endParaRPr lang="en-US" altLang="zh-CN" sz="1200" b="1" kern="1200" dirty="0">
              <a:solidFill>
                <a:schemeClr val="tx1"/>
              </a:solidFill>
              <a:latin typeface="+mn-lt"/>
              <a:ea typeface="+mn-ea"/>
              <a:cs typeface="+mn-cs"/>
            </a:endParaRPr>
          </a:p>
          <a:p>
            <a:r>
              <a:rPr lang="en-US" altLang="zh-CN" dirty="0"/>
              <a:t>ENGLISH:</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dirty="0"/>
              <a:t>Charging rules for two end-to-end evaluation settings. </a:t>
            </a:r>
            <a:r>
              <a:rPr lang="zh-CN" altLang="zh-CN" b="1" dirty="0"/>
              <a:t>a</a:t>
            </a:r>
            <a:r>
              <a:rPr lang="zh-CN" altLang="zh-CN" dirty="0"/>
              <a:t>, Ligand-region detection and identity matching across all ligand classes. </a:t>
            </a:r>
            <a:r>
              <a:rPr lang="zh-CN" altLang="zh-CN" sz="1200" b="1" kern="1200" dirty="0">
                <a:solidFill>
                  <a:schemeClr val="tx1"/>
                </a:solidFill>
                <a:latin typeface="+mn-lt"/>
                <a:ea typeface="+mn-ea"/>
                <a:cs typeface="+mn-cs"/>
              </a:rPr>
              <a:t>b</a:t>
            </a:r>
            <a:r>
              <a:rPr lang="zh-CN" altLang="zh-CN" dirty="0"/>
              <a:t>, Ligand-region detection, identity matching and pose reconstruction for eligible small molecules, defined as single-residue organic small molecules with no atoms missin</a:t>
            </a:r>
            <a:r>
              <a:rPr lang="en-US" altLang="zh-CN" dirty="0"/>
              <a:t>g</a:t>
            </a:r>
            <a:r>
              <a:rPr lang="zh-CN" altLang="zh-CN" dirty="0"/>
              <a:t>. </a:t>
            </a:r>
            <a:r>
              <a:rPr lang="en-US" altLang="zh-CN" dirty="0"/>
              <a:t>A "+1" indicates that the charged attempt increases by one; the algorithm stops once the attempt limit is reached or no further candidates are generated by the LigandSeek2-Find. "Free skip" means skipping the current candidate without incurring an additional charge. Decision nodes involving ligand hits, ligand types and identity correctness are evaluation criteria based on the reference annotations and are not provided to the model as inputs.</a:t>
            </a:r>
            <a:endParaRPr lang="zh-CN" altLang="en-US" dirty="0"/>
          </a:p>
        </p:txBody>
      </p:sp>
      <p:sp>
        <p:nvSpPr>
          <p:cNvPr id="4" name="灯片编号占位符 3"/>
          <p:cNvSpPr>
            <a:spLocks noGrp="1"/>
          </p:cNvSpPr>
          <p:nvPr>
            <p:ph type="sldNum" sz="quarter" idx="5"/>
          </p:nvPr>
        </p:nvSpPr>
        <p:spPr/>
        <p:txBody>
          <a:bodyPr/>
          <a:lstStyle/>
          <a:p>
            <a:fld id="{C9B94EBB-8EFE-4237-9FFF-40E8753D9546}" type="slidenum">
              <a:rPr lang="zh-CN" altLang="en-US" smtClean="0"/>
              <a:t>1</a:t>
            </a:fld>
            <a:endParaRPr lang="zh-CN" altLang="en-US"/>
          </a:p>
        </p:txBody>
      </p:sp>
    </p:spTree>
    <p:extLst>
      <p:ext uri="{BB962C8B-B14F-4D97-AF65-F5344CB8AC3E}">
        <p14:creationId xmlns:p14="http://schemas.microsoft.com/office/powerpoint/2010/main" val="2393441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853BEB-07B8-ADA2-80E4-586AC86E90A7}"/>
              </a:ext>
            </a:extLst>
          </p:cNvPr>
          <p:cNvSpPr>
            <a:spLocks noGrp="1"/>
          </p:cNvSpPr>
          <p:nvPr>
            <p:ph type="ctrTitle"/>
          </p:nvPr>
        </p:nvSpPr>
        <p:spPr>
          <a:xfrm>
            <a:off x="1143000" y="1018440"/>
            <a:ext cx="6858000" cy="2166526"/>
          </a:xfrm>
        </p:spPr>
        <p:txBody>
          <a:bodyPr anchor="b"/>
          <a:lstStyle>
            <a:lvl1pPr algn="ctr">
              <a:defRPr sz="4083"/>
            </a:lvl1pPr>
          </a:lstStyle>
          <a:p>
            <a:r>
              <a:rPr lang="zh-CN" altLang="en-US"/>
              <a:t>单击此处编辑母版标题样式</a:t>
            </a:r>
          </a:p>
        </p:txBody>
      </p:sp>
      <p:sp>
        <p:nvSpPr>
          <p:cNvPr id="3" name="副标题 2">
            <a:extLst>
              <a:ext uri="{FF2B5EF4-FFF2-40B4-BE49-F238E27FC236}">
                <a16:creationId xmlns:a16="http://schemas.microsoft.com/office/drawing/2014/main" id="{D486999F-A240-BCB0-34AE-842F9664F111}"/>
              </a:ext>
            </a:extLst>
          </p:cNvPr>
          <p:cNvSpPr>
            <a:spLocks noGrp="1"/>
          </p:cNvSpPr>
          <p:nvPr>
            <p:ph type="subTitle" idx="1"/>
          </p:nvPr>
        </p:nvSpPr>
        <p:spPr>
          <a:xfrm>
            <a:off x="1143000" y="3268516"/>
            <a:ext cx="6858000" cy="1502451"/>
          </a:xfrm>
        </p:spPr>
        <p:txBody>
          <a:bodyPr/>
          <a:lstStyle>
            <a:lvl1pPr marL="0" indent="0" algn="ctr">
              <a:buNone/>
              <a:defRPr sz="1633"/>
            </a:lvl1pPr>
            <a:lvl2pPr marL="311147" indent="0" algn="ctr">
              <a:buNone/>
              <a:defRPr sz="1361"/>
            </a:lvl2pPr>
            <a:lvl3pPr marL="622295" indent="0" algn="ctr">
              <a:buNone/>
              <a:defRPr sz="1225"/>
            </a:lvl3pPr>
            <a:lvl4pPr marL="933442" indent="0" algn="ctr">
              <a:buNone/>
              <a:defRPr sz="1089"/>
            </a:lvl4pPr>
            <a:lvl5pPr marL="1244590" indent="0" algn="ctr">
              <a:buNone/>
              <a:defRPr sz="1089"/>
            </a:lvl5pPr>
            <a:lvl6pPr marL="1555737" indent="0" algn="ctr">
              <a:buNone/>
              <a:defRPr sz="1089"/>
            </a:lvl6pPr>
            <a:lvl7pPr marL="1866885" indent="0" algn="ctr">
              <a:buNone/>
              <a:defRPr sz="1089"/>
            </a:lvl7pPr>
            <a:lvl8pPr marL="2178032" indent="0" algn="ctr">
              <a:buNone/>
              <a:defRPr sz="1089"/>
            </a:lvl8pPr>
            <a:lvl9pPr marL="2489180" indent="0" algn="ctr">
              <a:buNone/>
              <a:defRPr sz="1089"/>
            </a:lvl9pPr>
          </a:lstStyle>
          <a:p>
            <a:r>
              <a:rPr lang="zh-CN" altLang="en-US"/>
              <a:t>单击此处编辑母版副标题样式</a:t>
            </a:r>
          </a:p>
        </p:txBody>
      </p:sp>
      <p:sp>
        <p:nvSpPr>
          <p:cNvPr id="4" name="日期占位符 3">
            <a:extLst>
              <a:ext uri="{FF2B5EF4-FFF2-40B4-BE49-F238E27FC236}">
                <a16:creationId xmlns:a16="http://schemas.microsoft.com/office/drawing/2014/main" id="{38AAF649-3596-58BD-C508-58EB15E04033}"/>
              </a:ext>
            </a:extLst>
          </p:cNvPr>
          <p:cNvSpPr>
            <a:spLocks noGrp="1"/>
          </p:cNvSpPr>
          <p:nvPr>
            <p:ph type="dt" sz="half" idx="10"/>
          </p:nvPr>
        </p:nvSpPr>
        <p:spPr/>
        <p:txBody>
          <a:bodyPr/>
          <a:lstStyle/>
          <a:p>
            <a:fld id="{3835D68E-884C-4F3F-A5D5-C35E17CDC3F2}" type="datetimeFigureOut">
              <a:rPr lang="zh-CN" altLang="en-US" smtClean="0"/>
              <a:t>2026/10/14</a:t>
            </a:fld>
            <a:endParaRPr lang="zh-CN" altLang="en-US"/>
          </a:p>
        </p:txBody>
      </p:sp>
      <p:sp>
        <p:nvSpPr>
          <p:cNvPr id="5" name="页脚占位符 4">
            <a:extLst>
              <a:ext uri="{FF2B5EF4-FFF2-40B4-BE49-F238E27FC236}">
                <a16:creationId xmlns:a16="http://schemas.microsoft.com/office/drawing/2014/main" id="{4F2E5FC3-C70A-E530-A5FE-B6DE96A1E4D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7D25FBA-6FA0-0DDC-663D-2E3A84FAE749}"/>
              </a:ext>
            </a:extLst>
          </p:cNvPr>
          <p:cNvSpPr>
            <a:spLocks noGrp="1"/>
          </p:cNvSpPr>
          <p:nvPr>
            <p:ph type="sldNum" sz="quarter" idx="12"/>
          </p:nvPr>
        </p:nvSpPr>
        <p:spPr/>
        <p:txBody>
          <a:bodyPr/>
          <a:lstStyle/>
          <a:p>
            <a:fld id="{6DF72FB1-23A7-4AC0-98FC-A2B6D3D36E59}" type="slidenum">
              <a:rPr lang="zh-CN" altLang="en-US" smtClean="0"/>
              <a:t>‹#›</a:t>
            </a:fld>
            <a:endParaRPr lang="zh-CN" altLang="en-US"/>
          </a:p>
        </p:txBody>
      </p:sp>
    </p:spTree>
    <p:extLst>
      <p:ext uri="{BB962C8B-B14F-4D97-AF65-F5344CB8AC3E}">
        <p14:creationId xmlns:p14="http://schemas.microsoft.com/office/powerpoint/2010/main" val="4256936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46BDE5-9054-33C4-4569-232CB8E5A07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3CAF70A-CED4-CAA4-97D8-3842CB03CC6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D5F423E-EDA7-4B8F-C86C-5CF5CEA92838}"/>
              </a:ext>
            </a:extLst>
          </p:cNvPr>
          <p:cNvSpPr>
            <a:spLocks noGrp="1"/>
          </p:cNvSpPr>
          <p:nvPr>
            <p:ph type="dt" sz="half" idx="10"/>
          </p:nvPr>
        </p:nvSpPr>
        <p:spPr/>
        <p:txBody>
          <a:bodyPr/>
          <a:lstStyle/>
          <a:p>
            <a:fld id="{3835D68E-884C-4F3F-A5D5-C35E17CDC3F2}" type="datetimeFigureOut">
              <a:rPr lang="zh-CN" altLang="en-US" smtClean="0"/>
              <a:t>2026/10/14</a:t>
            </a:fld>
            <a:endParaRPr lang="zh-CN" altLang="en-US"/>
          </a:p>
        </p:txBody>
      </p:sp>
      <p:sp>
        <p:nvSpPr>
          <p:cNvPr id="5" name="页脚占位符 4">
            <a:extLst>
              <a:ext uri="{FF2B5EF4-FFF2-40B4-BE49-F238E27FC236}">
                <a16:creationId xmlns:a16="http://schemas.microsoft.com/office/drawing/2014/main" id="{CD104897-FF52-E2C1-1DC6-8A6C7235546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FFB9CFE-F0C8-EFEA-C728-DCBDF6697EC5}"/>
              </a:ext>
            </a:extLst>
          </p:cNvPr>
          <p:cNvSpPr>
            <a:spLocks noGrp="1"/>
          </p:cNvSpPr>
          <p:nvPr>
            <p:ph type="sldNum" sz="quarter" idx="12"/>
          </p:nvPr>
        </p:nvSpPr>
        <p:spPr/>
        <p:txBody>
          <a:bodyPr/>
          <a:lstStyle/>
          <a:p>
            <a:fld id="{6DF72FB1-23A7-4AC0-98FC-A2B6D3D36E59}" type="slidenum">
              <a:rPr lang="zh-CN" altLang="en-US" smtClean="0"/>
              <a:t>‹#›</a:t>
            </a:fld>
            <a:endParaRPr lang="zh-CN" altLang="en-US"/>
          </a:p>
        </p:txBody>
      </p:sp>
    </p:spTree>
    <p:extLst>
      <p:ext uri="{BB962C8B-B14F-4D97-AF65-F5344CB8AC3E}">
        <p14:creationId xmlns:p14="http://schemas.microsoft.com/office/powerpoint/2010/main" val="1759709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11B23A-C676-D9A4-9AA2-144F1CD580F5}"/>
              </a:ext>
            </a:extLst>
          </p:cNvPr>
          <p:cNvSpPr>
            <a:spLocks noGrp="1"/>
          </p:cNvSpPr>
          <p:nvPr>
            <p:ph type="title"/>
          </p:nvPr>
        </p:nvSpPr>
        <p:spPr>
          <a:xfrm>
            <a:off x="623888" y="1551430"/>
            <a:ext cx="7886700" cy="2588595"/>
          </a:xfrm>
        </p:spPr>
        <p:txBody>
          <a:bodyPr anchor="b"/>
          <a:lstStyle>
            <a:lvl1pPr>
              <a:defRPr sz="4083"/>
            </a:lvl1pPr>
          </a:lstStyle>
          <a:p>
            <a:r>
              <a:rPr lang="zh-CN" altLang="en-US"/>
              <a:t>单击此处编辑母版标题样式</a:t>
            </a:r>
          </a:p>
        </p:txBody>
      </p:sp>
      <p:sp>
        <p:nvSpPr>
          <p:cNvPr id="3" name="文本占位符 2">
            <a:extLst>
              <a:ext uri="{FF2B5EF4-FFF2-40B4-BE49-F238E27FC236}">
                <a16:creationId xmlns:a16="http://schemas.microsoft.com/office/drawing/2014/main" id="{16DC951E-A986-317A-07B8-8B2DFE1155DD}"/>
              </a:ext>
            </a:extLst>
          </p:cNvPr>
          <p:cNvSpPr>
            <a:spLocks noGrp="1"/>
          </p:cNvSpPr>
          <p:nvPr>
            <p:ph type="body" idx="1"/>
          </p:nvPr>
        </p:nvSpPr>
        <p:spPr>
          <a:xfrm>
            <a:off x="623888" y="4164514"/>
            <a:ext cx="7886700" cy="1361281"/>
          </a:xfrm>
        </p:spPr>
        <p:txBody>
          <a:bodyPr/>
          <a:lstStyle>
            <a:lvl1pPr marL="0" indent="0">
              <a:buNone/>
              <a:defRPr sz="1633">
                <a:solidFill>
                  <a:schemeClr val="tx1">
                    <a:tint val="75000"/>
                  </a:schemeClr>
                </a:solidFill>
              </a:defRPr>
            </a:lvl1pPr>
            <a:lvl2pPr marL="311147" indent="0">
              <a:buNone/>
              <a:defRPr sz="1361">
                <a:solidFill>
                  <a:schemeClr val="tx1">
                    <a:tint val="75000"/>
                  </a:schemeClr>
                </a:solidFill>
              </a:defRPr>
            </a:lvl2pPr>
            <a:lvl3pPr marL="622295" indent="0">
              <a:buNone/>
              <a:defRPr sz="1225">
                <a:solidFill>
                  <a:schemeClr val="tx1">
                    <a:tint val="75000"/>
                  </a:schemeClr>
                </a:solidFill>
              </a:defRPr>
            </a:lvl3pPr>
            <a:lvl4pPr marL="933442" indent="0">
              <a:buNone/>
              <a:defRPr sz="1089">
                <a:solidFill>
                  <a:schemeClr val="tx1">
                    <a:tint val="75000"/>
                  </a:schemeClr>
                </a:solidFill>
              </a:defRPr>
            </a:lvl4pPr>
            <a:lvl5pPr marL="1244590" indent="0">
              <a:buNone/>
              <a:defRPr sz="1089">
                <a:solidFill>
                  <a:schemeClr val="tx1">
                    <a:tint val="75000"/>
                  </a:schemeClr>
                </a:solidFill>
              </a:defRPr>
            </a:lvl5pPr>
            <a:lvl6pPr marL="1555737" indent="0">
              <a:buNone/>
              <a:defRPr sz="1089">
                <a:solidFill>
                  <a:schemeClr val="tx1">
                    <a:tint val="75000"/>
                  </a:schemeClr>
                </a:solidFill>
              </a:defRPr>
            </a:lvl6pPr>
            <a:lvl7pPr marL="1866885" indent="0">
              <a:buNone/>
              <a:defRPr sz="1089">
                <a:solidFill>
                  <a:schemeClr val="tx1">
                    <a:tint val="75000"/>
                  </a:schemeClr>
                </a:solidFill>
              </a:defRPr>
            </a:lvl7pPr>
            <a:lvl8pPr marL="2178032" indent="0">
              <a:buNone/>
              <a:defRPr sz="1089">
                <a:solidFill>
                  <a:schemeClr val="tx1">
                    <a:tint val="75000"/>
                  </a:schemeClr>
                </a:solidFill>
              </a:defRPr>
            </a:lvl8pPr>
            <a:lvl9pPr marL="2489180" indent="0">
              <a:buNone/>
              <a:defRPr sz="1089">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9632C50-53DD-A748-4E35-0EC5D16C1140}"/>
              </a:ext>
            </a:extLst>
          </p:cNvPr>
          <p:cNvSpPr>
            <a:spLocks noGrp="1"/>
          </p:cNvSpPr>
          <p:nvPr>
            <p:ph type="dt" sz="half" idx="10"/>
          </p:nvPr>
        </p:nvSpPr>
        <p:spPr/>
        <p:txBody>
          <a:bodyPr/>
          <a:lstStyle/>
          <a:p>
            <a:fld id="{3835D68E-884C-4F3F-A5D5-C35E17CDC3F2}" type="datetimeFigureOut">
              <a:rPr lang="zh-CN" altLang="en-US" smtClean="0"/>
              <a:t>2026/10/14</a:t>
            </a:fld>
            <a:endParaRPr lang="zh-CN" altLang="en-US"/>
          </a:p>
        </p:txBody>
      </p:sp>
      <p:sp>
        <p:nvSpPr>
          <p:cNvPr id="5" name="页脚占位符 4">
            <a:extLst>
              <a:ext uri="{FF2B5EF4-FFF2-40B4-BE49-F238E27FC236}">
                <a16:creationId xmlns:a16="http://schemas.microsoft.com/office/drawing/2014/main" id="{6E61534E-0AD5-DF59-91F7-C2364056B9A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CBFE339-EB83-2790-6BF9-B082E50A13FD}"/>
              </a:ext>
            </a:extLst>
          </p:cNvPr>
          <p:cNvSpPr>
            <a:spLocks noGrp="1"/>
          </p:cNvSpPr>
          <p:nvPr>
            <p:ph type="sldNum" sz="quarter" idx="12"/>
          </p:nvPr>
        </p:nvSpPr>
        <p:spPr/>
        <p:txBody>
          <a:bodyPr/>
          <a:lstStyle/>
          <a:p>
            <a:fld id="{6DF72FB1-23A7-4AC0-98FC-A2B6D3D36E59}" type="slidenum">
              <a:rPr lang="zh-CN" altLang="en-US" smtClean="0"/>
              <a:t>‹#›</a:t>
            </a:fld>
            <a:endParaRPr lang="zh-CN" altLang="en-US"/>
          </a:p>
        </p:txBody>
      </p:sp>
    </p:spTree>
    <p:extLst>
      <p:ext uri="{BB962C8B-B14F-4D97-AF65-F5344CB8AC3E}">
        <p14:creationId xmlns:p14="http://schemas.microsoft.com/office/powerpoint/2010/main" val="1147318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6C706C-C798-38C3-1E9D-C310639C721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669BAED-DF13-D715-5E1A-EB1E9A4C95BF}"/>
              </a:ext>
            </a:extLst>
          </p:cNvPr>
          <p:cNvSpPr>
            <a:spLocks noGrp="1"/>
          </p:cNvSpPr>
          <p:nvPr>
            <p:ph sz="half" idx="1"/>
          </p:nvPr>
        </p:nvSpPr>
        <p:spPr>
          <a:xfrm>
            <a:off x="628650" y="1656586"/>
            <a:ext cx="3886200" cy="3948436"/>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0E9F4D5-E90E-BD11-8AA9-CEE8A8387EB9}"/>
              </a:ext>
            </a:extLst>
          </p:cNvPr>
          <p:cNvSpPr>
            <a:spLocks noGrp="1"/>
          </p:cNvSpPr>
          <p:nvPr>
            <p:ph sz="half" idx="2"/>
          </p:nvPr>
        </p:nvSpPr>
        <p:spPr>
          <a:xfrm>
            <a:off x="4629150" y="1656586"/>
            <a:ext cx="3886200" cy="3948436"/>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D6BA81C-81FD-4AA6-4434-911E77F933AC}"/>
              </a:ext>
            </a:extLst>
          </p:cNvPr>
          <p:cNvSpPr>
            <a:spLocks noGrp="1"/>
          </p:cNvSpPr>
          <p:nvPr>
            <p:ph type="dt" sz="half" idx="10"/>
          </p:nvPr>
        </p:nvSpPr>
        <p:spPr/>
        <p:txBody>
          <a:bodyPr/>
          <a:lstStyle/>
          <a:p>
            <a:fld id="{3835D68E-884C-4F3F-A5D5-C35E17CDC3F2}" type="datetimeFigureOut">
              <a:rPr lang="zh-CN" altLang="en-US" smtClean="0"/>
              <a:t>2026/10/14</a:t>
            </a:fld>
            <a:endParaRPr lang="zh-CN" altLang="en-US"/>
          </a:p>
        </p:txBody>
      </p:sp>
      <p:sp>
        <p:nvSpPr>
          <p:cNvPr id="6" name="页脚占位符 5">
            <a:extLst>
              <a:ext uri="{FF2B5EF4-FFF2-40B4-BE49-F238E27FC236}">
                <a16:creationId xmlns:a16="http://schemas.microsoft.com/office/drawing/2014/main" id="{013AE408-9AA5-E29C-C7F7-19F12BB50BF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77FF337-277B-AFD0-55E6-E401EBC65D5A}"/>
              </a:ext>
            </a:extLst>
          </p:cNvPr>
          <p:cNvSpPr>
            <a:spLocks noGrp="1"/>
          </p:cNvSpPr>
          <p:nvPr>
            <p:ph type="sldNum" sz="quarter" idx="12"/>
          </p:nvPr>
        </p:nvSpPr>
        <p:spPr/>
        <p:txBody>
          <a:bodyPr/>
          <a:lstStyle/>
          <a:p>
            <a:fld id="{6DF72FB1-23A7-4AC0-98FC-A2B6D3D36E59}" type="slidenum">
              <a:rPr lang="zh-CN" altLang="en-US" smtClean="0"/>
              <a:t>‹#›</a:t>
            </a:fld>
            <a:endParaRPr lang="zh-CN" altLang="en-US"/>
          </a:p>
        </p:txBody>
      </p:sp>
    </p:spTree>
    <p:extLst>
      <p:ext uri="{BB962C8B-B14F-4D97-AF65-F5344CB8AC3E}">
        <p14:creationId xmlns:p14="http://schemas.microsoft.com/office/powerpoint/2010/main" val="4090994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94C032-0032-19AA-A917-C1C3B677BA60}"/>
              </a:ext>
            </a:extLst>
          </p:cNvPr>
          <p:cNvSpPr>
            <a:spLocks noGrp="1"/>
          </p:cNvSpPr>
          <p:nvPr>
            <p:ph type="title"/>
          </p:nvPr>
        </p:nvSpPr>
        <p:spPr>
          <a:xfrm>
            <a:off x="629841" y="331318"/>
            <a:ext cx="7886700" cy="1202826"/>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3247D59-E717-3F4C-8E4B-997D8B7273FC}"/>
              </a:ext>
            </a:extLst>
          </p:cNvPr>
          <p:cNvSpPr>
            <a:spLocks noGrp="1"/>
          </p:cNvSpPr>
          <p:nvPr>
            <p:ph type="body" idx="1"/>
          </p:nvPr>
        </p:nvSpPr>
        <p:spPr>
          <a:xfrm>
            <a:off x="629842" y="1525500"/>
            <a:ext cx="3868340" cy="747624"/>
          </a:xfrm>
        </p:spPr>
        <p:txBody>
          <a:bodyPr anchor="b"/>
          <a:lstStyle>
            <a:lvl1pPr marL="0" indent="0">
              <a:buNone/>
              <a:defRPr sz="1633" b="1"/>
            </a:lvl1pPr>
            <a:lvl2pPr marL="311147" indent="0">
              <a:buNone/>
              <a:defRPr sz="1361" b="1"/>
            </a:lvl2pPr>
            <a:lvl3pPr marL="622295" indent="0">
              <a:buNone/>
              <a:defRPr sz="1225" b="1"/>
            </a:lvl3pPr>
            <a:lvl4pPr marL="933442" indent="0">
              <a:buNone/>
              <a:defRPr sz="1089" b="1"/>
            </a:lvl4pPr>
            <a:lvl5pPr marL="1244590" indent="0">
              <a:buNone/>
              <a:defRPr sz="1089" b="1"/>
            </a:lvl5pPr>
            <a:lvl6pPr marL="1555737" indent="0">
              <a:buNone/>
              <a:defRPr sz="1089" b="1"/>
            </a:lvl6pPr>
            <a:lvl7pPr marL="1866885" indent="0">
              <a:buNone/>
              <a:defRPr sz="1089" b="1"/>
            </a:lvl7pPr>
            <a:lvl8pPr marL="2178032" indent="0">
              <a:buNone/>
              <a:defRPr sz="1089" b="1"/>
            </a:lvl8pPr>
            <a:lvl9pPr marL="2489180" indent="0">
              <a:buNone/>
              <a:defRPr sz="1089"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063A1E2-9BCA-A0EA-A581-06E76051CE85}"/>
              </a:ext>
            </a:extLst>
          </p:cNvPr>
          <p:cNvSpPr>
            <a:spLocks noGrp="1"/>
          </p:cNvSpPr>
          <p:nvPr>
            <p:ph sz="half" idx="2"/>
          </p:nvPr>
        </p:nvSpPr>
        <p:spPr>
          <a:xfrm>
            <a:off x="629842" y="2273124"/>
            <a:ext cx="3868340" cy="334342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178E51A-7116-D1AA-FC97-4E9D33552C0F}"/>
              </a:ext>
            </a:extLst>
          </p:cNvPr>
          <p:cNvSpPr>
            <a:spLocks noGrp="1"/>
          </p:cNvSpPr>
          <p:nvPr>
            <p:ph type="body" sz="quarter" idx="3"/>
          </p:nvPr>
        </p:nvSpPr>
        <p:spPr>
          <a:xfrm>
            <a:off x="4629151" y="1525500"/>
            <a:ext cx="3887391" cy="747624"/>
          </a:xfrm>
        </p:spPr>
        <p:txBody>
          <a:bodyPr anchor="b"/>
          <a:lstStyle>
            <a:lvl1pPr marL="0" indent="0">
              <a:buNone/>
              <a:defRPr sz="1633" b="1"/>
            </a:lvl1pPr>
            <a:lvl2pPr marL="311147" indent="0">
              <a:buNone/>
              <a:defRPr sz="1361" b="1"/>
            </a:lvl2pPr>
            <a:lvl3pPr marL="622295" indent="0">
              <a:buNone/>
              <a:defRPr sz="1225" b="1"/>
            </a:lvl3pPr>
            <a:lvl4pPr marL="933442" indent="0">
              <a:buNone/>
              <a:defRPr sz="1089" b="1"/>
            </a:lvl4pPr>
            <a:lvl5pPr marL="1244590" indent="0">
              <a:buNone/>
              <a:defRPr sz="1089" b="1"/>
            </a:lvl5pPr>
            <a:lvl6pPr marL="1555737" indent="0">
              <a:buNone/>
              <a:defRPr sz="1089" b="1"/>
            </a:lvl6pPr>
            <a:lvl7pPr marL="1866885" indent="0">
              <a:buNone/>
              <a:defRPr sz="1089" b="1"/>
            </a:lvl7pPr>
            <a:lvl8pPr marL="2178032" indent="0">
              <a:buNone/>
              <a:defRPr sz="1089" b="1"/>
            </a:lvl8pPr>
            <a:lvl9pPr marL="2489180" indent="0">
              <a:buNone/>
              <a:defRPr sz="1089"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017F05F-B134-9C79-0E84-A936BA223FCD}"/>
              </a:ext>
            </a:extLst>
          </p:cNvPr>
          <p:cNvSpPr>
            <a:spLocks noGrp="1"/>
          </p:cNvSpPr>
          <p:nvPr>
            <p:ph sz="quarter" idx="4"/>
          </p:nvPr>
        </p:nvSpPr>
        <p:spPr>
          <a:xfrm>
            <a:off x="4629151" y="2273124"/>
            <a:ext cx="3887391" cy="334342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55AB0F0-FE3C-E64E-8C1A-6E18420C82F2}"/>
              </a:ext>
            </a:extLst>
          </p:cNvPr>
          <p:cNvSpPr>
            <a:spLocks noGrp="1"/>
          </p:cNvSpPr>
          <p:nvPr>
            <p:ph type="dt" sz="half" idx="10"/>
          </p:nvPr>
        </p:nvSpPr>
        <p:spPr/>
        <p:txBody>
          <a:bodyPr/>
          <a:lstStyle/>
          <a:p>
            <a:fld id="{3835D68E-884C-4F3F-A5D5-C35E17CDC3F2}" type="datetimeFigureOut">
              <a:rPr lang="zh-CN" altLang="en-US" smtClean="0"/>
              <a:t>2026/10/14</a:t>
            </a:fld>
            <a:endParaRPr lang="zh-CN" altLang="en-US"/>
          </a:p>
        </p:txBody>
      </p:sp>
      <p:sp>
        <p:nvSpPr>
          <p:cNvPr id="8" name="页脚占位符 7">
            <a:extLst>
              <a:ext uri="{FF2B5EF4-FFF2-40B4-BE49-F238E27FC236}">
                <a16:creationId xmlns:a16="http://schemas.microsoft.com/office/drawing/2014/main" id="{40C37AA4-BC83-639C-672A-739D4224DF3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D540557-A45D-AC79-98B7-84E0FF94A114}"/>
              </a:ext>
            </a:extLst>
          </p:cNvPr>
          <p:cNvSpPr>
            <a:spLocks noGrp="1"/>
          </p:cNvSpPr>
          <p:nvPr>
            <p:ph type="sldNum" sz="quarter" idx="12"/>
          </p:nvPr>
        </p:nvSpPr>
        <p:spPr/>
        <p:txBody>
          <a:bodyPr/>
          <a:lstStyle/>
          <a:p>
            <a:fld id="{6DF72FB1-23A7-4AC0-98FC-A2B6D3D36E59}" type="slidenum">
              <a:rPr lang="zh-CN" altLang="en-US" smtClean="0"/>
              <a:t>‹#›</a:t>
            </a:fld>
            <a:endParaRPr lang="zh-CN" altLang="en-US"/>
          </a:p>
        </p:txBody>
      </p:sp>
    </p:spTree>
    <p:extLst>
      <p:ext uri="{BB962C8B-B14F-4D97-AF65-F5344CB8AC3E}">
        <p14:creationId xmlns:p14="http://schemas.microsoft.com/office/powerpoint/2010/main" val="1976668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DF6A41-99DB-042B-DEB6-55A1AB7DA68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F31B9BE-81E8-94CF-3C01-60B2772F59F7}"/>
              </a:ext>
            </a:extLst>
          </p:cNvPr>
          <p:cNvSpPr>
            <a:spLocks noGrp="1"/>
          </p:cNvSpPr>
          <p:nvPr>
            <p:ph type="dt" sz="half" idx="10"/>
          </p:nvPr>
        </p:nvSpPr>
        <p:spPr/>
        <p:txBody>
          <a:bodyPr/>
          <a:lstStyle/>
          <a:p>
            <a:fld id="{3835D68E-884C-4F3F-A5D5-C35E17CDC3F2}" type="datetimeFigureOut">
              <a:rPr lang="zh-CN" altLang="en-US" smtClean="0"/>
              <a:t>2026/10/14</a:t>
            </a:fld>
            <a:endParaRPr lang="zh-CN" altLang="en-US"/>
          </a:p>
        </p:txBody>
      </p:sp>
      <p:sp>
        <p:nvSpPr>
          <p:cNvPr id="4" name="页脚占位符 3">
            <a:extLst>
              <a:ext uri="{FF2B5EF4-FFF2-40B4-BE49-F238E27FC236}">
                <a16:creationId xmlns:a16="http://schemas.microsoft.com/office/drawing/2014/main" id="{885FE018-523E-7F5D-CD68-B249B6B608F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DC465AC-5AD4-3C0D-49FD-A1BBFFCB4051}"/>
              </a:ext>
            </a:extLst>
          </p:cNvPr>
          <p:cNvSpPr>
            <a:spLocks noGrp="1"/>
          </p:cNvSpPr>
          <p:nvPr>
            <p:ph type="sldNum" sz="quarter" idx="12"/>
          </p:nvPr>
        </p:nvSpPr>
        <p:spPr/>
        <p:txBody>
          <a:bodyPr/>
          <a:lstStyle/>
          <a:p>
            <a:fld id="{6DF72FB1-23A7-4AC0-98FC-A2B6D3D36E59}" type="slidenum">
              <a:rPr lang="zh-CN" altLang="en-US" smtClean="0"/>
              <a:t>‹#›</a:t>
            </a:fld>
            <a:endParaRPr lang="zh-CN" altLang="en-US"/>
          </a:p>
        </p:txBody>
      </p:sp>
    </p:spTree>
    <p:extLst>
      <p:ext uri="{BB962C8B-B14F-4D97-AF65-F5344CB8AC3E}">
        <p14:creationId xmlns:p14="http://schemas.microsoft.com/office/powerpoint/2010/main" val="1549827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03B4CD0-C468-874B-1686-949722DACFAF}"/>
              </a:ext>
            </a:extLst>
          </p:cNvPr>
          <p:cNvSpPr>
            <a:spLocks noGrp="1"/>
          </p:cNvSpPr>
          <p:nvPr>
            <p:ph type="dt" sz="half" idx="10"/>
          </p:nvPr>
        </p:nvSpPr>
        <p:spPr/>
        <p:txBody>
          <a:bodyPr/>
          <a:lstStyle/>
          <a:p>
            <a:fld id="{3835D68E-884C-4F3F-A5D5-C35E17CDC3F2}" type="datetimeFigureOut">
              <a:rPr lang="zh-CN" altLang="en-US" smtClean="0"/>
              <a:t>2026/10/14</a:t>
            </a:fld>
            <a:endParaRPr lang="zh-CN" altLang="en-US"/>
          </a:p>
        </p:txBody>
      </p:sp>
      <p:sp>
        <p:nvSpPr>
          <p:cNvPr id="3" name="页脚占位符 2">
            <a:extLst>
              <a:ext uri="{FF2B5EF4-FFF2-40B4-BE49-F238E27FC236}">
                <a16:creationId xmlns:a16="http://schemas.microsoft.com/office/drawing/2014/main" id="{6904F819-2F1E-8A80-4945-5D120F2E3EF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06C7DD1-4310-FBF9-10CD-23129C8E9F97}"/>
              </a:ext>
            </a:extLst>
          </p:cNvPr>
          <p:cNvSpPr>
            <a:spLocks noGrp="1"/>
          </p:cNvSpPr>
          <p:nvPr>
            <p:ph type="sldNum" sz="quarter" idx="12"/>
          </p:nvPr>
        </p:nvSpPr>
        <p:spPr/>
        <p:txBody>
          <a:bodyPr/>
          <a:lstStyle/>
          <a:p>
            <a:fld id="{6DF72FB1-23A7-4AC0-98FC-A2B6D3D36E59}" type="slidenum">
              <a:rPr lang="zh-CN" altLang="en-US" smtClean="0"/>
              <a:t>‹#›</a:t>
            </a:fld>
            <a:endParaRPr lang="zh-CN" altLang="en-US"/>
          </a:p>
        </p:txBody>
      </p:sp>
    </p:spTree>
    <p:extLst>
      <p:ext uri="{BB962C8B-B14F-4D97-AF65-F5344CB8AC3E}">
        <p14:creationId xmlns:p14="http://schemas.microsoft.com/office/powerpoint/2010/main" val="130171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3577D3-6C22-09CD-F428-4B9E87E99D99}"/>
              </a:ext>
            </a:extLst>
          </p:cNvPr>
          <p:cNvSpPr>
            <a:spLocks noGrp="1"/>
          </p:cNvSpPr>
          <p:nvPr>
            <p:ph type="title"/>
          </p:nvPr>
        </p:nvSpPr>
        <p:spPr>
          <a:xfrm>
            <a:off x="629841" y="414867"/>
            <a:ext cx="2949178" cy="1452033"/>
          </a:xfrm>
        </p:spPr>
        <p:txBody>
          <a:bodyPr anchor="b"/>
          <a:lstStyle>
            <a:lvl1pPr>
              <a:defRPr sz="2178"/>
            </a:lvl1pPr>
          </a:lstStyle>
          <a:p>
            <a:r>
              <a:rPr lang="zh-CN" altLang="en-US"/>
              <a:t>单击此处编辑母版标题样式</a:t>
            </a:r>
          </a:p>
        </p:txBody>
      </p:sp>
      <p:sp>
        <p:nvSpPr>
          <p:cNvPr id="3" name="内容占位符 2">
            <a:extLst>
              <a:ext uri="{FF2B5EF4-FFF2-40B4-BE49-F238E27FC236}">
                <a16:creationId xmlns:a16="http://schemas.microsoft.com/office/drawing/2014/main" id="{940D46A9-BA68-F774-B6AA-836EF9A5EF28}"/>
              </a:ext>
            </a:extLst>
          </p:cNvPr>
          <p:cNvSpPr>
            <a:spLocks noGrp="1"/>
          </p:cNvSpPr>
          <p:nvPr>
            <p:ph idx="1"/>
          </p:nvPr>
        </p:nvSpPr>
        <p:spPr>
          <a:xfrm>
            <a:off x="3887391" y="895998"/>
            <a:ext cx="4629150" cy="4422363"/>
          </a:xfrm>
        </p:spPr>
        <p:txBody>
          <a:bodyPr/>
          <a:lstStyle>
            <a:lvl1pPr>
              <a:defRPr sz="2178"/>
            </a:lvl1pPr>
            <a:lvl2pPr>
              <a:defRPr sz="1906"/>
            </a:lvl2pPr>
            <a:lvl3pPr>
              <a:defRPr sz="1633"/>
            </a:lvl3pPr>
            <a:lvl4pPr>
              <a:defRPr sz="1361"/>
            </a:lvl4pPr>
            <a:lvl5pPr>
              <a:defRPr sz="1361"/>
            </a:lvl5pPr>
            <a:lvl6pPr>
              <a:defRPr sz="1361"/>
            </a:lvl6pPr>
            <a:lvl7pPr>
              <a:defRPr sz="1361"/>
            </a:lvl7pPr>
            <a:lvl8pPr>
              <a:defRPr sz="1361"/>
            </a:lvl8pPr>
            <a:lvl9pPr>
              <a:defRPr sz="1361"/>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C2A38E5-51B2-8BAC-C456-1A0F523C572D}"/>
              </a:ext>
            </a:extLst>
          </p:cNvPr>
          <p:cNvSpPr>
            <a:spLocks noGrp="1"/>
          </p:cNvSpPr>
          <p:nvPr>
            <p:ph type="body" sz="half" idx="2"/>
          </p:nvPr>
        </p:nvSpPr>
        <p:spPr>
          <a:xfrm>
            <a:off x="629841" y="1866900"/>
            <a:ext cx="2949178" cy="3458663"/>
          </a:xfrm>
        </p:spPr>
        <p:txBody>
          <a:bodyPr/>
          <a:lstStyle>
            <a:lvl1pPr marL="0" indent="0">
              <a:buNone/>
              <a:defRPr sz="1089"/>
            </a:lvl1pPr>
            <a:lvl2pPr marL="311147" indent="0">
              <a:buNone/>
              <a:defRPr sz="953"/>
            </a:lvl2pPr>
            <a:lvl3pPr marL="622295" indent="0">
              <a:buNone/>
              <a:defRPr sz="817"/>
            </a:lvl3pPr>
            <a:lvl4pPr marL="933442" indent="0">
              <a:buNone/>
              <a:defRPr sz="681"/>
            </a:lvl4pPr>
            <a:lvl5pPr marL="1244590" indent="0">
              <a:buNone/>
              <a:defRPr sz="681"/>
            </a:lvl5pPr>
            <a:lvl6pPr marL="1555737" indent="0">
              <a:buNone/>
              <a:defRPr sz="681"/>
            </a:lvl6pPr>
            <a:lvl7pPr marL="1866885" indent="0">
              <a:buNone/>
              <a:defRPr sz="681"/>
            </a:lvl7pPr>
            <a:lvl8pPr marL="2178032" indent="0">
              <a:buNone/>
              <a:defRPr sz="681"/>
            </a:lvl8pPr>
            <a:lvl9pPr marL="2489180" indent="0">
              <a:buNone/>
              <a:defRPr sz="681"/>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CEE2296-FEA6-D6BF-0195-6C7E4069C735}"/>
              </a:ext>
            </a:extLst>
          </p:cNvPr>
          <p:cNvSpPr>
            <a:spLocks noGrp="1"/>
          </p:cNvSpPr>
          <p:nvPr>
            <p:ph type="dt" sz="half" idx="10"/>
          </p:nvPr>
        </p:nvSpPr>
        <p:spPr/>
        <p:txBody>
          <a:bodyPr/>
          <a:lstStyle/>
          <a:p>
            <a:fld id="{3835D68E-884C-4F3F-A5D5-C35E17CDC3F2}" type="datetimeFigureOut">
              <a:rPr lang="zh-CN" altLang="en-US" smtClean="0"/>
              <a:t>2026/10/14</a:t>
            </a:fld>
            <a:endParaRPr lang="zh-CN" altLang="en-US"/>
          </a:p>
        </p:txBody>
      </p:sp>
      <p:sp>
        <p:nvSpPr>
          <p:cNvPr id="6" name="页脚占位符 5">
            <a:extLst>
              <a:ext uri="{FF2B5EF4-FFF2-40B4-BE49-F238E27FC236}">
                <a16:creationId xmlns:a16="http://schemas.microsoft.com/office/drawing/2014/main" id="{754A81F0-3701-7431-1CC3-D9D75C26D1A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6549C7D-E237-7DF7-CDFE-F3AB4BB9D035}"/>
              </a:ext>
            </a:extLst>
          </p:cNvPr>
          <p:cNvSpPr>
            <a:spLocks noGrp="1"/>
          </p:cNvSpPr>
          <p:nvPr>
            <p:ph type="sldNum" sz="quarter" idx="12"/>
          </p:nvPr>
        </p:nvSpPr>
        <p:spPr/>
        <p:txBody>
          <a:bodyPr/>
          <a:lstStyle/>
          <a:p>
            <a:fld id="{6DF72FB1-23A7-4AC0-98FC-A2B6D3D36E59}" type="slidenum">
              <a:rPr lang="zh-CN" altLang="en-US" smtClean="0"/>
              <a:t>‹#›</a:t>
            </a:fld>
            <a:endParaRPr lang="zh-CN" altLang="en-US"/>
          </a:p>
        </p:txBody>
      </p:sp>
    </p:spTree>
    <p:extLst>
      <p:ext uri="{BB962C8B-B14F-4D97-AF65-F5344CB8AC3E}">
        <p14:creationId xmlns:p14="http://schemas.microsoft.com/office/powerpoint/2010/main" val="2934018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8DBE59-C60F-2753-A69C-E154EF05186B}"/>
              </a:ext>
            </a:extLst>
          </p:cNvPr>
          <p:cNvSpPr>
            <a:spLocks noGrp="1"/>
          </p:cNvSpPr>
          <p:nvPr>
            <p:ph type="title"/>
          </p:nvPr>
        </p:nvSpPr>
        <p:spPr>
          <a:xfrm>
            <a:off x="629841" y="414867"/>
            <a:ext cx="2949178" cy="1452033"/>
          </a:xfrm>
        </p:spPr>
        <p:txBody>
          <a:bodyPr anchor="b"/>
          <a:lstStyle>
            <a:lvl1pPr>
              <a:defRPr sz="2178"/>
            </a:lvl1pPr>
          </a:lstStyle>
          <a:p>
            <a:r>
              <a:rPr lang="zh-CN" altLang="en-US"/>
              <a:t>单击此处编辑母版标题样式</a:t>
            </a:r>
          </a:p>
        </p:txBody>
      </p:sp>
      <p:sp>
        <p:nvSpPr>
          <p:cNvPr id="3" name="图片占位符 2">
            <a:extLst>
              <a:ext uri="{FF2B5EF4-FFF2-40B4-BE49-F238E27FC236}">
                <a16:creationId xmlns:a16="http://schemas.microsoft.com/office/drawing/2014/main" id="{140B3E23-2F15-F85F-33AE-D33A689ED95F}"/>
              </a:ext>
            </a:extLst>
          </p:cNvPr>
          <p:cNvSpPr>
            <a:spLocks noGrp="1" noChangeAspect="1"/>
          </p:cNvSpPr>
          <p:nvPr>
            <p:ph type="pic" idx="1"/>
          </p:nvPr>
        </p:nvSpPr>
        <p:spPr>
          <a:xfrm>
            <a:off x="3887391" y="895998"/>
            <a:ext cx="4629150" cy="4422363"/>
          </a:xfrm>
        </p:spPr>
        <p:txBody>
          <a:bodyPr/>
          <a:lstStyle>
            <a:lvl1pPr marL="0" indent="0">
              <a:buNone/>
              <a:defRPr sz="2178"/>
            </a:lvl1pPr>
            <a:lvl2pPr marL="311147" indent="0">
              <a:buNone/>
              <a:defRPr sz="1906"/>
            </a:lvl2pPr>
            <a:lvl3pPr marL="622295" indent="0">
              <a:buNone/>
              <a:defRPr sz="1633"/>
            </a:lvl3pPr>
            <a:lvl4pPr marL="933442" indent="0">
              <a:buNone/>
              <a:defRPr sz="1361"/>
            </a:lvl4pPr>
            <a:lvl5pPr marL="1244590" indent="0">
              <a:buNone/>
              <a:defRPr sz="1361"/>
            </a:lvl5pPr>
            <a:lvl6pPr marL="1555737" indent="0">
              <a:buNone/>
              <a:defRPr sz="1361"/>
            </a:lvl6pPr>
            <a:lvl7pPr marL="1866885" indent="0">
              <a:buNone/>
              <a:defRPr sz="1361"/>
            </a:lvl7pPr>
            <a:lvl8pPr marL="2178032" indent="0">
              <a:buNone/>
              <a:defRPr sz="1361"/>
            </a:lvl8pPr>
            <a:lvl9pPr marL="2489180" indent="0">
              <a:buNone/>
              <a:defRPr sz="1361"/>
            </a:lvl9pPr>
          </a:lstStyle>
          <a:p>
            <a:endParaRPr lang="zh-CN" altLang="en-US"/>
          </a:p>
        </p:txBody>
      </p:sp>
      <p:sp>
        <p:nvSpPr>
          <p:cNvPr id="4" name="文本占位符 3">
            <a:extLst>
              <a:ext uri="{FF2B5EF4-FFF2-40B4-BE49-F238E27FC236}">
                <a16:creationId xmlns:a16="http://schemas.microsoft.com/office/drawing/2014/main" id="{A8C706D7-2B2A-DEFB-ABB0-BCF577CFB0EA}"/>
              </a:ext>
            </a:extLst>
          </p:cNvPr>
          <p:cNvSpPr>
            <a:spLocks noGrp="1"/>
          </p:cNvSpPr>
          <p:nvPr>
            <p:ph type="body" sz="half" idx="2"/>
          </p:nvPr>
        </p:nvSpPr>
        <p:spPr>
          <a:xfrm>
            <a:off x="629841" y="1866900"/>
            <a:ext cx="2949178" cy="3458663"/>
          </a:xfrm>
        </p:spPr>
        <p:txBody>
          <a:bodyPr/>
          <a:lstStyle>
            <a:lvl1pPr marL="0" indent="0">
              <a:buNone/>
              <a:defRPr sz="1089"/>
            </a:lvl1pPr>
            <a:lvl2pPr marL="311147" indent="0">
              <a:buNone/>
              <a:defRPr sz="953"/>
            </a:lvl2pPr>
            <a:lvl3pPr marL="622295" indent="0">
              <a:buNone/>
              <a:defRPr sz="817"/>
            </a:lvl3pPr>
            <a:lvl4pPr marL="933442" indent="0">
              <a:buNone/>
              <a:defRPr sz="681"/>
            </a:lvl4pPr>
            <a:lvl5pPr marL="1244590" indent="0">
              <a:buNone/>
              <a:defRPr sz="681"/>
            </a:lvl5pPr>
            <a:lvl6pPr marL="1555737" indent="0">
              <a:buNone/>
              <a:defRPr sz="681"/>
            </a:lvl6pPr>
            <a:lvl7pPr marL="1866885" indent="0">
              <a:buNone/>
              <a:defRPr sz="681"/>
            </a:lvl7pPr>
            <a:lvl8pPr marL="2178032" indent="0">
              <a:buNone/>
              <a:defRPr sz="681"/>
            </a:lvl8pPr>
            <a:lvl9pPr marL="2489180" indent="0">
              <a:buNone/>
              <a:defRPr sz="681"/>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69DFF53-0878-6810-A715-9B326A197C67}"/>
              </a:ext>
            </a:extLst>
          </p:cNvPr>
          <p:cNvSpPr>
            <a:spLocks noGrp="1"/>
          </p:cNvSpPr>
          <p:nvPr>
            <p:ph type="dt" sz="half" idx="10"/>
          </p:nvPr>
        </p:nvSpPr>
        <p:spPr/>
        <p:txBody>
          <a:bodyPr/>
          <a:lstStyle/>
          <a:p>
            <a:fld id="{3835D68E-884C-4F3F-A5D5-C35E17CDC3F2}" type="datetimeFigureOut">
              <a:rPr lang="zh-CN" altLang="en-US" smtClean="0"/>
              <a:t>2026/10/14</a:t>
            </a:fld>
            <a:endParaRPr lang="zh-CN" altLang="en-US"/>
          </a:p>
        </p:txBody>
      </p:sp>
      <p:sp>
        <p:nvSpPr>
          <p:cNvPr id="6" name="页脚占位符 5">
            <a:extLst>
              <a:ext uri="{FF2B5EF4-FFF2-40B4-BE49-F238E27FC236}">
                <a16:creationId xmlns:a16="http://schemas.microsoft.com/office/drawing/2014/main" id="{1AB45103-588C-36EB-353A-228C35C89F3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73EC7EA-8512-1D29-0FD7-33C20D6602BB}"/>
              </a:ext>
            </a:extLst>
          </p:cNvPr>
          <p:cNvSpPr>
            <a:spLocks noGrp="1"/>
          </p:cNvSpPr>
          <p:nvPr>
            <p:ph type="sldNum" sz="quarter" idx="12"/>
          </p:nvPr>
        </p:nvSpPr>
        <p:spPr/>
        <p:txBody>
          <a:bodyPr/>
          <a:lstStyle/>
          <a:p>
            <a:fld id="{6DF72FB1-23A7-4AC0-98FC-A2B6D3D36E59}" type="slidenum">
              <a:rPr lang="zh-CN" altLang="en-US" smtClean="0"/>
              <a:t>‹#›</a:t>
            </a:fld>
            <a:endParaRPr lang="zh-CN" altLang="en-US"/>
          </a:p>
        </p:txBody>
      </p:sp>
    </p:spTree>
    <p:extLst>
      <p:ext uri="{BB962C8B-B14F-4D97-AF65-F5344CB8AC3E}">
        <p14:creationId xmlns:p14="http://schemas.microsoft.com/office/powerpoint/2010/main" val="31953345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A9F405-CF7C-0C73-4D9C-3B1B44A51AB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892629D-7ECE-2341-D037-C1E4417A80B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973BB83-8852-D465-A48B-338CA0E3B404}"/>
              </a:ext>
            </a:extLst>
          </p:cNvPr>
          <p:cNvSpPr>
            <a:spLocks noGrp="1"/>
          </p:cNvSpPr>
          <p:nvPr>
            <p:ph type="dt" sz="half" idx="10"/>
          </p:nvPr>
        </p:nvSpPr>
        <p:spPr/>
        <p:txBody>
          <a:bodyPr/>
          <a:lstStyle/>
          <a:p>
            <a:fld id="{3835D68E-884C-4F3F-A5D5-C35E17CDC3F2}" type="datetimeFigureOut">
              <a:rPr lang="zh-CN" altLang="en-US" smtClean="0"/>
              <a:t>2026/10/14</a:t>
            </a:fld>
            <a:endParaRPr lang="zh-CN" altLang="en-US"/>
          </a:p>
        </p:txBody>
      </p:sp>
      <p:sp>
        <p:nvSpPr>
          <p:cNvPr id="5" name="页脚占位符 4">
            <a:extLst>
              <a:ext uri="{FF2B5EF4-FFF2-40B4-BE49-F238E27FC236}">
                <a16:creationId xmlns:a16="http://schemas.microsoft.com/office/drawing/2014/main" id="{0CDA3880-2476-6A89-6551-2578C54BD6D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8EACCEB-7FF4-FD19-170D-0FEC24D6F6E5}"/>
              </a:ext>
            </a:extLst>
          </p:cNvPr>
          <p:cNvSpPr>
            <a:spLocks noGrp="1"/>
          </p:cNvSpPr>
          <p:nvPr>
            <p:ph type="sldNum" sz="quarter" idx="12"/>
          </p:nvPr>
        </p:nvSpPr>
        <p:spPr/>
        <p:txBody>
          <a:bodyPr/>
          <a:lstStyle/>
          <a:p>
            <a:fld id="{6DF72FB1-23A7-4AC0-98FC-A2B6D3D36E59}" type="slidenum">
              <a:rPr lang="zh-CN" altLang="en-US" smtClean="0"/>
              <a:t>‹#›</a:t>
            </a:fld>
            <a:endParaRPr lang="zh-CN" altLang="en-US"/>
          </a:p>
        </p:txBody>
      </p:sp>
    </p:spTree>
    <p:extLst>
      <p:ext uri="{BB962C8B-B14F-4D97-AF65-F5344CB8AC3E}">
        <p14:creationId xmlns:p14="http://schemas.microsoft.com/office/powerpoint/2010/main" val="3610649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348B07B-3C2E-E685-44F3-32B533A64598}"/>
              </a:ext>
            </a:extLst>
          </p:cNvPr>
          <p:cNvSpPr>
            <a:spLocks noGrp="1"/>
          </p:cNvSpPr>
          <p:nvPr>
            <p:ph type="title" orient="vert"/>
          </p:nvPr>
        </p:nvSpPr>
        <p:spPr>
          <a:xfrm>
            <a:off x="6543676" y="331317"/>
            <a:ext cx="1971675" cy="5273705"/>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04BD85C-EA3F-E19E-502B-3C703F9CE6F1}"/>
              </a:ext>
            </a:extLst>
          </p:cNvPr>
          <p:cNvSpPr>
            <a:spLocks noGrp="1"/>
          </p:cNvSpPr>
          <p:nvPr>
            <p:ph type="body" orient="vert" idx="1"/>
          </p:nvPr>
        </p:nvSpPr>
        <p:spPr>
          <a:xfrm>
            <a:off x="628651" y="331317"/>
            <a:ext cx="5800725" cy="527370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653B58F-8A20-EBFE-BF01-7B25F9C5A4D8}"/>
              </a:ext>
            </a:extLst>
          </p:cNvPr>
          <p:cNvSpPr>
            <a:spLocks noGrp="1"/>
          </p:cNvSpPr>
          <p:nvPr>
            <p:ph type="dt" sz="half" idx="10"/>
          </p:nvPr>
        </p:nvSpPr>
        <p:spPr/>
        <p:txBody>
          <a:bodyPr/>
          <a:lstStyle/>
          <a:p>
            <a:fld id="{3835D68E-884C-4F3F-A5D5-C35E17CDC3F2}" type="datetimeFigureOut">
              <a:rPr lang="zh-CN" altLang="en-US" smtClean="0"/>
              <a:t>2026/10/14</a:t>
            </a:fld>
            <a:endParaRPr lang="zh-CN" altLang="en-US"/>
          </a:p>
        </p:txBody>
      </p:sp>
      <p:sp>
        <p:nvSpPr>
          <p:cNvPr id="5" name="页脚占位符 4">
            <a:extLst>
              <a:ext uri="{FF2B5EF4-FFF2-40B4-BE49-F238E27FC236}">
                <a16:creationId xmlns:a16="http://schemas.microsoft.com/office/drawing/2014/main" id="{CF5BC2D4-239F-072E-6106-E429D10CE1D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BFFD238-E85D-801B-8409-C36FE7B2531F}"/>
              </a:ext>
            </a:extLst>
          </p:cNvPr>
          <p:cNvSpPr>
            <a:spLocks noGrp="1"/>
          </p:cNvSpPr>
          <p:nvPr>
            <p:ph type="sldNum" sz="quarter" idx="12"/>
          </p:nvPr>
        </p:nvSpPr>
        <p:spPr/>
        <p:txBody>
          <a:bodyPr/>
          <a:lstStyle/>
          <a:p>
            <a:fld id="{6DF72FB1-23A7-4AC0-98FC-A2B6D3D36E59}" type="slidenum">
              <a:rPr lang="zh-CN" altLang="en-US" smtClean="0"/>
              <a:t>‹#›</a:t>
            </a:fld>
            <a:endParaRPr lang="zh-CN" altLang="en-US"/>
          </a:p>
        </p:txBody>
      </p:sp>
    </p:spTree>
    <p:extLst>
      <p:ext uri="{BB962C8B-B14F-4D97-AF65-F5344CB8AC3E}">
        <p14:creationId xmlns:p14="http://schemas.microsoft.com/office/powerpoint/2010/main" val="2857902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6EA0753-85EB-0474-DA53-8611C401CC67}"/>
              </a:ext>
            </a:extLst>
          </p:cNvPr>
          <p:cNvSpPr>
            <a:spLocks noGrp="1"/>
          </p:cNvSpPr>
          <p:nvPr>
            <p:ph type="title"/>
          </p:nvPr>
        </p:nvSpPr>
        <p:spPr>
          <a:xfrm>
            <a:off x="628650" y="331318"/>
            <a:ext cx="7886700" cy="1202826"/>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ACF4419-5F4C-B559-03AE-377B65E80E7F}"/>
              </a:ext>
            </a:extLst>
          </p:cNvPr>
          <p:cNvSpPr>
            <a:spLocks noGrp="1"/>
          </p:cNvSpPr>
          <p:nvPr>
            <p:ph type="body" idx="1"/>
          </p:nvPr>
        </p:nvSpPr>
        <p:spPr>
          <a:xfrm>
            <a:off x="628650" y="1656586"/>
            <a:ext cx="7886700" cy="3948436"/>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053DE3F-0E46-131A-FD70-901196BABC24}"/>
              </a:ext>
            </a:extLst>
          </p:cNvPr>
          <p:cNvSpPr>
            <a:spLocks noGrp="1"/>
          </p:cNvSpPr>
          <p:nvPr>
            <p:ph type="dt" sz="half" idx="2"/>
          </p:nvPr>
        </p:nvSpPr>
        <p:spPr>
          <a:xfrm>
            <a:off x="628650" y="5767801"/>
            <a:ext cx="2057400" cy="331317"/>
          </a:xfrm>
          <a:prstGeom prst="rect">
            <a:avLst/>
          </a:prstGeom>
        </p:spPr>
        <p:txBody>
          <a:bodyPr vert="horz" lIns="91440" tIns="45720" rIns="91440" bIns="45720" rtlCol="0" anchor="ctr"/>
          <a:lstStyle>
            <a:lvl1pPr algn="l">
              <a:defRPr sz="817">
                <a:solidFill>
                  <a:schemeClr val="tx1">
                    <a:tint val="75000"/>
                  </a:schemeClr>
                </a:solidFill>
              </a:defRPr>
            </a:lvl1pPr>
          </a:lstStyle>
          <a:p>
            <a:fld id="{3835D68E-884C-4F3F-A5D5-C35E17CDC3F2}" type="datetimeFigureOut">
              <a:rPr lang="zh-CN" altLang="en-US" smtClean="0"/>
              <a:t>2026/10/14</a:t>
            </a:fld>
            <a:endParaRPr lang="zh-CN" altLang="en-US"/>
          </a:p>
        </p:txBody>
      </p:sp>
      <p:sp>
        <p:nvSpPr>
          <p:cNvPr id="5" name="页脚占位符 4">
            <a:extLst>
              <a:ext uri="{FF2B5EF4-FFF2-40B4-BE49-F238E27FC236}">
                <a16:creationId xmlns:a16="http://schemas.microsoft.com/office/drawing/2014/main" id="{2F85C6F2-6F57-17B8-8FCA-0FCF0D9E5714}"/>
              </a:ext>
            </a:extLst>
          </p:cNvPr>
          <p:cNvSpPr>
            <a:spLocks noGrp="1"/>
          </p:cNvSpPr>
          <p:nvPr>
            <p:ph type="ftr" sz="quarter" idx="3"/>
          </p:nvPr>
        </p:nvSpPr>
        <p:spPr>
          <a:xfrm>
            <a:off x="3028950" y="5767801"/>
            <a:ext cx="3086100" cy="331317"/>
          </a:xfrm>
          <a:prstGeom prst="rect">
            <a:avLst/>
          </a:prstGeom>
        </p:spPr>
        <p:txBody>
          <a:bodyPr vert="horz" lIns="91440" tIns="45720" rIns="91440" bIns="45720" rtlCol="0" anchor="ctr"/>
          <a:lstStyle>
            <a:lvl1pPr algn="ctr">
              <a:defRPr sz="817">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B139F0B-5797-0545-749A-6A6390ACC062}"/>
              </a:ext>
            </a:extLst>
          </p:cNvPr>
          <p:cNvSpPr>
            <a:spLocks noGrp="1"/>
          </p:cNvSpPr>
          <p:nvPr>
            <p:ph type="sldNum" sz="quarter" idx="4"/>
          </p:nvPr>
        </p:nvSpPr>
        <p:spPr>
          <a:xfrm>
            <a:off x="6457950" y="5767801"/>
            <a:ext cx="2057400" cy="331317"/>
          </a:xfrm>
          <a:prstGeom prst="rect">
            <a:avLst/>
          </a:prstGeom>
        </p:spPr>
        <p:txBody>
          <a:bodyPr vert="horz" lIns="91440" tIns="45720" rIns="91440" bIns="45720" rtlCol="0" anchor="ctr"/>
          <a:lstStyle>
            <a:lvl1pPr algn="r">
              <a:defRPr sz="817">
                <a:solidFill>
                  <a:schemeClr val="tx1">
                    <a:tint val="75000"/>
                  </a:schemeClr>
                </a:solidFill>
              </a:defRPr>
            </a:lvl1pPr>
          </a:lstStyle>
          <a:p>
            <a:fld id="{6DF72FB1-23A7-4AC0-98FC-A2B6D3D36E59}" type="slidenum">
              <a:rPr lang="zh-CN" altLang="en-US" smtClean="0"/>
              <a:t>‹#›</a:t>
            </a:fld>
            <a:endParaRPr lang="zh-CN" altLang="en-US"/>
          </a:p>
        </p:txBody>
      </p:sp>
    </p:spTree>
    <p:extLst>
      <p:ext uri="{BB962C8B-B14F-4D97-AF65-F5344CB8AC3E}">
        <p14:creationId xmlns:p14="http://schemas.microsoft.com/office/powerpoint/2010/main" val="2194072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22295" rtl="0" eaLnBrk="1" latinLnBrk="0" hangingPunct="1">
        <a:lnSpc>
          <a:spcPct val="90000"/>
        </a:lnSpc>
        <a:spcBef>
          <a:spcPct val="0"/>
        </a:spcBef>
        <a:buNone/>
        <a:defRPr sz="2994" kern="1200">
          <a:solidFill>
            <a:schemeClr val="tx1"/>
          </a:solidFill>
          <a:latin typeface="+mj-lt"/>
          <a:ea typeface="+mj-ea"/>
          <a:cs typeface="+mj-cs"/>
        </a:defRPr>
      </a:lvl1pPr>
    </p:titleStyle>
    <p:bodyStyle>
      <a:lvl1pPr marL="155574" indent="-155574" algn="l" defTabSz="622295" rtl="0" eaLnBrk="1" latinLnBrk="0" hangingPunct="1">
        <a:lnSpc>
          <a:spcPct val="90000"/>
        </a:lnSpc>
        <a:spcBef>
          <a:spcPts val="681"/>
        </a:spcBef>
        <a:buFont typeface="Arial" panose="020B0604020202020204" pitchFamily="34" charset="0"/>
        <a:buChar char="•"/>
        <a:defRPr sz="1906" kern="1200">
          <a:solidFill>
            <a:schemeClr val="tx1"/>
          </a:solidFill>
          <a:latin typeface="+mn-lt"/>
          <a:ea typeface="+mn-ea"/>
          <a:cs typeface="+mn-cs"/>
        </a:defRPr>
      </a:lvl1pPr>
      <a:lvl2pPr marL="466721" indent="-155574" algn="l" defTabSz="622295" rtl="0" eaLnBrk="1" latinLnBrk="0" hangingPunct="1">
        <a:lnSpc>
          <a:spcPct val="90000"/>
        </a:lnSpc>
        <a:spcBef>
          <a:spcPts val="340"/>
        </a:spcBef>
        <a:buFont typeface="Arial" panose="020B0604020202020204" pitchFamily="34" charset="0"/>
        <a:buChar char="•"/>
        <a:defRPr sz="1633" kern="1200">
          <a:solidFill>
            <a:schemeClr val="tx1"/>
          </a:solidFill>
          <a:latin typeface="+mn-lt"/>
          <a:ea typeface="+mn-ea"/>
          <a:cs typeface="+mn-cs"/>
        </a:defRPr>
      </a:lvl2pPr>
      <a:lvl3pPr marL="777869" indent="-155574" algn="l" defTabSz="622295" rtl="0" eaLnBrk="1" latinLnBrk="0" hangingPunct="1">
        <a:lnSpc>
          <a:spcPct val="90000"/>
        </a:lnSpc>
        <a:spcBef>
          <a:spcPts val="340"/>
        </a:spcBef>
        <a:buFont typeface="Arial" panose="020B0604020202020204" pitchFamily="34" charset="0"/>
        <a:buChar char="•"/>
        <a:defRPr sz="1361" kern="1200">
          <a:solidFill>
            <a:schemeClr val="tx1"/>
          </a:solidFill>
          <a:latin typeface="+mn-lt"/>
          <a:ea typeface="+mn-ea"/>
          <a:cs typeface="+mn-cs"/>
        </a:defRPr>
      </a:lvl3pPr>
      <a:lvl4pPr marL="1089016" indent="-155574" algn="l" defTabSz="622295" rtl="0" eaLnBrk="1" latinLnBrk="0" hangingPunct="1">
        <a:lnSpc>
          <a:spcPct val="90000"/>
        </a:lnSpc>
        <a:spcBef>
          <a:spcPts val="340"/>
        </a:spcBef>
        <a:buFont typeface="Arial" panose="020B0604020202020204" pitchFamily="34" charset="0"/>
        <a:buChar char="•"/>
        <a:defRPr sz="1225" kern="1200">
          <a:solidFill>
            <a:schemeClr val="tx1"/>
          </a:solidFill>
          <a:latin typeface="+mn-lt"/>
          <a:ea typeface="+mn-ea"/>
          <a:cs typeface="+mn-cs"/>
        </a:defRPr>
      </a:lvl4pPr>
      <a:lvl5pPr marL="1400164" indent="-155574" algn="l" defTabSz="622295" rtl="0" eaLnBrk="1" latinLnBrk="0" hangingPunct="1">
        <a:lnSpc>
          <a:spcPct val="90000"/>
        </a:lnSpc>
        <a:spcBef>
          <a:spcPts val="340"/>
        </a:spcBef>
        <a:buFont typeface="Arial" panose="020B0604020202020204" pitchFamily="34" charset="0"/>
        <a:buChar char="•"/>
        <a:defRPr sz="1225" kern="1200">
          <a:solidFill>
            <a:schemeClr val="tx1"/>
          </a:solidFill>
          <a:latin typeface="+mn-lt"/>
          <a:ea typeface="+mn-ea"/>
          <a:cs typeface="+mn-cs"/>
        </a:defRPr>
      </a:lvl5pPr>
      <a:lvl6pPr marL="1711311" indent="-155574" algn="l" defTabSz="622295" rtl="0" eaLnBrk="1" latinLnBrk="0" hangingPunct="1">
        <a:lnSpc>
          <a:spcPct val="90000"/>
        </a:lnSpc>
        <a:spcBef>
          <a:spcPts val="340"/>
        </a:spcBef>
        <a:buFont typeface="Arial" panose="020B0604020202020204" pitchFamily="34" charset="0"/>
        <a:buChar char="•"/>
        <a:defRPr sz="1225" kern="1200">
          <a:solidFill>
            <a:schemeClr val="tx1"/>
          </a:solidFill>
          <a:latin typeface="+mn-lt"/>
          <a:ea typeface="+mn-ea"/>
          <a:cs typeface="+mn-cs"/>
        </a:defRPr>
      </a:lvl6pPr>
      <a:lvl7pPr marL="2022458" indent="-155574" algn="l" defTabSz="622295" rtl="0" eaLnBrk="1" latinLnBrk="0" hangingPunct="1">
        <a:lnSpc>
          <a:spcPct val="90000"/>
        </a:lnSpc>
        <a:spcBef>
          <a:spcPts val="340"/>
        </a:spcBef>
        <a:buFont typeface="Arial" panose="020B0604020202020204" pitchFamily="34" charset="0"/>
        <a:buChar char="•"/>
        <a:defRPr sz="1225" kern="1200">
          <a:solidFill>
            <a:schemeClr val="tx1"/>
          </a:solidFill>
          <a:latin typeface="+mn-lt"/>
          <a:ea typeface="+mn-ea"/>
          <a:cs typeface="+mn-cs"/>
        </a:defRPr>
      </a:lvl7pPr>
      <a:lvl8pPr marL="2333606" indent="-155574" algn="l" defTabSz="622295" rtl="0" eaLnBrk="1" latinLnBrk="0" hangingPunct="1">
        <a:lnSpc>
          <a:spcPct val="90000"/>
        </a:lnSpc>
        <a:spcBef>
          <a:spcPts val="340"/>
        </a:spcBef>
        <a:buFont typeface="Arial" panose="020B0604020202020204" pitchFamily="34" charset="0"/>
        <a:buChar char="•"/>
        <a:defRPr sz="1225" kern="1200">
          <a:solidFill>
            <a:schemeClr val="tx1"/>
          </a:solidFill>
          <a:latin typeface="+mn-lt"/>
          <a:ea typeface="+mn-ea"/>
          <a:cs typeface="+mn-cs"/>
        </a:defRPr>
      </a:lvl8pPr>
      <a:lvl9pPr marL="2644753" indent="-155574" algn="l" defTabSz="622295" rtl="0" eaLnBrk="1" latinLnBrk="0" hangingPunct="1">
        <a:lnSpc>
          <a:spcPct val="90000"/>
        </a:lnSpc>
        <a:spcBef>
          <a:spcPts val="340"/>
        </a:spcBef>
        <a:buFont typeface="Arial" panose="020B0604020202020204" pitchFamily="34" charset="0"/>
        <a:buChar char="•"/>
        <a:defRPr sz="1225" kern="1200">
          <a:solidFill>
            <a:schemeClr val="tx1"/>
          </a:solidFill>
          <a:latin typeface="+mn-lt"/>
          <a:ea typeface="+mn-ea"/>
          <a:cs typeface="+mn-cs"/>
        </a:defRPr>
      </a:lvl9pPr>
    </p:bodyStyle>
    <p:otherStyle>
      <a:defPPr>
        <a:defRPr lang="zh-CN"/>
      </a:defPPr>
      <a:lvl1pPr marL="0" algn="l" defTabSz="622295" rtl="0" eaLnBrk="1" latinLnBrk="0" hangingPunct="1">
        <a:defRPr sz="1225" kern="1200">
          <a:solidFill>
            <a:schemeClr val="tx1"/>
          </a:solidFill>
          <a:latin typeface="+mn-lt"/>
          <a:ea typeface="+mn-ea"/>
          <a:cs typeface="+mn-cs"/>
        </a:defRPr>
      </a:lvl1pPr>
      <a:lvl2pPr marL="311147" algn="l" defTabSz="622295" rtl="0" eaLnBrk="1" latinLnBrk="0" hangingPunct="1">
        <a:defRPr sz="1225" kern="1200">
          <a:solidFill>
            <a:schemeClr val="tx1"/>
          </a:solidFill>
          <a:latin typeface="+mn-lt"/>
          <a:ea typeface="+mn-ea"/>
          <a:cs typeface="+mn-cs"/>
        </a:defRPr>
      </a:lvl2pPr>
      <a:lvl3pPr marL="622295" algn="l" defTabSz="622295" rtl="0" eaLnBrk="1" latinLnBrk="0" hangingPunct="1">
        <a:defRPr sz="1225" kern="1200">
          <a:solidFill>
            <a:schemeClr val="tx1"/>
          </a:solidFill>
          <a:latin typeface="+mn-lt"/>
          <a:ea typeface="+mn-ea"/>
          <a:cs typeface="+mn-cs"/>
        </a:defRPr>
      </a:lvl3pPr>
      <a:lvl4pPr marL="933442" algn="l" defTabSz="622295" rtl="0" eaLnBrk="1" latinLnBrk="0" hangingPunct="1">
        <a:defRPr sz="1225" kern="1200">
          <a:solidFill>
            <a:schemeClr val="tx1"/>
          </a:solidFill>
          <a:latin typeface="+mn-lt"/>
          <a:ea typeface="+mn-ea"/>
          <a:cs typeface="+mn-cs"/>
        </a:defRPr>
      </a:lvl4pPr>
      <a:lvl5pPr marL="1244590" algn="l" defTabSz="622295" rtl="0" eaLnBrk="1" latinLnBrk="0" hangingPunct="1">
        <a:defRPr sz="1225" kern="1200">
          <a:solidFill>
            <a:schemeClr val="tx1"/>
          </a:solidFill>
          <a:latin typeface="+mn-lt"/>
          <a:ea typeface="+mn-ea"/>
          <a:cs typeface="+mn-cs"/>
        </a:defRPr>
      </a:lvl5pPr>
      <a:lvl6pPr marL="1555737" algn="l" defTabSz="622295" rtl="0" eaLnBrk="1" latinLnBrk="0" hangingPunct="1">
        <a:defRPr sz="1225" kern="1200">
          <a:solidFill>
            <a:schemeClr val="tx1"/>
          </a:solidFill>
          <a:latin typeface="+mn-lt"/>
          <a:ea typeface="+mn-ea"/>
          <a:cs typeface="+mn-cs"/>
        </a:defRPr>
      </a:lvl6pPr>
      <a:lvl7pPr marL="1866885" algn="l" defTabSz="622295" rtl="0" eaLnBrk="1" latinLnBrk="0" hangingPunct="1">
        <a:defRPr sz="1225" kern="1200">
          <a:solidFill>
            <a:schemeClr val="tx1"/>
          </a:solidFill>
          <a:latin typeface="+mn-lt"/>
          <a:ea typeface="+mn-ea"/>
          <a:cs typeface="+mn-cs"/>
        </a:defRPr>
      </a:lvl7pPr>
      <a:lvl8pPr marL="2178032" algn="l" defTabSz="622295" rtl="0" eaLnBrk="1" latinLnBrk="0" hangingPunct="1">
        <a:defRPr sz="1225" kern="1200">
          <a:solidFill>
            <a:schemeClr val="tx1"/>
          </a:solidFill>
          <a:latin typeface="+mn-lt"/>
          <a:ea typeface="+mn-ea"/>
          <a:cs typeface="+mn-cs"/>
        </a:defRPr>
      </a:lvl8pPr>
      <a:lvl9pPr marL="2489180" algn="l" defTabSz="622295" rtl="0" eaLnBrk="1" latinLnBrk="0" hangingPunct="1">
        <a:defRPr sz="12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E01745D4.xm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7AFB313-6D90-77DD-55C6-0345F758B928}"/>
              </a:ext>
            </a:extLst>
          </p:cNvPr>
          <p:cNvSpPr txBox="1"/>
          <p:nvPr/>
        </p:nvSpPr>
        <p:spPr>
          <a:xfrm>
            <a:off x="190500" y="127000"/>
            <a:ext cx="92974" cy="200055"/>
          </a:xfrm>
          <a:prstGeom prst="rect">
            <a:avLst/>
          </a:prstGeom>
          <a:noFill/>
        </p:spPr>
        <p:txBody>
          <a:bodyPr vert="horz" wrap="none" lIns="0" tIns="0" rIns="0" bIns="0" rtlCol="0">
            <a:spAutoFit/>
          </a:bodyPr>
          <a:lstStyle/>
          <a:p>
            <a:r>
              <a:rPr lang="en-US" altLang="zh-CN" sz="1300" b="1">
                <a:solidFill>
                  <a:srgbClr val="263746"/>
                </a:solidFill>
                <a:latin typeface="Arial" panose="020B0604020202020204" pitchFamily="34" charset="0"/>
              </a:rPr>
              <a:t>a</a:t>
            </a:r>
            <a:endParaRPr lang="zh-CN" altLang="en-US" sz="1300" b="1">
              <a:solidFill>
                <a:srgbClr val="263746"/>
              </a:solidFill>
              <a:latin typeface="Arial" panose="020B0604020202020204" pitchFamily="34" charset="0"/>
            </a:endParaRPr>
          </a:p>
        </p:txBody>
      </p:sp>
      <p:sp>
        <p:nvSpPr>
          <p:cNvPr id="3" name="文本框 2">
            <a:extLst>
              <a:ext uri="{FF2B5EF4-FFF2-40B4-BE49-F238E27FC236}">
                <a16:creationId xmlns:a16="http://schemas.microsoft.com/office/drawing/2014/main" id="{572D036D-90F3-9C56-213D-25FC11F2153A}"/>
              </a:ext>
            </a:extLst>
          </p:cNvPr>
          <p:cNvSpPr txBox="1"/>
          <p:nvPr/>
        </p:nvSpPr>
        <p:spPr>
          <a:xfrm>
            <a:off x="457200" y="139700"/>
            <a:ext cx="3826368" cy="175433"/>
          </a:xfrm>
          <a:prstGeom prst="rect">
            <a:avLst/>
          </a:prstGeom>
          <a:noFill/>
        </p:spPr>
        <p:txBody>
          <a:bodyPr vert="horz" wrap="none" lIns="0" tIns="0" rIns="0" bIns="0" rtlCol="0">
            <a:spAutoFit/>
          </a:bodyPr>
          <a:lstStyle/>
          <a:p>
            <a:r>
              <a:rPr lang="en-US" altLang="zh-CN" sz="1140" b="1" dirty="0">
                <a:solidFill>
                  <a:srgbClr val="263746"/>
                </a:solidFill>
                <a:latin typeface="Arial" panose="020B0604020202020204" pitchFamily="34" charset="0"/>
              </a:rPr>
              <a:t>All ligands:</a:t>
            </a:r>
            <a:r>
              <a:rPr lang="zh-CN" altLang="en-US" sz="1140" b="1" dirty="0">
                <a:solidFill>
                  <a:srgbClr val="263746"/>
                </a:solidFill>
                <a:latin typeface="Arial" panose="020B0604020202020204" pitchFamily="34" charset="0"/>
              </a:rPr>
              <a:t> </a:t>
            </a:r>
            <a:r>
              <a:rPr lang="en-US" altLang="zh-CN" sz="1140" b="1" dirty="0">
                <a:solidFill>
                  <a:srgbClr val="263746"/>
                </a:solidFill>
                <a:latin typeface="Arial" panose="020B0604020202020204" pitchFamily="34" charset="0"/>
              </a:rPr>
              <a:t>end-to-end</a:t>
            </a:r>
            <a:r>
              <a:rPr lang="zh-CN" altLang="en-US" sz="1140" b="1" dirty="0">
                <a:solidFill>
                  <a:srgbClr val="263746"/>
                </a:solidFill>
                <a:latin typeface="Arial" panose="020B0604020202020204" pitchFamily="34" charset="0"/>
              </a:rPr>
              <a:t> </a:t>
            </a:r>
            <a:r>
              <a:rPr lang="en-US" altLang="zh-CN" sz="1140" b="1" dirty="0">
                <a:solidFill>
                  <a:srgbClr val="263746"/>
                </a:solidFill>
                <a:latin typeface="Arial" panose="020B0604020202020204" pitchFamily="34" charset="0"/>
              </a:rPr>
              <a:t>detection and identity matching</a:t>
            </a:r>
            <a:endParaRPr lang="zh-CN" altLang="en-US" sz="1140" b="1" dirty="0">
              <a:solidFill>
                <a:srgbClr val="263746"/>
              </a:solidFill>
              <a:latin typeface="Arial" panose="020B0604020202020204" pitchFamily="34" charset="0"/>
            </a:endParaRPr>
          </a:p>
        </p:txBody>
      </p:sp>
      <p:sp>
        <p:nvSpPr>
          <p:cNvPr id="5" name="菱形 4">
            <a:extLst>
              <a:ext uri="{FF2B5EF4-FFF2-40B4-BE49-F238E27FC236}">
                <a16:creationId xmlns:a16="http://schemas.microsoft.com/office/drawing/2014/main" id="{D0124102-0D95-0DB9-908D-6B90644D1AB5}"/>
              </a:ext>
            </a:extLst>
          </p:cNvPr>
          <p:cNvSpPr/>
          <p:nvPr/>
        </p:nvSpPr>
        <p:spPr>
          <a:xfrm>
            <a:off x="1892240" y="419100"/>
            <a:ext cx="1193800" cy="558800"/>
          </a:xfrm>
          <a:prstGeom prst="diamond">
            <a:avLst/>
          </a:prstGeom>
          <a:solidFill>
            <a:srgbClr val="FFFFFF"/>
          </a:solidFill>
          <a:ln w="8255">
            <a:solidFill>
              <a:srgbClr val="C9D3DA"/>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12700" rIns="25400" bIns="12700" rtlCol="0" anchor="ctr"/>
          <a:lstStyle/>
          <a:p>
            <a:pPr algn="ctr"/>
            <a:r>
              <a:rPr lang="en-US" altLang="zh-CN" sz="900">
                <a:solidFill>
                  <a:srgbClr val="263746"/>
                </a:solidFill>
                <a:latin typeface="Arial" panose="020B0604020202020204" pitchFamily="34" charset="0"/>
              </a:rPr>
              <a:t>Ligand
hit?</a:t>
            </a:r>
            <a:endParaRPr lang="zh-CN" altLang="en-US" sz="900">
              <a:solidFill>
                <a:srgbClr val="263746"/>
              </a:solidFill>
              <a:latin typeface="Arial" panose="020B0604020202020204" pitchFamily="34" charset="0"/>
            </a:endParaRPr>
          </a:p>
        </p:txBody>
      </p:sp>
      <p:sp>
        <p:nvSpPr>
          <p:cNvPr id="6" name="矩形 5">
            <a:extLst>
              <a:ext uri="{FF2B5EF4-FFF2-40B4-BE49-F238E27FC236}">
                <a16:creationId xmlns:a16="http://schemas.microsoft.com/office/drawing/2014/main" id="{4AFF00AA-A7E8-4422-7AE6-83E267C16654}"/>
              </a:ext>
            </a:extLst>
          </p:cNvPr>
          <p:cNvSpPr/>
          <p:nvPr/>
        </p:nvSpPr>
        <p:spPr>
          <a:xfrm>
            <a:off x="3543240" y="508000"/>
            <a:ext cx="1308100" cy="381000"/>
          </a:xfrm>
          <a:prstGeom prst="rect">
            <a:avLst/>
          </a:prstGeom>
          <a:solidFill>
            <a:srgbClr val="EEF0FA"/>
          </a:solidFill>
          <a:ln w="8255">
            <a:solidFill>
              <a:srgbClr val="C9D3DA"/>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12700" rIns="25400" bIns="12700" rtlCol="0" anchor="ctr"/>
          <a:lstStyle/>
          <a:p>
            <a:pPr algn="ctr"/>
            <a:r>
              <a:rPr lang="zh-CN" altLang="zh-CN" sz="960" dirty="0">
                <a:solidFill>
                  <a:srgbClr val="263746"/>
                </a:solidFill>
                <a:latin typeface="Arial" panose="020B0604020202020204" pitchFamily="34" charset="0"/>
              </a:rPr>
              <a:t>Match against all identities</a:t>
            </a:r>
            <a:endParaRPr lang="zh-CN" altLang="en-US" sz="960" dirty="0">
              <a:solidFill>
                <a:srgbClr val="263746"/>
              </a:solidFill>
              <a:latin typeface="Arial" panose="020B0604020202020204" pitchFamily="34" charset="0"/>
            </a:endParaRPr>
          </a:p>
        </p:txBody>
      </p:sp>
      <p:sp>
        <p:nvSpPr>
          <p:cNvPr id="7" name="菱形 6">
            <a:extLst>
              <a:ext uri="{FF2B5EF4-FFF2-40B4-BE49-F238E27FC236}">
                <a16:creationId xmlns:a16="http://schemas.microsoft.com/office/drawing/2014/main" id="{94B655B4-BA30-BBB6-909C-1A0A6FE0E9E4}"/>
              </a:ext>
            </a:extLst>
          </p:cNvPr>
          <p:cNvSpPr/>
          <p:nvPr/>
        </p:nvSpPr>
        <p:spPr>
          <a:xfrm>
            <a:off x="5270440" y="419100"/>
            <a:ext cx="1231900" cy="558800"/>
          </a:xfrm>
          <a:prstGeom prst="diamond">
            <a:avLst/>
          </a:prstGeom>
          <a:solidFill>
            <a:srgbClr val="FFFFFF"/>
          </a:solidFill>
          <a:ln w="8255">
            <a:solidFill>
              <a:srgbClr val="C9D3DA"/>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12700" rIns="25400" bIns="12700" rtlCol="0" anchor="ctr"/>
          <a:lstStyle/>
          <a:p>
            <a:pPr algn="ctr"/>
            <a:r>
              <a:rPr lang="en-US" altLang="zh-CN" sz="900">
                <a:solidFill>
                  <a:srgbClr val="263746"/>
                </a:solidFill>
                <a:latin typeface="Arial" panose="020B0604020202020204" pitchFamily="34" charset="0"/>
              </a:rPr>
              <a:t>Correct
identity?</a:t>
            </a:r>
            <a:endParaRPr lang="zh-CN" altLang="en-US" sz="900">
              <a:solidFill>
                <a:srgbClr val="263746"/>
              </a:solidFill>
              <a:latin typeface="Arial" panose="020B0604020202020204" pitchFamily="34" charset="0"/>
            </a:endParaRPr>
          </a:p>
        </p:txBody>
      </p:sp>
      <p:sp>
        <p:nvSpPr>
          <p:cNvPr id="8" name="矩形 7">
            <a:extLst>
              <a:ext uri="{FF2B5EF4-FFF2-40B4-BE49-F238E27FC236}">
                <a16:creationId xmlns:a16="http://schemas.microsoft.com/office/drawing/2014/main" id="{3F3947DC-40E8-E124-EEA3-F89F77BD62C4}"/>
              </a:ext>
            </a:extLst>
          </p:cNvPr>
          <p:cNvSpPr/>
          <p:nvPr/>
        </p:nvSpPr>
        <p:spPr>
          <a:xfrm>
            <a:off x="7264340" y="482600"/>
            <a:ext cx="1663700" cy="406400"/>
          </a:xfrm>
          <a:prstGeom prst="rect">
            <a:avLst/>
          </a:prstGeom>
          <a:solidFill>
            <a:srgbClr val="E3F1EC"/>
          </a:solidFill>
          <a:ln w="8255">
            <a:solidFill>
              <a:srgbClr val="C9D3DA"/>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12700" rIns="25400" bIns="12700" rtlCol="0" anchor="ctr"/>
          <a:lstStyle/>
          <a:p>
            <a:pPr algn="ctr"/>
            <a:r>
              <a:rPr lang="en-US" altLang="zh-CN" sz="960" dirty="0">
                <a:solidFill>
                  <a:srgbClr val="263746"/>
                </a:solidFill>
                <a:latin typeface="Arial" panose="020B0604020202020204" pitchFamily="34" charset="0"/>
              </a:rPr>
              <a:t>+1;</a:t>
            </a:r>
            <a:r>
              <a:rPr lang="en-US" altLang="zh-CN" sz="960" b="1" dirty="0">
                <a:solidFill>
                  <a:srgbClr val="263746"/>
                </a:solidFill>
                <a:latin typeface="Arial" panose="020B0604020202020204" pitchFamily="34" charset="0"/>
              </a:rPr>
              <a:t> success</a:t>
            </a:r>
            <a:endParaRPr lang="zh-CN" altLang="en-US" sz="960" b="1" dirty="0">
              <a:solidFill>
                <a:srgbClr val="263746"/>
              </a:solidFill>
              <a:latin typeface="Arial" panose="020B0604020202020204" pitchFamily="34" charset="0"/>
            </a:endParaRPr>
          </a:p>
        </p:txBody>
      </p:sp>
      <p:sp>
        <p:nvSpPr>
          <p:cNvPr id="9" name="矩形 8">
            <a:extLst>
              <a:ext uri="{FF2B5EF4-FFF2-40B4-BE49-F238E27FC236}">
                <a16:creationId xmlns:a16="http://schemas.microsoft.com/office/drawing/2014/main" id="{72E6D7D1-9C41-4F50-3AB1-F17DEA6EEC7B}"/>
              </a:ext>
            </a:extLst>
          </p:cNvPr>
          <p:cNvSpPr/>
          <p:nvPr/>
        </p:nvSpPr>
        <p:spPr>
          <a:xfrm>
            <a:off x="7264340" y="1143000"/>
            <a:ext cx="1663700" cy="368300"/>
          </a:xfrm>
          <a:prstGeom prst="rect">
            <a:avLst/>
          </a:prstGeom>
          <a:solidFill>
            <a:srgbClr val="EFF2F4"/>
          </a:solidFill>
          <a:ln w="8255">
            <a:solidFill>
              <a:srgbClr val="C9D3DA"/>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12700" rIns="25400" bIns="12700" rtlCol="0" anchor="ctr"/>
          <a:lstStyle/>
          <a:p>
            <a:pPr algn="ctr"/>
            <a:r>
              <a:rPr lang="en-US" altLang="zh-CN" sz="960" dirty="0">
                <a:solidFill>
                  <a:srgbClr val="263746"/>
                </a:solidFill>
                <a:latin typeface="Arial" panose="020B0604020202020204" pitchFamily="34" charset="0"/>
              </a:rPr>
              <a:t>+1; next</a:t>
            </a:r>
            <a:endParaRPr lang="zh-CN" altLang="en-US" sz="960" dirty="0">
              <a:solidFill>
                <a:srgbClr val="263746"/>
              </a:solidFill>
              <a:latin typeface="Arial" panose="020B0604020202020204" pitchFamily="34" charset="0"/>
            </a:endParaRPr>
          </a:p>
        </p:txBody>
      </p:sp>
      <p:cxnSp>
        <p:nvCxnSpPr>
          <p:cNvPr id="10" name="直接连接符 9">
            <a:extLst>
              <a:ext uri="{FF2B5EF4-FFF2-40B4-BE49-F238E27FC236}">
                <a16:creationId xmlns:a16="http://schemas.microsoft.com/office/drawing/2014/main" id="{AA9774E5-2EC8-B5E0-C09B-6870B55CF2B0}"/>
              </a:ext>
            </a:extLst>
          </p:cNvPr>
          <p:cNvCxnSpPr/>
          <p:nvPr/>
        </p:nvCxnSpPr>
        <p:spPr>
          <a:xfrm>
            <a:off x="1549340" y="698500"/>
            <a:ext cx="342900" cy="0"/>
          </a:xfrm>
          <a:prstGeom prst="line">
            <a:avLst/>
          </a:prstGeom>
          <a:ln w="11430">
            <a:solidFill>
              <a:srgbClr val="697782"/>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A543297B-1831-26F4-7252-976448BBDBCB}"/>
              </a:ext>
            </a:extLst>
          </p:cNvPr>
          <p:cNvCxnSpPr/>
          <p:nvPr/>
        </p:nvCxnSpPr>
        <p:spPr>
          <a:xfrm>
            <a:off x="3086040" y="698500"/>
            <a:ext cx="457200" cy="0"/>
          </a:xfrm>
          <a:prstGeom prst="line">
            <a:avLst/>
          </a:prstGeom>
          <a:ln w="11430">
            <a:solidFill>
              <a:srgbClr val="697782"/>
            </a:solidFill>
            <a:tailEnd type="arrow"/>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D18EB75A-50C4-1670-16A4-5EFA2BB2F851}"/>
              </a:ext>
            </a:extLst>
          </p:cNvPr>
          <p:cNvSpPr txBox="1"/>
          <p:nvPr/>
        </p:nvSpPr>
        <p:spPr>
          <a:xfrm>
            <a:off x="3124140" y="482600"/>
            <a:ext cx="189154" cy="132344"/>
          </a:xfrm>
          <a:prstGeom prst="rect">
            <a:avLst/>
          </a:prstGeom>
          <a:noFill/>
        </p:spPr>
        <p:txBody>
          <a:bodyPr vert="horz" wrap="none" lIns="0" tIns="0" rIns="0" bIns="0" rtlCol="0">
            <a:spAutoFit/>
          </a:bodyPr>
          <a:lstStyle/>
          <a:p>
            <a:pPr algn="ctr"/>
            <a:r>
              <a:rPr lang="en-US" altLang="zh-CN" sz="860">
                <a:solidFill>
                  <a:srgbClr val="5D6974"/>
                </a:solidFill>
                <a:latin typeface="Arial" panose="020B0604020202020204" pitchFamily="34" charset="0"/>
              </a:rPr>
              <a:t>Yes</a:t>
            </a:r>
            <a:endParaRPr lang="zh-CN" altLang="en-US" sz="860">
              <a:solidFill>
                <a:srgbClr val="5D6974"/>
              </a:solidFill>
              <a:latin typeface="Arial" panose="020B0604020202020204" pitchFamily="34" charset="0"/>
            </a:endParaRPr>
          </a:p>
        </p:txBody>
      </p:sp>
      <p:cxnSp>
        <p:nvCxnSpPr>
          <p:cNvPr id="13" name="直接连接符 12">
            <a:extLst>
              <a:ext uri="{FF2B5EF4-FFF2-40B4-BE49-F238E27FC236}">
                <a16:creationId xmlns:a16="http://schemas.microsoft.com/office/drawing/2014/main" id="{C9060078-5CE7-F56F-55D3-81C7A30FB323}"/>
              </a:ext>
            </a:extLst>
          </p:cNvPr>
          <p:cNvCxnSpPr/>
          <p:nvPr/>
        </p:nvCxnSpPr>
        <p:spPr>
          <a:xfrm>
            <a:off x="4851340" y="698500"/>
            <a:ext cx="419100" cy="0"/>
          </a:xfrm>
          <a:prstGeom prst="line">
            <a:avLst/>
          </a:prstGeom>
          <a:ln w="11430">
            <a:solidFill>
              <a:srgbClr val="697782"/>
            </a:solidFill>
            <a:tailEnd type="arrow"/>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29D0B937-AEC0-6017-3782-F9450F3AE0DB}"/>
              </a:ext>
            </a:extLst>
          </p:cNvPr>
          <p:cNvCxnSpPr/>
          <p:nvPr/>
        </p:nvCxnSpPr>
        <p:spPr>
          <a:xfrm>
            <a:off x="6502340" y="698500"/>
            <a:ext cx="762000" cy="0"/>
          </a:xfrm>
          <a:prstGeom prst="line">
            <a:avLst/>
          </a:prstGeom>
          <a:ln w="11430">
            <a:solidFill>
              <a:srgbClr val="697782"/>
            </a:solidFill>
            <a:tailEnd type="arrow"/>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A2BD688B-B32B-3DC4-5C6A-93DDE6080038}"/>
              </a:ext>
            </a:extLst>
          </p:cNvPr>
          <p:cNvSpPr txBox="1"/>
          <p:nvPr/>
        </p:nvSpPr>
        <p:spPr>
          <a:xfrm>
            <a:off x="6616640" y="482600"/>
            <a:ext cx="189154" cy="132344"/>
          </a:xfrm>
          <a:prstGeom prst="rect">
            <a:avLst/>
          </a:prstGeom>
          <a:noFill/>
        </p:spPr>
        <p:txBody>
          <a:bodyPr vert="horz" wrap="none" lIns="0" tIns="0" rIns="0" bIns="0" rtlCol="0">
            <a:spAutoFit/>
          </a:bodyPr>
          <a:lstStyle/>
          <a:p>
            <a:pPr algn="ctr"/>
            <a:r>
              <a:rPr lang="en-US" altLang="zh-CN" sz="860">
                <a:solidFill>
                  <a:srgbClr val="5D6974"/>
                </a:solidFill>
                <a:latin typeface="Arial" panose="020B0604020202020204" pitchFamily="34" charset="0"/>
              </a:rPr>
              <a:t>Yes</a:t>
            </a:r>
            <a:endParaRPr lang="zh-CN" altLang="en-US" sz="860">
              <a:solidFill>
                <a:srgbClr val="5D6974"/>
              </a:solidFill>
              <a:latin typeface="Arial" panose="020B0604020202020204" pitchFamily="34" charset="0"/>
            </a:endParaRPr>
          </a:p>
        </p:txBody>
      </p:sp>
      <p:cxnSp>
        <p:nvCxnSpPr>
          <p:cNvPr id="16" name="直接连接符 15">
            <a:extLst>
              <a:ext uri="{FF2B5EF4-FFF2-40B4-BE49-F238E27FC236}">
                <a16:creationId xmlns:a16="http://schemas.microsoft.com/office/drawing/2014/main" id="{9435B965-E028-97DB-7605-BC9FB571F59A}"/>
              </a:ext>
            </a:extLst>
          </p:cNvPr>
          <p:cNvCxnSpPr/>
          <p:nvPr/>
        </p:nvCxnSpPr>
        <p:spPr>
          <a:xfrm>
            <a:off x="2489140" y="977900"/>
            <a:ext cx="0" cy="349250"/>
          </a:xfrm>
          <a:prstGeom prst="line">
            <a:avLst/>
          </a:prstGeom>
          <a:ln w="11430">
            <a:solidFill>
              <a:srgbClr val="697782"/>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DEBB9FA3-82E4-15FA-8F73-23307081C293}"/>
              </a:ext>
            </a:extLst>
          </p:cNvPr>
          <p:cNvCxnSpPr/>
          <p:nvPr/>
        </p:nvCxnSpPr>
        <p:spPr>
          <a:xfrm>
            <a:off x="2489140" y="1327150"/>
            <a:ext cx="4775200" cy="0"/>
          </a:xfrm>
          <a:prstGeom prst="line">
            <a:avLst/>
          </a:prstGeom>
          <a:ln w="11430">
            <a:solidFill>
              <a:srgbClr val="697782"/>
            </a:solidFill>
            <a:tailEnd type="arrow"/>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8817AC71-BAC2-F1A0-CDA3-F7F54D750DC5}"/>
              </a:ext>
            </a:extLst>
          </p:cNvPr>
          <p:cNvSpPr txBox="1"/>
          <p:nvPr/>
        </p:nvSpPr>
        <p:spPr>
          <a:xfrm>
            <a:off x="2539940" y="1016000"/>
            <a:ext cx="141064" cy="132344"/>
          </a:xfrm>
          <a:prstGeom prst="rect">
            <a:avLst/>
          </a:prstGeom>
          <a:noFill/>
        </p:spPr>
        <p:txBody>
          <a:bodyPr vert="horz" wrap="none" lIns="0" tIns="0" rIns="0" bIns="0" rtlCol="0">
            <a:spAutoFit/>
          </a:bodyPr>
          <a:lstStyle/>
          <a:p>
            <a:pPr algn="ctr"/>
            <a:r>
              <a:rPr lang="en-US" altLang="zh-CN" sz="860">
                <a:solidFill>
                  <a:srgbClr val="5D6974"/>
                </a:solidFill>
                <a:latin typeface="Arial" panose="020B0604020202020204" pitchFamily="34" charset="0"/>
              </a:rPr>
              <a:t>No</a:t>
            </a:r>
            <a:endParaRPr lang="zh-CN" altLang="en-US" sz="860">
              <a:solidFill>
                <a:srgbClr val="5D6974"/>
              </a:solidFill>
              <a:latin typeface="Arial" panose="020B0604020202020204" pitchFamily="34" charset="0"/>
            </a:endParaRPr>
          </a:p>
        </p:txBody>
      </p:sp>
      <p:cxnSp>
        <p:nvCxnSpPr>
          <p:cNvPr id="19" name="直接连接符 18">
            <a:extLst>
              <a:ext uri="{FF2B5EF4-FFF2-40B4-BE49-F238E27FC236}">
                <a16:creationId xmlns:a16="http://schemas.microsoft.com/office/drawing/2014/main" id="{85A53E76-3423-49A2-BF78-22E232174EEB}"/>
              </a:ext>
            </a:extLst>
          </p:cNvPr>
          <p:cNvCxnSpPr/>
          <p:nvPr/>
        </p:nvCxnSpPr>
        <p:spPr>
          <a:xfrm>
            <a:off x="5886390" y="977900"/>
            <a:ext cx="0" cy="349250"/>
          </a:xfrm>
          <a:prstGeom prst="line">
            <a:avLst/>
          </a:prstGeom>
          <a:ln w="11430">
            <a:solidFill>
              <a:srgbClr val="697782"/>
            </a:solidFill>
            <a:tailEnd type="arrow"/>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112A789C-8BEA-4D1C-FD18-1FB84B8A0F0C}"/>
              </a:ext>
            </a:extLst>
          </p:cNvPr>
          <p:cNvSpPr txBox="1"/>
          <p:nvPr/>
        </p:nvSpPr>
        <p:spPr>
          <a:xfrm>
            <a:off x="5930840" y="1016000"/>
            <a:ext cx="141064" cy="132344"/>
          </a:xfrm>
          <a:prstGeom prst="rect">
            <a:avLst/>
          </a:prstGeom>
          <a:noFill/>
        </p:spPr>
        <p:txBody>
          <a:bodyPr vert="horz" wrap="none" lIns="0" tIns="0" rIns="0" bIns="0" rtlCol="0">
            <a:spAutoFit/>
          </a:bodyPr>
          <a:lstStyle/>
          <a:p>
            <a:pPr algn="ctr"/>
            <a:r>
              <a:rPr lang="en-US" altLang="zh-CN" sz="860">
                <a:solidFill>
                  <a:srgbClr val="5D6974"/>
                </a:solidFill>
                <a:latin typeface="Arial" panose="020B0604020202020204" pitchFamily="34" charset="0"/>
              </a:rPr>
              <a:t>No</a:t>
            </a:r>
            <a:endParaRPr lang="zh-CN" altLang="en-US" sz="860">
              <a:solidFill>
                <a:srgbClr val="5D6974"/>
              </a:solidFill>
              <a:latin typeface="Arial" panose="020B0604020202020204" pitchFamily="34" charset="0"/>
            </a:endParaRPr>
          </a:p>
        </p:txBody>
      </p:sp>
      <p:cxnSp>
        <p:nvCxnSpPr>
          <p:cNvPr id="21" name="直接连接符 20">
            <a:extLst>
              <a:ext uri="{FF2B5EF4-FFF2-40B4-BE49-F238E27FC236}">
                <a16:creationId xmlns:a16="http://schemas.microsoft.com/office/drawing/2014/main" id="{A5D5A13A-BFD3-3CDB-E43D-203826DA01E1}"/>
              </a:ext>
            </a:extLst>
          </p:cNvPr>
          <p:cNvCxnSpPr/>
          <p:nvPr/>
        </p:nvCxnSpPr>
        <p:spPr>
          <a:xfrm>
            <a:off x="190500" y="1701800"/>
            <a:ext cx="8763000" cy="0"/>
          </a:xfrm>
          <a:prstGeom prst="line">
            <a:avLst/>
          </a:prstGeom>
          <a:ln w="8255">
            <a:solidFill>
              <a:srgbClr val="DFE5E8"/>
            </a:solidFill>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71A60333-A60A-22EA-E68C-928C2CA9D335}"/>
              </a:ext>
            </a:extLst>
          </p:cNvPr>
          <p:cNvSpPr txBox="1"/>
          <p:nvPr/>
        </p:nvSpPr>
        <p:spPr>
          <a:xfrm>
            <a:off x="190500" y="1879600"/>
            <a:ext cx="102592" cy="200055"/>
          </a:xfrm>
          <a:prstGeom prst="rect">
            <a:avLst/>
          </a:prstGeom>
          <a:noFill/>
        </p:spPr>
        <p:txBody>
          <a:bodyPr vert="horz" wrap="none" lIns="0" tIns="0" rIns="0" bIns="0" rtlCol="0">
            <a:spAutoFit/>
          </a:bodyPr>
          <a:lstStyle/>
          <a:p>
            <a:r>
              <a:rPr lang="en-US" altLang="zh-CN" sz="1300" b="1" dirty="0">
                <a:solidFill>
                  <a:srgbClr val="263746"/>
                </a:solidFill>
                <a:latin typeface="Arial" panose="020B0604020202020204" pitchFamily="34" charset="0"/>
              </a:rPr>
              <a:t>b</a:t>
            </a:r>
            <a:endParaRPr lang="zh-CN" altLang="en-US" sz="1300" b="1" dirty="0">
              <a:solidFill>
                <a:srgbClr val="263746"/>
              </a:solidFill>
              <a:latin typeface="Arial" panose="020B0604020202020204" pitchFamily="34" charset="0"/>
            </a:endParaRPr>
          </a:p>
        </p:txBody>
      </p:sp>
      <p:sp>
        <p:nvSpPr>
          <p:cNvPr id="23" name="文本框 22">
            <a:extLst>
              <a:ext uri="{FF2B5EF4-FFF2-40B4-BE49-F238E27FC236}">
                <a16:creationId xmlns:a16="http://schemas.microsoft.com/office/drawing/2014/main" id="{25AFE048-B7CD-65B3-ED3E-0525BF48A49A}"/>
              </a:ext>
            </a:extLst>
          </p:cNvPr>
          <p:cNvSpPr txBox="1"/>
          <p:nvPr/>
        </p:nvSpPr>
        <p:spPr>
          <a:xfrm>
            <a:off x="352087" y="1885950"/>
            <a:ext cx="6061413" cy="175433"/>
          </a:xfrm>
          <a:prstGeom prst="rect">
            <a:avLst/>
          </a:prstGeom>
          <a:noFill/>
        </p:spPr>
        <p:txBody>
          <a:bodyPr vert="horz" wrap="square" lIns="0" tIns="0" rIns="0" bIns="0" rtlCol="0">
            <a:spAutoFit/>
          </a:bodyPr>
          <a:lstStyle/>
          <a:p>
            <a:r>
              <a:rPr lang="zh-CN" altLang="zh-CN" sz="1140" b="1" dirty="0">
                <a:solidFill>
                  <a:srgbClr val="263746"/>
                </a:solidFill>
                <a:latin typeface="Arial" panose="020B0604020202020204" pitchFamily="34" charset="0"/>
              </a:rPr>
              <a:t>Small molecules: end-to-end detection, identity matching and pose reconstruction</a:t>
            </a:r>
            <a:endParaRPr lang="zh-CN" altLang="en-US" sz="1140" b="1" dirty="0">
              <a:solidFill>
                <a:srgbClr val="263746"/>
              </a:solidFill>
              <a:latin typeface="Arial" panose="020B0604020202020204" pitchFamily="34" charset="0"/>
            </a:endParaRPr>
          </a:p>
        </p:txBody>
      </p:sp>
      <p:sp>
        <p:nvSpPr>
          <p:cNvPr id="24" name="矩形 23">
            <a:extLst>
              <a:ext uri="{FF2B5EF4-FFF2-40B4-BE49-F238E27FC236}">
                <a16:creationId xmlns:a16="http://schemas.microsoft.com/office/drawing/2014/main" id="{F39CFC83-C456-A75F-9BFF-91038705BB8C}"/>
              </a:ext>
            </a:extLst>
          </p:cNvPr>
          <p:cNvSpPr/>
          <p:nvPr/>
        </p:nvSpPr>
        <p:spPr>
          <a:xfrm>
            <a:off x="288220" y="2298700"/>
            <a:ext cx="1270000" cy="381000"/>
          </a:xfrm>
          <a:prstGeom prst="rect">
            <a:avLst/>
          </a:prstGeom>
          <a:solidFill>
            <a:srgbClr val="EDF4F5"/>
          </a:solidFill>
          <a:ln w="8255">
            <a:solidFill>
              <a:srgbClr val="C9D3DA"/>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12700" rIns="25400" bIns="12700" rtlCol="0" anchor="ctr"/>
          <a:lstStyle/>
          <a:p>
            <a:pPr algn="ctr"/>
            <a:r>
              <a:rPr lang="en-US" altLang="zh-CN" sz="1000" dirty="0">
                <a:solidFill>
                  <a:srgbClr val="263746"/>
                </a:solidFill>
                <a:latin typeface="Arial" panose="020B0604020202020204" pitchFamily="34" charset="0"/>
              </a:rPr>
              <a:t>Candidate from Find</a:t>
            </a:r>
            <a:endParaRPr lang="zh-CN" altLang="en-US" sz="1000" dirty="0">
              <a:solidFill>
                <a:srgbClr val="263746"/>
              </a:solidFill>
              <a:latin typeface="Arial" panose="020B0604020202020204" pitchFamily="34" charset="0"/>
            </a:endParaRPr>
          </a:p>
        </p:txBody>
      </p:sp>
      <p:sp>
        <p:nvSpPr>
          <p:cNvPr id="25" name="菱形 24">
            <a:extLst>
              <a:ext uri="{FF2B5EF4-FFF2-40B4-BE49-F238E27FC236}">
                <a16:creationId xmlns:a16="http://schemas.microsoft.com/office/drawing/2014/main" id="{AB2B80C2-4908-12BA-522F-1FA725CC8C71}"/>
              </a:ext>
            </a:extLst>
          </p:cNvPr>
          <p:cNvSpPr/>
          <p:nvPr/>
        </p:nvSpPr>
        <p:spPr>
          <a:xfrm>
            <a:off x="1901120" y="2209800"/>
            <a:ext cx="1193800" cy="558800"/>
          </a:xfrm>
          <a:prstGeom prst="diamond">
            <a:avLst/>
          </a:prstGeom>
          <a:solidFill>
            <a:srgbClr val="FFFFFF"/>
          </a:solidFill>
          <a:ln w="8255">
            <a:solidFill>
              <a:srgbClr val="C9D3DA"/>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12700" rIns="25400" bIns="12700" rtlCol="0" anchor="ctr"/>
          <a:lstStyle/>
          <a:p>
            <a:pPr algn="ctr"/>
            <a:r>
              <a:rPr lang="en-US" altLang="zh-CN" sz="900">
                <a:solidFill>
                  <a:srgbClr val="263746"/>
                </a:solidFill>
                <a:latin typeface="Arial" panose="020B0604020202020204" pitchFamily="34" charset="0"/>
              </a:rPr>
              <a:t>Ligand
hit?</a:t>
            </a:r>
            <a:endParaRPr lang="zh-CN" altLang="en-US" sz="900">
              <a:solidFill>
                <a:srgbClr val="263746"/>
              </a:solidFill>
              <a:latin typeface="Arial" panose="020B0604020202020204" pitchFamily="34" charset="0"/>
            </a:endParaRPr>
          </a:p>
        </p:txBody>
      </p:sp>
      <p:sp>
        <p:nvSpPr>
          <p:cNvPr id="26" name="矩形 25">
            <a:extLst>
              <a:ext uri="{FF2B5EF4-FFF2-40B4-BE49-F238E27FC236}">
                <a16:creationId xmlns:a16="http://schemas.microsoft.com/office/drawing/2014/main" id="{D749ED5A-A53A-B53B-A1B9-9063D1FFEF48}"/>
              </a:ext>
            </a:extLst>
          </p:cNvPr>
          <p:cNvSpPr/>
          <p:nvPr/>
        </p:nvSpPr>
        <p:spPr>
          <a:xfrm>
            <a:off x="3552120" y="2298700"/>
            <a:ext cx="1308100" cy="381000"/>
          </a:xfrm>
          <a:prstGeom prst="rect">
            <a:avLst/>
          </a:prstGeom>
          <a:solidFill>
            <a:srgbClr val="EEF0FA"/>
          </a:solidFill>
          <a:ln w="8255">
            <a:solidFill>
              <a:srgbClr val="C9D3DA"/>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12700" rIns="25400" bIns="12700" rtlCol="0" anchor="ctr"/>
          <a:lstStyle/>
          <a:p>
            <a:pPr algn="ctr"/>
            <a:r>
              <a:rPr lang="zh-CN" altLang="zh-CN" sz="960" dirty="0">
                <a:solidFill>
                  <a:srgbClr val="263746"/>
                </a:solidFill>
                <a:latin typeface="Arial" panose="020B0604020202020204" pitchFamily="34" charset="0"/>
              </a:rPr>
              <a:t>Match against all identities</a:t>
            </a:r>
            <a:endParaRPr lang="zh-CN" altLang="en-US" sz="960" dirty="0">
              <a:solidFill>
                <a:srgbClr val="263746"/>
              </a:solidFill>
              <a:latin typeface="Arial" panose="020B0604020202020204" pitchFamily="34" charset="0"/>
            </a:endParaRPr>
          </a:p>
        </p:txBody>
      </p:sp>
      <p:sp>
        <p:nvSpPr>
          <p:cNvPr id="28" name="矩形 27">
            <a:extLst>
              <a:ext uri="{FF2B5EF4-FFF2-40B4-BE49-F238E27FC236}">
                <a16:creationId xmlns:a16="http://schemas.microsoft.com/office/drawing/2014/main" id="{8F558723-431F-02D3-0CBD-47E448D1CEB6}"/>
              </a:ext>
            </a:extLst>
          </p:cNvPr>
          <p:cNvSpPr/>
          <p:nvPr/>
        </p:nvSpPr>
        <p:spPr>
          <a:xfrm>
            <a:off x="1901120" y="2997200"/>
            <a:ext cx="1320800" cy="292100"/>
          </a:xfrm>
          <a:prstGeom prst="rect">
            <a:avLst/>
          </a:prstGeom>
          <a:solidFill>
            <a:srgbClr val="EFF2F4"/>
          </a:solidFill>
          <a:ln w="8255">
            <a:solidFill>
              <a:srgbClr val="C9D3DA"/>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12700" rIns="25400" bIns="12700" rtlCol="0" anchor="ctr"/>
          <a:lstStyle/>
          <a:p>
            <a:pPr algn="ctr"/>
            <a:r>
              <a:rPr lang="en-US" altLang="zh-CN" sz="960" dirty="0">
                <a:solidFill>
                  <a:srgbClr val="263746"/>
                </a:solidFill>
                <a:latin typeface="Arial" panose="020B0604020202020204" pitchFamily="34" charset="0"/>
              </a:rPr>
              <a:t>+1; next</a:t>
            </a:r>
            <a:endParaRPr lang="zh-CN" altLang="en-US" sz="960" dirty="0">
              <a:solidFill>
                <a:srgbClr val="263746"/>
              </a:solidFill>
              <a:latin typeface="Arial" panose="020B0604020202020204" pitchFamily="34" charset="0"/>
            </a:endParaRPr>
          </a:p>
        </p:txBody>
      </p:sp>
      <p:cxnSp>
        <p:nvCxnSpPr>
          <p:cNvPr id="29" name="直接连接符 28">
            <a:extLst>
              <a:ext uri="{FF2B5EF4-FFF2-40B4-BE49-F238E27FC236}">
                <a16:creationId xmlns:a16="http://schemas.microsoft.com/office/drawing/2014/main" id="{35DDB390-41F7-C0F0-DB4E-F6C7C55F86BC}"/>
              </a:ext>
            </a:extLst>
          </p:cNvPr>
          <p:cNvCxnSpPr/>
          <p:nvPr/>
        </p:nvCxnSpPr>
        <p:spPr>
          <a:xfrm>
            <a:off x="1558220" y="2489200"/>
            <a:ext cx="342900" cy="0"/>
          </a:xfrm>
          <a:prstGeom prst="line">
            <a:avLst/>
          </a:prstGeom>
          <a:ln w="11430">
            <a:solidFill>
              <a:srgbClr val="697782"/>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5D17455A-1F33-CF83-FE11-AA46EB9F4CF2}"/>
              </a:ext>
            </a:extLst>
          </p:cNvPr>
          <p:cNvCxnSpPr/>
          <p:nvPr/>
        </p:nvCxnSpPr>
        <p:spPr>
          <a:xfrm>
            <a:off x="3094920" y="2489200"/>
            <a:ext cx="457200" cy="0"/>
          </a:xfrm>
          <a:prstGeom prst="line">
            <a:avLst/>
          </a:prstGeom>
          <a:ln w="11430">
            <a:solidFill>
              <a:srgbClr val="697782"/>
            </a:solidFill>
            <a:tailEnd type="arrow"/>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9B4C08FB-DBDC-8AD8-D664-C34038B0B2D7}"/>
              </a:ext>
            </a:extLst>
          </p:cNvPr>
          <p:cNvSpPr txBox="1"/>
          <p:nvPr/>
        </p:nvSpPr>
        <p:spPr>
          <a:xfrm>
            <a:off x="3133020" y="2286000"/>
            <a:ext cx="189154" cy="132344"/>
          </a:xfrm>
          <a:prstGeom prst="rect">
            <a:avLst/>
          </a:prstGeom>
          <a:noFill/>
        </p:spPr>
        <p:txBody>
          <a:bodyPr vert="horz" wrap="none" lIns="0" tIns="0" rIns="0" bIns="0" rtlCol="0">
            <a:spAutoFit/>
          </a:bodyPr>
          <a:lstStyle/>
          <a:p>
            <a:pPr algn="ctr"/>
            <a:r>
              <a:rPr lang="en-US" altLang="zh-CN" sz="860">
                <a:solidFill>
                  <a:srgbClr val="5D6974"/>
                </a:solidFill>
                <a:latin typeface="Arial" panose="020B0604020202020204" pitchFamily="34" charset="0"/>
              </a:rPr>
              <a:t>Yes</a:t>
            </a:r>
            <a:endParaRPr lang="zh-CN" altLang="en-US" sz="860">
              <a:solidFill>
                <a:srgbClr val="5D6974"/>
              </a:solidFill>
              <a:latin typeface="Arial" panose="020B0604020202020204" pitchFamily="34" charset="0"/>
            </a:endParaRPr>
          </a:p>
        </p:txBody>
      </p:sp>
      <p:cxnSp>
        <p:nvCxnSpPr>
          <p:cNvPr id="33" name="直接连接符 32">
            <a:extLst>
              <a:ext uri="{FF2B5EF4-FFF2-40B4-BE49-F238E27FC236}">
                <a16:creationId xmlns:a16="http://schemas.microsoft.com/office/drawing/2014/main" id="{2063AEC9-95AE-DD12-3BF9-6878907E693D}"/>
              </a:ext>
            </a:extLst>
          </p:cNvPr>
          <p:cNvCxnSpPr/>
          <p:nvPr/>
        </p:nvCxnSpPr>
        <p:spPr>
          <a:xfrm>
            <a:off x="2498020" y="2768600"/>
            <a:ext cx="0" cy="228600"/>
          </a:xfrm>
          <a:prstGeom prst="line">
            <a:avLst/>
          </a:prstGeom>
          <a:ln w="11430">
            <a:solidFill>
              <a:srgbClr val="697782"/>
            </a:solidFill>
            <a:tailEnd type="arrow"/>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B7F43A32-B5AD-F5BF-D9E0-F07DA2464797}"/>
              </a:ext>
            </a:extLst>
          </p:cNvPr>
          <p:cNvSpPr txBox="1"/>
          <p:nvPr/>
        </p:nvSpPr>
        <p:spPr>
          <a:xfrm>
            <a:off x="2548820" y="2781300"/>
            <a:ext cx="141064" cy="132344"/>
          </a:xfrm>
          <a:prstGeom prst="rect">
            <a:avLst/>
          </a:prstGeom>
          <a:noFill/>
        </p:spPr>
        <p:txBody>
          <a:bodyPr vert="horz" wrap="none" lIns="0" tIns="0" rIns="0" bIns="0" rtlCol="0">
            <a:spAutoFit/>
          </a:bodyPr>
          <a:lstStyle/>
          <a:p>
            <a:pPr algn="ctr"/>
            <a:r>
              <a:rPr lang="en-US" altLang="zh-CN" sz="860">
                <a:solidFill>
                  <a:srgbClr val="5D6974"/>
                </a:solidFill>
                <a:latin typeface="Arial" panose="020B0604020202020204" pitchFamily="34" charset="0"/>
              </a:rPr>
              <a:t>No</a:t>
            </a:r>
            <a:endParaRPr lang="zh-CN" altLang="en-US" sz="860">
              <a:solidFill>
                <a:srgbClr val="5D6974"/>
              </a:solidFill>
              <a:latin typeface="Arial" panose="020B0604020202020204" pitchFamily="34" charset="0"/>
            </a:endParaRPr>
          </a:p>
        </p:txBody>
      </p:sp>
      <p:cxnSp>
        <p:nvCxnSpPr>
          <p:cNvPr id="35" name="直接连接符 34">
            <a:extLst>
              <a:ext uri="{FF2B5EF4-FFF2-40B4-BE49-F238E27FC236}">
                <a16:creationId xmlns:a16="http://schemas.microsoft.com/office/drawing/2014/main" id="{2A726755-85C9-53EE-9776-24A4254029AE}"/>
              </a:ext>
            </a:extLst>
          </p:cNvPr>
          <p:cNvCxnSpPr>
            <a:cxnSpLocks/>
          </p:cNvCxnSpPr>
          <p:nvPr/>
        </p:nvCxnSpPr>
        <p:spPr>
          <a:xfrm>
            <a:off x="5939720" y="2486024"/>
            <a:ext cx="0" cy="914400"/>
          </a:xfrm>
          <a:prstGeom prst="line">
            <a:avLst/>
          </a:prstGeom>
          <a:ln w="11430">
            <a:solidFill>
              <a:srgbClr val="5D6974"/>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17130D83-63F6-36DE-0E0D-228A53E45850}"/>
              </a:ext>
            </a:extLst>
          </p:cNvPr>
          <p:cNvCxnSpPr/>
          <p:nvPr/>
        </p:nvCxnSpPr>
        <p:spPr>
          <a:xfrm>
            <a:off x="1672520" y="3403600"/>
            <a:ext cx="6032500" cy="0"/>
          </a:xfrm>
          <a:prstGeom prst="line">
            <a:avLst/>
          </a:prstGeom>
          <a:ln w="11430">
            <a:solidFill>
              <a:srgbClr val="5D6974"/>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B3CC846F-C633-D78D-C9DD-98CB2D03E06D}"/>
              </a:ext>
            </a:extLst>
          </p:cNvPr>
          <p:cNvCxnSpPr/>
          <p:nvPr/>
        </p:nvCxnSpPr>
        <p:spPr>
          <a:xfrm>
            <a:off x="1672520" y="3403600"/>
            <a:ext cx="0" cy="152400"/>
          </a:xfrm>
          <a:prstGeom prst="line">
            <a:avLst/>
          </a:prstGeom>
          <a:ln w="11430">
            <a:solidFill>
              <a:srgbClr val="697782"/>
            </a:solidFill>
            <a:tailEnd type="arrow"/>
          </a:ln>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946AF266-B9F5-4680-91B9-6A01B1725A06}"/>
              </a:ext>
            </a:extLst>
          </p:cNvPr>
          <p:cNvSpPr/>
          <p:nvPr/>
        </p:nvSpPr>
        <p:spPr>
          <a:xfrm>
            <a:off x="440620" y="3556000"/>
            <a:ext cx="2463800" cy="330200"/>
          </a:xfrm>
          <a:prstGeom prst="rect">
            <a:avLst/>
          </a:prstGeom>
          <a:solidFill>
            <a:srgbClr val="EDF4F5"/>
          </a:solidFill>
          <a:ln w="8255">
            <a:solidFill>
              <a:srgbClr val="C9D3DA"/>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12700" rIns="25400" bIns="12700" rtlCol="0" anchor="ctr"/>
          <a:lstStyle/>
          <a:p>
            <a:pPr algn="ctr"/>
            <a:r>
              <a:rPr lang="zh-CN" altLang="zh-CN" sz="960" dirty="0">
                <a:solidFill>
                  <a:srgbClr val="263746"/>
                </a:solidFill>
                <a:latin typeface="Arial" panose="020B0604020202020204" pitchFamily="34" charset="0"/>
              </a:rPr>
              <a:t>Non-small-molecule ligand</a:t>
            </a:r>
            <a:endParaRPr lang="zh-CN" altLang="en-US" sz="960" dirty="0">
              <a:solidFill>
                <a:srgbClr val="263746"/>
              </a:solidFill>
              <a:latin typeface="Arial" panose="020B0604020202020204" pitchFamily="34" charset="0"/>
            </a:endParaRPr>
          </a:p>
        </p:txBody>
      </p:sp>
      <p:cxnSp>
        <p:nvCxnSpPr>
          <p:cNvPr id="39" name="直接连接符 38">
            <a:extLst>
              <a:ext uri="{FF2B5EF4-FFF2-40B4-BE49-F238E27FC236}">
                <a16:creationId xmlns:a16="http://schemas.microsoft.com/office/drawing/2014/main" id="{576B7705-9217-DC11-BD9D-DBA1111CD2A6}"/>
              </a:ext>
            </a:extLst>
          </p:cNvPr>
          <p:cNvCxnSpPr/>
          <p:nvPr/>
        </p:nvCxnSpPr>
        <p:spPr>
          <a:xfrm>
            <a:off x="4682420" y="3403600"/>
            <a:ext cx="0" cy="152400"/>
          </a:xfrm>
          <a:prstGeom prst="line">
            <a:avLst/>
          </a:prstGeom>
          <a:ln w="11430">
            <a:solidFill>
              <a:srgbClr val="697782"/>
            </a:solidFill>
            <a:tailEnd type="arrow"/>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CB95FD28-3FB5-A895-9372-66B421413037}"/>
              </a:ext>
            </a:extLst>
          </p:cNvPr>
          <p:cNvSpPr/>
          <p:nvPr/>
        </p:nvSpPr>
        <p:spPr>
          <a:xfrm>
            <a:off x="3450520" y="3556000"/>
            <a:ext cx="2463800" cy="330200"/>
          </a:xfrm>
          <a:prstGeom prst="rect">
            <a:avLst/>
          </a:prstGeom>
          <a:solidFill>
            <a:srgbClr val="EDF4F5"/>
          </a:solidFill>
          <a:ln w="8255">
            <a:solidFill>
              <a:srgbClr val="C9D3DA"/>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12700" rIns="25400" bIns="12700" rtlCol="0" anchor="ctr"/>
          <a:lstStyle/>
          <a:p>
            <a:pPr algn="ctr"/>
            <a:r>
              <a:rPr lang="zh-CN" altLang="zh-CN" sz="960" dirty="0">
                <a:solidFill>
                  <a:srgbClr val="263746"/>
                </a:solidFill>
                <a:latin typeface="Arial" panose="020B0604020202020204" pitchFamily="34" charset="0"/>
              </a:rPr>
              <a:t>Small molecule outside </a:t>
            </a:r>
            <a:endParaRPr lang="en-US" altLang="zh-CN" sz="960" dirty="0">
              <a:solidFill>
                <a:srgbClr val="263746"/>
              </a:solidFill>
              <a:latin typeface="Arial" panose="020B0604020202020204" pitchFamily="34" charset="0"/>
            </a:endParaRPr>
          </a:p>
          <a:p>
            <a:pPr algn="ctr"/>
            <a:r>
              <a:rPr lang="zh-CN" altLang="zh-CN" sz="960" dirty="0">
                <a:solidFill>
                  <a:srgbClr val="263746"/>
                </a:solidFill>
                <a:latin typeface="Arial" panose="020B0604020202020204" pitchFamily="34" charset="0"/>
              </a:rPr>
              <a:t>the evaluation subset</a:t>
            </a:r>
            <a:endParaRPr lang="zh-CN" altLang="en-US" sz="960" dirty="0">
              <a:solidFill>
                <a:srgbClr val="263746"/>
              </a:solidFill>
              <a:latin typeface="Arial" panose="020B0604020202020204" pitchFamily="34" charset="0"/>
            </a:endParaRPr>
          </a:p>
        </p:txBody>
      </p:sp>
      <p:cxnSp>
        <p:nvCxnSpPr>
          <p:cNvPr id="41" name="直接连接符 40">
            <a:extLst>
              <a:ext uri="{FF2B5EF4-FFF2-40B4-BE49-F238E27FC236}">
                <a16:creationId xmlns:a16="http://schemas.microsoft.com/office/drawing/2014/main" id="{B6C959EF-6178-EBD8-F4E2-8259C89EBFBB}"/>
              </a:ext>
            </a:extLst>
          </p:cNvPr>
          <p:cNvCxnSpPr/>
          <p:nvPr/>
        </p:nvCxnSpPr>
        <p:spPr>
          <a:xfrm>
            <a:off x="7705020" y="3403600"/>
            <a:ext cx="0" cy="152400"/>
          </a:xfrm>
          <a:prstGeom prst="line">
            <a:avLst/>
          </a:prstGeom>
          <a:ln w="11430">
            <a:solidFill>
              <a:srgbClr val="697782"/>
            </a:solidFill>
            <a:tailEnd type="arrow"/>
          </a:ln>
        </p:spPr>
        <p:style>
          <a:lnRef idx="1">
            <a:schemeClr val="accent1"/>
          </a:lnRef>
          <a:fillRef idx="0">
            <a:schemeClr val="accent1"/>
          </a:fillRef>
          <a:effectRef idx="0">
            <a:schemeClr val="accent1"/>
          </a:effectRef>
          <a:fontRef idx="minor">
            <a:schemeClr val="tx1"/>
          </a:fontRef>
        </p:style>
      </p:cxnSp>
      <p:sp>
        <p:nvSpPr>
          <p:cNvPr id="42" name="矩形 41">
            <a:extLst>
              <a:ext uri="{FF2B5EF4-FFF2-40B4-BE49-F238E27FC236}">
                <a16:creationId xmlns:a16="http://schemas.microsoft.com/office/drawing/2014/main" id="{5A93B207-846A-17B3-EDA4-2AE2356B4472}"/>
              </a:ext>
            </a:extLst>
          </p:cNvPr>
          <p:cNvSpPr/>
          <p:nvPr/>
        </p:nvSpPr>
        <p:spPr>
          <a:xfrm>
            <a:off x="6473120" y="3556000"/>
            <a:ext cx="2463800" cy="330200"/>
          </a:xfrm>
          <a:prstGeom prst="rect">
            <a:avLst/>
          </a:prstGeom>
          <a:solidFill>
            <a:srgbClr val="EDF4F5"/>
          </a:solidFill>
          <a:ln w="8255">
            <a:solidFill>
              <a:srgbClr val="C9D3DA"/>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12700" rIns="25400" bIns="12700" rtlCol="0" anchor="ctr"/>
          <a:lstStyle/>
          <a:p>
            <a:pPr algn="ctr"/>
            <a:r>
              <a:rPr lang="zh-CN" altLang="zh-CN" sz="960" dirty="0">
                <a:solidFill>
                  <a:srgbClr val="263746"/>
                </a:solidFill>
                <a:latin typeface="Arial" panose="020B0604020202020204" pitchFamily="34" charset="0"/>
              </a:rPr>
              <a:t>Eligible small molecule</a:t>
            </a:r>
            <a:endParaRPr lang="zh-CN" altLang="en-US" sz="960" dirty="0">
              <a:solidFill>
                <a:srgbClr val="263746"/>
              </a:solidFill>
              <a:latin typeface="Arial" panose="020B0604020202020204" pitchFamily="34" charset="0"/>
            </a:endParaRPr>
          </a:p>
        </p:txBody>
      </p:sp>
      <p:sp>
        <p:nvSpPr>
          <p:cNvPr id="43" name="菱形 42">
            <a:extLst>
              <a:ext uri="{FF2B5EF4-FFF2-40B4-BE49-F238E27FC236}">
                <a16:creationId xmlns:a16="http://schemas.microsoft.com/office/drawing/2014/main" id="{5CA8C83B-B387-0467-CBD7-F0F18374E099}"/>
              </a:ext>
            </a:extLst>
          </p:cNvPr>
          <p:cNvSpPr/>
          <p:nvPr/>
        </p:nvSpPr>
        <p:spPr>
          <a:xfrm>
            <a:off x="640527" y="4129542"/>
            <a:ext cx="2063985" cy="558800"/>
          </a:xfrm>
          <a:prstGeom prst="diamond">
            <a:avLst/>
          </a:prstGeom>
          <a:solidFill>
            <a:srgbClr val="FFFFFF"/>
          </a:solidFill>
          <a:ln w="8255">
            <a:solidFill>
              <a:srgbClr val="C9D3DA"/>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12700" rIns="25400" bIns="12700" rtlCol="0" anchor="ctr"/>
          <a:lstStyle/>
          <a:p>
            <a:pPr algn="ctr"/>
            <a:r>
              <a:rPr lang="zh-CN" altLang="zh-CN" sz="960" dirty="0">
                <a:solidFill>
                  <a:srgbClr val="263746"/>
                </a:solidFill>
                <a:latin typeface="Arial" panose="020B0604020202020204" pitchFamily="34" charset="0"/>
              </a:rPr>
              <a:t>Matched to a small-molecule identity?</a:t>
            </a:r>
            <a:endParaRPr lang="zh-CN" altLang="en-US" sz="960" dirty="0">
              <a:solidFill>
                <a:srgbClr val="263746"/>
              </a:solidFill>
              <a:latin typeface="Arial" panose="020B0604020202020204" pitchFamily="34" charset="0"/>
            </a:endParaRPr>
          </a:p>
        </p:txBody>
      </p:sp>
      <p:cxnSp>
        <p:nvCxnSpPr>
          <p:cNvPr id="44" name="直接连接符 43">
            <a:extLst>
              <a:ext uri="{FF2B5EF4-FFF2-40B4-BE49-F238E27FC236}">
                <a16:creationId xmlns:a16="http://schemas.microsoft.com/office/drawing/2014/main" id="{969258EC-4086-7793-EB2C-A95A9C6F10D1}"/>
              </a:ext>
            </a:extLst>
          </p:cNvPr>
          <p:cNvCxnSpPr/>
          <p:nvPr/>
        </p:nvCxnSpPr>
        <p:spPr>
          <a:xfrm>
            <a:off x="1672520" y="3886200"/>
            <a:ext cx="0" cy="254000"/>
          </a:xfrm>
          <a:prstGeom prst="line">
            <a:avLst/>
          </a:prstGeom>
          <a:ln w="11430">
            <a:solidFill>
              <a:srgbClr val="697782"/>
            </a:solidFill>
            <a:tailEnd type="arrow"/>
          </a:ln>
        </p:spPr>
        <p:style>
          <a:lnRef idx="1">
            <a:schemeClr val="accent1"/>
          </a:lnRef>
          <a:fillRef idx="0">
            <a:schemeClr val="accent1"/>
          </a:fillRef>
          <a:effectRef idx="0">
            <a:schemeClr val="accent1"/>
          </a:effectRef>
          <a:fontRef idx="minor">
            <a:schemeClr val="tx1"/>
          </a:fontRef>
        </p:style>
      </p:cxnSp>
      <p:sp>
        <p:nvSpPr>
          <p:cNvPr id="45" name="菱形 44">
            <a:extLst>
              <a:ext uri="{FF2B5EF4-FFF2-40B4-BE49-F238E27FC236}">
                <a16:creationId xmlns:a16="http://schemas.microsoft.com/office/drawing/2014/main" id="{BBAFC388-B92F-328B-B4B8-F2279B93F76A}"/>
              </a:ext>
            </a:extLst>
          </p:cNvPr>
          <p:cNvSpPr/>
          <p:nvPr/>
        </p:nvSpPr>
        <p:spPr>
          <a:xfrm>
            <a:off x="4085520" y="4140200"/>
            <a:ext cx="1193800" cy="558800"/>
          </a:xfrm>
          <a:prstGeom prst="diamond">
            <a:avLst/>
          </a:prstGeom>
          <a:solidFill>
            <a:srgbClr val="FFFFFF"/>
          </a:solidFill>
          <a:ln w="8255">
            <a:solidFill>
              <a:srgbClr val="C9D3DA"/>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12700" rIns="25400" bIns="12700" rtlCol="0" anchor="ctr"/>
          <a:lstStyle/>
          <a:p>
            <a:pPr algn="ctr"/>
            <a:r>
              <a:rPr lang="en-US" altLang="zh-CN" sz="900" dirty="0">
                <a:solidFill>
                  <a:srgbClr val="263746"/>
                </a:solidFill>
                <a:latin typeface="Arial" panose="020B0604020202020204" pitchFamily="34" charset="0"/>
              </a:rPr>
              <a:t>Matched correctly?</a:t>
            </a:r>
            <a:endParaRPr lang="zh-CN" altLang="en-US" sz="900" dirty="0">
              <a:solidFill>
                <a:srgbClr val="263746"/>
              </a:solidFill>
              <a:latin typeface="Arial" panose="020B0604020202020204" pitchFamily="34" charset="0"/>
            </a:endParaRPr>
          </a:p>
        </p:txBody>
      </p:sp>
      <p:cxnSp>
        <p:nvCxnSpPr>
          <p:cNvPr id="46" name="直接连接符 45">
            <a:extLst>
              <a:ext uri="{FF2B5EF4-FFF2-40B4-BE49-F238E27FC236}">
                <a16:creationId xmlns:a16="http://schemas.microsoft.com/office/drawing/2014/main" id="{C6B0CDD7-A4C1-6C50-F4C1-FDBFF92D5ECF}"/>
              </a:ext>
            </a:extLst>
          </p:cNvPr>
          <p:cNvCxnSpPr/>
          <p:nvPr/>
        </p:nvCxnSpPr>
        <p:spPr>
          <a:xfrm>
            <a:off x="4682420" y="3886200"/>
            <a:ext cx="0" cy="254000"/>
          </a:xfrm>
          <a:prstGeom prst="line">
            <a:avLst/>
          </a:prstGeom>
          <a:ln w="11430">
            <a:solidFill>
              <a:srgbClr val="697782"/>
            </a:solidFill>
            <a:tailEnd type="arrow"/>
          </a:ln>
        </p:spPr>
        <p:style>
          <a:lnRef idx="1">
            <a:schemeClr val="accent1"/>
          </a:lnRef>
          <a:fillRef idx="0">
            <a:schemeClr val="accent1"/>
          </a:fillRef>
          <a:effectRef idx="0">
            <a:schemeClr val="accent1"/>
          </a:effectRef>
          <a:fontRef idx="minor">
            <a:schemeClr val="tx1"/>
          </a:fontRef>
        </p:style>
      </p:cxnSp>
      <p:sp>
        <p:nvSpPr>
          <p:cNvPr id="47" name="菱形 46">
            <a:extLst>
              <a:ext uri="{FF2B5EF4-FFF2-40B4-BE49-F238E27FC236}">
                <a16:creationId xmlns:a16="http://schemas.microsoft.com/office/drawing/2014/main" id="{D995EAE7-4FF5-F40B-1324-3C8D22AD4A5E}"/>
              </a:ext>
            </a:extLst>
          </p:cNvPr>
          <p:cNvSpPr/>
          <p:nvPr/>
        </p:nvSpPr>
        <p:spPr>
          <a:xfrm>
            <a:off x="7108120" y="4140200"/>
            <a:ext cx="1193800" cy="558800"/>
          </a:xfrm>
          <a:prstGeom prst="diamond">
            <a:avLst/>
          </a:prstGeom>
          <a:solidFill>
            <a:srgbClr val="FFFFFF"/>
          </a:solidFill>
          <a:ln w="8255">
            <a:solidFill>
              <a:srgbClr val="C9D3DA"/>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12700" rIns="25400" bIns="12700" rtlCol="0" anchor="ctr"/>
          <a:lstStyle/>
          <a:p>
            <a:pPr algn="ctr"/>
            <a:r>
              <a:rPr lang="en-US" altLang="zh-CN" sz="900" dirty="0">
                <a:solidFill>
                  <a:srgbClr val="263746"/>
                </a:solidFill>
                <a:latin typeface="Arial" panose="020B0604020202020204" pitchFamily="34" charset="0"/>
              </a:rPr>
              <a:t>Matched correctly?</a:t>
            </a:r>
            <a:endParaRPr lang="zh-CN" altLang="en-US" sz="900" dirty="0">
              <a:solidFill>
                <a:srgbClr val="263746"/>
              </a:solidFill>
              <a:latin typeface="Arial" panose="020B0604020202020204" pitchFamily="34" charset="0"/>
            </a:endParaRPr>
          </a:p>
        </p:txBody>
      </p:sp>
      <p:cxnSp>
        <p:nvCxnSpPr>
          <p:cNvPr id="48" name="直接连接符 47">
            <a:extLst>
              <a:ext uri="{FF2B5EF4-FFF2-40B4-BE49-F238E27FC236}">
                <a16:creationId xmlns:a16="http://schemas.microsoft.com/office/drawing/2014/main" id="{1F634E85-813E-A4EC-BA6D-DFBB67116EA9}"/>
              </a:ext>
            </a:extLst>
          </p:cNvPr>
          <p:cNvCxnSpPr/>
          <p:nvPr/>
        </p:nvCxnSpPr>
        <p:spPr>
          <a:xfrm>
            <a:off x="7705020" y="3886200"/>
            <a:ext cx="0" cy="254000"/>
          </a:xfrm>
          <a:prstGeom prst="line">
            <a:avLst/>
          </a:prstGeom>
          <a:ln w="11430">
            <a:solidFill>
              <a:srgbClr val="697782"/>
            </a:solidFill>
            <a:tailEnd type="arrow"/>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646FE074-E6F1-1C2F-1B8E-28D7B2178D64}"/>
              </a:ext>
            </a:extLst>
          </p:cNvPr>
          <p:cNvSpPr/>
          <p:nvPr/>
        </p:nvSpPr>
        <p:spPr>
          <a:xfrm>
            <a:off x="440620" y="5067300"/>
            <a:ext cx="1092200" cy="355600"/>
          </a:xfrm>
          <a:prstGeom prst="rect">
            <a:avLst/>
          </a:prstGeom>
          <a:solidFill>
            <a:srgbClr val="FCF1D9"/>
          </a:solidFill>
          <a:ln w="8255">
            <a:solidFill>
              <a:srgbClr val="C9D3DA"/>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12700" rIns="25400" bIns="12700" rtlCol="0" anchor="ctr"/>
          <a:lstStyle/>
          <a:p>
            <a:pPr algn="ctr"/>
            <a:r>
              <a:rPr lang="en-US" altLang="zh-CN" sz="960">
                <a:solidFill>
                  <a:srgbClr val="263746"/>
                </a:solidFill>
                <a:latin typeface="Arial" panose="020B0604020202020204" pitchFamily="34" charset="0"/>
              </a:rPr>
              <a:t>Free skip</a:t>
            </a:r>
            <a:endParaRPr lang="zh-CN" altLang="en-US" sz="960">
              <a:solidFill>
                <a:srgbClr val="263746"/>
              </a:solidFill>
              <a:latin typeface="Arial" panose="020B0604020202020204" pitchFamily="34" charset="0"/>
            </a:endParaRPr>
          </a:p>
        </p:txBody>
      </p:sp>
      <p:sp>
        <p:nvSpPr>
          <p:cNvPr id="50" name="矩形 49">
            <a:extLst>
              <a:ext uri="{FF2B5EF4-FFF2-40B4-BE49-F238E27FC236}">
                <a16:creationId xmlns:a16="http://schemas.microsoft.com/office/drawing/2014/main" id="{089B4FF0-7940-6FCA-5D4D-D5171BAF6818}"/>
              </a:ext>
            </a:extLst>
          </p:cNvPr>
          <p:cNvSpPr/>
          <p:nvPr/>
        </p:nvSpPr>
        <p:spPr>
          <a:xfrm>
            <a:off x="1824920" y="5067300"/>
            <a:ext cx="1079500" cy="355600"/>
          </a:xfrm>
          <a:prstGeom prst="rect">
            <a:avLst/>
          </a:prstGeom>
          <a:solidFill>
            <a:srgbClr val="EFF2F4"/>
          </a:solidFill>
          <a:ln w="8255">
            <a:solidFill>
              <a:srgbClr val="C9D3DA"/>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12700" rIns="25400" bIns="12700" rtlCol="0" anchor="ctr"/>
          <a:lstStyle/>
          <a:p>
            <a:pPr algn="ctr"/>
            <a:r>
              <a:rPr lang="en-US" altLang="zh-CN" sz="960" dirty="0">
                <a:solidFill>
                  <a:srgbClr val="263746"/>
                </a:solidFill>
                <a:latin typeface="Arial" panose="020B0604020202020204" pitchFamily="34" charset="0"/>
              </a:rPr>
              <a:t>+1; next</a:t>
            </a:r>
            <a:endParaRPr lang="zh-CN" altLang="en-US" sz="960" dirty="0">
              <a:solidFill>
                <a:srgbClr val="263746"/>
              </a:solidFill>
              <a:latin typeface="Arial" panose="020B0604020202020204" pitchFamily="34" charset="0"/>
            </a:endParaRPr>
          </a:p>
        </p:txBody>
      </p:sp>
      <p:cxnSp>
        <p:nvCxnSpPr>
          <p:cNvPr id="51" name="直接连接符 50">
            <a:extLst>
              <a:ext uri="{FF2B5EF4-FFF2-40B4-BE49-F238E27FC236}">
                <a16:creationId xmlns:a16="http://schemas.microsoft.com/office/drawing/2014/main" id="{CF4E5DA0-7B14-91AC-0B37-DEA1CF012DBA}"/>
              </a:ext>
            </a:extLst>
          </p:cNvPr>
          <p:cNvCxnSpPr>
            <a:cxnSpLocks/>
          </p:cNvCxnSpPr>
          <p:nvPr/>
        </p:nvCxnSpPr>
        <p:spPr>
          <a:xfrm flipH="1">
            <a:off x="986720" y="4546600"/>
            <a:ext cx="121332" cy="0"/>
          </a:xfrm>
          <a:prstGeom prst="line">
            <a:avLst/>
          </a:prstGeom>
          <a:ln w="11430">
            <a:solidFill>
              <a:srgbClr val="697782"/>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2EFEBBE9-724B-475D-3957-267469C5A716}"/>
              </a:ext>
            </a:extLst>
          </p:cNvPr>
          <p:cNvCxnSpPr/>
          <p:nvPr/>
        </p:nvCxnSpPr>
        <p:spPr>
          <a:xfrm>
            <a:off x="986720" y="4546600"/>
            <a:ext cx="0" cy="520700"/>
          </a:xfrm>
          <a:prstGeom prst="line">
            <a:avLst/>
          </a:prstGeom>
          <a:ln w="11430">
            <a:solidFill>
              <a:srgbClr val="697782"/>
            </a:solidFill>
            <a:tailEnd type="arrow"/>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0B5F331A-0B01-A7FD-E7E4-9C6A702F742E}"/>
              </a:ext>
            </a:extLst>
          </p:cNvPr>
          <p:cNvSpPr txBox="1"/>
          <p:nvPr/>
        </p:nvSpPr>
        <p:spPr>
          <a:xfrm>
            <a:off x="1037520" y="4775200"/>
            <a:ext cx="141064" cy="132344"/>
          </a:xfrm>
          <a:prstGeom prst="rect">
            <a:avLst/>
          </a:prstGeom>
          <a:noFill/>
        </p:spPr>
        <p:txBody>
          <a:bodyPr vert="horz" wrap="none" lIns="0" tIns="0" rIns="0" bIns="0" rtlCol="0">
            <a:spAutoFit/>
          </a:bodyPr>
          <a:lstStyle/>
          <a:p>
            <a:pPr algn="ctr"/>
            <a:r>
              <a:rPr lang="en-US" altLang="zh-CN" sz="860">
                <a:solidFill>
                  <a:srgbClr val="5D6974"/>
                </a:solidFill>
                <a:latin typeface="Arial" panose="020B0604020202020204" pitchFamily="34" charset="0"/>
              </a:rPr>
              <a:t>No</a:t>
            </a:r>
            <a:endParaRPr lang="zh-CN" altLang="en-US" sz="860">
              <a:solidFill>
                <a:srgbClr val="5D6974"/>
              </a:solidFill>
              <a:latin typeface="Arial" panose="020B0604020202020204" pitchFamily="34" charset="0"/>
            </a:endParaRPr>
          </a:p>
        </p:txBody>
      </p:sp>
      <p:cxnSp>
        <p:nvCxnSpPr>
          <p:cNvPr id="54" name="直接连接符 53">
            <a:extLst>
              <a:ext uri="{FF2B5EF4-FFF2-40B4-BE49-F238E27FC236}">
                <a16:creationId xmlns:a16="http://schemas.microsoft.com/office/drawing/2014/main" id="{25BDB2BD-999A-094F-3745-499CF40C74F4}"/>
              </a:ext>
            </a:extLst>
          </p:cNvPr>
          <p:cNvCxnSpPr>
            <a:cxnSpLocks/>
          </p:cNvCxnSpPr>
          <p:nvPr/>
        </p:nvCxnSpPr>
        <p:spPr>
          <a:xfrm>
            <a:off x="2275530" y="4546600"/>
            <a:ext cx="89140" cy="0"/>
          </a:xfrm>
          <a:prstGeom prst="line">
            <a:avLst/>
          </a:prstGeom>
          <a:ln w="11430">
            <a:solidFill>
              <a:srgbClr val="697782"/>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59233974-CD48-7323-8BBF-129C8E612442}"/>
              </a:ext>
            </a:extLst>
          </p:cNvPr>
          <p:cNvCxnSpPr/>
          <p:nvPr/>
        </p:nvCxnSpPr>
        <p:spPr>
          <a:xfrm>
            <a:off x="2364670" y="4546600"/>
            <a:ext cx="0" cy="520700"/>
          </a:xfrm>
          <a:prstGeom prst="line">
            <a:avLst/>
          </a:prstGeom>
          <a:ln w="11430">
            <a:solidFill>
              <a:srgbClr val="697782"/>
            </a:solidFill>
            <a:tailEnd type="arrow"/>
          </a:ln>
        </p:spPr>
        <p:style>
          <a:lnRef idx="1">
            <a:schemeClr val="accent1"/>
          </a:lnRef>
          <a:fillRef idx="0">
            <a:schemeClr val="accent1"/>
          </a:fillRef>
          <a:effectRef idx="0">
            <a:schemeClr val="accent1"/>
          </a:effectRef>
          <a:fontRef idx="minor">
            <a:schemeClr val="tx1"/>
          </a:fontRef>
        </p:style>
      </p:cxnSp>
      <p:sp>
        <p:nvSpPr>
          <p:cNvPr id="56" name="文本框 55">
            <a:extLst>
              <a:ext uri="{FF2B5EF4-FFF2-40B4-BE49-F238E27FC236}">
                <a16:creationId xmlns:a16="http://schemas.microsoft.com/office/drawing/2014/main" id="{B0C89431-6566-A07A-653F-0D5E3C5B70E7}"/>
              </a:ext>
            </a:extLst>
          </p:cNvPr>
          <p:cNvSpPr txBox="1"/>
          <p:nvPr/>
        </p:nvSpPr>
        <p:spPr>
          <a:xfrm>
            <a:off x="2434520" y="4775200"/>
            <a:ext cx="189154" cy="132344"/>
          </a:xfrm>
          <a:prstGeom prst="rect">
            <a:avLst/>
          </a:prstGeom>
          <a:noFill/>
        </p:spPr>
        <p:txBody>
          <a:bodyPr vert="horz" wrap="none" lIns="0" tIns="0" rIns="0" bIns="0" rtlCol="0">
            <a:spAutoFit/>
          </a:bodyPr>
          <a:lstStyle/>
          <a:p>
            <a:pPr algn="ctr"/>
            <a:r>
              <a:rPr lang="en-US" altLang="zh-CN" sz="860">
                <a:solidFill>
                  <a:srgbClr val="5D6974"/>
                </a:solidFill>
                <a:latin typeface="Arial" panose="020B0604020202020204" pitchFamily="34" charset="0"/>
              </a:rPr>
              <a:t>Yes</a:t>
            </a:r>
            <a:endParaRPr lang="zh-CN" altLang="en-US" sz="860">
              <a:solidFill>
                <a:srgbClr val="5D6974"/>
              </a:solidFill>
              <a:latin typeface="Arial" panose="020B0604020202020204" pitchFamily="34" charset="0"/>
            </a:endParaRPr>
          </a:p>
        </p:txBody>
      </p:sp>
      <p:sp>
        <p:nvSpPr>
          <p:cNvPr id="57" name="矩形 56">
            <a:extLst>
              <a:ext uri="{FF2B5EF4-FFF2-40B4-BE49-F238E27FC236}">
                <a16:creationId xmlns:a16="http://schemas.microsoft.com/office/drawing/2014/main" id="{0848FDE4-FD20-DE16-38FB-54EE9E4A15D4}"/>
              </a:ext>
            </a:extLst>
          </p:cNvPr>
          <p:cNvSpPr/>
          <p:nvPr/>
        </p:nvSpPr>
        <p:spPr>
          <a:xfrm>
            <a:off x="3450520" y="5067300"/>
            <a:ext cx="1092200" cy="355600"/>
          </a:xfrm>
          <a:prstGeom prst="rect">
            <a:avLst/>
          </a:prstGeom>
          <a:solidFill>
            <a:srgbClr val="EFF2F4"/>
          </a:solidFill>
          <a:ln w="8255">
            <a:solidFill>
              <a:srgbClr val="C9D3DA"/>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12700" rIns="25400" bIns="12700" rtlCol="0" anchor="ctr"/>
          <a:lstStyle/>
          <a:p>
            <a:pPr algn="ctr"/>
            <a:r>
              <a:rPr lang="en-US" altLang="zh-CN" sz="960" dirty="0">
                <a:solidFill>
                  <a:srgbClr val="263746"/>
                </a:solidFill>
                <a:latin typeface="Arial" panose="020B0604020202020204" pitchFamily="34" charset="0"/>
              </a:rPr>
              <a:t>+1; next</a:t>
            </a:r>
            <a:endParaRPr lang="zh-CN" altLang="en-US" sz="960" dirty="0">
              <a:solidFill>
                <a:srgbClr val="263746"/>
              </a:solidFill>
              <a:latin typeface="Arial" panose="020B0604020202020204" pitchFamily="34" charset="0"/>
            </a:endParaRPr>
          </a:p>
        </p:txBody>
      </p:sp>
      <p:sp>
        <p:nvSpPr>
          <p:cNvPr id="58" name="矩形 57">
            <a:extLst>
              <a:ext uri="{FF2B5EF4-FFF2-40B4-BE49-F238E27FC236}">
                <a16:creationId xmlns:a16="http://schemas.microsoft.com/office/drawing/2014/main" id="{2AE4924C-9BC0-4753-5E41-3C23208660AC}"/>
              </a:ext>
            </a:extLst>
          </p:cNvPr>
          <p:cNvSpPr/>
          <p:nvPr/>
        </p:nvSpPr>
        <p:spPr>
          <a:xfrm>
            <a:off x="4847520" y="5067300"/>
            <a:ext cx="1066800" cy="355600"/>
          </a:xfrm>
          <a:prstGeom prst="rect">
            <a:avLst/>
          </a:prstGeom>
          <a:solidFill>
            <a:srgbClr val="FCF1D9"/>
          </a:solidFill>
          <a:ln w="8255">
            <a:solidFill>
              <a:srgbClr val="C9D3DA"/>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12700" rIns="25400" bIns="12700" rtlCol="0" anchor="ctr"/>
          <a:lstStyle/>
          <a:p>
            <a:pPr algn="ctr"/>
            <a:r>
              <a:rPr lang="en-US" altLang="zh-CN" sz="960">
                <a:solidFill>
                  <a:srgbClr val="263746"/>
                </a:solidFill>
                <a:latin typeface="Arial" panose="020B0604020202020204" pitchFamily="34" charset="0"/>
              </a:rPr>
              <a:t>Free skip</a:t>
            </a:r>
            <a:endParaRPr lang="zh-CN" altLang="en-US" sz="960">
              <a:solidFill>
                <a:srgbClr val="263746"/>
              </a:solidFill>
              <a:latin typeface="Arial" panose="020B0604020202020204" pitchFamily="34" charset="0"/>
            </a:endParaRPr>
          </a:p>
        </p:txBody>
      </p:sp>
      <p:cxnSp>
        <p:nvCxnSpPr>
          <p:cNvPr id="59" name="直接连接符 58">
            <a:extLst>
              <a:ext uri="{FF2B5EF4-FFF2-40B4-BE49-F238E27FC236}">
                <a16:creationId xmlns:a16="http://schemas.microsoft.com/office/drawing/2014/main" id="{5C9184CA-2BF9-96DB-3C27-7E413C663C6A}"/>
              </a:ext>
            </a:extLst>
          </p:cNvPr>
          <p:cNvCxnSpPr/>
          <p:nvPr/>
        </p:nvCxnSpPr>
        <p:spPr>
          <a:xfrm flipH="1">
            <a:off x="3996620" y="4546600"/>
            <a:ext cx="381000" cy="0"/>
          </a:xfrm>
          <a:prstGeom prst="line">
            <a:avLst/>
          </a:prstGeom>
          <a:ln w="11430">
            <a:solidFill>
              <a:srgbClr val="697782"/>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EC81ECD6-3490-1914-9258-39ACF403510B}"/>
              </a:ext>
            </a:extLst>
          </p:cNvPr>
          <p:cNvCxnSpPr/>
          <p:nvPr/>
        </p:nvCxnSpPr>
        <p:spPr>
          <a:xfrm>
            <a:off x="3996620" y="4546600"/>
            <a:ext cx="0" cy="520700"/>
          </a:xfrm>
          <a:prstGeom prst="line">
            <a:avLst/>
          </a:prstGeom>
          <a:ln w="11430">
            <a:solidFill>
              <a:srgbClr val="697782"/>
            </a:solidFill>
            <a:tailEnd type="arrow"/>
          </a:ln>
        </p:spPr>
        <p:style>
          <a:lnRef idx="1">
            <a:schemeClr val="accent1"/>
          </a:lnRef>
          <a:fillRef idx="0">
            <a:schemeClr val="accent1"/>
          </a:fillRef>
          <a:effectRef idx="0">
            <a:schemeClr val="accent1"/>
          </a:effectRef>
          <a:fontRef idx="minor">
            <a:schemeClr val="tx1"/>
          </a:fontRef>
        </p:style>
      </p:cxnSp>
      <p:sp>
        <p:nvSpPr>
          <p:cNvPr id="61" name="文本框 60">
            <a:extLst>
              <a:ext uri="{FF2B5EF4-FFF2-40B4-BE49-F238E27FC236}">
                <a16:creationId xmlns:a16="http://schemas.microsoft.com/office/drawing/2014/main" id="{34713753-6C47-D036-2DCA-D0FB3B31354B}"/>
              </a:ext>
            </a:extLst>
          </p:cNvPr>
          <p:cNvSpPr txBox="1"/>
          <p:nvPr/>
        </p:nvSpPr>
        <p:spPr>
          <a:xfrm>
            <a:off x="4072820" y="4775200"/>
            <a:ext cx="141064" cy="132344"/>
          </a:xfrm>
          <a:prstGeom prst="rect">
            <a:avLst/>
          </a:prstGeom>
          <a:noFill/>
        </p:spPr>
        <p:txBody>
          <a:bodyPr vert="horz" wrap="none" lIns="0" tIns="0" rIns="0" bIns="0" rtlCol="0">
            <a:spAutoFit/>
          </a:bodyPr>
          <a:lstStyle/>
          <a:p>
            <a:pPr algn="ctr"/>
            <a:r>
              <a:rPr lang="en-US" altLang="zh-CN" sz="860">
                <a:solidFill>
                  <a:srgbClr val="5D6974"/>
                </a:solidFill>
                <a:latin typeface="Arial" panose="020B0604020202020204" pitchFamily="34" charset="0"/>
              </a:rPr>
              <a:t>No</a:t>
            </a:r>
            <a:endParaRPr lang="zh-CN" altLang="en-US" sz="860">
              <a:solidFill>
                <a:srgbClr val="5D6974"/>
              </a:solidFill>
              <a:latin typeface="Arial" panose="020B0604020202020204" pitchFamily="34" charset="0"/>
            </a:endParaRPr>
          </a:p>
        </p:txBody>
      </p:sp>
      <p:cxnSp>
        <p:nvCxnSpPr>
          <p:cNvPr id="62" name="直接连接符 61">
            <a:extLst>
              <a:ext uri="{FF2B5EF4-FFF2-40B4-BE49-F238E27FC236}">
                <a16:creationId xmlns:a16="http://schemas.microsoft.com/office/drawing/2014/main" id="{7586976B-E470-459D-29F0-933FA13BCA38}"/>
              </a:ext>
            </a:extLst>
          </p:cNvPr>
          <p:cNvCxnSpPr/>
          <p:nvPr/>
        </p:nvCxnSpPr>
        <p:spPr>
          <a:xfrm>
            <a:off x="4974520" y="4546600"/>
            <a:ext cx="406400" cy="0"/>
          </a:xfrm>
          <a:prstGeom prst="line">
            <a:avLst/>
          </a:prstGeom>
          <a:ln w="11430">
            <a:solidFill>
              <a:srgbClr val="697782"/>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89C6EB9F-7DD7-88F1-6FCC-98F4BFC5E987}"/>
              </a:ext>
            </a:extLst>
          </p:cNvPr>
          <p:cNvCxnSpPr/>
          <p:nvPr/>
        </p:nvCxnSpPr>
        <p:spPr>
          <a:xfrm>
            <a:off x="5380920" y="4546600"/>
            <a:ext cx="0" cy="520700"/>
          </a:xfrm>
          <a:prstGeom prst="line">
            <a:avLst/>
          </a:prstGeom>
          <a:ln w="11430">
            <a:solidFill>
              <a:srgbClr val="697782"/>
            </a:solidFill>
            <a:tailEnd type="arrow"/>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B3FF83D5-3178-8002-BE36-9B13F792527C}"/>
              </a:ext>
            </a:extLst>
          </p:cNvPr>
          <p:cNvSpPr txBox="1"/>
          <p:nvPr/>
        </p:nvSpPr>
        <p:spPr>
          <a:xfrm>
            <a:off x="5469820" y="4775200"/>
            <a:ext cx="189154" cy="132344"/>
          </a:xfrm>
          <a:prstGeom prst="rect">
            <a:avLst/>
          </a:prstGeom>
          <a:noFill/>
        </p:spPr>
        <p:txBody>
          <a:bodyPr vert="horz" wrap="none" lIns="0" tIns="0" rIns="0" bIns="0" rtlCol="0">
            <a:spAutoFit/>
          </a:bodyPr>
          <a:lstStyle/>
          <a:p>
            <a:pPr algn="ctr"/>
            <a:r>
              <a:rPr lang="en-US" altLang="zh-CN" sz="860">
                <a:solidFill>
                  <a:srgbClr val="5D6974"/>
                </a:solidFill>
                <a:latin typeface="Arial" panose="020B0604020202020204" pitchFamily="34" charset="0"/>
              </a:rPr>
              <a:t>Yes</a:t>
            </a:r>
            <a:endParaRPr lang="zh-CN" altLang="en-US" sz="860">
              <a:solidFill>
                <a:srgbClr val="5D6974"/>
              </a:solidFill>
              <a:latin typeface="Arial" panose="020B0604020202020204" pitchFamily="34" charset="0"/>
            </a:endParaRPr>
          </a:p>
        </p:txBody>
      </p:sp>
      <p:sp>
        <p:nvSpPr>
          <p:cNvPr id="65" name="矩形 64">
            <a:extLst>
              <a:ext uri="{FF2B5EF4-FFF2-40B4-BE49-F238E27FC236}">
                <a16:creationId xmlns:a16="http://schemas.microsoft.com/office/drawing/2014/main" id="{45052233-331F-DA2A-083C-939997B459DB}"/>
              </a:ext>
            </a:extLst>
          </p:cNvPr>
          <p:cNvSpPr/>
          <p:nvPr/>
        </p:nvSpPr>
        <p:spPr>
          <a:xfrm>
            <a:off x="6485820" y="5067300"/>
            <a:ext cx="1092200" cy="355600"/>
          </a:xfrm>
          <a:prstGeom prst="rect">
            <a:avLst/>
          </a:prstGeom>
          <a:solidFill>
            <a:srgbClr val="EFF2F4"/>
          </a:solidFill>
          <a:ln w="8255">
            <a:solidFill>
              <a:srgbClr val="C9D3DA"/>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12700" rIns="25400" bIns="12700" rtlCol="0" anchor="ctr"/>
          <a:lstStyle/>
          <a:p>
            <a:pPr algn="ctr"/>
            <a:r>
              <a:rPr lang="en-US" altLang="zh-CN" sz="960" dirty="0">
                <a:solidFill>
                  <a:srgbClr val="263746"/>
                </a:solidFill>
                <a:latin typeface="Arial" panose="020B0604020202020204" pitchFamily="34" charset="0"/>
              </a:rPr>
              <a:t>+1; next</a:t>
            </a:r>
            <a:endParaRPr lang="zh-CN" altLang="en-US" sz="960" dirty="0">
              <a:solidFill>
                <a:srgbClr val="263746"/>
              </a:solidFill>
              <a:latin typeface="Arial" panose="020B0604020202020204" pitchFamily="34" charset="0"/>
            </a:endParaRPr>
          </a:p>
        </p:txBody>
      </p:sp>
      <p:sp>
        <p:nvSpPr>
          <p:cNvPr id="66" name="矩形 65">
            <a:extLst>
              <a:ext uri="{FF2B5EF4-FFF2-40B4-BE49-F238E27FC236}">
                <a16:creationId xmlns:a16="http://schemas.microsoft.com/office/drawing/2014/main" id="{DCDBF78B-9519-DCAC-2DEF-2455722D60D4}"/>
              </a:ext>
            </a:extLst>
          </p:cNvPr>
          <p:cNvSpPr/>
          <p:nvPr/>
        </p:nvSpPr>
        <p:spPr>
          <a:xfrm>
            <a:off x="7870120" y="4953000"/>
            <a:ext cx="1092200" cy="342900"/>
          </a:xfrm>
          <a:prstGeom prst="rect">
            <a:avLst/>
          </a:prstGeom>
          <a:solidFill>
            <a:srgbClr val="EEF0FA"/>
          </a:solidFill>
          <a:ln w="8255">
            <a:solidFill>
              <a:srgbClr val="C9D3DA"/>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12700" rIns="25400" bIns="12700" rtlCol="0" anchor="ctr"/>
          <a:lstStyle/>
          <a:p>
            <a:pPr algn="ctr"/>
            <a:r>
              <a:rPr lang="en-US" altLang="zh-CN" sz="960">
                <a:solidFill>
                  <a:srgbClr val="263746"/>
                </a:solidFill>
                <a:latin typeface="Arial" panose="020B0604020202020204" pitchFamily="34" charset="0"/>
              </a:rPr>
              <a:t>Build</a:t>
            </a:r>
            <a:endParaRPr lang="zh-CN" altLang="en-US" sz="960">
              <a:solidFill>
                <a:srgbClr val="263746"/>
              </a:solidFill>
              <a:latin typeface="Arial" panose="020B0604020202020204" pitchFamily="34" charset="0"/>
            </a:endParaRPr>
          </a:p>
        </p:txBody>
      </p:sp>
      <p:cxnSp>
        <p:nvCxnSpPr>
          <p:cNvPr id="67" name="直接连接符 66">
            <a:extLst>
              <a:ext uri="{FF2B5EF4-FFF2-40B4-BE49-F238E27FC236}">
                <a16:creationId xmlns:a16="http://schemas.microsoft.com/office/drawing/2014/main" id="{D0AC521D-BFE4-F436-79AB-5FB68DBCEF17}"/>
              </a:ext>
            </a:extLst>
          </p:cNvPr>
          <p:cNvCxnSpPr/>
          <p:nvPr/>
        </p:nvCxnSpPr>
        <p:spPr>
          <a:xfrm flipH="1">
            <a:off x="7031920" y="4546600"/>
            <a:ext cx="368300" cy="0"/>
          </a:xfrm>
          <a:prstGeom prst="line">
            <a:avLst/>
          </a:prstGeom>
          <a:ln w="11430">
            <a:solidFill>
              <a:srgbClr val="697782"/>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67F0028C-875C-C7DC-81CD-0B704C443C89}"/>
              </a:ext>
            </a:extLst>
          </p:cNvPr>
          <p:cNvCxnSpPr/>
          <p:nvPr/>
        </p:nvCxnSpPr>
        <p:spPr>
          <a:xfrm>
            <a:off x="7031920" y="4546600"/>
            <a:ext cx="0" cy="520700"/>
          </a:xfrm>
          <a:prstGeom prst="line">
            <a:avLst/>
          </a:prstGeom>
          <a:ln w="11430">
            <a:solidFill>
              <a:srgbClr val="697782"/>
            </a:solidFill>
            <a:tailEnd type="arrow"/>
          </a:ln>
        </p:spPr>
        <p:style>
          <a:lnRef idx="1">
            <a:schemeClr val="accent1"/>
          </a:lnRef>
          <a:fillRef idx="0">
            <a:schemeClr val="accent1"/>
          </a:fillRef>
          <a:effectRef idx="0">
            <a:schemeClr val="accent1"/>
          </a:effectRef>
          <a:fontRef idx="minor">
            <a:schemeClr val="tx1"/>
          </a:fontRef>
        </p:style>
      </p:cxnSp>
      <p:sp>
        <p:nvSpPr>
          <p:cNvPr id="69" name="文本框 68">
            <a:extLst>
              <a:ext uri="{FF2B5EF4-FFF2-40B4-BE49-F238E27FC236}">
                <a16:creationId xmlns:a16="http://schemas.microsoft.com/office/drawing/2014/main" id="{C226EB5F-0F67-89CA-56E5-AD11588FAC30}"/>
              </a:ext>
            </a:extLst>
          </p:cNvPr>
          <p:cNvSpPr txBox="1"/>
          <p:nvPr/>
        </p:nvSpPr>
        <p:spPr>
          <a:xfrm>
            <a:off x="7108120" y="4775200"/>
            <a:ext cx="141064" cy="132344"/>
          </a:xfrm>
          <a:prstGeom prst="rect">
            <a:avLst/>
          </a:prstGeom>
          <a:noFill/>
        </p:spPr>
        <p:txBody>
          <a:bodyPr vert="horz" wrap="none" lIns="0" tIns="0" rIns="0" bIns="0" rtlCol="0">
            <a:spAutoFit/>
          </a:bodyPr>
          <a:lstStyle/>
          <a:p>
            <a:pPr algn="ctr"/>
            <a:r>
              <a:rPr lang="en-US" altLang="zh-CN" sz="860">
                <a:solidFill>
                  <a:srgbClr val="5D6974"/>
                </a:solidFill>
                <a:latin typeface="Arial" panose="020B0604020202020204" pitchFamily="34" charset="0"/>
              </a:rPr>
              <a:t>No</a:t>
            </a:r>
            <a:endParaRPr lang="zh-CN" altLang="en-US" sz="860">
              <a:solidFill>
                <a:srgbClr val="5D6974"/>
              </a:solidFill>
              <a:latin typeface="Arial" panose="020B0604020202020204" pitchFamily="34" charset="0"/>
            </a:endParaRPr>
          </a:p>
        </p:txBody>
      </p:sp>
      <p:cxnSp>
        <p:nvCxnSpPr>
          <p:cNvPr id="70" name="直接连接符 69">
            <a:extLst>
              <a:ext uri="{FF2B5EF4-FFF2-40B4-BE49-F238E27FC236}">
                <a16:creationId xmlns:a16="http://schemas.microsoft.com/office/drawing/2014/main" id="{9AE70FFE-0F3E-CED6-5F3A-72E7348276FB}"/>
              </a:ext>
            </a:extLst>
          </p:cNvPr>
          <p:cNvCxnSpPr/>
          <p:nvPr/>
        </p:nvCxnSpPr>
        <p:spPr>
          <a:xfrm>
            <a:off x="7997120" y="4546600"/>
            <a:ext cx="419100" cy="0"/>
          </a:xfrm>
          <a:prstGeom prst="line">
            <a:avLst/>
          </a:prstGeom>
          <a:ln w="11430">
            <a:solidFill>
              <a:srgbClr val="697782"/>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429B3D33-AC1C-F38E-E295-0F1CF4A51541}"/>
              </a:ext>
            </a:extLst>
          </p:cNvPr>
          <p:cNvCxnSpPr/>
          <p:nvPr/>
        </p:nvCxnSpPr>
        <p:spPr>
          <a:xfrm>
            <a:off x="8416220" y="4546600"/>
            <a:ext cx="0" cy="406400"/>
          </a:xfrm>
          <a:prstGeom prst="line">
            <a:avLst/>
          </a:prstGeom>
          <a:ln w="11430">
            <a:solidFill>
              <a:srgbClr val="697782"/>
            </a:solidFill>
            <a:tailEnd type="arrow"/>
          </a:ln>
        </p:spPr>
        <p:style>
          <a:lnRef idx="1">
            <a:schemeClr val="accent1"/>
          </a:lnRef>
          <a:fillRef idx="0">
            <a:schemeClr val="accent1"/>
          </a:fillRef>
          <a:effectRef idx="0">
            <a:schemeClr val="accent1"/>
          </a:effectRef>
          <a:fontRef idx="minor">
            <a:schemeClr val="tx1"/>
          </a:fontRef>
        </p:style>
      </p:cxnSp>
      <p:sp>
        <p:nvSpPr>
          <p:cNvPr id="72" name="文本框 71">
            <a:extLst>
              <a:ext uri="{FF2B5EF4-FFF2-40B4-BE49-F238E27FC236}">
                <a16:creationId xmlns:a16="http://schemas.microsoft.com/office/drawing/2014/main" id="{C82EB230-0094-D67A-39B5-9CCD3C083FA3}"/>
              </a:ext>
            </a:extLst>
          </p:cNvPr>
          <p:cNvSpPr txBox="1"/>
          <p:nvPr/>
        </p:nvSpPr>
        <p:spPr>
          <a:xfrm>
            <a:off x="8505120" y="4749800"/>
            <a:ext cx="189154" cy="132344"/>
          </a:xfrm>
          <a:prstGeom prst="rect">
            <a:avLst/>
          </a:prstGeom>
          <a:noFill/>
        </p:spPr>
        <p:txBody>
          <a:bodyPr vert="horz" wrap="none" lIns="0" tIns="0" rIns="0" bIns="0" rtlCol="0">
            <a:spAutoFit/>
          </a:bodyPr>
          <a:lstStyle/>
          <a:p>
            <a:pPr algn="ctr"/>
            <a:r>
              <a:rPr lang="en-US" altLang="zh-CN" sz="860">
                <a:solidFill>
                  <a:srgbClr val="5D6974"/>
                </a:solidFill>
                <a:latin typeface="Arial" panose="020B0604020202020204" pitchFamily="34" charset="0"/>
              </a:rPr>
              <a:t>Yes</a:t>
            </a:r>
            <a:endParaRPr lang="zh-CN" altLang="en-US" sz="860">
              <a:solidFill>
                <a:srgbClr val="5D6974"/>
              </a:solidFill>
              <a:latin typeface="Arial" panose="020B0604020202020204" pitchFamily="34" charset="0"/>
            </a:endParaRPr>
          </a:p>
        </p:txBody>
      </p:sp>
      <p:cxnSp>
        <p:nvCxnSpPr>
          <p:cNvPr id="73" name="直接连接符 72">
            <a:extLst>
              <a:ext uri="{FF2B5EF4-FFF2-40B4-BE49-F238E27FC236}">
                <a16:creationId xmlns:a16="http://schemas.microsoft.com/office/drawing/2014/main" id="{54404EC4-8643-975B-99E7-C1692AD3CDCD}"/>
              </a:ext>
            </a:extLst>
          </p:cNvPr>
          <p:cNvCxnSpPr/>
          <p:nvPr/>
        </p:nvCxnSpPr>
        <p:spPr>
          <a:xfrm>
            <a:off x="8416220" y="5295900"/>
            <a:ext cx="0" cy="241300"/>
          </a:xfrm>
          <a:prstGeom prst="line">
            <a:avLst/>
          </a:prstGeom>
          <a:ln w="11430">
            <a:solidFill>
              <a:srgbClr val="697782"/>
            </a:solidFill>
            <a:tailEnd type="arrow"/>
          </a:ln>
        </p:spPr>
        <p:style>
          <a:lnRef idx="1">
            <a:schemeClr val="accent1"/>
          </a:lnRef>
          <a:fillRef idx="0">
            <a:schemeClr val="accent1"/>
          </a:fillRef>
          <a:effectRef idx="0">
            <a:schemeClr val="accent1"/>
          </a:effectRef>
          <a:fontRef idx="minor">
            <a:schemeClr val="tx1"/>
          </a:fontRef>
        </p:style>
      </p:cxnSp>
      <p:sp>
        <p:nvSpPr>
          <p:cNvPr id="74" name="矩形 73">
            <a:extLst>
              <a:ext uri="{FF2B5EF4-FFF2-40B4-BE49-F238E27FC236}">
                <a16:creationId xmlns:a16="http://schemas.microsoft.com/office/drawing/2014/main" id="{FCB2E1CA-20FC-3FA3-BED4-69864FFE7636}"/>
              </a:ext>
            </a:extLst>
          </p:cNvPr>
          <p:cNvSpPr/>
          <p:nvPr/>
        </p:nvSpPr>
        <p:spPr>
          <a:xfrm>
            <a:off x="6485820" y="5537200"/>
            <a:ext cx="2476500" cy="444500"/>
          </a:xfrm>
          <a:prstGeom prst="rect">
            <a:avLst/>
          </a:prstGeom>
          <a:solidFill>
            <a:srgbClr val="E3F1EC"/>
          </a:solidFill>
          <a:ln w="8255">
            <a:solidFill>
              <a:srgbClr val="C9D3DA"/>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12700" rIns="25400" bIns="12700" rtlCol="0" anchor="ctr"/>
          <a:lstStyle/>
          <a:p>
            <a:pPr algn="ctr"/>
            <a:r>
              <a:rPr lang="zh-CN" altLang="zh-CN" sz="960" dirty="0">
                <a:solidFill>
                  <a:srgbClr val="263746"/>
                </a:solidFill>
                <a:latin typeface="Arial" panose="020B0604020202020204" pitchFamily="34" charset="0"/>
              </a:rPr>
              <a:t>Pose RMSD &lt; threshold</a:t>
            </a:r>
            <a:r>
              <a:rPr lang="en-US" altLang="zh-CN" sz="960" dirty="0">
                <a:solidFill>
                  <a:srgbClr val="263746"/>
                </a:solidFill>
                <a:latin typeface="Arial" panose="020B0604020202020204" pitchFamily="34" charset="0"/>
              </a:rPr>
              <a:t>: +1; </a:t>
            </a:r>
            <a:r>
              <a:rPr lang="en-US" altLang="zh-CN" sz="960" b="1" dirty="0">
                <a:solidFill>
                  <a:srgbClr val="263746"/>
                </a:solidFill>
                <a:latin typeface="Arial" panose="020B0604020202020204" pitchFamily="34" charset="0"/>
              </a:rPr>
              <a:t>success</a:t>
            </a:r>
            <a:r>
              <a:rPr lang="en-US" altLang="zh-CN" sz="960" dirty="0">
                <a:solidFill>
                  <a:srgbClr val="263746"/>
                </a:solidFill>
                <a:latin typeface="Arial" panose="020B0604020202020204" pitchFamily="34" charset="0"/>
              </a:rPr>
              <a:t>
Otherwise: +1; next</a:t>
            </a:r>
            <a:endParaRPr lang="zh-CN" altLang="en-US" sz="960" dirty="0">
              <a:solidFill>
                <a:srgbClr val="263746"/>
              </a:solidFill>
              <a:latin typeface="Arial" panose="020B0604020202020204" pitchFamily="34" charset="0"/>
            </a:endParaRPr>
          </a:p>
        </p:txBody>
      </p:sp>
      <p:cxnSp>
        <p:nvCxnSpPr>
          <p:cNvPr id="79" name="直接连接符 78">
            <a:extLst>
              <a:ext uri="{FF2B5EF4-FFF2-40B4-BE49-F238E27FC236}">
                <a16:creationId xmlns:a16="http://schemas.microsoft.com/office/drawing/2014/main" id="{77F0872F-B1DB-28BF-A443-1A84B0876776}"/>
              </a:ext>
            </a:extLst>
          </p:cNvPr>
          <p:cNvCxnSpPr>
            <a:cxnSpLocks/>
          </p:cNvCxnSpPr>
          <p:nvPr/>
        </p:nvCxnSpPr>
        <p:spPr>
          <a:xfrm>
            <a:off x="4863396" y="2489200"/>
            <a:ext cx="1079500" cy="0"/>
          </a:xfrm>
          <a:prstGeom prst="line">
            <a:avLst/>
          </a:prstGeom>
          <a:ln w="11430">
            <a:solidFill>
              <a:srgbClr val="5D6974"/>
            </a:solidFill>
          </a:ln>
        </p:spPr>
        <p:style>
          <a:lnRef idx="1">
            <a:schemeClr val="accent1"/>
          </a:lnRef>
          <a:fillRef idx="0">
            <a:schemeClr val="accent1"/>
          </a:fillRef>
          <a:effectRef idx="0">
            <a:schemeClr val="accent1"/>
          </a:effectRef>
          <a:fontRef idx="minor">
            <a:schemeClr val="tx1"/>
          </a:fontRef>
        </p:style>
      </p:cxnSp>
      <p:sp>
        <p:nvSpPr>
          <p:cNvPr id="88" name="文本框 87">
            <a:extLst>
              <a:ext uri="{FF2B5EF4-FFF2-40B4-BE49-F238E27FC236}">
                <a16:creationId xmlns:a16="http://schemas.microsoft.com/office/drawing/2014/main" id="{D0523F00-CD7A-F133-2049-710525071999}"/>
              </a:ext>
            </a:extLst>
          </p:cNvPr>
          <p:cNvSpPr txBox="1"/>
          <p:nvPr/>
        </p:nvSpPr>
        <p:spPr>
          <a:xfrm>
            <a:off x="4814540" y="3172540"/>
            <a:ext cx="2244525" cy="246221"/>
          </a:xfrm>
          <a:prstGeom prst="rect">
            <a:avLst/>
          </a:prstGeom>
          <a:noFill/>
        </p:spPr>
        <p:txBody>
          <a:bodyPr wrap="none" rtlCol="0">
            <a:spAutoFit/>
          </a:bodyPr>
          <a:lstStyle/>
          <a:p>
            <a:r>
              <a:rPr lang="en-US" altLang="zh-CN" sz="1000" dirty="0"/>
              <a:t>What’s the g</a:t>
            </a:r>
            <a:r>
              <a:rPr lang="zh-CN" altLang="zh-CN" sz="1000" dirty="0"/>
              <a:t>round-truth ligand type</a:t>
            </a:r>
            <a:r>
              <a:rPr lang="en-US" altLang="zh-CN" sz="1000" dirty="0"/>
              <a:t>?</a:t>
            </a:r>
            <a:endParaRPr lang="zh-CN" altLang="en-US" sz="1000" dirty="0"/>
          </a:p>
        </p:txBody>
      </p:sp>
      <p:sp>
        <p:nvSpPr>
          <p:cNvPr id="90" name="矩形 89">
            <a:extLst>
              <a:ext uri="{FF2B5EF4-FFF2-40B4-BE49-F238E27FC236}">
                <a16:creationId xmlns:a16="http://schemas.microsoft.com/office/drawing/2014/main" id="{9F507521-1D7F-3796-3F1F-FB7268AC6D21}"/>
              </a:ext>
            </a:extLst>
          </p:cNvPr>
          <p:cNvSpPr/>
          <p:nvPr/>
        </p:nvSpPr>
        <p:spPr>
          <a:xfrm>
            <a:off x="285647" y="500633"/>
            <a:ext cx="1270000" cy="381000"/>
          </a:xfrm>
          <a:prstGeom prst="rect">
            <a:avLst/>
          </a:prstGeom>
          <a:solidFill>
            <a:srgbClr val="EDF4F5"/>
          </a:solidFill>
          <a:ln w="8255">
            <a:solidFill>
              <a:srgbClr val="C9D3DA"/>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12700" rIns="25400" bIns="12700" rtlCol="0" anchor="ctr"/>
          <a:lstStyle/>
          <a:p>
            <a:pPr algn="ctr"/>
            <a:r>
              <a:rPr lang="en-US" altLang="zh-CN" sz="1000" dirty="0">
                <a:solidFill>
                  <a:srgbClr val="263746"/>
                </a:solidFill>
                <a:latin typeface="Arial" panose="020B0604020202020204" pitchFamily="34" charset="0"/>
              </a:rPr>
              <a:t>Candidate from Find</a:t>
            </a:r>
            <a:endParaRPr lang="zh-CN" altLang="en-US" sz="1000" dirty="0">
              <a:solidFill>
                <a:srgbClr val="263746"/>
              </a:solidFill>
              <a:latin typeface="Arial" panose="020B0604020202020204" pitchFamily="34" charset="0"/>
            </a:endParaRPr>
          </a:p>
        </p:txBody>
      </p:sp>
    </p:spTree>
    <p:extLst>
      <p:ext uri="{BB962C8B-B14F-4D97-AF65-F5344CB8AC3E}">
        <p14:creationId xmlns:p14="http://schemas.microsoft.com/office/powerpoint/2010/main" val="3759621588"/>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TotalTime>
  <Words>930</Words>
  <Application>Microsoft Office PowerPoint</Application>
  <PresentationFormat>自定义</PresentationFormat>
  <Paragraphs>46</Paragraphs>
  <Slides>1</Slides>
  <Notes>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等线 Light</vt:lpstr>
      <vt:lpstr>Arial</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Hongen Peng</dc:creator>
  <cp:lastModifiedBy>Hongen Peng</cp:lastModifiedBy>
  <cp:revision>36</cp:revision>
  <dcterms:created xsi:type="dcterms:W3CDTF">2026-10-04T04:41:47Z</dcterms:created>
  <dcterms:modified xsi:type="dcterms:W3CDTF">2026-10-14T07:48:34Z</dcterms:modified>
</cp:coreProperties>
</file>