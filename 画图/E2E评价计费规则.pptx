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E01745D4.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9144000" cy="6223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5020" autoAdjust="0"/>
  </p:normalViewPr>
  <p:slideViewPr>
    <p:cSldViewPr snapToGrid="0">
      <p:cViewPr varScale="1">
        <p:scale>
          <a:sx n="91" d="100"/>
          <a:sy n="91" d="100"/>
        </p:scale>
        <p:origin x="640" y="48"/>
      </p:cViewPr>
      <p:guideLst/>
    </p:cSldViewPr>
  </p:slideViewPr>
  <p:notesTextViewPr>
    <p:cViewPr>
      <p:scale>
        <a:sx n="1" d="1"/>
        <a:sy n="1" d="1"/>
      </p:scale>
      <p:origin x="0" y="-24"/>
    </p:cViewPr>
  </p:notesText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omments/modernComment_100_E01745D4.xml><?xml version="1.0" encoding="utf-8"?>
<p188:cmLst xmlns:a="http://schemas.openxmlformats.org/drawingml/2006/main" xmlns:r="http://schemas.openxmlformats.org/officeDocument/2006/relationships" xmlns:p188="http://schemas.microsoft.com/office/powerpoint/2018/8/main">
  <p188:cm id="{C82552C5-BF7D-4287-B6A2-C83312D190DD}" authorId="{D3F71A66-0C34-DF1A-5236-FECDBC820DCB}" created="2026-10-04T04:41:47.367">
    <pc:sldMkLst xmlns:pc="http://schemas.microsoft.com/office/powerpoint/2013/main/command">
      <pc:docMk/>
      <pc:sldMk cId="3759621588" sldId="256"/>
    </pc:sldMkLst>
    <p188:pos x="63500" y="63500"/>
    <p188:txBody>
      <a:bodyPr/>
      <a:lstStyle/>
      <a:p>
        <a:r>
          <a:rPr lang="zh-CN" altLang="en-US"/>
          <a:t>@@e2e-accounting-rules-draft</a:t>
        </a:r>
      </a:p>
    </p188:txBody>
  </p188:cm>
  <p188:cm id="{A812D22F-425B-4046-8F91-F16A4E8B9802}" authorId="{D3F71A66-0C34-DF1A-5236-FECDBC820DCB}" created="2026-10-22T15:53:22.981Z">
    <pc:sldMkLst xmlns:pc="http://schemas.microsoft.com/office/powerpoint/2013/main/command">
      <pc:docMk/>
      <pc:sldMk cId="3759621588" sldId="256"/>
    </pc:sldMkLst>
    <p188:pos x="63500" y="63500"/>
    <p188:txBody>
      <a:bodyPr/>
      <a:lstStyle/>
      <a:p>
        <a:r>
          <a:t>PROVENANCE v1</a:t>
        </a:r>
      </a:p>
      <a:p>
        <a:r>
          <a:t>id: e2e-accounting-rules-draft</a:t>
        </a:r>
      </a:p>
      <a:p>
        <a:r>
          <a:t>source: 画图/画图代码/e2e/visualization/图表追溯.md</a:t>
        </a:r>
      </a:p>
      <a:p>
        <a:r>
          <a:t/>
        </a:r>
      </a:p>
      <a:p>
        <a:r>
          <a:t>## e2e-accounting-rules-draft｜两种评价范围的计费规则</a:t>
        </a:r>
      </a:p>
      <a:p>
        <a:r>
          <a:t/>
        </a:r>
      </a:p>
      <a:p>
        <a:r>
          <a:t>**共享关系与本图选择。** 本图与`@@e2e-all-find-match`、`@@e2e-small-pipeline`关联的共享代码位于 `e2e/calculate/e2e-accounting/`。两张top-k图沿同一冻结计费轨迹与reaggregate.py统计来源追溯；计费规则图展示该计费定义。完整实例完成度另按不同实例去重，不能由top-k成功率替代。 本图与`@@e2e-all-find-match`、`@@e2e-small-pipeline`关联的共享代码位于 `e2e/calculate/e2e-top-k-shared/`。两张top-k图共同读取冻结计数并复用panel等原生绘图函数；计费规则图只复用office_rgb、text_box和line等基础图形，不与曲线共同计算成功率。 本次完整入口按稳定图名 `e2e-accounting-rules-draft` 选择图或所在共享图组。</a:t>
        </a:r>
      </a:p>
      <a:p>
        <a:r>
          <a:t/>
        </a:r>
      </a:p>
      <a:p>
        <a:r>
          <a:t>**清空temp后的完整重建。** 从仓库根执行 `python -X utf8 -B 转换工具/ops/rebuild_figures.py --figure e2e-accounting-rules-draft`。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**载体与直接制图。** 当前正文Methods引用 `画图/E2E评价计费规则.pptx` 中同名页，稳定名保留历史`draft`字样，不表示当前没有被引用。`e2e/calculate/e2e-accounting/build_ppt.py::main` 用 `node`、`route` 及原生文字／直线函数生成原始规则流程；后续PPT中的作者文字、箭头和双语备注作为当前科学表述保留。本页表达判定规则，没有柱高、预测分数或个例坐标。</a:t>
        </a:r>
      </a:p>
      <a:p>
        <a:r>
          <a:t/>
        </a:r>
      </a:p>
      <a:p>
        <a:r>
          <a:t>**科学逻辑的实际入口。** `reaggregate.py::accounting_action` 决定小分子任务的一次候选动作；同模块 `main` 在完整冻结轨迹上赋实际计费号，保留原姿态评价。全配体任务每个候选计费一次，区域命中且身份正确记成功。小分子任务背景计费；非小分子真实目标被预测为非小分子时免费，否则计费；真实范围外小分子身份正确时免费、错误时计费；合格小分子计费，再判断身份及Build姿态阈值。图中的真实配体类别、区域命中及身份正确与否是评价时参考注释，不作为输入提供给模型。</a:t>
        </a:r>
      </a:p>
      <a:p>
        <a:r>
          <a:t/>
        </a:r>
      </a:p>
      <a:p>
        <a:r>
          <a:t>GT／CA2的 `evaluation.json` 保存 `accounting_rule="match-aware-stage3-v2"`、`answer_scope="all_ligand"`、完整原顺序 `traces`、`action`、`attempt_index`、预测类别、身份正确及原 `docking_stage`；`validation.json` 留档七种构造分支、免费／计费顺序、完整77-PDB分母与原指标保护核验。`source_data.csv`、`comparison.json` 与原来源副本保存重汇总前后计数，不重新运行对接。</a:t>
        </a:r>
      </a:p>
      <a:p>
        <a:r>
          <a:t/>
        </a:r>
      </a:p>
      <a:p>
        <a:r>
          <a:t>“+1”是计费次数增加，不是完成实例数一定增加。实例完成度在预算内按不同实例去重、可以累积多个成功；top-k success在同预算内只判PDB是否至少成功一次。当前正式PPT图注写明预算耗尽或候选用尽时停止；不能把初版草稿里“首个成功就停止”的文字套到实例完成度任务。2026-10-23已将生成器的这句旧页脚同步为预算耗尽或候选用尽，不改变任何冻结计数或正式图形。给定正确身份的Find–Build比较还有独立的范围外前景全部免费规则，见计算追溯，不由本页实际Match规则替代。</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14C449-7999-4B58-8CE1-1B45256E8105}" type="datetimeFigureOut">
              <a:rPr lang="zh-CN" altLang="en-US" smtClean="0"/>
              <a:t>2026/10/14</a:t>
            </a:fld>
            <a:endParaRPr lang="zh-CN" altLang="en-US"/>
          </a:p>
        </p:txBody>
      </p:sp>
      <p:sp>
        <p:nvSpPr>
          <p:cNvPr id="4" name="幻灯片图像占位符 3"/>
          <p:cNvSpPr>
            <a:spLocks noGrp="1" noRot="1" noChangeAspect="1"/>
          </p:cNvSpPr>
          <p:nvPr>
            <p:ph type="sldImg" idx="2"/>
          </p:nvPr>
        </p:nvSpPr>
        <p:spPr>
          <a:xfrm>
            <a:off x="1162050" y="1143000"/>
            <a:ext cx="45339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B94EBB-8EFE-4237-9FFF-40E8753D9546}" type="slidenum">
              <a:rPr lang="zh-CN" altLang="en-US" smtClean="0"/>
              <a:t>‹#›</a:t>
            </a:fld>
            <a:endParaRPr lang="zh-CN" altLang="en-US"/>
          </a:p>
        </p:txBody>
      </p:sp>
    </p:spTree>
    <p:extLst>
      <p:ext uri="{BB962C8B-B14F-4D97-AF65-F5344CB8AC3E}">
        <p14:creationId xmlns:p14="http://schemas.microsoft.com/office/powerpoint/2010/main" val="2909151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两种端到端评估设置的计分规则。</a:t>
            </a:r>
            <a:r>
              <a:rPr lang="en-US" altLang="zh-CN" b="1" dirty="0"/>
              <a:t>a</a:t>
            </a:r>
            <a:r>
              <a:rPr lang="zh-CN" altLang="en-US" dirty="0"/>
              <a:t>，针对所有配体类别的配体区域检测与身份匹配。</a:t>
            </a:r>
            <a:r>
              <a:rPr lang="en-US" altLang="zh-CN" sz="1200" b="1" kern="1200" dirty="0">
                <a:solidFill>
                  <a:schemeClr val="tx1"/>
                </a:solidFill>
                <a:latin typeface="+mn-lt"/>
                <a:ea typeface="+mn-ea"/>
                <a:cs typeface="+mn-cs"/>
              </a:rPr>
              <a:t>b</a:t>
            </a:r>
            <a:r>
              <a:rPr lang="zh-CN" altLang="en-US" dirty="0"/>
              <a:t>，针对符合条件小分子的配体区域检测、身份匹配及构象重建；此类小分子定义为单残基有机小分子，且无原子缺失。“</a:t>
            </a:r>
            <a:r>
              <a:rPr lang="en-US" altLang="zh-CN" dirty="0"/>
              <a:t>+1”</a:t>
            </a:r>
            <a:r>
              <a:rPr lang="zh-CN" altLang="en-US" dirty="0"/>
              <a:t>表示计费尝试次数增加一次；当达到尝试次数上限，或 </a:t>
            </a:r>
            <a:r>
              <a:rPr lang="en-US" altLang="zh-CN" dirty="0"/>
              <a:t>LigandSeek-Find </a:t>
            </a:r>
            <a:r>
              <a:rPr lang="zh-CN" altLang="en-US" dirty="0"/>
              <a:t>没有新的候选对象时，算法停止运行。“免费跳过”指跳过当前候选对象且不产生额外费用。涉及配体命中情况、配体类型及身份识别正确性的决策节点，均基于参考注释信息，属于评估标准，不会作为输入提供给模型。</a:t>
            </a:r>
            <a:endParaRPr lang="en-US" altLang="zh-CN" dirty="0"/>
          </a:p>
          <a:p>
            <a:endParaRPr lang="en-US" altLang="zh-CN" sz="1200" b="1" kern="1200" dirty="0">
              <a:solidFill>
                <a:schemeClr val="tx1"/>
              </a:solidFill>
              <a:latin typeface="+mn-lt"/>
              <a:ea typeface="+mn-ea"/>
              <a:cs typeface="+mn-cs"/>
            </a:endParaRPr>
          </a:p>
          <a:p>
            <a:r>
              <a:rPr lang="en-US" altLang="zh-CN" dirty="0"/>
              <a:t>ENGLISH:</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dirty="0"/>
              <a:t>Charging rules for two end-to-end evaluation settings. </a:t>
            </a:r>
            <a:r>
              <a:rPr lang="zh-CN" altLang="zh-CN" b="1" dirty="0"/>
              <a:t>a</a:t>
            </a:r>
            <a:r>
              <a:rPr lang="zh-CN" altLang="zh-CN" dirty="0"/>
              <a:t>, Ligand-region detection and identity matching across all ligand classes. </a:t>
            </a:r>
            <a:r>
              <a:rPr lang="zh-CN" altLang="zh-CN" sz="1200" b="1" kern="1200" dirty="0">
                <a:solidFill>
                  <a:schemeClr val="tx1"/>
                </a:solidFill>
                <a:latin typeface="+mn-lt"/>
                <a:ea typeface="+mn-ea"/>
                <a:cs typeface="+mn-cs"/>
              </a:rPr>
              <a:t>b</a:t>
            </a:r>
            <a:r>
              <a:rPr lang="zh-CN" altLang="zh-CN" dirty="0"/>
              <a:t>, Ligand-region detection, identity matching and pose reconstruction for eligible small molecules, defined as single-residue organic small molecules with no atoms missin</a:t>
            </a:r>
            <a:r>
              <a:rPr lang="en-US" altLang="zh-CN" dirty="0"/>
              <a:t>g</a:t>
            </a:r>
            <a:r>
              <a:rPr lang="zh-CN" altLang="zh-CN" dirty="0"/>
              <a:t>. </a:t>
            </a:r>
            <a:r>
              <a:rPr lang="en-US" altLang="zh-CN" dirty="0"/>
              <a:t>A "+1" indicates that the charged attempt increases by one; the algorithm stops once the attempt limit is reached or no further candidates are generated by the LigandSeek-Find. "Free skip" means skipping the current candidate without incurring an additional charge. Decision nodes involving ligand hits, ligand types and identity correctness are evaluation criteria based on the reference annotations and are not provided to the model as inputs.</a:t>
            </a:r>
            <a:endParaRPr lang="zh-CN" altLang="en-US" dirty="0"/>
          </a:p>
        </p:txBody>
      </p:sp>
      <p:sp>
        <p:nvSpPr>
          <p:cNvPr id="4" name="灯片编号占位符 3"/>
          <p:cNvSpPr>
            <a:spLocks noGrp="1"/>
          </p:cNvSpPr>
          <p:nvPr>
            <p:ph type="sldNum" sz="quarter" idx="5"/>
          </p:nvPr>
        </p:nvSpPr>
        <p:spPr/>
        <p:txBody>
          <a:bodyPr/>
          <a:lstStyle/>
          <a:p>
            <a:fld id="{C9B94EBB-8EFE-4237-9FFF-40E8753D9546}" type="slidenum">
              <a:rPr lang="zh-CN" altLang="en-US" smtClean="0"/>
              <a:t>1</a:t>
            </a:fld>
            <a:endParaRPr lang="zh-CN" altLang="en-US"/>
          </a:p>
        </p:txBody>
      </p:sp>
    </p:spTree>
    <p:extLst>
      <p:ext uri="{BB962C8B-B14F-4D97-AF65-F5344CB8AC3E}">
        <p14:creationId xmlns:p14="http://schemas.microsoft.com/office/powerpoint/2010/main" val="2393441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853BEB-07B8-ADA2-80E4-586AC86E90A7}"/>
              </a:ext>
            </a:extLst>
          </p:cNvPr>
          <p:cNvSpPr>
            <a:spLocks noGrp="1"/>
          </p:cNvSpPr>
          <p:nvPr>
            <p:ph type="ctrTitle"/>
          </p:nvPr>
        </p:nvSpPr>
        <p:spPr>
          <a:xfrm>
            <a:off x="1143000" y="1018440"/>
            <a:ext cx="6858000" cy="2166526"/>
          </a:xfrm>
        </p:spPr>
        <p:txBody>
          <a:bodyPr anchor="b"/>
          <a:lstStyle>
            <a:lvl1pPr algn="ctr">
              <a:defRPr sz="4083"/>
            </a:lvl1pPr>
          </a:lstStyle>
          <a:p>
            <a:r>
              <a:rPr lang="zh-CN" altLang="en-US"/>
              <a:t>单击此处编辑母版标题样式</a:t>
            </a:r>
          </a:p>
        </p:txBody>
      </p:sp>
      <p:sp>
        <p:nvSpPr>
          <p:cNvPr id="3" name="副标题 2">
            <a:extLst>
              <a:ext uri="{FF2B5EF4-FFF2-40B4-BE49-F238E27FC236}">
                <a16:creationId xmlns:a16="http://schemas.microsoft.com/office/drawing/2014/main" id="{D486999F-A240-BCB0-34AE-842F9664F111}"/>
              </a:ext>
            </a:extLst>
          </p:cNvPr>
          <p:cNvSpPr>
            <a:spLocks noGrp="1"/>
          </p:cNvSpPr>
          <p:nvPr>
            <p:ph type="subTitle" idx="1"/>
          </p:nvPr>
        </p:nvSpPr>
        <p:spPr>
          <a:xfrm>
            <a:off x="1143000" y="3268516"/>
            <a:ext cx="6858000" cy="1502451"/>
          </a:xfrm>
        </p:spPr>
        <p:txBody>
          <a:bodyPr/>
          <a:lstStyle>
            <a:lvl1pPr marL="0" indent="0" algn="ctr">
              <a:buNone/>
              <a:defRPr sz="1633"/>
            </a:lvl1pPr>
            <a:lvl2pPr marL="311147" indent="0" algn="ctr">
              <a:buNone/>
              <a:defRPr sz="1361"/>
            </a:lvl2pPr>
            <a:lvl3pPr marL="622295" indent="0" algn="ctr">
              <a:buNone/>
              <a:defRPr sz="1225"/>
            </a:lvl3pPr>
            <a:lvl4pPr marL="933442" indent="0" algn="ctr">
              <a:buNone/>
              <a:defRPr sz="1089"/>
            </a:lvl4pPr>
            <a:lvl5pPr marL="1244590" indent="0" algn="ctr">
              <a:buNone/>
              <a:defRPr sz="1089"/>
            </a:lvl5pPr>
            <a:lvl6pPr marL="1555737" indent="0" algn="ctr">
              <a:buNone/>
              <a:defRPr sz="1089"/>
            </a:lvl6pPr>
            <a:lvl7pPr marL="1866885" indent="0" algn="ctr">
              <a:buNone/>
              <a:defRPr sz="1089"/>
            </a:lvl7pPr>
            <a:lvl8pPr marL="2178032" indent="0" algn="ctr">
              <a:buNone/>
              <a:defRPr sz="1089"/>
            </a:lvl8pPr>
            <a:lvl9pPr marL="2489180" indent="0" algn="ctr">
              <a:buNone/>
              <a:defRPr sz="1089"/>
            </a:lvl9pPr>
          </a:lstStyle>
          <a:p>
            <a:r>
              <a:rPr lang="zh-CN" altLang="en-US"/>
              <a:t>单击此处编辑母版副标题样式</a:t>
            </a:r>
          </a:p>
        </p:txBody>
      </p:sp>
      <p:sp>
        <p:nvSpPr>
          <p:cNvPr id="4" name="日期占位符 3">
            <a:extLst>
              <a:ext uri="{FF2B5EF4-FFF2-40B4-BE49-F238E27FC236}">
                <a16:creationId xmlns:a16="http://schemas.microsoft.com/office/drawing/2014/main" id="{38AAF649-3596-58BD-C508-58EB15E04033}"/>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4F2E5FC3-C70A-E530-A5FE-B6DE96A1E4D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7D25FBA-6FA0-0DDC-663D-2E3A84FAE749}"/>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4256936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046BDE5-9054-33C4-4569-232CB8E5A075}"/>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3CAF70A-CED4-CAA4-97D8-3842CB03CC6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D5F423E-EDA7-4B8F-C86C-5CF5CEA92838}"/>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CD104897-FF52-E2C1-1DC6-8A6C7235546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FFB9CFE-F0C8-EFEA-C728-DCBDF6697EC5}"/>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7597091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11B23A-C676-D9A4-9AA2-144F1CD580F5}"/>
              </a:ext>
            </a:extLst>
          </p:cNvPr>
          <p:cNvSpPr>
            <a:spLocks noGrp="1"/>
          </p:cNvSpPr>
          <p:nvPr>
            <p:ph type="title"/>
          </p:nvPr>
        </p:nvSpPr>
        <p:spPr>
          <a:xfrm>
            <a:off x="623888" y="1551430"/>
            <a:ext cx="7886700" cy="2588595"/>
          </a:xfrm>
        </p:spPr>
        <p:txBody>
          <a:bodyPr anchor="b"/>
          <a:lstStyle>
            <a:lvl1pPr>
              <a:defRPr sz="4083"/>
            </a:lvl1pPr>
          </a:lstStyle>
          <a:p>
            <a:r>
              <a:rPr lang="zh-CN" altLang="en-US"/>
              <a:t>单击此处编辑母版标题样式</a:t>
            </a:r>
          </a:p>
        </p:txBody>
      </p:sp>
      <p:sp>
        <p:nvSpPr>
          <p:cNvPr id="3" name="文本占位符 2">
            <a:extLst>
              <a:ext uri="{FF2B5EF4-FFF2-40B4-BE49-F238E27FC236}">
                <a16:creationId xmlns:a16="http://schemas.microsoft.com/office/drawing/2014/main" id="{16DC951E-A986-317A-07B8-8B2DFE1155DD}"/>
              </a:ext>
            </a:extLst>
          </p:cNvPr>
          <p:cNvSpPr>
            <a:spLocks noGrp="1"/>
          </p:cNvSpPr>
          <p:nvPr>
            <p:ph type="body" idx="1"/>
          </p:nvPr>
        </p:nvSpPr>
        <p:spPr>
          <a:xfrm>
            <a:off x="623888" y="4164514"/>
            <a:ext cx="7886700" cy="1361281"/>
          </a:xfrm>
        </p:spPr>
        <p:txBody>
          <a:bodyPr/>
          <a:lstStyle>
            <a:lvl1pPr marL="0" indent="0">
              <a:buNone/>
              <a:defRPr sz="1633">
                <a:solidFill>
                  <a:schemeClr val="tx1">
                    <a:tint val="75000"/>
                  </a:schemeClr>
                </a:solidFill>
              </a:defRPr>
            </a:lvl1pPr>
            <a:lvl2pPr marL="311147" indent="0">
              <a:buNone/>
              <a:defRPr sz="1361">
                <a:solidFill>
                  <a:schemeClr val="tx1">
                    <a:tint val="75000"/>
                  </a:schemeClr>
                </a:solidFill>
              </a:defRPr>
            </a:lvl2pPr>
            <a:lvl3pPr marL="622295" indent="0">
              <a:buNone/>
              <a:defRPr sz="1225">
                <a:solidFill>
                  <a:schemeClr val="tx1">
                    <a:tint val="75000"/>
                  </a:schemeClr>
                </a:solidFill>
              </a:defRPr>
            </a:lvl3pPr>
            <a:lvl4pPr marL="933442" indent="0">
              <a:buNone/>
              <a:defRPr sz="1089">
                <a:solidFill>
                  <a:schemeClr val="tx1">
                    <a:tint val="75000"/>
                  </a:schemeClr>
                </a:solidFill>
              </a:defRPr>
            </a:lvl4pPr>
            <a:lvl5pPr marL="1244590" indent="0">
              <a:buNone/>
              <a:defRPr sz="1089">
                <a:solidFill>
                  <a:schemeClr val="tx1">
                    <a:tint val="75000"/>
                  </a:schemeClr>
                </a:solidFill>
              </a:defRPr>
            </a:lvl5pPr>
            <a:lvl6pPr marL="1555737" indent="0">
              <a:buNone/>
              <a:defRPr sz="1089">
                <a:solidFill>
                  <a:schemeClr val="tx1">
                    <a:tint val="75000"/>
                  </a:schemeClr>
                </a:solidFill>
              </a:defRPr>
            </a:lvl6pPr>
            <a:lvl7pPr marL="1866885" indent="0">
              <a:buNone/>
              <a:defRPr sz="1089">
                <a:solidFill>
                  <a:schemeClr val="tx1">
                    <a:tint val="75000"/>
                  </a:schemeClr>
                </a:solidFill>
              </a:defRPr>
            </a:lvl7pPr>
            <a:lvl8pPr marL="2178032" indent="0">
              <a:buNone/>
              <a:defRPr sz="1089">
                <a:solidFill>
                  <a:schemeClr val="tx1">
                    <a:tint val="75000"/>
                  </a:schemeClr>
                </a:solidFill>
              </a:defRPr>
            </a:lvl8pPr>
            <a:lvl9pPr marL="2489180" indent="0">
              <a:buNone/>
              <a:defRPr sz="1089">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49632C50-53DD-A748-4E35-0EC5D16C1140}"/>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6E61534E-0AD5-DF59-91F7-C2364056B9A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CBFE339-EB83-2790-6BF9-B082E50A13FD}"/>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1473185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6C706C-C798-38C3-1E9D-C310639C721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669BAED-DF13-D715-5E1A-EB1E9A4C95BF}"/>
              </a:ext>
            </a:extLst>
          </p:cNvPr>
          <p:cNvSpPr>
            <a:spLocks noGrp="1"/>
          </p:cNvSpPr>
          <p:nvPr>
            <p:ph sz="half" idx="1"/>
          </p:nvPr>
        </p:nvSpPr>
        <p:spPr>
          <a:xfrm>
            <a:off x="628650" y="1656586"/>
            <a:ext cx="3886200" cy="3948436"/>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00E9F4D5-E90E-BD11-8AA9-CEE8A8387EB9}"/>
              </a:ext>
            </a:extLst>
          </p:cNvPr>
          <p:cNvSpPr>
            <a:spLocks noGrp="1"/>
          </p:cNvSpPr>
          <p:nvPr>
            <p:ph sz="half" idx="2"/>
          </p:nvPr>
        </p:nvSpPr>
        <p:spPr>
          <a:xfrm>
            <a:off x="4629150" y="1656586"/>
            <a:ext cx="3886200" cy="3948436"/>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7D6BA81C-81FD-4AA6-4434-911E77F933AC}"/>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6" name="页脚占位符 5">
            <a:extLst>
              <a:ext uri="{FF2B5EF4-FFF2-40B4-BE49-F238E27FC236}">
                <a16:creationId xmlns:a16="http://schemas.microsoft.com/office/drawing/2014/main" id="{013AE408-9AA5-E29C-C7F7-19F12BB50BFC}"/>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77FF337-277B-AFD0-55E6-E401EBC65D5A}"/>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4090994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94C032-0032-19AA-A917-C1C3B677BA60}"/>
              </a:ext>
            </a:extLst>
          </p:cNvPr>
          <p:cNvSpPr>
            <a:spLocks noGrp="1"/>
          </p:cNvSpPr>
          <p:nvPr>
            <p:ph type="title"/>
          </p:nvPr>
        </p:nvSpPr>
        <p:spPr>
          <a:xfrm>
            <a:off x="629841" y="331318"/>
            <a:ext cx="7886700" cy="1202826"/>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53247D59-E717-3F4C-8E4B-997D8B7273FC}"/>
              </a:ext>
            </a:extLst>
          </p:cNvPr>
          <p:cNvSpPr>
            <a:spLocks noGrp="1"/>
          </p:cNvSpPr>
          <p:nvPr>
            <p:ph type="body" idx="1"/>
          </p:nvPr>
        </p:nvSpPr>
        <p:spPr>
          <a:xfrm>
            <a:off x="629842" y="1525500"/>
            <a:ext cx="3868340" cy="747624"/>
          </a:xfrm>
        </p:spPr>
        <p:txBody>
          <a:bodyPr anchor="b"/>
          <a:lstStyle>
            <a:lvl1pPr marL="0" indent="0">
              <a:buNone/>
              <a:defRPr sz="1633" b="1"/>
            </a:lvl1pPr>
            <a:lvl2pPr marL="311147" indent="0">
              <a:buNone/>
              <a:defRPr sz="1361" b="1"/>
            </a:lvl2pPr>
            <a:lvl3pPr marL="622295" indent="0">
              <a:buNone/>
              <a:defRPr sz="1225" b="1"/>
            </a:lvl3pPr>
            <a:lvl4pPr marL="933442" indent="0">
              <a:buNone/>
              <a:defRPr sz="1089" b="1"/>
            </a:lvl4pPr>
            <a:lvl5pPr marL="1244590" indent="0">
              <a:buNone/>
              <a:defRPr sz="1089" b="1"/>
            </a:lvl5pPr>
            <a:lvl6pPr marL="1555737" indent="0">
              <a:buNone/>
              <a:defRPr sz="1089" b="1"/>
            </a:lvl6pPr>
            <a:lvl7pPr marL="1866885" indent="0">
              <a:buNone/>
              <a:defRPr sz="1089" b="1"/>
            </a:lvl7pPr>
            <a:lvl8pPr marL="2178032" indent="0">
              <a:buNone/>
              <a:defRPr sz="1089" b="1"/>
            </a:lvl8pPr>
            <a:lvl9pPr marL="2489180" indent="0">
              <a:buNone/>
              <a:defRPr sz="1089"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9063A1E2-9BCA-A0EA-A581-06E76051CE85}"/>
              </a:ext>
            </a:extLst>
          </p:cNvPr>
          <p:cNvSpPr>
            <a:spLocks noGrp="1"/>
          </p:cNvSpPr>
          <p:nvPr>
            <p:ph sz="half" idx="2"/>
          </p:nvPr>
        </p:nvSpPr>
        <p:spPr>
          <a:xfrm>
            <a:off x="629842" y="2273124"/>
            <a:ext cx="3868340" cy="3343422"/>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C178E51A-7116-D1AA-FC97-4E9D33552C0F}"/>
              </a:ext>
            </a:extLst>
          </p:cNvPr>
          <p:cNvSpPr>
            <a:spLocks noGrp="1"/>
          </p:cNvSpPr>
          <p:nvPr>
            <p:ph type="body" sz="quarter" idx="3"/>
          </p:nvPr>
        </p:nvSpPr>
        <p:spPr>
          <a:xfrm>
            <a:off x="4629151" y="1525500"/>
            <a:ext cx="3887391" cy="747624"/>
          </a:xfrm>
        </p:spPr>
        <p:txBody>
          <a:bodyPr anchor="b"/>
          <a:lstStyle>
            <a:lvl1pPr marL="0" indent="0">
              <a:buNone/>
              <a:defRPr sz="1633" b="1"/>
            </a:lvl1pPr>
            <a:lvl2pPr marL="311147" indent="0">
              <a:buNone/>
              <a:defRPr sz="1361" b="1"/>
            </a:lvl2pPr>
            <a:lvl3pPr marL="622295" indent="0">
              <a:buNone/>
              <a:defRPr sz="1225" b="1"/>
            </a:lvl3pPr>
            <a:lvl4pPr marL="933442" indent="0">
              <a:buNone/>
              <a:defRPr sz="1089" b="1"/>
            </a:lvl4pPr>
            <a:lvl5pPr marL="1244590" indent="0">
              <a:buNone/>
              <a:defRPr sz="1089" b="1"/>
            </a:lvl5pPr>
            <a:lvl6pPr marL="1555737" indent="0">
              <a:buNone/>
              <a:defRPr sz="1089" b="1"/>
            </a:lvl6pPr>
            <a:lvl7pPr marL="1866885" indent="0">
              <a:buNone/>
              <a:defRPr sz="1089" b="1"/>
            </a:lvl7pPr>
            <a:lvl8pPr marL="2178032" indent="0">
              <a:buNone/>
              <a:defRPr sz="1089" b="1"/>
            </a:lvl8pPr>
            <a:lvl9pPr marL="2489180" indent="0">
              <a:buNone/>
              <a:defRPr sz="1089"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C017F05F-B134-9C79-0E84-A936BA223FCD}"/>
              </a:ext>
            </a:extLst>
          </p:cNvPr>
          <p:cNvSpPr>
            <a:spLocks noGrp="1"/>
          </p:cNvSpPr>
          <p:nvPr>
            <p:ph sz="quarter" idx="4"/>
          </p:nvPr>
        </p:nvSpPr>
        <p:spPr>
          <a:xfrm>
            <a:off x="4629151" y="2273124"/>
            <a:ext cx="3887391" cy="3343422"/>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255AB0F0-FE3C-E64E-8C1A-6E18420C82F2}"/>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8" name="页脚占位符 7">
            <a:extLst>
              <a:ext uri="{FF2B5EF4-FFF2-40B4-BE49-F238E27FC236}">
                <a16:creationId xmlns:a16="http://schemas.microsoft.com/office/drawing/2014/main" id="{40C37AA4-BC83-639C-672A-739D4224DF3B}"/>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7D540557-A45D-AC79-98B7-84E0FF94A114}"/>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9766682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DF6A41-99DB-042B-DEB6-55A1AB7DA68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7F31B9BE-81E8-94CF-3C01-60B2772F59F7}"/>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4" name="页脚占位符 3">
            <a:extLst>
              <a:ext uri="{FF2B5EF4-FFF2-40B4-BE49-F238E27FC236}">
                <a16:creationId xmlns:a16="http://schemas.microsoft.com/office/drawing/2014/main" id="{885FE018-523E-7F5D-CD68-B249B6B608FC}"/>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DC465AC-5AD4-3C0D-49FD-A1BBFFCB4051}"/>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5498277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03B4CD0-C468-874B-1686-949722DACFAF}"/>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3" name="页脚占位符 2">
            <a:extLst>
              <a:ext uri="{FF2B5EF4-FFF2-40B4-BE49-F238E27FC236}">
                <a16:creationId xmlns:a16="http://schemas.microsoft.com/office/drawing/2014/main" id="{6904F819-2F1E-8A80-4945-5D120F2E3EF1}"/>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706C7DD1-4310-FBF9-10CD-23129C8E9F97}"/>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301716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577D3-6C22-09CD-F428-4B9E87E99D99}"/>
              </a:ext>
            </a:extLst>
          </p:cNvPr>
          <p:cNvSpPr>
            <a:spLocks noGrp="1"/>
          </p:cNvSpPr>
          <p:nvPr>
            <p:ph type="title"/>
          </p:nvPr>
        </p:nvSpPr>
        <p:spPr>
          <a:xfrm>
            <a:off x="629841" y="414867"/>
            <a:ext cx="2949178" cy="1452033"/>
          </a:xfrm>
        </p:spPr>
        <p:txBody>
          <a:bodyPr anchor="b"/>
          <a:lstStyle>
            <a:lvl1pPr>
              <a:defRPr sz="2178"/>
            </a:lvl1pPr>
          </a:lstStyle>
          <a:p>
            <a:r>
              <a:rPr lang="zh-CN" altLang="en-US"/>
              <a:t>单击此处编辑母版标题样式</a:t>
            </a:r>
          </a:p>
        </p:txBody>
      </p:sp>
      <p:sp>
        <p:nvSpPr>
          <p:cNvPr id="3" name="内容占位符 2">
            <a:extLst>
              <a:ext uri="{FF2B5EF4-FFF2-40B4-BE49-F238E27FC236}">
                <a16:creationId xmlns:a16="http://schemas.microsoft.com/office/drawing/2014/main" id="{940D46A9-BA68-F774-B6AA-836EF9A5EF28}"/>
              </a:ext>
            </a:extLst>
          </p:cNvPr>
          <p:cNvSpPr>
            <a:spLocks noGrp="1"/>
          </p:cNvSpPr>
          <p:nvPr>
            <p:ph idx="1"/>
          </p:nvPr>
        </p:nvSpPr>
        <p:spPr>
          <a:xfrm>
            <a:off x="3887391" y="895998"/>
            <a:ext cx="4629150" cy="4422363"/>
          </a:xfrm>
        </p:spPr>
        <p:txBody>
          <a:bodyPr/>
          <a:lstStyle>
            <a:lvl1pPr>
              <a:defRPr sz="2178"/>
            </a:lvl1pPr>
            <a:lvl2pPr>
              <a:defRPr sz="1906"/>
            </a:lvl2pPr>
            <a:lvl3pPr>
              <a:defRPr sz="1633"/>
            </a:lvl3pPr>
            <a:lvl4pPr>
              <a:defRPr sz="1361"/>
            </a:lvl4pPr>
            <a:lvl5pPr>
              <a:defRPr sz="1361"/>
            </a:lvl5pPr>
            <a:lvl6pPr>
              <a:defRPr sz="1361"/>
            </a:lvl6pPr>
            <a:lvl7pPr>
              <a:defRPr sz="1361"/>
            </a:lvl7pPr>
            <a:lvl8pPr>
              <a:defRPr sz="1361"/>
            </a:lvl8pPr>
            <a:lvl9pPr>
              <a:defRPr sz="1361"/>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C2A38E5-51B2-8BAC-C456-1A0F523C572D}"/>
              </a:ext>
            </a:extLst>
          </p:cNvPr>
          <p:cNvSpPr>
            <a:spLocks noGrp="1"/>
          </p:cNvSpPr>
          <p:nvPr>
            <p:ph type="body" sz="half" idx="2"/>
          </p:nvPr>
        </p:nvSpPr>
        <p:spPr>
          <a:xfrm>
            <a:off x="629841" y="1866900"/>
            <a:ext cx="2949178" cy="3458663"/>
          </a:xfrm>
        </p:spPr>
        <p:txBody>
          <a:bodyPr/>
          <a:lstStyle>
            <a:lvl1pPr marL="0" indent="0">
              <a:buNone/>
              <a:defRPr sz="1089"/>
            </a:lvl1pPr>
            <a:lvl2pPr marL="311147" indent="0">
              <a:buNone/>
              <a:defRPr sz="953"/>
            </a:lvl2pPr>
            <a:lvl3pPr marL="622295" indent="0">
              <a:buNone/>
              <a:defRPr sz="817"/>
            </a:lvl3pPr>
            <a:lvl4pPr marL="933442" indent="0">
              <a:buNone/>
              <a:defRPr sz="681"/>
            </a:lvl4pPr>
            <a:lvl5pPr marL="1244590" indent="0">
              <a:buNone/>
              <a:defRPr sz="681"/>
            </a:lvl5pPr>
            <a:lvl6pPr marL="1555737" indent="0">
              <a:buNone/>
              <a:defRPr sz="681"/>
            </a:lvl6pPr>
            <a:lvl7pPr marL="1866885" indent="0">
              <a:buNone/>
              <a:defRPr sz="681"/>
            </a:lvl7pPr>
            <a:lvl8pPr marL="2178032" indent="0">
              <a:buNone/>
              <a:defRPr sz="681"/>
            </a:lvl8pPr>
            <a:lvl9pPr marL="2489180" indent="0">
              <a:buNone/>
              <a:defRPr sz="681"/>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CEE2296-FEA6-D6BF-0195-6C7E4069C735}"/>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6" name="页脚占位符 5">
            <a:extLst>
              <a:ext uri="{FF2B5EF4-FFF2-40B4-BE49-F238E27FC236}">
                <a16:creationId xmlns:a16="http://schemas.microsoft.com/office/drawing/2014/main" id="{754A81F0-3701-7431-1CC3-D9D75C26D1A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6549C7D-E237-7DF7-CDFE-F3AB4BB9D035}"/>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2934018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A8DBE59-C60F-2753-A69C-E154EF05186B}"/>
              </a:ext>
            </a:extLst>
          </p:cNvPr>
          <p:cNvSpPr>
            <a:spLocks noGrp="1"/>
          </p:cNvSpPr>
          <p:nvPr>
            <p:ph type="title"/>
          </p:nvPr>
        </p:nvSpPr>
        <p:spPr>
          <a:xfrm>
            <a:off x="629841" y="414867"/>
            <a:ext cx="2949178" cy="1452033"/>
          </a:xfrm>
        </p:spPr>
        <p:txBody>
          <a:bodyPr anchor="b"/>
          <a:lstStyle>
            <a:lvl1pPr>
              <a:defRPr sz="2178"/>
            </a:lvl1pPr>
          </a:lstStyle>
          <a:p>
            <a:r>
              <a:rPr lang="zh-CN" altLang="en-US"/>
              <a:t>单击此处编辑母版标题样式</a:t>
            </a:r>
          </a:p>
        </p:txBody>
      </p:sp>
      <p:sp>
        <p:nvSpPr>
          <p:cNvPr id="3" name="图片占位符 2">
            <a:extLst>
              <a:ext uri="{FF2B5EF4-FFF2-40B4-BE49-F238E27FC236}">
                <a16:creationId xmlns:a16="http://schemas.microsoft.com/office/drawing/2014/main" id="{140B3E23-2F15-F85F-33AE-D33A689ED95F}"/>
              </a:ext>
            </a:extLst>
          </p:cNvPr>
          <p:cNvSpPr>
            <a:spLocks noGrp="1" noChangeAspect="1"/>
          </p:cNvSpPr>
          <p:nvPr>
            <p:ph type="pic" idx="1"/>
          </p:nvPr>
        </p:nvSpPr>
        <p:spPr>
          <a:xfrm>
            <a:off x="3887391" y="895998"/>
            <a:ext cx="4629150" cy="4422363"/>
          </a:xfrm>
        </p:spPr>
        <p:txBody>
          <a:bodyPr/>
          <a:lstStyle>
            <a:lvl1pPr marL="0" indent="0">
              <a:buNone/>
              <a:defRPr sz="2178"/>
            </a:lvl1pPr>
            <a:lvl2pPr marL="311147" indent="0">
              <a:buNone/>
              <a:defRPr sz="1906"/>
            </a:lvl2pPr>
            <a:lvl3pPr marL="622295" indent="0">
              <a:buNone/>
              <a:defRPr sz="1633"/>
            </a:lvl3pPr>
            <a:lvl4pPr marL="933442" indent="0">
              <a:buNone/>
              <a:defRPr sz="1361"/>
            </a:lvl4pPr>
            <a:lvl5pPr marL="1244590" indent="0">
              <a:buNone/>
              <a:defRPr sz="1361"/>
            </a:lvl5pPr>
            <a:lvl6pPr marL="1555737" indent="0">
              <a:buNone/>
              <a:defRPr sz="1361"/>
            </a:lvl6pPr>
            <a:lvl7pPr marL="1866885" indent="0">
              <a:buNone/>
              <a:defRPr sz="1361"/>
            </a:lvl7pPr>
            <a:lvl8pPr marL="2178032" indent="0">
              <a:buNone/>
              <a:defRPr sz="1361"/>
            </a:lvl8pPr>
            <a:lvl9pPr marL="2489180" indent="0">
              <a:buNone/>
              <a:defRPr sz="1361"/>
            </a:lvl9pPr>
          </a:lstStyle>
          <a:p>
            <a:endParaRPr lang="zh-CN" altLang="en-US"/>
          </a:p>
        </p:txBody>
      </p:sp>
      <p:sp>
        <p:nvSpPr>
          <p:cNvPr id="4" name="文本占位符 3">
            <a:extLst>
              <a:ext uri="{FF2B5EF4-FFF2-40B4-BE49-F238E27FC236}">
                <a16:creationId xmlns:a16="http://schemas.microsoft.com/office/drawing/2014/main" id="{A8C706D7-2B2A-DEFB-ABB0-BCF577CFB0EA}"/>
              </a:ext>
            </a:extLst>
          </p:cNvPr>
          <p:cNvSpPr>
            <a:spLocks noGrp="1"/>
          </p:cNvSpPr>
          <p:nvPr>
            <p:ph type="body" sz="half" idx="2"/>
          </p:nvPr>
        </p:nvSpPr>
        <p:spPr>
          <a:xfrm>
            <a:off x="629841" y="1866900"/>
            <a:ext cx="2949178" cy="3458663"/>
          </a:xfrm>
        </p:spPr>
        <p:txBody>
          <a:bodyPr/>
          <a:lstStyle>
            <a:lvl1pPr marL="0" indent="0">
              <a:buNone/>
              <a:defRPr sz="1089"/>
            </a:lvl1pPr>
            <a:lvl2pPr marL="311147" indent="0">
              <a:buNone/>
              <a:defRPr sz="953"/>
            </a:lvl2pPr>
            <a:lvl3pPr marL="622295" indent="0">
              <a:buNone/>
              <a:defRPr sz="817"/>
            </a:lvl3pPr>
            <a:lvl4pPr marL="933442" indent="0">
              <a:buNone/>
              <a:defRPr sz="681"/>
            </a:lvl4pPr>
            <a:lvl5pPr marL="1244590" indent="0">
              <a:buNone/>
              <a:defRPr sz="681"/>
            </a:lvl5pPr>
            <a:lvl6pPr marL="1555737" indent="0">
              <a:buNone/>
              <a:defRPr sz="681"/>
            </a:lvl6pPr>
            <a:lvl7pPr marL="1866885" indent="0">
              <a:buNone/>
              <a:defRPr sz="681"/>
            </a:lvl7pPr>
            <a:lvl8pPr marL="2178032" indent="0">
              <a:buNone/>
              <a:defRPr sz="681"/>
            </a:lvl8pPr>
            <a:lvl9pPr marL="2489180" indent="0">
              <a:buNone/>
              <a:defRPr sz="681"/>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569DFF53-0878-6810-A715-9B326A197C67}"/>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6" name="页脚占位符 5">
            <a:extLst>
              <a:ext uri="{FF2B5EF4-FFF2-40B4-BE49-F238E27FC236}">
                <a16:creationId xmlns:a16="http://schemas.microsoft.com/office/drawing/2014/main" id="{1AB45103-588C-36EB-353A-228C35C89F38}"/>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73EC7EA-8512-1D29-0FD7-33C20D6602BB}"/>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3195334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A9F405-CF7C-0C73-4D9C-3B1B44A51AB7}"/>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892629D-7ECE-2341-D037-C1E4417A80BE}"/>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973BB83-8852-D465-A48B-338CA0E3B404}"/>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0CDA3880-2476-6A89-6551-2578C54BD6D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8EACCEB-7FF4-FD19-170D-0FEC24D6F6E5}"/>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3610649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A348B07B-3C2E-E685-44F3-32B533A64598}"/>
              </a:ext>
            </a:extLst>
          </p:cNvPr>
          <p:cNvSpPr>
            <a:spLocks noGrp="1"/>
          </p:cNvSpPr>
          <p:nvPr>
            <p:ph type="title" orient="vert"/>
          </p:nvPr>
        </p:nvSpPr>
        <p:spPr>
          <a:xfrm>
            <a:off x="6543676" y="331317"/>
            <a:ext cx="1971675" cy="5273705"/>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04BD85C-EA3F-E19E-502B-3C703F9CE6F1}"/>
              </a:ext>
            </a:extLst>
          </p:cNvPr>
          <p:cNvSpPr>
            <a:spLocks noGrp="1"/>
          </p:cNvSpPr>
          <p:nvPr>
            <p:ph type="body" orient="vert" idx="1"/>
          </p:nvPr>
        </p:nvSpPr>
        <p:spPr>
          <a:xfrm>
            <a:off x="628651" y="331317"/>
            <a:ext cx="5800725" cy="5273705"/>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653B58F-8A20-EBFE-BF01-7B25F9C5A4D8}"/>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CF5BC2D4-239F-072E-6106-E429D10CE1D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FFD238-E85D-801B-8409-C36FE7B2531F}"/>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28579028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96EA0753-85EB-0474-DA53-8611C401CC67}"/>
              </a:ext>
            </a:extLst>
          </p:cNvPr>
          <p:cNvSpPr>
            <a:spLocks noGrp="1"/>
          </p:cNvSpPr>
          <p:nvPr>
            <p:ph type="title"/>
          </p:nvPr>
        </p:nvSpPr>
        <p:spPr>
          <a:xfrm>
            <a:off x="628650" y="331318"/>
            <a:ext cx="7886700" cy="1202826"/>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DACF4419-5F4C-B559-03AE-377B65E80E7F}"/>
              </a:ext>
            </a:extLst>
          </p:cNvPr>
          <p:cNvSpPr>
            <a:spLocks noGrp="1"/>
          </p:cNvSpPr>
          <p:nvPr>
            <p:ph type="body" idx="1"/>
          </p:nvPr>
        </p:nvSpPr>
        <p:spPr>
          <a:xfrm>
            <a:off x="628650" y="1656586"/>
            <a:ext cx="7886700" cy="3948436"/>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053DE3F-0E46-131A-FD70-901196BABC24}"/>
              </a:ext>
            </a:extLst>
          </p:cNvPr>
          <p:cNvSpPr>
            <a:spLocks noGrp="1"/>
          </p:cNvSpPr>
          <p:nvPr>
            <p:ph type="dt" sz="half" idx="2"/>
          </p:nvPr>
        </p:nvSpPr>
        <p:spPr>
          <a:xfrm>
            <a:off x="628650" y="5767801"/>
            <a:ext cx="2057400" cy="331317"/>
          </a:xfrm>
          <a:prstGeom prst="rect">
            <a:avLst/>
          </a:prstGeom>
        </p:spPr>
        <p:txBody>
          <a:bodyPr vert="horz" lIns="91440" tIns="45720" rIns="91440" bIns="45720" rtlCol="0" anchor="ctr"/>
          <a:lstStyle>
            <a:lvl1pPr algn="l">
              <a:defRPr sz="817">
                <a:solidFill>
                  <a:schemeClr val="tx1">
                    <a:tint val="75000"/>
                  </a:schemeClr>
                </a:solidFill>
              </a:defRPr>
            </a:lvl1p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2F85C6F2-6F57-17B8-8FCA-0FCF0D9E5714}"/>
              </a:ext>
            </a:extLst>
          </p:cNvPr>
          <p:cNvSpPr>
            <a:spLocks noGrp="1"/>
          </p:cNvSpPr>
          <p:nvPr>
            <p:ph type="ftr" sz="quarter" idx="3"/>
          </p:nvPr>
        </p:nvSpPr>
        <p:spPr>
          <a:xfrm>
            <a:off x="3028950" y="5767801"/>
            <a:ext cx="3086100" cy="331317"/>
          </a:xfrm>
          <a:prstGeom prst="rect">
            <a:avLst/>
          </a:prstGeom>
        </p:spPr>
        <p:txBody>
          <a:bodyPr vert="horz" lIns="91440" tIns="45720" rIns="91440" bIns="45720" rtlCol="0" anchor="ctr"/>
          <a:lstStyle>
            <a:lvl1pPr algn="ctr">
              <a:defRPr sz="817">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AB139F0B-5797-0545-749A-6A6390ACC062}"/>
              </a:ext>
            </a:extLst>
          </p:cNvPr>
          <p:cNvSpPr>
            <a:spLocks noGrp="1"/>
          </p:cNvSpPr>
          <p:nvPr>
            <p:ph type="sldNum" sz="quarter" idx="4"/>
          </p:nvPr>
        </p:nvSpPr>
        <p:spPr>
          <a:xfrm>
            <a:off x="6457950" y="5767801"/>
            <a:ext cx="2057400" cy="331317"/>
          </a:xfrm>
          <a:prstGeom prst="rect">
            <a:avLst/>
          </a:prstGeom>
        </p:spPr>
        <p:txBody>
          <a:bodyPr vert="horz" lIns="91440" tIns="45720" rIns="91440" bIns="45720" rtlCol="0" anchor="ctr"/>
          <a:lstStyle>
            <a:lvl1pPr algn="r">
              <a:defRPr sz="817">
                <a:solidFill>
                  <a:schemeClr val="tx1">
                    <a:tint val="75000"/>
                  </a:schemeClr>
                </a:solidFill>
              </a:defRPr>
            </a:lvl1p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2194072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22295" rtl="0" eaLnBrk="1" latinLnBrk="0" hangingPunct="1">
        <a:lnSpc>
          <a:spcPct val="90000"/>
        </a:lnSpc>
        <a:spcBef>
          <a:spcPct val="0"/>
        </a:spcBef>
        <a:buNone/>
        <a:defRPr sz="2994" kern="1200">
          <a:solidFill>
            <a:schemeClr val="tx1"/>
          </a:solidFill>
          <a:latin typeface="+mj-lt"/>
          <a:ea typeface="+mj-ea"/>
          <a:cs typeface="+mj-cs"/>
        </a:defRPr>
      </a:lvl1pPr>
    </p:titleStyle>
    <p:bodyStyle>
      <a:lvl1pPr marL="155574" indent="-155574" algn="l" defTabSz="622295" rtl="0" eaLnBrk="1" latinLnBrk="0" hangingPunct="1">
        <a:lnSpc>
          <a:spcPct val="90000"/>
        </a:lnSpc>
        <a:spcBef>
          <a:spcPts val="681"/>
        </a:spcBef>
        <a:buFont typeface="Arial" panose="020B0604020202020204" pitchFamily="34" charset="0"/>
        <a:buChar char="•"/>
        <a:defRPr sz="1906" kern="1200">
          <a:solidFill>
            <a:schemeClr val="tx1"/>
          </a:solidFill>
          <a:latin typeface="+mn-lt"/>
          <a:ea typeface="+mn-ea"/>
          <a:cs typeface="+mn-cs"/>
        </a:defRPr>
      </a:lvl1pPr>
      <a:lvl2pPr marL="466721" indent="-155574" algn="l" defTabSz="622295" rtl="0" eaLnBrk="1" latinLnBrk="0" hangingPunct="1">
        <a:lnSpc>
          <a:spcPct val="90000"/>
        </a:lnSpc>
        <a:spcBef>
          <a:spcPts val="340"/>
        </a:spcBef>
        <a:buFont typeface="Arial" panose="020B0604020202020204" pitchFamily="34" charset="0"/>
        <a:buChar char="•"/>
        <a:defRPr sz="1633" kern="1200">
          <a:solidFill>
            <a:schemeClr val="tx1"/>
          </a:solidFill>
          <a:latin typeface="+mn-lt"/>
          <a:ea typeface="+mn-ea"/>
          <a:cs typeface="+mn-cs"/>
        </a:defRPr>
      </a:lvl2pPr>
      <a:lvl3pPr marL="777869" indent="-155574" algn="l" defTabSz="622295" rtl="0" eaLnBrk="1" latinLnBrk="0" hangingPunct="1">
        <a:lnSpc>
          <a:spcPct val="90000"/>
        </a:lnSpc>
        <a:spcBef>
          <a:spcPts val="340"/>
        </a:spcBef>
        <a:buFont typeface="Arial" panose="020B0604020202020204" pitchFamily="34" charset="0"/>
        <a:buChar char="•"/>
        <a:defRPr sz="1361" kern="1200">
          <a:solidFill>
            <a:schemeClr val="tx1"/>
          </a:solidFill>
          <a:latin typeface="+mn-lt"/>
          <a:ea typeface="+mn-ea"/>
          <a:cs typeface="+mn-cs"/>
        </a:defRPr>
      </a:lvl3pPr>
      <a:lvl4pPr marL="1089016"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4pPr>
      <a:lvl5pPr marL="1400164"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5pPr>
      <a:lvl6pPr marL="1711311"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6pPr>
      <a:lvl7pPr marL="2022458"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7pPr>
      <a:lvl8pPr marL="2333606"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8pPr>
      <a:lvl9pPr marL="2644753"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9pPr>
    </p:bodyStyle>
    <p:otherStyle>
      <a:defPPr>
        <a:defRPr lang="zh-CN"/>
      </a:defPPr>
      <a:lvl1pPr marL="0" algn="l" defTabSz="622295" rtl="0" eaLnBrk="1" latinLnBrk="0" hangingPunct="1">
        <a:defRPr sz="1225" kern="1200">
          <a:solidFill>
            <a:schemeClr val="tx1"/>
          </a:solidFill>
          <a:latin typeface="+mn-lt"/>
          <a:ea typeface="+mn-ea"/>
          <a:cs typeface="+mn-cs"/>
        </a:defRPr>
      </a:lvl1pPr>
      <a:lvl2pPr marL="311147" algn="l" defTabSz="622295" rtl="0" eaLnBrk="1" latinLnBrk="0" hangingPunct="1">
        <a:defRPr sz="1225" kern="1200">
          <a:solidFill>
            <a:schemeClr val="tx1"/>
          </a:solidFill>
          <a:latin typeface="+mn-lt"/>
          <a:ea typeface="+mn-ea"/>
          <a:cs typeface="+mn-cs"/>
        </a:defRPr>
      </a:lvl2pPr>
      <a:lvl3pPr marL="622295" algn="l" defTabSz="622295" rtl="0" eaLnBrk="1" latinLnBrk="0" hangingPunct="1">
        <a:defRPr sz="1225" kern="1200">
          <a:solidFill>
            <a:schemeClr val="tx1"/>
          </a:solidFill>
          <a:latin typeface="+mn-lt"/>
          <a:ea typeface="+mn-ea"/>
          <a:cs typeface="+mn-cs"/>
        </a:defRPr>
      </a:lvl3pPr>
      <a:lvl4pPr marL="933442" algn="l" defTabSz="622295" rtl="0" eaLnBrk="1" latinLnBrk="0" hangingPunct="1">
        <a:defRPr sz="1225" kern="1200">
          <a:solidFill>
            <a:schemeClr val="tx1"/>
          </a:solidFill>
          <a:latin typeface="+mn-lt"/>
          <a:ea typeface="+mn-ea"/>
          <a:cs typeface="+mn-cs"/>
        </a:defRPr>
      </a:lvl4pPr>
      <a:lvl5pPr marL="1244590" algn="l" defTabSz="622295" rtl="0" eaLnBrk="1" latinLnBrk="0" hangingPunct="1">
        <a:defRPr sz="1225" kern="1200">
          <a:solidFill>
            <a:schemeClr val="tx1"/>
          </a:solidFill>
          <a:latin typeface="+mn-lt"/>
          <a:ea typeface="+mn-ea"/>
          <a:cs typeface="+mn-cs"/>
        </a:defRPr>
      </a:lvl5pPr>
      <a:lvl6pPr marL="1555737" algn="l" defTabSz="622295" rtl="0" eaLnBrk="1" latinLnBrk="0" hangingPunct="1">
        <a:defRPr sz="1225" kern="1200">
          <a:solidFill>
            <a:schemeClr val="tx1"/>
          </a:solidFill>
          <a:latin typeface="+mn-lt"/>
          <a:ea typeface="+mn-ea"/>
          <a:cs typeface="+mn-cs"/>
        </a:defRPr>
      </a:lvl6pPr>
      <a:lvl7pPr marL="1866885" algn="l" defTabSz="622295" rtl="0" eaLnBrk="1" latinLnBrk="0" hangingPunct="1">
        <a:defRPr sz="1225" kern="1200">
          <a:solidFill>
            <a:schemeClr val="tx1"/>
          </a:solidFill>
          <a:latin typeface="+mn-lt"/>
          <a:ea typeface="+mn-ea"/>
          <a:cs typeface="+mn-cs"/>
        </a:defRPr>
      </a:lvl7pPr>
      <a:lvl8pPr marL="2178032" algn="l" defTabSz="622295" rtl="0" eaLnBrk="1" latinLnBrk="0" hangingPunct="1">
        <a:defRPr sz="1225" kern="1200">
          <a:solidFill>
            <a:schemeClr val="tx1"/>
          </a:solidFill>
          <a:latin typeface="+mn-lt"/>
          <a:ea typeface="+mn-ea"/>
          <a:cs typeface="+mn-cs"/>
        </a:defRPr>
      </a:lvl8pPr>
      <a:lvl9pPr marL="2489180" algn="l" defTabSz="622295" rtl="0" eaLnBrk="1" latinLnBrk="0" hangingPunct="1">
        <a:defRPr sz="12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E01745D4.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7AFB313-6D90-77DD-55C6-0345F758B928}"/>
              </a:ext>
            </a:extLst>
          </p:cNvPr>
          <p:cNvSpPr txBox="1"/>
          <p:nvPr/>
        </p:nvSpPr>
        <p:spPr>
          <a:xfrm>
            <a:off x="190500" y="127000"/>
            <a:ext cx="92974" cy="200055"/>
          </a:xfrm>
          <a:prstGeom prst="rect">
            <a:avLst/>
          </a:prstGeom>
          <a:noFill/>
        </p:spPr>
        <p:txBody>
          <a:bodyPr vert="horz" wrap="none" lIns="0" tIns="0" rIns="0" bIns="0" rtlCol="0">
            <a:spAutoFit/>
          </a:bodyPr>
          <a:lstStyle/>
          <a:p>
            <a:r>
              <a:rPr lang="en-US" altLang="zh-CN" sz="1300" b="1">
                <a:solidFill>
                  <a:srgbClr val="263746"/>
                </a:solidFill>
                <a:latin typeface="Arial" panose="020B0604020202020204" pitchFamily="34" charset="0"/>
              </a:rPr>
              <a:t>a</a:t>
            </a:r>
            <a:endParaRPr lang="zh-CN" altLang="en-US" sz="1300" b="1">
              <a:solidFill>
                <a:srgbClr val="263746"/>
              </a:solidFill>
              <a:latin typeface="Arial" panose="020B0604020202020204" pitchFamily="34" charset="0"/>
            </a:endParaRPr>
          </a:p>
        </p:txBody>
      </p:sp>
      <p:sp>
        <p:nvSpPr>
          <p:cNvPr id="3" name="文本框 2">
            <a:extLst>
              <a:ext uri="{FF2B5EF4-FFF2-40B4-BE49-F238E27FC236}">
                <a16:creationId xmlns:a16="http://schemas.microsoft.com/office/drawing/2014/main" id="{572D036D-90F3-9C56-213D-25FC11F2153A}"/>
              </a:ext>
            </a:extLst>
          </p:cNvPr>
          <p:cNvSpPr txBox="1"/>
          <p:nvPr/>
        </p:nvSpPr>
        <p:spPr>
          <a:xfrm>
            <a:off x="457200" y="139700"/>
            <a:ext cx="3826368" cy="175433"/>
          </a:xfrm>
          <a:prstGeom prst="rect">
            <a:avLst/>
          </a:prstGeom>
          <a:noFill/>
        </p:spPr>
        <p:txBody>
          <a:bodyPr vert="horz" wrap="none" lIns="0" tIns="0" rIns="0" bIns="0" rtlCol="0">
            <a:spAutoFit/>
          </a:bodyPr>
          <a:lstStyle/>
          <a:p>
            <a:r>
              <a:rPr lang="en-US" altLang="zh-CN" sz="1140" b="1" dirty="0">
                <a:solidFill>
                  <a:srgbClr val="263746"/>
                </a:solidFill>
                <a:latin typeface="Arial" panose="020B0604020202020204" pitchFamily="34" charset="0"/>
              </a:rPr>
              <a:t>All ligands:</a:t>
            </a:r>
            <a:r>
              <a:rPr lang="zh-CN" altLang="en-US" sz="1140" b="1" dirty="0">
                <a:solidFill>
                  <a:srgbClr val="263746"/>
                </a:solidFill>
                <a:latin typeface="Arial" panose="020B0604020202020204" pitchFamily="34" charset="0"/>
              </a:rPr>
              <a:t> </a:t>
            </a:r>
            <a:r>
              <a:rPr lang="en-US" altLang="zh-CN" sz="1140" b="1" dirty="0">
                <a:solidFill>
                  <a:srgbClr val="263746"/>
                </a:solidFill>
                <a:latin typeface="Arial" panose="020B0604020202020204" pitchFamily="34" charset="0"/>
              </a:rPr>
              <a:t>end-to-end</a:t>
            </a:r>
            <a:r>
              <a:rPr lang="zh-CN" altLang="en-US" sz="1140" b="1" dirty="0">
                <a:solidFill>
                  <a:srgbClr val="263746"/>
                </a:solidFill>
                <a:latin typeface="Arial" panose="020B0604020202020204" pitchFamily="34" charset="0"/>
              </a:rPr>
              <a:t> </a:t>
            </a:r>
            <a:r>
              <a:rPr lang="en-US" altLang="zh-CN" sz="1140" b="1" dirty="0">
                <a:solidFill>
                  <a:srgbClr val="263746"/>
                </a:solidFill>
                <a:latin typeface="Arial" panose="020B0604020202020204" pitchFamily="34" charset="0"/>
              </a:rPr>
              <a:t>detection and identity matching</a:t>
            </a:r>
            <a:endParaRPr lang="zh-CN" altLang="en-US" sz="1140" b="1" dirty="0">
              <a:solidFill>
                <a:srgbClr val="263746"/>
              </a:solidFill>
              <a:latin typeface="Arial" panose="020B0604020202020204" pitchFamily="34" charset="0"/>
            </a:endParaRPr>
          </a:p>
        </p:txBody>
      </p:sp>
      <p:sp>
        <p:nvSpPr>
          <p:cNvPr id="5" name="菱形 4">
            <a:extLst>
              <a:ext uri="{FF2B5EF4-FFF2-40B4-BE49-F238E27FC236}">
                <a16:creationId xmlns:a16="http://schemas.microsoft.com/office/drawing/2014/main" id="{D0124102-0D95-0DB9-908D-6B90644D1AB5}"/>
              </a:ext>
            </a:extLst>
          </p:cNvPr>
          <p:cNvSpPr/>
          <p:nvPr/>
        </p:nvSpPr>
        <p:spPr>
          <a:xfrm>
            <a:off x="1892240" y="4191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a:solidFill>
                  <a:srgbClr val="263746"/>
                </a:solidFill>
                <a:latin typeface="Arial" panose="020B0604020202020204" pitchFamily="34" charset="0"/>
              </a:rPr>
              <a:t>Ligand
hit?</a:t>
            </a:r>
            <a:endParaRPr lang="zh-CN" altLang="en-US" sz="900">
              <a:solidFill>
                <a:srgbClr val="263746"/>
              </a:solidFill>
              <a:latin typeface="Arial" panose="020B0604020202020204" pitchFamily="34" charset="0"/>
            </a:endParaRPr>
          </a:p>
        </p:txBody>
      </p:sp>
      <p:sp>
        <p:nvSpPr>
          <p:cNvPr id="6" name="矩形 5">
            <a:extLst>
              <a:ext uri="{FF2B5EF4-FFF2-40B4-BE49-F238E27FC236}">
                <a16:creationId xmlns:a16="http://schemas.microsoft.com/office/drawing/2014/main" id="{4AFF00AA-A7E8-4422-7AE6-83E267C16654}"/>
              </a:ext>
            </a:extLst>
          </p:cNvPr>
          <p:cNvSpPr/>
          <p:nvPr/>
        </p:nvSpPr>
        <p:spPr>
          <a:xfrm>
            <a:off x="3543240" y="508000"/>
            <a:ext cx="1308100" cy="381000"/>
          </a:xfrm>
          <a:prstGeom prst="rect">
            <a:avLst/>
          </a:prstGeom>
          <a:solidFill>
            <a:srgbClr val="EEF0FA"/>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Match against all identities</a:t>
            </a:r>
            <a:endParaRPr lang="zh-CN" altLang="en-US" sz="960" dirty="0">
              <a:solidFill>
                <a:srgbClr val="263746"/>
              </a:solidFill>
              <a:latin typeface="Arial" panose="020B0604020202020204" pitchFamily="34" charset="0"/>
            </a:endParaRPr>
          </a:p>
        </p:txBody>
      </p:sp>
      <p:sp>
        <p:nvSpPr>
          <p:cNvPr id="7" name="菱形 6">
            <a:extLst>
              <a:ext uri="{FF2B5EF4-FFF2-40B4-BE49-F238E27FC236}">
                <a16:creationId xmlns:a16="http://schemas.microsoft.com/office/drawing/2014/main" id="{94B655B4-BA30-BBB6-909C-1A0A6FE0E9E4}"/>
              </a:ext>
            </a:extLst>
          </p:cNvPr>
          <p:cNvSpPr/>
          <p:nvPr/>
        </p:nvSpPr>
        <p:spPr>
          <a:xfrm>
            <a:off x="5270440" y="419100"/>
            <a:ext cx="12319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a:solidFill>
                  <a:srgbClr val="263746"/>
                </a:solidFill>
                <a:latin typeface="Arial" panose="020B0604020202020204" pitchFamily="34" charset="0"/>
              </a:rPr>
              <a:t>Correct
identity?</a:t>
            </a:r>
            <a:endParaRPr lang="zh-CN" altLang="en-US" sz="900">
              <a:solidFill>
                <a:srgbClr val="263746"/>
              </a:solidFill>
              <a:latin typeface="Arial" panose="020B0604020202020204" pitchFamily="34" charset="0"/>
            </a:endParaRPr>
          </a:p>
        </p:txBody>
      </p:sp>
      <p:sp>
        <p:nvSpPr>
          <p:cNvPr id="8" name="矩形 7">
            <a:extLst>
              <a:ext uri="{FF2B5EF4-FFF2-40B4-BE49-F238E27FC236}">
                <a16:creationId xmlns:a16="http://schemas.microsoft.com/office/drawing/2014/main" id="{3F3947DC-40E8-E124-EEA3-F89F77BD62C4}"/>
              </a:ext>
            </a:extLst>
          </p:cNvPr>
          <p:cNvSpPr/>
          <p:nvPr/>
        </p:nvSpPr>
        <p:spPr>
          <a:xfrm>
            <a:off x="7264340" y="482600"/>
            <a:ext cx="1663700" cy="406400"/>
          </a:xfrm>
          <a:prstGeom prst="rect">
            <a:avLst/>
          </a:prstGeom>
          <a:solidFill>
            <a:srgbClr val="E3F1EC"/>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a:t>
            </a:r>
            <a:r>
              <a:rPr lang="en-US" altLang="zh-CN" sz="960" b="1" dirty="0">
                <a:solidFill>
                  <a:srgbClr val="263746"/>
                </a:solidFill>
                <a:latin typeface="Arial" panose="020B0604020202020204" pitchFamily="34" charset="0"/>
              </a:rPr>
              <a:t> success</a:t>
            </a:r>
            <a:endParaRPr lang="zh-CN" altLang="en-US" sz="960" b="1" dirty="0">
              <a:solidFill>
                <a:srgbClr val="263746"/>
              </a:solidFill>
              <a:latin typeface="Arial" panose="020B0604020202020204" pitchFamily="34" charset="0"/>
            </a:endParaRPr>
          </a:p>
        </p:txBody>
      </p:sp>
      <p:sp>
        <p:nvSpPr>
          <p:cNvPr id="9" name="矩形 8">
            <a:extLst>
              <a:ext uri="{FF2B5EF4-FFF2-40B4-BE49-F238E27FC236}">
                <a16:creationId xmlns:a16="http://schemas.microsoft.com/office/drawing/2014/main" id="{72E6D7D1-9C41-4F50-3AB1-F17DEA6EEC7B}"/>
              </a:ext>
            </a:extLst>
          </p:cNvPr>
          <p:cNvSpPr/>
          <p:nvPr/>
        </p:nvSpPr>
        <p:spPr>
          <a:xfrm>
            <a:off x="7264340" y="1143000"/>
            <a:ext cx="1663700" cy="3683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cxnSp>
        <p:nvCxnSpPr>
          <p:cNvPr id="10" name="直接连接符 9">
            <a:extLst>
              <a:ext uri="{FF2B5EF4-FFF2-40B4-BE49-F238E27FC236}">
                <a16:creationId xmlns:a16="http://schemas.microsoft.com/office/drawing/2014/main" id="{AA9774E5-2EC8-B5E0-C09B-6870B55CF2B0}"/>
              </a:ext>
            </a:extLst>
          </p:cNvPr>
          <p:cNvCxnSpPr/>
          <p:nvPr/>
        </p:nvCxnSpPr>
        <p:spPr>
          <a:xfrm>
            <a:off x="1549340" y="698500"/>
            <a:ext cx="3429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A543297B-1831-26F4-7252-976448BBDBCB}"/>
              </a:ext>
            </a:extLst>
          </p:cNvPr>
          <p:cNvCxnSpPr/>
          <p:nvPr/>
        </p:nvCxnSpPr>
        <p:spPr>
          <a:xfrm>
            <a:off x="3086040" y="698500"/>
            <a:ext cx="4572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D18EB75A-50C4-1670-16A4-5EFA2BB2F851}"/>
              </a:ext>
            </a:extLst>
          </p:cNvPr>
          <p:cNvSpPr txBox="1"/>
          <p:nvPr/>
        </p:nvSpPr>
        <p:spPr>
          <a:xfrm>
            <a:off x="3124140" y="4826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13" name="直接连接符 12">
            <a:extLst>
              <a:ext uri="{FF2B5EF4-FFF2-40B4-BE49-F238E27FC236}">
                <a16:creationId xmlns:a16="http://schemas.microsoft.com/office/drawing/2014/main" id="{C9060078-5CE7-F56F-55D3-81C7A30FB323}"/>
              </a:ext>
            </a:extLst>
          </p:cNvPr>
          <p:cNvCxnSpPr/>
          <p:nvPr/>
        </p:nvCxnSpPr>
        <p:spPr>
          <a:xfrm>
            <a:off x="4851340" y="698500"/>
            <a:ext cx="4191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29D0B937-AEC0-6017-3782-F9450F3AE0DB}"/>
              </a:ext>
            </a:extLst>
          </p:cNvPr>
          <p:cNvCxnSpPr/>
          <p:nvPr/>
        </p:nvCxnSpPr>
        <p:spPr>
          <a:xfrm>
            <a:off x="6502340" y="698500"/>
            <a:ext cx="7620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A2BD688B-B32B-3DC4-5C6A-93DDE6080038}"/>
              </a:ext>
            </a:extLst>
          </p:cNvPr>
          <p:cNvSpPr txBox="1"/>
          <p:nvPr/>
        </p:nvSpPr>
        <p:spPr>
          <a:xfrm>
            <a:off x="6616640" y="4826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16" name="直接连接符 15">
            <a:extLst>
              <a:ext uri="{FF2B5EF4-FFF2-40B4-BE49-F238E27FC236}">
                <a16:creationId xmlns:a16="http://schemas.microsoft.com/office/drawing/2014/main" id="{9435B965-E028-97DB-7605-BC9FB571F59A}"/>
              </a:ext>
            </a:extLst>
          </p:cNvPr>
          <p:cNvCxnSpPr/>
          <p:nvPr/>
        </p:nvCxnSpPr>
        <p:spPr>
          <a:xfrm>
            <a:off x="2489140" y="977900"/>
            <a:ext cx="0" cy="34925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EBB9FA3-82E4-15FA-8F73-23307081C293}"/>
              </a:ext>
            </a:extLst>
          </p:cNvPr>
          <p:cNvCxnSpPr/>
          <p:nvPr/>
        </p:nvCxnSpPr>
        <p:spPr>
          <a:xfrm>
            <a:off x="2489140" y="1327150"/>
            <a:ext cx="47752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8817AC71-BAC2-F1A0-CDA3-F7F54D750DC5}"/>
              </a:ext>
            </a:extLst>
          </p:cNvPr>
          <p:cNvSpPr txBox="1"/>
          <p:nvPr/>
        </p:nvSpPr>
        <p:spPr>
          <a:xfrm>
            <a:off x="2539940" y="10160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19" name="直接连接符 18">
            <a:extLst>
              <a:ext uri="{FF2B5EF4-FFF2-40B4-BE49-F238E27FC236}">
                <a16:creationId xmlns:a16="http://schemas.microsoft.com/office/drawing/2014/main" id="{85A53E76-3423-49A2-BF78-22E232174EEB}"/>
              </a:ext>
            </a:extLst>
          </p:cNvPr>
          <p:cNvCxnSpPr/>
          <p:nvPr/>
        </p:nvCxnSpPr>
        <p:spPr>
          <a:xfrm>
            <a:off x="5886390" y="977900"/>
            <a:ext cx="0" cy="34925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20" name="文本框 19">
            <a:extLst>
              <a:ext uri="{FF2B5EF4-FFF2-40B4-BE49-F238E27FC236}">
                <a16:creationId xmlns:a16="http://schemas.microsoft.com/office/drawing/2014/main" id="{112A789C-8BEA-4D1C-FD18-1FB84B8A0F0C}"/>
              </a:ext>
            </a:extLst>
          </p:cNvPr>
          <p:cNvSpPr txBox="1"/>
          <p:nvPr/>
        </p:nvSpPr>
        <p:spPr>
          <a:xfrm>
            <a:off x="5930840" y="10160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21" name="直接连接符 20">
            <a:extLst>
              <a:ext uri="{FF2B5EF4-FFF2-40B4-BE49-F238E27FC236}">
                <a16:creationId xmlns:a16="http://schemas.microsoft.com/office/drawing/2014/main" id="{A5D5A13A-BFD3-3CDB-E43D-203826DA01E1}"/>
              </a:ext>
            </a:extLst>
          </p:cNvPr>
          <p:cNvCxnSpPr/>
          <p:nvPr/>
        </p:nvCxnSpPr>
        <p:spPr>
          <a:xfrm>
            <a:off x="190500" y="1701800"/>
            <a:ext cx="8763000" cy="0"/>
          </a:xfrm>
          <a:prstGeom prst="line">
            <a:avLst/>
          </a:prstGeom>
          <a:ln w="8255">
            <a:solidFill>
              <a:srgbClr val="DFE5E8"/>
            </a:solidFill>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71A60333-A60A-22EA-E68C-928C2CA9D335}"/>
              </a:ext>
            </a:extLst>
          </p:cNvPr>
          <p:cNvSpPr txBox="1"/>
          <p:nvPr/>
        </p:nvSpPr>
        <p:spPr>
          <a:xfrm>
            <a:off x="190500" y="1879600"/>
            <a:ext cx="102592" cy="200055"/>
          </a:xfrm>
          <a:prstGeom prst="rect">
            <a:avLst/>
          </a:prstGeom>
          <a:noFill/>
        </p:spPr>
        <p:txBody>
          <a:bodyPr vert="horz" wrap="none" lIns="0" tIns="0" rIns="0" bIns="0" rtlCol="0">
            <a:spAutoFit/>
          </a:bodyPr>
          <a:lstStyle/>
          <a:p>
            <a:r>
              <a:rPr lang="en-US" altLang="zh-CN" sz="1300" b="1" dirty="0">
                <a:solidFill>
                  <a:srgbClr val="263746"/>
                </a:solidFill>
                <a:latin typeface="Arial" panose="020B0604020202020204" pitchFamily="34" charset="0"/>
              </a:rPr>
              <a:t>b</a:t>
            </a:r>
            <a:endParaRPr lang="zh-CN" altLang="en-US" sz="1300" b="1" dirty="0">
              <a:solidFill>
                <a:srgbClr val="263746"/>
              </a:solidFill>
              <a:latin typeface="Arial" panose="020B0604020202020204" pitchFamily="34" charset="0"/>
            </a:endParaRPr>
          </a:p>
        </p:txBody>
      </p:sp>
      <p:sp>
        <p:nvSpPr>
          <p:cNvPr id="23" name="文本框 22">
            <a:extLst>
              <a:ext uri="{FF2B5EF4-FFF2-40B4-BE49-F238E27FC236}">
                <a16:creationId xmlns:a16="http://schemas.microsoft.com/office/drawing/2014/main" id="{25AFE048-B7CD-65B3-ED3E-0525BF48A49A}"/>
              </a:ext>
            </a:extLst>
          </p:cNvPr>
          <p:cNvSpPr txBox="1"/>
          <p:nvPr/>
        </p:nvSpPr>
        <p:spPr>
          <a:xfrm>
            <a:off x="352087" y="1885950"/>
            <a:ext cx="6061413" cy="175433"/>
          </a:xfrm>
          <a:prstGeom prst="rect">
            <a:avLst/>
          </a:prstGeom>
          <a:noFill/>
        </p:spPr>
        <p:txBody>
          <a:bodyPr vert="horz" wrap="square" lIns="0" tIns="0" rIns="0" bIns="0" rtlCol="0">
            <a:spAutoFit/>
          </a:bodyPr>
          <a:lstStyle/>
          <a:p>
            <a:r>
              <a:rPr lang="zh-CN" altLang="zh-CN" sz="1140" b="1" dirty="0">
                <a:solidFill>
                  <a:srgbClr val="263746"/>
                </a:solidFill>
                <a:latin typeface="Arial" panose="020B0604020202020204" pitchFamily="34" charset="0"/>
              </a:rPr>
              <a:t>Small molecules: end-to-end detection, identity matching and pose reconstruction</a:t>
            </a:r>
            <a:endParaRPr lang="zh-CN" altLang="en-US" sz="1140" b="1" dirty="0">
              <a:solidFill>
                <a:srgbClr val="263746"/>
              </a:solidFill>
              <a:latin typeface="Arial" panose="020B0604020202020204" pitchFamily="34" charset="0"/>
            </a:endParaRPr>
          </a:p>
        </p:txBody>
      </p:sp>
      <p:sp>
        <p:nvSpPr>
          <p:cNvPr id="24" name="矩形 23">
            <a:extLst>
              <a:ext uri="{FF2B5EF4-FFF2-40B4-BE49-F238E27FC236}">
                <a16:creationId xmlns:a16="http://schemas.microsoft.com/office/drawing/2014/main" id="{F39CFC83-C456-A75F-9BFF-91038705BB8C}"/>
              </a:ext>
            </a:extLst>
          </p:cNvPr>
          <p:cNvSpPr/>
          <p:nvPr/>
        </p:nvSpPr>
        <p:spPr>
          <a:xfrm>
            <a:off x="288220" y="2298700"/>
            <a:ext cx="1270000" cy="3810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1000" dirty="0">
                <a:solidFill>
                  <a:srgbClr val="263746"/>
                </a:solidFill>
                <a:latin typeface="Arial" panose="020B0604020202020204" pitchFamily="34" charset="0"/>
              </a:rPr>
              <a:t>Candidate from Find</a:t>
            </a:r>
            <a:endParaRPr lang="zh-CN" altLang="en-US" sz="1000" dirty="0">
              <a:solidFill>
                <a:srgbClr val="263746"/>
              </a:solidFill>
              <a:latin typeface="Arial" panose="020B0604020202020204" pitchFamily="34" charset="0"/>
            </a:endParaRPr>
          </a:p>
        </p:txBody>
      </p:sp>
      <p:sp>
        <p:nvSpPr>
          <p:cNvPr id="25" name="菱形 24">
            <a:extLst>
              <a:ext uri="{FF2B5EF4-FFF2-40B4-BE49-F238E27FC236}">
                <a16:creationId xmlns:a16="http://schemas.microsoft.com/office/drawing/2014/main" id="{AB2B80C2-4908-12BA-522F-1FA725CC8C71}"/>
              </a:ext>
            </a:extLst>
          </p:cNvPr>
          <p:cNvSpPr/>
          <p:nvPr/>
        </p:nvSpPr>
        <p:spPr>
          <a:xfrm>
            <a:off x="1901120" y="22098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a:solidFill>
                  <a:srgbClr val="263746"/>
                </a:solidFill>
                <a:latin typeface="Arial" panose="020B0604020202020204" pitchFamily="34" charset="0"/>
              </a:rPr>
              <a:t>Ligand
hit?</a:t>
            </a:r>
            <a:endParaRPr lang="zh-CN" altLang="en-US" sz="900">
              <a:solidFill>
                <a:srgbClr val="263746"/>
              </a:solidFill>
              <a:latin typeface="Arial" panose="020B0604020202020204" pitchFamily="34" charset="0"/>
            </a:endParaRPr>
          </a:p>
        </p:txBody>
      </p:sp>
      <p:sp>
        <p:nvSpPr>
          <p:cNvPr id="26" name="矩形 25">
            <a:extLst>
              <a:ext uri="{FF2B5EF4-FFF2-40B4-BE49-F238E27FC236}">
                <a16:creationId xmlns:a16="http://schemas.microsoft.com/office/drawing/2014/main" id="{D749ED5A-A53A-B53B-A1B9-9063D1FFEF48}"/>
              </a:ext>
            </a:extLst>
          </p:cNvPr>
          <p:cNvSpPr/>
          <p:nvPr/>
        </p:nvSpPr>
        <p:spPr>
          <a:xfrm>
            <a:off x="3552120" y="2298700"/>
            <a:ext cx="1308100" cy="381000"/>
          </a:xfrm>
          <a:prstGeom prst="rect">
            <a:avLst/>
          </a:prstGeom>
          <a:solidFill>
            <a:srgbClr val="EEF0FA"/>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Match against all identities</a:t>
            </a:r>
            <a:endParaRPr lang="zh-CN" altLang="en-US" sz="960" dirty="0">
              <a:solidFill>
                <a:srgbClr val="263746"/>
              </a:solidFill>
              <a:latin typeface="Arial" panose="020B0604020202020204" pitchFamily="34" charset="0"/>
            </a:endParaRPr>
          </a:p>
        </p:txBody>
      </p:sp>
      <p:sp>
        <p:nvSpPr>
          <p:cNvPr id="28" name="矩形 27">
            <a:extLst>
              <a:ext uri="{FF2B5EF4-FFF2-40B4-BE49-F238E27FC236}">
                <a16:creationId xmlns:a16="http://schemas.microsoft.com/office/drawing/2014/main" id="{8F558723-431F-02D3-0CBD-47E448D1CEB6}"/>
              </a:ext>
            </a:extLst>
          </p:cNvPr>
          <p:cNvSpPr/>
          <p:nvPr/>
        </p:nvSpPr>
        <p:spPr>
          <a:xfrm>
            <a:off x="1901120" y="2997200"/>
            <a:ext cx="1320800" cy="2921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cxnSp>
        <p:nvCxnSpPr>
          <p:cNvPr id="29" name="直接连接符 28">
            <a:extLst>
              <a:ext uri="{FF2B5EF4-FFF2-40B4-BE49-F238E27FC236}">
                <a16:creationId xmlns:a16="http://schemas.microsoft.com/office/drawing/2014/main" id="{35DDB390-41F7-C0F0-DB4E-F6C7C55F86BC}"/>
              </a:ext>
            </a:extLst>
          </p:cNvPr>
          <p:cNvCxnSpPr/>
          <p:nvPr/>
        </p:nvCxnSpPr>
        <p:spPr>
          <a:xfrm>
            <a:off x="1558220" y="2489200"/>
            <a:ext cx="3429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5D17455A-1F33-CF83-FE11-AA46EB9F4CF2}"/>
              </a:ext>
            </a:extLst>
          </p:cNvPr>
          <p:cNvCxnSpPr/>
          <p:nvPr/>
        </p:nvCxnSpPr>
        <p:spPr>
          <a:xfrm>
            <a:off x="3094920" y="2489200"/>
            <a:ext cx="4572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4C08FB-DBDC-8AD8-D664-C34038B0B2D7}"/>
              </a:ext>
            </a:extLst>
          </p:cNvPr>
          <p:cNvSpPr txBox="1"/>
          <p:nvPr/>
        </p:nvSpPr>
        <p:spPr>
          <a:xfrm>
            <a:off x="3133020" y="22860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33" name="直接连接符 32">
            <a:extLst>
              <a:ext uri="{FF2B5EF4-FFF2-40B4-BE49-F238E27FC236}">
                <a16:creationId xmlns:a16="http://schemas.microsoft.com/office/drawing/2014/main" id="{2063AEC9-95AE-DD12-3BF9-6878907E693D}"/>
              </a:ext>
            </a:extLst>
          </p:cNvPr>
          <p:cNvCxnSpPr/>
          <p:nvPr/>
        </p:nvCxnSpPr>
        <p:spPr>
          <a:xfrm>
            <a:off x="2498020" y="2768600"/>
            <a:ext cx="0" cy="2286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B7F43A32-B5AD-F5BF-D9E0-F07DA2464797}"/>
              </a:ext>
            </a:extLst>
          </p:cNvPr>
          <p:cNvSpPr txBox="1"/>
          <p:nvPr/>
        </p:nvSpPr>
        <p:spPr>
          <a:xfrm>
            <a:off x="2548820" y="27813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35" name="直接连接符 34">
            <a:extLst>
              <a:ext uri="{FF2B5EF4-FFF2-40B4-BE49-F238E27FC236}">
                <a16:creationId xmlns:a16="http://schemas.microsoft.com/office/drawing/2014/main" id="{2A726755-85C9-53EE-9776-24A4254029AE}"/>
              </a:ext>
            </a:extLst>
          </p:cNvPr>
          <p:cNvCxnSpPr>
            <a:cxnSpLocks/>
          </p:cNvCxnSpPr>
          <p:nvPr/>
        </p:nvCxnSpPr>
        <p:spPr>
          <a:xfrm>
            <a:off x="5939720" y="2486024"/>
            <a:ext cx="0" cy="914400"/>
          </a:xfrm>
          <a:prstGeom prst="line">
            <a:avLst/>
          </a:prstGeom>
          <a:ln w="11430">
            <a:solidFill>
              <a:srgbClr val="5D6974"/>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17130D83-63F6-36DE-0E0D-228A53E45850}"/>
              </a:ext>
            </a:extLst>
          </p:cNvPr>
          <p:cNvCxnSpPr/>
          <p:nvPr/>
        </p:nvCxnSpPr>
        <p:spPr>
          <a:xfrm>
            <a:off x="1672520" y="3403600"/>
            <a:ext cx="6032500" cy="0"/>
          </a:xfrm>
          <a:prstGeom prst="line">
            <a:avLst/>
          </a:prstGeom>
          <a:ln w="11430">
            <a:solidFill>
              <a:srgbClr val="5D6974"/>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B3CC846F-C633-D78D-C9DD-98CB2D03E06D}"/>
              </a:ext>
            </a:extLst>
          </p:cNvPr>
          <p:cNvCxnSpPr/>
          <p:nvPr/>
        </p:nvCxnSpPr>
        <p:spPr>
          <a:xfrm>
            <a:off x="1672520" y="3403600"/>
            <a:ext cx="0" cy="152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38" name="矩形 37">
            <a:extLst>
              <a:ext uri="{FF2B5EF4-FFF2-40B4-BE49-F238E27FC236}">
                <a16:creationId xmlns:a16="http://schemas.microsoft.com/office/drawing/2014/main" id="{946AF266-B9F5-4680-91B9-6A01B1725A06}"/>
              </a:ext>
            </a:extLst>
          </p:cNvPr>
          <p:cNvSpPr/>
          <p:nvPr/>
        </p:nvSpPr>
        <p:spPr>
          <a:xfrm>
            <a:off x="440620" y="3556000"/>
            <a:ext cx="2463800" cy="3302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Non-small-molecule ligand</a:t>
            </a:r>
            <a:endParaRPr lang="zh-CN" altLang="en-US" sz="960" dirty="0">
              <a:solidFill>
                <a:srgbClr val="263746"/>
              </a:solidFill>
              <a:latin typeface="Arial" panose="020B0604020202020204" pitchFamily="34" charset="0"/>
            </a:endParaRPr>
          </a:p>
        </p:txBody>
      </p:sp>
      <p:cxnSp>
        <p:nvCxnSpPr>
          <p:cNvPr id="39" name="直接连接符 38">
            <a:extLst>
              <a:ext uri="{FF2B5EF4-FFF2-40B4-BE49-F238E27FC236}">
                <a16:creationId xmlns:a16="http://schemas.microsoft.com/office/drawing/2014/main" id="{576B7705-9217-DC11-BD9D-DBA1111CD2A6}"/>
              </a:ext>
            </a:extLst>
          </p:cNvPr>
          <p:cNvCxnSpPr/>
          <p:nvPr/>
        </p:nvCxnSpPr>
        <p:spPr>
          <a:xfrm>
            <a:off x="4682420" y="3403600"/>
            <a:ext cx="0" cy="152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0" name="矩形 39">
            <a:extLst>
              <a:ext uri="{FF2B5EF4-FFF2-40B4-BE49-F238E27FC236}">
                <a16:creationId xmlns:a16="http://schemas.microsoft.com/office/drawing/2014/main" id="{CB95FD28-3FB5-A895-9372-66B421413037}"/>
              </a:ext>
            </a:extLst>
          </p:cNvPr>
          <p:cNvSpPr/>
          <p:nvPr/>
        </p:nvSpPr>
        <p:spPr>
          <a:xfrm>
            <a:off x="3450520" y="3556000"/>
            <a:ext cx="2463800" cy="3302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Small molecule outside </a:t>
            </a:r>
            <a:endParaRPr lang="en-US" altLang="zh-CN" sz="960" dirty="0">
              <a:solidFill>
                <a:srgbClr val="263746"/>
              </a:solidFill>
              <a:latin typeface="Arial" panose="020B0604020202020204" pitchFamily="34" charset="0"/>
            </a:endParaRPr>
          </a:p>
          <a:p>
            <a:pPr algn="ctr"/>
            <a:r>
              <a:rPr lang="zh-CN" altLang="zh-CN" sz="960" dirty="0">
                <a:solidFill>
                  <a:srgbClr val="263746"/>
                </a:solidFill>
                <a:latin typeface="Arial" panose="020B0604020202020204" pitchFamily="34" charset="0"/>
              </a:rPr>
              <a:t>the evaluation subset</a:t>
            </a:r>
            <a:endParaRPr lang="zh-CN" altLang="en-US" sz="960" dirty="0">
              <a:solidFill>
                <a:srgbClr val="263746"/>
              </a:solidFill>
              <a:latin typeface="Arial" panose="020B0604020202020204" pitchFamily="34" charset="0"/>
            </a:endParaRPr>
          </a:p>
        </p:txBody>
      </p:sp>
      <p:cxnSp>
        <p:nvCxnSpPr>
          <p:cNvPr id="41" name="直接连接符 40">
            <a:extLst>
              <a:ext uri="{FF2B5EF4-FFF2-40B4-BE49-F238E27FC236}">
                <a16:creationId xmlns:a16="http://schemas.microsoft.com/office/drawing/2014/main" id="{B6C959EF-6178-EBD8-F4E2-8259C89EBFBB}"/>
              </a:ext>
            </a:extLst>
          </p:cNvPr>
          <p:cNvCxnSpPr/>
          <p:nvPr/>
        </p:nvCxnSpPr>
        <p:spPr>
          <a:xfrm>
            <a:off x="7705020" y="3403600"/>
            <a:ext cx="0" cy="152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2" name="矩形 41">
            <a:extLst>
              <a:ext uri="{FF2B5EF4-FFF2-40B4-BE49-F238E27FC236}">
                <a16:creationId xmlns:a16="http://schemas.microsoft.com/office/drawing/2014/main" id="{5A93B207-846A-17B3-EDA4-2AE2356B4472}"/>
              </a:ext>
            </a:extLst>
          </p:cNvPr>
          <p:cNvSpPr/>
          <p:nvPr/>
        </p:nvSpPr>
        <p:spPr>
          <a:xfrm>
            <a:off x="6473120" y="3556000"/>
            <a:ext cx="2463800" cy="3302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Eligible small molecule</a:t>
            </a:r>
            <a:endParaRPr lang="zh-CN" altLang="en-US" sz="960" dirty="0">
              <a:solidFill>
                <a:srgbClr val="263746"/>
              </a:solidFill>
              <a:latin typeface="Arial" panose="020B0604020202020204" pitchFamily="34" charset="0"/>
            </a:endParaRPr>
          </a:p>
        </p:txBody>
      </p:sp>
      <p:sp>
        <p:nvSpPr>
          <p:cNvPr id="43" name="菱形 42">
            <a:extLst>
              <a:ext uri="{FF2B5EF4-FFF2-40B4-BE49-F238E27FC236}">
                <a16:creationId xmlns:a16="http://schemas.microsoft.com/office/drawing/2014/main" id="{5CA8C83B-B387-0467-CBD7-F0F18374E099}"/>
              </a:ext>
            </a:extLst>
          </p:cNvPr>
          <p:cNvSpPr/>
          <p:nvPr/>
        </p:nvSpPr>
        <p:spPr>
          <a:xfrm>
            <a:off x="640527" y="4129542"/>
            <a:ext cx="2063985"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Matched to a small-molecule identity?</a:t>
            </a:r>
            <a:endParaRPr lang="zh-CN" altLang="en-US" sz="960" dirty="0">
              <a:solidFill>
                <a:srgbClr val="263746"/>
              </a:solidFill>
              <a:latin typeface="Arial" panose="020B0604020202020204" pitchFamily="34" charset="0"/>
            </a:endParaRPr>
          </a:p>
        </p:txBody>
      </p:sp>
      <p:cxnSp>
        <p:nvCxnSpPr>
          <p:cNvPr id="44" name="直接连接符 43">
            <a:extLst>
              <a:ext uri="{FF2B5EF4-FFF2-40B4-BE49-F238E27FC236}">
                <a16:creationId xmlns:a16="http://schemas.microsoft.com/office/drawing/2014/main" id="{969258EC-4086-7793-EB2C-A95A9C6F10D1}"/>
              </a:ext>
            </a:extLst>
          </p:cNvPr>
          <p:cNvCxnSpPr/>
          <p:nvPr/>
        </p:nvCxnSpPr>
        <p:spPr>
          <a:xfrm>
            <a:off x="1672520" y="3886200"/>
            <a:ext cx="0" cy="2540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5" name="菱形 44">
            <a:extLst>
              <a:ext uri="{FF2B5EF4-FFF2-40B4-BE49-F238E27FC236}">
                <a16:creationId xmlns:a16="http://schemas.microsoft.com/office/drawing/2014/main" id="{BBAFC388-B92F-328B-B4B8-F2279B93F76A}"/>
              </a:ext>
            </a:extLst>
          </p:cNvPr>
          <p:cNvSpPr/>
          <p:nvPr/>
        </p:nvSpPr>
        <p:spPr>
          <a:xfrm>
            <a:off x="4085520" y="41402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dirty="0">
                <a:solidFill>
                  <a:srgbClr val="263746"/>
                </a:solidFill>
                <a:latin typeface="Arial" panose="020B0604020202020204" pitchFamily="34" charset="0"/>
              </a:rPr>
              <a:t>Matched correctly?</a:t>
            </a:r>
            <a:endParaRPr lang="zh-CN" altLang="en-US" sz="900" dirty="0">
              <a:solidFill>
                <a:srgbClr val="263746"/>
              </a:solidFill>
              <a:latin typeface="Arial" panose="020B0604020202020204" pitchFamily="34" charset="0"/>
            </a:endParaRPr>
          </a:p>
        </p:txBody>
      </p:sp>
      <p:cxnSp>
        <p:nvCxnSpPr>
          <p:cNvPr id="46" name="直接连接符 45">
            <a:extLst>
              <a:ext uri="{FF2B5EF4-FFF2-40B4-BE49-F238E27FC236}">
                <a16:creationId xmlns:a16="http://schemas.microsoft.com/office/drawing/2014/main" id="{C6B0CDD7-A4C1-6C50-F4C1-FDBFF92D5ECF}"/>
              </a:ext>
            </a:extLst>
          </p:cNvPr>
          <p:cNvCxnSpPr/>
          <p:nvPr/>
        </p:nvCxnSpPr>
        <p:spPr>
          <a:xfrm>
            <a:off x="4682420" y="3886200"/>
            <a:ext cx="0" cy="2540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7" name="菱形 46">
            <a:extLst>
              <a:ext uri="{FF2B5EF4-FFF2-40B4-BE49-F238E27FC236}">
                <a16:creationId xmlns:a16="http://schemas.microsoft.com/office/drawing/2014/main" id="{D995EAE7-4FF5-F40B-1324-3C8D22AD4A5E}"/>
              </a:ext>
            </a:extLst>
          </p:cNvPr>
          <p:cNvSpPr/>
          <p:nvPr/>
        </p:nvSpPr>
        <p:spPr>
          <a:xfrm>
            <a:off x="7108120" y="41402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dirty="0">
                <a:solidFill>
                  <a:srgbClr val="263746"/>
                </a:solidFill>
                <a:latin typeface="Arial" panose="020B0604020202020204" pitchFamily="34" charset="0"/>
              </a:rPr>
              <a:t>Matched correctly?</a:t>
            </a:r>
            <a:endParaRPr lang="zh-CN" altLang="en-US" sz="900" dirty="0">
              <a:solidFill>
                <a:srgbClr val="263746"/>
              </a:solidFill>
              <a:latin typeface="Arial" panose="020B0604020202020204" pitchFamily="34" charset="0"/>
            </a:endParaRPr>
          </a:p>
        </p:txBody>
      </p:sp>
      <p:cxnSp>
        <p:nvCxnSpPr>
          <p:cNvPr id="48" name="直接连接符 47">
            <a:extLst>
              <a:ext uri="{FF2B5EF4-FFF2-40B4-BE49-F238E27FC236}">
                <a16:creationId xmlns:a16="http://schemas.microsoft.com/office/drawing/2014/main" id="{1F634E85-813E-A4EC-BA6D-DFBB67116EA9}"/>
              </a:ext>
            </a:extLst>
          </p:cNvPr>
          <p:cNvCxnSpPr/>
          <p:nvPr/>
        </p:nvCxnSpPr>
        <p:spPr>
          <a:xfrm>
            <a:off x="7705020" y="3886200"/>
            <a:ext cx="0" cy="2540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646FE074-E6F1-1C2F-1B8E-28D7B2178D64}"/>
              </a:ext>
            </a:extLst>
          </p:cNvPr>
          <p:cNvSpPr/>
          <p:nvPr/>
        </p:nvSpPr>
        <p:spPr>
          <a:xfrm>
            <a:off x="440620" y="5067300"/>
            <a:ext cx="1092200" cy="355600"/>
          </a:xfrm>
          <a:prstGeom prst="rect">
            <a:avLst/>
          </a:prstGeom>
          <a:solidFill>
            <a:srgbClr val="FCF1D9"/>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a:solidFill>
                  <a:srgbClr val="263746"/>
                </a:solidFill>
                <a:latin typeface="Arial" panose="020B0604020202020204" pitchFamily="34" charset="0"/>
              </a:rPr>
              <a:t>Free skip</a:t>
            </a:r>
            <a:endParaRPr lang="zh-CN" altLang="en-US" sz="960">
              <a:solidFill>
                <a:srgbClr val="263746"/>
              </a:solidFill>
              <a:latin typeface="Arial" panose="020B0604020202020204" pitchFamily="34" charset="0"/>
            </a:endParaRPr>
          </a:p>
        </p:txBody>
      </p:sp>
      <p:sp>
        <p:nvSpPr>
          <p:cNvPr id="50" name="矩形 49">
            <a:extLst>
              <a:ext uri="{FF2B5EF4-FFF2-40B4-BE49-F238E27FC236}">
                <a16:creationId xmlns:a16="http://schemas.microsoft.com/office/drawing/2014/main" id="{089B4FF0-7940-6FCA-5D4D-D5171BAF6818}"/>
              </a:ext>
            </a:extLst>
          </p:cNvPr>
          <p:cNvSpPr/>
          <p:nvPr/>
        </p:nvSpPr>
        <p:spPr>
          <a:xfrm>
            <a:off x="1824920" y="5067300"/>
            <a:ext cx="1079500" cy="3556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cxnSp>
        <p:nvCxnSpPr>
          <p:cNvPr id="51" name="直接连接符 50">
            <a:extLst>
              <a:ext uri="{FF2B5EF4-FFF2-40B4-BE49-F238E27FC236}">
                <a16:creationId xmlns:a16="http://schemas.microsoft.com/office/drawing/2014/main" id="{CF4E5DA0-7B14-91AC-0B37-DEA1CF012DBA}"/>
              </a:ext>
            </a:extLst>
          </p:cNvPr>
          <p:cNvCxnSpPr>
            <a:cxnSpLocks/>
          </p:cNvCxnSpPr>
          <p:nvPr/>
        </p:nvCxnSpPr>
        <p:spPr>
          <a:xfrm flipH="1">
            <a:off x="986720" y="4546600"/>
            <a:ext cx="121332"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2EFEBBE9-724B-475D-3957-267469C5A716}"/>
              </a:ext>
            </a:extLst>
          </p:cNvPr>
          <p:cNvCxnSpPr/>
          <p:nvPr/>
        </p:nvCxnSpPr>
        <p:spPr>
          <a:xfrm>
            <a:off x="9867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0B5F331A-0B01-A7FD-E7E4-9C6A702F742E}"/>
              </a:ext>
            </a:extLst>
          </p:cNvPr>
          <p:cNvSpPr txBox="1"/>
          <p:nvPr/>
        </p:nvSpPr>
        <p:spPr>
          <a:xfrm>
            <a:off x="1037520" y="47752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54" name="直接连接符 53">
            <a:extLst>
              <a:ext uri="{FF2B5EF4-FFF2-40B4-BE49-F238E27FC236}">
                <a16:creationId xmlns:a16="http://schemas.microsoft.com/office/drawing/2014/main" id="{25BDB2BD-999A-094F-3745-499CF40C74F4}"/>
              </a:ext>
            </a:extLst>
          </p:cNvPr>
          <p:cNvCxnSpPr>
            <a:cxnSpLocks/>
          </p:cNvCxnSpPr>
          <p:nvPr/>
        </p:nvCxnSpPr>
        <p:spPr>
          <a:xfrm>
            <a:off x="2275530" y="4546600"/>
            <a:ext cx="8914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59233974-CD48-7323-8BBF-129C8E612442}"/>
              </a:ext>
            </a:extLst>
          </p:cNvPr>
          <p:cNvCxnSpPr/>
          <p:nvPr/>
        </p:nvCxnSpPr>
        <p:spPr>
          <a:xfrm>
            <a:off x="236467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B0C89431-6566-A07A-653F-0D5E3C5B70E7}"/>
              </a:ext>
            </a:extLst>
          </p:cNvPr>
          <p:cNvSpPr txBox="1"/>
          <p:nvPr/>
        </p:nvSpPr>
        <p:spPr>
          <a:xfrm>
            <a:off x="2434520" y="47752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sp>
        <p:nvSpPr>
          <p:cNvPr id="57" name="矩形 56">
            <a:extLst>
              <a:ext uri="{FF2B5EF4-FFF2-40B4-BE49-F238E27FC236}">
                <a16:creationId xmlns:a16="http://schemas.microsoft.com/office/drawing/2014/main" id="{0848FDE4-FD20-DE16-38FB-54EE9E4A15D4}"/>
              </a:ext>
            </a:extLst>
          </p:cNvPr>
          <p:cNvSpPr/>
          <p:nvPr/>
        </p:nvSpPr>
        <p:spPr>
          <a:xfrm>
            <a:off x="3450520" y="5067300"/>
            <a:ext cx="1092200" cy="3556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sp>
        <p:nvSpPr>
          <p:cNvPr id="58" name="矩形 57">
            <a:extLst>
              <a:ext uri="{FF2B5EF4-FFF2-40B4-BE49-F238E27FC236}">
                <a16:creationId xmlns:a16="http://schemas.microsoft.com/office/drawing/2014/main" id="{2AE4924C-9BC0-4753-5E41-3C23208660AC}"/>
              </a:ext>
            </a:extLst>
          </p:cNvPr>
          <p:cNvSpPr/>
          <p:nvPr/>
        </p:nvSpPr>
        <p:spPr>
          <a:xfrm>
            <a:off x="4847520" y="5067300"/>
            <a:ext cx="1066800" cy="355600"/>
          </a:xfrm>
          <a:prstGeom prst="rect">
            <a:avLst/>
          </a:prstGeom>
          <a:solidFill>
            <a:srgbClr val="FCF1D9"/>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a:solidFill>
                  <a:srgbClr val="263746"/>
                </a:solidFill>
                <a:latin typeface="Arial" panose="020B0604020202020204" pitchFamily="34" charset="0"/>
              </a:rPr>
              <a:t>Free skip</a:t>
            </a:r>
            <a:endParaRPr lang="zh-CN" altLang="en-US" sz="960">
              <a:solidFill>
                <a:srgbClr val="263746"/>
              </a:solidFill>
              <a:latin typeface="Arial" panose="020B0604020202020204" pitchFamily="34" charset="0"/>
            </a:endParaRPr>
          </a:p>
        </p:txBody>
      </p:sp>
      <p:cxnSp>
        <p:nvCxnSpPr>
          <p:cNvPr id="59" name="直接连接符 58">
            <a:extLst>
              <a:ext uri="{FF2B5EF4-FFF2-40B4-BE49-F238E27FC236}">
                <a16:creationId xmlns:a16="http://schemas.microsoft.com/office/drawing/2014/main" id="{5C9184CA-2BF9-96DB-3C27-7E413C663C6A}"/>
              </a:ext>
            </a:extLst>
          </p:cNvPr>
          <p:cNvCxnSpPr/>
          <p:nvPr/>
        </p:nvCxnSpPr>
        <p:spPr>
          <a:xfrm flipH="1">
            <a:off x="3996620" y="4546600"/>
            <a:ext cx="3810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C81ECD6-3490-1914-9258-39ACF403510B}"/>
              </a:ext>
            </a:extLst>
          </p:cNvPr>
          <p:cNvCxnSpPr/>
          <p:nvPr/>
        </p:nvCxnSpPr>
        <p:spPr>
          <a:xfrm>
            <a:off x="39966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61" name="文本框 60">
            <a:extLst>
              <a:ext uri="{FF2B5EF4-FFF2-40B4-BE49-F238E27FC236}">
                <a16:creationId xmlns:a16="http://schemas.microsoft.com/office/drawing/2014/main" id="{34713753-6C47-D036-2DCA-D0FB3B31354B}"/>
              </a:ext>
            </a:extLst>
          </p:cNvPr>
          <p:cNvSpPr txBox="1"/>
          <p:nvPr/>
        </p:nvSpPr>
        <p:spPr>
          <a:xfrm>
            <a:off x="4072820" y="47752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62" name="直接连接符 61">
            <a:extLst>
              <a:ext uri="{FF2B5EF4-FFF2-40B4-BE49-F238E27FC236}">
                <a16:creationId xmlns:a16="http://schemas.microsoft.com/office/drawing/2014/main" id="{7586976B-E470-459D-29F0-933FA13BCA38}"/>
              </a:ext>
            </a:extLst>
          </p:cNvPr>
          <p:cNvCxnSpPr/>
          <p:nvPr/>
        </p:nvCxnSpPr>
        <p:spPr>
          <a:xfrm>
            <a:off x="4974520" y="4546600"/>
            <a:ext cx="4064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89C6EB9F-7DD7-88F1-6FCC-98F4BFC5E987}"/>
              </a:ext>
            </a:extLst>
          </p:cNvPr>
          <p:cNvCxnSpPr/>
          <p:nvPr/>
        </p:nvCxnSpPr>
        <p:spPr>
          <a:xfrm>
            <a:off x="53809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B3FF83D5-3178-8002-BE36-9B13F792527C}"/>
              </a:ext>
            </a:extLst>
          </p:cNvPr>
          <p:cNvSpPr txBox="1"/>
          <p:nvPr/>
        </p:nvSpPr>
        <p:spPr>
          <a:xfrm>
            <a:off x="5469820" y="47752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sp>
        <p:nvSpPr>
          <p:cNvPr id="65" name="矩形 64">
            <a:extLst>
              <a:ext uri="{FF2B5EF4-FFF2-40B4-BE49-F238E27FC236}">
                <a16:creationId xmlns:a16="http://schemas.microsoft.com/office/drawing/2014/main" id="{45052233-331F-DA2A-083C-939997B459DB}"/>
              </a:ext>
            </a:extLst>
          </p:cNvPr>
          <p:cNvSpPr/>
          <p:nvPr/>
        </p:nvSpPr>
        <p:spPr>
          <a:xfrm>
            <a:off x="6485820" y="5067300"/>
            <a:ext cx="1092200" cy="3556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sp>
        <p:nvSpPr>
          <p:cNvPr id="66" name="矩形 65">
            <a:extLst>
              <a:ext uri="{FF2B5EF4-FFF2-40B4-BE49-F238E27FC236}">
                <a16:creationId xmlns:a16="http://schemas.microsoft.com/office/drawing/2014/main" id="{DCDBF78B-9519-DCAC-2DEF-2455722D60D4}"/>
              </a:ext>
            </a:extLst>
          </p:cNvPr>
          <p:cNvSpPr/>
          <p:nvPr/>
        </p:nvSpPr>
        <p:spPr>
          <a:xfrm>
            <a:off x="7870120" y="4953000"/>
            <a:ext cx="1092200" cy="342900"/>
          </a:xfrm>
          <a:prstGeom prst="rect">
            <a:avLst/>
          </a:prstGeom>
          <a:solidFill>
            <a:srgbClr val="EEF0FA"/>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a:solidFill>
                  <a:srgbClr val="263746"/>
                </a:solidFill>
                <a:latin typeface="Arial" panose="020B0604020202020204" pitchFamily="34" charset="0"/>
              </a:rPr>
              <a:t>Build</a:t>
            </a:r>
            <a:endParaRPr lang="zh-CN" altLang="en-US" sz="960">
              <a:solidFill>
                <a:srgbClr val="263746"/>
              </a:solidFill>
              <a:latin typeface="Arial" panose="020B0604020202020204" pitchFamily="34" charset="0"/>
            </a:endParaRPr>
          </a:p>
        </p:txBody>
      </p:sp>
      <p:cxnSp>
        <p:nvCxnSpPr>
          <p:cNvPr id="67" name="直接连接符 66">
            <a:extLst>
              <a:ext uri="{FF2B5EF4-FFF2-40B4-BE49-F238E27FC236}">
                <a16:creationId xmlns:a16="http://schemas.microsoft.com/office/drawing/2014/main" id="{D0AC521D-BFE4-F436-79AB-5FB68DBCEF17}"/>
              </a:ext>
            </a:extLst>
          </p:cNvPr>
          <p:cNvCxnSpPr/>
          <p:nvPr/>
        </p:nvCxnSpPr>
        <p:spPr>
          <a:xfrm flipH="1">
            <a:off x="7031920" y="4546600"/>
            <a:ext cx="3683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67F0028C-875C-C7DC-81CD-0B704C443C89}"/>
              </a:ext>
            </a:extLst>
          </p:cNvPr>
          <p:cNvCxnSpPr/>
          <p:nvPr/>
        </p:nvCxnSpPr>
        <p:spPr>
          <a:xfrm>
            <a:off x="70319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69" name="文本框 68">
            <a:extLst>
              <a:ext uri="{FF2B5EF4-FFF2-40B4-BE49-F238E27FC236}">
                <a16:creationId xmlns:a16="http://schemas.microsoft.com/office/drawing/2014/main" id="{C226EB5F-0F67-89CA-56E5-AD11588FAC30}"/>
              </a:ext>
            </a:extLst>
          </p:cNvPr>
          <p:cNvSpPr txBox="1"/>
          <p:nvPr/>
        </p:nvSpPr>
        <p:spPr>
          <a:xfrm>
            <a:off x="7108120" y="47752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70" name="直接连接符 69">
            <a:extLst>
              <a:ext uri="{FF2B5EF4-FFF2-40B4-BE49-F238E27FC236}">
                <a16:creationId xmlns:a16="http://schemas.microsoft.com/office/drawing/2014/main" id="{9AE70FFE-0F3E-CED6-5F3A-72E7348276FB}"/>
              </a:ext>
            </a:extLst>
          </p:cNvPr>
          <p:cNvCxnSpPr/>
          <p:nvPr/>
        </p:nvCxnSpPr>
        <p:spPr>
          <a:xfrm>
            <a:off x="7997120" y="4546600"/>
            <a:ext cx="4191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29B3D33-AC1C-F38E-E295-0F1CF4A51541}"/>
              </a:ext>
            </a:extLst>
          </p:cNvPr>
          <p:cNvCxnSpPr/>
          <p:nvPr/>
        </p:nvCxnSpPr>
        <p:spPr>
          <a:xfrm>
            <a:off x="8416220" y="4546600"/>
            <a:ext cx="0" cy="406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72" name="文本框 71">
            <a:extLst>
              <a:ext uri="{FF2B5EF4-FFF2-40B4-BE49-F238E27FC236}">
                <a16:creationId xmlns:a16="http://schemas.microsoft.com/office/drawing/2014/main" id="{C82EB230-0094-D67A-39B5-9CCD3C083FA3}"/>
              </a:ext>
            </a:extLst>
          </p:cNvPr>
          <p:cNvSpPr txBox="1"/>
          <p:nvPr/>
        </p:nvSpPr>
        <p:spPr>
          <a:xfrm>
            <a:off x="8505120" y="47498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73" name="直接连接符 72">
            <a:extLst>
              <a:ext uri="{FF2B5EF4-FFF2-40B4-BE49-F238E27FC236}">
                <a16:creationId xmlns:a16="http://schemas.microsoft.com/office/drawing/2014/main" id="{54404EC4-8643-975B-99E7-C1692AD3CDCD}"/>
              </a:ext>
            </a:extLst>
          </p:cNvPr>
          <p:cNvCxnSpPr/>
          <p:nvPr/>
        </p:nvCxnSpPr>
        <p:spPr>
          <a:xfrm>
            <a:off x="8416220" y="5295900"/>
            <a:ext cx="0" cy="2413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74" name="矩形 73">
            <a:extLst>
              <a:ext uri="{FF2B5EF4-FFF2-40B4-BE49-F238E27FC236}">
                <a16:creationId xmlns:a16="http://schemas.microsoft.com/office/drawing/2014/main" id="{FCB2E1CA-20FC-3FA3-BED4-69864FFE7636}"/>
              </a:ext>
            </a:extLst>
          </p:cNvPr>
          <p:cNvSpPr/>
          <p:nvPr/>
        </p:nvSpPr>
        <p:spPr>
          <a:xfrm>
            <a:off x="6485820" y="5537200"/>
            <a:ext cx="2476500" cy="444500"/>
          </a:xfrm>
          <a:prstGeom prst="rect">
            <a:avLst/>
          </a:prstGeom>
          <a:solidFill>
            <a:srgbClr val="E3F1EC"/>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Pose RMSD &lt; threshold</a:t>
            </a:r>
            <a:r>
              <a:rPr lang="en-US" altLang="zh-CN" sz="960" dirty="0">
                <a:solidFill>
                  <a:srgbClr val="263746"/>
                </a:solidFill>
                <a:latin typeface="Arial" panose="020B0604020202020204" pitchFamily="34" charset="0"/>
              </a:rPr>
              <a:t>: +1; </a:t>
            </a:r>
            <a:r>
              <a:rPr lang="en-US" altLang="zh-CN" sz="960" b="1" dirty="0">
                <a:solidFill>
                  <a:srgbClr val="263746"/>
                </a:solidFill>
                <a:latin typeface="Arial" panose="020B0604020202020204" pitchFamily="34" charset="0"/>
              </a:rPr>
              <a:t>success</a:t>
            </a:r>
            <a:r>
              <a:rPr lang="en-US" altLang="zh-CN" sz="960" dirty="0">
                <a:solidFill>
                  <a:srgbClr val="263746"/>
                </a:solidFill>
                <a:latin typeface="Arial" panose="020B0604020202020204" pitchFamily="34" charset="0"/>
              </a:rPr>
              <a:t>
Otherwise: +1; next</a:t>
            </a:r>
            <a:endParaRPr lang="zh-CN" altLang="en-US" sz="960" dirty="0">
              <a:solidFill>
                <a:srgbClr val="263746"/>
              </a:solidFill>
              <a:latin typeface="Arial" panose="020B0604020202020204" pitchFamily="34" charset="0"/>
            </a:endParaRPr>
          </a:p>
        </p:txBody>
      </p:sp>
      <p:cxnSp>
        <p:nvCxnSpPr>
          <p:cNvPr id="79" name="直接连接符 78">
            <a:extLst>
              <a:ext uri="{FF2B5EF4-FFF2-40B4-BE49-F238E27FC236}">
                <a16:creationId xmlns:a16="http://schemas.microsoft.com/office/drawing/2014/main" id="{77F0872F-B1DB-28BF-A443-1A84B0876776}"/>
              </a:ext>
            </a:extLst>
          </p:cNvPr>
          <p:cNvCxnSpPr>
            <a:cxnSpLocks/>
          </p:cNvCxnSpPr>
          <p:nvPr/>
        </p:nvCxnSpPr>
        <p:spPr>
          <a:xfrm>
            <a:off x="4863396" y="2489200"/>
            <a:ext cx="1079500" cy="0"/>
          </a:xfrm>
          <a:prstGeom prst="line">
            <a:avLst/>
          </a:prstGeom>
          <a:ln w="11430">
            <a:solidFill>
              <a:srgbClr val="5D6974"/>
            </a:solidFill>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D0523F00-CD7A-F133-2049-710525071999}"/>
              </a:ext>
            </a:extLst>
          </p:cNvPr>
          <p:cNvSpPr txBox="1"/>
          <p:nvPr/>
        </p:nvSpPr>
        <p:spPr>
          <a:xfrm>
            <a:off x="4814540" y="3172540"/>
            <a:ext cx="2244525" cy="246221"/>
          </a:xfrm>
          <a:prstGeom prst="rect">
            <a:avLst/>
          </a:prstGeom>
          <a:noFill/>
        </p:spPr>
        <p:txBody>
          <a:bodyPr wrap="none" rtlCol="0">
            <a:spAutoFit/>
          </a:bodyPr>
          <a:lstStyle/>
          <a:p>
            <a:r>
              <a:rPr lang="en-US" altLang="zh-CN" sz="1000" dirty="0"/>
              <a:t>What’s the g</a:t>
            </a:r>
            <a:r>
              <a:rPr lang="zh-CN" altLang="zh-CN" sz="1000" dirty="0"/>
              <a:t>round-truth ligand type</a:t>
            </a:r>
            <a:r>
              <a:rPr lang="en-US" altLang="zh-CN" sz="1000" dirty="0"/>
              <a:t>?</a:t>
            </a:r>
            <a:endParaRPr lang="zh-CN" altLang="en-US" sz="1000" dirty="0"/>
          </a:p>
        </p:txBody>
      </p:sp>
      <p:sp>
        <p:nvSpPr>
          <p:cNvPr id="90" name="矩形 89">
            <a:extLst>
              <a:ext uri="{FF2B5EF4-FFF2-40B4-BE49-F238E27FC236}">
                <a16:creationId xmlns:a16="http://schemas.microsoft.com/office/drawing/2014/main" id="{9F507521-1D7F-3796-3F1F-FB7268AC6D21}"/>
              </a:ext>
            </a:extLst>
          </p:cNvPr>
          <p:cNvSpPr/>
          <p:nvPr/>
        </p:nvSpPr>
        <p:spPr>
          <a:xfrm>
            <a:off x="285647" y="500633"/>
            <a:ext cx="1270000" cy="3810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1000" dirty="0">
                <a:solidFill>
                  <a:srgbClr val="263746"/>
                </a:solidFill>
                <a:latin typeface="Arial" panose="020B0604020202020204" pitchFamily="34" charset="0"/>
              </a:rPr>
              <a:t>Candidate from Find</a:t>
            </a:r>
            <a:endParaRPr lang="zh-CN" altLang="en-US" sz="1000" dirty="0">
              <a:solidFill>
                <a:srgbClr val="263746"/>
              </a:solidFill>
              <a:latin typeface="Arial" panose="020B0604020202020204" pitchFamily="34" charset="0"/>
            </a:endParaRPr>
          </a:p>
        </p:txBody>
      </p:sp>
    </p:spTree>
    <p:extLst>
      <p:ext uri="{BB962C8B-B14F-4D97-AF65-F5344CB8AC3E}">
        <p14:creationId xmlns:p14="http://schemas.microsoft.com/office/powerpoint/2010/main" val="3759621588"/>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TotalTime>
  <Words>930</Words>
  <Application>Microsoft Office PowerPoint</Application>
  <PresentationFormat>自定义</PresentationFormat>
  <Paragraphs>46</Paragraphs>
  <Slides>1</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vt:i4>
      </vt:variant>
    </vt:vector>
  </HeadingPairs>
  <TitlesOfParts>
    <vt:vector size="5" baseType="lpstr">
      <vt:lpstr>等线</vt:lpstr>
      <vt:lpstr>等线 Light</vt:lpstr>
      <vt:lpstr>Arial</vt:lpstr>
      <vt:lpstr>Office 主题​​</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Hongen Peng</dc:creator>
  <cp:lastModifiedBy>Hongen Peng</cp:lastModifiedBy>
  <cp:revision>36</cp:revision>
  <dcterms:created xsi:type="dcterms:W3CDTF">2026-10-04T04:41:47Z</dcterms:created>
  <dcterms:modified xsi:type="dcterms:W3CDTF">2026-10-14T07:48:34Z</dcterms:modified>
</cp:coreProperties>
</file>