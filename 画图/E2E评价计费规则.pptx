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1745D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9144000" cy="6223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020" autoAdjust="0"/>
  </p:normalViewPr>
  <p:slideViewPr>
    <p:cSldViewPr snapToGrid="0">
      <p:cViewPr varScale="1">
        <p:scale>
          <a:sx n="91" d="100"/>
          <a:sy n="91" d="100"/>
        </p:scale>
        <p:origin x="640" y="48"/>
      </p:cViewPr>
      <p:guideLst/>
    </p:cSldViewPr>
  </p:slideViewPr>
  <p:notesTextViewPr>
    <p:cViewPr>
      <p:scale>
        <a:sx n="1" d="1"/>
        <a:sy n="1" d="1"/>
      </p:scale>
      <p:origin x="0" y="-24"/>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E01745D4.xml><?xml version="1.0" encoding="utf-8"?>
<p188:cmLst xmlns:a="http://schemas.openxmlformats.org/drawingml/2006/main" xmlns:r="http://schemas.openxmlformats.org/officeDocument/2006/relationships" xmlns:p188="http://schemas.microsoft.com/office/powerpoint/2018/8/main">
  <p188:cm id="{C82552C5-BF7D-4287-B6A2-C83312D190DD}" authorId="{D3F71A66-0C34-DF1A-5236-FECDBC820DCB}" created="2026-10-04T04:41:47.367">
    <pc:sldMkLst xmlns:pc="http://schemas.microsoft.com/office/powerpoint/2013/main/command">
      <pc:docMk/>
      <pc:sldMk cId="3759621588" sldId="256"/>
    </pc:sldMkLst>
    <p188:pos x="63500" y="63500"/>
    <p188:txBody>
      <a:bodyPr/>
      <a:lstStyle/>
      <a:p>
        <a:r>
          <a:rPr lang="zh-CN" altLang="en-US"/>
          <a:t>@@e2e-accounting-rules-draft</a:t>
        </a:r>
      </a:p>
    </p188:txBody>
  </p188:cm>
  <p188:cm id="{A812D22F-425B-4046-8F91-F16A4E8B9802}" authorId="{D3F71A66-0C34-DF1A-5236-FECDBC820DCB}" created="2026-10-22T15:53:22.981Z">
    <pc:sldMkLst xmlns:pc="http://schemas.microsoft.com/office/powerpoint/2013/main/command">
      <pc:docMk/>
      <pc:sldMk cId="3759621588" sldId="256"/>
    </pc:sldMkLst>
    <p188:pos x="63500" y="63500"/>
    <p188:txBody>
      <a:bodyPr/>
      <a:lstStyle/>
      <a:p>
        <a:r>
          <a:t>PROVENANCE v1</a:t>
        </a:r>
      </a:p>
      <a:p>
        <a:r>
          <a:t>id: e2e-accounting-rules-draft</a:t>
        </a:r>
      </a:p>
      <a:p>
        <a:r>
          <a:t>source: 画图/画图代码/e2e/visualization/图表追溯.md</a:t>
        </a:r>
      </a:p>
      <a:p>
        <a:r>
          <a:t/>
        </a:r>
      </a:p>
      <a:p>
        <a:r>
          <a:t>## e2e-accounting-rules-draft｜两种评价范围的计费规则</a:t>
        </a:r>
      </a:p>
      <a:p>
        <a:r>
          <a:t/>
        </a:r>
      </a:p>
      <a:p>
        <a:r>
          <a:t>**共享关系与本图选择。** 本图与`@@e2e-all-find-match`、`@@e2e-small-pipeline`关联的共享代码位于 `e2e/calculate/e2e-accounting/`。两张top-k图沿同一冻结计费轨迹与reaggregate.py统计来源追溯；计费规则图展示该计费定义。完整实例完成度另按不同实例去重，不能由top-k成功率替代。 本图与`@@e2e-all-find-match`、`@@e2e-small-pipeline`关联的共享代码位于 `e2e/calculate/e2e-top-k-shared/`。两张top-k图共同读取冻结计数并复用panel等原生绘图函数；计费规则图只复用office_rgb、text_box和line等基础图形，不与曲线共同计算成功率。 本次完整入口按稳定图名 `e2e-accounting-rules-draft` 选择图或所在共享图组。</a:t>
        </a:r>
      </a:p>
      <a:p>
        <a:r>
          <a:t/>
        </a:r>
      </a:p>
      <a:p>
        <a:r>
          <a:t>**清空temp后的完整重建。** 从仓库根执行 `python -X utf8 -B 转换工具/ops/rebuild_figures.py --figure e2e-accounting-rules-draft`。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**载体与直接制图。** 当前正文Methods引用 `画图/E2E评价计费规则.pptx` 中同名页，稳定名保留历史`draft`字样，不表示当前没有被引用。`e2e/calculate/e2e-accounting/build_ppt.py::main` 用 `node`、`route` 及原生文字／直线函数生成原始规则流程；后续PPT中的作者文字、箭头和双语备注作为当前科学表述保留。本页表达判定规则，没有柱高、预测分数或个例坐标。</a:t>
        </a:r>
      </a:p>
      <a:p>
        <a:r>
          <a:t/>
        </a:r>
      </a:p>
      <a:p>
        <a:r>
          <a:t>**科学逻辑的实际入口。** `reaggregate.py::accounting_action` 决定小分子任务的一次候选动作；同模块 `main` 在完整冻结轨迹上赋实际计费号，保留原姿态评价。全配体任务每个候选计费一次，区域命中且身份正确记成功。小分子任务背景计费；非小分子真实目标被预测为非小分子时免费，否则计费；真实范围外小分子身份正确时免费、错误时计费；合格小分子计费，再判断身份及Build姿态阈值。图中的真实配体类别、区域命中及身份正确与否是评价时参考注释，不作为输入提供给模型。</a:t>
        </a:r>
      </a:p>
      <a:p>
        <a:r>
          <a:t/>
        </a:r>
      </a:p>
      <a:p>
        <a:r>
          <a:t>GT／CA2的 `evaluation.json` 保存 `accounting_rule="match-aware-stage3-v2"`、`answer_scope="all_ligand"`、完整原顺序 `traces`、`action`、`attempt_index`、预测类别、身份正确及原 `docking_stage`；`validation.json` 留档七种构造分支、免费／计费顺序、完整77-PDB分母与原指标保护核验。`source_data.csv`、`comparison.json` 与原来源副本保存重汇总前后计数，不重新运行对接。</a:t>
        </a:r>
      </a:p>
      <a:p>
        <a:r>
          <a:t/>
        </a:r>
      </a:p>
      <a:p>
        <a:r>
          <a:t>“+1”是计费次数增加，不是完成实例数一定增加。实例完成度在预算内按不同实例去重、可以累积多个成功；top-k success在同预算内只判PDB是否至少成功一次。当前正式PPT图注写明预算耗尽或候选用尽时停止；不能把初版草稿里“首个成功就停止”的文字套到实例完成度任务。2026-10-23已将生成器的这句旧页脚同步为预算耗尽或候选用尽，不改变任何冻结计数或正式图形。给定正确身份的Find–Build比较还有独立的范围外前景全部免费规则，见计算追溯，不由本页实际Match规则替代。</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14C449-7999-4B58-8CE1-1B45256E8105}" type="datetimeFigureOut">
              <a:rPr lang="zh-CN" altLang="en-US" smtClean="0"/>
              <a:t>2026/10/14</a:t>
            </a:fld>
            <a:endParaRPr lang="zh-CN" altLang="en-US"/>
          </a:p>
        </p:txBody>
      </p:sp>
      <p:sp>
        <p:nvSpPr>
          <p:cNvPr id="4" name="幻灯片图像占位符 3"/>
          <p:cNvSpPr>
            <a:spLocks noGrp="1" noRot="1" noChangeAspect="1"/>
          </p:cNvSpPr>
          <p:nvPr>
            <p:ph type="sldImg" idx="2"/>
          </p:nvPr>
        </p:nvSpPr>
        <p:spPr>
          <a:xfrm>
            <a:off x="1162050" y="1143000"/>
            <a:ext cx="45339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B94EBB-8EFE-4237-9FFF-40E8753D9546}" type="slidenum">
              <a:rPr lang="zh-CN" altLang="en-US" smtClean="0"/>
              <a:t>‹#›</a:t>
            </a:fld>
            <a:endParaRPr lang="zh-CN" altLang="en-US"/>
          </a:p>
        </p:txBody>
      </p:sp>
    </p:spTree>
    <p:extLst>
      <p:ext uri="{BB962C8B-B14F-4D97-AF65-F5344CB8AC3E}">
        <p14:creationId xmlns:p14="http://schemas.microsoft.com/office/powerpoint/2010/main" val="290915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两种端到端评估设置的计分规则。</a:t>
            </a:r>
            <a:r>
              <a:rPr lang="en-US" altLang="zh-CN" b="1" dirty="0"/>
              <a:t>a</a:t>
            </a:r>
            <a:r>
              <a:rPr lang="zh-CN" altLang="en-US" dirty="0"/>
              <a:t>，针对所有配体类别的配体区域检测与身份匹配。</a:t>
            </a:r>
            <a:r>
              <a:rPr lang="en-US" altLang="zh-CN" sz="1200" b="1" kern="1200" dirty="0">
                <a:solidFill>
                  <a:schemeClr val="tx1"/>
                </a:solidFill>
                <a:latin typeface="+mn-lt"/>
                <a:ea typeface="+mn-ea"/>
                <a:cs typeface="+mn-cs"/>
              </a:rPr>
              <a:t>b</a:t>
            </a:r>
            <a:r>
              <a:rPr lang="zh-CN" altLang="en-US" dirty="0"/>
              <a:t>，针对符合条件小分子的配体区域检测、身份匹配及构象重建；此类小分子定义为单残基有机小分子，且无原子缺失。“</a:t>
            </a:r>
            <a:r>
              <a:rPr lang="en-US" altLang="zh-CN" dirty="0"/>
              <a:t>+1”</a:t>
            </a:r>
            <a:r>
              <a:rPr lang="zh-CN" altLang="en-US" dirty="0"/>
              <a:t>表示计费尝试次数增加一次；当达到尝试次数上限，或 </a:t>
            </a:r>
            <a:r>
              <a:rPr lang="en-US" altLang="zh-CN" dirty="0"/>
              <a:t>LigandSeek2-Find </a:t>
            </a:r>
            <a:r>
              <a:rPr lang="zh-CN" altLang="en-US" dirty="0"/>
              <a:t>没有新的候选对象时，算法停止运行。“免费跳过”指跳过当前候选对象且不产生额外费用。涉及配体命中情况、配体类型及身份识别正确性的决策节点，均基于参考注释信息，属于评估标准，不会作为输入提供给模型。</a:t>
            </a:r>
            <a:endParaRPr lang="en-US" altLang="zh-CN" dirty="0"/>
          </a:p>
          <a:p>
            <a:endParaRPr lang="en-US" altLang="zh-CN" sz="1200" b="1" kern="1200" dirty="0">
              <a:solidFill>
                <a:schemeClr val="tx1"/>
              </a:solidFill>
              <a:latin typeface="+mn-lt"/>
              <a:ea typeface="+mn-ea"/>
              <a:cs typeface="+mn-cs"/>
            </a:endParaRPr>
          </a:p>
          <a:p>
            <a:r>
              <a:rPr lang="en-US" altLang="zh-CN" dirty="0"/>
              <a:t>ENGLISH:</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dirty="0"/>
              <a:t>Charging rules for two end-to-end evaluation settings. </a:t>
            </a:r>
            <a:r>
              <a:rPr lang="zh-CN" altLang="zh-CN" b="1" dirty="0"/>
              <a:t>a</a:t>
            </a:r>
            <a:r>
              <a:rPr lang="zh-CN" altLang="zh-CN" dirty="0"/>
              <a:t>, Ligand-region detection and identity matching across all ligand classes. </a:t>
            </a:r>
            <a:r>
              <a:rPr lang="zh-CN" altLang="zh-CN" sz="1200" b="1" kern="1200" dirty="0">
                <a:solidFill>
                  <a:schemeClr val="tx1"/>
                </a:solidFill>
                <a:latin typeface="+mn-lt"/>
                <a:ea typeface="+mn-ea"/>
                <a:cs typeface="+mn-cs"/>
              </a:rPr>
              <a:t>b</a:t>
            </a:r>
            <a:r>
              <a:rPr lang="zh-CN" altLang="zh-CN" dirty="0"/>
              <a:t>, Ligand-region detection, identity matching and pose reconstruction for eligible small molecules, defined as single-residue organic small molecules with no atoms missin</a:t>
            </a:r>
            <a:r>
              <a:rPr lang="en-US" altLang="zh-CN" dirty="0"/>
              <a:t>g</a:t>
            </a:r>
            <a:r>
              <a:rPr lang="zh-CN" altLang="zh-CN" dirty="0"/>
              <a:t>. </a:t>
            </a:r>
            <a:r>
              <a:rPr lang="en-US" altLang="zh-CN" dirty="0"/>
              <a:t>A "+1" indicates that the charged attempt increases by one; the algorithm stops once the attempt limit is reached or no further candidates are generated by the LigandSeek2-Find. "Free skip" means skipping the current candidate without incurring an additional charge. Decision nodes involving ligand hits, ligand types and identity correctness are evaluation criteria based on the reference annotations and are not provided to the model as inputs.</a:t>
            </a:r>
            <a:endParaRPr lang="zh-CN" altLang="en-US" dirty="0"/>
          </a:p>
        </p:txBody>
      </p:sp>
      <p:sp>
        <p:nvSpPr>
          <p:cNvPr id="4" name="灯片编号占位符 3"/>
          <p:cNvSpPr>
            <a:spLocks noGrp="1"/>
          </p:cNvSpPr>
          <p:nvPr>
            <p:ph type="sldNum" sz="quarter" idx="5"/>
          </p:nvPr>
        </p:nvSpPr>
        <p:spPr/>
        <p:txBody>
          <a:bodyPr/>
          <a:lstStyle/>
          <a:p>
            <a:fld id="{C9B94EBB-8EFE-4237-9FFF-40E8753D9546}" type="slidenum">
              <a:rPr lang="zh-CN" altLang="en-US" smtClean="0"/>
              <a:t>1</a:t>
            </a:fld>
            <a:endParaRPr lang="zh-CN" altLang="en-US"/>
          </a:p>
        </p:txBody>
      </p:sp>
    </p:spTree>
    <p:extLst>
      <p:ext uri="{BB962C8B-B14F-4D97-AF65-F5344CB8AC3E}">
        <p14:creationId xmlns:p14="http://schemas.microsoft.com/office/powerpoint/2010/main" val="2393441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853BEB-07B8-ADA2-80E4-586AC86E90A7}"/>
              </a:ext>
            </a:extLst>
          </p:cNvPr>
          <p:cNvSpPr>
            <a:spLocks noGrp="1"/>
          </p:cNvSpPr>
          <p:nvPr>
            <p:ph type="ctrTitle"/>
          </p:nvPr>
        </p:nvSpPr>
        <p:spPr>
          <a:xfrm>
            <a:off x="1143000" y="1018440"/>
            <a:ext cx="6858000" cy="2166526"/>
          </a:xfrm>
        </p:spPr>
        <p:txBody>
          <a:bodyPr anchor="b"/>
          <a:lstStyle>
            <a:lvl1pPr algn="ctr">
              <a:defRPr sz="4083"/>
            </a:lvl1pPr>
          </a:lstStyle>
          <a:p>
            <a:r>
              <a:rPr lang="zh-CN" altLang="en-US"/>
              <a:t>单击此处编辑母版标题样式</a:t>
            </a:r>
          </a:p>
        </p:txBody>
      </p:sp>
      <p:sp>
        <p:nvSpPr>
          <p:cNvPr id="3" name="副标题 2">
            <a:extLst>
              <a:ext uri="{FF2B5EF4-FFF2-40B4-BE49-F238E27FC236}">
                <a16:creationId xmlns:a16="http://schemas.microsoft.com/office/drawing/2014/main" id="{D486999F-A240-BCB0-34AE-842F9664F111}"/>
              </a:ext>
            </a:extLst>
          </p:cNvPr>
          <p:cNvSpPr>
            <a:spLocks noGrp="1"/>
          </p:cNvSpPr>
          <p:nvPr>
            <p:ph type="subTitle" idx="1"/>
          </p:nvPr>
        </p:nvSpPr>
        <p:spPr>
          <a:xfrm>
            <a:off x="1143000" y="3268516"/>
            <a:ext cx="6858000" cy="1502451"/>
          </a:xfrm>
        </p:spPr>
        <p:txBody>
          <a:bodyPr/>
          <a:lstStyle>
            <a:lvl1pPr marL="0" indent="0" algn="ctr">
              <a:buNone/>
              <a:defRPr sz="1633"/>
            </a:lvl1pPr>
            <a:lvl2pPr marL="311147" indent="0" algn="ctr">
              <a:buNone/>
              <a:defRPr sz="1361"/>
            </a:lvl2pPr>
            <a:lvl3pPr marL="622295" indent="0" algn="ctr">
              <a:buNone/>
              <a:defRPr sz="1225"/>
            </a:lvl3pPr>
            <a:lvl4pPr marL="933442" indent="0" algn="ctr">
              <a:buNone/>
              <a:defRPr sz="1089"/>
            </a:lvl4pPr>
            <a:lvl5pPr marL="1244590" indent="0" algn="ctr">
              <a:buNone/>
              <a:defRPr sz="1089"/>
            </a:lvl5pPr>
            <a:lvl6pPr marL="1555737" indent="0" algn="ctr">
              <a:buNone/>
              <a:defRPr sz="1089"/>
            </a:lvl6pPr>
            <a:lvl7pPr marL="1866885" indent="0" algn="ctr">
              <a:buNone/>
              <a:defRPr sz="1089"/>
            </a:lvl7pPr>
            <a:lvl8pPr marL="2178032" indent="0" algn="ctr">
              <a:buNone/>
              <a:defRPr sz="1089"/>
            </a:lvl8pPr>
            <a:lvl9pPr marL="2489180" indent="0" algn="ctr">
              <a:buNone/>
              <a:defRPr sz="1089"/>
            </a:lvl9pPr>
          </a:lstStyle>
          <a:p>
            <a:r>
              <a:rPr lang="zh-CN" altLang="en-US"/>
              <a:t>单击此处编辑母版副标题样式</a:t>
            </a:r>
          </a:p>
        </p:txBody>
      </p:sp>
      <p:sp>
        <p:nvSpPr>
          <p:cNvPr id="4" name="日期占位符 3">
            <a:extLst>
              <a:ext uri="{FF2B5EF4-FFF2-40B4-BE49-F238E27FC236}">
                <a16:creationId xmlns:a16="http://schemas.microsoft.com/office/drawing/2014/main" id="{38AAF649-3596-58BD-C508-58EB15E04033}"/>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4F2E5FC3-C70A-E530-A5FE-B6DE96A1E4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7D25FBA-6FA0-0DDC-663D-2E3A84FAE749}"/>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256936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46BDE5-9054-33C4-4569-232CB8E5A07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3CAF70A-CED4-CAA4-97D8-3842CB03CC6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5F423E-EDA7-4B8F-C86C-5CF5CEA9283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D104897-FF52-E2C1-1DC6-8A6C7235546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FFB9CFE-F0C8-EFEA-C728-DCBDF6697EC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759709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11B23A-C676-D9A4-9AA2-144F1CD580F5}"/>
              </a:ext>
            </a:extLst>
          </p:cNvPr>
          <p:cNvSpPr>
            <a:spLocks noGrp="1"/>
          </p:cNvSpPr>
          <p:nvPr>
            <p:ph type="title"/>
          </p:nvPr>
        </p:nvSpPr>
        <p:spPr>
          <a:xfrm>
            <a:off x="623888" y="1551430"/>
            <a:ext cx="7886700" cy="2588595"/>
          </a:xfrm>
        </p:spPr>
        <p:txBody>
          <a:bodyPr anchor="b"/>
          <a:lstStyle>
            <a:lvl1pPr>
              <a:defRPr sz="4083"/>
            </a:lvl1pPr>
          </a:lstStyle>
          <a:p>
            <a:r>
              <a:rPr lang="zh-CN" altLang="en-US"/>
              <a:t>单击此处编辑母版标题样式</a:t>
            </a:r>
          </a:p>
        </p:txBody>
      </p:sp>
      <p:sp>
        <p:nvSpPr>
          <p:cNvPr id="3" name="文本占位符 2">
            <a:extLst>
              <a:ext uri="{FF2B5EF4-FFF2-40B4-BE49-F238E27FC236}">
                <a16:creationId xmlns:a16="http://schemas.microsoft.com/office/drawing/2014/main" id="{16DC951E-A986-317A-07B8-8B2DFE1155DD}"/>
              </a:ext>
            </a:extLst>
          </p:cNvPr>
          <p:cNvSpPr>
            <a:spLocks noGrp="1"/>
          </p:cNvSpPr>
          <p:nvPr>
            <p:ph type="body" idx="1"/>
          </p:nvPr>
        </p:nvSpPr>
        <p:spPr>
          <a:xfrm>
            <a:off x="623888" y="4164514"/>
            <a:ext cx="7886700" cy="1361281"/>
          </a:xfrm>
        </p:spPr>
        <p:txBody>
          <a:bodyPr/>
          <a:lstStyle>
            <a:lvl1pPr marL="0" indent="0">
              <a:buNone/>
              <a:defRPr sz="1633">
                <a:solidFill>
                  <a:schemeClr val="tx1">
                    <a:tint val="75000"/>
                  </a:schemeClr>
                </a:solidFill>
              </a:defRPr>
            </a:lvl1pPr>
            <a:lvl2pPr marL="311147" indent="0">
              <a:buNone/>
              <a:defRPr sz="1361">
                <a:solidFill>
                  <a:schemeClr val="tx1">
                    <a:tint val="75000"/>
                  </a:schemeClr>
                </a:solidFill>
              </a:defRPr>
            </a:lvl2pPr>
            <a:lvl3pPr marL="622295" indent="0">
              <a:buNone/>
              <a:defRPr sz="1225">
                <a:solidFill>
                  <a:schemeClr val="tx1">
                    <a:tint val="75000"/>
                  </a:schemeClr>
                </a:solidFill>
              </a:defRPr>
            </a:lvl3pPr>
            <a:lvl4pPr marL="933442" indent="0">
              <a:buNone/>
              <a:defRPr sz="1089">
                <a:solidFill>
                  <a:schemeClr val="tx1">
                    <a:tint val="75000"/>
                  </a:schemeClr>
                </a:solidFill>
              </a:defRPr>
            </a:lvl4pPr>
            <a:lvl5pPr marL="1244590" indent="0">
              <a:buNone/>
              <a:defRPr sz="1089">
                <a:solidFill>
                  <a:schemeClr val="tx1">
                    <a:tint val="75000"/>
                  </a:schemeClr>
                </a:solidFill>
              </a:defRPr>
            </a:lvl5pPr>
            <a:lvl6pPr marL="1555737" indent="0">
              <a:buNone/>
              <a:defRPr sz="1089">
                <a:solidFill>
                  <a:schemeClr val="tx1">
                    <a:tint val="75000"/>
                  </a:schemeClr>
                </a:solidFill>
              </a:defRPr>
            </a:lvl6pPr>
            <a:lvl7pPr marL="1866885" indent="0">
              <a:buNone/>
              <a:defRPr sz="1089">
                <a:solidFill>
                  <a:schemeClr val="tx1">
                    <a:tint val="75000"/>
                  </a:schemeClr>
                </a:solidFill>
              </a:defRPr>
            </a:lvl7pPr>
            <a:lvl8pPr marL="2178032" indent="0">
              <a:buNone/>
              <a:defRPr sz="1089">
                <a:solidFill>
                  <a:schemeClr val="tx1">
                    <a:tint val="75000"/>
                  </a:schemeClr>
                </a:solidFill>
              </a:defRPr>
            </a:lvl8pPr>
            <a:lvl9pPr marL="2489180" indent="0">
              <a:buNone/>
              <a:defRPr sz="1089">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49632C50-53DD-A748-4E35-0EC5D16C1140}"/>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6E61534E-0AD5-DF59-91F7-C2364056B9A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CBFE339-EB83-2790-6BF9-B082E50A13FD}"/>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147318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6C706C-C798-38C3-1E9D-C310639C721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669BAED-DF13-D715-5E1A-EB1E9A4C95BF}"/>
              </a:ext>
            </a:extLst>
          </p:cNvPr>
          <p:cNvSpPr>
            <a:spLocks noGrp="1"/>
          </p:cNvSpPr>
          <p:nvPr>
            <p:ph sz="half" idx="1"/>
          </p:nvPr>
        </p:nvSpPr>
        <p:spPr>
          <a:xfrm>
            <a:off x="6286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00E9F4D5-E90E-BD11-8AA9-CEE8A8387EB9}"/>
              </a:ext>
            </a:extLst>
          </p:cNvPr>
          <p:cNvSpPr>
            <a:spLocks noGrp="1"/>
          </p:cNvSpPr>
          <p:nvPr>
            <p:ph sz="half" idx="2"/>
          </p:nvPr>
        </p:nvSpPr>
        <p:spPr>
          <a:xfrm>
            <a:off x="46291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7D6BA81C-81FD-4AA6-4434-911E77F933AC}"/>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013AE408-9AA5-E29C-C7F7-19F12BB50BF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77FF337-277B-AFD0-55E6-E401EBC65D5A}"/>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090994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94C032-0032-19AA-A917-C1C3B677BA60}"/>
              </a:ext>
            </a:extLst>
          </p:cNvPr>
          <p:cNvSpPr>
            <a:spLocks noGrp="1"/>
          </p:cNvSpPr>
          <p:nvPr>
            <p:ph type="title"/>
          </p:nvPr>
        </p:nvSpPr>
        <p:spPr>
          <a:xfrm>
            <a:off x="629841" y="331318"/>
            <a:ext cx="7886700" cy="1202826"/>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3247D59-E717-3F4C-8E4B-997D8B7273FC}"/>
              </a:ext>
            </a:extLst>
          </p:cNvPr>
          <p:cNvSpPr>
            <a:spLocks noGrp="1"/>
          </p:cNvSpPr>
          <p:nvPr>
            <p:ph type="body" idx="1"/>
          </p:nvPr>
        </p:nvSpPr>
        <p:spPr>
          <a:xfrm>
            <a:off x="629842" y="1525500"/>
            <a:ext cx="3868340"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063A1E2-9BCA-A0EA-A581-06E76051CE85}"/>
              </a:ext>
            </a:extLst>
          </p:cNvPr>
          <p:cNvSpPr>
            <a:spLocks noGrp="1"/>
          </p:cNvSpPr>
          <p:nvPr>
            <p:ph sz="half" idx="2"/>
          </p:nvPr>
        </p:nvSpPr>
        <p:spPr>
          <a:xfrm>
            <a:off x="629842" y="2273124"/>
            <a:ext cx="3868340"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178E51A-7116-D1AA-FC97-4E9D33552C0F}"/>
              </a:ext>
            </a:extLst>
          </p:cNvPr>
          <p:cNvSpPr>
            <a:spLocks noGrp="1"/>
          </p:cNvSpPr>
          <p:nvPr>
            <p:ph type="body" sz="quarter" idx="3"/>
          </p:nvPr>
        </p:nvSpPr>
        <p:spPr>
          <a:xfrm>
            <a:off x="4629151" y="1525500"/>
            <a:ext cx="3887391"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C017F05F-B134-9C79-0E84-A936BA223FCD}"/>
              </a:ext>
            </a:extLst>
          </p:cNvPr>
          <p:cNvSpPr>
            <a:spLocks noGrp="1"/>
          </p:cNvSpPr>
          <p:nvPr>
            <p:ph sz="quarter" idx="4"/>
          </p:nvPr>
        </p:nvSpPr>
        <p:spPr>
          <a:xfrm>
            <a:off x="4629151" y="2273124"/>
            <a:ext cx="3887391"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55AB0F0-FE3C-E64E-8C1A-6E18420C82F2}"/>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8" name="页脚占位符 7">
            <a:extLst>
              <a:ext uri="{FF2B5EF4-FFF2-40B4-BE49-F238E27FC236}">
                <a16:creationId xmlns:a16="http://schemas.microsoft.com/office/drawing/2014/main" id="{40C37AA4-BC83-639C-672A-739D4224DF3B}"/>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D540557-A45D-AC79-98B7-84E0FF94A114}"/>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9766682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DF6A41-99DB-042B-DEB6-55A1AB7DA68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F31B9BE-81E8-94CF-3C01-60B2772F59F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4" name="页脚占位符 3">
            <a:extLst>
              <a:ext uri="{FF2B5EF4-FFF2-40B4-BE49-F238E27FC236}">
                <a16:creationId xmlns:a16="http://schemas.microsoft.com/office/drawing/2014/main" id="{885FE018-523E-7F5D-CD68-B249B6B608FC}"/>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DC465AC-5AD4-3C0D-49FD-A1BBFFCB4051}"/>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549827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03B4CD0-C468-874B-1686-949722DACFAF}"/>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3" name="页脚占位符 2">
            <a:extLst>
              <a:ext uri="{FF2B5EF4-FFF2-40B4-BE49-F238E27FC236}">
                <a16:creationId xmlns:a16="http://schemas.microsoft.com/office/drawing/2014/main" id="{6904F819-2F1E-8A80-4945-5D120F2E3EF1}"/>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706C7DD1-4310-FBF9-10CD-23129C8E9F97}"/>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30171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577D3-6C22-09CD-F428-4B9E87E99D99}"/>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内容占位符 2">
            <a:extLst>
              <a:ext uri="{FF2B5EF4-FFF2-40B4-BE49-F238E27FC236}">
                <a16:creationId xmlns:a16="http://schemas.microsoft.com/office/drawing/2014/main" id="{940D46A9-BA68-F774-B6AA-836EF9A5EF28}"/>
              </a:ext>
            </a:extLst>
          </p:cNvPr>
          <p:cNvSpPr>
            <a:spLocks noGrp="1"/>
          </p:cNvSpPr>
          <p:nvPr>
            <p:ph idx="1"/>
          </p:nvPr>
        </p:nvSpPr>
        <p:spPr>
          <a:xfrm>
            <a:off x="3887391" y="895998"/>
            <a:ext cx="4629150" cy="4422363"/>
          </a:xfrm>
        </p:spPr>
        <p:txBody>
          <a:bodyPr/>
          <a:lstStyle>
            <a:lvl1pPr>
              <a:defRPr sz="2178"/>
            </a:lvl1pPr>
            <a:lvl2pPr>
              <a:defRPr sz="1906"/>
            </a:lvl2pPr>
            <a:lvl3pPr>
              <a:defRPr sz="1633"/>
            </a:lvl3pPr>
            <a:lvl4pPr>
              <a:defRPr sz="1361"/>
            </a:lvl4pPr>
            <a:lvl5pPr>
              <a:defRPr sz="1361"/>
            </a:lvl5pPr>
            <a:lvl6pPr>
              <a:defRPr sz="1361"/>
            </a:lvl6pPr>
            <a:lvl7pPr>
              <a:defRPr sz="1361"/>
            </a:lvl7pPr>
            <a:lvl8pPr>
              <a:defRPr sz="1361"/>
            </a:lvl8pPr>
            <a:lvl9pPr>
              <a:defRPr sz="1361"/>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C2A38E5-51B2-8BAC-C456-1A0F523C572D}"/>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CEE2296-FEA6-D6BF-0195-6C7E4069C735}"/>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754A81F0-3701-7431-1CC3-D9D75C26D1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6549C7D-E237-7DF7-CDFE-F3AB4BB9D03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934018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A8DBE59-C60F-2753-A69C-E154EF05186B}"/>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图片占位符 2">
            <a:extLst>
              <a:ext uri="{FF2B5EF4-FFF2-40B4-BE49-F238E27FC236}">
                <a16:creationId xmlns:a16="http://schemas.microsoft.com/office/drawing/2014/main" id="{140B3E23-2F15-F85F-33AE-D33A689ED95F}"/>
              </a:ext>
            </a:extLst>
          </p:cNvPr>
          <p:cNvSpPr>
            <a:spLocks noGrp="1" noChangeAspect="1"/>
          </p:cNvSpPr>
          <p:nvPr>
            <p:ph type="pic" idx="1"/>
          </p:nvPr>
        </p:nvSpPr>
        <p:spPr>
          <a:xfrm>
            <a:off x="3887391" y="895998"/>
            <a:ext cx="4629150" cy="4422363"/>
          </a:xfrm>
        </p:spPr>
        <p:txBody>
          <a:bodyPr/>
          <a:lstStyle>
            <a:lvl1pPr marL="0" indent="0">
              <a:buNone/>
              <a:defRPr sz="2178"/>
            </a:lvl1pPr>
            <a:lvl2pPr marL="311147" indent="0">
              <a:buNone/>
              <a:defRPr sz="1906"/>
            </a:lvl2pPr>
            <a:lvl3pPr marL="622295" indent="0">
              <a:buNone/>
              <a:defRPr sz="1633"/>
            </a:lvl3pPr>
            <a:lvl4pPr marL="933442" indent="0">
              <a:buNone/>
              <a:defRPr sz="1361"/>
            </a:lvl4pPr>
            <a:lvl5pPr marL="1244590" indent="0">
              <a:buNone/>
              <a:defRPr sz="1361"/>
            </a:lvl5pPr>
            <a:lvl6pPr marL="1555737" indent="0">
              <a:buNone/>
              <a:defRPr sz="1361"/>
            </a:lvl6pPr>
            <a:lvl7pPr marL="1866885" indent="0">
              <a:buNone/>
              <a:defRPr sz="1361"/>
            </a:lvl7pPr>
            <a:lvl8pPr marL="2178032" indent="0">
              <a:buNone/>
              <a:defRPr sz="1361"/>
            </a:lvl8pPr>
            <a:lvl9pPr marL="2489180" indent="0">
              <a:buNone/>
              <a:defRPr sz="1361"/>
            </a:lvl9pPr>
          </a:lstStyle>
          <a:p>
            <a:endParaRPr lang="zh-CN" altLang="en-US"/>
          </a:p>
        </p:txBody>
      </p:sp>
      <p:sp>
        <p:nvSpPr>
          <p:cNvPr id="4" name="文本占位符 3">
            <a:extLst>
              <a:ext uri="{FF2B5EF4-FFF2-40B4-BE49-F238E27FC236}">
                <a16:creationId xmlns:a16="http://schemas.microsoft.com/office/drawing/2014/main" id="{A8C706D7-2B2A-DEFB-ABB0-BCF577CFB0EA}"/>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69DFF53-0878-6810-A715-9B326A197C6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1AB45103-588C-36EB-353A-228C35C89F3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73EC7EA-8512-1D29-0FD7-33C20D6602BB}"/>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19533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A9F405-CF7C-0C73-4D9C-3B1B44A51AB7}"/>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892629D-7ECE-2341-D037-C1E4417A80BE}"/>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973BB83-8852-D465-A48B-338CA0E3B404}"/>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0CDA3880-2476-6A89-6551-2578C54BD6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8EACCEB-7FF4-FD19-170D-0FEC24D6F6E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610649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348B07B-3C2E-E685-44F3-32B533A64598}"/>
              </a:ext>
            </a:extLst>
          </p:cNvPr>
          <p:cNvSpPr>
            <a:spLocks noGrp="1"/>
          </p:cNvSpPr>
          <p:nvPr>
            <p:ph type="title" orient="vert"/>
          </p:nvPr>
        </p:nvSpPr>
        <p:spPr>
          <a:xfrm>
            <a:off x="6543676" y="331317"/>
            <a:ext cx="1971675" cy="5273705"/>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04BD85C-EA3F-E19E-502B-3C703F9CE6F1}"/>
              </a:ext>
            </a:extLst>
          </p:cNvPr>
          <p:cNvSpPr>
            <a:spLocks noGrp="1"/>
          </p:cNvSpPr>
          <p:nvPr>
            <p:ph type="body" orient="vert" idx="1"/>
          </p:nvPr>
        </p:nvSpPr>
        <p:spPr>
          <a:xfrm>
            <a:off x="628651" y="331317"/>
            <a:ext cx="5800725" cy="5273705"/>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653B58F-8A20-EBFE-BF01-7B25F9C5A4D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F5BC2D4-239F-072E-6106-E429D10CE1D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FFD238-E85D-801B-8409-C36FE7B2531F}"/>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857902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96EA0753-85EB-0474-DA53-8611C401CC67}"/>
              </a:ext>
            </a:extLst>
          </p:cNvPr>
          <p:cNvSpPr>
            <a:spLocks noGrp="1"/>
          </p:cNvSpPr>
          <p:nvPr>
            <p:ph type="title"/>
          </p:nvPr>
        </p:nvSpPr>
        <p:spPr>
          <a:xfrm>
            <a:off x="628650" y="331318"/>
            <a:ext cx="7886700" cy="1202826"/>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ACF4419-5F4C-B559-03AE-377B65E80E7F}"/>
              </a:ext>
            </a:extLst>
          </p:cNvPr>
          <p:cNvSpPr>
            <a:spLocks noGrp="1"/>
          </p:cNvSpPr>
          <p:nvPr>
            <p:ph type="body" idx="1"/>
          </p:nvPr>
        </p:nvSpPr>
        <p:spPr>
          <a:xfrm>
            <a:off x="628650" y="1656586"/>
            <a:ext cx="7886700" cy="3948436"/>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053DE3F-0E46-131A-FD70-901196BABC24}"/>
              </a:ext>
            </a:extLst>
          </p:cNvPr>
          <p:cNvSpPr>
            <a:spLocks noGrp="1"/>
          </p:cNvSpPr>
          <p:nvPr>
            <p:ph type="dt" sz="half" idx="2"/>
          </p:nvPr>
        </p:nvSpPr>
        <p:spPr>
          <a:xfrm>
            <a:off x="628650" y="5767801"/>
            <a:ext cx="2057400" cy="331317"/>
          </a:xfrm>
          <a:prstGeom prst="rect">
            <a:avLst/>
          </a:prstGeom>
        </p:spPr>
        <p:txBody>
          <a:bodyPr vert="horz" lIns="91440" tIns="45720" rIns="91440" bIns="45720" rtlCol="0" anchor="ctr"/>
          <a:lstStyle>
            <a:lvl1pPr algn="l">
              <a:defRPr sz="817">
                <a:solidFill>
                  <a:schemeClr val="tx1">
                    <a:tint val="75000"/>
                  </a:schemeClr>
                </a:solidFill>
              </a:defRPr>
            </a:lvl1p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2F85C6F2-6F57-17B8-8FCA-0FCF0D9E5714}"/>
              </a:ext>
            </a:extLst>
          </p:cNvPr>
          <p:cNvSpPr>
            <a:spLocks noGrp="1"/>
          </p:cNvSpPr>
          <p:nvPr>
            <p:ph type="ftr" sz="quarter" idx="3"/>
          </p:nvPr>
        </p:nvSpPr>
        <p:spPr>
          <a:xfrm>
            <a:off x="3028950" y="5767801"/>
            <a:ext cx="3086100" cy="331317"/>
          </a:xfrm>
          <a:prstGeom prst="rect">
            <a:avLst/>
          </a:prstGeom>
        </p:spPr>
        <p:txBody>
          <a:bodyPr vert="horz" lIns="91440" tIns="45720" rIns="91440" bIns="45720" rtlCol="0" anchor="ctr"/>
          <a:lstStyle>
            <a:lvl1pPr algn="ctr">
              <a:defRPr sz="817">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B139F0B-5797-0545-749A-6A6390ACC062}"/>
              </a:ext>
            </a:extLst>
          </p:cNvPr>
          <p:cNvSpPr>
            <a:spLocks noGrp="1"/>
          </p:cNvSpPr>
          <p:nvPr>
            <p:ph type="sldNum" sz="quarter" idx="4"/>
          </p:nvPr>
        </p:nvSpPr>
        <p:spPr>
          <a:xfrm>
            <a:off x="6457950" y="5767801"/>
            <a:ext cx="2057400" cy="331317"/>
          </a:xfrm>
          <a:prstGeom prst="rect">
            <a:avLst/>
          </a:prstGeom>
        </p:spPr>
        <p:txBody>
          <a:bodyPr vert="horz" lIns="91440" tIns="45720" rIns="91440" bIns="45720" rtlCol="0" anchor="ctr"/>
          <a:lstStyle>
            <a:lvl1pPr algn="r">
              <a:defRPr sz="817">
                <a:solidFill>
                  <a:schemeClr val="tx1">
                    <a:tint val="75000"/>
                  </a:schemeClr>
                </a:solidFill>
              </a:defRPr>
            </a:lvl1p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194072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22295" rtl="0" eaLnBrk="1" latinLnBrk="0" hangingPunct="1">
        <a:lnSpc>
          <a:spcPct val="90000"/>
        </a:lnSpc>
        <a:spcBef>
          <a:spcPct val="0"/>
        </a:spcBef>
        <a:buNone/>
        <a:defRPr sz="2994" kern="1200">
          <a:solidFill>
            <a:schemeClr val="tx1"/>
          </a:solidFill>
          <a:latin typeface="+mj-lt"/>
          <a:ea typeface="+mj-ea"/>
          <a:cs typeface="+mj-cs"/>
        </a:defRPr>
      </a:lvl1pPr>
    </p:titleStyle>
    <p:bodyStyle>
      <a:lvl1pPr marL="155574" indent="-155574" algn="l" defTabSz="622295" rtl="0" eaLnBrk="1" latinLnBrk="0" hangingPunct="1">
        <a:lnSpc>
          <a:spcPct val="90000"/>
        </a:lnSpc>
        <a:spcBef>
          <a:spcPts val="681"/>
        </a:spcBef>
        <a:buFont typeface="Arial" panose="020B0604020202020204" pitchFamily="34" charset="0"/>
        <a:buChar char="•"/>
        <a:defRPr sz="1906" kern="1200">
          <a:solidFill>
            <a:schemeClr val="tx1"/>
          </a:solidFill>
          <a:latin typeface="+mn-lt"/>
          <a:ea typeface="+mn-ea"/>
          <a:cs typeface="+mn-cs"/>
        </a:defRPr>
      </a:lvl1pPr>
      <a:lvl2pPr marL="466721" indent="-155574" algn="l" defTabSz="622295" rtl="0" eaLnBrk="1" latinLnBrk="0" hangingPunct="1">
        <a:lnSpc>
          <a:spcPct val="90000"/>
        </a:lnSpc>
        <a:spcBef>
          <a:spcPts val="340"/>
        </a:spcBef>
        <a:buFont typeface="Arial" panose="020B0604020202020204" pitchFamily="34" charset="0"/>
        <a:buChar char="•"/>
        <a:defRPr sz="1633" kern="1200">
          <a:solidFill>
            <a:schemeClr val="tx1"/>
          </a:solidFill>
          <a:latin typeface="+mn-lt"/>
          <a:ea typeface="+mn-ea"/>
          <a:cs typeface="+mn-cs"/>
        </a:defRPr>
      </a:lvl2pPr>
      <a:lvl3pPr marL="777869" indent="-155574" algn="l" defTabSz="622295" rtl="0" eaLnBrk="1" latinLnBrk="0" hangingPunct="1">
        <a:lnSpc>
          <a:spcPct val="90000"/>
        </a:lnSpc>
        <a:spcBef>
          <a:spcPts val="340"/>
        </a:spcBef>
        <a:buFont typeface="Arial" panose="020B0604020202020204" pitchFamily="34" charset="0"/>
        <a:buChar char="•"/>
        <a:defRPr sz="1361" kern="1200">
          <a:solidFill>
            <a:schemeClr val="tx1"/>
          </a:solidFill>
          <a:latin typeface="+mn-lt"/>
          <a:ea typeface="+mn-ea"/>
          <a:cs typeface="+mn-cs"/>
        </a:defRPr>
      </a:lvl3pPr>
      <a:lvl4pPr marL="108901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4pPr>
      <a:lvl5pPr marL="1400164"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5pPr>
      <a:lvl6pPr marL="1711311"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6pPr>
      <a:lvl7pPr marL="2022458"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7pPr>
      <a:lvl8pPr marL="233360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8pPr>
      <a:lvl9pPr marL="2644753"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9pPr>
    </p:bodyStyle>
    <p:otherStyle>
      <a:defPPr>
        <a:defRPr lang="zh-CN"/>
      </a:defPPr>
      <a:lvl1pPr marL="0" algn="l" defTabSz="622295" rtl="0" eaLnBrk="1" latinLnBrk="0" hangingPunct="1">
        <a:defRPr sz="1225" kern="1200">
          <a:solidFill>
            <a:schemeClr val="tx1"/>
          </a:solidFill>
          <a:latin typeface="+mn-lt"/>
          <a:ea typeface="+mn-ea"/>
          <a:cs typeface="+mn-cs"/>
        </a:defRPr>
      </a:lvl1pPr>
      <a:lvl2pPr marL="311147" algn="l" defTabSz="622295" rtl="0" eaLnBrk="1" latinLnBrk="0" hangingPunct="1">
        <a:defRPr sz="1225" kern="1200">
          <a:solidFill>
            <a:schemeClr val="tx1"/>
          </a:solidFill>
          <a:latin typeface="+mn-lt"/>
          <a:ea typeface="+mn-ea"/>
          <a:cs typeface="+mn-cs"/>
        </a:defRPr>
      </a:lvl2pPr>
      <a:lvl3pPr marL="622295" algn="l" defTabSz="622295" rtl="0" eaLnBrk="1" latinLnBrk="0" hangingPunct="1">
        <a:defRPr sz="1225" kern="1200">
          <a:solidFill>
            <a:schemeClr val="tx1"/>
          </a:solidFill>
          <a:latin typeface="+mn-lt"/>
          <a:ea typeface="+mn-ea"/>
          <a:cs typeface="+mn-cs"/>
        </a:defRPr>
      </a:lvl3pPr>
      <a:lvl4pPr marL="933442" algn="l" defTabSz="622295" rtl="0" eaLnBrk="1" latinLnBrk="0" hangingPunct="1">
        <a:defRPr sz="1225" kern="1200">
          <a:solidFill>
            <a:schemeClr val="tx1"/>
          </a:solidFill>
          <a:latin typeface="+mn-lt"/>
          <a:ea typeface="+mn-ea"/>
          <a:cs typeface="+mn-cs"/>
        </a:defRPr>
      </a:lvl4pPr>
      <a:lvl5pPr marL="1244590" algn="l" defTabSz="622295" rtl="0" eaLnBrk="1" latinLnBrk="0" hangingPunct="1">
        <a:defRPr sz="1225" kern="1200">
          <a:solidFill>
            <a:schemeClr val="tx1"/>
          </a:solidFill>
          <a:latin typeface="+mn-lt"/>
          <a:ea typeface="+mn-ea"/>
          <a:cs typeface="+mn-cs"/>
        </a:defRPr>
      </a:lvl5pPr>
      <a:lvl6pPr marL="1555737" algn="l" defTabSz="622295" rtl="0" eaLnBrk="1" latinLnBrk="0" hangingPunct="1">
        <a:defRPr sz="1225" kern="1200">
          <a:solidFill>
            <a:schemeClr val="tx1"/>
          </a:solidFill>
          <a:latin typeface="+mn-lt"/>
          <a:ea typeface="+mn-ea"/>
          <a:cs typeface="+mn-cs"/>
        </a:defRPr>
      </a:lvl6pPr>
      <a:lvl7pPr marL="1866885" algn="l" defTabSz="622295" rtl="0" eaLnBrk="1" latinLnBrk="0" hangingPunct="1">
        <a:defRPr sz="1225" kern="1200">
          <a:solidFill>
            <a:schemeClr val="tx1"/>
          </a:solidFill>
          <a:latin typeface="+mn-lt"/>
          <a:ea typeface="+mn-ea"/>
          <a:cs typeface="+mn-cs"/>
        </a:defRPr>
      </a:lvl7pPr>
      <a:lvl8pPr marL="2178032" algn="l" defTabSz="622295" rtl="0" eaLnBrk="1" latinLnBrk="0" hangingPunct="1">
        <a:defRPr sz="1225" kern="1200">
          <a:solidFill>
            <a:schemeClr val="tx1"/>
          </a:solidFill>
          <a:latin typeface="+mn-lt"/>
          <a:ea typeface="+mn-ea"/>
          <a:cs typeface="+mn-cs"/>
        </a:defRPr>
      </a:lvl8pPr>
      <a:lvl9pPr marL="2489180" algn="l" defTabSz="622295" rtl="0" eaLnBrk="1" latinLnBrk="0" hangingPunct="1">
        <a:defRPr sz="12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E01745D4.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7AFB313-6D90-77DD-55C6-0345F758B928}"/>
              </a:ext>
            </a:extLst>
          </p:cNvPr>
          <p:cNvSpPr txBox="1"/>
          <p:nvPr/>
        </p:nvSpPr>
        <p:spPr>
          <a:xfrm>
            <a:off x="190500" y="127000"/>
            <a:ext cx="92974" cy="200055"/>
          </a:xfrm>
          <a:prstGeom prst="rect">
            <a:avLst/>
          </a:prstGeom>
          <a:noFill/>
        </p:spPr>
        <p:txBody>
          <a:bodyPr vert="horz" wrap="none" lIns="0" tIns="0" rIns="0" bIns="0" rtlCol="0">
            <a:spAutoFit/>
          </a:bodyPr>
          <a:lstStyle/>
          <a:p>
            <a:r>
              <a:rPr lang="en-US" altLang="zh-CN" sz="1300" b="1">
                <a:solidFill>
                  <a:srgbClr val="263746"/>
                </a:solidFill>
                <a:latin typeface="Arial" panose="020B0604020202020204" pitchFamily="34" charset="0"/>
              </a:rPr>
              <a:t>a</a:t>
            </a:r>
            <a:endParaRPr lang="zh-CN" altLang="en-US" sz="1300" b="1">
              <a:solidFill>
                <a:srgbClr val="263746"/>
              </a:solidFill>
              <a:latin typeface="Arial" panose="020B0604020202020204" pitchFamily="34" charset="0"/>
            </a:endParaRPr>
          </a:p>
        </p:txBody>
      </p:sp>
      <p:sp>
        <p:nvSpPr>
          <p:cNvPr id="3" name="文本框 2">
            <a:extLst>
              <a:ext uri="{FF2B5EF4-FFF2-40B4-BE49-F238E27FC236}">
                <a16:creationId xmlns:a16="http://schemas.microsoft.com/office/drawing/2014/main" id="{572D036D-90F3-9C56-213D-25FC11F2153A}"/>
              </a:ext>
            </a:extLst>
          </p:cNvPr>
          <p:cNvSpPr txBox="1"/>
          <p:nvPr/>
        </p:nvSpPr>
        <p:spPr>
          <a:xfrm>
            <a:off x="457200" y="139700"/>
            <a:ext cx="3826368" cy="175433"/>
          </a:xfrm>
          <a:prstGeom prst="rect">
            <a:avLst/>
          </a:prstGeom>
          <a:noFill/>
        </p:spPr>
        <p:txBody>
          <a:bodyPr vert="horz" wrap="none" lIns="0" tIns="0" rIns="0" bIns="0" rtlCol="0">
            <a:spAutoFit/>
          </a:bodyPr>
          <a:lstStyle/>
          <a:p>
            <a:r>
              <a:rPr lang="en-US" altLang="zh-CN" sz="1140" b="1" dirty="0">
                <a:solidFill>
                  <a:srgbClr val="263746"/>
                </a:solidFill>
                <a:latin typeface="Arial" panose="020B0604020202020204" pitchFamily="34" charset="0"/>
              </a:rPr>
              <a:t>All ligands:</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end-to-end</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detection and identity matching</a:t>
            </a:r>
            <a:endParaRPr lang="zh-CN" altLang="en-US" sz="1140" b="1" dirty="0">
              <a:solidFill>
                <a:srgbClr val="263746"/>
              </a:solidFill>
              <a:latin typeface="Arial" panose="020B0604020202020204" pitchFamily="34" charset="0"/>
            </a:endParaRPr>
          </a:p>
        </p:txBody>
      </p:sp>
      <p:sp>
        <p:nvSpPr>
          <p:cNvPr id="5" name="菱形 4">
            <a:extLst>
              <a:ext uri="{FF2B5EF4-FFF2-40B4-BE49-F238E27FC236}">
                <a16:creationId xmlns:a16="http://schemas.microsoft.com/office/drawing/2014/main" id="{D0124102-0D95-0DB9-908D-6B90644D1AB5}"/>
              </a:ext>
            </a:extLst>
          </p:cNvPr>
          <p:cNvSpPr/>
          <p:nvPr/>
        </p:nvSpPr>
        <p:spPr>
          <a:xfrm>
            <a:off x="1892240" y="4191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6" name="矩形 5">
            <a:extLst>
              <a:ext uri="{FF2B5EF4-FFF2-40B4-BE49-F238E27FC236}">
                <a16:creationId xmlns:a16="http://schemas.microsoft.com/office/drawing/2014/main" id="{4AFF00AA-A7E8-4422-7AE6-83E267C16654}"/>
              </a:ext>
            </a:extLst>
          </p:cNvPr>
          <p:cNvSpPr/>
          <p:nvPr/>
        </p:nvSpPr>
        <p:spPr>
          <a:xfrm>
            <a:off x="3543240" y="5080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7" name="菱形 6">
            <a:extLst>
              <a:ext uri="{FF2B5EF4-FFF2-40B4-BE49-F238E27FC236}">
                <a16:creationId xmlns:a16="http://schemas.microsoft.com/office/drawing/2014/main" id="{94B655B4-BA30-BBB6-909C-1A0A6FE0E9E4}"/>
              </a:ext>
            </a:extLst>
          </p:cNvPr>
          <p:cNvSpPr/>
          <p:nvPr/>
        </p:nvSpPr>
        <p:spPr>
          <a:xfrm>
            <a:off x="5270440" y="419100"/>
            <a:ext cx="12319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Correct
identity?</a:t>
            </a:r>
            <a:endParaRPr lang="zh-CN" altLang="en-US" sz="900">
              <a:solidFill>
                <a:srgbClr val="263746"/>
              </a:solidFill>
              <a:latin typeface="Arial" panose="020B0604020202020204" pitchFamily="34" charset="0"/>
            </a:endParaRPr>
          </a:p>
        </p:txBody>
      </p:sp>
      <p:sp>
        <p:nvSpPr>
          <p:cNvPr id="8" name="矩形 7">
            <a:extLst>
              <a:ext uri="{FF2B5EF4-FFF2-40B4-BE49-F238E27FC236}">
                <a16:creationId xmlns:a16="http://schemas.microsoft.com/office/drawing/2014/main" id="{3F3947DC-40E8-E124-EEA3-F89F77BD62C4}"/>
              </a:ext>
            </a:extLst>
          </p:cNvPr>
          <p:cNvSpPr/>
          <p:nvPr/>
        </p:nvSpPr>
        <p:spPr>
          <a:xfrm>
            <a:off x="7264340" y="482600"/>
            <a:ext cx="1663700" cy="4064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a:t>
            </a:r>
            <a:r>
              <a:rPr lang="en-US" altLang="zh-CN" sz="960" b="1" dirty="0">
                <a:solidFill>
                  <a:srgbClr val="263746"/>
                </a:solidFill>
                <a:latin typeface="Arial" panose="020B0604020202020204" pitchFamily="34" charset="0"/>
              </a:rPr>
              <a:t> success</a:t>
            </a:r>
            <a:endParaRPr lang="zh-CN" altLang="en-US" sz="960" b="1" dirty="0">
              <a:solidFill>
                <a:srgbClr val="263746"/>
              </a:solidFill>
              <a:latin typeface="Arial" panose="020B0604020202020204" pitchFamily="34" charset="0"/>
            </a:endParaRPr>
          </a:p>
        </p:txBody>
      </p:sp>
      <p:sp>
        <p:nvSpPr>
          <p:cNvPr id="9" name="矩形 8">
            <a:extLst>
              <a:ext uri="{FF2B5EF4-FFF2-40B4-BE49-F238E27FC236}">
                <a16:creationId xmlns:a16="http://schemas.microsoft.com/office/drawing/2014/main" id="{72E6D7D1-9C41-4F50-3AB1-F17DEA6EEC7B}"/>
              </a:ext>
            </a:extLst>
          </p:cNvPr>
          <p:cNvSpPr/>
          <p:nvPr/>
        </p:nvSpPr>
        <p:spPr>
          <a:xfrm>
            <a:off x="7264340" y="1143000"/>
            <a:ext cx="1663700" cy="3683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10" name="直接连接符 9">
            <a:extLst>
              <a:ext uri="{FF2B5EF4-FFF2-40B4-BE49-F238E27FC236}">
                <a16:creationId xmlns:a16="http://schemas.microsoft.com/office/drawing/2014/main" id="{AA9774E5-2EC8-B5E0-C09B-6870B55CF2B0}"/>
              </a:ext>
            </a:extLst>
          </p:cNvPr>
          <p:cNvCxnSpPr/>
          <p:nvPr/>
        </p:nvCxnSpPr>
        <p:spPr>
          <a:xfrm>
            <a:off x="1549340" y="6985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A543297B-1831-26F4-7252-976448BBDBCB}"/>
              </a:ext>
            </a:extLst>
          </p:cNvPr>
          <p:cNvCxnSpPr/>
          <p:nvPr/>
        </p:nvCxnSpPr>
        <p:spPr>
          <a:xfrm>
            <a:off x="3086040" y="6985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D18EB75A-50C4-1670-16A4-5EFA2BB2F851}"/>
              </a:ext>
            </a:extLst>
          </p:cNvPr>
          <p:cNvSpPr txBox="1"/>
          <p:nvPr/>
        </p:nvSpPr>
        <p:spPr>
          <a:xfrm>
            <a:off x="31241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3" name="直接连接符 12">
            <a:extLst>
              <a:ext uri="{FF2B5EF4-FFF2-40B4-BE49-F238E27FC236}">
                <a16:creationId xmlns:a16="http://schemas.microsoft.com/office/drawing/2014/main" id="{C9060078-5CE7-F56F-55D3-81C7A30FB323}"/>
              </a:ext>
            </a:extLst>
          </p:cNvPr>
          <p:cNvCxnSpPr/>
          <p:nvPr/>
        </p:nvCxnSpPr>
        <p:spPr>
          <a:xfrm>
            <a:off x="4851340" y="698500"/>
            <a:ext cx="4191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9D0B937-AEC0-6017-3782-F9450F3AE0DB}"/>
              </a:ext>
            </a:extLst>
          </p:cNvPr>
          <p:cNvCxnSpPr/>
          <p:nvPr/>
        </p:nvCxnSpPr>
        <p:spPr>
          <a:xfrm>
            <a:off x="6502340" y="698500"/>
            <a:ext cx="7620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A2BD688B-B32B-3DC4-5C6A-93DDE6080038}"/>
              </a:ext>
            </a:extLst>
          </p:cNvPr>
          <p:cNvSpPr txBox="1"/>
          <p:nvPr/>
        </p:nvSpPr>
        <p:spPr>
          <a:xfrm>
            <a:off x="66166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6" name="直接连接符 15">
            <a:extLst>
              <a:ext uri="{FF2B5EF4-FFF2-40B4-BE49-F238E27FC236}">
                <a16:creationId xmlns:a16="http://schemas.microsoft.com/office/drawing/2014/main" id="{9435B965-E028-97DB-7605-BC9FB571F59A}"/>
              </a:ext>
            </a:extLst>
          </p:cNvPr>
          <p:cNvCxnSpPr/>
          <p:nvPr/>
        </p:nvCxnSpPr>
        <p:spPr>
          <a:xfrm>
            <a:off x="2489140" y="977900"/>
            <a:ext cx="0" cy="34925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EBB9FA3-82E4-15FA-8F73-23307081C293}"/>
              </a:ext>
            </a:extLst>
          </p:cNvPr>
          <p:cNvCxnSpPr/>
          <p:nvPr/>
        </p:nvCxnSpPr>
        <p:spPr>
          <a:xfrm>
            <a:off x="2489140" y="1327150"/>
            <a:ext cx="4775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8817AC71-BAC2-F1A0-CDA3-F7F54D750DC5}"/>
              </a:ext>
            </a:extLst>
          </p:cNvPr>
          <p:cNvSpPr txBox="1"/>
          <p:nvPr/>
        </p:nvSpPr>
        <p:spPr>
          <a:xfrm>
            <a:off x="25399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19" name="直接连接符 18">
            <a:extLst>
              <a:ext uri="{FF2B5EF4-FFF2-40B4-BE49-F238E27FC236}">
                <a16:creationId xmlns:a16="http://schemas.microsoft.com/office/drawing/2014/main" id="{85A53E76-3423-49A2-BF78-22E232174EEB}"/>
              </a:ext>
            </a:extLst>
          </p:cNvPr>
          <p:cNvCxnSpPr/>
          <p:nvPr/>
        </p:nvCxnSpPr>
        <p:spPr>
          <a:xfrm>
            <a:off x="5886390" y="977900"/>
            <a:ext cx="0" cy="34925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112A789C-8BEA-4D1C-FD18-1FB84B8A0F0C}"/>
              </a:ext>
            </a:extLst>
          </p:cNvPr>
          <p:cNvSpPr txBox="1"/>
          <p:nvPr/>
        </p:nvSpPr>
        <p:spPr>
          <a:xfrm>
            <a:off x="59308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21" name="直接连接符 20">
            <a:extLst>
              <a:ext uri="{FF2B5EF4-FFF2-40B4-BE49-F238E27FC236}">
                <a16:creationId xmlns:a16="http://schemas.microsoft.com/office/drawing/2014/main" id="{A5D5A13A-BFD3-3CDB-E43D-203826DA01E1}"/>
              </a:ext>
            </a:extLst>
          </p:cNvPr>
          <p:cNvCxnSpPr/>
          <p:nvPr/>
        </p:nvCxnSpPr>
        <p:spPr>
          <a:xfrm>
            <a:off x="190500" y="1701800"/>
            <a:ext cx="8763000" cy="0"/>
          </a:xfrm>
          <a:prstGeom prst="line">
            <a:avLst/>
          </a:prstGeom>
          <a:ln w="8255">
            <a:solidFill>
              <a:srgbClr val="DFE5E8"/>
            </a:solidFill>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71A60333-A60A-22EA-E68C-928C2CA9D335}"/>
              </a:ext>
            </a:extLst>
          </p:cNvPr>
          <p:cNvSpPr txBox="1"/>
          <p:nvPr/>
        </p:nvSpPr>
        <p:spPr>
          <a:xfrm>
            <a:off x="190500" y="1879600"/>
            <a:ext cx="102592" cy="200055"/>
          </a:xfrm>
          <a:prstGeom prst="rect">
            <a:avLst/>
          </a:prstGeom>
          <a:noFill/>
        </p:spPr>
        <p:txBody>
          <a:bodyPr vert="horz" wrap="none" lIns="0" tIns="0" rIns="0" bIns="0" rtlCol="0">
            <a:spAutoFit/>
          </a:bodyPr>
          <a:lstStyle/>
          <a:p>
            <a:r>
              <a:rPr lang="en-US" altLang="zh-CN" sz="1300" b="1" dirty="0">
                <a:solidFill>
                  <a:srgbClr val="263746"/>
                </a:solidFill>
                <a:latin typeface="Arial" panose="020B0604020202020204" pitchFamily="34" charset="0"/>
              </a:rPr>
              <a:t>b</a:t>
            </a:r>
            <a:endParaRPr lang="zh-CN" altLang="en-US" sz="1300" b="1" dirty="0">
              <a:solidFill>
                <a:srgbClr val="263746"/>
              </a:solidFill>
              <a:latin typeface="Arial" panose="020B0604020202020204" pitchFamily="34" charset="0"/>
            </a:endParaRPr>
          </a:p>
        </p:txBody>
      </p:sp>
      <p:sp>
        <p:nvSpPr>
          <p:cNvPr id="23" name="文本框 22">
            <a:extLst>
              <a:ext uri="{FF2B5EF4-FFF2-40B4-BE49-F238E27FC236}">
                <a16:creationId xmlns:a16="http://schemas.microsoft.com/office/drawing/2014/main" id="{25AFE048-B7CD-65B3-ED3E-0525BF48A49A}"/>
              </a:ext>
            </a:extLst>
          </p:cNvPr>
          <p:cNvSpPr txBox="1"/>
          <p:nvPr/>
        </p:nvSpPr>
        <p:spPr>
          <a:xfrm>
            <a:off x="352087" y="1885950"/>
            <a:ext cx="6061413" cy="175433"/>
          </a:xfrm>
          <a:prstGeom prst="rect">
            <a:avLst/>
          </a:prstGeom>
          <a:noFill/>
        </p:spPr>
        <p:txBody>
          <a:bodyPr vert="horz" wrap="square" lIns="0" tIns="0" rIns="0" bIns="0" rtlCol="0">
            <a:spAutoFit/>
          </a:bodyPr>
          <a:lstStyle/>
          <a:p>
            <a:r>
              <a:rPr lang="zh-CN" altLang="zh-CN" sz="1140" b="1" dirty="0">
                <a:solidFill>
                  <a:srgbClr val="263746"/>
                </a:solidFill>
                <a:latin typeface="Arial" panose="020B0604020202020204" pitchFamily="34" charset="0"/>
              </a:rPr>
              <a:t>Small molecules: end-to-end detection, identity matching and pose reconstruction</a:t>
            </a:r>
            <a:endParaRPr lang="zh-CN" altLang="en-US" sz="1140" b="1" dirty="0">
              <a:solidFill>
                <a:srgbClr val="263746"/>
              </a:solidFill>
              <a:latin typeface="Arial" panose="020B0604020202020204" pitchFamily="34" charset="0"/>
            </a:endParaRPr>
          </a:p>
        </p:txBody>
      </p:sp>
      <p:sp>
        <p:nvSpPr>
          <p:cNvPr id="24" name="矩形 23">
            <a:extLst>
              <a:ext uri="{FF2B5EF4-FFF2-40B4-BE49-F238E27FC236}">
                <a16:creationId xmlns:a16="http://schemas.microsoft.com/office/drawing/2014/main" id="{F39CFC83-C456-A75F-9BFF-91038705BB8C}"/>
              </a:ext>
            </a:extLst>
          </p:cNvPr>
          <p:cNvSpPr/>
          <p:nvPr/>
        </p:nvSpPr>
        <p:spPr>
          <a:xfrm>
            <a:off x="288220" y="2298700"/>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
        <p:nvSpPr>
          <p:cNvPr id="25" name="菱形 24">
            <a:extLst>
              <a:ext uri="{FF2B5EF4-FFF2-40B4-BE49-F238E27FC236}">
                <a16:creationId xmlns:a16="http://schemas.microsoft.com/office/drawing/2014/main" id="{AB2B80C2-4908-12BA-522F-1FA725CC8C71}"/>
              </a:ext>
            </a:extLst>
          </p:cNvPr>
          <p:cNvSpPr/>
          <p:nvPr/>
        </p:nvSpPr>
        <p:spPr>
          <a:xfrm>
            <a:off x="1901120" y="22098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26" name="矩形 25">
            <a:extLst>
              <a:ext uri="{FF2B5EF4-FFF2-40B4-BE49-F238E27FC236}">
                <a16:creationId xmlns:a16="http://schemas.microsoft.com/office/drawing/2014/main" id="{D749ED5A-A53A-B53B-A1B9-9063D1FFEF48}"/>
              </a:ext>
            </a:extLst>
          </p:cNvPr>
          <p:cNvSpPr/>
          <p:nvPr/>
        </p:nvSpPr>
        <p:spPr>
          <a:xfrm>
            <a:off x="3552120" y="22987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28" name="矩形 27">
            <a:extLst>
              <a:ext uri="{FF2B5EF4-FFF2-40B4-BE49-F238E27FC236}">
                <a16:creationId xmlns:a16="http://schemas.microsoft.com/office/drawing/2014/main" id="{8F558723-431F-02D3-0CBD-47E448D1CEB6}"/>
              </a:ext>
            </a:extLst>
          </p:cNvPr>
          <p:cNvSpPr/>
          <p:nvPr/>
        </p:nvSpPr>
        <p:spPr>
          <a:xfrm>
            <a:off x="1901120" y="2997200"/>
            <a:ext cx="1320800" cy="2921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29" name="直接连接符 28">
            <a:extLst>
              <a:ext uri="{FF2B5EF4-FFF2-40B4-BE49-F238E27FC236}">
                <a16:creationId xmlns:a16="http://schemas.microsoft.com/office/drawing/2014/main" id="{35DDB390-41F7-C0F0-DB4E-F6C7C55F86BC}"/>
              </a:ext>
            </a:extLst>
          </p:cNvPr>
          <p:cNvCxnSpPr/>
          <p:nvPr/>
        </p:nvCxnSpPr>
        <p:spPr>
          <a:xfrm>
            <a:off x="1558220" y="24892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5D17455A-1F33-CF83-FE11-AA46EB9F4CF2}"/>
              </a:ext>
            </a:extLst>
          </p:cNvPr>
          <p:cNvCxnSpPr/>
          <p:nvPr/>
        </p:nvCxnSpPr>
        <p:spPr>
          <a:xfrm>
            <a:off x="3094920" y="24892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4C08FB-DBDC-8AD8-D664-C34038B0B2D7}"/>
              </a:ext>
            </a:extLst>
          </p:cNvPr>
          <p:cNvSpPr txBox="1"/>
          <p:nvPr/>
        </p:nvSpPr>
        <p:spPr>
          <a:xfrm>
            <a:off x="3133020" y="22860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33" name="直接连接符 32">
            <a:extLst>
              <a:ext uri="{FF2B5EF4-FFF2-40B4-BE49-F238E27FC236}">
                <a16:creationId xmlns:a16="http://schemas.microsoft.com/office/drawing/2014/main" id="{2063AEC9-95AE-DD12-3BF9-6878907E693D}"/>
              </a:ext>
            </a:extLst>
          </p:cNvPr>
          <p:cNvCxnSpPr/>
          <p:nvPr/>
        </p:nvCxnSpPr>
        <p:spPr>
          <a:xfrm>
            <a:off x="2498020" y="2768600"/>
            <a:ext cx="0" cy="2286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B7F43A32-B5AD-F5BF-D9E0-F07DA2464797}"/>
              </a:ext>
            </a:extLst>
          </p:cNvPr>
          <p:cNvSpPr txBox="1"/>
          <p:nvPr/>
        </p:nvSpPr>
        <p:spPr>
          <a:xfrm>
            <a:off x="2548820" y="27813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35" name="直接连接符 34">
            <a:extLst>
              <a:ext uri="{FF2B5EF4-FFF2-40B4-BE49-F238E27FC236}">
                <a16:creationId xmlns:a16="http://schemas.microsoft.com/office/drawing/2014/main" id="{2A726755-85C9-53EE-9776-24A4254029AE}"/>
              </a:ext>
            </a:extLst>
          </p:cNvPr>
          <p:cNvCxnSpPr>
            <a:cxnSpLocks/>
          </p:cNvCxnSpPr>
          <p:nvPr/>
        </p:nvCxnSpPr>
        <p:spPr>
          <a:xfrm>
            <a:off x="5939720" y="2486024"/>
            <a:ext cx="0" cy="91440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17130D83-63F6-36DE-0E0D-228A53E45850}"/>
              </a:ext>
            </a:extLst>
          </p:cNvPr>
          <p:cNvCxnSpPr/>
          <p:nvPr/>
        </p:nvCxnSpPr>
        <p:spPr>
          <a:xfrm>
            <a:off x="1672520" y="3403600"/>
            <a:ext cx="6032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B3CC846F-C633-D78D-C9DD-98CB2D03E06D}"/>
              </a:ext>
            </a:extLst>
          </p:cNvPr>
          <p:cNvCxnSpPr/>
          <p:nvPr/>
        </p:nvCxnSpPr>
        <p:spPr>
          <a:xfrm>
            <a:off x="16725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8" name="矩形 37">
            <a:extLst>
              <a:ext uri="{FF2B5EF4-FFF2-40B4-BE49-F238E27FC236}">
                <a16:creationId xmlns:a16="http://schemas.microsoft.com/office/drawing/2014/main" id="{946AF266-B9F5-4680-91B9-6A01B1725A06}"/>
              </a:ext>
            </a:extLst>
          </p:cNvPr>
          <p:cNvSpPr/>
          <p:nvPr/>
        </p:nvSpPr>
        <p:spPr>
          <a:xfrm>
            <a:off x="4406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Non-small-molecule ligand</a:t>
            </a:r>
            <a:endParaRPr lang="zh-CN" altLang="en-US" sz="960" dirty="0">
              <a:solidFill>
                <a:srgbClr val="263746"/>
              </a:solidFill>
              <a:latin typeface="Arial" panose="020B0604020202020204" pitchFamily="34" charset="0"/>
            </a:endParaRPr>
          </a:p>
        </p:txBody>
      </p:sp>
      <p:cxnSp>
        <p:nvCxnSpPr>
          <p:cNvPr id="39" name="直接连接符 38">
            <a:extLst>
              <a:ext uri="{FF2B5EF4-FFF2-40B4-BE49-F238E27FC236}">
                <a16:creationId xmlns:a16="http://schemas.microsoft.com/office/drawing/2014/main" id="{576B7705-9217-DC11-BD9D-DBA1111CD2A6}"/>
              </a:ext>
            </a:extLst>
          </p:cNvPr>
          <p:cNvCxnSpPr/>
          <p:nvPr/>
        </p:nvCxnSpPr>
        <p:spPr>
          <a:xfrm>
            <a:off x="46824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a:extLst>
              <a:ext uri="{FF2B5EF4-FFF2-40B4-BE49-F238E27FC236}">
                <a16:creationId xmlns:a16="http://schemas.microsoft.com/office/drawing/2014/main" id="{CB95FD28-3FB5-A895-9372-66B421413037}"/>
              </a:ext>
            </a:extLst>
          </p:cNvPr>
          <p:cNvSpPr/>
          <p:nvPr/>
        </p:nvSpPr>
        <p:spPr>
          <a:xfrm>
            <a:off x="34505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Small molecule outside </a:t>
            </a:r>
            <a:endParaRPr lang="en-US" altLang="zh-CN" sz="960" dirty="0">
              <a:solidFill>
                <a:srgbClr val="263746"/>
              </a:solidFill>
              <a:latin typeface="Arial" panose="020B0604020202020204" pitchFamily="34" charset="0"/>
            </a:endParaRPr>
          </a:p>
          <a:p>
            <a:pPr algn="ctr"/>
            <a:r>
              <a:rPr lang="zh-CN" altLang="zh-CN" sz="960" dirty="0">
                <a:solidFill>
                  <a:srgbClr val="263746"/>
                </a:solidFill>
                <a:latin typeface="Arial" panose="020B0604020202020204" pitchFamily="34" charset="0"/>
              </a:rPr>
              <a:t>the evaluation subset</a:t>
            </a:r>
            <a:endParaRPr lang="zh-CN" altLang="en-US" sz="960" dirty="0">
              <a:solidFill>
                <a:srgbClr val="263746"/>
              </a:solidFill>
              <a:latin typeface="Arial" panose="020B0604020202020204" pitchFamily="34" charset="0"/>
            </a:endParaRPr>
          </a:p>
        </p:txBody>
      </p:sp>
      <p:cxnSp>
        <p:nvCxnSpPr>
          <p:cNvPr id="41" name="直接连接符 40">
            <a:extLst>
              <a:ext uri="{FF2B5EF4-FFF2-40B4-BE49-F238E27FC236}">
                <a16:creationId xmlns:a16="http://schemas.microsoft.com/office/drawing/2014/main" id="{B6C959EF-6178-EBD8-F4E2-8259C89EBFBB}"/>
              </a:ext>
            </a:extLst>
          </p:cNvPr>
          <p:cNvCxnSpPr/>
          <p:nvPr/>
        </p:nvCxnSpPr>
        <p:spPr>
          <a:xfrm>
            <a:off x="77050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2" name="矩形 41">
            <a:extLst>
              <a:ext uri="{FF2B5EF4-FFF2-40B4-BE49-F238E27FC236}">
                <a16:creationId xmlns:a16="http://schemas.microsoft.com/office/drawing/2014/main" id="{5A93B207-846A-17B3-EDA4-2AE2356B4472}"/>
              </a:ext>
            </a:extLst>
          </p:cNvPr>
          <p:cNvSpPr/>
          <p:nvPr/>
        </p:nvSpPr>
        <p:spPr>
          <a:xfrm>
            <a:off x="64731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Eligible small molecule</a:t>
            </a:r>
            <a:endParaRPr lang="zh-CN" altLang="en-US" sz="960" dirty="0">
              <a:solidFill>
                <a:srgbClr val="263746"/>
              </a:solidFill>
              <a:latin typeface="Arial" panose="020B0604020202020204" pitchFamily="34" charset="0"/>
            </a:endParaRPr>
          </a:p>
        </p:txBody>
      </p:sp>
      <p:sp>
        <p:nvSpPr>
          <p:cNvPr id="43" name="菱形 42">
            <a:extLst>
              <a:ext uri="{FF2B5EF4-FFF2-40B4-BE49-F238E27FC236}">
                <a16:creationId xmlns:a16="http://schemas.microsoft.com/office/drawing/2014/main" id="{5CA8C83B-B387-0467-CBD7-F0F18374E099}"/>
              </a:ext>
            </a:extLst>
          </p:cNvPr>
          <p:cNvSpPr/>
          <p:nvPr/>
        </p:nvSpPr>
        <p:spPr>
          <a:xfrm>
            <a:off x="640527" y="4129542"/>
            <a:ext cx="2063985"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Matched to a small-molecule identity?</a:t>
            </a:r>
            <a:endParaRPr lang="zh-CN" altLang="en-US" sz="960" dirty="0">
              <a:solidFill>
                <a:srgbClr val="263746"/>
              </a:solidFill>
              <a:latin typeface="Arial" panose="020B0604020202020204" pitchFamily="34" charset="0"/>
            </a:endParaRPr>
          </a:p>
        </p:txBody>
      </p:sp>
      <p:cxnSp>
        <p:nvCxnSpPr>
          <p:cNvPr id="44" name="直接连接符 43">
            <a:extLst>
              <a:ext uri="{FF2B5EF4-FFF2-40B4-BE49-F238E27FC236}">
                <a16:creationId xmlns:a16="http://schemas.microsoft.com/office/drawing/2014/main" id="{969258EC-4086-7793-EB2C-A95A9C6F10D1}"/>
              </a:ext>
            </a:extLst>
          </p:cNvPr>
          <p:cNvCxnSpPr/>
          <p:nvPr/>
        </p:nvCxnSpPr>
        <p:spPr>
          <a:xfrm>
            <a:off x="16725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5" name="菱形 44">
            <a:extLst>
              <a:ext uri="{FF2B5EF4-FFF2-40B4-BE49-F238E27FC236}">
                <a16:creationId xmlns:a16="http://schemas.microsoft.com/office/drawing/2014/main" id="{BBAFC388-B92F-328B-B4B8-F2279B93F76A}"/>
              </a:ext>
            </a:extLst>
          </p:cNvPr>
          <p:cNvSpPr/>
          <p:nvPr/>
        </p:nvSpPr>
        <p:spPr>
          <a:xfrm>
            <a:off x="40855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6" name="直接连接符 45">
            <a:extLst>
              <a:ext uri="{FF2B5EF4-FFF2-40B4-BE49-F238E27FC236}">
                <a16:creationId xmlns:a16="http://schemas.microsoft.com/office/drawing/2014/main" id="{C6B0CDD7-A4C1-6C50-F4C1-FDBFF92D5ECF}"/>
              </a:ext>
            </a:extLst>
          </p:cNvPr>
          <p:cNvCxnSpPr/>
          <p:nvPr/>
        </p:nvCxnSpPr>
        <p:spPr>
          <a:xfrm>
            <a:off x="46824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7" name="菱形 46">
            <a:extLst>
              <a:ext uri="{FF2B5EF4-FFF2-40B4-BE49-F238E27FC236}">
                <a16:creationId xmlns:a16="http://schemas.microsoft.com/office/drawing/2014/main" id="{D995EAE7-4FF5-F40B-1324-3C8D22AD4A5E}"/>
              </a:ext>
            </a:extLst>
          </p:cNvPr>
          <p:cNvSpPr/>
          <p:nvPr/>
        </p:nvSpPr>
        <p:spPr>
          <a:xfrm>
            <a:off x="71081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8" name="直接连接符 47">
            <a:extLst>
              <a:ext uri="{FF2B5EF4-FFF2-40B4-BE49-F238E27FC236}">
                <a16:creationId xmlns:a16="http://schemas.microsoft.com/office/drawing/2014/main" id="{1F634E85-813E-A4EC-BA6D-DFBB67116EA9}"/>
              </a:ext>
            </a:extLst>
          </p:cNvPr>
          <p:cNvCxnSpPr/>
          <p:nvPr/>
        </p:nvCxnSpPr>
        <p:spPr>
          <a:xfrm>
            <a:off x="77050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646FE074-E6F1-1C2F-1B8E-28D7B2178D64}"/>
              </a:ext>
            </a:extLst>
          </p:cNvPr>
          <p:cNvSpPr/>
          <p:nvPr/>
        </p:nvSpPr>
        <p:spPr>
          <a:xfrm>
            <a:off x="440620" y="5067300"/>
            <a:ext cx="10922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sp>
        <p:nvSpPr>
          <p:cNvPr id="50" name="矩形 49">
            <a:extLst>
              <a:ext uri="{FF2B5EF4-FFF2-40B4-BE49-F238E27FC236}">
                <a16:creationId xmlns:a16="http://schemas.microsoft.com/office/drawing/2014/main" id="{089B4FF0-7940-6FCA-5D4D-D5171BAF6818}"/>
              </a:ext>
            </a:extLst>
          </p:cNvPr>
          <p:cNvSpPr/>
          <p:nvPr/>
        </p:nvSpPr>
        <p:spPr>
          <a:xfrm>
            <a:off x="1824920" y="5067300"/>
            <a:ext cx="10795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51" name="直接连接符 50">
            <a:extLst>
              <a:ext uri="{FF2B5EF4-FFF2-40B4-BE49-F238E27FC236}">
                <a16:creationId xmlns:a16="http://schemas.microsoft.com/office/drawing/2014/main" id="{CF4E5DA0-7B14-91AC-0B37-DEA1CF012DBA}"/>
              </a:ext>
            </a:extLst>
          </p:cNvPr>
          <p:cNvCxnSpPr>
            <a:cxnSpLocks/>
          </p:cNvCxnSpPr>
          <p:nvPr/>
        </p:nvCxnSpPr>
        <p:spPr>
          <a:xfrm flipH="1">
            <a:off x="986720" y="4546600"/>
            <a:ext cx="121332"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2EFEBBE9-724B-475D-3957-267469C5A716}"/>
              </a:ext>
            </a:extLst>
          </p:cNvPr>
          <p:cNvCxnSpPr/>
          <p:nvPr/>
        </p:nvCxnSpPr>
        <p:spPr>
          <a:xfrm>
            <a:off x="9867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0B5F331A-0B01-A7FD-E7E4-9C6A702F742E}"/>
              </a:ext>
            </a:extLst>
          </p:cNvPr>
          <p:cNvSpPr txBox="1"/>
          <p:nvPr/>
        </p:nvSpPr>
        <p:spPr>
          <a:xfrm>
            <a:off x="10375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54" name="直接连接符 53">
            <a:extLst>
              <a:ext uri="{FF2B5EF4-FFF2-40B4-BE49-F238E27FC236}">
                <a16:creationId xmlns:a16="http://schemas.microsoft.com/office/drawing/2014/main" id="{25BDB2BD-999A-094F-3745-499CF40C74F4}"/>
              </a:ext>
            </a:extLst>
          </p:cNvPr>
          <p:cNvCxnSpPr>
            <a:cxnSpLocks/>
          </p:cNvCxnSpPr>
          <p:nvPr/>
        </p:nvCxnSpPr>
        <p:spPr>
          <a:xfrm>
            <a:off x="2275530" y="4546600"/>
            <a:ext cx="8914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59233974-CD48-7323-8BBF-129C8E612442}"/>
              </a:ext>
            </a:extLst>
          </p:cNvPr>
          <p:cNvCxnSpPr/>
          <p:nvPr/>
        </p:nvCxnSpPr>
        <p:spPr>
          <a:xfrm>
            <a:off x="236467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B0C89431-6566-A07A-653F-0D5E3C5B70E7}"/>
              </a:ext>
            </a:extLst>
          </p:cNvPr>
          <p:cNvSpPr txBox="1"/>
          <p:nvPr/>
        </p:nvSpPr>
        <p:spPr>
          <a:xfrm>
            <a:off x="24345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57" name="矩形 56">
            <a:extLst>
              <a:ext uri="{FF2B5EF4-FFF2-40B4-BE49-F238E27FC236}">
                <a16:creationId xmlns:a16="http://schemas.microsoft.com/office/drawing/2014/main" id="{0848FDE4-FD20-DE16-38FB-54EE9E4A15D4}"/>
              </a:ext>
            </a:extLst>
          </p:cNvPr>
          <p:cNvSpPr/>
          <p:nvPr/>
        </p:nvSpPr>
        <p:spPr>
          <a:xfrm>
            <a:off x="34505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58" name="矩形 57">
            <a:extLst>
              <a:ext uri="{FF2B5EF4-FFF2-40B4-BE49-F238E27FC236}">
                <a16:creationId xmlns:a16="http://schemas.microsoft.com/office/drawing/2014/main" id="{2AE4924C-9BC0-4753-5E41-3C23208660AC}"/>
              </a:ext>
            </a:extLst>
          </p:cNvPr>
          <p:cNvSpPr/>
          <p:nvPr/>
        </p:nvSpPr>
        <p:spPr>
          <a:xfrm>
            <a:off x="4847520" y="5067300"/>
            <a:ext cx="10668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cxnSp>
        <p:nvCxnSpPr>
          <p:cNvPr id="59" name="直接连接符 58">
            <a:extLst>
              <a:ext uri="{FF2B5EF4-FFF2-40B4-BE49-F238E27FC236}">
                <a16:creationId xmlns:a16="http://schemas.microsoft.com/office/drawing/2014/main" id="{5C9184CA-2BF9-96DB-3C27-7E413C663C6A}"/>
              </a:ext>
            </a:extLst>
          </p:cNvPr>
          <p:cNvCxnSpPr/>
          <p:nvPr/>
        </p:nvCxnSpPr>
        <p:spPr>
          <a:xfrm flipH="1">
            <a:off x="3996620" y="4546600"/>
            <a:ext cx="3810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C81ECD6-3490-1914-9258-39ACF403510B}"/>
              </a:ext>
            </a:extLst>
          </p:cNvPr>
          <p:cNvCxnSpPr/>
          <p:nvPr/>
        </p:nvCxnSpPr>
        <p:spPr>
          <a:xfrm>
            <a:off x="39966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1" name="文本框 60">
            <a:extLst>
              <a:ext uri="{FF2B5EF4-FFF2-40B4-BE49-F238E27FC236}">
                <a16:creationId xmlns:a16="http://schemas.microsoft.com/office/drawing/2014/main" id="{34713753-6C47-D036-2DCA-D0FB3B31354B}"/>
              </a:ext>
            </a:extLst>
          </p:cNvPr>
          <p:cNvSpPr txBox="1"/>
          <p:nvPr/>
        </p:nvSpPr>
        <p:spPr>
          <a:xfrm>
            <a:off x="40728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62" name="直接连接符 61">
            <a:extLst>
              <a:ext uri="{FF2B5EF4-FFF2-40B4-BE49-F238E27FC236}">
                <a16:creationId xmlns:a16="http://schemas.microsoft.com/office/drawing/2014/main" id="{7586976B-E470-459D-29F0-933FA13BCA38}"/>
              </a:ext>
            </a:extLst>
          </p:cNvPr>
          <p:cNvCxnSpPr/>
          <p:nvPr/>
        </p:nvCxnSpPr>
        <p:spPr>
          <a:xfrm>
            <a:off x="4974520" y="4546600"/>
            <a:ext cx="4064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89C6EB9F-7DD7-88F1-6FCC-98F4BFC5E987}"/>
              </a:ext>
            </a:extLst>
          </p:cNvPr>
          <p:cNvCxnSpPr/>
          <p:nvPr/>
        </p:nvCxnSpPr>
        <p:spPr>
          <a:xfrm>
            <a:off x="5380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B3FF83D5-3178-8002-BE36-9B13F792527C}"/>
              </a:ext>
            </a:extLst>
          </p:cNvPr>
          <p:cNvSpPr txBox="1"/>
          <p:nvPr/>
        </p:nvSpPr>
        <p:spPr>
          <a:xfrm>
            <a:off x="54698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65" name="矩形 64">
            <a:extLst>
              <a:ext uri="{FF2B5EF4-FFF2-40B4-BE49-F238E27FC236}">
                <a16:creationId xmlns:a16="http://schemas.microsoft.com/office/drawing/2014/main" id="{45052233-331F-DA2A-083C-939997B459DB}"/>
              </a:ext>
            </a:extLst>
          </p:cNvPr>
          <p:cNvSpPr/>
          <p:nvPr/>
        </p:nvSpPr>
        <p:spPr>
          <a:xfrm>
            <a:off x="64858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66" name="矩形 65">
            <a:extLst>
              <a:ext uri="{FF2B5EF4-FFF2-40B4-BE49-F238E27FC236}">
                <a16:creationId xmlns:a16="http://schemas.microsoft.com/office/drawing/2014/main" id="{DCDBF78B-9519-DCAC-2DEF-2455722D60D4}"/>
              </a:ext>
            </a:extLst>
          </p:cNvPr>
          <p:cNvSpPr/>
          <p:nvPr/>
        </p:nvSpPr>
        <p:spPr>
          <a:xfrm>
            <a:off x="7870120" y="4953000"/>
            <a:ext cx="1092200" cy="3429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Build</a:t>
            </a:r>
            <a:endParaRPr lang="zh-CN" altLang="en-US" sz="960">
              <a:solidFill>
                <a:srgbClr val="263746"/>
              </a:solidFill>
              <a:latin typeface="Arial" panose="020B0604020202020204" pitchFamily="34" charset="0"/>
            </a:endParaRPr>
          </a:p>
        </p:txBody>
      </p:sp>
      <p:cxnSp>
        <p:nvCxnSpPr>
          <p:cNvPr id="67" name="直接连接符 66">
            <a:extLst>
              <a:ext uri="{FF2B5EF4-FFF2-40B4-BE49-F238E27FC236}">
                <a16:creationId xmlns:a16="http://schemas.microsoft.com/office/drawing/2014/main" id="{D0AC521D-BFE4-F436-79AB-5FB68DBCEF17}"/>
              </a:ext>
            </a:extLst>
          </p:cNvPr>
          <p:cNvCxnSpPr/>
          <p:nvPr/>
        </p:nvCxnSpPr>
        <p:spPr>
          <a:xfrm flipH="1">
            <a:off x="7031920" y="4546600"/>
            <a:ext cx="3683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67F0028C-875C-C7DC-81CD-0B704C443C89}"/>
              </a:ext>
            </a:extLst>
          </p:cNvPr>
          <p:cNvCxnSpPr/>
          <p:nvPr/>
        </p:nvCxnSpPr>
        <p:spPr>
          <a:xfrm>
            <a:off x="7031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9" name="文本框 68">
            <a:extLst>
              <a:ext uri="{FF2B5EF4-FFF2-40B4-BE49-F238E27FC236}">
                <a16:creationId xmlns:a16="http://schemas.microsoft.com/office/drawing/2014/main" id="{C226EB5F-0F67-89CA-56E5-AD11588FAC30}"/>
              </a:ext>
            </a:extLst>
          </p:cNvPr>
          <p:cNvSpPr txBox="1"/>
          <p:nvPr/>
        </p:nvSpPr>
        <p:spPr>
          <a:xfrm>
            <a:off x="71081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70" name="直接连接符 69">
            <a:extLst>
              <a:ext uri="{FF2B5EF4-FFF2-40B4-BE49-F238E27FC236}">
                <a16:creationId xmlns:a16="http://schemas.microsoft.com/office/drawing/2014/main" id="{9AE70FFE-0F3E-CED6-5F3A-72E7348276FB}"/>
              </a:ext>
            </a:extLst>
          </p:cNvPr>
          <p:cNvCxnSpPr/>
          <p:nvPr/>
        </p:nvCxnSpPr>
        <p:spPr>
          <a:xfrm>
            <a:off x="7997120" y="4546600"/>
            <a:ext cx="4191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29B3D33-AC1C-F38E-E295-0F1CF4A51541}"/>
              </a:ext>
            </a:extLst>
          </p:cNvPr>
          <p:cNvCxnSpPr/>
          <p:nvPr/>
        </p:nvCxnSpPr>
        <p:spPr>
          <a:xfrm>
            <a:off x="8416220" y="4546600"/>
            <a:ext cx="0" cy="406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2" name="文本框 71">
            <a:extLst>
              <a:ext uri="{FF2B5EF4-FFF2-40B4-BE49-F238E27FC236}">
                <a16:creationId xmlns:a16="http://schemas.microsoft.com/office/drawing/2014/main" id="{C82EB230-0094-D67A-39B5-9CCD3C083FA3}"/>
              </a:ext>
            </a:extLst>
          </p:cNvPr>
          <p:cNvSpPr txBox="1"/>
          <p:nvPr/>
        </p:nvSpPr>
        <p:spPr>
          <a:xfrm>
            <a:off x="8505120" y="47498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73" name="直接连接符 72">
            <a:extLst>
              <a:ext uri="{FF2B5EF4-FFF2-40B4-BE49-F238E27FC236}">
                <a16:creationId xmlns:a16="http://schemas.microsoft.com/office/drawing/2014/main" id="{54404EC4-8643-975B-99E7-C1692AD3CDCD}"/>
              </a:ext>
            </a:extLst>
          </p:cNvPr>
          <p:cNvCxnSpPr/>
          <p:nvPr/>
        </p:nvCxnSpPr>
        <p:spPr>
          <a:xfrm>
            <a:off x="8416220" y="5295900"/>
            <a:ext cx="0" cy="2413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4" name="矩形 73">
            <a:extLst>
              <a:ext uri="{FF2B5EF4-FFF2-40B4-BE49-F238E27FC236}">
                <a16:creationId xmlns:a16="http://schemas.microsoft.com/office/drawing/2014/main" id="{FCB2E1CA-20FC-3FA3-BED4-69864FFE7636}"/>
              </a:ext>
            </a:extLst>
          </p:cNvPr>
          <p:cNvSpPr/>
          <p:nvPr/>
        </p:nvSpPr>
        <p:spPr>
          <a:xfrm>
            <a:off x="6485820" y="5537200"/>
            <a:ext cx="2476500" cy="4445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Pose RMSD &lt; threshold</a:t>
            </a:r>
            <a:r>
              <a:rPr lang="en-US" altLang="zh-CN" sz="960" dirty="0">
                <a:solidFill>
                  <a:srgbClr val="263746"/>
                </a:solidFill>
                <a:latin typeface="Arial" panose="020B0604020202020204" pitchFamily="34" charset="0"/>
              </a:rPr>
              <a:t>: +1; </a:t>
            </a:r>
            <a:r>
              <a:rPr lang="en-US" altLang="zh-CN" sz="960" b="1" dirty="0">
                <a:solidFill>
                  <a:srgbClr val="263746"/>
                </a:solidFill>
                <a:latin typeface="Arial" panose="020B0604020202020204" pitchFamily="34" charset="0"/>
              </a:rPr>
              <a:t>success</a:t>
            </a:r>
            <a:r>
              <a:rPr lang="en-US" altLang="zh-CN" sz="960" dirty="0">
                <a:solidFill>
                  <a:srgbClr val="263746"/>
                </a:solidFill>
                <a:latin typeface="Arial" panose="020B0604020202020204" pitchFamily="34" charset="0"/>
              </a:rPr>
              <a:t>
Otherwise: +1; next</a:t>
            </a:r>
            <a:endParaRPr lang="zh-CN" altLang="en-US" sz="960" dirty="0">
              <a:solidFill>
                <a:srgbClr val="263746"/>
              </a:solidFill>
              <a:latin typeface="Arial" panose="020B0604020202020204" pitchFamily="34" charset="0"/>
            </a:endParaRPr>
          </a:p>
        </p:txBody>
      </p:sp>
      <p:cxnSp>
        <p:nvCxnSpPr>
          <p:cNvPr id="79" name="直接连接符 78">
            <a:extLst>
              <a:ext uri="{FF2B5EF4-FFF2-40B4-BE49-F238E27FC236}">
                <a16:creationId xmlns:a16="http://schemas.microsoft.com/office/drawing/2014/main" id="{77F0872F-B1DB-28BF-A443-1A84B0876776}"/>
              </a:ext>
            </a:extLst>
          </p:cNvPr>
          <p:cNvCxnSpPr>
            <a:cxnSpLocks/>
          </p:cNvCxnSpPr>
          <p:nvPr/>
        </p:nvCxnSpPr>
        <p:spPr>
          <a:xfrm>
            <a:off x="4863396" y="2489200"/>
            <a:ext cx="1079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D0523F00-CD7A-F133-2049-710525071999}"/>
              </a:ext>
            </a:extLst>
          </p:cNvPr>
          <p:cNvSpPr txBox="1"/>
          <p:nvPr/>
        </p:nvSpPr>
        <p:spPr>
          <a:xfrm>
            <a:off x="4814540" y="3172540"/>
            <a:ext cx="2244525" cy="246221"/>
          </a:xfrm>
          <a:prstGeom prst="rect">
            <a:avLst/>
          </a:prstGeom>
          <a:noFill/>
        </p:spPr>
        <p:txBody>
          <a:bodyPr wrap="none" rtlCol="0">
            <a:spAutoFit/>
          </a:bodyPr>
          <a:lstStyle/>
          <a:p>
            <a:r>
              <a:rPr lang="en-US" altLang="zh-CN" sz="1000" dirty="0"/>
              <a:t>What’s the g</a:t>
            </a:r>
            <a:r>
              <a:rPr lang="zh-CN" altLang="zh-CN" sz="1000" dirty="0"/>
              <a:t>round-truth ligand type</a:t>
            </a:r>
            <a:r>
              <a:rPr lang="en-US" altLang="zh-CN" sz="1000" dirty="0"/>
              <a:t>?</a:t>
            </a:r>
            <a:endParaRPr lang="zh-CN" altLang="en-US" sz="1000" dirty="0"/>
          </a:p>
        </p:txBody>
      </p:sp>
      <p:sp>
        <p:nvSpPr>
          <p:cNvPr id="90" name="矩形 89">
            <a:extLst>
              <a:ext uri="{FF2B5EF4-FFF2-40B4-BE49-F238E27FC236}">
                <a16:creationId xmlns:a16="http://schemas.microsoft.com/office/drawing/2014/main" id="{9F507521-1D7F-3796-3F1F-FB7268AC6D21}"/>
              </a:ext>
            </a:extLst>
          </p:cNvPr>
          <p:cNvSpPr/>
          <p:nvPr/>
        </p:nvSpPr>
        <p:spPr>
          <a:xfrm>
            <a:off x="285647" y="500633"/>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Tree>
    <p:extLst>
      <p:ext uri="{BB962C8B-B14F-4D97-AF65-F5344CB8AC3E}">
        <p14:creationId xmlns:p14="http://schemas.microsoft.com/office/powerpoint/2010/main" val="3759621588"/>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TotalTime>
  <Words>930</Words>
  <Application>Microsoft Office PowerPoint</Application>
  <PresentationFormat>自定义</PresentationFormat>
  <Paragraphs>46</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等线</vt:lpstr>
      <vt:lpstr>等线 Light</vt:lpstr>
      <vt:lpstr>Arial</vt:lpstr>
      <vt:lpstr>Office 主题​​</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36</cp:revision>
  <dcterms:created xsi:type="dcterms:W3CDTF">2026-10-04T04:41:47Z</dcterms:created>
  <dcterms:modified xsi:type="dcterms:W3CDTF">2026-10-14T07:48:34Z</dcterms:modified>
</cp:coreProperties>
</file>